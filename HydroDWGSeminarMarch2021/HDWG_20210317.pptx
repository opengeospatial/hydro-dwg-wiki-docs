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4.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9"/>
  </p:notesMasterIdLst>
  <p:handoutMasterIdLst>
    <p:handoutMasterId r:id="rId40"/>
  </p:handoutMasterIdLst>
  <p:sldIdLst>
    <p:sldId id="256" r:id="rId5"/>
    <p:sldId id="619" r:id="rId6"/>
    <p:sldId id="626" r:id="rId7"/>
    <p:sldId id="622" r:id="rId8"/>
    <p:sldId id="623" r:id="rId9"/>
    <p:sldId id="624" r:id="rId10"/>
    <p:sldId id="627" r:id="rId11"/>
    <p:sldId id="628" r:id="rId12"/>
    <p:sldId id="369" r:id="rId13"/>
    <p:sldId id="259" r:id="rId14"/>
    <p:sldId id="318" r:id="rId15"/>
    <p:sldId id="322" r:id="rId16"/>
    <p:sldId id="325" r:id="rId17"/>
    <p:sldId id="625" r:id="rId18"/>
    <p:sldId id="277" r:id="rId19"/>
    <p:sldId id="272" r:id="rId20"/>
    <p:sldId id="288" r:id="rId21"/>
    <p:sldId id="289" r:id="rId22"/>
    <p:sldId id="293" r:id="rId23"/>
    <p:sldId id="347" r:id="rId24"/>
    <p:sldId id="295" r:id="rId25"/>
    <p:sldId id="296" r:id="rId26"/>
    <p:sldId id="342" r:id="rId27"/>
    <p:sldId id="343" r:id="rId28"/>
    <p:sldId id="344" r:id="rId29"/>
    <p:sldId id="307" r:id="rId30"/>
    <p:sldId id="349" r:id="rId31"/>
    <p:sldId id="351" r:id="rId32"/>
    <p:sldId id="359" r:id="rId33"/>
    <p:sldId id="328" r:id="rId34"/>
    <p:sldId id="316" r:id="rId35"/>
    <p:sldId id="268" r:id="rId36"/>
    <p:sldId id="324" r:id="rId37"/>
    <p:sldId id="258" r:id="rId38"/>
  </p:sldIdLst>
  <p:sldSz cx="9144000" cy="6858000" type="screen4x3"/>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eoscience Australia" initials="G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F12521-BD85-4124-8972-70CAE4CA99EF}" v="4" dt="2020-09-24T07:23:19.528"/>
    <p1510:client id="{F7C13222-0913-4292-A5FF-DBC1991FFB64}" v="37" dt="2020-09-23T11:39:48.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6" autoAdjust="0"/>
    <p:restoredTop sz="90231" autoAdjust="0"/>
  </p:normalViewPr>
  <p:slideViewPr>
    <p:cSldViewPr snapToGrid="0" snapToObjects="1">
      <p:cViewPr>
        <p:scale>
          <a:sx n="72" d="100"/>
          <a:sy n="72" d="100"/>
        </p:scale>
        <p:origin x="1186"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1" Type="http://schemas.openxmlformats.org/officeDocument/2006/relationships/oleObject" Target="file:///\\192.168.139.31\StorageArpa\Progetti\ECOLOGIA\Zolezzi%20Guido%20TEMPERATURE\Abstract%20Trento\Dati.xlsm"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192.168.139.31\StorageArpa\Progetti\ECOLOGIA\Zolezzi%20Guido%20TEMPERATURE\Abstract%20Trento\Dati.xlsm"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192.168.139.31\StorageArpa\Progetti\ECOLOGIA\Zolezzi%20Guido%20TEMPERATURE\Abstract%20Trento\Results_year_stat.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192.168.139.31\StorageArpa\scambio\Cinzia\Q%20unipr%20die%20nov1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2489209040411626E-2"/>
          <c:y val="5.706065339145331E-2"/>
          <c:w val="0.70494088417670575"/>
          <c:h val="0.64707107706986944"/>
        </c:manualLayout>
      </c:layout>
      <c:scatterChart>
        <c:scatterStyle val="lineMarker"/>
        <c:varyColors val="0"/>
        <c:ser>
          <c:idx val="8"/>
          <c:order val="3"/>
          <c:tx>
            <c:strRef>
              <c:f>Boretto_CC!$G$1</c:f>
              <c:strCache>
                <c:ptCount val="1"/>
                <c:pt idx="0">
                  <c:v>Discharge</c:v>
                </c:pt>
              </c:strCache>
            </c:strRef>
          </c:tx>
          <c:spPr>
            <a:ln>
              <a:solidFill>
                <a:srgbClr val="0070C0"/>
              </a:solidFill>
            </a:ln>
          </c:spPr>
          <c:marker>
            <c:symbol val="none"/>
          </c:marker>
          <c:xVal>
            <c:numRef>
              <c:f>Boretto_CC!$A$2:$A$1006</c:f>
              <c:numCache>
                <c:formatCode>m/d/yyyy</c:formatCode>
                <c:ptCount val="1005"/>
                <c:pt idx="0">
                  <c:v>41640</c:v>
                </c:pt>
                <c:pt idx="1">
                  <c:v>41641</c:v>
                </c:pt>
                <c:pt idx="2">
                  <c:v>41642</c:v>
                </c:pt>
                <c:pt idx="3">
                  <c:v>41643</c:v>
                </c:pt>
                <c:pt idx="4">
                  <c:v>41644</c:v>
                </c:pt>
                <c:pt idx="5">
                  <c:v>41645</c:v>
                </c:pt>
                <c:pt idx="6">
                  <c:v>41646</c:v>
                </c:pt>
                <c:pt idx="7">
                  <c:v>41647</c:v>
                </c:pt>
                <c:pt idx="8">
                  <c:v>41648</c:v>
                </c:pt>
                <c:pt idx="9">
                  <c:v>41649</c:v>
                </c:pt>
                <c:pt idx="10">
                  <c:v>41650</c:v>
                </c:pt>
                <c:pt idx="11">
                  <c:v>41651</c:v>
                </c:pt>
                <c:pt idx="12">
                  <c:v>41652</c:v>
                </c:pt>
                <c:pt idx="13">
                  <c:v>41653</c:v>
                </c:pt>
                <c:pt idx="14">
                  <c:v>41654</c:v>
                </c:pt>
                <c:pt idx="15">
                  <c:v>41655</c:v>
                </c:pt>
                <c:pt idx="16">
                  <c:v>41656</c:v>
                </c:pt>
                <c:pt idx="17">
                  <c:v>41657</c:v>
                </c:pt>
                <c:pt idx="18">
                  <c:v>41658</c:v>
                </c:pt>
                <c:pt idx="19">
                  <c:v>41659</c:v>
                </c:pt>
                <c:pt idx="20">
                  <c:v>41660</c:v>
                </c:pt>
                <c:pt idx="21">
                  <c:v>41661</c:v>
                </c:pt>
                <c:pt idx="22">
                  <c:v>41662</c:v>
                </c:pt>
                <c:pt idx="23">
                  <c:v>41663</c:v>
                </c:pt>
                <c:pt idx="24">
                  <c:v>41664</c:v>
                </c:pt>
                <c:pt idx="25">
                  <c:v>41665</c:v>
                </c:pt>
                <c:pt idx="26">
                  <c:v>41666</c:v>
                </c:pt>
                <c:pt idx="27">
                  <c:v>41667</c:v>
                </c:pt>
                <c:pt idx="28">
                  <c:v>41668</c:v>
                </c:pt>
                <c:pt idx="29">
                  <c:v>41669</c:v>
                </c:pt>
                <c:pt idx="30">
                  <c:v>41670</c:v>
                </c:pt>
                <c:pt idx="31">
                  <c:v>41671</c:v>
                </c:pt>
                <c:pt idx="32">
                  <c:v>41672</c:v>
                </c:pt>
                <c:pt idx="33">
                  <c:v>41673</c:v>
                </c:pt>
                <c:pt idx="34">
                  <c:v>41674</c:v>
                </c:pt>
                <c:pt idx="35">
                  <c:v>41675</c:v>
                </c:pt>
                <c:pt idx="36">
                  <c:v>41676</c:v>
                </c:pt>
                <c:pt idx="37">
                  <c:v>41677</c:v>
                </c:pt>
                <c:pt idx="38">
                  <c:v>41678</c:v>
                </c:pt>
                <c:pt idx="39">
                  <c:v>41679</c:v>
                </c:pt>
                <c:pt idx="40">
                  <c:v>41680</c:v>
                </c:pt>
                <c:pt idx="41">
                  <c:v>41681</c:v>
                </c:pt>
                <c:pt idx="42">
                  <c:v>41682</c:v>
                </c:pt>
                <c:pt idx="43">
                  <c:v>41683</c:v>
                </c:pt>
                <c:pt idx="44">
                  <c:v>41684</c:v>
                </c:pt>
                <c:pt idx="45">
                  <c:v>41685</c:v>
                </c:pt>
                <c:pt idx="46">
                  <c:v>41686</c:v>
                </c:pt>
                <c:pt idx="47">
                  <c:v>41687</c:v>
                </c:pt>
                <c:pt idx="48">
                  <c:v>41688</c:v>
                </c:pt>
                <c:pt idx="49">
                  <c:v>41689</c:v>
                </c:pt>
                <c:pt idx="50">
                  <c:v>41690</c:v>
                </c:pt>
                <c:pt idx="51">
                  <c:v>41691</c:v>
                </c:pt>
                <c:pt idx="52">
                  <c:v>41692</c:v>
                </c:pt>
                <c:pt idx="53">
                  <c:v>41693</c:v>
                </c:pt>
                <c:pt idx="54">
                  <c:v>41694</c:v>
                </c:pt>
                <c:pt idx="55">
                  <c:v>41695</c:v>
                </c:pt>
                <c:pt idx="56">
                  <c:v>41696</c:v>
                </c:pt>
                <c:pt idx="57">
                  <c:v>41697</c:v>
                </c:pt>
                <c:pt idx="58">
                  <c:v>41698</c:v>
                </c:pt>
                <c:pt idx="59">
                  <c:v>41699</c:v>
                </c:pt>
                <c:pt idx="60">
                  <c:v>41700</c:v>
                </c:pt>
                <c:pt idx="61">
                  <c:v>41701</c:v>
                </c:pt>
                <c:pt idx="62">
                  <c:v>41702</c:v>
                </c:pt>
                <c:pt idx="63">
                  <c:v>41703</c:v>
                </c:pt>
                <c:pt idx="64">
                  <c:v>41704</c:v>
                </c:pt>
                <c:pt idx="65">
                  <c:v>41705</c:v>
                </c:pt>
                <c:pt idx="66">
                  <c:v>41706</c:v>
                </c:pt>
                <c:pt idx="67">
                  <c:v>41707</c:v>
                </c:pt>
                <c:pt idx="68">
                  <c:v>41708</c:v>
                </c:pt>
                <c:pt idx="69">
                  <c:v>41709</c:v>
                </c:pt>
                <c:pt idx="70">
                  <c:v>41710</c:v>
                </c:pt>
                <c:pt idx="71">
                  <c:v>41711</c:v>
                </c:pt>
                <c:pt idx="72">
                  <c:v>41712</c:v>
                </c:pt>
                <c:pt idx="73">
                  <c:v>41713</c:v>
                </c:pt>
                <c:pt idx="74">
                  <c:v>41714</c:v>
                </c:pt>
                <c:pt idx="75">
                  <c:v>41715</c:v>
                </c:pt>
                <c:pt idx="76">
                  <c:v>41716</c:v>
                </c:pt>
                <c:pt idx="77">
                  <c:v>41717</c:v>
                </c:pt>
                <c:pt idx="78">
                  <c:v>41718</c:v>
                </c:pt>
                <c:pt idx="79">
                  <c:v>41719</c:v>
                </c:pt>
                <c:pt idx="80">
                  <c:v>41720</c:v>
                </c:pt>
                <c:pt idx="81">
                  <c:v>41721</c:v>
                </c:pt>
                <c:pt idx="82">
                  <c:v>41722</c:v>
                </c:pt>
                <c:pt idx="83">
                  <c:v>41723</c:v>
                </c:pt>
                <c:pt idx="84">
                  <c:v>41724</c:v>
                </c:pt>
                <c:pt idx="85">
                  <c:v>41725</c:v>
                </c:pt>
                <c:pt idx="86">
                  <c:v>41726</c:v>
                </c:pt>
                <c:pt idx="87">
                  <c:v>41727</c:v>
                </c:pt>
                <c:pt idx="88">
                  <c:v>41728</c:v>
                </c:pt>
                <c:pt idx="89">
                  <c:v>41729</c:v>
                </c:pt>
                <c:pt idx="90">
                  <c:v>41730</c:v>
                </c:pt>
                <c:pt idx="91">
                  <c:v>41731</c:v>
                </c:pt>
                <c:pt idx="92">
                  <c:v>41732</c:v>
                </c:pt>
                <c:pt idx="93">
                  <c:v>41733</c:v>
                </c:pt>
                <c:pt idx="94">
                  <c:v>41734</c:v>
                </c:pt>
                <c:pt idx="95">
                  <c:v>41735</c:v>
                </c:pt>
                <c:pt idx="96">
                  <c:v>41736</c:v>
                </c:pt>
                <c:pt idx="97">
                  <c:v>41737</c:v>
                </c:pt>
                <c:pt idx="98">
                  <c:v>41738</c:v>
                </c:pt>
                <c:pt idx="99">
                  <c:v>41739</c:v>
                </c:pt>
                <c:pt idx="100">
                  <c:v>41740</c:v>
                </c:pt>
                <c:pt idx="101">
                  <c:v>41741</c:v>
                </c:pt>
                <c:pt idx="102">
                  <c:v>41742</c:v>
                </c:pt>
                <c:pt idx="103">
                  <c:v>41743</c:v>
                </c:pt>
                <c:pt idx="104">
                  <c:v>41744</c:v>
                </c:pt>
                <c:pt idx="105">
                  <c:v>41745</c:v>
                </c:pt>
                <c:pt idx="106">
                  <c:v>41746</c:v>
                </c:pt>
                <c:pt idx="107">
                  <c:v>41747</c:v>
                </c:pt>
                <c:pt idx="108">
                  <c:v>41748</c:v>
                </c:pt>
                <c:pt idx="109">
                  <c:v>41749</c:v>
                </c:pt>
                <c:pt idx="110">
                  <c:v>41750</c:v>
                </c:pt>
                <c:pt idx="111">
                  <c:v>41751</c:v>
                </c:pt>
                <c:pt idx="112">
                  <c:v>41752</c:v>
                </c:pt>
                <c:pt idx="113">
                  <c:v>41753</c:v>
                </c:pt>
                <c:pt idx="114">
                  <c:v>41754</c:v>
                </c:pt>
                <c:pt idx="115">
                  <c:v>41755</c:v>
                </c:pt>
                <c:pt idx="116">
                  <c:v>41756</c:v>
                </c:pt>
                <c:pt idx="117">
                  <c:v>41757</c:v>
                </c:pt>
                <c:pt idx="118">
                  <c:v>41758</c:v>
                </c:pt>
                <c:pt idx="119">
                  <c:v>41759</c:v>
                </c:pt>
                <c:pt idx="120">
                  <c:v>41760</c:v>
                </c:pt>
                <c:pt idx="121">
                  <c:v>41761</c:v>
                </c:pt>
                <c:pt idx="122">
                  <c:v>41762</c:v>
                </c:pt>
                <c:pt idx="123">
                  <c:v>41763</c:v>
                </c:pt>
                <c:pt idx="124">
                  <c:v>41764</c:v>
                </c:pt>
                <c:pt idx="125">
                  <c:v>41765</c:v>
                </c:pt>
                <c:pt idx="126">
                  <c:v>41766</c:v>
                </c:pt>
                <c:pt idx="127">
                  <c:v>41767</c:v>
                </c:pt>
                <c:pt idx="128">
                  <c:v>41768</c:v>
                </c:pt>
                <c:pt idx="129">
                  <c:v>41769</c:v>
                </c:pt>
                <c:pt idx="130">
                  <c:v>41770</c:v>
                </c:pt>
                <c:pt idx="131">
                  <c:v>41771</c:v>
                </c:pt>
                <c:pt idx="132">
                  <c:v>41772</c:v>
                </c:pt>
                <c:pt idx="133">
                  <c:v>41773</c:v>
                </c:pt>
                <c:pt idx="134">
                  <c:v>41774</c:v>
                </c:pt>
                <c:pt idx="135">
                  <c:v>41775</c:v>
                </c:pt>
                <c:pt idx="136">
                  <c:v>41776</c:v>
                </c:pt>
                <c:pt idx="137">
                  <c:v>41777</c:v>
                </c:pt>
                <c:pt idx="138">
                  <c:v>41778</c:v>
                </c:pt>
                <c:pt idx="139">
                  <c:v>41779</c:v>
                </c:pt>
                <c:pt idx="140">
                  <c:v>41780</c:v>
                </c:pt>
                <c:pt idx="141">
                  <c:v>41781</c:v>
                </c:pt>
                <c:pt idx="142">
                  <c:v>41782</c:v>
                </c:pt>
                <c:pt idx="143">
                  <c:v>41783</c:v>
                </c:pt>
                <c:pt idx="144">
                  <c:v>41784</c:v>
                </c:pt>
                <c:pt idx="145">
                  <c:v>41785</c:v>
                </c:pt>
                <c:pt idx="146">
                  <c:v>41786</c:v>
                </c:pt>
                <c:pt idx="147">
                  <c:v>41787</c:v>
                </c:pt>
                <c:pt idx="148">
                  <c:v>41788</c:v>
                </c:pt>
                <c:pt idx="149">
                  <c:v>41789</c:v>
                </c:pt>
                <c:pt idx="150">
                  <c:v>41790</c:v>
                </c:pt>
                <c:pt idx="151">
                  <c:v>41791</c:v>
                </c:pt>
                <c:pt idx="152">
                  <c:v>41792</c:v>
                </c:pt>
                <c:pt idx="153">
                  <c:v>41793</c:v>
                </c:pt>
                <c:pt idx="154">
                  <c:v>41794</c:v>
                </c:pt>
                <c:pt idx="155">
                  <c:v>41795</c:v>
                </c:pt>
                <c:pt idx="156">
                  <c:v>41796</c:v>
                </c:pt>
                <c:pt idx="157">
                  <c:v>41797</c:v>
                </c:pt>
                <c:pt idx="158">
                  <c:v>41798</c:v>
                </c:pt>
                <c:pt idx="159">
                  <c:v>41799</c:v>
                </c:pt>
                <c:pt idx="160">
                  <c:v>41800</c:v>
                </c:pt>
                <c:pt idx="161">
                  <c:v>41801</c:v>
                </c:pt>
                <c:pt idx="162">
                  <c:v>41802</c:v>
                </c:pt>
                <c:pt idx="163">
                  <c:v>41803</c:v>
                </c:pt>
                <c:pt idx="164">
                  <c:v>41804</c:v>
                </c:pt>
                <c:pt idx="165">
                  <c:v>41805</c:v>
                </c:pt>
                <c:pt idx="166">
                  <c:v>41806</c:v>
                </c:pt>
                <c:pt idx="167">
                  <c:v>41807</c:v>
                </c:pt>
                <c:pt idx="168">
                  <c:v>41808</c:v>
                </c:pt>
                <c:pt idx="169">
                  <c:v>41809</c:v>
                </c:pt>
                <c:pt idx="170">
                  <c:v>41810</c:v>
                </c:pt>
                <c:pt idx="171">
                  <c:v>41811</c:v>
                </c:pt>
                <c:pt idx="172">
                  <c:v>41812</c:v>
                </c:pt>
                <c:pt idx="173">
                  <c:v>41813</c:v>
                </c:pt>
                <c:pt idx="174">
                  <c:v>41814</c:v>
                </c:pt>
                <c:pt idx="175">
                  <c:v>41815</c:v>
                </c:pt>
                <c:pt idx="176">
                  <c:v>41816</c:v>
                </c:pt>
                <c:pt idx="177">
                  <c:v>41817</c:v>
                </c:pt>
                <c:pt idx="178">
                  <c:v>41818</c:v>
                </c:pt>
                <c:pt idx="179">
                  <c:v>41819</c:v>
                </c:pt>
                <c:pt idx="180">
                  <c:v>41820</c:v>
                </c:pt>
                <c:pt idx="181">
                  <c:v>41821</c:v>
                </c:pt>
                <c:pt idx="182">
                  <c:v>41822</c:v>
                </c:pt>
                <c:pt idx="183">
                  <c:v>41823</c:v>
                </c:pt>
                <c:pt idx="184">
                  <c:v>41824</c:v>
                </c:pt>
                <c:pt idx="185">
                  <c:v>41825</c:v>
                </c:pt>
                <c:pt idx="186">
                  <c:v>41826</c:v>
                </c:pt>
                <c:pt idx="187">
                  <c:v>41827</c:v>
                </c:pt>
                <c:pt idx="188">
                  <c:v>41828</c:v>
                </c:pt>
                <c:pt idx="189">
                  <c:v>41829</c:v>
                </c:pt>
                <c:pt idx="190">
                  <c:v>41830</c:v>
                </c:pt>
                <c:pt idx="191">
                  <c:v>41831</c:v>
                </c:pt>
                <c:pt idx="192">
                  <c:v>41832</c:v>
                </c:pt>
                <c:pt idx="193">
                  <c:v>41833</c:v>
                </c:pt>
                <c:pt idx="194">
                  <c:v>41834</c:v>
                </c:pt>
                <c:pt idx="195">
                  <c:v>41835</c:v>
                </c:pt>
                <c:pt idx="196">
                  <c:v>41836</c:v>
                </c:pt>
                <c:pt idx="197">
                  <c:v>41837</c:v>
                </c:pt>
                <c:pt idx="198">
                  <c:v>41838</c:v>
                </c:pt>
                <c:pt idx="199">
                  <c:v>41839</c:v>
                </c:pt>
                <c:pt idx="200">
                  <c:v>41840</c:v>
                </c:pt>
                <c:pt idx="201">
                  <c:v>41841</c:v>
                </c:pt>
                <c:pt idx="202">
                  <c:v>41842</c:v>
                </c:pt>
                <c:pt idx="203">
                  <c:v>41843</c:v>
                </c:pt>
                <c:pt idx="204">
                  <c:v>41844</c:v>
                </c:pt>
                <c:pt idx="205">
                  <c:v>41845</c:v>
                </c:pt>
                <c:pt idx="206">
                  <c:v>41846</c:v>
                </c:pt>
                <c:pt idx="207">
                  <c:v>41847</c:v>
                </c:pt>
                <c:pt idx="208">
                  <c:v>41848</c:v>
                </c:pt>
                <c:pt idx="209">
                  <c:v>41849</c:v>
                </c:pt>
                <c:pt idx="210">
                  <c:v>41850</c:v>
                </c:pt>
                <c:pt idx="211">
                  <c:v>41851</c:v>
                </c:pt>
                <c:pt idx="212">
                  <c:v>41852</c:v>
                </c:pt>
                <c:pt idx="213">
                  <c:v>41853</c:v>
                </c:pt>
                <c:pt idx="214">
                  <c:v>41854</c:v>
                </c:pt>
                <c:pt idx="215">
                  <c:v>41855</c:v>
                </c:pt>
                <c:pt idx="216">
                  <c:v>41856</c:v>
                </c:pt>
                <c:pt idx="217">
                  <c:v>41857</c:v>
                </c:pt>
                <c:pt idx="218">
                  <c:v>41858</c:v>
                </c:pt>
                <c:pt idx="219">
                  <c:v>41859</c:v>
                </c:pt>
                <c:pt idx="220">
                  <c:v>41860</c:v>
                </c:pt>
                <c:pt idx="221">
                  <c:v>41861</c:v>
                </c:pt>
                <c:pt idx="222">
                  <c:v>41862</c:v>
                </c:pt>
                <c:pt idx="223">
                  <c:v>41863</c:v>
                </c:pt>
                <c:pt idx="224">
                  <c:v>41864</c:v>
                </c:pt>
                <c:pt idx="225">
                  <c:v>41865</c:v>
                </c:pt>
                <c:pt idx="226">
                  <c:v>41866</c:v>
                </c:pt>
                <c:pt idx="227">
                  <c:v>41867</c:v>
                </c:pt>
                <c:pt idx="228">
                  <c:v>41868</c:v>
                </c:pt>
                <c:pt idx="229">
                  <c:v>41869</c:v>
                </c:pt>
                <c:pt idx="230">
                  <c:v>41870</c:v>
                </c:pt>
                <c:pt idx="231">
                  <c:v>41871</c:v>
                </c:pt>
                <c:pt idx="232">
                  <c:v>41872</c:v>
                </c:pt>
                <c:pt idx="233">
                  <c:v>41873</c:v>
                </c:pt>
                <c:pt idx="234">
                  <c:v>41874</c:v>
                </c:pt>
                <c:pt idx="235">
                  <c:v>41875</c:v>
                </c:pt>
                <c:pt idx="236">
                  <c:v>41876</c:v>
                </c:pt>
                <c:pt idx="237">
                  <c:v>41877</c:v>
                </c:pt>
                <c:pt idx="238">
                  <c:v>41878</c:v>
                </c:pt>
                <c:pt idx="239">
                  <c:v>41879</c:v>
                </c:pt>
                <c:pt idx="240">
                  <c:v>41880</c:v>
                </c:pt>
                <c:pt idx="241">
                  <c:v>41881</c:v>
                </c:pt>
                <c:pt idx="242">
                  <c:v>41882</c:v>
                </c:pt>
                <c:pt idx="243">
                  <c:v>41883</c:v>
                </c:pt>
                <c:pt idx="244">
                  <c:v>41884</c:v>
                </c:pt>
                <c:pt idx="245">
                  <c:v>41885</c:v>
                </c:pt>
                <c:pt idx="246">
                  <c:v>41886</c:v>
                </c:pt>
                <c:pt idx="247">
                  <c:v>41887</c:v>
                </c:pt>
                <c:pt idx="248">
                  <c:v>41888</c:v>
                </c:pt>
                <c:pt idx="249">
                  <c:v>41889</c:v>
                </c:pt>
                <c:pt idx="250">
                  <c:v>41890</c:v>
                </c:pt>
                <c:pt idx="251">
                  <c:v>41891</c:v>
                </c:pt>
                <c:pt idx="252">
                  <c:v>41892</c:v>
                </c:pt>
                <c:pt idx="253">
                  <c:v>41893</c:v>
                </c:pt>
                <c:pt idx="254">
                  <c:v>41894</c:v>
                </c:pt>
                <c:pt idx="255">
                  <c:v>41895</c:v>
                </c:pt>
                <c:pt idx="256">
                  <c:v>41896</c:v>
                </c:pt>
                <c:pt idx="257">
                  <c:v>41897</c:v>
                </c:pt>
                <c:pt idx="258">
                  <c:v>41898</c:v>
                </c:pt>
                <c:pt idx="259">
                  <c:v>41899</c:v>
                </c:pt>
                <c:pt idx="260">
                  <c:v>41900</c:v>
                </c:pt>
                <c:pt idx="261">
                  <c:v>41901</c:v>
                </c:pt>
                <c:pt idx="262">
                  <c:v>41902</c:v>
                </c:pt>
                <c:pt idx="263">
                  <c:v>41903</c:v>
                </c:pt>
                <c:pt idx="264">
                  <c:v>41904</c:v>
                </c:pt>
                <c:pt idx="265">
                  <c:v>41905</c:v>
                </c:pt>
                <c:pt idx="266">
                  <c:v>41906</c:v>
                </c:pt>
                <c:pt idx="267">
                  <c:v>41907</c:v>
                </c:pt>
                <c:pt idx="268">
                  <c:v>41908</c:v>
                </c:pt>
                <c:pt idx="269">
                  <c:v>41909</c:v>
                </c:pt>
                <c:pt idx="270">
                  <c:v>41910</c:v>
                </c:pt>
                <c:pt idx="271">
                  <c:v>41911</c:v>
                </c:pt>
                <c:pt idx="272">
                  <c:v>41912</c:v>
                </c:pt>
                <c:pt idx="273">
                  <c:v>41913</c:v>
                </c:pt>
                <c:pt idx="274">
                  <c:v>41914</c:v>
                </c:pt>
                <c:pt idx="275">
                  <c:v>41915</c:v>
                </c:pt>
                <c:pt idx="276">
                  <c:v>41916</c:v>
                </c:pt>
                <c:pt idx="277">
                  <c:v>41917</c:v>
                </c:pt>
                <c:pt idx="278">
                  <c:v>41918</c:v>
                </c:pt>
                <c:pt idx="279">
                  <c:v>41919</c:v>
                </c:pt>
                <c:pt idx="280">
                  <c:v>41920</c:v>
                </c:pt>
                <c:pt idx="281">
                  <c:v>41921</c:v>
                </c:pt>
                <c:pt idx="282">
                  <c:v>41922</c:v>
                </c:pt>
                <c:pt idx="283">
                  <c:v>41923</c:v>
                </c:pt>
                <c:pt idx="284">
                  <c:v>41924</c:v>
                </c:pt>
                <c:pt idx="285">
                  <c:v>41925</c:v>
                </c:pt>
                <c:pt idx="286">
                  <c:v>41926</c:v>
                </c:pt>
                <c:pt idx="287">
                  <c:v>41927</c:v>
                </c:pt>
                <c:pt idx="288">
                  <c:v>41928</c:v>
                </c:pt>
                <c:pt idx="289">
                  <c:v>41929</c:v>
                </c:pt>
                <c:pt idx="290">
                  <c:v>41930</c:v>
                </c:pt>
                <c:pt idx="291">
                  <c:v>41931</c:v>
                </c:pt>
                <c:pt idx="292">
                  <c:v>41932</c:v>
                </c:pt>
                <c:pt idx="293">
                  <c:v>41933</c:v>
                </c:pt>
                <c:pt idx="294">
                  <c:v>41934</c:v>
                </c:pt>
                <c:pt idx="295">
                  <c:v>41935</c:v>
                </c:pt>
                <c:pt idx="296">
                  <c:v>41936</c:v>
                </c:pt>
                <c:pt idx="297">
                  <c:v>41937</c:v>
                </c:pt>
                <c:pt idx="298">
                  <c:v>41938</c:v>
                </c:pt>
                <c:pt idx="299">
                  <c:v>41939</c:v>
                </c:pt>
                <c:pt idx="300">
                  <c:v>41940</c:v>
                </c:pt>
                <c:pt idx="301">
                  <c:v>41941</c:v>
                </c:pt>
                <c:pt idx="302">
                  <c:v>41942</c:v>
                </c:pt>
                <c:pt idx="303">
                  <c:v>41943</c:v>
                </c:pt>
                <c:pt idx="304">
                  <c:v>41944</c:v>
                </c:pt>
                <c:pt idx="305">
                  <c:v>41945</c:v>
                </c:pt>
                <c:pt idx="306">
                  <c:v>41946</c:v>
                </c:pt>
                <c:pt idx="307">
                  <c:v>41947</c:v>
                </c:pt>
                <c:pt idx="308">
                  <c:v>41948</c:v>
                </c:pt>
                <c:pt idx="309">
                  <c:v>41949</c:v>
                </c:pt>
                <c:pt idx="310">
                  <c:v>41950</c:v>
                </c:pt>
                <c:pt idx="311">
                  <c:v>41951</c:v>
                </c:pt>
                <c:pt idx="312">
                  <c:v>41952</c:v>
                </c:pt>
                <c:pt idx="313">
                  <c:v>41953</c:v>
                </c:pt>
                <c:pt idx="314">
                  <c:v>41954</c:v>
                </c:pt>
                <c:pt idx="315">
                  <c:v>41955</c:v>
                </c:pt>
                <c:pt idx="316">
                  <c:v>41956</c:v>
                </c:pt>
                <c:pt idx="317">
                  <c:v>41957</c:v>
                </c:pt>
                <c:pt idx="318">
                  <c:v>41958</c:v>
                </c:pt>
                <c:pt idx="319">
                  <c:v>41959</c:v>
                </c:pt>
                <c:pt idx="320">
                  <c:v>41960</c:v>
                </c:pt>
                <c:pt idx="321">
                  <c:v>41961</c:v>
                </c:pt>
                <c:pt idx="322">
                  <c:v>41962</c:v>
                </c:pt>
                <c:pt idx="323">
                  <c:v>41963</c:v>
                </c:pt>
                <c:pt idx="324">
                  <c:v>41964</c:v>
                </c:pt>
                <c:pt idx="325">
                  <c:v>41965</c:v>
                </c:pt>
                <c:pt idx="326">
                  <c:v>41966</c:v>
                </c:pt>
                <c:pt idx="327">
                  <c:v>41967</c:v>
                </c:pt>
                <c:pt idx="328">
                  <c:v>41968</c:v>
                </c:pt>
                <c:pt idx="329">
                  <c:v>41969</c:v>
                </c:pt>
                <c:pt idx="330">
                  <c:v>41970</c:v>
                </c:pt>
                <c:pt idx="331">
                  <c:v>41971</c:v>
                </c:pt>
                <c:pt idx="332">
                  <c:v>41972</c:v>
                </c:pt>
                <c:pt idx="333">
                  <c:v>41973</c:v>
                </c:pt>
                <c:pt idx="334">
                  <c:v>41974</c:v>
                </c:pt>
                <c:pt idx="335">
                  <c:v>41975</c:v>
                </c:pt>
                <c:pt idx="336">
                  <c:v>41976</c:v>
                </c:pt>
                <c:pt idx="337">
                  <c:v>41977</c:v>
                </c:pt>
                <c:pt idx="338">
                  <c:v>41978</c:v>
                </c:pt>
                <c:pt idx="339">
                  <c:v>41979</c:v>
                </c:pt>
                <c:pt idx="340">
                  <c:v>41980</c:v>
                </c:pt>
                <c:pt idx="341">
                  <c:v>41981</c:v>
                </c:pt>
                <c:pt idx="342">
                  <c:v>41982</c:v>
                </c:pt>
                <c:pt idx="343">
                  <c:v>41983</c:v>
                </c:pt>
                <c:pt idx="344">
                  <c:v>41984</c:v>
                </c:pt>
                <c:pt idx="345">
                  <c:v>41985</c:v>
                </c:pt>
                <c:pt idx="346">
                  <c:v>41986</c:v>
                </c:pt>
                <c:pt idx="347">
                  <c:v>41987</c:v>
                </c:pt>
                <c:pt idx="348">
                  <c:v>41988</c:v>
                </c:pt>
                <c:pt idx="349">
                  <c:v>41989</c:v>
                </c:pt>
                <c:pt idx="350">
                  <c:v>41990</c:v>
                </c:pt>
                <c:pt idx="351">
                  <c:v>41991</c:v>
                </c:pt>
                <c:pt idx="352">
                  <c:v>41992</c:v>
                </c:pt>
                <c:pt idx="353">
                  <c:v>41993</c:v>
                </c:pt>
                <c:pt idx="354">
                  <c:v>41994</c:v>
                </c:pt>
                <c:pt idx="355">
                  <c:v>41995</c:v>
                </c:pt>
                <c:pt idx="356">
                  <c:v>41996</c:v>
                </c:pt>
                <c:pt idx="357">
                  <c:v>41997</c:v>
                </c:pt>
                <c:pt idx="358">
                  <c:v>41998</c:v>
                </c:pt>
                <c:pt idx="359">
                  <c:v>41999</c:v>
                </c:pt>
                <c:pt idx="360">
                  <c:v>42000</c:v>
                </c:pt>
                <c:pt idx="361">
                  <c:v>42001</c:v>
                </c:pt>
                <c:pt idx="362">
                  <c:v>42002</c:v>
                </c:pt>
                <c:pt idx="363">
                  <c:v>42003</c:v>
                </c:pt>
                <c:pt idx="364">
                  <c:v>42004</c:v>
                </c:pt>
                <c:pt idx="365">
                  <c:v>42005</c:v>
                </c:pt>
                <c:pt idx="366">
                  <c:v>42006</c:v>
                </c:pt>
                <c:pt idx="367">
                  <c:v>42007</c:v>
                </c:pt>
                <c:pt idx="368">
                  <c:v>42008</c:v>
                </c:pt>
                <c:pt idx="369">
                  <c:v>42009</c:v>
                </c:pt>
                <c:pt idx="370">
                  <c:v>42010</c:v>
                </c:pt>
                <c:pt idx="371">
                  <c:v>42011</c:v>
                </c:pt>
                <c:pt idx="372">
                  <c:v>42012</c:v>
                </c:pt>
                <c:pt idx="373">
                  <c:v>42013</c:v>
                </c:pt>
                <c:pt idx="374">
                  <c:v>42014</c:v>
                </c:pt>
                <c:pt idx="375">
                  <c:v>42015</c:v>
                </c:pt>
                <c:pt idx="376">
                  <c:v>42016</c:v>
                </c:pt>
                <c:pt idx="377">
                  <c:v>42017</c:v>
                </c:pt>
                <c:pt idx="378">
                  <c:v>42018</c:v>
                </c:pt>
                <c:pt idx="379">
                  <c:v>42019</c:v>
                </c:pt>
                <c:pt idx="380">
                  <c:v>42020</c:v>
                </c:pt>
                <c:pt idx="381">
                  <c:v>42021</c:v>
                </c:pt>
                <c:pt idx="382">
                  <c:v>42022</c:v>
                </c:pt>
                <c:pt idx="383">
                  <c:v>42023</c:v>
                </c:pt>
                <c:pt idx="384">
                  <c:v>42024</c:v>
                </c:pt>
                <c:pt idx="385">
                  <c:v>42025</c:v>
                </c:pt>
                <c:pt idx="386">
                  <c:v>42026</c:v>
                </c:pt>
                <c:pt idx="387">
                  <c:v>42027</c:v>
                </c:pt>
                <c:pt idx="388">
                  <c:v>42028</c:v>
                </c:pt>
                <c:pt idx="389">
                  <c:v>42029</c:v>
                </c:pt>
                <c:pt idx="390">
                  <c:v>42030</c:v>
                </c:pt>
                <c:pt idx="391">
                  <c:v>42031</c:v>
                </c:pt>
                <c:pt idx="392">
                  <c:v>42032</c:v>
                </c:pt>
                <c:pt idx="393">
                  <c:v>42033</c:v>
                </c:pt>
                <c:pt idx="394">
                  <c:v>42034</c:v>
                </c:pt>
                <c:pt idx="395">
                  <c:v>42035</c:v>
                </c:pt>
                <c:pt idx="396">
                  <c:v>42036</c:v>
                </c:pt>
                <c:pt idx="397">
                  <c:v>42037</c:v>
                </c:pt>
                <c:pt idx="398">
                  <c:v>42038</c:v>
                </c:pt>
                <c:pt idx="399">
                  <c:v>42039</c:v>
                </c:pt>
                <c:pt idx="400">
                  <c:v>42040</c:v>
                </c:pt>
                <c:pt idx="401">
                  <c:v>42041</c:v>
                </c:pt>
                <c:pt idx="402">
                  <c:v>42042</c:v>
                </c:pt>
                <c:pt idx="403">
                  <c:v>42043</c:v>
                </c:pt>
                <c:pt idx="404">
                  <c:v>42044</c:v>
                </c:pt>
                <c:pt idx="405">
                  <c:v>42045</c:v>
                </c:pt>
                <c:pt idx="406">
                  <c:v>42046</c:v>
                </c:pt>
                <c:pt idx="407">
                  <c:v>42047</c:v>
                </c:pt>
                <c:pt idx="408">
                  <c:v>42048</c:v>
                </c:pt>
                <c:pt idx="409">
                  <c:v>42049</c:v>
                </c:pt>
                <c:pt idx="410">
                  <c:v>42050</c:v>
                </c:pt>
                <c:pt idx="411">
                  <c:v>42051</c:v>
                </c:pt>
                <c:pt idx="412">
                  <c:v>42052</c:v>
                </c:pt>
                <c:pt idx="413">
                  <c:v>42053</c:v>
                </c:pt>
                <c:pt idx="414">
                  <c:v>42054</c:v>
                </c:pt>
                <c:pt idx="415">
                  <c:v>42055</c:v>
                </c:pt>
                <c:pt idx="416">
                  <c:v>42056</c:v>
                </c:pt>
                <c:pt idx="417">
                  <c:v>42057</c:v>
                </c:pt>
                <c:pt idx="418">
                  <c:v>42058</c:v>
                </c:pt>
                <c:pt idx="419">
                  <c:v>42059</c:v>
                </c:pt>
                <c:pt idx="420">
                  <c:v>42060</c:v>
                </c:pt>
                <c:pt idx="421">
                  <c:v>42061</c:v>
                </c:pt>
                <c:pt idx="422">
                  <c:v>42062</c:v>
                </c:pt>
                <c:pt idx="423">
                  <c:v>42063</c:v>
                </c:pt>
                <c:pt idx="424">
                  <c:v>42064</c:v>
                </c:pt>
                <c:pt idx="425">
                  <c:v>42065</c:v>
                </c:pt>
                <c:pt idx="426">
                  <c:v>42066</c:v>
                </c:pt>
                <c:pt idx="427">
                  <c:v>42067</c:v>
                </c:pt>
                <c:pt idx="428">
                  <c:v>42068</c:v>
                </c:pt>
                <c:pt idx="429">
                  <c:v>42069</c:v>
                </c:pt>
                <c:pt idx="430">
                  <c:v>42070</c:v>
                </c:pt>
                <c:pt idx="431">
                  <c:v>42071</c:v>
                </c:pt>
                <c:pt idx="432">
                  <c:v>42072</c:v>
                </c:pt>
                <c:pt idx="433">
                  <c:v>42073</c:v>
                </c:pt>
                <c:pt idx="434">
                  <c:v>42074</c:v>
                </c:pt>
                <c:pt idx="435">
                  <c:v>42075</c:v>
                </c:pt>
                <c:pt idx="436">
                  <c:v>42076</c:v>
                </c:pt>
                <c:pt idx="437">
                  <c:v>42077</c:v>
                </c:pt>
                <c:pt idx="438">
                  <c:v>42078</c:v>
                </c:pt>
                <c:pt idx="439">
                  <c:v>42079</c:v>
                </c:pt>
                <c:pt idx="440">
                  <c:v>42080</c:v>
                </c:pt>
                <c:pt idx="441">
                  <c:v>42081</c:v>
                </c:pt>
                <c:pt idx="442">
                  <c:v>42082</c:v>
                </c:pt>
                <c:pt idx="443">
                  <c:v>42083</c:v>
                </c:pt>
                <c:pt idx="444">
                  <c:v>42084</c:v>
                </c:pt>
                <c:pt idx="445">
                  <c:v>42085</c:v>
                </c:pt>
                <c:pt idx="446">
                  <c:v>42086</c:v>
                </c:pt>
                <c:pt idx="447">
                  <c:v>42087</c:v>
                </c:pt>
                <c:pt idx="448">
                  <c:v>42088</c:v>
                </c:pt>
                <c:pt idx="449">
                  <c:v>42089</c:v>
                </c:pt>
                <c:pt idx="450">
                  <c:v>42090</c:v>
                </c:pt>
                <c:pt idx="451">
                  <c:v>42091</c:v>
                </c:pt>
                <c:pt idx="452">
                  <c:v>42092</c:v>
                </c:pt>
                <c:pt idx="453">
                  <c:v>42093</c:v>
                </c:pt>
                <c:pt idx="454">
                  <c:v>42094</c:v>
                </c:pt>
                <c:pt idx="455">
                  <c:v>42095</c:v>
                </c:pt>
                <c:pt idx="456">
                  <c:v>42096</c:v>
                </c:pt>
                <c:pt idx="457">
                  <c:v>42097</c:v>
                </c:pt>
                <c:pt idx="458">
                  <c:v>42098</c:v>
                </c:pt>
                <c:pt idx="459">
                  <c:v>42099</c:v>
                </c:pt>
                <c:pt idx="460">
                  <c:v>42100</c:v>
                </c:pt>
                <c:pt idx="461">
                  <c:v>42101</c:v>
                </c:pt>
                <c:pt idx="462">
                  <c:v>42102</c:v>
                </c:pt>
                <c:pt idx="463">
                  <c:v>42103</c:v>
                </c:pt>
                <c:pt idx="464">
                  <c:v>42104</c:v>
                </c:pt>
                <c:pt idx="465">
                  <c:v>42105</c:v>
                </c:pt>
                <c:pt idx="466">
                  <c:v>42106</c:v>
                </c:pt>
                <c:pt idx="467">
                  <c:v>42107</c:v>
                </c:pt>
                <c:pt idx="468">
                  <c:v>42108</c:v>
                </c:pt>
                <c:pt idx="469">
                  <c:v>42109</c:v>
                </c:pt>
                <c:pt idx="470">
                  <c:v>42110</c:v>
                </c:pt>
                <c:pt idx="471">
                  <c:v>42111</c:v>
                </c:pt>
                <c:pt idx="472">
                  <c:v>42112</c:v>
                </c:pt>
                <c:pt idx="473">
                  <c:v>42113</c:v>
                </c:pt>
                <c:pt idx="474">
                  <c:v>42114</c:v>
                </c:pt>
                <c:pt idx="475">
                  <c:v>42115</c:v>
                </c:pt>
                <c:pt idx="476">
                  <c:v>42116</c:v>
                </c:pt>
                <c:pt idx="477">
                  <c:v>42117</c:v>
                </c:pt>
                <c:pt idx="478">
                  <c:v>42118</c:v>
                </c:pt>
                <c:pt idx="479">
                  <c:v>42119</c:v>
                </c:pt>
                <c:pt idx="480">
                  <c:v>42120</c:v>
                </c:pt>
                <c:pt idx="481">
                  <c:v>42121</c:v>
                </c:pt>
                <c:pt idx="482">
                  <c:v>42122</c:v>
                </c:pt>
                <c:pt idx="483">
                  <c:v>42123</c:v>
                </c:pt>
                <c:pt idx="484">
                  <c:v>42124</c:v>
                </c:pt>
                <c:pt idx="485">
                  <c:v>42125</c:v>
                </c:pt>
                <c:pt idx="486">
                  <c:v>42126</c:v>
                </c:pt>
                <c:pt idx="487">
                  <c:v>42127</c:v>
                </c:pt>
                <c:pt idx="488">
                  <c:v>42128</c:v>
                </c:pt>
                <c:pt idx="489">
                  <c:v>42129</c:v>
                </c:pt>
                <c:pt idx="490">
                  <c:v>42130</c:v>
                </c:pt>
                <c:pt idx="491">
                  <c:v>42131</c:v>
                </c:pt>
                <c:pt idx="492">
                  <c:v>42132</c:v>
                </c:pt>
                <c:pt idx="493">
                  <c:v>42133</c:v>
                </c:pt>
                <c:pt idx="494">
                  <c:v>42134</c:v>
                </c:pt>
                <c:pt idx="495">
                  <c:v>42135</c:v>
                </c:pt>
                <c:pt idx="496">
                  <c:v>42136</c:v>
                </c:pt>
                <c:pt idx="497">
                  <c:v>42137</c:v>
                </c:pt>
                <c:pt idx="498">
                  <c:v>42138</c:v>
                </c:pt>
                <c:pt idx="499">
                  <c:v>42139</c:v>
                </c:pt>
                <c:pt idx="500">
                  <c:v>42140</c:v>
                </c:pt>
                <c:pt idx="501">
                  <c:v>42141</c:v>
                </c:pt>
                <c:pt idx="502">
                  <c:v>42142</c:v>
                </c:pt>
                <c:pt idx="503">
                  <c:v>42143</c:v>
                </c:pt>
                <c:pt idx="504">
                  <c:v>42144</c:v>
                </c:pt>
                <c:pt idx="505">
                  <c:v>42145</c:v>
                </c:pt>
                <c:pt idx="506">
                  <c:v>42146</c:v>
                </c:pt>
                <c:pt idx="507">
                  <c:v>42147</c:v>
                </c:pt>
                <c:pt idx="508">
                  <c:v>42148</c:v>
                </c:pt>
                <c:pt idx="509">
                  <c:v>42149</c:v>
                </c:pt>
                <c:pt idx="510">
                  <c:v>42150</c:v>
                </c:pt>
                <c:pt idx="511">
                  <c:v>42151</c:v>
                </c:pt>
                <c:pt idx="512">
                  <c:v>42152</c:v>
                </c:pt>
                <c:pt idx="513">
                  <c:v>42153</c:v>
                </c:pt>
                <c:pt idx="514">
                  <c:v>42154</c:v>
                </c:pt>
                <c:pt idx="515">
                  <c:v>42155</c:v>
                </c:pt>
                <c:pt idx="516">
                  <c:v>42156</c:v>
                </c:pt>
                <c:pt idx="517">
                  <c:v>42157</c:v>
                </c:pt>
                <c:pt idx="518">
                  <c:v>42158</c:v>
                </c:pt>
                <c:pt idx="519">
                  <c:v>42159</c:v>
                </c:pt>
                <c:pt idx="520">
                  <c:v>42160</c:v>
                </c:pt>
                <c:pt idx="521">
                  <c:v>42161</c:v>
                </c:pt>
                <c:pt idx="522">
                  <c:v>42162</c:v>
                </c:pt>
                <c:pt idx="523">
                  <c:v>42163</c:v>
                </c:pt>
                <c:pt idx="524">
                  <c:v>42164</c:v>
                </c:pt>
                <c:pt idx="525">
                  <c:v>42165</c:v>
                </c:pt>
                <c:pt idx="526">
                  <c:v>42166</c:v>
                </c:pt>
                <c:pt idx="527">
                  <c:v>42167</c:v>
                </c:pt>
                <c:pt idx="528">
                  <c:v>42168</c:v>
                </c:pt>
                <c:pt idx="529">
                  <c:v>42169</c:v>
                </c:pt>
                <c:pt idx="530">
                  <c:v>42170</c:v>
                </c:pt>
                <c:pt idx="531">
                  <c:v>42171</c:v>
                </c:pt>
                <c:pt idx="532">
                  <c:v>42172</c:v>
                </c:pt>
                <c:pt idx="533">
                  <c:v>42173</c:v>
                </c:pt>
                <c:pt idx="534">
                  <c:v>42174</c:v>
                </c:pt>
                <c:pt idx="535">
                  <c:v>42175</c:v>
                </c:pt>
                <c:pt idx="536">
                  <c:v>42176</c:v>
                </c:pt>
                <c:pt idx="537">
                  <c:v>42177</c:v>
                </c:pt>
                <c:pt idx="538">
                  <c:v>42178</c:v>
                </c:pt>
                <c:pt idx="539">
                  <c:v>42179</c:v>
                </c:pt>
                <c:pt idx="540">
                  <c:v>42180</c:v>
                </c:pt>
                <c:pt idx="541">
                  <c:v>42181</c:v>
                </c:pt>
                <c:pt idx="542">
                  <c:v>42182</c:v>
                </c:pt>
                <c:pt idx="543">
                  <c:v>42183</c:v>
                </c:pt>
                <c:pt idx="544">
                  <c:v>42184</c:v>
                </c:pt>
                <c:pt idx="545">
                  <c:v>42185</c:v>
                </c:pt>
                <c:pt idx="546">
                  <c:v>42186</c:v>
                </c:pt>
                <c:pt idx="547">
                  <c:v>42187</c:v>
                </c:pt>
                <c:pt idx="548">
                  <c:v>42188</c:v>
                </c:pt>
                <c:pt idx="549">
                  <c:v>42189</c:v>
                </c:pt>
                <c:pt idx="550">
                  <c:v>42190</c:v>
                </c:pt>
                <c:pt idx="551">
                  <c:v>42191</c:v>
                </c:pt>
                <c:pt idx="552">
                  <c:v>42192</c:v>
                </c:pt>
                <c:pt idx="553">
                  <c:v>42193</c:v>
                </c:pt>
                <c:pt idx="554">
                  <c:v>42194</c:v>
                </c:pt>
                <c:pt idx="555">
                  <c:v>42195</c:v>
                </c:pt>
                <c:pt idx="556">
                  <c:v>42196</c:v>
                </c:pt>
                <c:pt idx="557">
                  <c:v>42197</c:v>
                </c:pt>
                <c:pt idx="558">
                  <c:v>42198</c:v>
                </c:pt>
                <c:pt idx="559">
                  <c:v>42199</c:v>
                </c:pt>
                <c:pt idx="560">
                  <c:v>42200</c:v>
                </c:pt>
                <c:pt idx="561">
                  <c:v>42201</c:v>
                </c:pt>
                <c:pt idx="562">
                  <c:v>42202</c:v>
                </c:pt>
                <c:pt idx="563">
                  <c:v>42203</c:v>
                </c:pt>
                <c:pt idx="564">
                  <c:v>42204</c:v>
                </c:pt>
                <c:pt idx="565">
                  <c:v>42205</c:v>
                </c:pt>
                <c:pt idx="566">
                  <c:v>42206</c:v>
                </c:pt>
                <c:pt idx="567">
                  <c:v>42207</c:v>
                </c:pt>
                <c:pt idx="568">
                  <c:v>42208</c:v>
                </c:pt>
                <c:pt idx="569">
                  <c:v>42209</c:v>
                </c:pt>
                <c:pt idx="570">
                  <c:v>42210</c:v>
                </c:pt>
                <c:pt idx="571">
                  <c:v>42211</c:v>
                </c:pt>
                <c:pt idx="572">
                  <c:v>42212</c:v>
                </c:pt>
                <c:pt idx="573">
                  <c:v>42213</c:v>
                </c:pt>
                <c:pt idx="574">
                  <c:v>42214</c:v>
                </c:pt>
                <c:pt idx="575">
                  <c:v>42215</c:v>
                </c:pt>
                <c:pt idx="576">
                  <c:v>42216</c:v>
                </c:pt>
                <c:pt idx="577">
                  <c:v>42217</c:v>
                </c:pt>
                <c:pt idx="578">
                  <c:v>42218</c:v>
                </c:pt>
                <c:pt idx="579">
                  <c:v>42219</c:v>
                </c:pt>
                <c:pt idx="580">
                  <c:v>42220</c:v>
                </c:pt>
                <c:pt idx="581">
                  <c:v>42221</c:v>
                </c:pt>
                <c:pt idx="582">
                  <c:v>42222</c:v>
                </c:pt>
                <c:pt idx="583">
                  <c:v>42223</c:v>
                </c:pt>
                <c:pt idx="584">
                  <c:v>42224</c:v>
                </c:pt>
                <c:pt idx="585">
                  <c:v>42225</c:v>
                </c:pt>
                <c:pt idx="586">
                  <c:v>42226</c:v>
                </c:pt>
                <c:pt idx="587">
                  <c:v>42227</c:v>
                </c:pt>
                <c:pt idx="588">
                  <c:v>42228</c:v>
                </c:pt>
                <c:pt idx="589">
                  <c:v>42229</c:v>
                </c:pt>
                <c:pt idx="590">
                  <c:v>42230</c:v>
                </c:pt>
                <c:pt idx="591">
                  <c:v>42231</c:v>
                </c:pt>
                <c:pt idx="592">
                  <c:v>42232</c:v>
                </c:pt>
                <c:pt idx="593">
                  <c:v>42233</c:v>
                </c:pt>
                <c:pt idx="594">
                  <c:v>42234</c:v>
                </c:pt>
                <c:pt idx="595">
                  <c:v>42235</c:v>
                </c:pt>
                <c:pt idx="596">
                  <c:v>42236</c:v>
                </c:pt>
                <c:pt idx="597">
                  <c:v>42237</c:v>
                </c:pt>
                <c:pt idx="598">
                  <c:v>42238</c:v>
                </c:pt>
                <c:pt idx="599">
                  <c:v>42239</c:v>
                </c:pt>
                <c:pt idx="600">
                  <c:v>42240</c:v>
                </c:pt>
                <c:pt idx="601">
                  <c:v>42241</c:v>
                </c:pt>
                <c:pt idx="602">
                  <c:v>42242</c:v>
                </c:pt>
                <c:pt idx="603">
                  <c:v>42243</c:v>
                </c:pt>
                <c:pt idx="604">
                  <c:v>42244</c:v>
                </c:pt>
                <c:pt idx="605">
                  <c:v>42245</c:v>
                </c:pt>
                <c:pt idx="606">
                  <c:v>42246</c:v>
                </c:pt>
                <c:pt idx="607">
                  <c:v>42247</c:v>
                </c:pt>
                <c:pt idx="608">
                  <c:v>42248</c:v>
                </c:pt>
                <c:pt idx="609">
                  <c:v>42249</c:v>
                </c:pt>
                <c:pt idx="610">
                  <c:v>42250</c:v>
                </c:pt>
                <c:pt idx="611">
                  <c:v>42251</c:v>
                </c:pt>
                <c:pt idx="612">
                  <c:v>42252</c:v>
                </c:pt>
                <c:pt idx="613">
                  <c:v>42253</c:v>
                </c:pt>
                <c:pt idx="614">
                  <c:v>42254</c:v>
                </c:pt>
                <c:pt idx="615">
                  <c:v>42255</c:v>
                </c:pt>
                <c:pt idx="616">
                  <c:v>42256</c:v>
                </c:pt>
                <c:pt idx="617">
                  <c:v>42257</c:v>
                </c:pt>
                <c:pt idx="618">
                  <c:v>42258</c:v>
                </c:pt>
                <c:pt idx="619">
                  <c:v>42259</c:v>
                </c:pt>
                <c:pt idx="620">
                  <c:v>42260</c:v>
                </c:pt>
                <c:pt idx="621">
                  <c:v>42261</c:v>
                </c:pt>
                <c:pt idx="622">
                  <c:v>42262</c:v>
                </c:pt>
                <c:pt idx="623">
                  <c:v>42263</c:v>
                </c:pt>
                <c:pt idx="624">
                  <c:v>42264</c:v>
                </c:pt>
                <c:pt idx="625">
                  <c:v>42265</c:v>
                </c:pt>
                <c:pt idx="626">
                  <c:v>42266</c:v>
                </c:pt>
                <c:pt idx="627">
                  <c:v>42267</c:v>
                </c:pt>
                <c:pt idx="628">
                  <c:v>42268</c:v>
                </c:pt>
                <c:pt idx="629">
                  <c:v>42269</c:v>
                </c:pt>
                <c:pt idx="630">
                  <c:v>42270</c:v>
                </c:pt>
                <c:pt idx="631">
                  <c:v>42271</c:v>
                </c:pt>
                <c:pt idx="632">
                  <c:v>42272</c:v>
                </c:pt>
                <c:pt idx="633">
                  <c:v>42273</c:v>
                </c:pt>
                <c:pt idx="634">
                  <c:v>42274</c:v>
                </c:pt>
                <c:pt idx="635">
                  <c:v>42275</c:v>
                </c:pt>
                <c:pt idx="636">
                  <c:v>42276</c:v>
                </c:pt>
                <c:pt idx="637">
                  <c:v>42277</c:v>
                </c:pt>
                <c:pt idx="638">
                  <c:v>42278</c:v>
                </c:pt>
                <c:pt idx="639">
                  <c:v>42279</c:v>
                </c:pt>
                <c:pt idx="640">
                  <c:v>42280</c:v>
                </c:pt>
                <c:pt idx="641">
                  <c:v>42281</c:v>
                </c:pt>
                <c:pt idx="642">
                  <c:v>42282</c:v>
                </c:pt>
                <c:pt idx="643">
                  <c:v>42283</c:v>
                </c:pt>
                <c:pt idx="644">
                  <c:v>42284</c:v>
                </c:pt>
                <c:pt idx="645">
                  <c:v>42285</c:v>
                </c:pt>
                <c:pt idx="646">
                  <c:v>42286</c:v>
                </c:pt>
                <c:pt idx="647">
                  <c:v>42287</c:v>
                </c:pt>
                <c:pt idx="648">
                  <c:v>42288</c:v>
                </c:pt>
                <c:pt idx="649">
                  <c:v>42289</c:v>
                </c:pt>
                <c:pt idx="650">
                  <c:v>42290</c:v>
                </c:pt>
                <c:pt idx="651">
                  <c:v>42291</c:v>
                </c:pt>
                <c:pt idx="652">
                  <c:v>42292</c:v>
                </c:pt>
                <c:pt idx="653">
                  <c:v>42293</c:v>
                </c:pt>
                <c:pt idx="654">
                  <c:v>42294</c:v>
                </c:pt>
                <c:pt idx="655">
                  <c:v>42295</c:v>
                </c:pt>
                <c:pt idx="656">
                  <c:v>42296</c:v>
                </c:pt>
                <c:pt idx="657">
                  <c:v>42297</c:v>
                </c:pt>
                <c:pt idx="658">
                  <c:v>42298</c:v>
                </c:pt>
                <c:pt idx="659">
                  <c:v>42299</c:v>
                </c:pt>
                <c:pt idx="660">
                  <c:v>42300</c:v>
                </c:pt>
                <c:pt idx="661">
                  <c:v>42301</c:v>
                </c:pt>
                <c:pt idx="662">
                  <c:v>42302</c:v>
                </c:pt>
                <c:pt idx="663">
                  <c:v>42303</c:v>
                </c:pt>
                <c:pt idx="664">
                  <c:v>42304</c:v>
                </c:pt>
                <c:pt idx="665">
                  <c:v>42305</c:v>
                </c:pt>
                <c:pt idx="666">
                  <c:v>42306</c:v>
                </c:pt>
                <c:pt idx="667">
                  <c:v>42307</c:v>
                </c:pt>
                <c:pt idx="668">
                  <c:v>42308</c:v>
                </c:pt>
                <c:pt idx="669">
                  <c:v>42309</c:v>
                </c:pt>
                <c:pt idx="670">
                  <c:v>42310</c:v>
                </c:pt>
                <c:pt idx="671">
                  <c:v>42311</c:v>
                </c:pt>
                <c:pt idx="672">
                  <c:v>42312</c:v>
                </c:pt>
                <c:pt idx="673">
                  <c:v>42313</c:v>
                </c:pt>
                <c:pt idx="674">
                  <c:v>42314</c:v>
                </c:pt>
                <c:pt idx="675">
                  <c:v>42315</c:v>
                </c:pt>
                <c:pt idx="676">
                  <c:v>42316</c:v>
                </c:pt>
                <c:pt idx="677">
                  <c:v>42317</c:v>
                </c:pt>
                <c:pt idx="678">
                  <c:v>42318</c:v>
                </c:pt>
                <c:pt idx="679">
                  <c:v>42319</c:v>
                </c:pt>
                <c:pt idx="680">
                  <c:v>42320</c:v>
                </c:pt>
                <c:pt idx="681">
                  <c:v>42321</c:v>
                </c:pt>
                <c:pt idx="682">
                  <c:v>42322</c:v>
                </c:pt>
                <c:pt idx="683">
                  <c:v>42323</c:v>
                </c:pt>
                <c:pt idx="684">
                  <c:v>42324</c:v>
                </c:pt>
                <c:pt idx="685">
                  <c:v>42325</c:v>
                </c:pt>
                <c:pt idx="686">
                  <c:v>42326</c:v>
                </c:pt>
                <c:pt idx="687">
                  <c:v>42327</c:v>
                </c:pt>
                <c:pt idx="688">
                  <c:v>42328</c:v>
                </c:pt>
                <c:pt idx="689">
                  <c:v>42329</c:v>
                </c:pt>
                <c:pt idx="690">
                  <c:v>42330</c:v>
                </c:pt>
                <c:pt idx="691">
                  <c:v>42331</c:v>
                </c:pt>
                <c:pt idx="692">
                  <c:v>42332</c:v>
                </c:pt>
                <c:pt idx="693">
                  <c:v>42333</c:v>
                </c:pt>
                <c:pt idx="694">
                  <c:v>42334</c:v>
                </c:pt>
                <c:pt idx="695">
                  <c:v>42335</c:v>
                </c:pt>
                <c:pt idx="696">
                  <c:v>42336</c:v>
                </c:pt>
                <c:pt idx="697">
                  <c:v>42337</c:v>
                </c:pt>
                <c:pt idx="698">
                  <c:v>42338</c:v>
                </c:pt>
                <c:pt idx="699">
                  <c:v>42339</c:v>
                </c:pt>
                <c:pt idx="700">
                  <c:v>42340</c:v>
                </c:pt>
                <c:pt idx="701">
                  <c:v>42341</c:v>
                </c:pt>
                <c:pt idx="702">
                  <c:v>42342</c:v>
                </c:pt>
                <c:pt idx="703">
                  <c:v>42343</c:v>
                </c:pt>
                <c:pt idx="704">
                  <c:v>42344</c:v>
                </c:pt>
                <c:pt idx="705">
                  <c:v>42345</c:v>
                </c:pt>
                <c:pt idx="706">
                  <c:v>42346</c:v>
                </c:pt>
                <c:pt idx="707">
                  <c:v>42347</c:v>
                </c:pt>
                <c:pt idx="708">
                  <c:v>42348</c:v>
                </c:pt>
                <c:pt idx="709">
                  <c:v>42349</c:v>
                </c:pt>
                <c:pt idx="710">
                  <c:v>42350</c:v>
                </c:pt>
                <c:pt idx="711">
                  <c:v>42351</c:v>
                </c:pt>
                <c:pt idx="712">
                  <c:v>42352</c:v>
                </c:pt>
                <c:pt idx="713">
                  <c:v>42353</c:v>
                </c:pt>
                <c:pt idx="714">
                  <c:v>42354</c:v>
                </c:pt>
                <c:pt idx="715">
                  <c:v>42355</c:v>
                </c:pt>
                <c:pt idx="716">
                  <c:v>42356</c:v>
                </c:pt>
                <c:pt idx="717">
                  <c:v>42357</c:v>
                </c:pt>
                <c:pt idx="718">
                  <c:v>42358</c:v>
                </c:pt>
                <c:pt idx="719">
                  <c:v>42359</c:v>
                </c:pt>
                <c:pt idx="720">
                  <c:v>42360</c:v>
                </c:pt>
                <c:pt idx="721">
                  <c:v>42361</c:v>
                </c:pt>
                <c:pt idx="722">
                  <c:v>42362</c:v>
                </c:pt>
                <c:pt idx="723">
                  <c:v>42363</c:v>
                </c:pt>
                <c:pt idx="724">
                  <c:v>42364</c:v>
                </c:pt>
                <c:pt idx="725">
                  <c:v>42365</c:v>
                </c:pt>
                <c:pt idx="726">
                  <c:v>42366</c:v>
                </c:pt>
                <c:pt idx="727">
                  <c:v>42367</c:v>
                </c:pt>
                <c:pt idx="728">
                  <c:v>42368</c:v>
                </c:pt>
                <c:pt idx="729">
                  <c:v>42369</c:v>
                </c:pt>
              </c:numCache>
            </c:numRef>
          </c:xVal>
          <c:yVal>
            <c:numRef>
              <c:f>Boretto_CC!$G$2:$G$1006</c:f>
              <c:numCache>
                <c:formatCode>General</c:formatCode>
                <c:ptCount val="1005"/>
                <c:pt idx="0">
                  <c:v>2419.5300000000002</c:v>
                </c:pt>
                <c:pt idx="1">
                  <c:v>2107.63</c:v>
                </c:pt>
                <c:pt idx="2">
                  <c:v>1919.1719999999998</c:v>
                </c:pt>
                <c:pt idx="3">
                  <c:v>1814.6929999999998</c:v>
                </c:pt>
                <c:pt idx="4">
                  <c:v>2534.4470000000001</c:v>
                </c:pt>
                <c:pt idx="5">
                  <c:v>3332.596</c:v>
                </c:pt>
                <c:pt idx="6">
                  <c:v>2957.2439999999997</c:v>
                </c:pt>
                <c:pt idx="7">
                  <c:v>2225.8249999999998</c:v>
                </c:pt>
                <c:pt idx="8">
                  <c:v>1812.9549999999999</c:v>
                </c:pt>
                <c:pt idx="9">
                  <c:v>1634.432</c:v>
                </c:pt>
                <c:pt idx="10">
                  <c:v>1536.7180000000001</c:v>
                </c:pt>
                <c:pt idx="11">
                  <c:v>1468.4570000000001</c:v>
                </c:pt>
                <c:pt idx="12">
                  <c:v>1410.7060000000001</c:v>
                </c:pt>
                <c:pt idx="13">
                  <c:v>1424.579</c:v>
                </c:pt>
                <c:pt idx="14">
                  <c:v>1885.6789999999999</c:v>
                </c:pt>
                <c:pt idx="15">
                  <c:v>1929.7729999999999</c:v>
                </c:pt>
                <c:pt idx="16">
                  <c:v>1794.028</c:v>
                </c:pt>
                <c:pt idx="17">
                  <c:v>2866.7719999999999</c:v>
                </c:pt>
                <c:pt idx="18">
                  <c:v>3772.5630000000001</c:v>
                </c:pt>
                <c:pt idx="19">
                  <c:v>4493.8100000000004</c:v>
                </c:pt>
                <c:pt idx="20">
                  <c:v>4482.1280000000024</c:v>
                </c:pt>
                <c:pt idx="21">
                  <c:v>3497.7489999999966</c:v>
                </c:pt>
                <c:pt idx="22">
                  <c:v>2651.5929999999998</c:v>
                </c:pt>
                <c:pt idx="23">
                  <c:v>2258.7619999999997</c:v>
                </c:pt>
                <c:pt idx="24">
                  <c:v>2056.6990000000001</c:v>
                </c:pt>
                <c:pt idx="25">
                  <c:v>1862.4250000000011</c:v>
                </c:pt>
                <c:pt idx="26">
                  <c:v>1697.1869999999999</c:v>
                </c:pt>
                <c:pt idx="27">
                  <c:v>1586.3739999999998</c:v>
                </c:pt>
                <c:pt idx="28">
                  <c:v>1526.6939999999986</c:v>
                </c:pt>
                <c:pt idx="29">
                  <c:v>1487.24</c:v>
                </c:pt>
                <c:pt idx="30">
                  <c:v>1913.3119999999999</c:v>
                </c:pt>
                <c:pt idx="31">
                  <c:v>2232.5</c:v>
                </c:pt>
                <c:pt idx="32">
                  <c:v>2301.19</c:v>
                </c:pt>
                <c:pt idx="33">
                  <c:v>2462.9490000000001</c:v>
                </c:pt>
                <c:pt idx="34">
                  <c:v>2717.761</c:v>
                </c:pt>
                <c:pt idx="35">
                  <c:v>2959.0309999999999</c:v>
                </c:pt>
                <c:pt idx="36">
                  <c:v>3253.8220000000001</c:v>
                </c:pt>
                <c:pt idx="37">
                  <c:v>3557.0509999999999</c:v>
                </c:pt>
                <c:pt idx="38">
                  <c:v>3784.2139999999999</c:v>
                </c:pt>
                <c:pt idx="39">
                  <c:v>4094.2159999999999</c:v>
                </c:pt>
                <c:pt idx="40">
                  <c:v>4166.2910000000002</c:v>
                </c:pt>
                <c:pt idx="41">
                  <c:v>3701.7479999999987</c:v>
                </c:pt>
                <c:pt idx="42">
                  <c:v>3332.029</c:v>
                </c:pt>
                <c:pt idx="43">
                  <c:v>2912.4530000000022</c:v>
                </c:pt>
                <c:pt idx="44">
                  <c:v>2487.761</c:v>
                </c:pt>
                <c:pt idx="45">
                  <c:v>2304.9679999999998</c:v>
                </c:pt>
                <c:pt idx="46">
                  <c:v>2148.7379999999998</c:v>
                </c:pt>
                <c:pt idx="47">
                  <c:v>2060.1909999999998</c:v>
                </c:pt>
                <c:pt idx="48">
                  <c:v>2184.3330000000028</c:v>
                </c:pt>
                <c:pt idx="49">
                  <c:v>2120.605</c:v>
                </c:pt>
                <c:pt idx="50">
                  <c:v>2208.1329999999998</c:v>
                </c:pt>
                <c:pt idx="51">
                  <c:v>2276.9520000000002</c:v>
                </c:pt>
                <c:pt idx="52">
                  <c:v>2259.0610000000001</c:v>
                </c:pt>
                <c:pt idx="53">
                  <c:v>2133.223</c:v>
                </c:pt>
                <c:pt idx="54">
                  <c:v>1930.4639999999999</c:v>
                </c:pt>
                <c:pt idx="55">
                  <c:v>1809.5909999999999</c:v>
                </c:pt>
                <c:pt idx="56">
                  <c:v>1720.239</c:v>
                </c:pt>
                <c:pt idx="57">
                  <c:v>1707.7449999999999</c:v>
                </c:pt>
                <c:pt idx="58">
                  <c:v>1974.8789999999999</c:v>
                </c:pt>
                <c:pt idx="59">
                  <c:v>2043.3439999999998</c:v>
                </c:pt>
                <c:pt idx="60">
                  <c:v>3021.7350000000001</c:v>
                </c:pt>
                <c:pt idx="61">
                  <c:v>3964.0889999999972</c:v>
                </c:pt>
                <c:pt idx="62">
                  <c:v>3637.9740000000002</c:v>
                </c:pt>
                <c:pt idx="63">
                  <c:v>3649.904</c:v>
                </c:pt>
                <c:pt idx="64">
                  <c:v>3761.3540000000012</c:v>
                </c:pt>
                <c:pt idx="65">
                  <c:v>3011.65</c:v>
                </c:pt>
                <c:pt idx="66">
                  <c:v>2528.672</c:v>
                </c:pt>
                <c:pt idx="67">
                  <c:v>2254.8540000000012</c:v>
                </c:pt>
                <c:pt idx="68">
                  <c:v>2081.15</c:v>
                </c:pt>
                <c:pt idx="69">
                  <c:v>1973.6689999999999</c:v>
                </c:pt>
                <c:pt idx="70">
                  <c:v>1898.8869999999999</c:v>
                </c:pt>
                <c:pt idx="71">
                  <c:v>1830.4860000000001</c:v>
                </c:pt>
                <c:pt idx="72">
                  <c:v>1767.3050000000001</c:v>
                </c:pt>
                <c:pt idx="73">
                  <c:v>1728.4849999999999</c:v>
                </c:pt>
                <c:pt idx="74">
                  <c:v>1728.26</c:v>
                </c:pt>
                <c:pt idx="75">
                  <c:v>1761.4170000000001</c:v>
                </c:pt>
                <c:pt idx="76">
                  <c:v>1771.7570000000001</c:v>
                </c:pt>
                <c:pt idx="77">
                  <c:v>1790.56</c:v>
                </c:pt>
                <c:pt idx="78">
                  <c:v>1820.376</c:v>
                </c:pt>
                <c:pt idx="79">
                  <c:v>1847.527</c:v>
                </c:pt>
                <c:pt idx="80">
                  <c:v>1839.5360000000001</c:v>
                </c:pt>
                <c:pt idx="81">
                  <c:v>1875.1979999999999</c:v>
                </c:pt>
                <c:pt idx="82">
                  <c:v>2418.5630000000001</c:v>
                </c:pt>
                <c:pt idx="83">
                  <c:v>2545.7130000000002</c:v>
                </c:pt>
                <c:pt idx="84">
                  <c:v>2280.69</c:v>
                </c:pt>
                <c:pt idx="85">
                  <c:v>2107.8449999999998</c:v>
                </c:pt>
                <c:pt idx="86">
                  <c:v>2037.7</c:v>
                </c:pt>
                <c:pt idx="87">
                  <c:v>1914.0409999999999</c:v>
                </c:pt>
                <c:pt idx="88">
                  <c:v>1734.9060000000011</c:v>
                </c:pt>
                <c:pt idx="89">
                  <c:v>1618.7270000000001</c:v>
                </c:pt>
                <c:pt idx="90">
                  <c:v>1545.768</c:v>
                </c:pt>
                <c:pt idx="91">
                  <c:v>1495.4970000000001</c:v>
                </c:pt>
                <c:pt idx="92">
                  <c:v>1482.981</c:v>
                </c:pt>
                <c:pt idx="93">
                  <c:v>1488.769</c:v>
                </c:pt>
                <c:pt idx="94">
                  <c:v>1826.8389999999999</c:v>
                </c:pt>
                <c:pt idx="95">
                  <c:v>1721.8329999999999</c:v>
                </c:pt>
                <c:pt idx="96">
                  <c:v>1719.8909999999998</c:v>
                </c:pt>
                <c:pt idx="97">
                  <c:v>1654.972</c:v>
                </c:pt>
                <c:pt idx="98">
                  <c:v>1617.835</c:v>
                </c:pt>
                <c:pt idx="99">
                  <c:v>1618.9470000000001</c:v>
                </c:pt>
                <c:pt idx="100">
                  <c:v>1607.1629999999998</c:v>
                </c:pt>
                <c:pt idx="101">
                  <c:v>1569.3109999999999</c:v>
                </c:pt>
                <c:pt idx="102">
                  <c:v>1538.077</c:v>
                </c:pt>
                <c:pt idx="103">
                  <c:v>1527.1129999999998</c:v>
                </c:pt>
                <c:pt idx="104">
                  <c:v>1527.9939999999999</c:v>
                </c:pt>
                <c:pt idx="105">
                  <c:v>1559.537</c:v>
                </c:pt>
                <c:pt idx="106">
                  <c:v>1562.1599999999999</c:v>
                </c:pt>
                <c:pt idx="107">
                  <c:v>1517.28</c:v>
                </c:pt>
                <c:pt idx="108">
                  <c:v>1470.94</c:v>
                </c:pt>
                <c:pt idx="109">
                  <c:v>1575.6639999999998</c:v>
                </c:pt>
                <c:pt idx="110">
                  <c:v>1727.337</c:v>
                </c:pt>
                <c:pt idx="111">
                  <c:v>1767.885</c:v>
                </c:pt>
                <c:pt idx="112">
                  <c:v>1663.4380000000001</c:v>
                </c:pt>
                <c:pt idx="113">
                  <c:v>1548.6709999999998</c:v>
                </c:pt>
                <c:pt idx="114">
                  <c:v>1463.335</c:v>
                </c:pt>
                <c:pt idx="115">
                  <c:v>1410.1379999999999</c:v>
                </c:pt>
                <c:pt idx="116">
                  <c:v>1399.1429999999998</c:v>
                </c:pt>
                <c:pt idx="117">
                  <c:v>1429.115</c:v>
                </c:pt>
                <c:pt idx="118">
                  <c:v>1886.241</c:v>
                </c:pt>
                <c:pt idx="119">
                  <c:v>2264.9079999999999</c:v>
                </c:pt>
                <c:pt idx="120">
                  <c:v>2327.3090000000002</c:v>
                </c:pt>
                <c:pt idx="121">
                  <c:v>2513.6889999999967</c:v>
                </c:pt>
                <c:pt idx="122">
                  <c:v>2861.5390000000002</c:v>
                </c:pt>
                <c:pt idx="123">
                  <c:v>2907.7679999999987</c:v>
                </c:pt>
                <c:pt idx="124">
                  <c:v>2600.8510000000028</c:v>
                </c:pt>
                <c:pt idx="125">
                  <c:v>2246.02</c:v>
                </c:pt>
                <c:pt idx="126">
                  <c:v>1994.7070000000001</c:v>
                </c:pt>
                <c:pt idx="127">
                  <c:v>1812.7149999999999</c:v>
                </c:pt>
                <c:pt idx="128">
                  <c:v>1708.51</c:v>
                </c:pt>
                <c:pt idx="129">
                  <c:v>1670.856</c:v>
                </c:pt>
                <c:pt idx="130">
                  <c:v>1667.1129999999998</c:v>
                </c:pt>
                <c:pt idx="131">
                  <c:v>1666.3589999999999</c:v>
                </c:pt>
                <c:pt idx="132">
                  <c:v>1619.3029999999999</c:v>
                </c:pt>
                <c:pt idx="133">
                  <c:v>1587.6319999999998</c:v>
                </c:pt>
                <c:pt idx="134">
                  <c:v>1470.0629999999999</c:v>
                </c:pt>
                <c:pt idx="135">
                  <c:v>1364.827</c:v>
                </c:pt>
                <c:pt idx="136">
                  <c:v>1297.6279999999999</c:v>
                </c:pt>
                <c:pt idx="137">
                  <c:v>1201.989</c:v>
                </c:pt>
                <c:pt idx="138">
                  <c:v>1109.8679999999999</c:v>
                </c:pt>
                <c:pt idx="139">
                  <c:v>1077.6499999999999</c:v>
                </c:pt>
                <c:pt idx="140">
                  <c:v>1035.1959999999999</c:v>
                </c:pt>
                <c:pt idx="141">
                  <c:v>1036.4649999999999</c:v>
                </c:pt>
                <c:pt idx="142">
                  <c:v>1045.1929999999998</c:v>
                </c:pt>
                <c:pt idx="143">
                  <c:v>1224.472</c:v>
                </c:pt>
                <c:pt idx="144">
                  <c:v>1819.9290000000001</c:v>
                </c:pt>
                <c:pt idx="145">
                  <c:v>1938.558</c:v>
                </c:pt>
                <c:pt idx="146">
                  <c:v>1780.2049999999999</c:v>
                </c:pt>
                <c:pt idx="147">
                  <c:v>1686.991</c:v>
                </c:pt>
                <c:pt idx="148">
                  <c:v>1663.0889999999999</c:v>
                </c:pt>
                <c:pt idx="149">
                  <c:v>1599.4760000000001</c:v>
                </c:pt>
                <c:pt idx="150">
                  <c:v>1473.86</c:v>
                </c:pt>
                <c:pt idx="151">
                  <c:v>1326.1679999999999</c:v>
                </c:pt>
                <c:pt idx="152">
                  <c:v>1262.452</c:v>
                </c:pt>
                <c:pt idx="153">
                  <c:v>1228.078</c:v>
                </c:pt>
                <c:pt idx="154">
                  <c:v>1161.288</c:v>
                </c:pt>
                <c:pt idx="155">
                  <c:v>1124.758</c:v>
                </c:pt>
                <c:pt idx="156">
                  <c:v>1185.068</c:v>
                </c:pt>
                <c:pt idx="157">
                  <c:v>1214.117</c:v>
                </c:pt>
                <c:pt idx="158">
                  <c:v>1089.7839999999999</c:v>
                </c:pt>
                <c:pt idx="159">
                  <c:v>984.23099999999999</c:v>
                </c:pt>
                <c:pt idx="160">
                  <c:v>982.48599999999999</c:v>
                </c:pt>
                <c:pt idx="161">
                  <c:v>1057.3009999999999</c:v>
                </c:pt>
                <c:pt idx="162">
                  <c:v>1140.9290000000001</c:v>
                </c:pt>
                <c:pt idx="163">
                  <c:v>1198.1339999999998</c:v>
                </c:pt>
                <c:pt idx="164">
                  <c:v>1297.933</c:v>
                </c:pt>
                <c:pt idx="165">
                  <c:v>1467.5170000000001</c:v>
                </c:pt>
                <c:pt idx="166">
                  <c:v>1745.5050000000001</c:v>
                </c:pt>
                <c:pt idx="167">
                  <c:v>1735.6779999999999</c:v>
                </c:pt>
                <c:pt idx="168">
                  <c:v>1741.4849999999999</c:v>
                </c:pt>
                <c:pt idx="169">
                  <c:v>1488.8589999999999</c:v>
                </c:pt>
                <c:pt idx="170">
                  <c:v>1313.8509999999999</c:v>
                </c:pt>
                <c:pt idx="171">
                  <c:v>1198.289</c:v>
                </c:pt>
                <c:pt idx="172">
                  <c:v>1096.4370000000001</c:v>
                </c:pt>
                <c:pt idx="173">
                  <c:v>979.06</c:v>
                </c:pt>
                <c:pt idx="174">
                  <c:v>895.43499999999949</c:v>
                </c:pt>
                <c:pt idx="175">
                  <c:v>917.99800000000005</c:v>
                </c:pt>
                <c:pt idx="176">
                  <c:v>1278.4480000000001</c:v>
                </c:pt>
                <c:pt idx="177">
                  <c:v>1509.3329999999999</c:v>
                </c:pt>
                <c:pt idx="178">
                  <c:v>1511.702</c:v>
                </c:pt>
                <c:pt idx="179">
                  <c:v>1448.568</c:v>
                </c:pt>
                <c:pt idx="180">
                  <c:v>1447.7239999999999</c:v>
                </c:pt>
                <c:pt idx="181">
                  <c:v>1748.453</c:v>
                </c:pt>
                <c:pt idx="182">
                  <c:v>1802.6469999999999</c:v>
                </c:pt>
                <c:pt idx="183">
                  <c:v>1679.086</c:v>
                </c:pt>
                <c:pt idx="184">
                  <c:v>1507.2950000000001</c:v>
                </c:pt>
                <c:pt idx="185">
                  <c:v>1303.5170000000001</c:v>
                </c:pt>
                <c:pt idx="186">
                  <c:v>1189.9110000000001</c:v>
                </c:pt>
                <c:pt idx="187">
                  <c:v>1208.9929999999999</c:v>
                </c:pt>
                <c:pt idx="188">
                  <c:v>1330.3309999999999</c:v>
                </c:pt>
                <c:pt idx="189">
                  <c:v>1953.48</c:v>
                </c:pt>
                <c:pt idx="190">
                  <c:v>2757.6469999999972</c:v>
                </c:pt>
                <c:pt idx="191">
                  <c:v>2450.5749999999998</c:v>
                </c:pt>
                <c:pt idx="192">
                  <c:v>2065.2310000000002</c:v>
                </c:pt>
                <c:pt idx="193">
                  <c:v>1848.6499999999999</c:v>
                </c:pt>
                <c:pt idx="194">
                  <c:v>1715.1429999999998</c:v>
                </c:pt>
                <c:pt idx="195">
                  <c:v>1580.3619999999999</c:v>
                </c:pt>
                <c:pt idx="196">
                  <c:v>1375.9880000000001</c:v>
                </c:pt>
                <c:pt idx="197">
                  <c:v>1144.479</c:v>
                </c:pt>
                <c:pt idx="198">
                  <c:v>1025.6559999999999</c:v>
                </c:pt>
                <c:pt idx="199">
                  <c:v>953.78200000000004</c:v>
                </c:pt>
                <c:pt idx="200">
                  <c:v>880.2</c:v>
                </c:pt>
                <c:pt idx="201">
                  <c:v>856.27599999999995</c:v>
                </c:pt>
                <c:pt idx="202">
                  <c:v>864.19500000000005</c:v>
                </c:pt>
                <c:pt idx="203">
                  <c:v>1058.8509999999999</c:v>
                </c:pt>
                <c:pt idx="204">
                  <c:v>1072.2950000000001</c:v>
                </c:pt>
                <c:pt idx="205">
                  <c:v>1063.1769999999999</c:v>
                </c:pt>
                <c:pt idx="206">
                  <c:v>1225.4780000000001</c:v>
                </c:pt>
                <c:pt idx="207">
                  <c:v>1593.2080000000001</c:v>
                </c:pt>
                <c:pt idx="208">
                  <c:v>1799.1589999999999</c:v>
                </c:pt>
                <c:pt idx="209">
                  <c:v>1593.9160000000011</c:v>
                </c:pt>
                <c:pt idx="210">
                  <c:v>1787.328</c:v>
                </c:pt>
                <c:pt idx="211">
                  <c:v>2699.701</c:v>
                </c:pt>
                <c:pt idx="212">
                  <c:v>2676.6489999999967</c:v>
                </c:pt>
                <c:pt idx="213">
                  <c:v>2185.2089999999966</c:v>
                </c:pt>
                <c:pt idx="214">
                  <c:v>2005.798</c:v>
                </c:pt>
                <c:pt idx="215">
                  <c:v>2299.5909999999999</c:v>
                </c:pt>
                <c:pt idx="216">
                  <c:v>2724.51</c:v>
                </c:pt>
                <c:pt idx="217">
                  <c:v>2530.6190000000001</c:v>
                </c:pt>
                <c:pt idx="218">
                  <c:v>2190.1439999999998</c:v>
                </c:pt>
                <c:pt idx="219">
                  <c:v>1919.575</c:v>
                </c:pt>
                <c:pt idx="220">
                  <c:v>1689.3419999999999</c:v>
                </c:pt>
                <c:pt idx="221">
                  <c:v>1523.1679999999999</c:v>
                </c:pt>
                <c:pt idx="222">
                  <c:v>1474.1429999999998</c:v>
                </c:pt>
                <c:pt idx="223">
                  <c:v>1441.732</c:v>
                </c:pt>
                <c:pt idx="224">
                  <c:v>1425.1019999999999</c:v>
                </c:pt>
                <c:pt idx="225">
                  <c:v>1689.585</c:v>
                </c:pt>
                <c:pt idx="226">
                  <c:v>2220.5250000000001</c:v>
                </c:pt>
                <c:pt idx="227">
                  <c:v>2323.3120000000022</c:v>
                </c:pt>
                <c:pt idx="228">
                  <c:v>2205.6750000000002</c:v>
                </c:pt>
                <c:pt idx="229">
                  <c:v>2016.0429999999999</c:v>
                </c:pt>
                <c:pt idx="230">
                  <c:v>1854.7560000000001</c:v>
                </c:pt>
                <c:pt idx="231">
                  <c:v>1830.1679999999999</c:v>
                </c:pt>
                <c:pt idx="232">
                  <c:v>1911.1329999999998</c:v>
                </c:pt>
                <c:pt idx="233">
                  <c:v>1892.115</c:v>
                </c:pt>
                <c:pt idx="234">
                  <c:v>1657.204</c:v>
                </c:pt>
                <c:pt idx="235">
                  <c:v>1591.8209999999999</c:v>
                </c:pt>
                <c:pt idx="236">
                  <c:v>1660.0060000000001</c:v>
                </c:pt>
                <c:pt idx="237">
                  <c:v>1513.6219999999998</c:v>
                </c:pt>
                <c:pt idx="238">
                  <c:v>1358.221</c:v>
                </c:pt>
                <c:pt idx="239">
                  <c:v>1296.576</c:v>
                </c:pt>
                <c:pt idx="240">
                  <c:v>1334.9949999999999</c:v>
                </c:pt>
                <c:pt idx="241">
                  <c:v>1290.347</c:v>
                </c:pt>
                <c:pt idx="242">
                  <c:v>1244.242</c:v>
                </c:pt>
                <c:pt idx="243">
                  <c:v>1267.7460000000001</c:v>
                </c:pt>
                <c:pt idx="244">
                  <c:v>1282.2639999999999</c:v>
                </c:pt>
                <c:pt idx="245">
                  <c:v>1214.6899999999998</c:v>
                </c:pt>
                <c:pt idx="246">
                  <c:v>1163.201</c:v>
                </c:pt>
                <c:pt idx="247">
                  <c:v>1118.817</c:v>
                </c:pt>
                <c:pt idx="248">
                  <c:v>1105.7070000000001</c:v>
                </c:pt>
                <c:pt idx="249">
                  <c:v>1110.645</c:v>
                </c:pt>
                <c:pt idx="250">
                  <c:v>1100.5539999999999</c:v>
                </c:pt>
                <c:pt idx="251">
                  <c:v>1076.1339999999998</c:v>
                </c:pt>
                <c:pt idx="252">
                  <c:v>1084.569</c:v>
                </c:pt>
                <c:pt idx="253">
                  <c:v>1113.046</c:v>
                </c:pt>
                <c:pt idx="254">
                  <c:v>1143.3709999999999</c:v>
                </c:pt>
                <c:pt idx="255">
                  <c:v>1152.606</c:v>
                </c:pt>
                <c:pt idx="256">
                  <c:v>1120.1719999999998</c:v>
                </c:pt>
                <c:pt idx="257">
                  <c:v>1071.095</c:v>
                </c:pt>
                <c:pt idx="258">
                  <c:v>1038.0250000000001</c:v>
                </c:pt>
                <c:pt idx="259">
                  <c:v>1035.6529999999998</c:v>
                </c:pt>
                <c:pt idx="260">
                  <c:v>1067.0339999999999</c:v>
                </c:pt>
                <c:pt idx="261">
                  <c:v>1062.0409999999999</c:v>
                </c:pt>
                <c:pt idx="262">
                  <c:v>1088.4570000000001</c:v>
                </c:pt>
                <c:pt idx="263">
                  <c:v>1196.1529999999998</c:v>
                </c:pt>
                <c:pt idx="264">
                  <c:v>1157.1919999999998</c:v>
                </c:pt>
                <c:pt idx="265">
                  <c:v>1102.1329999999998</c:v>
                </c:pt>
                <c:pt idx="266">
                  <c:v>1057.7850000000001</c:v>
                </c:pt>
                <c:pt idx="267">
                  <c:v>1043.3579999999999</c:v>
                </c:pt>
                <c:pt idx="268">
                  <c:v>1017.068</c:v>
                </c:pt>
                <c:pt idx="269">
                  <c:v>994.80199999999934</c:v>
                </c:pt>
                <c:pt idx="270">
                  <c:v>967.53</c:v>
                </c:pt>
                <c:pt idx="271">
                  <c:v>943.20500000000004</c:v>
                </c:pt>
                <c:pt idx="272">
                  <c:v>922.56</c:v>
                </c:pt>
                <c:pt idx="273">
                  <c:v>906.74800000000005</c:v>
                </c:pt>
                <c:pt idx="274">
                  <c:v>908.77200000000005</c:v>
                </c:pt>
                <c:pt idx="275">
                  <c:v>894.17600000000004</c:v>
                </c:pt>
                <c:pt idx="276">
                  <c:v>878.84499999999946</c:v>
                </c:pt>
                <c:pt idx="277">
                  <c:v>867.5579999999992</c:v>
                </c:pt>
                <c:pt idx="278">
                  <c:v>865.17000000000053</c:v>
                </c:pt>
                <c:pt idx="279">
                  <c:v>856.61</c:v>
                </c:pt>
                <c:pt idx="280">
                  <c:v>891.101</c:v>
                </c:pt>
                <c:pt idx="281">
                  <c:v>980.05199999999934</c:v>
                </c:pt>
                <c:pt idx="282">
                  <c:v>1148.5219999999999</c:v>
                </c:pt>
                <c:pt idx="283">
                  <c:v>1518.778</c:v>
                </c:pt>
                <c:pt idx="284">
                  <c:v>1678.76</c:v>
                </c:pt>
                <c:pt idx="285">
                  <c:v>1639.8989999999999</c:v>
                </c:pt>
                <c:pt idx="286">
                  <c:v>2202.4510000000028</c:v>
                </c:pt>
                <c:pt idx="287">
                  <c:v>2823.9100000000012</c:v>
                </c:pt>
                <c:pt idx="288">
                  <c:v>2481.8750000000027</c:v>
                </c:pt>
                <c:pt idx="289">
                  <c:v>2217.8190000000022</c:v>
                </c:pt>
                <c:pt idx="290">
                  <c:v>2026.8789999999999</c:v>
                </c:pt>
                <c:pt idx="291">
                  <c:v>1857.1839999999986</c:v>
                </c:pt>
                <c:pt idx="292">
                  <c:v>1742.6339999999998</c:v>
                </c:pt>
                <c:pt idx="293">
                  <c:v>1634.568</c:v>
                </c:pt>
                <c:pt idx="294">
                  <c:v>1551.2729999999999</c:v>
                </c:pt>
                <c:pt idx="295">
                  <c:v>1443.8319999999999</c:v>
                </c:pt>
                <c:pt idx="296">
                  <c:v>1314.2760000000001</c:v>
                </c:pt>
                <c:pt idx="297">
                  <c:v>1194.07</c:v>
                </c:pt>
                <c:pt idx="298">
                  <c:v>1084.0550000000001</c:v>
                </c:pt>
                <c:pt idx="299">
                  <c:v>1009.7750000000005</c:v>
                </c:pt>
                <c:pt idx="300">
                  <c:v>974.52499999999998</c:v>
                </c:pt>
                <c:pt idx="301">
                  <c:v>945.72199999999998</c:v>
                </c:pt>
                <c:pt idx="302">
                  <c:v>948.98800000000051</c:v>
                </c:pt>
                <c:pt idx="303">
                  <c:v>928.97299999999996</c:v>
                </c:pt>
                <c:pt idx="304">
                  <c:v>909.26699999999948</c:v>
                </c:pt>
                <c:pt idx="305">
                  <c:v>891.71699999999998</c:v>
                </c:pt>
                <c:pt idx="306">
                  <c:v>876.19900000000052</c:v>
                </c:pt>
                <c:pt idx="307">
                  <c:v>863.54499999999996</c:v>
                </c:pt>
                <c:pt idx="308">
                  <c:v>1443.8679999999999</c:v>
                </c:pt>
                <c:pt idx="309">
                  <c:v>3270.6770000000001</c:v>
                </c:pt>
                <c:pt idx="310">
                  <c:v>4451.2110000000002</c:v>
                </c:pt>
                <c:pt idx="311">
                  <c:v>4376.143</c:v>
                </c:pt>
                <c:pt idx="312">
                  <c:v>3675.049</c:v>
                </c:pt>
                <c:pt idx="313">
                  <c:v>3231.2419999999997</c:v>
                </c:pt>
                <c:pt idx="314">
                  <c:v>3901.4589999999998</c:v>
                </c:pt>
                <c:pt idx="315">
                  <c:v>4891.6220000000058</c:v>
                </c:pt>
                <c:pt idx="316">
                  <c:v>5641.9180000000006</c:v>
                </c:pt>
                <c:pt idx="317">
                  <c:v>6810.0660000000034</c:v>
                </c:pt>
                <c:pt idx="318">
                  <c:v>7208.6570000000002</c:v>
                </c:pt>
                <c:pt idx="319">
                  <c:v>6666.9409999999998</c:v>
                </c:pt>
                <c:pt idx="320">
                  <c:v>7718.5680000000002</c:v>
                </c:pt>
                <c:pt idx="321">
                  <c:v>8851.2579999999816</c:v>
                </c:pt>
                <c:pt idx="322">
                  <c:v>8283.4159999999792</c:v>
                </c:pt>
                <c:pt idx="323">
                  <c:v>6672.4110000000001</c:v>
                </c:pt>
                <c:pt idx="324">
                  <c:v>5650.1710000000003</c:v>
                </c:pt>
                <c:pt idx="325">
                  <c:v>4824.1590000000024</c:v>
                </c:pt>
                <c:pt idx="326">
                  <c:v>4101.8940000000002</c:v>
                </c:pt>
                <c:pt idx="327">
                  <c:v>3461.4290000000001</c:v>
                </c:pt>
                <c:pt idx="328">
                  <c:v>3134.049</c:v>
                </c:pt>
                <c:pt idx="329">
                  <c:v>2893.1879999999987</c:v>
                </c:pt>
                <c:pt idx="330">
                  <c:v>2812.5169999999998</c:v>
                </c:pt>
                <c:pt idx="331">
                  <c:v>2780.6970000000001</c:v>
                </c:pt>
                <c:pt idx="332">
                  <c:v>2880.8540000000012</c:v>
                </c:pt>
                <c:pt idx="333">
                  <c:v>3037.067</c:v>
                </c:pt>
                <c:pt idx="334">
                  <c:v>3565.8870000000002</c:v>
                </c:pt>
                <c:pt idx="335">
                  <c:v>4507.7150000000001</c:v>
                </c:pt>
                <c:pt idx="336">
                  <c:v>5173.7140000000009</c:v>
                </c:pt>
                <c:pt idx="337">
                  <c:v>5303.5020000000004</c:v>
                </c:pt>
                <c:pt idx="338">
                  <c:v>4459.1330000000007</c:v>
                </c:pt>
                <c:pt idx="339">
                  <c:v>3518.9389999999999</c:v>
                </c:pt>
                <c:pt idx="340">
                  <c:v>3006.4409999999998</c:v>
                </c:pt>
                <c:pt idx="341">
                  <c:v>2731.9369999999999</c:v>
                </c:pt>
                <c:pt idx="342">
                  <c:v>2631.98</c:v>
                </c:pt>
                <c:pt idx="343">
                  <c:v>2643.2579999999998</c:v>
                </c:pt>
                <c:pt idx="344">
                  <c:v>2458.7839999999997</c:v>
                </c:pt>
                <c:pt idx="345">
                  <c:v>2282.6279999999997</c:v>
                </c:pt>
                <c:pt idx="346">
                  <c:v>2098.79</c:v>
                </c:pt>
                <c:pt idx="347">
                  <c:v>1975.9549999999999</c:v>
                </c:pt>
                <c:pt idx="348">
                  <c:v>1906.087</c:v>
                </c:pt>
                <c:pt idx="349">
                  <c:v>1880.1469999999999</c:v>
                </c:pt>
                <c:pt idx="350">
                  <c:v>2131.8409999999999</c:v>
                </c:pt>
                <c:pt idx="351">
                  <c:v>2281.2310000000002</c:v>
                </c:pt>
                <c:pt idx="352">
                  <c:v>2066.8510000000028</c:v>
                </c:pt>
                <c:pt idx="353">
                  <c:v>1891.97</c:v>
                </c:pt>
                <c:pt idx="354">
                  <c:v>1784.1839999999986</c:v>
                </c:pt>
                <c:pt idx="355">
                  <c:v>1703.3889999999999</c:v>
                </c:pt>
                <c:pt idx="356">
                  <c:v>1642.627</c:v>
                </c:pt>
                <c:pt idx="357">
                  <c:v>1554.46</c:v>
                </c:pt>
                <c:pt idx="358">
                  <c:v>1463.03</c:v>
                </c:pt>
                <c:pt idx="359">
                  <c:v>1419.3129999999999</c:v>
                </c:pt>
                <c:pt idx="360">
                  <c:v>1363.1949999999986</c:v>
                </c:pt>
                <c:pt idx="361">
                  <c:v>1339.7439999999999</c:v>
                </c:pt>
                <c:pt idx="362">
                  <c:v>1318.4250000000011</c:v>
                </c:pt>
                <c:pt idx="363">
                  <c:v>1286.1119999999999</c:v>
                </c:pt>
                <c:pt idx="364">
                  <c:v>1252.0329999999999</c:v>
                </c:pt>
                <c:pt idx="365">
                  <c:v>1229.45</c:v>
                </c:pt>
                <c:pt idx="366">
                  <c:v>1204.73</c:v>
                </c:pt>
                <c:pt idx="367">
                  <c:v>1181.5899999999999</c:v>
                </c:pt>
                <c:pt idx="368">
                  <c:v>1166.06</c:v>
                </c:pt>
                <c:pt idx="369">
                  <c:v>1160.99</c:v>
                </c:pt>
                <c:pt idx="370">
                  <c:v>1144.97</c:v>
                </c:pt>
                <c:pt idx="371">
                  <c:v>1131.23</c:v>
                </c:pt>
                <c:pt idx="372">
                  <c:v>1119.58</c:v>
                </c:pt>
                <c:pt idx="373">
                  <c:v>1113.4000000000001</c:v>
                </c:pt>
                <c:pt idx="374">
                  <c:v>1096</c:v>
                </c:pt>
                <c:pt idx="375">
                  <c:v>1074.71</c:v>
                </c:pt>
                <c:pt idx="376">
                  <c:v>1061.3399999999999</c:v>
                </c:pt>
                <c:pt idx="377">
                  <c:v>1038.52</c:v>
                </c:pt>
                <c:pt idx="378">
                  <c:v>1026.4100000000001</c:v>
                </c:pt>
                <c:pt idx="379">
                  <c:v>1020.07</c:v>
                </c:pt>
                <c:pt idx="380">
                  <c:v>1002.3599999999993</c:v>
                </c:pt>
                <c:pt idx="381">
                  <c:v>1084.57</c:v>
                </c:pt>
                <c:pt idx="382">
                  <c:v>1454.42</c:v>
                </c:pt>
                <c:pt idx="383">
                  <c:v>1542.05</c:v>
                </c:pt>
                <c:pt idx="384">
                  <c:v>1374.57</c:v>
                </c:pt>
                <c:pt idx="385">
                  <c:v>1248.47</c:v>
                </c:pt>
                <c:pt idx="386">
                  <c:v>1230.6599999999999</c:v>
                </c:pt>
                <c:pt idx="387">
                  <c:v>1431.1699999999998</c:v>
                </c:pt>
                <c:pt idx="388">
                  <c:v>1627.47</c:v>
                </c:pt>
                <c:pt idx="389">
                  <c:v>1599.83</c:v>
                </c:pt>
                <c:pt idx="390">
                  <c:v>1493.61</c:v>
                </c:pt>
                <c:pt idx="391">
                  <c:v>1361.52</c:v>
                </c:pt>
                <c:pt idx="392">
                  <c:v>1251.08</c:v>
                </c:pt>
                <c:pt idx="393">
                  <c:v>1181.3</c:v>
                </c:pt>
                <c:pt idx="394">
                  <c:v>1151.22</c:v>
                </c:pt>
                <c:pt idx="395">
                  <c:v>1157.04</c:v>
                </c:pt>
                <c:pt idx="396">
                  <c:v>1138.8699999999999</c:v>
                </c:pt>
                <c:pt idx="397">
                  <c:v>1106.08</c:v>
                </c:pt>
                <c:pt idx="398">
                  <c:v>1073.27</c:v>
                </c:pt>
                <c:pt idx="399">
                  <c:v>1048.92</c:v>
                </c:pt>
                <c:pt idx="400">
                  <c:v>1077.71</c:v>
                </c:pt>
                <c:pt idx="401">
                  <c:v>1247.5999999999999</c:v>
                </c:pt>
                <c:pt idx="402">
                  <c:v>1404.49</c:v>
                </c:pt>
                <c:pt idx="403">
                  <c:v>1554.37</c:v>
                </c:pt>
                <c:pt idx="404">
                  <c:v>1610.74</c:v>
                </c:pt>
                <c:pt idx="405">
                  <c:v>1461.57</c:v>
                </c:pt>
                <c:pt idx="406">
                  <c:v>1331.35</c:v>
                </c:pt>
                <c:pt idx="407">
                  <c:v>1292.07</c:v>
                </c:pt>
                <c:pt idx="408">
                  <c:v>1270.96</c:v>
                </c:pt>
                <c:pt idx="409">
                  <c:v>1266.54</c:v>
                </c:pt>
                <c:pt idx="410">
                  <c:v>1400.79</c:v>
                </c:pt>
                <c:pt idx="411">
                  <c:v>1936.04</c:v>
                </c:pt>
                <c:pt idx="412">
                  <c:v>2447.23</c:v>
                </c:pt>
                <c:pt idx="413">
                  <c:v>2405.59</c:v>
                </c:pt>
                <c:pt idx="414">
                  <c:v>2153.29</c:v>
                </c:pt>
                <c:pt idx="415">
                  <c:v>1866.12</c:v>
                </c:pt>
                <c:pt idx="416">
                  <c:v>1628.1599999999999</c:v>
                </c:pt>
                <c:pt idx="417">
                  <c:v>1674.6799999999998</c:v>
                </c:pt>
                <c:pt idx="418">
                  <c:v>2159.8300000000022</c:v>
                </c:pt>
                <c:pt idx="419">
                  <c:v>2235.6</c:v>
                </c:pt>
                <c:pt idx="420">
                  <c:v>2571.64</c:v>
                </c:pt>
                <c:pt idx="421">
                  <c:v>2180.3900000000012</c:v>
                </c:pt>
                <c:pt idx="422">
                  <c:v>1815.03</c:v>
                </c:pt>
                <c:pt idx="423">
                  <c:v>1633.59</c:v>
                </c:pt>
                <c:pt idx="424">
                  <c:v>1524.6299999999999</c:v>
                </c:pt>
                <c:pt idx="425">
                  <c:v>1467.06</c:v>
                </c:pt>
                <c:pt idx="426">
                  <c:v>1463.87</c:v>
                </c:pt>
                <c:pt idx="427">
                  <c:v>1457.21</c:v>
                </c:pt>
                <c:pt idx="428">
                  <c:v>1560.1699999999998</c:v>
                </c:pt>
                <c:pt idx="429">
                  <c:v>1592.6499999999999</c:v>
                </c:pt>
                <c:pt idx="430">
                  <c:v>1474.44</c:v>
                </c:pt>
                <c:pt idx="431">
                  <c:v>1370.55</c:v>
                </c:pt>
                <c:pt idx="432">
                  <c:v>1289.27</c:v>
                </c:pt>
                <c:pt idx="433">
                  <c:v>1240.06</c:v>
                </c:pt>
                <c:pt idx="434">
                  <c:v>1209.1699999999998</c:v>
                </c:pt>
                <c:pt idx="435">
                  <c:v>1192.77</c:v>
                </c:pt>
                <c:pt idx="436">
                  <c:v>1187.72</c:v>
                </c:pt>
                <c:pt idx="437">
                  <c:v>1167.6499999999999</c:v>
                </c:pt>
                <c:pt idx="438">
                  <c:v>1148.0899999999999</c:v>
                </c:pt>
                <c:pt idx="439">
                  <c:v>1142.83</c:v>
                </c:pt>
                <c:pt idx="440">
                  <c:v>1378.62</c:v>
                </c:pt>
                <c:pt idx="441">
                  <c:v>1935.1399999999999</c:v>
                </c:pt>
                <c:pt idx="442">
                  <c:v>2393.8500000000022</c:v>
                </c:pt>
                <c:pt idx="443">
                  <c:v>2053.6</c:v>
                </c:pt>
                <c:pt idx="444">
                  <c:v>1711.72</c:v>
                </c:pt>
                <c:pt idx="445">
                  <c:v>1579.53</c:v>
                </c:pt>
                <c:pt idx="446">
                  <c:v>1554.05</c:v>
                </c:pt>
                <c:pt idx="447">
                  <c:v>1560.59</c:v>
                </c:pt>
                <c:pt idx="448">
                  <c:v>1642.75</c:v>
                </c:pt>
                <c:pt idx="449">
                  <c:v>2578.59</c:v>
                </c:pt>
                <c:pt idx="450">
                  <c:v>2959.8700000000022</c:v>
                </c:pt>
                <c:pt idx="451">
                  <c:v>2785.36</c:v>
                </c:pt>
                <c:pt idx="452">
                  <c:v>2121.4499999999998</c:v>
                </c:pt>
                <c:pt idx="453">
                  <c:v>1808.35</c:v>
                </c:pt>
                <c:pt idx="454">
                  <c:v>1651.74</c:v>
                </c:pt>
                <c:pt idx="455">
                  <c:v>1580.1899999999998</c:v>
                </c:pt>
                <c:pt idx="456">
                  <c:v>1572.6599999999999</c:v>
                </c:pt>
                <c:pt idx="457">
                  <c:v>1633.6699999999998</c:v>
                </c:pt>
                <c:pt idx="458">
                  <c:v>1554.75</c:v>
                </c:pt>
                <c:pt idx="459">
                  <c:v>1444.91</c:v>
                </c:pt>
                <c:pt idx="460">
                  <c:v>1387.04</c:v>
                </c:pt>
                <c:pt idx="461">
                  <c:v>1318.6799999999998</c:v>
                </c:pt>
                <c:pt idx="462">
                  <c:v>1271.74</c:v>
                </c:pt>
                <c:pt idx="463">
                  <c:v>1203.46</c:v>
                </c:pt>
                <c:pt idx="464">
                  <c:v>1154.58</c:v>
                </c:pt>
                <c:pt idx="465">
                  <c:v>1118.24</c:v>
                </c:pt>
                <c:pt idx="466">
                  <c:v>1095.32</c:v>
                </c:pt>
                <c:pt idx="467">
                  <c:v>1090.8899999999999</c:v>
                </c:pt>
                <c:pt idx="468">
                  <c:v>1076.94</c:v>
                </c:pt>
                <c:pt idx="469">
                  <c:v>1061.6299999999999</c:v>
                </c:pt>
                <c:pt idx="470">
                  <c:v>1070.94</c:v>
                </c:pt>
                <c:pt idx="471">
                  <c:v>1075.1099999999999</c:v>
                </c:pt>
                <c:pt idx="472">
                  <c:v>1107.1799999999998</c:v>
                </c:pt>
                <c:pt idx="473">
                  <c:v>1185.1899999999998</c:v>
                </c:pt>
                <c:pt idx="474">
                  <c:v>1198.4000000000001</c:v>
                </c:pt>
                <c:pt idx="475">
                  <c:v>1186.29</c:v>
                </c:pt>
                <c:pt idx="476">
                  <c:v>1114.3899999999999</c:v>
                </c:pt>
                <c:pt idx="477">
                  <c:v>1022.26</c:v>
                </c:pt>
                <c:pt idx="478">
                  <c:v>986.33999999999946</c:v>
                </c:pt>
                <c:pt idx="479">
                  <c:v>992.89</c:v>
                </c:pt>
                <c:pt idx="480">
                  <c:v>995.5</c:v>
                </c:pt>
                <c:pt idx="481">
                  <c:v>1022.38</c:v>
                </c:pt>
                <c:pt idx="482">
                  <c:v>1356.6</c:v>
                </c:pt>
                <c:pt idx="483">
                  <c:v>2099.0300000000002</c:v>
                </c:pt>
                <c:pt idx="484">
                  <c:v>2307.77</c:v>
                </c:pt>
                <c:pt idx="485">
                  <c:v>1874.03</c:v>
                </c:pt>
                <c:pt idx="486">
                  <c:v>1679.75</c:v>
                </c:pt>
                <c:pt idx="487">
                  <c:v>1534.8799999999999</c:v>
                </c:pt>
                <c:pt idx="488">
                  <c:v>1467.45</c:v>
                </c:pt>
                <c:pt idx="489">
                  <c:v>1458.1899999999998</c:v>
                </c:pt>
                <c:pt idx="490">
                  <c:v>1517.75</c:v>
                </c:pt>
                <c:pt idx="491">
                  <c:v>1557.12</c:v>
                </c:pt>
                <c:pt idx="492">
                  <c:v>1616.01</c:v>
                </c:pt>
                <c:pt idx="493">
                  <c:v>1653.56</c:v>
                </c:pt>
                <c:pt idx="494">
                  <c:v>1555.57</c:v>
                </c:pt>
                <c:pt idx="495">
                  <c:v>1495.8</c:v>
                </c:pt>
                <c:pt idx="496">
                  <c:v>1359.22</c:v>
                </c:pt>
                <c:pt idx="497">
                  <c:v>1207.3599999999999</c:v>
                </c:pt>
                <c:pt idx="498">
                  <c:v>1187.49</c:v>
                </c:pt>
                <c:pt idx="499">
                  <c:v>1198.31</c:v>
                </c:pt>
                <c:pt idx="500">
                  <c:v>1428.94</c:v>
                </c:pt>
                <c:pt idx="501">
                  <c:v>2132.8200000000002</c:v>
                </c:pt>
                <c:pt idx="502">
                  <c:v>2423.4499999999998</c:v>
                </c:pt>
                <c:pt idx="503">
                  <c:v>2193.5100000000002</c:v>
                </c:pt>
                <c:pt idx="504">
                  <c:v>1917.93</c:v>
                </c:pt>
                <c:pt idx="505">
                  <c:v>1936.94</c:v>
                </c:pt>
                <c:pt idx="506">
                  <c:v>2272.69</c:v>
                </c:pt>
                <c:pt idx="507">
                  <c:v>2227.98</c:v>
                </c:pt>
                <c:pt idx="508">
                  <c:v>1867.34</c:v>
                </c:pt>
                <c:pt idx="509">
                  <c:v>1622.43</c:v>
                </c:pt>
                <c:pt idx="510">
                  <c:v>1505.02</c:v>
                </c:pt>
                <c:pt idx="511">
                  <c:v>1352.04</c:v>
                </c:pt>
                <c:pt idx="512">
                  <c:v>1285.42</c:v>
                </c:pt>
                <c:pt idx="513">
                  <c:v>1212.54</c:v>
                </c:pt>
                <c:pt idx="514">
                  <c:v>1127.94</c:v>
                </c:pt>
                <c:pt idx="515">
                  <c:v>1050.23</c:v>
                </c:pt>
                <c:pt idx="516">
                  <c:v>983.65</c:v>
                </c:pt>
                <c:pt idx="517">
                  <c:v>929.18000000000052</c:v>
                </c:pt>
                <c:pt idx="518">
                  <c:v>890.23</c:v>
                </c:pt>
                <c:pt idx="519">
                  <c:v>852.56</c:v>
                </c:pt>
                <c:pt idx="520">
                  <c:v>804.09</c:v>
                </c:pt>
                <c:pt idx="521">
                  <c:v>795.28000000000054</c:v>
                </c:pt>
                <c:pt idx="522">
                  <c:v>789.69</c:v>
                </c:pt>
                <c:pt idx="523">
                  <c:v>798.8</c:v>
                </c:pt>
                <c:pt idx="524">
                  <c:v>898.35999999999933</c:v>
                </c:pt>
                <c:pt idx="525">
                  <c:v>1027.3899999999999</c:v>
                </c:pt>
                <c:pt idx="526">
                  <c:v>1056.6299999999999</c:v>
                </c:pt>
                <c:pt idx="527">
                  <c:v>1017.8499999999993</c:v>
                </c:pt>
                <c:pt idx="528">
                  <c:v>972.85999999999933</c:v>
                </c:pt>
                <c:pt idx="529">
                  <c:v>1002.09</c:v>
                </c:pt>
                <c:pt idx="530">
                  <c:v>1383.87</c:v>
                </c:pt>
                <c:pt idx="531">
                  <c:v>2028.1499999999999</c:v>
                </c:pt>
                <c:pt idx="532">
                  <c:v>2165.11</c:v>
                </c:pt>
                <c:pt idx="533">
                  <c:v>2000.53</c:v>
                </c:pt>
                <c:pt idx="534">
                  <c:v>1857.1799999999998</c:v>
                </c:pt>
                <c:pt idx="535">
                  <c:v>1598.99</c:v>
                </c:pt>
                <c:pt idx="536">
                  <c:v>1355.76</c:v>
                </c:pt>
                <c:pt idx="537">
                  <c:v>1157.31</c:v>
                </c:pt>
                <c:pt idx="538">
                  <c:v>982.32999999999947</c:v>
                </c:pt>
                <c:pt idx="539">
                  <c:v>897.87</c:v>
                </c:pt>
                <c:pt idx="540">
                  <c:v>803.7</c:v>
                </c:pt>
                <c:pt idx="541">
                  <c:v>729.53</c:v>
                </c:pt>
                <c:pt idx="542">
                  <c:v>657.55</c:v>
                </c:pt>
                <c:pt idx="543">
                  <c:v>611.41</c:v>
                </c:pt>
                <c:pt idx="544">
                  <c:v>570.47</c:v>
                </c:pt>
                <c:pt idx="545">
                  <c:v>524.27000000000055</c:v>
                </c:pt>
                <c:pt idx="546">
                  <c:v>494.46999999999969</c:v>
                </c:pt>
                <c:pt idx="547">
                  <c:v>484.46999999999969</c:v>
                </c:pt>
                <c:pt idx="548">
                  <c:v>466.94</c:v>
                </c:pt>
                <c:pt idx="549">
                  <c:v>455.44</c:v>
                </c:pt>
                <c:pt idx="550">
                  <c:v>461.59</c:v>
                </c:pt>
                <c:pt idx="551">
                  <c:v>483.18</c:v>
                </c:pt>
                <c:pt idx="552">
                  <c:v>467.44</c:v>
                </c:pt>
                <c:pt idx="553">
                  <c:v>445.78</c:v>
                </c:pt>
                <c:pt idx="554">
                  <c:v>439.78</c:v>
                </c:pt>
                <c:pt idx="555">
                  <c:v>434.03</c:v>
                </c:pt>
                <c:pt idx="556">
                  <c:v>427.82</c:v>
                </c:pt>
                <c:pt idx="557">
                  <c:v>412.52</c:v>
                </c:pt>
                <c:pt idx="558">
                  <c:v>399.21</c:v>
                </c:pt>
                <c:pt idx="559">
                  <c:v>383.46</c:v>
                </c:pt>
                <c:pt idx="560">
                  <c:v>360.57</c:v>
                </c:pt>
                <c:pt idx="561">
                  <c:v>355.47999999999968</c:v>
                </c:pt>
                <c:pt idx="562">
                  <c:v>353.59</c:v>
                </c:pt>
                <c:pt idx="563">
                  <c:v>353.92999999999961</c:v>
                </c:pt>
                <c:pt idx="564">
                  <c:v>348.74</c:v>
                </c:pt>
                <c:pt idx="565">
                  <c:v>362.09</c:v>
                </c:pt>
                <c:pt idx="566">
                  <c:v>359.31</c:v>
                </c:pt>
                <c:pt idx="567">
                  <c:v>352.68</c:v>
                </c:pt>
                <c:pt idx="568">
                  <c:v>357.09</c:v>
                </c:pt>
                <c:pt idx="569">
                  <c:v>373.62</c:v>
                </c:pt>
                <c:pt idx="570">
                  <c:v>379.03</c:v>
                </c:pt>
                <c:pt idx="571">
                  <c:v>413.17</c:v>
                </c:pt>
                <c:pt idx="572">
                  <c:v>450.9</c:v>
                </c:pt>
                <c:pt idx="573">
                  <c:v>429.45</c:v>
                </c:pt>
                <c:pt idx="574">
                  <c:v>400.36</c:v>
                </c:pt>
                <c:pt idx="575">
                  <c:v>390.53</c:v>
                </c:pt>
                <c:pt idx="576">
                  <c:v>378.87</c:v>
                </c:pt>
                <c:pt idx="577">
                  <c:v>379.05</c:v>
                </c:pt>
                <c:pt idx="578">
                  <c:v>412.94</c:v>
                </c:pt>
                <c:pt idx="579">
                  <c:v>473.87</c:v>
                </c:pt>
                <c:pt idx="580">
                  <c:v>469.9</c:v>
                </c:pt>
                <c:pt idx="581">
                  <c:v>447.39</c:v>
                </c:pt>
                <c:pt idx="582">
                  <c:v>424.5</c:v>
                </c:pt>
                <c:pt idx="583">
                  <c:v>408.83</c:v>
                </c:pt>
                <c:pt idx="584">
                  <c:v>403.21999999999969</c:v>
                </c:pt>
                <c:pt idx="585">
                  <c:v>391.9</c:v>
                </c:pt>
                <c:pt idx="586">
                  <c:v>415.95</c:v>
                </c:pt>
                <c:pt idx="587">
                  <c:v>591.69000000000005</c:v>
                </c:pt>
                <c:pt idx="588">
                  <c:v>866.27000000000055</c:v>
                </c:pt>
                <c:pt idx="589">
                  <c:v>881.39</c:v>
                </c:pt>
                <c:pt idx="590">
                  <c:v>753.77000000000055</c:v>
                </c:pt>
                <c:pt idx="591">
                  <c:v>690.39</c:v>
                </c:pt>
                <c:pt idx="592">
                  <c:v>709.15</c:v>
                </c:pt>
                <c:pt idx="593">
                  <c:v>942.48</c:v>
                </c:pt>
                <c:pt idx="594">
                  <c:v>1228.47</c:v>
                </c:pt>
                <c:pt idx="595">
                  <c:v>1119.8899999999999</c:v>
                </c:pt>
                <c:pt idx="596">
                  <c:v>1014.8</c:v>
                </c:pt>
                <c:pt idx="597">
                  <c:v>1030.51</c:v>
                </c:pt>
                <c:pt idx="598">
                  <c:v>957.99</c:v>
                </c:pt>
                <c:pt idx="599">
                  <c:v>864.52</c:v>
                </c:pt>
                <c:pt idx="600">
                  <c:v>835.02</c:v>
                </c:pt>
                <c:pt idx="601">
                  <c:v>871.13</c:v>
                </c:pt>
                <c:pt idx="602">
                  <c:v>1023.49</c:v>
                </c:pt>
                <c:pt idx="603">
                  <c:v>1119.5999999999999</c:v>
                </c:pt>
                <c:pt idx="604">
                  <c:v>1038.52</c:v>
                </c:pt>
                <c:pt idx="605">
                  <c:v>973.9</c:v>
                </c:pt>
                <c:pt idx="606">
                  <c:v>933.64</c:v>
                </c:pt>
                <c:pt idx="607">
                  <c:v>901.63</c:v>
                </c:pt>
                <c:pt idx="608">
                  <c:v>866.22</c:v>
                </c:pt>
                <c:pt idx="609">
                  <c:v>851.75</c:v>
                </c:pt>
                <c:pt idx="610">
                  <c:v>877.01</c:v>
                </c:pt>
                <c:pt idx="611">
                  <c:v>892.61</c:v>
                </c:pt>
                <c:pt idx="612">
                  <c:v>907.27000000000055</c:v>
                </c:pt>
                <c:pt idx="613">
                  <c:v>916.3</c:v>
                </c:pt>
                <c:pt idx="614">
                  <c:v>944.98</c:v>
                </c:pt>
                <c:pt idx="615">
                  <c:v>887.69</c:v>
                </c:pt>
                <c:pt idx="616">
                  <c:v>844.09</c:v>
                </c:pt>
                <c:pt idx="617">
                  <c:v>829.23</c:v>
                </c:pt>
                <c:pt idx="618">
                  <c:v>817.39</c:v>
                </c:pt>
                <c:pt idx="619">
                  <c:v>816.05</c:v>
                </c:pt>
                <c:pt idx="620">
                  <c:v>814.9</c:v>
                </c:pt>
                <c:pt idx="621">
                  <c:v>1021.16</c:v>
                </c:pt>
                <c:pt idx="622">
                  <c:v>1742.45</c:v>
                </c:pt>
                <c:pt idx="623">
                  <c:v>1528.91</c:v>
                </c:pt>
                <c:pt idx="624">
                  <c:v>1275.3799999999999</c:v>
                </c:pt>
                <c:pt idx="625">
                  <c:v>1149.06</c:v>
                </c:pt>
                <c:pt idx="626">
                  <c:v>1277.74</c:v>
                </c:pt>
                <c:pt idx="627">
                  <c:v>1510.08</c:v>
                </c:pt>
                <c:pt idx="628">
                  <c:v>1543.36</c:v>
                </c:pt>
                <c:pt idx="629">
                  <c:v>1487.99</c:v>
                </c:pt>
                <c:pt idx="630">
                  <c:v>1410.4</c:v>
                </c:pt>
                <c:pt idx="631">
                  <c:v>1388.05</c:v>
                </c:pt>
                <c:pt idx="632">
                  <c:v>1464.25</c:v>
                </c:pt>
                <c:pt idx="633">
                  <c:v>1357.34</c:v>
                </c:pt>
                <c:pt idx="634">
                  <c:v>1256.57</c:v>
                </c:pt>
                <c:pt idx="635">
                  <c:v>1180.3599999999999</c:v>
                </c:pt>
                <c:pt idx="636">
                  <c:v>1124.97</c:v>
                </c:pt>
                <c:pt idx="637">
                  <c:v>1092.95</c:v>
                </c:pt>
                <c:pt idx="638">
                  <c:v>1074.82</c:v>
                </c:pt>
                <c:pt idx="639">
                  <c:v>1050.9100000000001</c:v>
                </c:pt>
                <c:pt idx="640">
                  <c:v>966.6</c:v>
                </c:pt>
                <c:pt idx="641">
                  <c:v>945.04</c:v>
                </c:pt>
                <c:pt idx="642">
                  <c:v>1434.45</c:v>
                </c:pt>
                <c:pt idx="643">
                  <c:v>2127.21</c:v>
                </c:pt>
                <c:pt idx="644">
                  <c:v>2070.9499999999998</c:v>
                </c:pt>
                <c:pt idx="645">
                  <c:v>1790.71</c:v>
                </c:pt>
                <c:pt idx="646">
                  <c:v>1666.01</c:v>
                </c:pt>
                <c:pt idx="647">
                  <c:v>1581.87</c:v>
                </c:pt>
                <c:pt idx="648">
                  <c:v>1483.7</c:v>
                </c:pt>
                <c:pt idx="649">
                  <c:v>1418.03</c:v>
                </c:pt>
                <c:pt idx="650">
                  <c:v>1290.1599999999999</c:v>
                </c:pt>
                <c:pt idx="651">
                  <c:v>1224.8</c:v>
                </c:pt>
                <c:pt idx="652">
                  <c:v>1277.1299999999999</c:v>
                </c:pt>
                <c:pt idx="653">
                  <c:v>1450.8899999999999</c:v>
                </c:pt>
                <c:pt idx="654">
                  <c:v>1683.93</c:v>
                </c:pt>
                <c:pt idx="655">
                  <c:v>1884.35</c:v>
                </c:pt>
                <c:pt idx="656">
                  <c:v>1601.29</c:v>
                </c:pt>
                <c:pt idx="657">
                  <c:v>1436.32</c:v>
                </c:pt>
                <c:pt idx="658">
                  <c:v>1309.8699999999999</c:v>
                </c:pt>
                <c:pt idx="659">
                  <c:v>1207.25</c:v>
                </c:pt>
                <c:pt idx="660">
                  <c:v>1134.8499999999999</c:v>
                </c:pt>
                <c:pt idx="661">
                  <c:v>1096.27</c:v>
                </c:pt>
                <c:pt idx="662">
                  <c:v>1082.2</c:v>
                </c:pt>
                <c:pt idx="663">
                  <c:v>1069.7</c:v>
                </c:pt>
                <c:pt idx="664">
                  <c:v>1038.97</c:v>
                </c:pt>
                <c:pt idx="665">
                  <c:v>1026.5</c:v>
                </c:pt>
                <c:pt idx="666">
                  <c:v>1142.48</c:v>
                </c:pt>
                <c:pt idx="667">
                  <c:v>1270.8699999999999</c:v>
                </c:pt>
                <c:pt idx="668">
                  <c:v>1235.03</c:v>
                </c:pt>
                <c:pt idx="669">
                  <c:v>1176.44</c:v>
                </c:pt>
                <c:pt idx="670">
                  <c:v>1090.21</c:v>
                </c:pt>
                <c:pt idx="671">
                  <c:v>1028.1099999999999</c:v>
                </c:pt>
                <c:pt idx="672">
                  <c:v>968.62</c:v>
                </c:pt>
                <c:pt idx="673">
                  <c:v>926.12</c:v>
                </c:pt>
                <c:pt idx="674">
                  <c:v>912.93</c:v>
                </c:pt>
                <c:pt idx="675">
                  <c:v>901.91</c:v>
                </c:pt>
                <c:pt idx="676">
                  <c:v>885.62</c:v>
                </c:pt>
                <c:pt idx="677">
                  <c:v>861.88</c:v>
                </c:pt>
                <c:pt idx="678">
                  <c:v>839.13</c:v>
                </c:pt>
                <c:pt idx="679">
                  <c:v>824.77000000000055</c:v>
                </c:pt>
                <c:pt idx="680">
                  <c:v>820.68000000000052</c:v>
                </c:pt>
                <c:pt idx="681">
                  <c:v>817.27000000000055</c:v>
                </c:pt>
                <c:pt idx="682">
                  <c:v>800.69</c:v>
                </c:pt>
                <c:pt idx="683">
                  <c:v>794.16</c:v>
                </c:pt>
                <c:pt idx="684">
                  <c:v>784.39</c:v>
                </c:pt>
                <c:pt idx="685">
                  <c:v>765.18000000000052</c:v>
                </c:pt>
                <c:pt idx="686">
                  <c:v>731.58</c:v>
                </c:pt>
                <c:pt idx="687">
                  <c:v>713.38</c:v>
                </c:pt>
                <c:pt idx="688">
                  <c:v>710.64</c:v>
                </c:pt>
                <c:pt idx="689">
                  <c:v>728.58</c:v>
                </c:pt>
                <c:pt idx="690">
                  <c:v>793.55</c:v>
                </c:pt>
                <c:pt idx="691">
                  <c:v>794.53</c:v>
                </c:pt>
                <c:pt idx="692">
                  <c:v>756.05</c:v>
                </c:pt>
                <c:pt idx="693">
                  <c:v>742.17000000000053</c:v>
                </c:pt>
                <c:pt idx="694">
                  <c:v>736.29000000000053</c:v>
                </c:pt>
                <c:pt idx="695">
                  <c:v>735.52</c:v>
                </c:pt>
                <c:pt idx="696">
                  <c:v>731.34999999999934</c:v>
                </c:pt>
                <c:pt idx="697">
                  <c:v>710.49</c:v>
                </c:pt>
                <c:pt idx="698">
                  <c:v>697.25</c:v>
                </c:pt>
                <c:pt idx="699">
                  <c:v>685.12</c:v>
                </c:pt>
                <c:pt idx="700">
                  <c:v>665.92</c:v>
                </c:pt>
                <c:pt idx="701">
                  <c:v>667.72</c:v>
                </c:pt>
                <c:pt idx="702">
                  <c:v>664.12</c:v>
                </c:pt>
                <c:pt idx="703">
                  <c:v>658.58</c:v>
                </c:pt>
                <c:pt idx="704">
                  <c:v>649.67999999999995</c:v>
                </c:pt>
                <c:pt idx="705">
                  <c:v>638.75</c:v>
                </c:pt>
                <c:pt idx="706">
                  <c:v>623.91999999999996</c:v>
                </c:pt>
                <c:pt idx="707">
                  <c:v>615.4</c:v>
                </c:pt>
                <c:pt idx="708">
                  <c:v>611.77000000000055</c:v>
                </c:pt>
                <c:pt idx="709">
                  <c:v>611.02</c:v>
                </c:pt>
                <c:pt idx="710">
                  <c:v>613.77000000000055</c:v>
                </c:pt>
                <c:pt idx="711">
                  <c:v>611.88</c:v>
                </c:pt>
                <c:pt idx="712">
                  <c:v>604.29999999999995</c:v>
                </c:pt>
                <c:pt idx="713">
                  <c:v>594.11</c:v>
                </c:pt>
                <c:pt idx="714">
                  <c:v>590.08000000000004</c:v>
                </c:pt>
                <c:pt idx="715">
                  <c:v>591.30999999999949</c:v>
                </c:pt>
                <c:pt idx="716">
                  <c:v>593.47</c:v>
                </c:pt>
                <c:pt idx="717">
                  <c:v>585.27000000000055</c:v>
                </c:pt>
                <c:pt idx="718">
                  <c:v>572.21</c:v>
                </c:pt>
                <c:pt idx="719">
                  <c:v>559.80999999999949</c:v>
                </c:pt>
                <c:pt idx="720">
                  <c:v>556.64</c:v>
                </c:pt>
                <c:pt idx="721">
                  <c:v>560.73</c:v>
                </c:pt>
                <c:pt idx="722">
                  <c:v>555.69000000000005</c:v>
                </c:pt>
                <c:pt idx="723">
                  <c:v>556.87</c:v>
                </c:pt>
                <c:pt idx="724">
                  <c:v>567.93999999999949</c:v>
                </c:pt>
                <c:pt idx="725">
                  <c:v>562.04999999999939</c:v>
                </c:pt>
                <c:pt idx="726">
                  <c:v>552.58000000000004</c:v>
                </c:pt>
                <c:pt idx="727">
                  <c:v>547.64</c:v>
                </c:pt>
                <c:pt idx="728">
                  <c:v>536.95999999999947</c:v>
                </c:pt>
                <c:pt idx="729">
                  <c:v>522.72</c:v>
                </c:pt>
              </c:numCache>
            </c:numRef>
          </c:yVal>
          <c:smooth val="0"/>
          <c:extLst>
            <c:ext xmlns:c16="http://schemas.microsoft.com/office/drawing/2014/chart" uri="{C3380CC4-5D6E-409C-BE32-E72D297353CC}">
              <c16:uniqueId val="{00000000-467D-455F-8E22-459B486F2A01}"/>
            </c:ext>
          </c:extLst>
        </c:ser>
        <c:dLbls>
          <c:showLegendKey val="0"/>
          <c:showVal val="0"/>
          <c:showCatName val="0"/>
          <c:showSerName val="0"/>
          <c:showPercent val="0"/>
          <c:showBubbleSize val="0"/>
        </c:dLbls>
        <c:axId val="114809088"/>
        <c:axId val="113418240"/>
      </c:scatterChart>
      <c:scatterChart>
        <c:scatterStyle val="lineMarker"/>
        <c:varyColors val="0"/>
        <c:ser>
          <c:idx val="0"/>
          <c:order val="0"/>
          <c:tx>
            <c:strRef>
              <c:f>Boretto_CC!$B$1</c:f>
              <c:strCache>
                <c:ptCount val="1"/>
                <c:pt idx="0">
                  <c:v>Tair_obs</c:v>
                </c:pt>
              </c:strCache>
            </c:strRef>
          </c:tx>
          <c:spPr>
            <a:ln>
              <a:solidFill>
                <a:srgbClr val="00B050"/>
              </a:solidFill>
            </a:ln>
          </c:spPr>
          <c:marker>
            <c:symbol val="none"/>
          </c:marker>
          <c:xVal>
            <c:numRef>
              <c:f>Boretto_CC!$A$2:$A$1006</c:f>
              <c:numCache>
                <c:formatCode>m/d/yyyy</c:formatCode>
                <c:ptCount val="1005"/>
                <c:pt idx="0">
                  <c:v>41640</c:v>
                </c:pt>
                <c:pt idx="1">
                  <c:v>41641</c:v>
                </c:pt>
                <c:pt idx="2">
                  <c:v>41642</c:v>
                </c:pt>
                <c:pt idx="3">
                  <c:v>41643</c:v>
                </c:pt>
                <c:pt idx="4">
                  <c:v>41644</c:v>
                </c:pt>
                <c:pt idx="5">
                  <c:v>41645</c:v>
                </c:pt>
                <c:pt idx="6">
                  <c:v>41646</c:v>
                </c:pt>
                <c:pt idx="7">
                  <c:v>41647</c:v>
                </c:pt>
                <c:pt idx="8">
                  <c:v>41648</c:v>
                </c:pt>
                <c:pt idx="9">
                  <c:v>41649</c:v>
                </c:pt>
                <c:pt idx="10">
                  <c:v>41650</c:v>
                </c:pt>
                <c:pt idx="11">
                  <c:v>41651</c:v>
                </c:pt>
                <c:pt idx="12">
                  <c:v>41652</c:v>
                </c:pt>
                <c:pt idx="13">
                  <c:v>41653</c:v>
                </c:pt>
                <c:pt idx="14">
                  <c:v>41654</c:v>
                </c:pt>
                <c:pt idx="15">
                  <c:v>41655</c:v>
                </c:pt>
                <c:pt idx="16">
                  <c:v>41656</c:v>
                </c:pt>
                <c:pt idx="17">
                  <c:v>41657</c:v>
                </c:pt>
                <c:pt idx="18">
                  <c:v>41658</c:v>
                </c:pt>
                <c:pt idx="19">
                  <c:v>41659</c:v>
                </c:pt>
                <c:pt idx="20">
                  <c:v>41660</c:v>
                </c:pt>
                <c:pt idx="21">
                  <c:v>41661</c:v>
                </c:pt>
                <c:pt idx="22">
                  <c:v>41662</c:v>
                </c:pt>
                <c:pt idx="23">
                  <c:v>41663</c:v>
                </c:pt>
                <c:pt idx="24">
                  <c:v>41664</c:v>
                </c:pt>
                <c:pt idx="25">
                  <c:v>41665</c:v>
                </c:pt>
                <c:pt idx="26">
                  <c:v>41666</c:v>
                </c:pt>
                <c:pt idx="27">
                  <c:v>41667</c:v>
                </c:pt>
                <c:pt idx="28">
                  <c:v>41668</c:v>
                </c:pt>
                <c:pt idx="29">
                  <c:v>41669</c:v>
                </c:pt>
                <c:pt idx="30">
                  <c:v>41670</c:v>
                </c:pt>
                <c:pt idx="31">
                  <c:v>41671</c:v>
                </c:pt>
                <c:pt idx="32">
                  <c:v>41672</c:v>
                </c:pt>
                <c:pt idx="33">
                  <c:v>41673</c:v>
                </c:pt>
                <c:pt idx="34">
                  <c:v>41674</c:v>
                </c:pt>
                <c:pt idx="35">
                  <c:v>41675</c:v>
                </c:pt>
                <c:pt idx="36">
                  <c:v>41676</c:v>
                </c:pt>
                <c:pt idx="37">
                  <c:v>41677</c:v>
                </c:pt>
                <c:pt idx="38">
                  <c:v>41678</c:v>
                </c:pt>
                <c:pt idx="39">
                  <c:v>41679</c:v>
                </c:pt>
                <c:pt idx="40">
                  <c:v>41680</c:v>
                </c:pt>
                <c:pt idx="41">
                  <c:v>41681</c:v>
                </c:pt>
                <c:pt idx="42">
                  <c:v>41682</c:v>
                </c:pt>
                <c:pt idx="43">
                  <c:v>41683</c:v>
                </c:pt>
                <c:pt idx="44">
                  <c:v>41684</c:v>
                </c:pt>
                <c:pt idx="45">
                  <c:v>41685</c:v>
                </c:pt>
                <c:pt idx="46">
                  <c:v>41686</c:v>
                </c:pt>
                <c:pt idx="47">
                  <c:v>41687</c:v>
                </c:pt>
                <c:pt idx="48">
                  <c:v>41688</c:v>
                </c:pt>
                <c:pt idx="49">
                  <c:v>41689</c:v>
                </c:pt>
                <c:pt idx="50">
                  <c:v>41690</c:v>
                </c:pt>
                <c:pt idx="51">
                  <c:v>41691</c:v>
                </c:pt>
                <c:pt idx="52">
                  <c:v>41692</c:v>
                </c:pt>
                <c:pt idx="53">
                  <c:v>41693</c:v>
                </c:pt>
                <c:pt idx="54">
                  <c:v>41694</c:v>
                </c:pt>
                <c:pt idx="55">
                  <c:v>41695</c:v>
                </c:pt>
                <c:pt idx="56">
                  <c:v>41696</c:v>
                </c:pt>
                <c:pt idx="57">
                  <c:v>41697</c:v>
                </c:pt>
                <c:pt idx="58">
                  <c:v>41698</c:v>
                </c:pt>
                <c:pt idx="59">
                  <c:v>41699</c:v>
                </c:pt>
                <c:pt idx="60">
                  <c:v>41700</c:v>
                </c:pt>
                <c:pt idx="61">
                  <c:v>41701</c:v>
                </c:pt>
                <c:pt idx="62">
                  <c:v>41702</c:v>
                </c:pt>
                <c:pt idx="63">
                  <c:v>41703</c:v>
                </c:pt>
                <c:pt idx="64">
                  <c:v>41704</c:v>
                </c:pt>
                <c:pt idx="65">
                  <c:v>41705</c:v>
                </c:pt>
                <c:pt idx="66">
                  <c:v>41706</c:v>
                </c:pt>
                <c:pt idx="67">
                  <c:v>41707</c:v>
                </c:pt>
                <c:pt idx="68">
                  <c:v>41708</c:v>
                </c:pt>
                <c:pt idx="69">
                  <c:v>41709</c:v>
                </c:pt>
                <c:pt idx="70">
                  <c:v>41710</c:v>
                </c:pt>
                <c:pt idx="71">
                  <c:v>41711</c:v>
                </c:pt>
                <c:pt idx="72">
                  <c:v>41712</c:v>
                </c:pt>
                <c:pt idx="73">
                  <c:v>41713</c:v>
                </c:pt>
                <c:pt idx="74">
                  <c:v>41714</c:v>
                </c:pt>
                <c:pt idx="75">
                  <c:v>41715</c:v>
                </c:pt>
                <c:pt idx="76">
                  <c:v>41716</c:v>
                </c:pt>
                <c:pt idx="77">
                  <c:v>41717</c:v>
                </c:pt>
                <c:pt idx="78">
                  <c:v>41718</c:v>
                </c:pt>
                <c:pt idx="79">
                  <c:v>41719</c:v>
                </c:pt>
                <c:pt idx="80">
                  <c:v>41720</c:v>
                </c:pt>
                <c:pt idx="81">
                  <c:v>41721</c:v>
                </c:pt>
                <c:pt idx="82">
                  <c:v>41722</c:v>
                </c:pt>
                <c:pt idx="83">
                  <c:v>41723</c:v>
                </c:pt>
                <c:pt idx="84">
                  <c:v>41724</c:v>
                </c:pt>
                <c:pt idx="85">
                  <c:v>41725</c:v>
                </c:pt>
                <c:pt idx="86">
                  <c:v>41726</c:v>
                </c:pt>
                <c:pt idx="87">
                  <c:v>41727</c:v>
                </c:pt>
                <c:pt idx="88">
                  <c:v>41728</c:v>
                </c:pt>
                <c:pt idx="89">
                  <c:v>41729</c:v>
                </c:pt>
                <c:pt idx="90">
                  <c:v>41730</c:v>
                </c:pt>
                <c:pt idx="91">
                  <c:v>41731</c:v>
                </c:pt>
                <c:pt idx="92">
                  <c:v>41732</c:v>
                </c:pt>
                <c:pt idx="93">
                  <c:v>41733</c:v>
                </c:pt>
                <c:pt idx="94">
                  <c:v>41734</c:v>
                </c:pt>
                <c:pt idx="95">
                  <c:v>41735</c:v>
                </c:pt>
                <c:pt idx="96">
                  <c:v>41736</c:v>
                </c:pt>
                <c:pt idx="97">
                  <c:v>41737</c:v>
                </c:pt>
                <c:pt idx="98">
                  <c:v>41738</c:v>
                </c:pt>
                <c:pt idx="99">
                  <c:v>41739</c:v>
                </c:pt>
                <c:pt idx="100">
                  <c:v>41740</c:v>
                </c:pt>
                <c:pt idx="101">
                  <c:v>41741</c:v>
                </c:pt>
                <c:pt idx="102">
                  <c:v>41742</c:v>
                </c:pt>
                <c:pt idx="103">
                  <c:v>41743</c:v>
                </c:pt>
                <c:pt idx="104">
                  <c:v>41744</c:v>
                </c:pt>
                <c:pt idx="105">
                  <c:v>41745</c:v>
                </c:pt>
                <c:pt idx="106">
                  <c:v>41746</c:v>
                </c:pt>
                <c:pt idx="107">
                  <c:v>41747</c:v>
                </c:pt>
                <c:pt idx="108">
                  <c:v>41748</c:v>
                </c:pt>
                <c:pt idx="109">
                  <c:v>41749</c:v>
                </c:pt>
                <c:pt idx="110">
                  <c:v>41750</c:v>
                </c:pt>
                <c:pt idx="111">
                  <c:v>41751</c:v>
                </c:pt>
                <c:pt idx="112">
                  <c:v>41752</c:v>
                </c:pt>
                <c:pt idx="113">
                  <c:v>41753</c:v>
                </c:pt>
                <c:pt idx="114">
                  <c:v>41754</c:v>
                </c:pt>
                <c:pt idx="115">
                  <c:v>41755</c:v>
                </c:pt>
                <c:pt idx="116">
                  <c:v>41756</c:v>
                </c:pt>
                <c:pt idx="117">
                  <c:v>41757</c:v>
                </c:pt>
                <c:pt idx="118">
                  <c:v>41758</c:v>
                </c:pt>
                <c:pt idx="119">
                  <c:v>41759</c:v>
                </c:pt>
                <c:pt idx="120">
                  <c:v>41760</c:v>
                </c:pt>
                <c:pt idx="121">
                  <c:v>41761</c:v>
                </c:pt>
                <c:pt idx="122">
                  <c:v>41762</c:v>
                </c:pt>
                <c:pt idx="123">
                  <c:v>41763</c:v>
                </c:pt>
                <c:pt idx="124">
                  <c:v>41764</c:v>
                </c:pt>
                <c:pt idx="125">
                  <c:v>41765</c:v>
                </c:pt>
                <c:pt idx="126">
                  <c:v>41766</c:v>
                </c:pt>
                <c:pt idx="127">
                  <c:v>41767</c:v>
                </c:pt>
                <c:pt idx="128">
                  <c:v>41768</c:v>
                </c:pt>
                <c:pt idx="129">
                  <c:v>41769</c:v>
                </c:pt>
                <c:pt idx="130">
                  <c:v>41770</c:v>
                </c:pt>
                <c:pt idx="131">
                  <c:v>41771</c:v>
                </c:pt>
                <c:pt idx="132">
                  <c:v>41772</c:v>
                </c:pt>
                <c:pt idx="133">
                  <c:v>41773</c:v>
                </c:pt>
                <c:pt idx="134">
                  <c:v>41774</c:v>
                </c:pt>
                <c:pt idx="135">
                  <c:v>41775</c:v>
                </c:pt>
                <c:pt idx="136">
                  <c:v>41776</c:v>
                </c:pt>
                <c:pt idx="137">
                  <c:v>41777</c:v>
                </c:pt>
                <c:pt idx="138">
                  <c:v>41778</c:v>
                </c:pt>
                <c:pt idx="139">
                  <c:v>41779</c:v>
                </c:pt>
                <c:pt idx="140">
                  <c:v>41780</c:v>
                </c:pt>
                <c:pt idx="141">
                  <c:v>41781</c:v>
                </c:pt>
                <c:pt idx="142">
                  <c:v>41782</c:v>
                </c:pt>
                <c:pt idx="143">
                  <c:v>41783</c:v>
                </c:pt>
                <c:pt idx="144">
                  <c:v>41784</c:v>
                </c:pt>
                <c:pt idx="145">
                  <c:v>41785</c:v>
                </c:pt>
                <c:pt idx="146">
                  <c:v>41786</c:v>
                </c:pt>
                <c:pt idx="147">
                  <c:v>41787</c:v>
                </c:pt>
                <c:pt idx="148">
                  <c:v>41788</c:v>
                </c:pt>
                <c:pt idx="149">
                  <c:v>41789</c:v>
                </c:pt>
                <c:pt idx="150">
                  <c:v>41790</c:v>
                </c:pt>
                <c:pt idx="151">
                  <c:v>41791</c:v>
                </c:pt>
                <c:pt idx="152">
                  <c:v>41792</c:v>
                </c:pt>
                <c:pt idx="153">
                  <c:v>41793</c:v>
                </c:pt>
                <c:pt idx="154">
                  <c:v>41794</c:v>
                </c:pt>
                <c:pt idx="155">
                  <c:v>41795</c:v>
                </c:pt>
                <c:pt idx="156">
                  <c:v>41796</c:v>
                </c:pt>
                <c:pt idx="157">
                  <c:v>41797</c:v>
                </c:pt>
                <c:pt idx="158">
                  <c:v>41798</c:v>
                </c:pt>
                <c:pt idx="159">
                  <c:v>41799</c:v>
                </c:pt>
                <c:pt idx="160">
                  <c:v>41800</c:v>
                </c:pt>
                <c:pt idx="161">
                  <c:v>41801</c:v>
                </c:pt>
                <c:pt idx="162">
                  <c:v>41802</c:v>
                </c:pt>
                <c:pt idx="163">
                  <c:v>41803</c:v>
                </c:pt>
                <c:pt idx="164">
                  <c:v>41804</c:v>
                </c:pt>
                <c:pt idx="165">
                  <c:v>41805</c:v>
                </c:pt>
                <c:pt idx="166">
                  <c:v>41806</c:v>
                </c:pt>
                <c:pt idx="167">
                  <c:v>41807</c:v>
                </c:pt>
                <c:pt idx="168">
                  <c:v>41808</c:v>
                </c:pt>
                <c:pt idx="169">
                  <c:v>41809</c:v>
                </c:pt>
                <c:pt idx="170">
                  <c:v>41810</c:v>
                </c:pt>
                <c:pt idx="171">
                  <c:v>41811</c:v>
                </c:pt>
                <c:pt idx="172">
                  <c:v>41812</c:v>
                </c:pt>
                <c:pt idx="173">
                  <c:v>41813</c:v>
                </c:pt>
                <c:pt idx="174">
                  <c:v>41814</c:v>
                </c:pt>
                <c:pt idx="175">
                  <c:v>41815</c:v>
                </c:pt>
                <c:pt idx="176">
                  <c:v>41816</c:v>
                </c:pt>
                <c:pt idx="177">
                  <c:v>41817</c:v>
                </c:pt>
                <c:pt idx="178">
                  <c:v>41818</c:v>
                </c:pt>
                <c:pt idx="179">
                  <c:v>41819</c:v>
                </c:pt>
                <c:pt idx="180">
                  <c:v>41820</c:v>
                </c:pt>
                <c:pt idx="181">
                  <c:v>41821</c:v>
                </c:pt>
                <c:pt idx="182">
                  <c:v>41822</c:v>
                </c:pt>
                <c:pt idx="183">
                  <c:v>41823</c:v>
                </c:pt>
                <c:pt idx="184">
                  <c:v>41824</c:v>
                </c:pt>
                <c:pt idx="185">
                  <c:v>41825</c:v>
                </c:pt>
                <c:pt idx="186">
                  <c:v>41826</c:v>
                </c:pt>
                <c:pt idx="187">
                  <c:v>41827</c:v>
                </c:pt>
                <c:pt idx="188">
                  <c:v>41828</c:v>
                </c:pt>
                <c:pt idx="189">
                  <c:v>41829</c:v>
                </c:pt>
                <c:pt idx="190">
                  <c:v>41830</c:v>
                </c:pt>
                <c:pt idx="191">
                  <c:v>41831</c:v>
                </c:pt>
                <c:pt idx="192">
                  <c:v>41832</c:v>
                </c:pt>
                <c:pt idx="193">
                  <c:v>41833</c:v>
                </c:pt>
                <c:pt idx="194">
                  <c:v>41834</c:v>
                </c:pt>
                <c:pt idx="195">
                  <c:v>41835</c:v>
                </c:pt>
                <c:pt idx="196">
                  <c:v>41836</c:v>
                </c:pt>
                <c:pt idx="197">
                  <c:v>41837</c:v>
                </c:pt>
                <c:pt idx="198">
                  <c:v>41838</c:v>
                </c:pt>
                <c:pt idx="199">
                  <c:v>41839</c:v>
                </c:pt>
                <c:pt idx="200">
                  <c:v>41840</c:v>
                </c:pt>
                <c:pt idx="201">
                  <c:v>41841</c:v>
                </c:pt>
                <c:pt idx="202">
                  <c:v>41842</c:v>
                </c:pt>
                <c:pt idx="203">
                  <c:v>41843</c:v>
                </c:pt>
                <c:pt idx="204">
                  <c:v>41844</c:v>
                </c:pt>
                <c:pt idx="205">
                  <c:v>41845</c:v>
                </c:pt>
                <c:pt idx="206">
                  <c:v>41846</c:v>
                </c:pt>
                <c:pt idx="207">
                  <c:v>41847</c:v>
                </c:pt>
                <c:pt idx="208">
                  <c:v>41848</c:v>
                </c:pt>
                <c:pt idx="209">
                  <c:v>41849</c:v>
                </c:pt>
                <c:pt idx="210">
                  <c:v>41850</c:v>
                </c:pt>
                <c:pt idx="211">
                  <c:v>41851</c:v>
                </c:pt>
                <c:pt idx="212">
                  <c:v>41852</c:v>
                </c:pt>
                <c:pt idx="213">
                  <c:v>41853</c:v>
                </c:pt>
                <c:pt idx="214">
                  <c:v>41854</c:v>
                </c:pt>
                <c:pt idx="215">
                  <c:v>41855</c:v>
                </c:pt>
                <c:pt idx="216">
                  <c:v>41856</c:v>
                </c:pt>
                <c:pt idx="217">
                  <c:v>41857</c:v>
                </c:pt>
                <c:pt idx="218">
                  <c:v>41858</c:v>
                </c:pt>
                <c:pt idx="219">
                  <c:v>41859</c:v>
                </c:pt>
                <c:pt idx="220">
                  <c:v>41860</c:v>
                </c:pt>
                <c:pt idx="221">
                  <c:v>41861</c:v>
                </c:pt>
                <c:pt idx="222">
                  <c:v>41862</c:v>
                </c:pt>
                <c:pt idx="223">
                  <c:v>41863</c:v>
                </c:pt>
                <c:pt idx="224">
                  <c:v>41864</c:v>
                </c:pt>
                <c:pt idx="225">
                  <c:v>41865</c:v>
                </c:pt>
                <c:pt idx="226">
                  <c:v>41866</c:v>
                </c:pt>
                <c:pt idx="227">
                  <c:v>41867</c:v>
                </c:pt>
                <c:pt idx="228">
                  <c:v>41868</c:v>
                </c:pt>
                <c:pt idx="229">
                  <c:v>41869</c:v>
                </c:pt>
                <c:pt idx="230">
                  <c:v>41870</c:v>
                </c:pt>
                <c:pt idx="231">
                  <c:v>41871</c:v>
                </c:pt>
                <c:pt idx="232">
                  <c:v>41872</c:v>
                </c:pt>
                <c:pt idx="233">
                  <c:v>41873</c:v>
                </c:pt>
                <c:pt idx="234">
                  <c:v>41874</c:v>
                </c:pt>
                <c:pt idx="235">
                  <c:v>41875</c:v>
                </c:pt>
                <c:pt idx="236">
                  <c:v>41876</c:v>
                </c:pt>
                <c:pt idx="237">
                  <c:v>41877</c:v>
                </c:pt>
                <c:pt idx="238">
                  <c:v>41878</c:v>
                </c:pt>
                <c:pt idx="239">
                  <c:v>41879</c:v>
                </c:pt>
                <c:pt idx="240">
                  <c:v>41880</c:v>
                </c:pt>
                <c:pt idx="241">
                  <c:v>41881</c:v>
                </c:pt>
                <c:pt idx="242">
                  <c:v>41882</c:v>
                </c:pt>
                <c:pt idx="243">
                  <c:v>41883</c:v>
                </c:pt>
                <c:pt idx="244">
                  <c:v>41884</c:v>
                </c:pt>
                <c:pt idx="245">
                  <c:v>41885</c:v>
                </c:pt>
                <c:pt idx="246">
                  <c:v>41886</c:v>
                </c:pt>
                <c:pt idx="247">
                  <c:v>41887</c:v>
                </c:pt>
                <c:pt idx="248">
                  <c:v>41888</c:v>
                </c:pt>
                <c:pt idx="249">
                  <c:v>41889</c:v>
                </c:pt>
                <c:pt idx="250">
                  <c:v>41890</c:v>
                </c:pt>
                <c:pt idx="251">
                  <c:v>41891</c:v>
                </c:pt>
                <c:pt idx="252">
                  <c:v>41892</c:v>
                </c:pt>
                <c:pt idx="253">
                  <c:v>41893</c:v>
                </c:pt>
                <c:pt idx="254">
                  <c:v>41894</c:v>
                </c:pt>
                <c:pt idx="255">
                  <c:v>41895</c:v>
                </c:pt>
                <c:pt idx="256">
                  <c:v>41896</c:v>
                </c:pt>
                <c:pt idx="257">
                  <c:v>41897</c:v>
                </c:pt>
                <c:pt idx="258">
                  <c:v>41898</c:v>
                </c:pt>
                <c:pt idx="259">
                  <c:v>41899</c:v>
                </c:pt>
                <c:pt idx="260">
                  <c:v>41900</c:v>
                </c:pt>
                <c:pt idx="261">
                  <c:v>41901</c:v>
                </c:pt>
                <c:pt idx="262">
                  <c:v>41902</c:v>
                </c:pt>
                <c:pt idx="263">
                  <c:v>41903</c:v>
                </c:pt>
                <c:pt idx="264">
                  <c:v>41904</c:v>
                </c:pt>
                <c:pt idx="265">
                  <c:v>41905</c:v>
                </c:pt>
                <c:pt idx="266">
                  <c:v>41906</c:v>
                </c:pt>
                <c:pt idx="267">
                  <c:v>41907</c:v>
                </c:pt>
                <c:pt idx="268">
                  <c:v>41908</c:v>
                </c:pt>
                <c:pt idx="269">
                  <c:v>41909</c:v>
                </c:pt>
                <c:pt idx="270">
                  <c:v>41910</c:v>
                </c:pt>
                <c:pt idx="271">
                  <c:v>41911</c:v>
                </c:pt>
                <c:pt idx="272">
                  <c:v>41912</c:v>
                </c:pt>
                <c:pt idx="273">
                  <c:v>41913</c:v>
                </c:pt>
                <c:pt idx="274">
                  <c:v>41914</c:v>
                </c:pt>
                <c:pt idx="275">
                  <c:v>41915</c:v>
                </c:pt>
                <c:pt idx="276">
                  <c:v>41916</c:v>
                </c:pt>
                <c:pt idx="277">
                  <c:v>41917</c:v>
                </c:pt>
                <c:pt idx="278">
                  <c:v>41918</c:v>
                </c:pt>
                <c:pt idx="279">
                  <c:v>41919</c:v>
                </c:pt>
                <c:pt idx="280">
                  <c:v>41920</c:v>
                </c:pt>
                <c:pt idx="281">
                  <c:v>41921</c:v>
                </c:pt>
                <c:pt idx="282">
                  <c:v>41922</c:v>
                </c:pt>
                <c:pt idx="283">
                  <c:v>41923</c:v>
                </c:pt>
                <c:pt idx="284">
                  <c:v>41924</c:v>
                </c:pt>
                <c:pt idx="285">
                  <c:v>41925</c:v>
                </c:pt>
                <c:pt idx="286">
                  <c:v>41926</c:v>
                </c:pt>
                <c:pt idx="287">
                  <c:v>41927</c:v>
                </c:pt>
                <c:pt idx="288">
                  <c:v>41928</c:v>
                </c:pt>
                <c:pt idx="289">
                  <c:v>41929</c:v>
                </c:pt>
                <c:pt idx="290">
                  <c:v>41930</c:v>
                </c:pt>
                <c:pt idx="291">
                  <c:v>41931</c:v>
                </c:pt>
                <c:pt idx="292">
                  <c:v>41932</c:v>
                </c:pt>
                <c:pt idx="293">
                  <c:v>41933</c:v>
                </c:pt>
                <c:pt idx="294">
                  <c:v>41934</c:v>
                </c:pt>
                <c:pt idx="295">
                  <c:v>41935</c:v>
                </c:pt>
                <c:pt idx="296">
                  <c:v>41936</c:v>
                </c:pt>
                <c:pt idx="297">
                  <c:v>41937</c:v>
                </c:pt>
                <c:pt idx="298">
                  <c:v>41938</c:v>
                </c:pt>
                <c:pt idx="299">
                  <c:v>41939</c:v>
                </c:pt>
                <c:pt idx="300">
                  <c:v>41940</c:v>
                </c:pt>
                <c:pt idx="301">
                  <c:v>41941</c:v>
                </c:pt>
                <c:pt idx="302">
                  <c:v>41942</c:v>
                </c:pt>
                <c:pt idx="303">
                  <c:v>41943</c:v>
                </c:pt>
                <c:pt idx="304">
                  <c:v>41944</c:v>
                </c:pt>
                <c:pt idx="305">
                  <c:v>41945</c:v>
                </c:pt>
                <c:pt idx="306">
                  <c:v>41946</c:v>
                </c:pt>
                <c:pt idx="307">
                  <c:v>41947</c:v>
                </c:pt>
                <c:pt idx="308">
                  <c:v>41948</c:v>
                </c:pt>
                <c:pt idx="309">
                  <c:v>41949</c:v>
                </c:pt>
                <c:pt idx="310">
                  <c:v>41950</c:v>
                </c:pt>
                <c:pt idx="311">
                  <c:v>41951</c:v>
                </c:pt>
                <c:pt idx="312">
                  <c:v>41952</c:v>
                </c:pt>
                <c:pt idx="313">
                  <c:v>41953</c:v>
                </c:pt>
                <c:pt idx="314">
                  <c:v>41954</c:v>
                </c:pt>
                <c:pt idx="315">
                  <c:v>41955</c:v>
                </c:pt>
                <c:pt idx="316">
                  <c:v>41956</c:v>
                </c:pt>
                <c:pt idx="317">
                  <c:v>41957</c:v>
                </c:pt>
                <c:pt idx="318">
                  <c:v>41958</c:v>
                </c:pt>
                <c:pt idx="319">
                  <c:v>41959</c:v>
                </c:pt>
                <c:pt idx="320">
                  <c:v>41960</c:v>
                </c:pt>
                <c:pt idx="321">
                  <c:v>41961</c:v>
                </c:pt>
                <c:pt idx="322">
                  <c:v>41962</c:v>
                </c:pt>
                <c:pt idx="323">
                  <c:v>41963</c:v>
                </c:pt>
                <c:pt idx="324">
                  <c:v>41964</c:v>
                </c:pt>
                <c:pt idx="325">
                  <c:v>41965</c:v>
                </c:pt>
                <c:pt idx="326">
                  <c:v>41966</c:v>
                </c:pt>
                <c:pt idx="327">
                  <c:v>41967</c:v>
                </c:pt>
                <c:pt idx="328">
                  <c:v>41968</c:v>
                </c:pt>
                <c:pt idx="329">
                  <c:v>41969</c:v>
                </c:pt>
                <c:pt idx="330">
                  <c:v>41970</c:v>
                </c:pt>
                <c:pt idx="331">
                  <c:v>41971</c:v>
                </c:pt>
                <c:pt idx="332">
                  <c:v>41972</c:v>
                </c:pt>
                <c:pt idx="333">
                  <c:v>41973</c:v>
                </c:pt>
                <c:pt idx="334">
                  <c:v>41974</c:v>
                </c:pt>
                <c:pt idx="335">
                  <c:v>41975</c:v>
                </c:pt>
                <c:pt idx="336">
                  <c:v>41976</c:v>
                </c:pt>
                <c:pt idx="337">
                  <c:v>41977</c:v>
                </c:pt>
                <c:pt idx="338">
                  <c:v>41978</c:v>
                </c:pt>
                <c:pt idx="339">
                  <c:v>41979</c:v>
                </c:pt>
                <c:pt idx="340">
                  <c:v>41980</c:v>
                </c:pt>
                <c:pt idx="341">
                  <c:v>41981</c:v>
                </c:pt>
                <c:pt idx="342">
                  <c:v>41982</c:v>
                </c:pt>
                <c:pt idx="343">
                  <c:v>41983</c:v>
                </c:pt>
                <c:pt idx="344">
                  <c:v>41984</c:v>
                </c:pt>
                <c:pt idx="345">
                  <c:v>41985</c:v>
                </c:pt>
                <c:pt idx="346">
                  <c:v>41986</c:v>
                </c:pt>
                <c:pt idx="347">
                  <c:v>41987</c:v>
                </c:pt>
                <c:pt idx="348">
                  <c:v>41988</c:v>
                </c:pt>
                <c:pt idx="349">
                  <c:v>41989</c:v>
                </c:pt>
                <c:pt idx="350">
                  <c:v>41990</c:v>
                </c:pt>
                <c:pt idx="351">
                  <c:v>41991</c:v>
                </c:pt>
                <c:pt idx="352">
                  <c:v>41992</c:v>
                </c:pt>
                <c:pt idx="353">
                  <c:v>41993</c:v>
                </c:pt>
                <c:pt idx="354">
                  <c:v>41994</c:v>
                </c:pt>
                <c:pt idx="355">
                  <c:v>41995</c:v>
                </c:pt>
                <c:pt idx="356">
                  <c:v>41996</c:v>
                </c:pt>
                <c:pt idx="357">
                  <c:v>41997</c:v>
                </c:pt>
                <c:pt idx="358">
                  <c:v>41998</c:v>
                </c:pt>
                <c:pt idx="359">
                  <c:v>41999</c:v>
                </c:pt>
                <c:pt idx="360">
                  <c:v>42000</c:v>
                </c:pt>
                <c:pt idx="361">
                  <c:v>42001</c:v>
                </c:pt>
                <c:pt idx="362">
                  <c:v>42002</c:v>
                </c:pt>
                <c:pt idx="363">
                  <c:v>42003</c:v>
                </c:pt>
                <c:pt idx="364">
                  <c:v>42004</c:v>
                </c:pt>
                <c:pt idx="365">
                  <c:v>42005</c:v>
                </c:pt>
                <c:pt idx="366">
                  <c:v>42006</c:v>
                </c:pt>
                <c:pt idx="367">
                  <c:v>42007</c:v>
                </c:pt>
                <c:pt idx="368">
                  <c:v>42008</c:v>
                </c:pt>
                <c:pt idx="369">
                  <c:v>42009</c:v>
                </c:pt>
                <c:pt idx="370">
                  <c:v>42010</c:v>
                </c:pt>
                <c:pt idx="371">
                  <c:v>42011</c:v>
                </c:pt>
                <c:pt idx="372">
                  <c:v>42012</c:v>
                </c:pt>
                <c:pt idx="373">
                  <c:v>42013</c:v>
                </c:pt>
                <c:pt idx="374">
                  <c:v>42014</c:v>
                </c:pt>
                <c:pt idx="375">
                  <c:v>42015</c:v>
                </c:pt>
                <c:pt idx="376">
                  <c:v>42016</c:v>
                </c:pt>
                <c:pt idx="377">
                  <c:v>42017</c:v>
                </c:pt>
                <c:pt idx="378">
                  <c:v>42018</c:v>
                </c:pt>
                <c:pt idx="379">
                  <c:v>42019</c:v>
                </c:pt>
                <c:pt idx="380">
                  <c:v>42020</c:v>
                </c:pt>
                <c:pt idx="381">
                  <c:v>42021</c:v>
                </c:pt>
                <c:pt idx="382">
                  <c:v>42022</c:v>
                </c:pt>
                <c:pt idx="383">
                  <c:v>42023</c:v>
                </c:pt>
                <c:pt idx="384">
                  <c:v>42024</c:v>
                </c:pt>
                <c:pt idx="385">
                  <c:v>42025</c:v>
                </c:pt>
                <c:pt idx="386">
                  <c:v>42026</c:v>
                </c:pt>
                <c:pt idx="387">
                  <c:v>42027</c:v>
                </c:pt>
                <c:pt idx="388">
                  <c:v>42028</c:v>
                </c:pt>
                <c:pt idx="389">
                  <c:v>42029</c:v>
                </c:pt>
                <c:pt idx="390">
                  <c:v>42030</c:v>
                </c:pt>
                <c:pt idx="391">
                  <c:v>42031</c:v>
                </c:pt>
                <c:pt idx="392">
                  <c:v>42032</c:v>
                </c:pt>
                <c:pt idx="393">
                  <c:v>42033</c:v>
                </c:pt>
                <c:pt idx="394">
                  <c:v>42034</c:v>
                </c:pt>
                <c:pt idx="395">
                  <c:v>42035</c:v>
                </c:pt>
                <c:pt idx="396">
                  <c:v>42036</c:v>
                </c:pt>
                <c:pt idx="397">
                  <c:v>42037</c:v>
                </c:pt>
                <c:pt idx="398">
                  <c:v>42038</c:v>
                </c:pt>
                <c:pt idx="399">
                  <c:v>42039</c:v>
                </c:pt>
                <c:pt idx="400">
                  <c:v>42040</c:v>
                </c:pt>
                <c:pt idx="401">
                  <c:v>42041</c:v>
                </c:pt>
                <c:pt idx="402">
                  <c:v>42042</c:v>
                </c:pt>
                <c:pt idx="403">
                  <c:v>42043</c:v>
                </c:pt>
                <c:pt idx="404">
                  <c:v>42044</c:v>
                </c:pt>
                <c:pt idx="405">
                  <c:v>42045</c:v>
                </c:pt>
                <c:pt idx="406">
                  <c:v>42046</c:v>
                </c:pt>
                <c:pt idx="407">
                  <c:v>42047</c:v>
                </c:pt>
                <c:pt idx="408">
                  <c:v>42048</c:v>
                </c:pt>
                <c:pt idx="409">
                  <c:v>42049</c:v>
                </c:pt>
                <c:pt idx="410">
                  <c:v>42050</c:v>
                </c:pt>
                <c:pt idx="411">
                  <c:v>42051</c:v>
                </c:pt>
                <c:pt idx="412">
                  <c:v>42052</c:v>
                </c:pt>
                <c:pt idx="413">
                  <c:v>42053</c:v>
                </c:pt>
                <c:pt idx="414">
                  <c:v>42054</c:v>
                </c:pt>
                <c:pt idx="415">
                  <c:v>42055</c:v>
                </c:pt>
                <c:pt idx="416">
                  <c:v>42056</c:v>
                </c:pt>
                <c:pt idx="417">
                  <c:v>42057</c:v>
                </c:pt>
                <c:pt idx="418">
                  <c:v>42058</c:v>
                </c:pt>
                <c:pt idx="419">
                  <c:v>42059</c:v>
                </c:pt>
                <c:pt idx="420">
                  <c:v>42060</c:v>
                </c:pt>
                <c:pt idx="421">
                  <c:v>42061</c:v>
                </c:pt>
                <c:pt idx="422">
                  <c:v>42062</c:v>
                </c:pt>
                <c:pt idx="423">
                  <c:v>42063</c:v>
                </c:pt>
                <c:pt idx="424">
                  <c:v>42064</c:v>
                </c:pt>
                <c:pt idx="425">
                  <c:v>42065</c:v>
                </c:pt>
                <c:pt idx="426">
                  <c:v>42066</c:v>
                </c:pt>
                <c:pt idx="427">
                  <c:v>42067</c:v>
                </c:pt>
                <c:pt idx="428">
                  <c:v>42068</c:v>
                </c:pt>
                <c:pt idx="429">
                  <c:v>42069</c:v>
                </c:pt>
                <c:pt idx="430">
                  <c:v>42070</c:v>
                </c:pt>
                <c:pt idx="431">
                  <c:v>42071</c:v>
                </c:pt>
                <c:pt idx="432">
                  <c:v>42072</c:v>
                </c:pt>
                <c:pt idx="433">
                  <c:v>42073</c:v>
                </c:pt>
                <c:pt idx="434">
                  <c:v>42074</c:v>
                </c:pt>
                <c:pt idx="435">
                  <c:v>42075</c:v>
                </c:pt>
                <c:pt idx="436">
                  <c:v>42076</c:v>
                </c:pt>
                <c:pt idx="437">
                  <c:v>42077</c:v>
                </c:pt>
                <c:pt idx="438">
                  <c:v>42078</c:v>
                </c:pt>
                <c:pt idx="439">
                  <c:v>42079</c:v>
                </c:pt>
                <c:pt idx="440">
                  <c:v>42080</c:v>
                </c:pt>
                <c:pt idx="441">
                  <c:v>42081</c:v>
                </c:pt>
                <c:pt idx="442">
                  <c:v>42082</c:v>
                </c:pt>
                <c:pt idx="443">
                  <c:v>42083</c:v>
                </c:pt>
                <c:pt idx="444">
                  <c:v>42084</c:v>
                </c:pt>
                <c:pt idx="445">
                  <c:v>42085</c:v>
                </c:pt>
                <c:pt idx="446">
                  <c:v>42086</c:v>
                </c:pt>
                <c:pt idx="447">
                  <c:v>42087</c:v>
                </c:pt>
                <c:pt idx="448">
                  <c:v>42088</c:v>
                </c:pt>
                <c:pt idx="449">
                  <c:v>42089</c:v>
                </c:pt>
                <c:pt idx="450">
                  <c:v>42090</c:v>
                </c:pt>
                <c:pt idx="451">
                  <c:v>42091</c:v>
                </c:pt>
                <c:pt idx="452">
                  <c:v>42092</c:v>
                </c:pt>
                <c:pt idx="453">
                  <c:v>42093</c:v>
                </c:pt>
                <c:pt idx="454">
                  <c:v>42094</c:v>
                </c:pt>
                <c:pt idx="455">
                  <c:v>42095</c:v>
                </c:pt>
                <c:pt idx="456">
                  <c:v>42096</c:v>
                </c:pt>
                <c:pt idx="457">
                  <c:v>42097</c:v>
                </c:pt>
                <c:pt idx="458">
                  <c:v>42098</c:v>
                </c:pt>
                <c:pt idx="459">
                  <c:v>42099</c:v>
                </c:pt>
                <c:pt idx="460">
                  <c:v>42100</c:v>
                </c:pt>
                <c:pt idx="461">
                  <c:v>42101</c:v>
                </c:pt>
                <c:pt idx="462">
                  <c:v>42102</c:v>
                </c:pt>
                <c:pt idx="463">
                  <c:v>42103</c:v>
                </c:pt>
                <c:pt idx="464">
                  <c:v>42104</c:v>
                </c:pt>
                <c:pt idx="465">
                  <c:v>42105</c:v>
                </c:pt>
                <c:pt idx="466">
                  <c:v>42106</c:v>
                </c:pt>
                <c:pt idx="467">
                  <c:v>42107</c:v>
                </c:pt>
                <c:pt idx="468">
                  <c:v>42108</c:v>
                </c:pt>
                <c:pt idx="469">
                  <c:v>42109</c:v>
                </c:pt>
                <c:pt idx="470">
                  <c:v>42110</c:v>
                </c:pt>
                <c:pt idx="471">
                  <c:v>42111</c:v>
                </c:pt>
                <c:pt idx="472">
                  <c:v>42112</c:v>
                </c:pt>
                <c:pt idx="473">
                  <c:v>42113</c:v>
                </c:pt>
                <c:pt idx="474">
                  <c:v>42114</c:v>
                </c:pt>
                <c:pt idx="475">
                  <c:v>42115</c:v>
                </c:pt>
                <c:pt idx="476">
                  <c:v>42116</c:v>
                </c:pt>
                <c:pt idx="477">
                  <c:v>42117</c:v>
                </c:pt>
                <c:pt idx="478">
                  <c:v>42118</c:v>
                </c:pt>
                <c:pt idx="479">
                  <c:v>42119</c:v>
                </c:pt>
                <c:pt idx="480">
                  <c:v>42120</c:v>
                </c:pt>
                <c:pt idx="481">
                  <c:v>42121</c:v>
                </c:pt>
                <c:pt idx="482">
                  <c:v>42122</c:v>
                </c:pt>
                <c:pt idx="483">
                  <c:v>42123</c:v>
                </c:pt>
                <c:pt idx="484">
                  <c:v>42124</c:v>
                </c:pt>
                <c:pt idx="485">
                  <c:v>42125</c:v>
                </c:pt>
                <c:pt idx="486">
                  <c:v>42126</c:v>
                </c:pt>
                <c:pt idx="487">
                  <c:v>42127</c:v>
                </c:pt>
                <c:pt idx="488">
                  <c:v>42128</c:v>
                </c:pt>
                <c:pt idx="489">
                  <c:v>42129</c:v>
                </c:pt>
                <c:pt idx="490">
                  <c:v>42130</c:v>
                </c:pt>
                <c:pt idx="491">
                  <c:v>42131</c:v>
                </c:pt>
                <c:pt idx="492">
                  <c:v>42132</c:v>
                </c:pt>
                <c:pt idx="493">
                  <c:v>42133</c:v>
                </c:pt>
                <c:pt idx="494">
                  <c:v>42134</c:v>
                </c:pt>
                <c:pt idx="495">
                  <c:v>42135</c:v>
                </c:pt>
                <c:pt idx="496">
                  <c:v>42136</c:v>
                </c:pt>
                <c:pt idx="497">
                  <c:v>42137</c:v>
                </c:pt>
                <c:pt idx="498">
                  <c:v>42138</c:v>
                </c:pt>
                <c:pt idx="499">
                  <c:v>42139</c:v>
                </c:pt>
                <c:pt idx="500">
                  <c:v>42140</c:v>
                </c:pt>
                <c:pt idx="501">
                  <c:v>42141</c:v>
                </c:pt>
                <c:pt idx="502">
                  <c:v>42142</c:v>
                </c:pt>
                <c:pt idx="503">
                  <c:v>42143</c:v>
                </c:pt>
                <c:pt idx="504">
                  <c:v>42144</c:v>
                </c:pt>
                <c:pt idx="505">
                  <c:v>42145</c:v>
                </c:pt>
                <c:pt idx="506">
                  <c:v>42146</c:v>
                </c:pt>
                <c:pt idx="507">
                  <c:v>42147</c:v>
                </c:pt>
                <c:pt idx="508">
                  <c:v>42148</c:v>
                </c:pt>
                <c:pt idx="509">
                  <c:v>42149</c:v>
                </c:pt>
                <c:pt idx="510">
                  <c:v>42150</c:v>
                </c:pt>
                <c:pt idx="511">
                  <c:v>42151</c:v>
                </c:pt>
                <c:pt idx="512">
                  <c:v>42152</c:v>
                </c:pt>
                <c:pt idx="513">
                  <c:v>42153</c:v>
                </c:pt>
                <c:pt idx="514">
                  <c:v>42154</c:v>
                </c:pt>
                <c:pt idx="515">
                  <c:v>42155</c:v>
                </c:pt>
                <c:pt idx="516">
                  <c:v>42156</c:v>
                </c:pt>
                <c:pt idx="517">
                  <c:v>42157</c:v>
                </c:pt>
                <c:pt idx="518">
                  <c:v>42158</c:v>
                </c:pt>
                <c:pt idx="519">
                  <c:v>42159</c:v>
                </c:pt>
                <c:pt idx="520">
                  <c:v>42160</c:v>
                </c:pt>
                <c:pt idx="521">
                  <c:v>42161</c:v>
                </c:pt>
                <c:pt idx="522">
                  <c:v>42162</c:v>
                </c:pt>
                <c:pt idx="523">
                  <c:v>42163</c:v>
                </c:pt>
                <c:pt idx="524">
                  <c:v>42164</c:v>
                </c:pt>
                <c:pt idx="525">
                  <c:v>42165</c:v>
                </c:pt>
                <c:pt idx="526">
                  <c:v>42166</c:v>
                </c:pt>
                <c:pt idx="527">
                  <c:v>42167</c:v>
                </c:pt>
                <c:pt idx="528">
                  <c:v>42168</c:v>
                </c:pt>
                <c:pt idx="529">
                  <c:v>42169</c:v>
                </c:pt>
                <c:pt idx="530">
                  <c:v>42170</c:v>
                </c:pt>
                <c:pt idx="531">
                  <c:v>42171</c:v>
                </c:pt>
                <c:pt idx="532">
                  <c:v>42172</c:v>
                </c:pt>
                <c:pt idx="533">
                  <c:v>42173</c:v>
                </c:pt>
                <c:pt idx="534">
                  <c:v>42174</c:v>
                </c:pt>
                <c:pt idx="535">
                  <c:v>42175</c:v>
                </c:pt>
                <c:pt idx="536">
                  <c:v>42176</c:v>
                </c:pt>
                <c:pt idx="537">
                  <c:v>42177</c:v>
                </c:pt>
                <c:pt idx="538">
                  <c:v>42178</c:v>
                </c:pt>
                <c:pt idx="539">
                  <c:v>42179</c:v>
                </c:pt>
                <c:pt idx="540">
                  <c:v>42180</c:v>
                </c:pt>
                <c:pt idx="541">
                  <c:v>42181</c:v>
                </c:pt>
                <c:pt idx="542">
                  <c:v>42182</c:v>
                </c:pt>
                <c:pt idx="543">
                  <c:v>42183</c:v>
                </c:pt>
                <c:pt idx="544">
                  <c:v>42184</c:v>
                </c:pt>
                <c:pt idx="545">
                  <c:v>42185</c:v>
                </c:pt>
                <c:pt idx="546">
                  <c:v>42186</c:v>
                </c:pt>
                <c:pt idx="547">
                  <c:v>42187</c:v>
                </c:pt>
                <c:pt idx="548">
                  <c:v>42188</c:v>
                </c:pt>
                <c:pt idx="549">
                  <c:v>42189</c:v>
                </c:pt>
                <c:pt idx="550">
                  <c:v>42190</c:v>
                </c:pt>
                <c:pt idx="551">
                  <c:v>42191</c:v>
                </c:pt>
                <c:pt idx="552">
                  <c:v>42192</c:v>
                </c:pt>
                <c:pt idx="553">
                  <c:v>42193</c:v>
                </c:pt>
                <c:pt idx="554">
                  <c:v>42194</c:v>
                </c:pt>
                <c:pt idx="555">
                  <c:v>42195</c:v>
                </c:pt>
                <c:pt idx="556">
                  <c:v>42196</c:v>
                </c:pt>
                <c:pt idx="557">
                  <c:v>42197</c:v>
                </c:pt>
                <c:pt idx="558">
                  <c:v>42198</c:v>
                </c:pt>
                <c:pt idx="559">
                  <c:v>42199</c:v>
                </c:pt>
                <c:pt idx="560">
                  <c:v>42200</c:v>
                </c:pt>
                <c:pt idx="561">
                  <c:v>42201</c:v>
                </c:pt>
                <c:pt idx="562">
                  <c:v>42202</c:v>
                </c:pt>
                <c:pt idx="563">
                  <c:v>42203</c:v>
                </c:pt>
                <c:pt idx="564">
                  <c:v>42204</c:v>
                </c:pt>
                <c:pt idx="565">
                  <c:v>42205</c:v>
                </c:pt>
                <c:pt idx="566">
                  <c:v>42206</c:v>
                </c:pt>
                <c:pt idx="567">
                  <c:v>42207</c:v>
                </c:pt>
                <c:pt idx="568">
                  <c:v>42208</c:v>
                </c:pt>
                <c:pt idx="569">
                  <c:v>42209</c:v>
                </c:pt>
                <c:pt idx="570">
                  <c:v>42210</c:v>
                </c:pt>
                <c:pt idx="571">
                  <c:v>42211</c:v>
                </c:pt>
                <c:pt idx="572">
                  <c:v>42212</c:v>
                </c:pt>
                <c:pt idx="573">
                  <c:v>42213</c:v>
                </c:pt>
                <c:pt idx="574">
                  <c:v>42214</c:v>
                </c:pt>
                <c:pt idx="575">
                  <c:v>42215</c:v>
                </c:pt>
                <c:pt idx="576">
                  <c:v>42216</c:v>
                </c:pt>
                <c:pt idx="577">
                  <c:v>42217</c:v>
                </c:pt>
                <c:pt idx="578">
                  <c:v>42218</c:v>
                </c:pt>
                <c:pt idx="579">
                  <c:v>42219</c:v>
                </c:pt>
                <c:pt idx="580">
                  <c:v>42220</c:v>
                </c:pt>
                <c:pt idx="581">
                  <c:v>42221</c:v>
                </c:pt>
                <c:pt idx="582">
                  <c:v>42222</c:v>
                </c:pt>
                <c:pt idx="583">
                  <c:v>42223</c:v>
                </c:pt>
                <c:pt idx="584">
                  <c:v>42224</c:v>
                </c:pt>
                <c:pt idx="585">
                  <c:v>42225</c:v>
                </c:pt>
                <c:pt idx="586">
                  <c:v>42226</c:v>
                </c:pt>
                <c:pt idx="587">
                  <c:v>42227</c:v>
                </c:pt>
                <c:pt idx="588">
                  <c:v>42228</c:v>
                </c:pt>
                <c:pt idx="589">
                  <c:v>42229</c:v>
                </c:pt>
                <c:pt idx="590">
                  <c:v>42230</c:v>
                </c:pt>
                <c:pt idx="591">
                  <c:v>42231</c:v>
                </c:pt>
                <c:pt idx="592">
                  <c:v>42232</c:v>
                </c:pt>
                <c:pt idx="593">
                  <c:v>42233</c:v>
                </c:pt>
                <c:pt idx="594">
                  <c:v>42234</c:v>
                </c:pt>
                <c:pt idx="595">
                  <c:v>42235</c:v>
                </c:pt>
                <c:pt idx="596">
                  <c:v>42236</c:v>
                </c:pt>
                <c:pt idx="597">
                  <c:v>42237</c:v>
                </c:pt>
                <c:pt idx="598">
                  <c:v>42238</c:v>
                </c:pt>
                <c:pt idx="599">
                  <c:v>42239</c:v>
                </c:pt>
                <c:pt idx="600">
                  <c:v>42240</c:v>
                </c:pt>
                <c:pt idx="601">
                  <c:v>42241</c:v>
                </c:pt>
                <c:pt idx="602">
                  <c:v>42242</c:v>
                </c:pt>
                <c:pt idx="603">
                  <c:v>42243</c:v>
                </c:pt>
                <c:pt idx="604">
                  <c:v>42244</c:v>
                </c:pt>
                <c:pt idx="605">
                  <c:v>42245</c:v>
                </c:pt>
                <c:pt idx="606">
                  <c:v>42246</c:v>
                </c:pt>
                <c:pt idx="607">
                  <c:v>42247</c:v>
                </c:pt>
                <c:pt idx="608">
                  <c:v>42248</c:v>
                </c:pt>
                <c:pt idx="609">
                  <c:v>42249</c:v>
                </c:pt>
                <c:pt idx="610">
                  <c:v>42250</c:v>
                </c:pt>
                <c:pt idx="611">
                  <c:v>42251</c:v>
                </c:pt>
                <c:pt idx="612">
                  <c:v>42252</c:v>
                </c:pt>
                <c:pt idx="613">
                  <c:v>42253</c:v>
                </c:pt>
                <c:pt idx="614">
                  <c:v>42254</c:v>
                </c:pt>
                <c:pt idx="615">
                  <c:v>42255</c:v>
                </c:pt>
                <c:pt idx="616">
                  <c:v>42256</c:v>
                </c:pt>
                <c:pt idx="617">
                  <c:v>42257</c:v>
                </c:pt>
                <c:pt idx="618">
                  <c:v>42258</c:v>
                </c:pt>
                <c:pt idx="619">
                  <c:v>42259</c:v>
                </c:pt>
                <c:pt idx="620">
                  <c:v>42260</c:v>
                </c:pt>
                <c:pt idx="621">
                  <c:v>42261</c:v>
                </c:pt>
                <c:pt idx="622">
                  <c:v>42262</c:v>
                </c:pt>
                <c:pt idx="623">
                  <c:v>42263</c:v>
                </c:pt>
                <c:pt idx="624">
                  <c:v>42264</c:v>
                </c:pt>
                <c:pt idx="625">
                  <c:v>42265</c:v>
                </c:pt>
                <c:pt idx="626">
                  <c:v>42266</c:v>
                </c:pt>
                <c:pt idx="627">
                  <c:v>42267</c:v>
                </c:pt>
                <c:pt idx="628">
                  <c:v>42268</c:v>
                </c:pt>
                <c:pt idx="629">
                  <c:v>42269</c:v>
                </c:pt>
                <c:pt idx="630">
                  <c:v>42270</c:v>
                </c:pt>
                <c:pt idx="631">
                  <c:v>42271</c:v>
                </c:pt>
                <c:pt idx="632">
                  <c:v>42272</c:v>
                </c:pt>
                <c:pt idx="633">
                  <c:v>42273</c:v>
                </c:pt>
                <c:pt idx="634">
                  <c:v>42274</c:v>
                </c:pt>
                <c:pt idx="635">
                  <c:v>42275</c:v>
                </c:pt>
                <c:pt idx="636">
                  <c:v>42276</c:v>
                </c:pt>
                <c:pt idx="637">
                  <c:v>42277</c:v>
                </c:pt>
                <c:pt idx="638">
                  <c:v>42278</c:v>
                </c:pt>
                <c:pt idx="639">
                  <c:v>42279</c:v>
                </c:pt>
                <c:pt idx="640">
                  <c:v>42280</c:v>
                </c:pt>
                <c:pt idx="641">
                  <c:v>42281</c:v>
                </c:pt>
                <c:pt idx="642">
                  <c:v>42282</c:v>
                </c:pt>
                <c:pt idx="643">
                  <c:v>42283</c:v>
                </c:pt>
                <c:pt idx="644">
                  <c:v>42284</c:v>
                </c:pt>
                <c:pt idx="645">
                  <c:v>42285</c:v>
                </c:pt>
                <c:pt idx="646">
                  <c:v>42286</c:v>
                </c:pt>
                <c:pt idx="647">
                  <c:v>42287</c:v>
                </c:pt>
                <c:pt idx="648">
                  <c:v>42288</c:v>
                </c:pt>
                <c:pt idx="649">
                  <c:v>42289</c:v>
                </c:pt>
                <c:pt idx="650">
                  <c:v>42290</c:v>
                </c:pt>
                <c:pt idx="651">
                  <c:v>42291</c:v>
                </c:pt>
                <c:pt idx="652">
                  <c:v>42292</c:v>
                </c:pt>
                <c:pt idx="653">
                  <c:v>42293</c:v>
                </c:pt>
                <c:pt idx="654">
                  <c:v>42294</c:v>
                </c:pt>
                <c:pt idx="655">
                  <c:v>42295</c:v>
                </c:pt>
                <c:pt idx="656">
                  <c:v>42296</c:v>
                </c:pt>
                <c:pt idx="657">
                  <c:v>42297</c:v>
                </c:pt>
                <c:pt idx="658">
                  <c:v>42298</c:v>
                </c:pt>
                <c:pt idx="659">
                  <c:v>42299</c:v>
                </c:pt>
                <c:pt idx="660">
                  <c:v>42300</c:v>
                </c:pt>
                <c:pt idx="661">
                  <c:v>42301</c:v>
                </c:pt>
                <c:pt idx="662">
                  <c:v>42302</c:v>
                </c:pt>
                <c:pt idx="663">
                  <c:v>42303</c:v>
                </c:pt>
                <c:pt idx="664">
                  <c:v>42304</c:v>
                </c:pt>
                <c:pt idx="665">
                  <c:v>42305</c:v>
                </c:pt>
                <c:pt idx="666">
                  <c:v>42306</c:v>
                </c:pt>
                <c:pt idx="667">
                  <c:v>42307</c:v>
                </c:pt>
                <c:pt idx="668">
                  <c:v>42308</c:v>
                </c:pt>
                <c:pt idx="669">
                  <c:v>42309</c:v>
                </c:pt>
                <c:pt idx="670">
                  <c:v>42310</c:v>
                </c:pt>
                <c:pt idx="671">
                  <c:v>42311</c:v>
                </c:pt>
                <c:pt idx="672">
                  <c:v>42312</c:v>
                </c:pt>
                <c:pt idx="673">
                  <c:v>42313</c:v>
                </c:pt>
                <c:pt idx="674">
                  <c:v>42314</c:v>
                </c:pt>
                <c:pt idx="675">
                  <c:v>42315</c:v>
                </c:pt>
                <c:pt idx="676">
                  <c:v>42316</c:v>
                </c:pt>
                <c:pt idx="677">
                  <c:v>42317</c:v>
                </c:pt>
                <c:pt idx="678">
                  <c:v>42318</c:v>
                </c:pt>
                <c:pt idx="679">
                  <c:v>42319</c:v>
                </c:pt>
                <c:pt idx="680">
                  <c:v>42320</c:v>
                </c:pt>
                <c:pt idx="681">
                  <c:v>42321</c:v>
                </c:pt>
                <c:pt idx="682">
                  <c:v>42322</c:v>
                </c:pt>
                <c:pt idx="683">
                  <c:v>42323</c:v>
                </c:pt>
                <c:pt idx="684">
                  <c:v>42324</c:v>
                </c:pt>
                <c:pt idx="685">
                  <c:v>42325</c:v>
                </c:pt>
                <c:pt idx="686">
                  <c:v>42326</c:v>
                </c:pt>
                <c:pt idx="687">
                  <c:v>42327</c:v>
                </c:pt>
                <c:pt idx="688">
                  <c:v>42328</c:v>
                </c:pt>
                <c:pt idx="689">
                  <c:v>42329</c:v>
                </c:pt>
                <c:pt idx="690">
                  <c:v>42330</c:v>
                </c:pt>
                <c:pt idx="691">
                  <c:v>42331</c:v>
                </c:pt>
                <c:pt idx="692">
                  <c:v>42332</c:v>
                </c:pt>
                <c:pt idx="693">
                  <c:v>42333</c:v>
                </c:pt>
                <c:pt idx="694">
                  <c:v>42334</c:v>
                </c:pt>
                <c:pt idx="695">
                  <c:v>42335</c:v>
                </c:pt>
                <c:pt idx="696">
                  <c:v>42336</c:v>
                </c:pt>
                <c:pt idx="697">
                  <c:v>42337</c:v>
                </c:pt>
                <c:pt idx="698">
                  <c:v>42338</c:v>
                </c:pt>
                <c:pt idx="699">
                  <c:v>42339</c:v>
                </c:pt>
                <c:pt idx="700">
                  <c:v>42340</c:v>
                </c:pt>
                <c:pt idx="701">
                  <c:v>42341</c:v>
                </c:pt>
                <c:pt idx="702">
                  <c:v>42342</c:v>
                </c:pt>
                <c:pt idx="703">
                  <c:v>42343</c:v>
                </c:pt>
                <c:pt idx="704">
                  <c:v>42344</c:v>
                </c:pt>
                <c:pt idx="705">
                  <c:v>42345</c:v>
                </c:pt>
                <c:pt idx="706">
                  <c:v>42346</c:v>
                </c:pt>
                <c:pt idx="707">
                  <c:v>42347</c:v>
                </c:pt>
                <c:pt idx="708">
                  <c:v>42348</c:v>
                </c:pt>
                <c:pt idx="709">
                  <c:v>42349</c:v>
                </c:pt>
                <c:pt idx="710">
                  <c:v>42350</c:v>
                </c:pt>
                <c:pt idx="711">
                  <c:v>42351</c:v>
                </c:pt>
                <c:pt idx="712">
                  <c:v>42352</c:v>
                </c:pt>
                <c:pt idx="713">
                  <c:v>42353</c:v>
                </c:pt>
                <c:pt idx="714">
                  <c:v>42354</c:v>
                </c:pt>
                <c:pt idx="715">
                  <c:v>42355</c:v>
                </c:pt>
                <c:pt idx="716">
                  <c:v>42356</c:v>
                </c:pt>
                <c:pt idx="717">
                  <c:v>42357</c:v>
                </c:pt>
                <c:pt idx="718">
                  <c:v>42358</c:v>
                </c:pt>
                <c:pt idx="719">
                  <c:v>42359</c:v>
                </c:pt>
                <c:pt idx="720">
                  <c:v>42360</c:v>
                </c:pt>
                <c:pt idx="721">
                  <c:v>42361</c:v>
                </c:pt>
                <c:pt idx="722">
                  <c:v>42362</c:v>
                </c:pt>
                <c:pt idx="723">
                  <c:v>42363</c:v>
                </c:pt>
                <c:pt idx="724">
                  <c:v>42364</c:v>
                </c:pt>
                <c:pt idx="725">
                  <c:v>42365</c:v>
                </c:pt>
                <c:pt idx="726">
                  <c:v>42366</c:v>
                </c:pt>
                <c:pt idx="727">
                  <c:v>42367</c:v>
                </c:pt>
                <c:pt idx="728">
                  <c:v>42368</c:v>
                </c:pt>
                <c:pt idx="729">
                  <c:v>42369</c:v>
                </c:pt>
              </c:numCache>
            </c:numRef>
          </c:xVal>
          <c:yVal>
            <c:numRef>
              <c:f>Boretto_CC!$B$2:$B$1006</c:f>
              <c:numCache>
                <c:formatCode>General</c:formatCode>
                <c:ptCount val="1005"/>
                <c:pt idx="0">
                  <c:v>1.9600000000000013</c:v>
                </c:pt>
                <c:pt idx="1">
                  <c:v>3.56</c:v>
                </c:pt>
                <c:pt idx="2">
                  <c:v>4.13</c:v>
                </c:pt>
                <c:pt idx="3">
                  <c:v>4.87</c:v>
                </c:pt>
                <c:pt idx="4">
                  <c:v>5.81</c:v>
                </c:pt>
                <c:pt idx="5">
                  <c:v>6.92</c:v>
                </c:pt>
                <c:pt idx="6">
                  <c:v>5.9300000000000024</c:v>
                </c:pt>
                <c:pt idx="7">
                  <c:v>7.76</c:v>
                </c:pt>
                <c:pt idx="8">
                  <c:v>8.02</c:v>
                </c:pt>
                <c:pt idx="9">
                  <c:v>7.13</c:v>
                </c:pt>
                <c:pt idx="10">
                  <c:v>8.2200000000000006</c:v>
                </c:pt>
                <c:pt idx="11">
                  <c:v>6.83</c:v>
                </c:pt>
                <c:pt idx="12">
                  <c:v>6.4</c:v>
                </c:pt>
                <c:pt idx="13">
                  <c:v>6.14</c:v>
                </c:pt>
                <c:pt idx="14">
                  <c:v>3.79</c:v>
                </c:pt>
                <c:pt idx="15">
                  <c:v>2.68</c:v>
                </c:pt>
                <c:pt idx="16">
                  <c:v>4.2</c:v>
                </c:pt>
                <c:pt idx="17">
                  <c:v>4.51</c:v>
                </c:pt>
                <c:pt idx="18">
                  <c:v>5.53</c:v>
                </c:pt>
                <c:pt idx="19">
                  <c:v>7.51</c:v>
                </c:pt>
                <c:pt idx="20">
                  <c:v>8.0300000000000011</c:v>
                </c:pt>
                <c:pt idx="21">
                  <c:v>7.67</c:v>
                </c:pt>
                <c:pt idx="22">
                  <c:v>7.4300000000000024</c:v>
                </c:pt>
                <c:pt idx="23">
                  <c:v>5.28</c:v>
                </c:pt>
                <c:pt idx="24">
                  <c:v>4.38</c:v>
                </c:pt>
                <c:pt idx="25">
                  <c:v>3.8499999999999988</c:v>
                </c:pt>
                <c:pt idx="26">
                  <c:v>4.1499999999999995</c:v>
                </c:pt>
                <c:pt idx="27">
                  <c:v>2.16</c:v>
                </c:pt>
                <c:pt idx="28">
                  <c:v>1.85</c:v>
                </c:pt>
                <c:pt idx="29">
                  <c:v>1.77</c:v>
                </c:pt>
                <c:pt idx="30">
                  <c:v>3.59</c:v>
                </c:pt>
                <c:pt idx="31">
                  <c:v>5.58</c:v>
                </c:pt>
                <c:pt idx="32">
                  <c:v>6.22</c:v>
                </c:pt>
                <c:pt idx="33">
                  <c:v>6.1499999999999995</c:v>
                </c:pt>
                <c:pt idx="34">
                  <c:v>5.95</c:v>
                </c:pt>
                <c:pt idx="35">
                  <c:v>6.49</c:v>
                </c:pt>
                <c:pt idx="36">
                  <c:v>7.49</c:v>
                </c:pt>
                <c:pt idx="37">
                  <c:v>6.89</c:v>
                </c:pt>
                <c:pt idx="38">
                  <c:v>7.13</c:v>
                </c:pt>
                <c:pt idx="39">
                  <c:v>7.24</c:v>
                </c:pt>
                <c:pt idx="40">
                  <c:v>5.8</c:v>
                </c:pt>
                <c:pt idx="41">
                  <c:v>6.55</c:v>
                </c:pt>
                <c:pt idx="42">
                  <c:v>7.5</c:v>
                </c:pt>
                <c:pt idx="43">
                  <c:v>4.8</c:v>
                </c:pt>
                <c:pt idx="44">
                  <c:v>6.85</c:v>
                </c:pt>
                <c:pt idx="45">
                  <c:v>6.09</c:v>
                </c:pt>
                <c:pt idx="46">
                  <c:v>7.2700000000000014</c:v>
                </c:pt>
                <c:pt idx="47">
                  <c:v>8.8000000000000007</c:v>
                </c:pt>
                <c:pt idx="48">
                  <c:v>6.02</c:v>
                </c:pt>
                <c:pt idx="49">
                  <c:v>8.2000000000000011</c:v>
                </c:pt>
                <c:pt idx="50">
                  <c:v>8.15</c:v>
                </c:pt>
                <c:pt idx="51">
                  <c:v>9.19</c:v>
                </c:pt>
                <c:pt idx="52">
                  <c:v>8.57</c:v>
                </c:pt>
                <c:pt idx="53">
                  <c:v>6.88</c:v>
                </c:pt>
                <c:pt idx="54">
                  <c:v>6.33</c:v>
                </c:pt>
                <c:pt idx="55">
                  <c:v>6.73</c:v>
                </c:pt>
                <c:pt idx="56">
                  <c:v>6.9700000000000024</c:v>
                </c:pt>
                <c:pt idx="57">
                  <c:v>6.9</c:v>
                </c:pt>
                <c:pt idx="58">
                  <c:v>7.54</c:v>
                </c:pt>
                <c:pt idx="59">
                  <c:v>7.6499999999999995</c:v>
                </c:pt>
                <c:pt idx="60">
                  <c:v>7.03</c:v>
                </c:pt>
                <c:pt idx="61">
                  <c:v>7.58</c:v>
                </c:pt>
                <c:pt idx="62">
                  <c:v>8.2900000000000009</c:v>
                </c:pt>
                <c:pt idx="63">
                  <c:v>9.2900000000000009</c:v>
                </c:pt>
                <c:pt idx="64">
                  <c:v>10.36000000000001</c:v>
                </c:pt>
                <c:pt idx="65">
                  <c:v>9.2900000000000009</c:v>
                </c:pt>
                <c:pt idx="66">
                  <c:v>8.8700000000000028</c:v>
                </c:pt>
                <c:pt idx="67">
                  <c:v>8.9700000000000006</c:v>
                </c:pt>
                <c:pt idx="68">
                  <c:v>8.14</c:v>
                </c:pt>
                <c:pt idx="69">
                  <c:v>7.94</c:v>
                </c:pt>
                <c:pt idx="70">
                  <c:v>8.8700000000000028</c:v>
                </c:pt>
                <c:pt idx="71">
                  <c:v>9.68</c:v>
                </c:pt>
                <c:pt idx="72">
                  <c:v>10.31</c:v>
                </c:pt>
                <c:pt idx="73">
                  <c:v>11.18</c:v>
                </c:pt>
                <c:pt idx="74">
                  <c:v>11.83</c:v>
                </c:pt>
                <c:pt idx="75">
                  <c:v>11.18</c:v>
                </c:pt>
                <c:pt idx="76">
                  <c:v>11.63</c:v>
                </c:pt>
                <c:pt idx="77">
                  <c:v>13.52</c:v>
                </c:pt>
                <c:pt idx="78">
                  <c:v>11.77</c:v>
                </c:pt>
                <c:pt idx="79">
                  <c:v>12.870000000000006</c:v>
                </c:pt>
                <c:pt idx="80">
                  <c:v>11.63</c:v>
                </c:pt>
                <c:pt idx="81">
                  <c:v>10.69</c:v>
                </c:pt>
                <c:pt idx="82">
                  <c:v>9.75</c:v>
                </c:pt>
                <c:pt idx="83">
                  <c:v>8.81</c:v>
                </c:pt>
                <c:pt idx="84">
                  <c:v>7.87</c:v>
                </c:pt>
                <c:pt idx="85">
                  <c:v>9.24</c:v>
                </c:pt>
                <c:pt idx="86">
                  <c:v>11.85000000000001</c:v>
                </c:pt>
                <c:pt idx="87">
                  <c:v>12.07</c:v>
                </c:pt>
                <c:pt idx="88">
                  <c:v>12.88</c:v>
                </c:pt>
                <c:pt idx="89">
                  <c:v>14.14</c:v>
                </c:pt>
                <c:pt idx="90">
                  <c:v>13.65</c:v>
                </c:pt>
                <c:pt idx="91">
                  <c:v>13.64</c:v>
                </c:pt>
                <c:pt idx="92">
                  <c:v>13.46</c:v>
                </c:pt>
                <c:pt idx="93">
                  <c:v>13.28</c:v>
                </c:pt>
                <c:pt idx="94">
                  <c:v>13.66</c:v>
                </c:pt>
                <c:pt idx="95">
                  <c:v>14.69</c:v>
                </c:pt>
                <c:pt idx="96">
                  <c:v>15.98</c:v>
                </c:pt>
                <c:pt idx="97">
                  <c:v>15.46</c:v>
                </c:pt>
                <c:pt idx="98">
                  <c:v>14.47</c:v>
                </c:pt>
                <c:pt idx="99">
                  <c:v>14.21</c:v>
                </c:pt>
                <c:pt idx="100">
                  <c:v>13.7</c:v>
                </c:pt>
                <c:pt idx="101">
                  <c:v>13.73</c:v>
                </c:pt>
                <c:pt idx="102">
                  <c:v>14.01</c:v>
                </c:pt>
                <c:pt idx="103">
                  <c:v>15.19</c:v>
                </c:pt>
                <c:pt idx="104">
                  <c:v>12.93</c:v>
                </c:pt>
                <c:pt idx="105">
                  <c:v>11.02</c:v>
                </c:pt>
                <c:pt idx="106">
                  <c:v>10.84</c:v>
                </c:pt>
                <c:pt idx="107">
                  <c:v>11.77</c:v>
                </c:pt>
                <c:pt idx="108">
                  <c:v>12.69</c:v>
                </c:pt>
                <c:pt idx="109">
                  <c:v>14.34</c:v>
                </c:pt>
                <c:pt idx="110">
                  <c:v>13.14</c:v>
                </c:pt>
                <c:pt idx="111">
                  <c:v>14.67</c:v>
                </c:pt>
                <c:pt idx="112">
                  <c:v>15.77</c:v>
                </c:pt>
                <c:pt idx="113">
                  <c:v>17.27</c:v>
                </c:pt>
                <c:pt idx="114">
                  <c:v>16.239999999999988</c:v>
                </c:pt>
                <c:pt idx="115">
                  <c:v>17.39</c:v>
                </c:pt>
                <c:pt idx="116">
                  <c:v>14.89</c:v>
                </c:pt>
                <c:pt idx="117">
                  <c:v>11.33</c:v>
                </c:pt>
                <c:pt idx="118">
                  <c:v>14.67</c:v>
                </c:pt>
                <c:pt idx="119">
                  <c:v>13.13</c:v>
                </c:pt>
                <c:pt idx="120">
                  <c:v>15.61</c:v>
                </c:pt>
                <c:pt idx="121">
                  <c:v>13.23</c:v>
                </c:pt>
                <c:pt idx="122">
                  <c:v>14.06</c:v>
                </c:pt>
                <c:pt idx="123">
                  <c:v>15.370000000000006</c:v>
                </c:pt>
                <c:pt idx="124">
                  <c:v>14.97</c:v>
                </c:pt>
                <c:pt idx="125">
                  <c:v>16.010000000000005</c:v>
                </c:pt>
                <c:pt idx="126">
                  <c:v>17.29</c:v>
                </c:pt>
                <c:pt idx="127">
                  <c:v>17.23</c:v>
                </c:pt>
                <c:pt idx="128">
                  <c:v>18.75</c:v>
                </c:pt>
                <c:pt idx="129">
                  <c:v>20.190000000000001</c:v>
                </c:pt>
                <c:pt idx="130">
                  <c:v>19.07</c:v>
                </c:pt>
                <c:pt idx="131">
                  <c:v>16.75</c:v>
                </c:pt>
                <c:pt idx="132">
                  <c:v>13.65</c:v>
                </c:pt>
                <c:pt idx="133">
                  <c:v>15.69</c:v>
                </c:pt>
                <c:pt idx="134">
                  <c:v>16.02</c:v>
                </c:pt>
                <c:pt idx="135">
                  <c:v>17.04</c:v>
                </c:pt>
                <c:pt idx="136">
                  <c:v>17.57</c:v>
                </c:pt>
                <c:pt idx="137">
                  <c:v>18.239999999999988</c:v>
                </c:pt>
                <c:pt idx="138">
                  <c:v>16.579999999999988</c:v>
                </c:pt>
                <c:pt idx="139">
                  <c:v>19.25</c:v>
                </c:pt>
                <c:pt idx="140">
                  <c:v>20.260000000000002</c:v>
                </c:pt>
                <c:pt idx="141">
                  <c:v>20.27</c:v>
                </c:pt>
                <c:pt idx="142">
                  <c:v>20.54</c:v>
                </c:pt>
                <c:pt idx="143">
                  <c:v>19.55</c:v>
                </c:pt>
                <c:pt idx="144">
                  <c:v>19.45</c:v>
                </c:pt>
                <c:pt idx="145">
                  <c:v>18.45</c:v>
                </c:pt>
                <c:pt idx="146">
                  <c:v>18.03</c:v>
                </c:pt>
                <c:pt idx="147">
                  <c:v>18.48999999999997</c:v>
                </c:pt>
                <c:pt idx="148">
                  <c:v>18.27</c:v>
                </c:pt>
                <c:pt idx="149">
                  <c:v>19.75</c:v>
                </c:pt>
                <c:pt idx="150">
                  <c:v>17.829999999999988</c:v>
                </c:pt>
                <c:pt idx="151">
                  <c:v>18.809999999999999</c:v>
                </c:pt>
                <c:pt idx="152">
                  <c:v>17.98999999999997</c:v>
                </c:pt>
                <c:pt idx="153">
                  <c:v>18.809999999999999</c:v>
                </c:pt>
                <c:pt idx="154">
                  <c:v>19.53</c:v>
                </c:pt>
                <c:pt idx="155">
                  <c:v>20.59</c:v>
                </c:pt>
                <c:pt idx="156">
                  <c:v>21.9</c:v>
                </c:pt>
                <c:pt idx="157">
                  <c:v>23.7</c:v>
                </c:pt>
                <c:pt idx="158">
                  <c:v>25.39</c:v>
                </c:pt>
                <c:pt idx="159">
                  <c:v>25.67</c:v>
                </c:pt>
                <c:pt idx="160">
                  <c:v>25.759999999999987</c:v>
                </c:pt>
                <c:pt idx="161">
                  <c:v>26.8</c:v>
                </c:pt>
                <c:pt idx="162">
                  <c:v>27.55</c:v>
                </c:pt>
                <c:pt idx="163">
                  <c:v>26.55</c:v>
                </c:pt>
                <c:pt idx="164">
                  <c:v>22.7</c:v>
                </c:pt>
                <c:pt idx="165">
                  <c:v>19.47</c:v>
                </c:pt>
                <c:pt idx="166">
                  <c:v>19.5</c:v>
                </c:pt>
                <c:pt idx="167">
                  <c:v>19.91</c:v>
                </c:pt>
                <c:pt idx="168">
                  <c:v>18.29</c:v>
                </c:pt>
                <c:pt idx="169">
                  <c:v>21.19</c:v>
                </c:pt>
                <c:pt idx="170">
                  <c:v>23.15000000000002</c:v>
                </c:pt>
                <c:pt idx="171">
                  <c:v>22.37</c:v>
                </c:pt>
                <c:pt idx="172">
                  <c:v>23.84</c:v>
                </c:pt>
                <c:pt idx="173">
                  <c:v>25.15000000000002</c:v>
                </c:pt>
                <c:pt idx="174">
                  <c:v>23.99</c:v>
                </c:pt>
                <c:pt idx="175">
                  <c:v>20.059999999999999</c:v>
                </c:pt>
                <c:pt idx="176">
                  <c:v>19.91</c:v>
                </c:pt>
                <c:pt idx="177">
                  <c:v>21.54</c:v>
                </c:pt>
                <c:pt idx="178">
                  <c:v>23.779999999999987</c:v>
                </c:pt>
                <c:pt idx="179">
                  <c:v>21.71</c:v>
                </c:pt>
                <c:pt idx="180">
                  <c:v>21.51</c:v>
                </c:pt>
                <c:pt idx="181">
                  <c:v>20.420000000000002</c:v>
                </c:pt>
                <c:pt idx="182">
                  <c:v>21.47</c:v>
                </c:pt>
                <c:pt idx="183">
                  <c:v>22.24</c:v>
                </c:pt>
                <c:pt idx="184">
                  <c:v>20.32</c:v>
                </c:pt>
                <c:pt idx="185">
                  <c:v>21.959999999999987</c:v>
                </c:pt>
                <c:pt idx="186">
                  <c:v>24.610000000000021</c:v>
                </c:pt>
                <c:pt idx="187">
                  <c:v>23.52</c:v>
                </c:pt>
                <c:pt idx="188">
                  <c:v>19.34</c:v>
                </c:pt>
                <c:pt idx="189">
                  <c:v>18.600000000000001</c:v>
                </c:pt>
                <c:pt idx="190">
                  <c:v>19.439999999999987</c:v>
                </c:pt>
                <c:pt idx="191">
                  <c:v>20.88</c:v>
                </c:pt>
                <c:pt idx="192">
                  <c:v>20.49</c:v>
                </c:pt>
                <c:pt idx="193">
                  <c:v>21.67</c:v>
                </c:pt>
                <c:pt idx="194">
                  <c:v>20.97</c:v>
                </c:pt>
                <c:pt idx="195">
                  <c:v>22.87</c:v>
                </c:pt>
                <c:pt idx="196">
                  <c:v>24.86</c:v>
                </c:pt>
                <c:pt idx="197">
                  <c:v>25.95</c:v>
                </c:pt>
                <c:pt idx="198">
                  <c:v>23.18</c:v>
                </c:pt>
                <c:pt idx="199">
                  <c:v>24.19</c:v>
                </c:pt>
                <c:pt idx="200">
                  <c:v>25.35</c:v>
                </c:pt>
                <c:pt idx="201">
                  <c:v>19.959999999999987</c:v>
                </c:pt>
                <c:pt idx="202">
                  <c:v>22.04</c:v>
                </c:pt>
                <c:pt idx="203">
                  <c:v>24.08</c:v>
                </c:pt>
                <c:pt idx="204">
                  <c:v>20.32</c:v>
                </c:pt>
                <c:pt idx="205">
                  <c:v>22.25</c:v>
                </c:pt>
                <c:pt idx="206">
                  <c:v>20.3</c:v>
                </c:pt>
                <c:pt idx="207">
                  <c:v>22.02</c:v>
                </c:pt>
                <c:pt idx="208">
                  <c:v>23.8</c:v>
                </c:pt>
                <c:pt idx="209">
                  <c:v>20.2</c:v>
                </c:pt>
                <c:pt idx="210">
                  <c:v>18.170000000000005</c:v>
                </c:pt>
                <c:pt idx="211">
                  <c:v>23.35</c:v>
                </c:pt>
                <c:pt idx="212">
                  <c:v>23.88</c:v>
                </c:pt>
                <c:pt idx="213">
                  <c:v>23.88</c:v>
                </c:pt>
                <c:pt idx="214">
                  <c:v>22.18</c:v>
                </c:pt>
                <c:pt idx="215">
                  <c:v>23.259999999999987</c:v>
                </c:pt>
                <c:pt idx="216">
                  <c:v>22.86</c:v>
                </c:pt>
                <c:pt idx="217">
                  <c:v>23.479999999999986</c:v>
                </c:pt>
                <c:pt idx="218">
                  <c:v>23.759999999999987</c:v>
                </c:pt>
                <c:pt idx="219">
                  <c:v>24.610000000000021</c:v>
                </c:pt>
                <c:pt idx="220">
                  <c:v>24.37</c:v>
                </c:pt>
                <c:pt idx="221">
                  <c:v>25.459999999999987</c:v>
                </c:pt>
                <c:pt idx="222">
                  <c:v>25.71</c:v>
                </c:pt>
                <c:pt idx="223">
                  <c:v>26.36</c:v>
                </c:pt>
                <c:pt idx="224">
                  <c:v>22.72</c:v>
                </c:pt>
                <c:pt idx="225">
                  <c:v>21.939999999999987</c:v>
                </c:pt>
                <c:pt idx="226">
                  <c:v>19.95</c:v>
                </c:pt>
                <c:pt idx="227">
                  <c:v>18.170000000000005</c:v>
                </c:pt>
                <c:pt idx="228">
                  <c:v>19.959999999999987</c:v>
                </c:pt>
                <c:pt idx="229">
                  <c:v>21.279999999999987</c:v>
                </c:pt>
                <c:pt idx="230">
                  <c:v>18.71</c:v>
                </c:pt>
                <c:pt idx="231">
                  <c:v>21.17</c:v>
                </c:pt>
                <c:pt idx="232">
                  <c:v>21.07</c:v>
                </c:pt>
                <c:pt idx="233">
                  <c:v>22.15000000000002</c:v>
                </c:pt>
                <c:pt idx="234">
                  <c:v>19.66</c:v>
                </c:pt>
                <c:pt idx="235">
                  <c:v>20.9</c:v>
                </c:pt>
                <c:pt idx="236">
                  <c:v>19.88</c:v>
                </c:pt>
                <c:pt idx="237">
                  <c:v>19.66</c:v>
                </c:pt>
                <c:pt idx="238">
                  <c:v>22.89</c:v>
                </c:pt>
                <c:pt idx="239">
                  <c:v>21.18</c:v>
                </c:pt>
                <c:pt idx="240">
                  <c:v>22.479999999999986</c:v>
                </c:pt>
                <c:pt idx="241">
                  <c:v>23.7</c:v>
                </c:pt>
                <c:pt idx="242">
                  <c:v>22.59</c:v>
                </c:pt>
                <c:pt idx="243">
                  <c:v>19.36</c:v>
                </c:pt>
                <c:pt idx="244">
                  <c:v>19.059999999999999</c:v>
                </c:pt>
                <c:pt idx="245">
                  <c:v>17.239999999999988</c:v>
                </c:pt>
                <c:pt idx="246">
                  <c:v>19.610000000000021</c:v>
                </c:pt>
                <c:pt idx="247">
                  <c:v>21.110000000000021</c:v>
                </c:pt>
                <c:pt idx="248">
                  <c:v>22.34</c:v>
                </c:pt>
                <c:pt idx="249">
                  <c:v>22.17</c:v>
                </c:pt>
                <c:pt idx="250">
                  <c:v>22.49</c:v>
                </c:pt>
                <c:pt idx="251">
                  <c:v>22.45</c:v>
                </c:pt>
                <c:pt idx="252">
                  <c:v>20.69</c:v>
                </c:pt>
                <c:pt idx="253">
                  <c:v>19.279999999999987</c:v>
                </c:pt>
                <c:pt idx="254">
                  <c:v>17.63000000000002</c:v>
                </c:pt>
                <c:pt idx="255">
                  <c:v>17.77</c:v>
                </c:pt>
                <c:pt idx="256">
                  <c:v>19</c:v>
                </c:pt>
                <c:pt idx="257">
                  <c:v>19.38</c:v>
                </c:pt>
                <c:pt idx="258">
                  <c:v>19.82</c:v>
                </c:pt>
                <c:pt idx="259">
                  <c:v>19.279999999999987</c:v>
                </c:pt>
                <c:pt idx="260">
                  <c:v>18.170000000000005</c:v>
                </c:pt>
                <c:pt idx="261">
                  <c:v>18.82</c:v>
                </c:pt>
                <c:pt idx="262">
                  <c:v>19.72</c:v>
                </c:pt>
                <c:pt idx="263">
                  <c:v>20.68</c:v>
                </c:pt>
                <c:pt idx="264">
                  <c:v>21.03</c:v>
                </c:pt>
                <c:pt idx="265">
                  <c:v>16.48999999999997</c:v>
                </c:pt>
                <c:pt idx="266">
                  <c:v>14.75</c:v>
                </c:pt>
                <c:pt idx="267">
                  <c:v>17.979999999999986</c:v>
                </c:pt>
                <c:pt idx="268">
                  <c:v>16.59</c:v>
                </c:pt>
                <c:pt idx="269">
                  <c:v>17.5</c:v>
                </c:pt>
                <c:pt idx="270">
                  <c:v>18.829999999999988</c:v>
                </c:pt>
                <c:pt idx="271">
                  <c:v>21.54</c:v>
                </c:pt>
                <c:pt idx="272">
                  <c:v>19.079999999999988</c:v>
                </c:pt>
                <c:pt idx="273">
                  <c:v>17.63000000000002</c:v>
                </c:pt>
                <c:pt idx="274">
                  <c:v>17.779999999999987</c:v>
                </c:pt>
                <c:pt idx="275">
                  <c:v>17.149999999999999</c:v>
                </c:pt>
                <c:pt idx="276">
                  <c:v>15.91</c:v>
                </c:pt>
                <c:pt idx="277">
                  <c:v>15.41</c:v>
                </c:pt>
                <c:pt idx="278">
                  <c:v>15.6</c:v>
                </c:pt>
                <c:pt idx="279">
                  <c:v>15.53</c:v>
                </c:pt>
                <c:pt idx="280">
                  <c:v>16.579999999999988</c:v>
                </c:pt>
                <c:pt idx="281">
                  <c:v>17.32</c:v>
                </c:pt>
                <c:pt idx="282">
                  <c:v>18.12</c:v>
                </c:pt>
                <c:pt idx="283">
                  <c:v>18.760000000000002</c:v>
                </c:pt>
                <c:pt idx="284">
                  <c:v>18.149999999999999</c:v>
                </c:pt>
                <c:pt idx="285">
                  <c:v>16.420000000000002</c:v>
                </c:pt>
                <c:pt idx="286">
                  <c:v>15.94</c:v>
                </c:pt>
                <c:pt idx="287">
                  <c:v>17.399999999999999</c:v>
                </c:pt>
                <c:pt idx="288">
                  <c:v>18.43</c:v>
                </c:pt>
                <c:pt idx="289">
                  <c:v>19.37</c:v>
                </c:pt>
                <c:pt idx="290">
                  <c:v>19.459999999999987</c:v>
                </c:pt>
                <c:pt idx="291">
                  <c:v>18.12</c:v>
                </c:pt>
                <c:pt idx="292">
                  <c:v>17.899999999999999</c:v>
                </c:pt>
                <c:pt idx="293">
                  <c:v>18.72</c:v>
                </c:pt>
                <c:pt idx="294">
                  <c:v>14.77</c:v>
                </c:pt>
                <c:pt idx="295">
                  <c:v>15.3</c:v>
                </c:pt>
                <c:pt idx="296">
                  <c:v>13.12</c:v>
                </c:pt>
                <c:pt idx="297">
                  <c:v>6.63</c:v>
                </c:pt>
                <c:pt idx="298">
                  <c:v>5.28</c:v>
                </c:pt>
                <c:pt idx="299">
                  <c:v>8.24</c:v>
                </c:pt>
                <c:pt idx="300">
                  <c:v>8.11</c:v>
                </c:pt>
                <c:pt idx="301">
                  <c:v>8.07</c:v>
                </c:pt>
                <c:pt idx="302">
                  <c:v>8.2200000000000006</c:v>
                </c:pt>
                <c:pt idx="303">
                  <c:v>9.17</c:v>
                </c:pt>
                <c:pt idx="304">
                  <c:v>9.99</c:v>
                </c:pt>
                <c:pt idx="305">
                  <c:v>9.98</c:v>
                </c:pt>
                <c:pt idx="306">
                  <c:v>9.06</c:v>
                </c:pt>
                <c:pt idx="307">
                  <c:v>12.93</c:v>
                </c:pt>
                <c:pt idx="308">
                  <c:v>14.56</c:v>
                </c:pt>
                <c:pt idx="309">
                  <c:v>12.96</c:v>
                </c:pt>
                <c:pt idx="310">
                  <c:v>12.24</c:v>
                </c:pt>
                <c:pt idx="311">
                  <c:v>13.42</c:v>
                </c:pt>
                <c:pt idx="312">
                  <c:v>13.9</c:v>
                </c:pt>
                <c:pt idx="313">
                  <c:v>14.21</c:v>
                </c:pt>
                <c:pt idx="314">
                  <c:v>14.1</c:v>
                </c:pt>
                <c:pt idx="315">
                  <c:v>14.34</c:v>
                </c:pt>
                <c:pt idx="316">
                  <c:v>12.69</c:v>
                </c:pt>
                <c:pt idx="317">
                  <c:v>12.53</c:v>
                </c:pt>
                <c:pt idx="318">
                  <c:v>12.51</c:v>
                </c:pt>
                <c:pt idx="319">
                  <c:v>12.23</c:v>
                </c:pt>
                <c:pt idx="320">
                  <c:v>8.620000000000001</c:v>
                </c:pt>
                <c:pt idx="321">
                  <c:v>9.3500000000000068</c:v>
                </c:pt>
                <c:pt idx="322">
                  <c:v>8.48</c:v>
                </c:pt>
                <c:pt idx="323">
                  <c:v>6.53</c:v>
                </c:pt>
                <c:pt idx="324">
                  <c:v>6.74</c:v>
                </c:pt>
                <c:pt idx="325">
                  <c:v>8.41</c:v>
                </c:pt>
                <c:pt idx="326">
                  <c:v>10.16</c:v>
                </c:pt>
                <c:pt idx="327">
                  <c:v>9.94</c:v>
                </c:pt>
                <c:pt idx="328">
                  <c:v>9.3800000000000008</c:v>
                </c:pt>
                <c:pt idx="329">
                  <c:v>7.6499999999999995</c:v>
                </c:pt>
                <c:pt idx="330">
                  <c:v>7.34</c:v>
                </c:pt>
                <c:pt idx="331">
                  <c:v>8.11</c:v>
                </c:pt>
                <c:pt idx="332">
                  <c:v>10.5</c:v>
                </c:pt>
                <c:pt idx="333">
                  <c:v>11.5</c:v>
                </c:pt>
                <c:pt idx="334">
                  <c:v>12.370000000000006</c:v>
                </c:pt>
                <c:pt idx="335">
                  <c:v>10.56</c:v>
                </c:pt>
                <c:pt idx="336">
                  <c:v>8.81</c:v>
                </c:pt>
                <c:pt idx="337">
                  <c:v>8.69</c:v>
                </c:pt>
                <c:pt idx="338">
                  <c:v>9.16</c:v>
                </c:pt>
                <c:pt idx="339">
                  <c:v>9.9600000000000026</c:v>
                </c:pt>
                <c:pt idx="340">
                  <c:v>8.94</c:v>
                </c:pt>
                <c:pt idx="341">
                  <c:v>7.1</c:v>
                </c:pt>
                <c:pt idx="342">
                  <c:v>7.17</c:v>
                </c:pt>
                <c:pt idx="343">
                  <c:v>4.3599999999999985</c:v>
                </c:pt>
                <c:pt idx="344">
                  <c:v>2.7600000000000002</c:v>
                </c:pt>
                <c:pt idx="345">
                  <c:v>2.96</c:v>
                </c:pt>
                <c:pt idx="346">
                  <c:v>4.6399999999999997</c:v>
                </c:pt>
                <c:pt idx="347">
                  <c:v>6.71</c:v>
                </c:pt>
                <c:pt idx="348">
                  <c:v>7.34</c:v>
                </c:pt>
                <c:pt idx="349">
                  <c:v>7.58</c:v>
                </c:pt>
                <c:pt idx="350">
                  <c:v>7.81</c:v>
                </c:pt>
                <c:pt idx="351">
                  <c:v>4.96</c:v>
                </c:pt>
                <c:pt idx="352">
                  <c:v>3.9099999999999997</c:v>
                </c:pt>
                <c:pt idx="353">
                  <c:v>4.3599999999999985</c:v>
                </c:pt>
                <c:pt idx="354">
                  <c:v>3.4899999999999998</c:v>
                </c:pt>
                <c:pt idx="355">
                  <c:v>2.94</c:v>
                </c:pt>
                <c:pt idx="356">
                  <c:v>2.3699999999999997</c:v>
                </c:pt>
                <c:pt idx="357">
                  <c:v>3.61</c:v>
                </c:pt>
                <c:pt idx="358">
                  <c:v>5.35</c:v>
                </c:pt>
                <c:pt idx="359">
                  <c:v>3.79</c:v>
                </c:pt>
                <c:pt idx="360">
                  <c:v>-0.66000000000000092</c:v>
                </c:pt>
                <c:pt idx="361">
                  <c:v>-0.44</c:v>
                </c:pt>
                <c:pt idx="362">
                  <c:v>-0.81</c:v>
                </c:pt>
                <c:pt idx="363">
                  <c:v>-1.46</c:v>
                </c:pt>
                <c:pt idx="364">
                  <c:v>-2.4</c:v>
                </c:pt>
                <c:pt idx="365">
                  <c:v>-1.55</c:v>
                </c:pt>
                <c:pt idx="366">
                  <c:v>0.78</c:v>
                </c:pt>
                <c:pt idx="367">
                  <c:v>1.62</c:v>
                </c:pt>
                <c:pt idx="368">
                  <c:v>4.03</c:v>
                </c:pt>
                <c:pt idx="369">
                  <c:v>4.01</c:v>
                </c:pt>
                <c:pt idx="370">
                  <c:v>2.69</c:v>
                </c:pt>
                <c:pt idx="371">
                  <c:v>3.32</c:v>
                </c:pt>
                <c:pt idx="372">
                  <c:v>4.21</c:v>
                </c:pt>
                <c:pt idx="373">
                  <c:v>1.58</c:v>
                </c:pt>
                <c:pt idx="374">
                  <c:v>2.54</c:v>
                </c:pt>
                <c:pt idx="375">
                  <c:v>4.21</c:v>
                </c:pt>
                <c:pt idx="376">
                  <c:v>5.56</c:v>
                </c:pt>
                <c:pt idx="377">
                  <c:v>2.0299999999999998</c:v>
                </c:pt>
                <c:pt idx="378">
                  <c:v>0</c:v>
                </c:pt>
                <c:pt idx="379">
                  <c:v>1.6700000000000013</c:v>
                </c:pt>
                <c:pt idx="380">
                  <c:v>5.39</c:v>
                </c:pt>
                <c:pt idx="381">
                  <c:v>9.43</c:v>
                </c:pt>
                <c:pt idx="382">
                  <c:v>4.6499999999999995</c:v>
                </c:pt>
                <c:pt idx="383">
                  <c:v>2.48</c:v>
                </c:pt>
                <c:pt idx="384">
                  <c:v>1.79</c:v>
                </c:pt>
                <c:pt idx="385">
                  <c:v>4.6499999999999995</c:v>
                </c:pt>
                <c:pt idx="386">
                  <c:v>4.28</c:v>
                </c:pt>
                <c:pt idx="387">
                  <c:v>4.96</c:v>
                </c:pt>
                <c:pt idx="388">
                  <c:v>4.5</c:v>
                </c:pt>
                <c:pt idx="389">
                  <c:v>4.22</c:v>
                </c:pt>
                <c:pt idx="390">
                  <c:v>3.73</c:v>
                </c:pt>
                <c:pt idx="391">
                  <c:v>2.0499999999999998</c:v>
                </c:pt>
                <c:pt idx="392">
                  <c:v>1.56</c:v>
                </c:pt>
                <c:pt idx="393">
                  <c:v>0</c:v>
                </c:pt>
                <c:pt idx="394">
                  <c:v>3.3</c:v>
                </c:pt>
                <c:pt idx="395">
                  <c:v>1.58</c:v>
                </c:pt>
                <c:pt idx="396">
                  <c:v>2.7</c:v>
                </c:pt>
                <c:pt idx="397">
                  <c:v>1.7</c:v>
                </c:pt>
                <c:pt idx="398">
                  <c:v>1.9900000000000013</c:v>
                </c:pt>
                <c:pt idx="399">
                  <c:v>4.91</c:v>
                </c:pt>
                <c:pt idx="400">
                  <c:v>0</c:v>
                </c:pt>
                <c:pt idx="401">
                  <c:v>0.89</c:v>
                </c:pt>
                <c:pt idx="402">
                  <c:v>0.8</c:v>
                </c:pt>
                <c:pt idx="403">
                  <c:v>-1.87</c:v>
                </c:pt>
                <c:pt idx="404">
                  <c:v>-4.09</c:v>
                </c:pt>
                <c:pt idx="405">
                  <c:v>0</c:v>
                </c:pt>
                <c:pt idx="406">
                  <c:v>-1.23</c:v>
                </c:pt>
                <c:pt idx="407">
                  <c:v>0</c:v>
                </c:pt>
                <c:pt idx="408">
                  <c:v>1.07</c:v>
                </c:pt>
                <c:pt idx="409">
                  <c:v>1.34</c:v>
                </c:pt>
                <c:pt idx="410">
                  <c:v>1.77</c:v>
                </c:pt>
                <c:pt idx="411">
                  <c:v>2.65</c:v>
                </c:pt>
                <c:pt idx="412">
                  <c:v>4.7699999999999996</c:v>
                </c:pt>
                <c:pt idx="413">
                  <c:v>3.12</c:v>
                </c:pt>
                <c:pt idx="414">
                  <c:v>3</c:v>
                </c:pt>
                <c:pt idx="415">
                  <c:v>3.6</c:v>
                </c:pt>
                <c:pt idx="416">
                  <c:v>4.75</c:v>
                </c:pt>
                <c:pt idx="417">
                  <c:v>5.99</c:v>
                </c:pt>
                <c:pt idx="418">
                  <c:v>6.39</c:v>
                </c:pt>
                <c:pt idx="419">
                  <c:v>4.9700000000000024</c:v>
                </c:pt>
                <c:pt idx="420">
                  <c:v>6.55</c:v>
                </c:pt>
                <c:pt idx="421">
                  <c:v>7.41</c:v>
                </c:pt>
                <c:pt idx="422">
                  <c:v>7.64</c:v>
                </c:pt>
                <c:pt idx="423">
                  <c:v>6.33</c:v>
                </c:pt>
                <c:pt idx="424">
                  <c:v>6.7</c:v>
                </c:pt>
                <c:pt idx="425">
                  <c:v>8.65</c:v>
                </c:pt>
                <c:pt idx="426">
                  <c:v>7.6199999999999966</c:v>
                </c:pt>
                <c:pt idx="427">
                  <c:v>7.39</c:v>
                </c:pt>
                <c:pt idx="428">
                  <c:v>7.7700000000000014</c:v>
                </c:pt>
                <c:pt idx="429">
                  <c:v>6.45</c:v>
                </c:pt>
                <c:pt idx="430">
                  <c:v>5.34</c:v>
                </c:pt>
                <c:pt idx="431">
                  <c:v>5.44</c:v>
                </c:pt>
                <c:pt idx="432">
                  <c:v>5.1899999999999995</c:v>
                </c:pt>
                <c:pt idx="433">
                  <c:v>4.6899999999999995</c:v>
                </c:pt>
                <c:pt idx="434">
                  <c:v>5.1899999999999995</c:v>
                </c:pt>
                <c:pt idx="435">
                  <c:v>4.2</c:v>
                </c:pt>
                <c:pt idx="436">
                  <c:v>6.9300000000000024</c:v>
                </c:pt>
                <c:pt idx="437">
                  <c:v>7.2</c:v>
                </c:pt>
                <c:pt idx="438">
                  <c:v>7.2700000000000014</c:v>
                </c:pt>
                <c:pt idx="439">
                  <c:v>7.38</c:v>
                </c:pt>
                <c:pt idx="440">
                  <c:v>8.51</c:v>
                </c:pt>
                <c:pt idx="441">
                  <c:v>8.82</c:v>
                </c:pt>
                <c:pt idx="442">
                  <c:v>9.09</c:v>
                </c:pt>
                <c:pt idx="443">
                  <c:v>8.4</c:v>
                </c:pt>
                <c:pt idx="444">
                  <c:v>9.52</c:v>
                </c:pt>
                <c:pt idx="445">
                  <c:v>8.24</c:v>
                </c:pt>
                <c:pt idx="446">
                  <c:v>9.9600000000000026</c:v>
                </c:pt>
                <c:pt idx="447">
                  <c:v>10.85000000000001</c:v>
                </c:pt>
                <c:pt idx="448">
                  <c:v>10.57</c:v>
                </c:pt>
                <c:pt idx="449">
                  <c:v>11.02</c:v>
                </c:pt>
                <c:pt idx="450">
                  <c:v>11.42</c:v>
                </c:pt>
                <c:pt idx="451">
                  <c:v>11.41</c:v>
                </c:pt>
                <c:pt idx="452">
                  <c:v>11.32</c:v>
                </c:pt>
                <c:pt idx="453">
                  <c:v>13.97</c:v>
                </c:pt>
                <c:pt idx="454">
                  <c:v>15.21</c:v>
                </c:pt>
                <c:pt idx="455">
                  <c:v>14.6</c:v>
                </c:pt>
                <c:pt idx="456">
                  <c:v>11.82</c:v>
                </c:pt>
                <c:pt idx="457">
                  <c:v>11.34</c:v>
                </c:pt>
                <c:pt idx="458">
                  <c:v>8.16</c:v>
                </c:pt>
                <c:pt idx="459">
                  <c:v>8.4500000000000028</c:v>
                </c:pt>
                <c:pt idx="460">
                  <c:v>7.64</c:v>
                </c:pt>
                <c:pt idx="461">
                  <c:v>7.9300000000000024</c:v>
                </c:pt>
                <c:pt idx="462">
                  <c:v>10.08</c:v>
                </c:pt>
                <c:pt idx="463">
                  <c:v>11.33</c:v>
                </c:pt>
                <c:pt idx="464">
                  <c:v>12.71</c:v>
                </c:pt>
                <c:pt idx="465">
                  <c:v>12.94</c:v>
                </c:pt>
                <c:pt idx="466">
                  <c:v>14.18</c:v>
                </c:pt>
                <c:pt idx="467">
                  <c:v>16.2</c:v>
                </c:pt>
                <c:pt idx="468">
                  <c:v>16.82</c:v>
                </c:pt>
                <c:pt idx="469">
                  <c:v>16.62</c:v>
                </c:pt>
                <c:pt idx="470">
                  <c:v>16.97</c:v>
                </c:pt>
                <c:pt idx="471">
                  <c:v>15.11</c:v>
                </c:pt>
                <c:pt idx="472">
                  <c:v>13.22</c:v>
                </c:pt>
                <c:pt idx="473">
                  <c:v>10.52</c:v>
                </c:pt>
                <c:pt idx="474">
                  <c:v>11.78</c:v>
                </c:pt>
                <c:pt idx="475">
                  <c:v>14.55</c:v>
                </c:pt>
                <c:pt idx="476">
                  <c:v>17.690000000000001</c:v>
                </c:pt>
                <c:pt idx="477">
                  <c:v>16.399999999999999</c:v>
                </c:pt>
                <c:pt idx="478">
                  <c:v>15.21</c:v>
                </c:pt>
                <c:pt idx="479">
                  <c:v>13.74</c:v>
                </c:pt>
                <c:pt idx="480">
                  <c:v>15.96</c:v>
                </c:pt>
                <c:pt idx="481">
                  <c:v>13.64</c:v>
                </c:pt>
                <c:pt idx="482">
                  <c:v>15.13</c:v>
                </c:pt>
                <c:pt idx="483">
                  <c:v>14.66</c:v>
                </c:pt>
                <c:pt idx="484">
                  <c:v>14.15</c:v>
                </c:pt>
                <c:pt idx="485">
                  <c:v>15.71</c:v>
                </c:pt>
                <c:pt idx="486">
                  <c:v>17.559999999999999</c:v>
                </c:pt>
                <c:pt idx="487">
                  <c:v>17.34</c:v>
                </c:pt>
                <c:pt idx="488">
                  <c:v>18.399999999999999</c:v>
                </c:pt>
                <c:pt idx="489">
                  <c:v>18.98999999999997</c:v>
                </c:pt>
                <c:pt idx="490">
                  <c:v>16.23</c:v>
                </c:pt>
                <c:pt idx="491">
                  <c:v>19.86</c:v>
                </c:pt>
                <c:pt idx="492">
                  <c:v>18.72</c:v>
                </c:pt>
                <c:pt idx="493">
                  <c:v>18.54</c:v>
                </c:pt>
                <c:pt idx="494">
                  <c:v>19.939999999999987</c:v>
                </c:pt>
                <c:pt idx="495">
                  <c:v>20.47</c:v>
                </c:pt>
                <c:pt idx="496">
                  <c:v>20.3</c:v>
                </c:pt>
                <c:pt idx="497">
                  <c:v>20.87</c:v>
                </c:pt>
                <c:pt idx="498">
                  <c:v>21.759999999999987</c:v>
                </c:pt>
                <c:pt idx="499">
                  <c:v>16.939999999999987</c:v>
                </c:pt>
                <c:pt idx="500">
                  <c:v>16.79</c:v>
                </c:pt>
                <c:pt idx="501">
                  <c:v>20.66</c:v>
                </c:pt>
                <c:pt idx="502">
                  <c:v>20.39</c:v>
                </c:pt>
                <c:pt idx="503">
                  <c:v>20.81000000000002</c:v>
                </c:pt>
                <c:pt idx="504">
                  <c:v>17.899999999999999</c:v>
                </c:pt>
                <c:pt idx="505">
                  <c:v>14</c:v>
                </c:pt>
                <c:pt idx="506">
                  <c:v>13.82</c:v>
                </c:pt>
                <c:pt idx="507">
                  <c:v>14.12</c:v>
                </c:pt>
                <c:pt idx="508">
                  <c:v>17.100000000000001</c:v>
                </c:pt>
                <c:pt idx="509">
                  <c:v>18.279999999999987</c:v>
                </c:pt>
                <c:pt idx="510">
                  <c:v>16.3</c:v>
                </c:pt>
                <c:pt idx="511">
                  <c:v>17.84</c:v>
                </c:pt>
                <c:pt idx="512">
                  <c:v>17.95</c:v>
                </c:pt>
                <c:pt idx="513">
                  <c:v>18.73</c:v>
                </c:pt>
                <c:pt idx="514">
                  <c:v>20.18</c:v>
                </c:pt>
                <c:pt idx="515">
                  <c:v>19.399999999999999</c:v>
                </c:pt>
                <c:pt idx="516">
                  <c:v>20.21</c:v>
                </c:pt>
                <c:pt idx="517">
                  <c:v>21.73</c:v>
                </c:pt>
                <c:pt idx="518">
                  <c:v>23.29</c:v>
                </c:pt>
                <c:pt idx="519">
                  <c:v>25.110000000000021</c:v>
                </c:pt>
                <c:pt idx="520">
                  <c:v>25.85</c:v>
                </c:pt>
                <c:pt idx="521">
                  <c:v>25.66</c:v>
                </c:pt>
                <c:pt idx="522">
                  <c:v>25.09</c:v>
                </c:pt>
                <c:pt idx="523">
                  <c:v>23.95</c:v>
                </c:pt>
                <c:pt idx="524">
                  <c:v>22.49</c:v>
                </c:pt>
                <c:pt idx="525">
                  <c:v>21.66</c:v>
                </c:pt>
                <c:pt idx="526">
                  <c:v>23.419999999999987</c:v>
                </c:pt>
                <c:pt idx="527">
                  <c:v>22.18</c:v>
                </c:pt>
                <c:pt idx="528">
                  <c:v>23.59</c:v>
                </c:pt>
                <c:pt idx="529">
                  <c:v>20.86</c:v>
                </c:pt>
                <c:pt idx="530">
                  <c:v>21.93</c:v>
                </c:pt>
                <c:pt idx="531">
                  <c:v>21.9</c:v>
                </c:pt>
                <c:pt idx="532">
                  <c:v>20.65000000000002</c:v>
                </c:pt>
                <c:pt idx="533">
                  <c:v>21.23</c:v>
                </c:pt>
                <c:pt idx="534">
                  <c:v>21.53</c:v>
                </c:pt>
                <c:pt idx="535">
                  <c:v>20.03</c:v>
                </c:pt>
                <c:pt idx="536">
                  <c:v>20.3</c:v>
                </c:pt>
                <c:pt idx="537">
                  <c:v>19.959999999999987</c:v>
                </c:pt>
                <c:pt idx="538">
                  <c:v>22.57</c:v>
                </c:pt>
                <c:pt idx="539">
                  <c:v>19</c:v>
                </c:pt>
                <c:pt idx="540">
                  <c:v>19.899999999999999</c:v>
                </c:pt>
                <c:pt idx="541">
                  <c:v>21.75</c:v>
                </c:pt>
                <c:pt idx="542">
                  <c:v>23.38</c:v>
                </c:pt>
                <c:pt idx="543">
                  <c:v>23.75</c:v>
                </c:pt>
                <c:pt idx="544">
                  <c:v>23.35</c:v>
                </c:pt>
                <c:pt idx="545">
                  <c:v>23.89</c:v>
                </c:pt>
                <c:pt idx="546">
                  <c:v>25.04</c:v>
                </c:pt>
                <c:pt idx="547">
                  <c:v>26.479999999999986</c:v>
                </c:pt>
                <c:pt idx="548">
                  <c:v>26.99</c:v>
                </c:pt>
                <c:pt idx="549">
                  <c:v>27.419999999999987</c:v>
                </c:pt>
                <c:pt idx="550">
                  <c:v>28.2</c:v>
                </c:pt>
                <c:pt idx="551">
                  <c:v>29.06</c:v>
                </c:pt>
                <c:pt idx="552">
                  <c:v>29.71</c:v>
                </c:pt>
                <c:pt idx="553">
                  <c:v>29.07</c:v>
                </c:pt>
                <c:pt idx="554">
                  <c:v>25.37</c:v>
                </c:pt>
                <c:pt idx="555">
                  <c:v>24.06</c:v>
                </c:pt>
                <c:pt idx="556">
                  <c:v>24.91</c:v>
                </c:pt>
                <c:pt idx="557">
                  <c:v>26.8</c:v>
                </c:pt>
                <c:pt idx="558">
                  <c:v>27.69</c:v>
                </c:pt>
                <c:pt idx="559">
                  <c:v>27.16</c:v>
                </c:pt>
                <c:pt idx="560">
                  <c:v>27.959999999999987</c:v>
                </c:pt>
                <c:pt idx="561">
                  <c:v>28.67</c:v>
                </c:pt>
                <c:pt idx="562">
                  <c:v>29.16</c:v>
                </c:pt>
                <c:pt idx="563">
                  <c:v>29.06</c:v>
                </c:pt>
                <c:pt idx="564">
                  <c:v>29.05</c:v>
                </c:pt>
                <c:pt idx="565">
                  <c:v>28.479999999999986</c:v>
                </c:pt>
                <c:pt idx="566">
                  <c:v>29.53</c:v>
                </c:pt>
                <c:pt idx="567">
                  <c:v>29.39</c:v>
                </c:pt>
                <c:pt idx="568">
                  <c:v>28.71</c:v>
                </c:pt>
                <c:pt idx="569">
                  <c:v>27.37</c:v>
                </c:pt>
                <c:pt idx="570">
                  <c:v>26.75</c:v>
                </c:pt>
                <c:pt idx="571">
                  <c:v>25.43</c:v>
                </c:pt>
                <c:pt idx="572">
                  <c:v>26.79</c:v>
                </c:pt>
                <c:pt idx="573">
                  <c:v>26.56</c:v>
                </c:pt>
                <c:pt idx="574">
                  <c:v>27.68</c:v>
                </c:pt>
                <c:pt idx="575">
                  <c:v>24.54</c:v>
                </c:pt>
                <c:pt idx="576">
                  <c:v>23.1</c:v>
                </c:pt>
                <c:pt idx="577">
                  <c:v>20.41</c:v>
                </c:pt>
                <c:pt idx="578">
                  <c:v>23.17</c:v>
                </c:pt>
                <c:pt idx="579">
                  <c:v>25.57</c:v>
                </c:pt>
                <c:pt idx="580">
                  <c:v>27.13000000000002</c:v>
                </c:pt>
                <c:pt idx="581">
                  <c:v>28.21</c:v>
                </c:pt>
                <c:pt idx="582">
                  <c:v>28.58</c:v>
                </c:pt>
                <c:pt idx="583">
                  <c:v>29.1</c:v>
                </c:pt>
                <c:pt idx="584">
                  <c:v>29.1</c:v>
                </c:pt>
                <c:pt idx="585">
                  <c:v>27.56</c:v>
                </c:pt>
                <c:pt idx="586">
                  <c:v>20.68</c:v>
                </c:pt>
                <c:pt idx="587">
                  <c:v>25.439999999999987</c:v>
                </c:pt>
                <c:pt idx="588">
                  <c:v>26.959999999999987</c:v>
                </c:pt>
                <c:pt idx="589">
                  <c:v>28.18</c:v>
                </c:pt>
                <c:pt idx="590">
                  <c:v>26.3</c:v>
                </c:pt>
                <c:pt idx="591">
                  <c:v>23.88</c:v>
                </c:pt>
                <c:pt idx="592">
                  <c:v>21.479999999999986</c:v>
                </c:pt>
                <c:pt idx="593">
                  <c:v>22.97</c:v>
                </c:pt>
                <c:pt idx="594">
                  <c:v>23.25</c:v>
                </c:pt>
                <c:pt idx="595">
                  <c:v>20.04</c:v>
                </c:pt>
                <c:pt idx="596">
                  <c:v>22.23</c:v>
                </c:pt>
                <c:pt idx="597">
                  <c:v>21.759999999999987</c:v>
                </c:pt>
                <c:pt idx="598">
                  <c:v>21.25</c:v>
                </c:pt>
                <c:pt idx="599">
                  <c:v>20.959999999999987</c:v>
                </c:pt>
                <c:pt idx="600">
                  <c:v>21.36</c:v>
                </c:pt>
                <c:pt idx="601">
                  <c:v>22.39</c:v>
                </c:pt>
                <c:pt idx="602">
                  <c:v>23.21</c:v>
                </c:pt>
                <c:pt idx="603">
                  <c:v>24.57</c:v>
                </c:pt>
                <c:pt idx="604">
                  <c:v>25.43</c:v>
                </c:pt>
                <c:pt idx="605">
                  <c:v>26.279999999999987</c:v>
                </c:pt>
                <c:pt idx="606">
                  <c:v>26.979999999999986</c:v>
                </c:pt>
                <c:pt idx="607">
                  <c:v>26.8</c:v>
                </c:pt>
                <c:pt idx="608">
                  <c:v>24.89</c:v>
                </c:pt>
                <c:pt idx="609">
                  <c:v>24.3</c:v>
                </c:pt>
                <c:pt idx="610">
                  <c:v>22.830000000000005</c:v>
                </c:pt>
                <c:pt idx="611">
                  <c:v>23.17</c:v>
                </c:pt>
                <c:pt idx="612">
                  <c:v>20.149999999999999</c:v>
                </c:pt>
                <c:pt idx="613">
                  <c:v>17.38</c:v>
                </c:pt>
                <c:pt idx="614">
                  <c:v>18.010000000000005</c:v>
                </c:pt>
                <c:pt idx="615">
                  <c:v>18.45</c:v>
                </c:pt>
                <c:pt idx="616">
                  <c:v>17.36</c:v>
                </c:pt>
                <c:pt idx="617">
                  <c:v>17.97</c:v>
                </c:pt>
                <c:pt idx="618">
                  <c:v>18.27</c:v>
                </c:pt>
                <c:pt idx="619">
                  <c:v>20.239999999999988</c:v>
                </c:pt>
                <c:pt idx="620">
                  <c:v>17.95</c:v>
                </c:pt>
                <c:pt idx="621">
                  <c:v>17.52</c:v>
                </c:pt>
                <c:pt idx="622">
                  <c:v>17.37</c:v>
                </c:pt>
                <c:pt idx="623">
                  <c:v>21.36</c:v>
                </c:pt>
                <c:pt idx="624">
                  <c:v>22.55</c:v>
                </c:pt>
                <c:pt idx="625">
                  <c:v>22.77</c:v>
                </c:pt>
                <c:pt idx="626">
                  <c:v>19.8</c:v>
                </c:pt>
                <c:pt idx="627">
                  <c:v>18.93</c:v>
                </c:pt>
                <c:pt idx="628">
                  <c:v>19.010000000000005</c:v>
                </c:pt>
                <c:pt idx="629">
                  <c:v>18.459999999999987</c:v>
                </c:pt>
                <c:pt idx="630">
                  <c:v>15.53</c:v>
                </c:pt>
                <c:pt idx="631">
                  <c:v>15.2</c:v>
                </c:pt>
                <c:pt idx="632">
                  <c:v>17.77</c:v>
                </c:pt>
                <c:pt idx="633">
                  <c:v>17.610000000000021</c:v>
                </c:pt>
                <c:pt idx="634">
                  <c:v>17.09</c:v>
                </c:pt>
                <c:pt idx="635">
                  <c:v>15.14</c:v>
                </c:pt>
                <c:pt idx="636">
                  <c:v>14.73</c:v>
                </c:pt>
                <c:pt idx="637">
                  <c:v>13.51</c:v>
                </c:pt>
                <c:pt idx="638">
                  <c:v>11.58</c:v>
                </c:pt>
                <c:pt idx="639">
                  <c:v>12.3</c:v>
                </c:pt>
                <c:pt idx="640">
                  <c:v>16.21</c:v>
                </c:pt>
                <c:pt idx="641">
                  <c:v>17.04</c:v>
                </c:pt>
                <c:pt idx="642">
                  <c:v>17.190000000000001</c:v>
                </c:pt>
                <c:pt idx="643">
                  <c:v>16.27</c:v>
                </c:pt>
                <c:pt idx="644">
                  <c:v>17.71</c:v>
                </c:pt>
                <c:pt idx="645">
                  <c:v>17.420000000000002</c:v>
                </c:pt>
                <c:pt idx="646">
                  <c:v>15.44</c:v>
                </c:pt>
                <c:pt idx="647">
                  <c:v>15.16</c:v>
                </c:pt>
                <c:pt idx="648">
                  <c:v>15.4</c:v>
                </c:pt>
                <c:pt idx="649">
                  <c:v>14.39</c:v>
                </c:pt>
                <c:pt idx="650">
                  <c:v>14.4</c:v>
                </c:pt>
                <c:pt idx="651">
                  <c:v>14.91</c:v>
                </c:pt>
                <c:pt idx="652">
                  <c:v>14.86000000000001</c:v>
                </c:pt>
                <c:pt idx="653">
                  <c:v>11.63</c:v>
                </c:pt>
                <c:pt idx="654">
                  <c:v>10.79</c:v>
                </c:pt>
                <c:pt idx="655">
                  <c:v>11.66</c:v>
                </c:pt>
                <c:pt idx="656">
                  <c:v>12.6</c:v>
                </c:pt>
                <c:pt idx="657">
                  <c:v>10.39</c:v>
                </c:pt>
                <c:pt idx="658">
                  <c:v>9.56</c:v>
                </c:pt>
                <c:pt idx="659">
                  <c:v>4.38</c:v>
                </c:pt>
                <c:pt idx="660">
                  <c:v>4.49</c:v>
                </c:pt>
                <c:pt idx="661">
                  <c:v>4.6899999999999995</c:v>
                </c:pt>
                <c:pt idx="662">
                  <c:v>4.8899999999999997</c:v>
                </c:pt>
                <c:pt idx="663">
                  <c:v>5.09</c:v>
                </c:pt>
                <c:pt idx="664">
                  <c:v>5.29</c:v>
                </c:pt>
                <c:pt idx="665">
                  <c:v>5.49</c:v>
                </c:pt>
                <c:pt idx="666">
                  <c:v>5.6899999999999995</c:v>
                </c:pt>
                <c:pt idx="667">
                  <c:v>5.89</c:v>
                </c:pt>
                <c:pt idx="668">
                  <c:v>6.09</c:v>
                </c:pt>
                <c:pt idx="669">
                  <c:v>6.3</c:v>
                </c:pt>
                <c:pt idx="670">
                  <c:v>6.5</c:v>
                </c:pt>
                <c:pt idx="671">
                  <c:v>6.7</c:v>
                </c:pt>
                <c:pt idx="672">
                  <c:v>6.9</c:v>
                </c:pt>
                <c:pt idx="673">
                  <c:v>11.14</c:v>
                </c:pt>
                <c:pt idx="674">
                  <c:v>12.41</c:v>
                </c:pt>
                <c:pt idx="675">
                  <c:v>11.69</c:v>
                </c:pt>
                <c:pt idx="676">
                  <c:v>12.07</c:v>
                </c:pt>
                <c:pt idx="677">
                  <c:v>12.17</c:v>
                </c:pt>
                <c:pt idx="678">
                  <c:v>8.43</c:v>
                </c:pt>
                <c:pt idx="679">
                  <c:v>10.81</c:v>
                </c:pt>
                <c:pt idx="680">
                  <c:v>10.92</c:v>
                </c:pt>
                <c:pt idx="681">
                  <c:v>8.2100000000000009</c:v>
                </c:pt>
                <c:pt idx="682">
                  <c:v>9.7200000000000006</c:v>
                </c:pt>
                <c:pt idx="683">
                  <c:v>10.76</c:v>
                </c:pt>
                <c:pt idx="684">
                  <c:v>10.88</c:v>
                </c:pt>
                <c:pt idx="685">
                  <c:v>10.11</c:v>
                </c:pt>
                <c:pt idx="686">
                  <c:v>9.08</c:v>
                </c:pt>
                <c:pt idx="687">
                  <c:v>10.23</c:v>
                </c:pt>
                <c:pt idx="688">
                  <c:v>10.4</c:v>
                </c:pt>
                <c:pt idx="689">
                  <c:v>7.21</c:v>
                </c:pt>
                <c:pt idx="690">
                  <c:v>5.5</c:v>
                </c:pt>
                <c:pt idx="691">
                  <c:v>3</c:v>
                </c:pt>
                <c:pt idx="692">
                  <c:v>4.3099999999999996</c:v>
                </c:pt>
                <c:pt idx="693">
                  <c:v>1.0900000000000001</c:v>
                </c:pt>
                <c:pt idx="694">
                  <c:v>2</c:v>
                </c:pt>
                <c:pt idx="695">
                  <c:v>2.73</c:v>
                </c:pt>
                <c:pt idx="696">
                  <c:v>0.78</c:v>
                </c:pt>
                <c:pt idx="697">
                  <c:v>0.99</c:v>
                </c:pt>
                <c:pt idx="698">
                  <c:v>2.16</c:v>
                </c:pt>
                <c:pt idx="699">
                  <c:v>1.5</c:v>
                </c:pt>
                <c:pt idx="700">
                  <c:v>1.49</c:v>
                </c:pt>
                <c:pt idx="701">
                  <c:v>2.65</c:v>
                </c:pt>
                <c:pt idx="702">
                  <c:v>2.3899999999999997</c:v>
                </c:pt>
                <c:pt idx="703">
                  <c:v>4.88</c:v>
                </c:pt>
                <c:pt idx="704">
                  <c:v>4.9700000000000024</c:v>
                </c:pt>
                <c:pt idx="705">
                  <c:v>6.9300000000000024</c:v>
                </c:pt>
                <c:pt idx="706">
                  <c:v>6.54</c:v>
                </c:pt>
                <c:pt idx="707">
                  <c:v>5.35</c:v>
                </c:pt>
                <c:pt idx="708">
                  <c:v>3.64</c:v>
                </c:pt>
                <c:pt idx="709">
                  <c:v>1.6900000000000013</c:v>
                </c:pt>
                <c:pt idx="710">
                  <c:v>0.60000000000000064</c:v>
                </c:pt>
                <c:pt idx="711">
                  <c:v>3.42</c:v>
                </c:pt>
                <c:pt idx="712">
                  <c:v>5.6099999999999985</c:v>
                </c:pt>
                <c:pt idx="713">
                  <c:v>5.88</c:v>
                </c:pt>
                <c:pt idx="714">
                  <c:v>6.1499999999999995</c:v>
                </c:pt>
                <c:pt idx="715">
                  <c:v>5.88</c:v>
                </c:pt>
                <c:pt idx="716">
                  <c:v>4.26</c:v>
                </c:pt>
                <c:pt idx="717">
                  <c:v>4.1499999999999995</c:v>
                </c:pt>
                <c:pt idx="718">
                  <c:v>3.8299999999999987</c:v>
                </c:pt>
                <c:pt idx="719">
                  <c:v>4.8499999999999996</c:v>
                </c:pt>
                <c:pt idx="720">
                  <c:v>6.48</c:v>
                </c:pt>
                <c:pt idx="721">
                  <c:v>6.2</c:v>
                </c:pt>
                <c:pt idx="722">
                  <c:v>6.91</c:v>
                </c:pt>
                <c:pt idx="723">
                  <c:v>7.6899999999999995</c:v>
                </c:pt>
                <c:pt idx="724">
                  <c:v>5.89</c:v>
                </c:pt>
                <c:pt idx="725">
                  <c:v>3.9</c:v>
                </c:pt>
                <c:pt idx="726">
                  <c:v>2.59</c:v>
                </c:pt>
                <c:pt idx="727">
                  <c:v>1.48</c:v>
                </c:pt>
                <c:pt idx="728">
                  <c:v>1.76</c:v>
                </c:pt>
                <c:pt idx="729">
                  <c:v>2.13</c:v>
                </c:pt>
              </c:numCache>
            </c:numRef>
          </c:yVal>
          <c:smooth val="0"/>
          <c:extLst>
            <c:ext xmlns:c16="http://schemas.microsoft.com/office/drawing/2014/chart" uri="{C3380CC4-5D6E-409C-BE32-E72D297353CC}">
              <c16:uniqueId val="{00000001-467D-455F-8E22-459B486F2A01}"/>
            </c:ext>
          </c:extLst>
        </c:ser>
        <c:ser>
          <c:idx val="6"/>
          <c:order val="1"/>
          <c:tx>
            <c:v>Twat_sim</c:v>
          </c:tx>
          <c:spPr>
            <a:ln>
              <a:solidFill>
                <a:srgbClr val="FFC000"/>
              </a:solidFill>
            </a:ln>
          </c:spPr>
          <c:marker>
            <c:symbol val="none"/>
          </c:marker>
          <c:xVal>
            <c:numRef>
              <c:f>Boretto_CC!$A$2:$A$1006</c:f>
              <c:numCache>
                <c:formatCode>m/d/yyyy</c:formatCode>
                <c:ptCount val="1005"/>
                <c:pt idx="0">
                  <c:v>41640</c:v>
                </c:pt>
                <c:pt idx="1">
                  <c:v>41641</c:v>
                </c:pt>
                <c:pt idx="2">
                  <c:v>41642</c:v>
                </c:pt>
                <c:pt idx="3">
                  <c:v>41643</c:v>
                </c:pt>
                <c:pt idx="4">
                  <c:v>41644</c:v>
                </c:pt>
                <c:pt idx="5">
                  <c:v>41645</c:v>
                </c:pt>
                <c:pt idx="6">
                  <c:v>41646</c:v>
                </c:pt>
                <c:pt idx="7">
                  <c:v>41647</c:v>
                </c:pt>
                <c:pt idx="8">
                  <c:v>41648</c:v>
                </c:pt>
                <c:pt idx="9">
                  <c:v>41649</c:v>
                </c:pt>
                <c:pt idx="10">
                  <c:v>41650</c:v>
                </c:pt>
                <c:pt idx="11">
                  <c:v>41651</c:v>
                </c:pt>
                <c:pt idx="12">
                  <c:v>41652</c:v>
                </c:pt>
                <c:pt idx="13">
                  <c:v>41653</c:v>
                </c:pt>
                <c:pt idx="14">
                  <c:v>41654</c:v>
                </c:pt>
                <c:pt idx="15">
                  <c:v>41655</c:v>
                </c:pt>
                <c:pt idx="16">
                  <c:v>41656</c:v>
                </c:pt>
                <c:pt idx="17">
                  <c:v>41657</c:v>
                </c:pt>
                <c:pt idx="18">
                  <c:v>41658</c:v>
                </c:pt>
                <c:pt idx="19">
                  <c:v>41659</c:v>
                </c:pt>
                <c:pt idx="20">
                  <c:v>41660</c:v>
                </c:pt>
                <c:pt idx="21">
                  <c:v>41661</c:v>
                </c:pt>
                <c:pt idx="22">
                  <c:v>41662</c:v>
                </c:pt>
                <c:pt idx="23">
                  <c:v>41663</c:v>
                </c:pt>
                <c:pt idx="24">
                  <c:v>41664</c:v>
                </c:pt>
                <c:pt idx="25">
                  <c:v>41665</c:v>
                </c:pt>
                <c:pt idx="26">
                  <c:v>41666</c:v>
                </c:pt>
                <c:pt idx="27">
                  <c:v>41667</c:v>
                </c:pt>
                <c:pt idx="28">
                  <c:v>41668</c:v>
                </c:pt>
                <c:pt idx="29">
                  <c:v>41669</c:v>
                </c:pt>
                <c:pt idx="30">
                  <c:v>41670</c:v>
                </c:pt>
                <c:pt idx="31">
                  <c:v>41671</c:v>
                </c:pt>
                <c:pt idx="32">
                  <c:v>41672</c:v>
                </c:pt>
                <c:pt idx="33">
                  <c:v>41673</c:v>
                </c:pt>
                <c:pt idx="34">
                  <c:v>41674</c:v>
                </c:pt>
                <c:pt idx="35">
                  <c:v>41675</c:v>
                </c:pt>
                <c:pt idx="36">
                  <c:v>41676</c:v>
                </c:pt>
                <c:pt idx="37">
                  <c:v>41677</c:v>
                </c:pt>
                <c:pt idx="38">
                  <c:v>41678</c:v>
                </c:pt>
                <c:pt idx="39">
                  <c:v>41679</c:v>
                </c:pt>
                <c:pt idx="40">
                  <c:v>41680</c:v>
                </c:pt>
                <c:pt idx="41">
                  <c:v>41681</c:v>
                </c:pt>
                <c:pt idx="42">
                  <c:v>41682</c:v>
                </c:pt>
                <c:pt idx="43">
                  <c:v>41683</c:v>
                </c:pt>
                <c:pt idx="44">
                  <c:v>41684</c:v>
                </c:pt>
                <c:pt idx="45">
                  <c:v>41685</c:v>
                </c:pt>
                <c:pt idx="46">
                  <c:v>41686</c:v>
                </c:pt>
                <c:pt idx="47">
                  <c:v>41687</c:v>
                </c:pt>
                <c:pt idx="48">
                  <c:v>41688</c:v>
                </c:pt>
                <c:pt idx="49">
                  <c:v>41689</c:v>
                </c:pt>
                <c:pt idx="50">
                  <c:v>41690</c:v>
                </c:pt>
                <c:pt idx="51">
                  <c:v>41691</c:v>
                </c:pt>
                <c:pt idx="52">
                  <c:v>41692</c:v>
                </c:pt>
                <c:pt idx="53">
                  <c:v>41693</c:v>
                </c:pt>
                <c:pt idx="54">
                  <c:v>41694</c:v>
                </c:pt>
                <c:pt idx="55">
                  <c:v>41695</c:v>
                </c:pt>
                <c:pt idx="56">
                  <c:v>41696</c:v>
                </c:pt>
                <c:pt idx="57">
                  <c:v>41697</c:v>
                </c:pt>
                <c:pt idx="58">
                  <c:v>41698</c:v>
                </c:pt>
                <c:pt idx="59">
                  <c:v>41699</c:v>
                </c:pt>
                <c:pt idx="60">
                  <c:v>41700</c:v>
                </c:pt>
                <c:pt idx="61">
                  <c:v>41701</c:v>
                </c:pt>
                <c:pt idx="62">
                  <c:v>41702</c:v>
                </c:pt>
                <c:pt idx="63">
                  <c:v>41703</c:v>
                </c:pt>
                <c:pt idx="64">
                  <c:v>41704</c:v>
                </c:pt>
                <c:pt idx="65">
                  <c:v>41705</c:v>
                </c:pt>
                <c:pt idx="66">
                  <c:v>41706</c:v>
                </c:pt>
                <c:pt idx="67">
                  <c:v>41707</c:v>
                </c:pt>
                <c:pt idx="68">
                  <c:v>41708</c:v>
                </c:pt>
                <c:pt idx="69">
                  <c:v>41709</c:v>
                </c:pt>
                <c:pt idx="70">
                  <c:v>41710</c:v>
                </c:pt>
                <c:pt idx="71">
                  <c:v>41711</c:v>
                </c:pt>
                <c:pt idx="72">
                  <c:v>41712</c:v>
                </c:pt>
                <c:pt idx="73">
                  <c:v>41713</c:v>
                </c:pt>
                <c:pt idx="74">
                  <c:v>41714</c:v>
                </c:pt>
                <c:pt idx="75">
                  <c:v>41715</c:v>
                </c:pt>
                <c:pt idx="76">
                  <c:v>41716</c:v>
                </c:pt>
                <c:pt idx="77">
                  <c:v>41717</c:v>
                </c:pt>
                <c:pt idx="78">
                  <c:v>41718</c:v>
                </c:pt>
                <c:pt idx="79">
                  <c:v>41719</c:v>
                </c:pt>
                <c:pt idx="80">
                  <c:v>41720</c:v>
                </c:pt>
                <c:pt idx="81">
                  <c:v>41721</c:v>
                </c:pt>
                <c:pt idx="82">
                  <c:v>41722</c:v>
                </c:pt>
                <c:pt idx="83">
                  <c:v>41723</c:v>
                </c:pt>
                <c:pt idx="84">
                  <c:v>41724</c:v>
                </c:pt>
                <c:pt idx="85">
                  <c:v>41725</c:v>
                </c:pt>
                <c:pt idx="86">
                  <c:v>41726</c:v>
                </c:pt>
                <c:pt idx="87">
                  <c:v>41727</c:v>
                </c:pt>
                <c:pt idx="88">
                  <c:v>41728</c:v>
                </c:pt>
                <c:pt idx="89">
                  <c:v>41729</c:v>
                </c:pt>
                <c:pt idx="90">
                  <c:v>41730</c:v>
                </c:pt>
                <c:pt idx="91">
                  <c:v>41731</c:v>
                </c:pt>
                <c:pt idx="92">
                  <c:v>41732</c:v>
                </c:pt>
                <c:pt idx="93">
                  <c:v>41733</c:v>
                </c:pt>
                <c:pt idx="94">
                  <c:v>41734</c:v>
                </c:pt>
                <c:pt idx="95">
                  <c:v>41735</c:v>
                </c:pt>
                <c:pt idx="96">
                  <c:v>41736</c:v>
                </c:pt>
                <c:pt idx="97">
                  <c:v>41737</c:v>
                </c:pt>
                <c:pt idx="98">
                  <c:v>41738</c:v>
                </c:pt>
                <c:pt idx="99">
                  <c:v>41739</c:v>
                </c:pt>
                <c:pt idx="100">
                  <c:v>41740</c:v>
                </c:pt>
                <c:pt idx="101">
                  <c:v>41741</c:v>
                </c:pt>
                <c:pt idx="102">
                  <c:v>41742</c:v>
                </c:pt>
                <c:pt idx="103">
                  <c:v>41743</c:v>
                </c:pt>
                <c:pt idx="104">
                  <c:v>41744</c:v>
                </c:pt>
                <c:pt idx="105">
                  <c:v>41745</c:v>
                </c:pt>
                <c:pt idx="106">
                  <c:v>41746</c:v>
                </c:pt>
                <c:pt idx="107">
                  <c:v>41747</c:v>
                </c:pt>
                <c:pt idx="108">
                  <c:v>41748</c:v>
                </c:pt>
                <c:pt idx="109">
                  <c:v>41749</c:v>
                </c:pt>
                <c:pt idx="110">
                  <c:v>41750</c:v>
                </c:pt>
                <c:pt idx="111">
                  <c:v>41751</c:v>
                </c:pt>
                <c:pt idx="112">
                  <c:v>41752</c:v>
                </c:pt>
                <c:pt idx="113">
                  <c:v>41753</c:v>
                </c:pt>
                <c:pt idx="114">
                  <c:v>41754</c:v>
                </c:pt>
                <c:pt idx="115">
                  <c:v>41755</c:v>
                </c:pt>
                <c:pt idx="116">
                  <c:v>41756</c:v>
                </c:pt>
                <c:pt idx="117">
                  <c:v>41757</c:v>
                </c:pt>
                <c:pt idx="118">
                  <c:v>41758</c:v>
                </c:pt>
                <c:pt idx="119">
                  <c:v>41759</c:v>
                </c:pt>
                <c:pt idx="120">
                  <c:v>41760</c:v>
                </c:pt>
                <c:pt idx="121">
                  <c:v>41761</c:v>
                </c:pt>
                <c:pt idx="122">
                  <c:v>41762</c:v>
                </c:pt>
                <c:pt idx="123">
                  <c:v>41763</c:v>
                </c:pt>
                <c:pt idx="124">
                  <c:v>41764</c:v>
                </c:pt>
                <c:pt idx="125">
                  <c:v>41765</c:v>
                </c:pt>
                <c:pt idx="126">
                  <c:v>41766</c:v>
                </c:pt>
                <c:pt idx="127">
                  <c:v>41767</c:v>
                </c:pt>
                <c:pt idx="128">
                  <c:v>41768</c:v>
                </c:pt>
                <c:pt idx="129">
                  <c:v>41769</c:v>
                </c:pt>
                <c:pt idx="130">
                  <c:v>41770</c:v>
                </c:pt>
                <c:pt idx="131">
                  <c:v>41771</c:v>
                </c:pt>
                <c:pt idx="132">
                  <c:v>41772</c:v>
                </c:pt>
                <c:pt idx="133">
                  <c:v>41773</c:v>
                </c:pt>
                <c:pt idx="134">
                  <c:v>41774</c:v>
                </c:pt>
                <c:pt idx="135">
                  <c:v>41775</c:v>
                </c:pt>
                <c:pt idx="136">
                  <c:v>41776</c:v>
                </c:pt>
                <c:pt idx="137">
                  <c:v>41777</c:v>
                </c:pt>
                <c:pt idx="138">
                  <c:v>41778</c:v>
                </c:pt>
                <c:pt idx="139">
                  <c:v>41779</c:v>
                </c:pt>
                <c:pt idx="140">
                  <c:v>41780</c:v>
                </c:pt>
                <c:pt idx="141">
                  <c:v>41781</c:v>
                </c:pt>
                <c:pt idx="142">
                  <c:v>41782</c:v>
                </c:pt>
                <c:pt idx="143">
                  <c:v>41783</c:v>
                </c:pt>
                <c:pt idx="144">
                  <c:v>41784</c:v>
                </c:pt>
                <c:pt idx="145">
                  <c:v>41785</c:v>
                </c:pt>
                <c:pt idx="146">
                  <c:v>41786</c:v>
                </c:pt>
                <c:pt idx="147">
                  <c:v>41787</c:v>
                </c:pt>
                <c:pt idx="148">
                  <c:v>41788</c:v>
                </c:pt>
                <c:pt idx="149">
                  <c:v>41789</c:v>
                </c:pt>
                <c:pt idx="150">
                  <c:v>41790</c:v>
                </c:pt>
                <c:pt idx="151">
                  <c:v>41791</c:v>
                </c:pt>
                <c:pt idx="152">
                  <c:v>41792</c:v>
                </c:pt>
                <c:pt idx="153">
                  <c:v>41793</c:v>
                </c:pt>
                <c:pt idx="154">
                  <c:v>41794</c:v>
                </c:pt>
                <c:pt idx="155">
                  <c:v>41795</c:v>
                </c:pt>
                <c:pt idx="156">
                  <c:v>41796</c:v>
                </c:pt>
                <c:pt idx="157">
                  <c:v>41797</c:v>
                </c:pt>
                <c:pt idx="158">
                  <c:v>41798</c:v>
                </c:pt>
                <c:pt idx="159">
                  <c:v>41799</c:v>
                </c:pt>
                <c:pt idx="160">
                  <c:v>41800</c:v>
                </c:pt>
                <c:pt idx="161">
                  <c:v>41801</c:v>
                </c:pt>
                <c:pt idx="162">
                  <c:v>41802</c:v>
                </c:pt>
                <c:pt idx="163">
                  <c:v>41803</c:v>
                </c:pt>
                <c:pt idx="164">
                  <c:v>41804</c:v>
                </c:pt>
                <c:pt idx="165">
                  <c:v>41805</c:v>
                </c:pt>
                <c:pt idx="166">
                  <c:v>41806</c:v>
                </c:pt>
                <c:pt idx="167">
                  <c:v>41807</c:v>
                </c:pt>
                <c:pt idx="168">
                  <c:v>41808</c:v>
                </c:pt>
                <c:pt idx="169">
                  <c:v>41809</c:v>
                </c:pt>
                <c:pt idx="170">
                  <c:v>41810</c:v>
                </c:pt>
                <c:pt idx="171">
                  <c:v>41811</c:v>
                </c:pt>
                <c:pt idx="172">
                  <c:v>41812</c:v>
                </c:pt>
                <c:pt idx="173">
                  <c:v>41813</c:v>
                </c:pt>
                <c:pt idx="174">
                  <c:v>41814</c:v>
                </c:pt>
                <c:pt idx="175">
                  <c:v>41815</c:v>
                </c:pt>
                <c:pt idx="176">
                  <c:v>41816</c:v>
                </c:pt>
                <c:pt idx="177">
                  <c:v>41817</c:v>
                </c:pt>
                <c:pt idx="178">
                  <c:v>41818</c:v>
                </c:pt>
                <c:pt idx="179">
                  <c:v>41819</c:v>
                </c:pt>
                <c:pt idx="180">
                  <c:v>41820</c:v>
                </c:pt>
                <c:pt idx="181">
                  <c:v>41821</c:v>
                </c:pt>
                <c:pt idx="182">
                  <c:v>41822</c:v>
                </c:pt>
                <c:pt idx="183">
                  <c:v>41823</c:v>
                </c:pt>
                <c:pt idx="184">
                  <c:v>41824</c:v>
                </c:pt>
                <c:pt idx="185">
                  <c:v>41825</c:v>
                </c:pt>
                <c:pt idx="186">
                  <c:v>41826</c:v>
                </c:pt>
                <c:pt idx="187">
                  <c:v>41827</c:v>
                </c:pt>
                <c:pt idx="188">
                  <c:v>41828</c:v>
                </c:pt>
                <c:pt idx="189">
                  <c:v>41829</c:v>
                </c:pt>
                <c:pt idx="190">
                  <c:v>41830</c:v>
                </c:pt>
                <c:pt idx="191">
                  <c:v>41831</c:v>
                </c:pt>
                <c:pt idx="192">
                  <c:v>41832</c:v>
                </c:pt>
                <c:pt idx="193">
                  <c:v>41833</c:v>
                </c:pt>
                <c:pt idx="194">
                  <c:v>41834</c:v>
                </c:pt>
                <c:pt idx="195">
                  <c:v>41835</c:v>
                </c:pt>
                <c:pt idx="196">
                  <c:v>41836</c:v>
                </c:pt>
                <c:pt idx="197">
                  <c:v>41837</c:v>
                </c:pt>
                <c:pt idx="198">
                  <c:v>41838</c:v>
                </c:pt>
                <c:pt idx="199">
                  <c:v>41839</c:v>
                </c:pt>
                <c:pt idx="200">
                  <c:v>41840</c:v>
                </c:pt>
                <c:pt idx="201">
                  <c:v>41841</c:v>
                </c:pt>
                <c:pt idx="202">
                  <c:v>41842</c:v>
                </c:pt>
                <c:pt idx="203">
                  <c:v>41843</c:v>
                </c:pt>
                <c:pt idx="204">
                  <c:v>41844</c:v>
                </c:pt>
                <c:pt idx="205">
                  <c:v>41845</c:v>
                </c:pt>
                <c:pt idx="206">
                  <c:v>41846</c:v>
                </c:pt>
                <c:pt idx="207">
                  <c:v>41847</c:v>
                </c:pt>
                <c:pt idx="208">
                  <c:v>41848</c:v>
                </c:pt>
                <c:pt idx="209">
                  <c:v>41849</c:v>
                </c:pt>
                <c:pt idx="210">
                  <c:v>41850</c:v>
                </c:pt>
                <c:pt idx="211">
                  <c:v>41851</c:v>
                </c:pt>
                <c:pt idx="212">
                  <c:v>41852</c:v>
                </c:pt>
                <c:pt idx="213">
                  <c:v>41853</c:v>
                </c:pt>
                <c:pt idx="214">
                  <c:v>41854</c:v>
                </c:pt>
                <c:pt idx="215">
                  <c:v>41855</c:v>
                </c:pt>
                <c:pt idx="216">
                  <c:v>41856</c:v>
                </c:pt>
                <c:pt idx="217">
                  <c:v>41857</c:v>
                </c:pt>
                <c:pt idx="218">
                  <c:v>41858</c:v>
                </c:pt>
                <c:pt idx="219">
                  <c:v>41859</c:v>
                </c:pt>
                <c:pt idx="220">
                  <c:v>41860</c:v>
                </c:pt>
                <c:pt idx="221">
                  <c:v>41861</c:v>
                </c:pt>
                <c:pt idx="222">
                  <c:v>41862</c:v>
                </c:pt>
                <c:pt idx="223">
                  <c:v>41863</c:v>
                </c:pt>
                <c:pt idx="224">
                  <c:v>41864</c:v>
                </c:pt>
                <c:pt idx="225">
                  <c:v>41865</c:v>
                </c:pt>
                <c:pt idx="226">
                  <c:v>41866</c:v>
                </c:pt>
                <c:pt idx="227">
                  <c:v>41867</c:v>
                </c:pt>
                <c:pt idx="228">
                  <c:v>41868</c:v>
                </c:pt>
                <c:pt idx="229">
                  <c:v>41869</c:v>
                </c:pt>
                <c:pt idx="230">
                  <c:v>41870</c:v>
                </c:pt>
                <c:pt idx="231">
                  <c:v>41871</c:v>
                </c:pt>
                <c:pt idx="232">
                  <c:v>41872</c:v>
                </c:pt>
                <c:pt idx="233">
                  <c:v>41873</c:v>
                </c:pt>
                <c:pt idx="234">
                  <c:v>41874</c:v>
                </c:pt>
                <c:pt idx="235">
                  <c:v>41875</c:v>
                </c:pt>
                <c:pt idx="236">
                  <c:v>41876</c:v>
                </c:pt>
                <c:pt idx="237">
                  <c:v>41877</c:v>
                </c:pt>
                <c:pt idx="238">
                  <c:v>41878</c:v>
                </c:pt>
                <c:pt idx="239">
                  <c:v>41879</c:v>
                </c:pt>
                <c:pt idx="240">
                  <c:v>41880</c:v>
                </c:pt>
                <c:pt idx="241">
                  <c:v>41881</c:v>
                </c:pt>
                <c:pt idx="242">
                  <c:v>41882</c:v>
                </c:pt>
                <c:pt idx="243">
                  <c:v>41883</c:v>
                </c:pt>
                <c:pt idx="244">
                  <c:v>41884</c:v>
                </c:pt>
                <c:pt idx="245">
                  <c:v>41885</c:v>
                </c:pt>
                <c:pt idx="246">
                  <c:v>41886</c:v>
                </c:pt>
                <c:pt idx="247">
                  <c:v>41887</c:v>
                </c:pt>
                <c:pt idx="248">
                  <c:v>41888</c:v>
                </c:pt>
                <c:pt idx="249">
                  <c:v>41889</c:v>
                </c:pt>
                <c:pt idx="250">
                  <c:v>41890</c:v>
                </c:pt>
                <c:pt idx="251">
                  <c:v>41891</c:v>
                </c:pt>
                <c:pt idx="252">
                  <c:v>41892</c:v>
                </c:pt>
                <c:pt idx="253">
                  <c:v>41893</c:v>
                </c:pt>
                <c:pt idx="254">
                  <c:v>41894</c:v>
                </c:pt>
                <c:pt idx="255">
                  <c:v>41895</c:v>
                </c:pt>
                <c:pt idx="256">
                  <c:v>41896</c:v>
                </c:pt>
                <c:pt idx="257">
                  <c:v>41897</c:v>
                </c:pt>
                <c:pt idx="258">
                  <c:v>41898</c:v>
                </c:pt>
                <c:pt idx="259">
                  <c:v>41899</c:v>
                </c:pt>
                <c:pt idx="260">
                  <c:v>41900</c:v>
                </c:pt>
                <c:pt idx="261">
                  <c:v>41901</c:v>
                </c:pt>
                <c:pt idx="262">
                  <c:v>41902</c:v>
                </c:pt>
                <c:pt idx="263">
                  <c:v>41903</c:v>
                </c:pt>
                <c:pt idx="264">
                  <c:v>41904</c:v>
                </c:pt>
                <c:pt idx="265">
                  <c:v>41905</c:v>
                </c:pt>
                <c:pt idx="266">
                  <c:v>41906</c:v>
                </c:pt>
                <c:pt idx="267">
                  <c:v>41907</c:v>
                </c:pt>
                <c:pt idx="268">
                  <c:v>41908</c:v>
                </c:pt>
                <c:pt idx="269">
                  <c:v>41909</c:v>
                </c:pt>
                <c:pt idx="270">
                  <c:v>41910</c:v>
                </c:pt>
                <c:pt idx="271">
                  <c:v>41911</c:v>
                </c:pt>
                <c:pt idx="272">
                  <c:v>41912</c:v>
                </c:pt>
                <c:pt idx="273">
                  <c:v>41913</c:v>
                </c:pt>
                <c:pt idx="274">
                  <c:v>41914</c:v>
                </c:pt>
                <c:pt idx="275">
                  <c:v>41915</c:v>
                </c:pt>
                <c:pt idx="276">
                  <c:v>41916</c:v>
                </c:pt>
                <c:pt idx="277">
                  <c:v>41917</c:v>
                </c:pt>
                <c:pt idx="278">
                  <c:v>41918</c:v>
                </c:pt>
                <c:pt idx="279">
                  <c:v>41919</c:v>
                </c:pt>
                <c:pt idx="280">
                  <c:v>41920</c:v>
                </c:pt>
                <c:pt idx="281">
                  <c:v>41921</c:v>
                </c:pt>
                <c:pt idx="282">
                  <c:v>41922</c:v>
                </c:pt>
                <c:pt idx="283">
                  <c:v>41923</c:v>
                </c:pt>
                <c:pt idx="284">
                  <c:v>41924</c:v>
                </c:pt>
                <c:pt idx="285">
                  <c:v>41925</c:v>
                </c:pt>
                <c:pt idx="286">
                  <c:v>41926</c:v>
                </c:pt>
                <c:pt idx="287">
                  <c:v>41927</c:v>
                </c:pt>
                <c:pt idx="288">
                  <c:v>41928</c:v>
                </c:pt>
                <c:pt idx="289">
                  <c:v>41929</c:v>
                </c:pt>
                <c:pt idx="290">
                  <c:v>41930</c:v>
                </c:pt>
                <c:pt idx="291">
                  <c:v>41931</c:v>
                </c:pt>
                <c:pt idx="292">
                  <c:v>41932</c:v>
                </c:pt>
                <c:pt idx="293">
                  <c:v>41933</c:v>
                </c:pt>
                <c:pt idx="294">
                  <c:v>41934</c:v>
                </c:pt>
                <c:pt idx="295">
                  <c:v>41935</c:v>
                </c:pt>
                <c:pt idx="296">
                  <c:v>41936</c:v>
                </c:pt>
                <c:pt idx="297">
                  <c:v>41937</c:v>
                </c:pt>
                <c:pt idx="298">
                  <c:v>41938</c:v>
                </c:pt>
                <c:pt idx="299">
                  <c:v>41939</c:v>
                </c:pt>
                <c:pt idx="300">
                  <c:v>41940</c:v>
                </c:pt>
                <c:pt idx="301">
                  <c:v>41941</c:v>
                </c:pt>
                <c:pt idx="302">
                  <c:v>41942</c:v>
                </c:pt>
                <c:pt idx="303">
                  <c:v>41943</c:v>
                </c:pt>
                <c:pt idx="304">
                  <c:v>41944</c:v>
                </c:pt>
                <c:pt idx="305">
                  <c:v>41945</c:v>
                </c:pt>
                <c:pt idx="306">
                  <c:v>41946</c:v>
                </c:pt>
                <c:pt idx="307">
                  <c:v>41947</c:v>
                </c:pt>
                <c:pt idx="308">
                  <c:v>41948</c:v>
                </c:pt>
                <c:pt idx="309">
                  <c:v>41949</c:v>
                </c:pt>
                <c:pt idx="310">
                  <c:v>41950</c:v>
                </c:pt>
                <c:pt idx="311">
                  <c:v>41951</c:v>
                </c:pt>
                <c:pt idx="312">
                  <c:v>41952</c:v>
                </c:pt>
                <c:pt idx="313">
                  <c:v>41953</c:v>
                </c:pt>
                <c:pt idx="314">
                  <c:v>41954</c:v>
                </c:pt>
                <c:pt idx="315">
                  <c:v>41955</c:v>
                </c:pt>
                <c:pt idx="316">
                  <c:v>41956</c:v>
                </c:pt>
                <c:pt idx="317">
                  <c:v>41957</c:v>
                </c:pt>
                <c:pt idx="318">
                  <c:v>41958</c:v>
                </c:pt>
                <c:pt idx="319">
                  <c:v>41959</c:v>
                </c:pt>
                <c:pt idx="320">
                  <c:v>41960</c:v>
                </c:pt>
                <c:pt idx="321">
                  <c:v>41961</c:v>
                </c:pt>
                <c:pt idx="322">
                  <c:v>41962</c:v>
                </c:pt>
                <c:pt idx="323">
                  <c:v>41963</c:v>
                </c:pt>
                <c:pt idx="324">
                  <c:v>41964</c:v>
                </c:pt>
                <c:pt idx="325">
                  <c:v>41965</c:v>
                </c:pt>
                <c:pt idx="326">
                  <c:v>41966</c:v>
                </c:pt>
                <c:pt idx="327">
                  <c:v>41967</c:v>
                </c:pt>
                <c:pt idx="328">
                  <c:v>41968</c:v>
                </c:pt>
                <c:pt idx="329">
                  <c:v>41969</c:v>
                </c:pt>
                <c:pt idx="330">
                  <c:v>41970</c:v>
                </c:pt>
                <c:pt idx="331">
                  <c:v>41971</c:v>
                </c:pt>
                <c:pt idx="332">
                  <c:v>41972</c:v>
                </c:pt>
                <c:pt idx="333">
                  <c:v>41973</c:v>
                </c:pt>
                <c:pt idx="334">
                  <c:v>41974</c:v>
                </c:pt>
                <c:pt idx="335">
                  <c:v>41975</c:v>
                </c:pt>
                <c:pt idx="336">
                  <c:v>41976</c:v>
                </c:pt>
                <c:pt idx="337">
                  <c:v>41977</c:v>
                </c:pt>
                <c:pt idx="338">
                  <c:v>41978</c:v>
                </c:pt>
                <c:pt idx="339">
                  <c:v>41979</c:v>
                </c:pt>
                <c:pt idx="340">
                  <c:v>41980</c:v>
                </c:pt>
                <c:pt idx="341">
                  <c:v>41981</c:v>
                </c:pt>
                <c:pt idx="342">
                  <c:v>41982</c:v>
                </c:pt>
                <c:pt idx="343">
                  <c:v>41983</c:v>
                </c:pt>
                <c:pt idx="344">
                  <c:v>41984</c:v>
                </c:pt>
                <c:pt idx="345">
                  <c:v>41985</c:v>
                </c:pt>
                <c:pt idx="346">
                  <c:v>41986</c:v>
                </c:pt>
                <c:pt idx="347">
                  <c:v>41987</c:v>
                </c:pt>
                <c:pt idx="348">
                  <c:v>41988</c:v>
                </c:pt>
                <c:pt idx="349">
                  <c:v>41989</c:v>
                </c:pt>
                <c:pt idx="350">
                  <c:v>41990</c:v>
                </c:pt>
                <c:pt idx="351">
                  <c:v>41991</c:v>
                </c:pt>
                <c:pt idx="352">
                  <c:v>41992</c:v>
                </c:pt>
                <c:pt idx="353">
                  <c:v>41993</c:v>
                </c:pt>
                <c:pt idx="354">
                  <c:v>41994</c:v>
                </c:pt>
                <c:pt idx="355">
                  <c:v>41995</c:v>
                </c:pt>
                <c:pt idx="356">
                  <c:v>41996</c:v>
                </c:pt>
                <c:pt idx="357">
                  <c:v>41997</c:v>
                </c:pt>
                <c:pt idx="358">
                  <c:v>41998</c:v>
                </c:pt>
                <c:pt idx="359">
                  <c:v>41999</c:v>
                </c:pt>
                <c:pt idx="360">
                  <c:v>42000</c:v>
                </c:pt>
                <c:pt idx="361">
                  <c:v>42001</c:v>
                </c:pt>
                <c:pt idx="362">
                  <c:v>42002</c:v>
                </c:pt>
                <c:pt idx="363">
                  <c:v>42003</c:v>
                </c:pt>
                <c:pt idx="364">
                  <c:v>42004</c:v>
                </c:pt>
                <c:pt idx="365">
                  <c:v>42005</c:v>
                </c:pt>
                <c:pt idx="366">
                  <c:v>42006</c:v>
                </c:pt>
                <c:pt idx="367">
                  <c:v>42007</c:v>
                </c:pt>
                <c:pt idx="368">
                  <c:v>42008</c:v>
                </c:pt>
                <c:pt idx="369">
                  <c:v>42009</c:v>
                </c:pt>
                <c:pt idx="370">
                  <c:v>42010</c:v>
                </c:pt>
                <c:pt idx="371">
                  <c:v>42011</c:v>
                </c:pt>
                <c:pt idx="372">
                  <c:v>42012</c:v>
                </c:pt>
                <c:pt idx="373">
                  <c:v>42013</c:v>
                </c:pt>
                <c:pt idx="374">
                  <c:v>42014</c:v>
                </c:pt>
                <c:pt idx="375">
                  <c:v>42015</c:v>
                </c:pt>
                <c:pt idx="376">
                  <c:v>42016</c:v>
                </c:pt>
                <c:pt idx="377">
                  <c:v>42017</c:v>
                </c:pt>
                <c:pt idx="378">
                  <c:v>42018</c:v>
                </c:pt>
                <c:pt idx="379">
                  <c:v>42019</c:v>
                </c:pt>
                <c:pt idx="380">
                  <c:v>42020</c:v>
                </c:pt>
                <c:pt idx="381">
                  <c:v>42021</c:v>
                </c:pt>
                <c:pt idx="382">
                  <c:v>42022</c:v>
                </c:pt>
                <c:pt idx="383">
                  <c:v>42023</c:v>
                </c:pt>
                <c:pt idx="384">
                  <c:v>42024</c:v>
                </c:pt>
                <c:pt idx="385">
                  <c:v>42025</c:v>
                </c:pt>
                <c:pt idx="386">
                  <c:v>42026</c:v>
                </c:pt>
                <c:pt idx="387">
                  <c:v>42027</c:v>
                </c:pt>
                <c:pt idx="388">
                  <c:v>42028</c:v>
                </c:pt>
                <c:pt idx="389">
                  <c:v>42029</c:v>
                </c:pt>
                <c:pt idx="390">
                  <c:v>42030</c:v>
                </c:pt>
                <c:pt idx="391">
                  <c:v>42031</c:v>
                </c:pt>
                <c:pt idx="392">
                  <c:v>42032</c:v>
                </c:pt>
                <c:pt idx="393">
                  <c:v>42033</c:v>
                </c:pt>
                <c:pt idx="394">
                  <c:v>42034</c:v>
                </c:pt>
                <c:pt idx="395">
                  <c:v>42035</c:v>
                </c:pt>
                <c:pt idx="396">
                  <c:v>42036</c:v>
                </c:pt>
                <c:pt idx="397">
                  <c:v>42037</c:v>
                </c:pt>
                <c:pt idx="398">
                  <c:v>42038</c:v>
                </c:pt>
                <c:pt idx="399">
                  <c:v>42039</c:v>
                </c:pt>
                <c:pt idx="400">
                  <c:v>42040</c:v>
                </c:pt>
                <c:pt idx="401">
                  <c:v>42041</c:v>
                </c:pt>
                <c:pt idx="402">
                  <c:v>42042</c:v>
                </c:pt>
                <c:pt idx="403">
                  <c:v>42043</c:v>
                </c:pt>
                <c:pt idx="404">
                  <c:v>42044</c:v>
                </c:pt>
                <c:pt idx="405">
                  <c:v>42045</c:v>
                </c:pt>
                <c:pt idx="406">
                  <c:v>42046</c:v>
                </c:pt>
                <c:pt idx="407">
                  <c:v>42047</c:v>
                </c:pt>
                <c:pt idx="408">
                  <c:v>42048</c:v>
                </c:pt>
                <c:pt idx="409">
                  <c:v>42049</c:v>
                </c:pt>
                <c:pt idx="410">
                  <c:v>42050</c:v>
                </c:pt>
                <c:pt idx="411">
                  <c:v>42051</c:v>
                </c:pt>
                <c:pt idx="412">
                  <c:v>42052</c:v>
                </c:pt>
                <c:pt idx="413">
                  <c:v>42053</c:v>
                </c:pt>
                <c:pt idx="414">
                  <c:v>42054</c:v>
                </c:pt>
                <c:pt idx="415">
                  <c:v>42055</c:v>
                </c:pt>
                <c:pt idx="416">
                  <c:v>42056</c:v>
                </c:pt>
                <c:pt idx="417">
                  <c:v>42057</c:v>
                </c:pt>
                <c:pt idx="418">
                  <c:v>42058</c:v>
                </c:pt>
                <c:pt idx="419">
                  <c:v>42059</c:v>
                </c:pt>
                <c:pt idx="420">
                  <c:v>42060</c:v>
                </c:pt>
                <c:pt idx="421">
                  <c:v>42061</c:v>
                </c:pt>
                <c:pt idx="422">
                  <c:v>42062</c:v>
                </c:pt>
                <c:pt idx="423">
                  <c:v>42063</c:v>
                </c:pt>
                <c:pt idx="424">
                  <c:v>42064</c:v>
                </c:pt>
                <c:pt idx="425">
                  <c:v>42065</c:v>
                </c:pt>
                <c:pt idx="426">
                  <c:v>42066</c:v>
                </c:pt>
                <c:pt idx="427">
                  <c:v>42067</c:v>
                </c:pt>
                <c:pt idx="428">
                  <c:v>42068</c:v>
                </c:pt>
                <c:pt idx="429">
                  <c:v>42069</c:v>
                </c:pt>
                <c:pt idx="430">
                  <c:v>42070</c:v>
                </c:pt>
                <c:pt idx="431">
                  <c:v>42071</c:v>
                </c:pt>
                <c:pt idx="432">
                  <c:v>42072</c:v>
                </c:pt>
                <c:pt idx="433">
                  <c:v>42073</c:v>
                </c:pt>
                <c:pt idx="434">
                  <c:v>42074</c:v>
                </c:pt>
                <c:pt idx="435">
                  <c:v>42075</c:v>
                </c:pt>
                <c:pt idx="436">
                  <c:v>42076</c:v>
                </c:pt>
                <c:pt idx="437">
                  <c:v>42077</c:v>
                </c:pt>
                <c:pt idx="438">
                  <c:v>42078</c:v>
                </c:pt>
                <c:pt idx="439">
                  <c:v>42079</c:v>
                </c:pt>
                <c:pt idx="440">
                  <c:v>42080</c:v>
                </c:pt>
                <c:pt idx="441">
                  <c:v>42081</c:v>
                </c:pt>
                <c:pt idx="442">
                  <c:v>42082</c:v>
                </c:pt>
                <c:pt idx="443">
                  <c:v>42083</c:v>
                </c:pt>
                <c:pt idx="444">
                  <c:v>42084</c:v>
                </c:pt>
                <c:pt idx="445">
                  <c:v>42085</c:v>
                </c:pt>
                <c:pt idx="446">
                  <c:v>42086</c:v>
                </c:pt>
                <c:pt idx="447">
                  <c:v>42087</c:v>
                </c:pt>
                <c:pt idx="448">
                  <c:v>42088</c:v>
                </c:pt>
                <c:pt idx="449">
                  <c:v>42089</c:v>
                </c:pt>
                <c:pt idx="450">
                  <c:v>42090</c:v>
                </c:pt>
                <c:pt idx="451">
                  <c:v>42091</c:v>
                </c:pt>
                <c:pt idx="452">
                  <c:v>42092</c:v>
                </c:pt>
                <c:pt idx="453">
                  <c:v>42093</c:v>
                </c:pt>
                <c:pt idx="454">
                  <c:v>42094</c:v>
                </c:pt>
                <c:pt idx="455">
                  <c:v>42095</c:v>
                </c:pt>
                <c:pt idx="456">
                  <c:v>42096</c:v>
                </c:pt>
                <c:pt idx="457">
                  <c:v>42097</c:v>
                </c:pt>
                <c:pt idx="458">
                  <c:v>42098</c:v>
                </c:pt>
                <c:pt idx="459">
                  <c:v>42099</c:v>
                </c:pt>
                <c:pt idx="460">
                  <c:v>42100</c:v>
                </c:pt>
                <c:pt idx="461">
                  <c:v>42101</c:v>
                </c:pt>
                <c:pt idx="462">
                  <c:v>42102</c:v>
                </c:pt>
                <c:pt idx="463">
                  <c:v>42103</c:v>
                </c:pt>
                <c:pt idx="464">
                  <c:v>42104</c:v>
                </c:pt>
                <c:pt idx="465">
                  <c:v>42105</c:v>
                </c:pt>
                <c:pt idx="466">
                  <c:v>42106</c:v>
                </c:pt>
                <c:pt idx="467">
                  <c:v>42107</c:v>
                </c:pt>
                <c:pt idx="468">
                  <c:v>42108</c:v>
                </c:pt>
                <c:pt idx="469">
                  <c:v>42109</c:v>
                </c:pt>
                <c:pt idx="470">
                  <c:v>42110</c:v>
                </c:pt>
                <c:pt idx="471">
                  <c:v>42111</c:v>
                </c:pt>
                <c:pt idx="472">
                  <c:v>42112</c:v>
                </c:pt>
                <c:pt idx="473">
                  <c:v>42113</c:v>
                </c:pt>
                <c:pt idx="474">
                  <c:v>42114</c:v>
                </c:pt>
                <c:pt idx="475">
                  <c:v>42115</c:v>
                </c:pt>
                <c:pt idx="476">
                  <c:v>42116</c:v>
                </c:pt>
                <c:pt idx="477">
                  <c:v>42117</c:v>
                </c:pt>
                <c:pt idx="478">
                  <c:v>42118</c:v>
                </c:pt>
                <c:pt idx="479">
                  <c:v>42119</c:v>
                </c:pt>
                <c:pt idx="480">
                  <c:v>42120</c:v>
                </c:pt>
                <c:pt idx="481">
                  <c:v>42121</c:v>
                </c:pt>
                <c:pt idx="482">
                  <c:v>42122</c:v>
                </c:pt>
                <c:pt idx="483">
                  <c:v>42123</c:v>
                </c:pt>
                <c:pt idx="484">
                  <c:v>42124</c:v>
                </c:pt>
                <c:pt idx="485">
                  <c:v>42125</c:v>
                </c:pt>
                <c:pt idx="486">
                  <c:v>42126</c:v>
                </c:pt>
                <c:pt idx="487">
                  <c:v>42127</c:v>
                </c:pt>
                <c:pt idx="488">
                  <c:v>42128</c:v>
                </c:pt>
                <c:pt idx="489">
                  <c:v>42129</c:v>
                </c:pt>
                <c:pt idx="490">
                  <c:v>42130</c:v>
                </c:pt>
                <c:pt idx="491">
                  <c:v>42131</c:v>
                </c:pt>
                <c:pt idx="492">
                  <c:v>42132</c:v>
                </c:pt>
                <c:pt idx="493">
                  <c:v>42133</c:v>
                </c:pt>
                <c:pt idx="494">
                  <c:v>42134</c:v>
                </c:pt>
                <c:pt idx="495">
                  <c:v>42135</c:v>
                </c:pt>
                <c:pt idx="496">
                  <c:v>42136</c:v>
                </c:pt>
                <c:pt idx="497">
                  <c:v>42137</c:v>
                </c:pt>
                <c:pt idx="498">
                  <c:v>42138</c:v>
                </c:pt>
                <c:pt idx="499">
                  <c:v>42139</c:v>
                </c:pt>
                <c:pt idx="500">
                  <c:v>42140</c:v>
                </c:pt>
                <c:pt idx="501">
                  <c:v>42141</c:v>
                </c:pt>
                <c:pt idx="502">
                  <c:v>42142</c:v>
                </c:pt>
                <c:pt idx="503">
                  <c:v>42143</c:v>
                </c:pt>
                <c:pt idx="504">
                  <c:v>42144</c:v>
                </c:pt>
                <c:pt idx="505">
                  <c:v>42145</c:v>
                </c:pt>
                <c:pt idx="506">
                  <c:v>42146</c:v>
                </c:pt>
                <c:pt idx="507">
                  <c:v>42147</c:v>
                </c:pt>
                <c:pt idx="508">
                  <c:v>42148</c:v>
                </c:pt>
                <c:pt idx="509">
                  <c:v>42149</c:v>
                </c:pt>
                <c:pt idx="510">
                  <c:v>42150</c:v>
                </c:pt>
                <c:pt idx="511">
                  <c:v>42151</c:v>
                </c:pt>
                <c:pt idx="512">
                  <c:v>42152</c:v>
                </c:pt>
                <c:pt idx="513">
                  <c:v>42153</c:v>
                </c:pt>
                <c:pt idx="514">
                  <c:v>42154</c:v>
                </c:pt>
                <c:pt idx="515">
                  <c:v>42155</c:v>
                </c:pt>
                <c:pt idx="516">
                  <c:v>42156</c:v>
                </c:pt>
                <c:pt idx="517">
                  <c:v>42157</c:v>
                </c:pt>
                <c:pt idx="518">
                  <c:v>42158</c:v>
                </c:pt>
                <c:pt idx="519">
                  <c:v>42159</c:v>
                </c:pt>
                <c:pt idx="520">
                  <c:v>42160</c:v>
                </c:pt>
                <c:pt idx="521">
                  <c:v>42161</c:v>
                </c:pt>
                <c:pt idx="522">
                  <c:v>42162</c:v>
                </c:pt>
                <c:pt idx="523">
                  <c:v>42163</c:v>
                </c:pt>
                <c:pt idx="524">
                  <c:v>42164</c:v>
                </c:pt>
                <c:pt idx="525">
                  <c:v>42165</c:v>
                </c:pt>
                <c:pt idx="526">
                  <c:v>42166</c:v>
                </c:pt>
                <c:pt idx="527">
                  <c:v>42167</c:v>
                </c:pt>
                <c:pt idx="528">
                  <c:v>42168</c:v>
                </c:pt>
                <c:pt idx="529">
                  <c:v>42169</c:v>
                </c:pt>
                <c:pt idx="530">
                  <c:v>42170</c:v>
                </c:pt>
                <c:pt idx="531">
                  <c:v>42171</c:v>
                </c:pt>
                <c:pt idx="532">
                  <c:v>42172</c:v>
                </c:pt>
                <c:pt idx="533">
                  <c:v>42173</c:v>
                </c:pt>
                <c:pt idx="534">
                  <c:v>42174</c:v>
                </c:pt>
                <c:pt idx="535">
                  <c:v>42175</c:v>
                </c:pt>
                <c:pt idx="536">
                  <c:v>42176</c:v>
                </c:pt>
                <c:pt idx="537">
                  <c:v>42177</c:v>
                </c:pt>
                <c:pt idx="538">
                  <c:v>42178</c:v>
                </c:pt>
                <c:pt idx="539">
                  <c:v>42179</c:v>
                </c:pt>
                <c:pt idx="540">
                  <c:v>42180</c:v>
                </c:pt>
                <c:pt idx="541">
                  <c:v>42181</c:v>
                </c:pt>
                <c:pt idx="542">
                  <c:v>42182</c:v>
                </c:pt>
                <c:pt idx="543">
                  <c:v>42183</c:v>
                </c:pt>
                <c:pt idx="544">
                  <c:v>42184</c:v>
                </c:pt>
                <c:pt idx="545">
                  <c:v>42185</c:v>
                </c:pt>
                <c:pt idx="546">
                  <c:v>42186</c:v>
                </c:pt>
                <c:pt idx="547">
                  <c:v>42187</c:v>
                </c:pt>
                <c:pt idx="548">
                  <c:v>42188</c:v>
                </c:pt>
                <c:pt idx="549">
                  <c:v>42189</c:v>
                </c:pt>
                <c:pt idx="550">
                  <c:v>42190</c:v>
                </c:pt>
                <c:pt idx="551">
                  <c:v>42191</c:v>
                </c:pt>
                <c:pt idx="552">
                  <c:v>42192</c:v>
                </c:pt>
                <c:pt idx="553">
                  <c:v>42193</c:v>
                </c:pt>
                <c:pt idx="554">
                  <c:v>42194</c:v>
                </c:pt>
                <c:pt idx="555">
                  <c:v>42195</c:v>
                </c:pt>
                <c:pt idx="556">
                  <c:v>42196</c:v>
                </c:pt>
                <c:pt idx="557">
                  <c:v>42197</c:v>
                </c:pt>
                <c:pt idx="558">
                  <c:v>42198</c:v>
                </c:pt>
                <c:pt idx="559">
                  <c:v>42199</c:v>
                </c:pt>
                <c:pt idx="560">
                  <c:v>42200</c:v>
                </c:pt>
                <c:pt idx="561">
                  <c:v>42201</c:v>
                </c:pt>
                <c:pt idx="562">
                  <c:v>42202</c:v>
                </c:pt>
                <c:pt idx="563">
                  <c:v>42203</c:v>
                </c:pt>
                <c:pt idx="564">
                  <c:v>42204</c:v>
                </c:pt>
                <c:pt idx="565">
                  <c:v>42205</c:v>
                </c:pt>
                <c:pt idx="566">
                  <c:v>42206</c:v>
                </c:pt>
                <c:pt idx="567">
                  <c:v>42207</c:v>
                </c:pt>
                <c:pt idx="568">
                  <c:v>42208</c:v>
                </c:pt>
                <c:pt idx="569">
                  <c:v>42209</c:v>
                </c:pt>
                <c:pt idx="570">
                  <c:v>42210</c:v>
                </c:pt>
                <c:pt idx="571">
                  <c:v>42211</c:v>
                </c:pt>
                <c:pt idx="572">
                  <c:v>42212</c:v>
                </c:pt>
                <c:pt idx="573">
                  <c:v>42213</c:v>
                </c:pt>
                <c:pt idx="574">
                  <c:v>42214</c:v>
                </c:pt>
                <c:pt idx="575">
                  <c:v>42215</c:v>
                </c:pt>
                <c:pt idx="576">
                  <c:v>42216</c:v>
                </c:pt>
                <c:pt idx="577">
                  <c:v>42217</c:v>
                </c:pt>
                <c:pt idx="578">
                  <c:v>42218</c:v>
                </c:pt>
                <c:pt idx="579">
                  <c:v>42219</c:v>
                </c:pt>
                <c:pt idx="580">
                  <c:v>42220</c:v>
                </c:pt>
                <c:pt idx="581">
                  <c:v>42221</c:v>
                </c:pt>
                <c:pt idx="582">
                  <c:v>42222</c:v>
                </c:pt>
                <c:pt idx="583">
                  <c:v>42223</c:v>
                </c:pt>
                <c:pt idx="584">
                  <c:v>42224</c:v>
                </c:pt>
                <c:pt idx="585">
                  <c:v>42225</c:v>
                </c:pt>
                <c:pt idx="586">
                  <c:v>42226</c:v>
                </c:pt>
                <c:pt idx="587">
                  <c:v>42227</c:v>
                </c:pt>
                <c:pt idx="588">
                  <c:v>42228</c:v>
                </c:pt>
                <c:pt idx="589">
                  <c:v>42229</c:v>
                </c:pt>
                <c:pt idx="590">
                  <c:v>42230</c:v>
                </c:pt>
                <c:pt idx="591">
                  <c:v>42231</c:v>
                </c:pt>
                <c:pt idx="592">
                  <c:v>42232</c:v>
                </c:pt>
                <c:pt idx="593">
                  <c:v>42233</c:v>
                </c:pt>
                <c:pt idx="594">
                  <c:v>42234</c:v>
                </c:pt>
                <c:pt idx="595">
                  <c:v>42235</c:v>
                </c:pt>
                <c:pt idx="596">
                  <c:v>42236</c:v>
                </c:pt>
                <c:pt idx="597">
                  <c:v>42237</c:v>
                </c:pt>
                <c:pt idx="598">
                  <c:v>42238</c:v>
                </c:pt>
                <c:pt idx="599">
                  <c:v>42239</c:v>
                </c:pt>
                <c:pt idx="600">
                  <c:v>42240</c:v>
                </c:pt>
                <c:pt idx="601">
                  <c:v>42241</c:v>
                </c:pt>
                <c:pt idx="602">
                  <c:v>42242</c:v>
                </c:pt>
                <c:pt idx="603">
                  <c:v>42243</c:v>
                </c:pt>
                <c:pt idx="604">
                  <c:v>42244</c:v>
                </c:pt>
                <c:pt idx="605">
                  <c:v>42245</c:v>
                </c:pt>
                <c:pt idx="606">
                  <c:v>42246</c:v>
                </c:pt>
                <c:pt idx="607">
                  <c:v>42247</c:v>
                </c:pt>
                <c:pt idx="608">
                  <c:v>42248</c:v>
                </c:pt>
                <c:pt idx="609">
                  <c:v>42249</c:v>
                </c:pt>
                <c:pt idx="610">
                  <c:v>42250</c:v>
                </c:pt>
                <c:pt idx="611">
                  <c:v>42251</c:v>
                </c:pt>
                <c:pt idx="612">
                  <c:v>42252</c:v>
                </c:pt>
                <c:pt idx="613">
                  <c:v>42253</c:v>
                </c:pt>
                <c:pt idx="614">
                  <c:v>42254</c:v>
                </c:pt>
                <c:pt idx="615">
                  <c:v>42255</c:v>
                </c:pt>
                <c:pt idx="616">
                  <c:v>42256</c:v>
                </c:pt>
                <c:pt idx="617">
                  <c:v>42257</c:v>
                </c:pt>
                <c:pt idx="618">
                  <c:v>42258</c:v>
                </c:pt>
                <c:pt idx="619">
                  <c:v>42259</c:v>
                </c:pt>
                <c:pt idx="620">
                  <c:v>42260</c:v>
                </c:pt>
                <c:pt idx="621">
                  <c:v>42261</c:v>
                </c:pt>
                <c:pt idx="622">
                  <c:v>42262</c:v>
                </c:pt>
                <c:pt idx="623">
                  <c:v>42263</c:v>
                </c:pt>
                <c:pt idx="624">
                  <c:v>42264</c:v>
                </c:pt>
                <c:pt idx="625">
                  <c:v>42265</c:v>
                </c:pt>
                <c:pt idx="626">
                  <c:v>42266</c:v>
                </c:pt>
                <c:pt idx="627">
                  <c:v>42267</c:v>
                </c:pt>
                <c:pt idx="628">
                  <c:v>42268</c:v>
                </c:pt>
                <c:pt idx="629">
                  <c:v>42269</c:v>
                </c:pt>
                <c:pt idx="630">
                  <c:v>42270</c:v>
                </c:pt>
                <c:pt idx="631">
                  <c:v>42271</c:v>
                </c:pt>
                <c:pt idx="632">
                  <c:v>42272</c:v>
                </c:pt>
                <c:pt idx="633">
                  <c:v>42273</c:v>
                </c:pt>
                <c:pt idx="634">
                  <c:v>42274</c:v>
                </c:pt>
                <c:pt idx="635">
                  <c:v>42275</c:v>
                </c:pt>
                <c:pt idx="636">
                  <c:v>42276</c:v>
                </c:pt>
                <c:pt idx="637">
                  <c:v>42277</c:v>
                </c:pt>
                <c:pt idx="638">
                  <c:v>42278</c:v>
                </c:pt>
                <c:pt idx="639">
                  <c:v>42279</c:v>
                </c:pt>
                <c:pt idx="640">
                  <c:v>42280</c:v>
                </c:pt>
                <c:pt idx="641">
                  <c:v>42281</c:v>
                </c:pt>
                <c:pt idx="642">
                  <c:v>42282</c:v>
                </c:pt>
                <c:pt idx="643">
                  <c:v>42283</c:v>
                </c:pt>
                <c:pt idx="644">
                  <c:v>42284</c:v>
                </c:pt>
                <c:pt idx="645">
                  <c:v>42285</c:v>
                </c:pt>
                <c:pt idx="646">
                  <c:v>42286</c:v>
                </c:pt>
                <c:pt idx="647">
                  <c:v>42287</c:v>
                </c:pt>
                <c:pt idx="648">
                  <c:v>42288</c:v>
                </c:pt>
                <c:pt idx="649">
                  <c:v>42289</c:v>
                </c:pt>
                <c:pt idx="650">
                  <c:v>42290</c:v>
                </c:pt>
                <c:pt idx="651">
                  <c:v>42291</c:v>
                </c:pt>
                <c:pt idx="652">
                  <c:v>42292</c:v>
                </c:pt>
                <c:pt idx="653">
                  <c:v>42293</c:v>
                </c:pt>
                <c:pt idx="654">
                  <c:v>42294</c:v>
                </c:pt>
                <c:pt idx="655">
                  <c:v>42295</c:v>
                </c:pt>
                <c:pt idx="656">
                  <c:v>42296</c:v>
                </c:pt>
                <c:pt idx="657">
                  <c:v>42297</c:v>
                </c:pt>
                <c:pt idx="658">
                  <c:v>42298</c:v>
                </c:pt>
                <c:pt idx="659">
                  <c:v>42299</c:v>
                </c:pt>
                <c:pt idx="660">
                  <c:v>42300</c:v>
                </c:pt>
                <c:pt idx="661">
                  <c:v>42301</c:v>
                </c:pt>
                <c:pt idx="662">
                  <c:v>42302</c:v>
                </c:pt>
                <c:pt idx="663">
                  <c:v>42303</c:v>
                </c:pt>
                <c:pt idx="664">
                  <c:v>42304</c:v>
                </c:pt>
                <c:pt idx="665">
                  <c:v>42305</c:v>
                </c:pt>
                <c:pt idx="666">
                  <c:v>42306</c:v>
                </c:pt>
                <c:pt idx="667">
                  <c:v>42307</c:v>
                </c:pt>
                <c:pt idx="668">
                  <c:v>42308</c:v>
                </c:pt>
                <c:pt idx="669">
                  <c:v>42309</c:v>
                </c:pt>
                <c:pt idx="670">
                  <c:v>42310</c:v>
                </c:pt>
                <c:pt idx="671">
                  <c:v>42311</c:v>
                </c:pt>
                <c:pt idx="672">
                  <c:v>42312</c:v>
                </c:pt>
                <c:pt idx="673">
                  <c:v>42313</c:v>
                </c:pt>
                <c:pt idx="674">
                  <c:v>42314</c:v>
                </c:pt>
                <c:pt idx="675">
                  <c:v>42315</c:v>
                </c:pt>
                <c:pt idx="676">
                  <c:v>42316</c:v>
                </c:pt>
                <c:pt idx="677">
                  <c:v>42317</c:v>
                </c:pt>
                <c:pt idx="678">
                  <c:v>42318</c:v>
                </c:pt>
                <c:pt idx="679">
                  <c:v>42319</c:v>
                </c:pt>
                <c:pt idx="680">
                  <c:v>42320</c:v>
                </c:pt>
                <c:pt idx="681">
                  <c:v>42321</c:v>
                </c:pt>
                <c:pt idx="682">
                  <c:v>42322</c:v>
                </c:pt>
                <c:pt idx="683">
                  <c:v>42323</c:v>
                </c:pt>
                <c:pt idx="684">
                  <c:v>42324</c:v>
                </c:pt>
                <c:pt idx="685">
                  <c:v>42325</c:v>
                </c:pt>
                <c:pt idx="686">
                  <c:v>42326</c:v>
                </c:pt>
                <c:pt idx="687">
                  <c:v>42327</c:v>
                </c:pt>
                <c:pt idx="688">
                  <c:v>42328</c:v>
                </c:pt>
                <c:pt idx="689">
                  <c:v>42329</c:v>
                </c:pt>
                <c:pt idx="690">
                  <c:v>42330</c:v>
                </c:pt>
                <c:pt idx="691">
                  <c:v>42331</c:v>
                </c:pt>
                <c:pt idx="692">
                  <c:v>42332</c:v>
                </c:pt>
                <c:pt idx="693">
                  <c:v>42333</c:v>
                </c:pt>
                <c:pt idx="694">
                  <c:v>42334</c:v>
                </c:pt>
                <c:pt idx="695">
                  <c:v>42335</c:v>
                </c:pt>
                <c:pt idx="696">
                  <c:v>42336</c:v>
                </c:pt>
                <c:pt idx="697">
                  <c:v>42337</c:v>
                </c:pt>
                <c:pt idx="698">
                  <c:v>42338</c:v>
                </c:pt>
                <c:pt idx="699">
                  <c:v>42339</c:v>
                </c:pt>
                <c:pt idx="700">
                  <c:v>42340</c:v>
                </c:pt>
                <c:pt idx="701">
                  <c:v>42341</c:v>
                </c:pt>
                <c:pt idx="702">
                  <c:v>42342</c:v>
                </c:pt>
                <c:pt idx="703">
                  <c:v>42343</c:v>
                </c:pt>
                <c:pt idx="704">
                  <c:v>42344</c:v>
                </c:pt>
                <c:pt idx="705">
                  <c:v>42345</c:v>
                </c:pt>
                <c:pt idx="706">
                  <c:v>42346</c:v>
                </c:pt>
                <c:pt idx="707">
                  <c:v>42347</c:v>
                </c:pt>
                <c:pt idx="708">
                  <c:v>42348</c:v>
                </c:pt>
                <c:pt idx="709">
                  <c:v>42349</c:v>
                </c:pt>
                <c:pt idx="710">
                  <c:v>42350</c:v>
                </c:pt>
                <c:pt idx="711">
                  <c:v>42351</c:v>
                </c:pt>
                <c:pt idx="712">
                  <c:v>42352</c:v>
                </c:pt>
                <c:pt idx="713">
                  <c:v>42353</c:v>
                </c:pt>
                <c:pt idx="714">
                  <c:v>42354</c:v>
                </c:pt>
                <c:pt idx="715">
                  <c:v>42355</c:v>
                </c:pt>
                <c:pt idx="716">
                  <c:v>42356</c:v>
                </c:pt>
                <c:pt idx="717">
                  <c:v>42357</c:v>
                </c:pt>
                <c:pt idx="718">
                  <c:v>42358</c:v>
                </c:pt>
                <c:pt idx="719">
                  <c:v>42359</c:v>
                </c:pt>
                <c:pt idx="720">
                  <c:v>42360</c:v>
                </c:pt>
                <c:pt idx="721">
                  <c:v>42361</c:v>
                </c:pt>
                <c:pt idx="722">
                  <c:v>42362</c:v>
                </c:pt>
                <c:pt idx="723">
                  <c:v>42363</c:v>
                </c:pt>
                <c:pt idx="724">
                  <c:v>42364</c:v>
                </c:pt>
                <c:pt idx="725">
                  <c:v>42365</c:v>
                </c:pt>
                <c:pt idx="726">
                  <c:v>42366</c:v>
                </c:pt>
                <c:pt idx="727">
                  <c:v>42367</c:v>
                </c:pt>
                <c:pt idx="728">
                  <c:v>42368</c:v>
                </c:pt>
                <c:pt idx="729">
                  <c:v>42369</c:v>
                </c:pt>
              </c:numCache>
            </c:numRef>
          </c:xVal>
          <c:yVal>
            <c:numRef>
              <c:f>Boretto_CC!$E$2:$E$1006</c:f>
              <c:numCache>
                <c:formatCode>General</c:formatCode>
                <c:ptCount val="1005"/>
                <c:pt idx="0">
                  <c:v>7.17</c:v>
                </c:pt>
                <c:pt idx="1">
                  <c:v>6.94</c:v>
                </c:pt>
                <c:pt idx="2">
                  <c:v>6.95</c:v>
                </c:pt>
                <c:pt idx="3">
                  <c:v>7.05</c:v>
                </c:pt>
                <c:pt idx="4">
                  <c:v>7.3199999999999985</c:v>
                </c:pt>
                <c:pt idx="5">
                  <c:v>7.6599999999999975</c:v>
                </c:pt>
                <c:pt idx="6">
                  <c:v>7.4700000000000024</c:v>
                </c:pt>
                <c:pt idx="7">
                  <c:v>7.49</c:v>
                </c:pt>
                <c:pt idx="8">
                  <c:v>7.94</c:v>
                </c:pt>
                <c:pt idx="9">
                  <c:v>8.4</c:v>
                </c:pt>
                <c:pt idx="10">
                  <c:v>8.76</c:v>
                </c:pt>
                <c:pt idx="11">
                  <c:v>9.02</c:v>
                </c:pt>
                <c:pt idx="12">
                  <c:v>9.0500000000000007</c:v>
                </c:pt>
                <c:pt idx="13">
                  <c:v>8.8500000000000068</c:v>
                </c:pt>
                <c:pt idx="14">
                  <c:v>8.27</c:v>
                </c:pt>
                <c:pt idx="15">
                  <c:v>7.95</c:v>
                </c:pt>
                <c:pt idx="16">
                  <c:v>7.54</c:v>
                </c:pt>
                <c:pt idx="17">
                  <c:v>7.34</c:v>
                </c:pt>
                <c:pt idx="18">
                  <c:v>7.02</c:v>
                </c:pt>
                <c:pt idx="19">
                  <c:v>7.29</c:v>
                </c:pt>
                <c:pt idx="20">
                  <c:v>7.7</c:v>
                </c:pt>
                <c:pt idx="21">
                  <c:v>8.14</c:v>
                </c:pt>
                <c:pt idx="22">
                  <c:v>8.3600000000000048</c:v>
                </c:pt>
                <c:pt idx="23">
                  <c:v>8.56</c:v>
                </c:pt>
                <c:pt idx="24">
                  <c:v>8.33</c:v>
                </c:pt>
                <c:pt idx="25">
                  <c:v>7.9300000000000024</c:v>
                </c:pt>
                <c:pt idx="26">
                  <c:v>7.46</c:v>
                </c:pt>
                <c:pt idx="27">
                  <c:v>7.4</c:v>
                </c:pt>
                <c:pt idx="28">
                  <c:v>7.3</c:v>
                </c:pt>
                <c:pt idx="29">
                  <c:v>6.88</c:v>
                </c:pt>
                <c:pt idx="30">
                  <c:v>5.9</c:v>
                </c:pt>
                <c:pt idx="31">
                  <c:v>6.05</c:v>
                </c:pt>
                <c:pt idx="32">
                  <c:v>6.46</c:v>
                </c:pt>
                <c:pt idx="33">
                  <c:v>6.89</c:v>
                </c:pt>
                <c:pt idx="34">
                  <c:v>7.38</c:v>
                </c:pt>
                <c:pt idx="35">
                  <c:v>7.6599999999999975</c:v>
                </c:pt>
                <c:pt idx="36">
                  <c:v>7.67</c:v>
                </c:pt>
                <c:pt idx="37">
                  <c:v>7.8</c:v>
                </c:pt>
                <c:pt idx="38">
                  <c:v>7.45</c:v>
                </c:pt>
                <c:pt idx="39">
                  <c:v>7.49</c:v>
                </c:pt>
                <c:pt idx="40">
                  <c:v>7.37</c:v>
                </c:pt>
                <c:pt idx="41">
                  <c:v>7.35</c:v>
                </c:pt>
                <c:pt idx="42">
                  <c:v>7.78</c:v>
                </c:pt>
                <c:pt idx="43">
                  <c:v>7.68</c:v>
                </c:pt>
                <c:pt idx="44">
                  <c:v>7.79</c:v>
                </c:pt>
                <c:pt idx="45">
                  <c:v>7.94</c:v>
                </c:pt>
                <c:pt idx="46">
                  <c:v>8</c:v>
                </c:pt>
                <c:pt idx="47">
                  <c:v>8.3800000000000008</c:v>
                </c:pt>
                <c:pt idx="48">
                  <c:v>8.69</c:v>
                </c:pt>
                <c:pt idx="49">
                  <c:v>8.68</c:v>
                </c:pt>
                <c:pt idx="50">
                  <c:v>9.0400000000000009</c:v>
                </c:pt>
                <c:pt idx="51">
                  <c:v>9.3000000000000007</c:v>
                </c:pt>
                <c:pt idx="52">
                  <c:v>9.56</c:v>
                </c:pt>
                <c:pt idx="53">
                  <c:v>9.5300000000000011</c:v>
                </c:pt>
                <c:pt idx="54">
                  <c:v>9.43</c:v>
                </c:pt>
                <c:pt idx="55">
                  <c:v>9.32</c:v>
                </c:pt>
                <c:pt idx="56">
                  <c:v>9.27</c:v>
                </c:pt>
                <c:pt idx="57">
                  <c:v>9.25</c:v>
                </c:pt>
                <c:pt idx="58">
                  <c:v>9.25</c:v>
                </c:pt>
                <c:pt idx="59">
                  <c:v>8.84</c:v>
                </c:pt>
                <c:pt idx="60">
                  <c:v>8.3800000000000008</c:v>
                </c:pt>
                <c:pt idx="61">
                  <c:v>7.52</c:v>
                </c:pt>
                <c:pt idx="62">
                  <c:v>8.1</c:v>
                </c:pt>
                <c:pt idx="63">
                  <c:v>8.3700000000000028</c:v>
                </c:pt>
                <c:pt idx="64">
                  <c:v>8.61</c:v>
                </c:pt>
                <c:pt idx="65">
                  <c:v>9.24</c:v>
                </c:pt>
                <c:pt idx="66">
                  <c:v>9.77</c:v>
                </c:pt>
                <c:pt idx="67">
                  <c:v>10.040000000000001</c:v>
                </c:pt>
                <c:pt idx="68">
                  <c:v>10.19</c:v>
                </c:pt>
                <c:pt idx="69">
                  <c:v>10.28</c:v>
                </c:pt>
                <c:pt idx="70">
                  <c:v>10.31</c:v>
                </c:pt>
                <c:pt idx="71">
                  <c:v>10.41</c:v>
                </c:pt>
                <c:pt idx="72">
                  <c:v>10.71</c:v>
                </c:pt>
                <c:pt idx="73">
                  <c:v>11.06</c:v>
                </c:pt>
                <c:pt idx="74">
                  <c:v>11.34</c:v>
                </c:pt>
                <c:pt idx="75">
                  <c:v>11.49</c:v>
                </c:pt>
                <c:pt idx="76">
                  <c:v>12.01</c:v>
                </c:pt>
                <c:pt idx="77">
                  <c:v>12.63</c:v>
                </c:pt>
                <c:pt idx="78">
                  <c:v>12.83</c:v>
                </c:pt>
                <c:pt idx="79">
                  <c:v>12.92</c:v>
                </c:pt>
                <c:pt idx="80">
                  <c:v>12.58</c:v>
                </c:pt>
                <c:pt idx="81">
                  <c:v>12.43</c:v>
                </c:pt>
                <c:pt idx="82">
                  <c:v>11.61</c:v>
                </c:pt>
                <c:pt idx="83">
                  <c:v>10.75</c:v>
                </c:pt>
                <c:pt idx="84">
                  <c:v>10.38</c:v>
                </c:pt>
                <c:pt idx="85">
                  <c:v>10.39</c:v>
                </c:pt>
                <c:pt idx="86">
                  <c:v>10.62</c:v>
                </c:pt>
                <c:pt idx="87">
                  <c:v>11.08</c:v>
                </c:pt>
                <c:pt idx="88">
                  <c:v>11.73</c:v>
                </c:pt>
                <c:pt idx="89">
                  <c:v>12.450000000000006</c:v>
                </c:pt>
                <c:pt idx="90">
                  <c:v>13</c:v>
                </c:pt>
                <c:pt idx="91">
                  <c:v>13.38</c:v>
                </c:pt>
                <c:pt idx="92">
                  <c:v>13.59</c:v>
                </c:pt>
                <c:pt idx="93">
                  <c:v>13.35000000000001</c:v>
                </c:pt>
                <c:pt idx="94">
                  <c:v>12.58</c:v>
                </c:pt>
                <c:pt idx="95">
                  <c:v>12.83</c:v>
                </c:pt>
                <c:pt idx="96">
                  <c:v>13.58</c:v>
                </c:pt>
                <c:pt idx="97">
                  <c:v>14.14</c:v>
                </c:pt>
                <c:pt idx="98">
                  <c:v>14.57</c:v>
                </c:pt>
                <c:pt idx="99">
                  <c:v>14.6</c:v>
                </c:pt>
                <c:pt idx="100">
                  <c:v>14.73</c:v>
                </c:pt>
                <c:pt idx="101">
                  <c:v>14.870000000000006</c:v>
                </c:pt>
                <c:pt idx="102">
                  <c:v>15.15</c:v>
                </c:pt>
                <c:pt idx="103">
                  <c:v>15.450000000000006</c:v>
                </c:pt>
                <c:pt idx="104">
                  <c:v>15.58</c:v>
                </c:pt>
                <c:pt idx="105">
                  <c:v>15.22</c:v>
                </c:pt>
                <c:pt idx="106">
                  <c:v>14.71</c:v>
                </c:pt>
                <c:pt idx="107">
                  <c:v>14.22</c:v>
                </c:pt>
                <c:pt idx="108">
                  <c:v>13.83</c:v>
                </c:pt>
                <c:pt idx="109">
                  <c:v>13.54</c:v>
                </c:pt>
                <c:pt idx="110">
                  <c:v>13</c:v>
                </c:pt>
                <c:pt idx="111">
                  <c:v>13.21</c:v>
                </c:pt>
                <c:pt idx="112">
                  <c:v>13.98</c:v>
                </c:pt>
                <c:pt idx="113">
                  <c:v>15.03</c:v>
                </c:pt>
                <c:pt idx="114">
                  <c:v>16.079999999999988</c:v>
                </c:pt>
                <c:pt idx="115">
                  <c:v>16.779999999999987</c:v>
                </c:pt>
                <c:pt idx="116">
                  <c:v>16.97</c:v>
                </c:pt>
                <c:pt idx="117">
                  <c:v>16.48999999999997</c:v>
                </c:pt>
                <c:pt idx="118">
                  <c:v>15.370000000000006</c:v>
                </c:pt>
                <c:pt idx="119">
                  <c:v>14.59</c:v>
                </c:pt>
                <c:pt idx="120">
                  <c:v>14.75</c:v>
                </c:pt>
                <c:pt idx="121">
                  <c:v>14.77</c:v>
                </c:pt>
                <c:pt idx="122">
                  <c:v>14.28</c:v>
                </c:pt>
                <c:pt idx="123">
                  <c:v>14.4</c:v>
                </c:pt>
                <c:pt idx="124">
                  <c:v>15.35000000000001</c:v>
                </c:pt>
                <c:pt idx="125">
                  <c:v>16.09</c:v>
                </c:pt>
                <c:pt idx="126">
                  <c:v>16.45</c:v>
                </c:pt>
                <c:pt idx="127">
                  <c:v>16.86</c:v>
                </c:pt>
                <c:pt idx="128">
                  <c:v>16.959999999999987</c:v>
                </c:pt>
                <c:pt idx="129">
                  <c:v>17.39</c:v>
                </c:pt>
                <c:pt idx="130">
                  <c:v>18.03</c:v>
                </c:pt>
                <c:pt idx="131">
                  <c:v>17.920000000000002</c:v>
                </c:pt>
                <c:pt idx="132">
                  <c:v>17.38</c:v>
                </c:pt>
                <c:pt idx="133">
                  <c:v>17.079999999999988</c:v>
                </c:pt>
                <c:pt idx="134">
                  <c:v>17.010000000000005</c:v>
                </c:pt>
                <c:pt idx="135">
                  <c:v>16.850000000000001</c:v>
                </c:pt>
                <c:pt idx="136">
                  <c:v>17.07</c:v>
                </c:pt>
                <c:pt idx="137">
                  <c:v>17.43</c:v>
                </c:pt>
                <c:pt idx="138">
                  <c:v>17.899999999999999</c:v>
                </c:pt>
                <c:pt idx="139">
                  <c:v>18.36</c:v>
                </c:pt>
                <c:pt idx="140">
                  <c:v>18.89</c:v>
                </c:pt>
                <c:pt idx="141">
                  <c:v>19.2</c:v>
                </c:pt>
                <c:pt idx="142">
                  <c:v>19.34</c:v>
                </c:pt>
                <c:pt idx="143">
                  <c:v>19.43</c:v>
                </c:pt>
                <c:pt idx="144">
                  <c:v>19.170000000000005</c:v>
                </c:pt>
                <c:pt idx="145">
                  <c:v>18.190000000000001</c:v>
                </c:pt>
                <c:pt idx="146">
                  <c:v>17.959999999999987</c:v>
                </c:pt>
                <c:pt idx="147">
                  <c:v>18.170000000000005</c:v>
                </c:pt>
                <c:pt idx="148">
                  <c:v>18.68</c:v>
                </c:pt>
                <c:pt idx="149">
                  <c:v>18.86</c:v>
                </c:pt>
                <c:pt idx="150">
                  <c:v>19.25</c:v>
                </c:pt>
                <c:pt idx="151">
                  <c:v>19.600000000000001</c:v>
                </c:pt>
                <c:pt idx="152">
                  <c:v>19.920000000000002</c:v>
                </c:pt>
                <c:pt idx="153">
                  <c:v>20</c:v>
                </c:pt>
                <c:pt idx="154">
                  <c:v>19.979999999999986</c:v>
                </c:pt>
                <c:pt idx="155">
                  <c:v>20.14</c:v>
                </c:pt>
                <c:pt idx="156">
                  <c:v>20.36</c:v>
                </c:pt>
                <c:pt idx="157">
                  <c:v>20.759999999999987</c:v>
                </c:pt>
                <c:pt idx="158">
                  <c:v>21.55</c:v>
                </c:pt>
                <c:pt idx="159">
                  <c:v>22.49</c:v>
                </c:pt>
                <c:pt idx="160">
                  <c:v>23.3</c:v>
                </c:pt>
                <c:pt idx="161">
                  <c:v>24.02</c:v>
                </c:pt>
                <c:pt idx="162">
                  <c:v>24.06</c:v>
                </c:pt>
                <c:pt idx="163">
                  <c:v>23.87</c:v>
                </c:pt>
                <c:pt idx="164">
                  <c:v>23.66</c:v>
                </c:pt>
                <c:pt idx="165">
                  <c:v>22.759999999999987</c:v>
                </c:pt>
                <c:pt idx="166">
                  <c:v>21.8</c:v>
                </c:pt>
                <c:pt idx="167">
                  <c:v>20.9</c:v>
                </c:pt>
                <c:pt idx="168">
                  <c:v>20.12</c:v>
                </c:pt>
                <c:pt idx="169">
                  <c:v>19.72</c:v>
                </c:pt>
                <c:pt idx="170">
                  <c:v>20.239999999999988</c:v>
                </c:pt>
                <c:pt idx="171">
                  <c:v>21.05</c:v>
                </c:pt>
                <c:pt idx="172">
                  <c:v>21.979999999999986</c:v>
                </c:pt>
                <c:pt idx="173">
                  <c:v>22.959999999999987</c:v>
                </c:pt>
                <c:pt idx="174">
                  <c:v>23.55</c:v>
                </c:pt>
                <c:pt idx="175">
                  <c:v>23.31000000000002</c:v>
                </c:pt>
                <c:pt idx="176">
                  <c:v>22.27</c:v>
                </c:pt>
                <c:pt idx="177">
                  <c:v>21.65000000000002</c:v>
                </c:pt>
                <c:pt idx="178">
                  <c:v>21.72</c:v>
                </c:pt>
                <c:pt idx="179">
                  <c:v>21.979999999999986</c:v>
                </c:pt>
                <c:pt idx="180">
                  <c:v>21.830000000000005</c:v>
                </c:pt>
                <c:pt idx="181">
                  <c:v>20.91</c:v>
                </c:pt>
                <c:pt idx="182">
                  <c:v>21.32</c:v>
                </c:pt>
                <c:pt idx="183">
                  <c:v>21.53</c:v>
                </c:pt>
                <c:pt idx="184">
                  <c:v>21.68</c:v>
                </c:pt>
                <c:pt idx="185">
                  <c:v>21.68</c:v>
                </c:pt>
                <c:pt idx="186">
                  <c:v>21.86</c:v>
                </c:pt>
                <c:pt idx="187">
                  <c:v>22.35</c:v>
                </c:pt>
                <c:pt idx="188">
                  <c:v>22.58</c:v>
                </c:pt>
                <c:pt idx="189">
                  <c:v>21.58</c:v>
                </c:pt>
                <c:pt idx="190">
                  <c:v>20.110000000000021</c:v>
                </c:pt>
                <c:pt idx="191">
                  <c:v>20.779999999999987</c:v>
                </c:pt>
                <c:pt idx="192">
                  <c:v>21.38</c:v>
                </c:pt>
                <c:pt idx="193">
                  <c:v>21.36</c:v>
                </c:pt>
                <c:pt idx="194">
                  <c:v>21.330000000000005</c:v>
                </c:pt>
                <c:pt idx="195">
                  <c:v>21.93</c:v>
                </c:pt>
                <c:pt idx="196">
                  <c:v>22.93</c:v>
                </c:pt>
                <c:pt idx="197">
                  <c:v>23.71</c:v>
                </c:pt>
                <c:pt idx="198">
                  <c:v>24.14</c:v>
                </c:pt>
                <c:pt idx="199">
                  <c:v>24.71</c:v>
                </c:pt>
                <c:pt idx="200">
                  <c:v>24.99</c:v>
                </c:pt>
                <c:pt idx="201">
                  <c:v>24.18</c:v>
                </c:pt>
                <c:pt idx="202">
                  <c:v>23.47</c:v>
                </c:pt>
                <c:pt idx="203">
                  <c:v>22.919999999999987</c:v>
                </c:pt>
                <c:pt idx="204">
                  <c:v>22.69</c:v>
                </c:pt>
                <c:pt idx="205">
                  <c:v>22.9</c:v>
                </c:pt>
                <c:pt idx="206">
                  <c:v>22.58</c:v>
                </c:pt>
                <c:pt idx="207">
                  <c:v>22.34</c:v>
                </c:pt>
                <c:pt idx="208">
                  <c:v>22.13000000000002</c:v>
                </c:pt>
                <c:pt idx="209">
                  <c:v>22.459999999999987</c:v>
                </c:pt>
                <c:pt idx="210">
                  <c:v>22.05</c:v>
                </c:pt>
                <c:pt idx="211">
                  <c:v>20.939999999999987</c:v>
                </c:pt>
                <c:pt idx="212">
                  <c:v>21.13000000000002</c:v>
                </c:pt>
                <c:pt idx="213">
                  <c:v>22.4</c:v>
                </c:pt>
                <c:pt idx="214">
                  <c:v>22.75</c:v>
                </c:pt>
                <c:pt idx="215">
                  <c:v>22.07</c:v>
                </c:pt>
                <c:pt idx="216">
                  <c:v>21.45</c:v>
                </c:pt>
                <c:pt idx="217">
                  <c:v>21.99</c:v>
                </c:pt>
                <c:pt idx="218">
                  <c:v>22.56</c:v>
                </c:pt>
                <c:pt idx="219">
                  <c:v>23</c:v>
                </c:pt>
                <c:pt idx="220">
                  <c:v>23.27</c:v>
                </c:pt>
                <c:pt idx="221">
                  <c:v>23.51</c:v>
                </c:pt>
                <c:pt idx="222">
                  <c:v>23.73</c:v>
                </c:pt>
                <c:pt idx="223">
                  <c:v>23.84</c:v>
                </c:pt>
                <c:pt idx="224">
                  <c:v>23.439999999999987</c:v>
                </c:pt>
                <c:pt idx="225">
                  <c:v>22.54</c:v>
                </c:pt>
                <c:pt idx="226">
                  <c:v>21.439999999999987</c:v>
                </c:pt>
                <c:pt idx="227">
                  <c:v>21.459999999999987</c:v>
                </c:pt>
                <c:pt idx="228">
                  <c:v>21.259999999999987</c:v>
                </c:pt>
                <c:pt idx="229">
                  <c:v>21.459999999999987</c:v>
                </c:pt>
                <c:pt idx="230">
                  <c:v>21.29</c:v>
                </c:pt>
                <c:pt idx="231">
                  <c:v>20.85</c:v>
                </c:pt>
                <c:pt idx="232">
                  <c:v>20.55</c:v>
                </c:pt>
                <c:pt idx="233">
                  <c:v>20.66</c:v>
                </c:pt>
                <c:pt idx="234">
                  <c:v>20.91</c:v>
                </c:pt>
                <c:pt idx="235">
                  <c:v>20.959999999999987</c:v>
                </c:pt>
                <c:pt idx="236">
                  <c:v>20.95</c:v>
                </c:pt>
                <c:pt idx="237">
                  <c:v>20.87</c:v>
                </c:pt>
                <c:pt idx="238">
                  <c:v>20.939999999999987</c:v>
                </c:pt>
                <c:pt idx="239">
                  <c:v>20.82</c:v>
                </c:pt>
                <c:pt idx="240">
                  <c:v>21.18</c:v>
                </c:pt>
                <c:pt idx="241">
                  <c:v>21.67</c:v>
                </c:pt>
                <c:pt idx="242">
                  <c:v>21.68</c:v>
                </c:pt>
                <c:pt idx="243">
                  <c:v>21.71</c:v>
                </c:pt>
                <c:pt idx="244">
                  <c:v>21.6</c:v>
                </c:pt>
                <c:pt idx="245">
                  <c:v>21.21</c:v>
                </c:pt>
                <c:pt idx="246">
                  <c:v>20.23</c:v>
                </c:pt>
                <c:pt idx="247">
                  <c:v>19.84</c:v>
                </c:pt>
                <c:pt idx="248">
                  <c:v>20.29</c:v>
                </c:pt>
                <c:pt idx="249">
                  <c:v>20.830000000000005</c:v>
                </c:pt>
                <c:pt idx="250">
                  <c:v>21.259999999999987</c:v>
                </c:pt>
                <c:pt idx="251">
                  <c:v>21.95</c:v>
                </c:pt>
                <c:pt idx="252">
                  <c:v>22.14</c:v>
                </c:pt>
                <c:pt idx="253">
                  <c:v>22.07</c:v>
                </c:pt>
                <c:pt idx="254">
                  <c:v>21.59</c:v>
                </c:pt>
                <c:pt idx="255">
                  <c:v>21.110000000000021</c:v>
                </c:pt>
                <c:pt idx="256">
                  <c:v>20.939999999999987</c:v>
                </c:pt>
                <c:pt idx="257">
                  <c:v>20.84</c:v>
                </c:pt>
                <c:pt idx="258">
                  <c:v>20.8</c:v>
                </c:pt>
                <c:pt idx="259">
                  <c:v>20.58</c:v>
                </c:pt>
                <c:pt idx="260">
                  <c:v>20.37</c:v>
                </c:pt>
                <c:pt idx="261">
                  <c:v>19.98999999999997</c:v>
                </c:pt>
                <c:pt idx="262">
                  <c:v>19.7</c:v>
                </c:pt>
                <c:pt idx="263">
                  <c:v>19.36</c:v>
                </c:pt>
                <c:pt idx="264">
                  <c:v>19.309999999999999</c:v>
                </c:pt>
                <c:pt idx="265">
                  <c:v>19.39</c:v>
                </c:pt>
                <c:pt idx="266">
                  <c:v>19.21</c:v>
                </c:pt>
                <c:pt idx="267">
                  <c:v>18.97</c:v>
                </c:pt>
                <c:pt idx="268">
                  <c:v>18.73</c:v>
                </c:pt>
                <c:pt idx="269">
                  <c:v>18.75</c:v>
                </c:pt>
                <c:pt idx="270">
                  <c:v>18.75</c:v>
                </c:pt>
                <c:pt idx="271">
                  <c:v>18.73</c:v>
                </c:pt>
                <c:pt idx="272">
                  <c:v>18.95</c:v>
                </c:pt>
                <c:pt idx="273">
                  <c:v>19.149999999999999</c:v>
                </c:pt>
                <c:pt idx="274">
                  <c:v>19.29</c:v>
                </c:pt>
                <c:pt idx="275">
                  <c:v>19.3</c:v>
                </c:pt>
                <c:pt idx="276">
                  <c:v>19.22</c:v>
                </c:pt>
                <c:pt idx="277">
                  <c:v>18.93</c:v>
                </c:pt>
                <c:pt idx="278">
                  <c:v>18.47</c:v>
                </c:pt>
                <c:pt idx="279">
                  <c:v>18.09</c:v>
                </c:pt>
                <c:pt idx="280">
                  <c:v>17.88</c:v>
                </c:pt>
                <c:pt idx="281">
                  <c:v>17.579999999999988</c:v>
                </c:pt>
                <c:pt idx="282">
                  <c:v>17.399999999999999</c:v>
                </c:pt>
                <c:pt idx="283">
                  <c:v>17.12</c:v>
                </c:pt>
                <c:pt idx="284">
                  <c:v>17.32</c:v>
                </c:pt>
                <c:pt idx="285">
                  <c:v>17.37</c:v>
                </c:pt>
                <c:pt idx="286">
                  <c:v>17.420000000000002</c:v>
                </c:pt>
                <c:pt idx="287">
                  <c:v>16.75</c:v>
                </c:pt>
                <c:pt idx="288">
                  <c:v>16.979999999999986</c:v>
                </c:pt>
                <c:pt idx="289">
                  <c:v>17.59</c:v>
                </c:pt>
                <c:pt idx="290">
                  <c:v>18.09</c:v>
                </c:pt>
                <c:pt idx="291">
                  <c:v>18.22</c:v>
                </c:pt>
                <c:pt idx="292">
                  <c:v>17.98999999999997</c:v>
                </c:pt>
                <c:pt idx="293">
                  <c:v>18.100000000000001</c:v>
                </c:pt>
                <c:pt idx="294">
                  <c:v>17.43</c:v>
                </c:pt>
                <c:pt idx="295">
                  <c:v>16.170000000000005</c:v>
                </c:pt>
                <c:pt idx="296">
                  <c:v>15.09</c:v>
                </c:pt>
                <c:pt idx="297">
                  <c:v>14.64</c:v>
                </c:pt>
                <c:pt idx="298">
                  <c:v>14.62</c:v>
                </c:pt>
                <c:pt idx="299">
                  <c:v>14.3</c:v>
                </c:pt>
                <c:pt idx="300">
                  <c:v>13.8</c:v>
                </c:pt>
                <c:pt idx="301">
                  <c:v>13.51</c:v>
                </c:pt>
                <c:pt idx="302">
                  <c:v>13.3</c:v>
                </c:pt>
                <c:pt idx="303">
                  <c:v>13.14</c:v>
                </c:pt>
                <c:pt idx="304">
                  <c:v>12.99</c:v>
                </c:pt>
                <c:pt idx="305">
                  <c:v>12.89</c:v>
                </c:pt>
                <c:pt idx="306">
                  <c:v>12.69</c:v>
                </c:pt>
                <c:pt idx="307">
                  <c:v>12.74</c:v>
                </c:pt>
                <c:pt idx="308">
                  <c:v>13.12</c:v>
                </c:pt>
                <c:pt idx="309">
                  <c:v>13.2</c:v>
                </c:pt>
                <c:pt idx="310">
                  <c:v>12.6</c:v>
                </c:pt>
                <c:pt idx="311">
                  <c:v>12.81</c:v>
                </c:pt>
                <c:pt idx="312">
                  <c:v>13.2</c:v>
                </c:pt>
                <c:pt idx="313">
                  <c:v>13.5</c:v>
                </c:pt>
                <c:pt idx="314">
                  <c:v>13.43</c:v>
                </c:pt>
                <c:pt idx="315">
                  <c:v>13.08</c:v>
                </c:pt>
                <c:pt idx="316">
                  <c:v>13.03</c:v>
                </c:pt>
                <c:pt idx="317">
                  <c:v>12.92</c:v>
                </c:pt>
                <c:pt idx="318">
                  <c:v>12.84</c:v>
                </c:pt>
                <c:pt idx="319">
                  <c:v>12.81</c:v>
                </c:pt>
                <c:pt idx="320">
                  <c:v>12.26</c:v>
                </c:pt>
                <c:pt idx="321">
                  <c:v>11.76</c:v>
                </c:pt>
                <c:pt idx="322">
                  <c:v>11.46</c:v>
                </c:pt>
                <c:pt idx="323">
                  <c:v>11.26</c:v>
                </c:pt>
                <c:pt idx="324">
                  <c:v>11.05</c:v>
                </c:pt>
                <c:pt idx="325">
                  <c:v>11</c:v>
                </c:pt>
                <c:pt idx="326">
                  <c:v>11.1</c:v>
                </c:pt>
                <c:pt idx="327">
                  <c:v>11.36000000000001</c:v>
                </c:pt>
                <c:pt idx="328">
                  <c:v>11.55</c:v>
                </c:pt>
                <c:pt idx="329">
                  <c:v>11.6</c:v>
                </c:pt>
                <c:pt idx="330">
                  <c:v>11.450000000000006</c:v>
                </c:pt>
                <c:pt idx="331">
                  <c:v>11.14</c:v>
                </c:pt>
                <c:pt idx="332">
                  <c:v>11.08</c:v>
                </c:pt>
                <c:pt idx="333">
                  <c:v>11.29</c:v>
                </c:pt>
                <c:pt idx="334">
                  <c:v>11.450000000000006</c:v>
                </c:pt>
                <c:pt idx="335">
                  <c:v>11.65</c:v>
                </c:pt>
                <c:pt idx="336">
                  <c:v>11.5</c:v>
                </c:pt>
                <c:pt idx="337">
                  <c:v>11.370000000000006</c:v>
                </c:pt>
                <c:pt idx="338">
                  <c:v>11.3</c:v>
                </c:pt>
                <c:pt idx="339">
                  <c:v>11.33</c:v>
                </c:pt>
                <c:pt idx="340">
                  <c:v>11.34</c:v>
                </c:pt>
                <c:pt idx="341">
                  <c:v>11.21</c:v>
                </c:pt>
                <c:pt idx="342">
                  <c:v>10.71</c:v>
                </c:pt>
                <c:pt idx="343">
                  <c:v>10.06</c:v>
                </c:pt>
                <c:pt idx="344">
                  <c:v>9.4700000000000006</c:v>
                </c:pt>
                <c:pt idx="345">
                  <c:v>8.89</c:v>
                </c:pt>
                <c:pt idx="346">
                  <c:v>8.620000000000001</c:v>
                </c:pt>
                <c:pt idx="347">
                  <c:v>8.59</c:v>
                </c:pt>
                <c:pt idx="348">
                  <c:v>8.98</c:v>
                </c:pt>
                <c:pt idx="349">
                  <c:v>9.4500000000000028</c:v>
                </c:pt>
                <c:pt idx="350">
                  <c:v>9.66</c:v>
                </c:pt>
                <c:pt idx="351">
                  <c:v>9.5500000000000007</c:v>
                </c:pt>
                <c:pt idx="352">
                  <c:v>9.3500000000000068</c:v>
                </c:pt>
                <c:pt idx="353">
                  <c:v>9.2100000000000009</c:v>
                </c:pt>
                <c:pt idx="354">
                  <c:v>9.14</c:v>
                </c:pt>
                <c:pt idx="355">
                  <c:v>8.98</c:v>
                </c:pt>
                <c:pt idx="356">
                  <c:v>8.73</c:v>
                </c:pt>
                <c:pt idx="357">
                  <c:v>8.61</c:v>
                </c:pt>
                <c:pt idx="358">
                  <c:v>8.5500000000000007</c:v>
                </c:pt>
                <c:pt idx="359">
                  <c:v>8.64</c:v>
                </c:pt>
                <c:pt idx="360">
                  <c:v>8.4500000000000028</c:v>
                </c:pt>
                <c:pt idx="361">
                  <c:v>7.53</c:v>
                </c:pt>
                <c:pt idx="362">
                  <c:v>6.74</c:v>
                </c:pt>
                <c:pt idx="363">
                  <c:v>6.35</c:v>
                </c:pt>
                <c:pt idx="364">
                  <c:v>5.85</c:v>
                </c:pt>
                <c:pt idx="365">
                  <c:v>5.4700000000000024</c:v>
                </c:pt>
                <c:pt idx="366">
                  <c:v>5.44</c:v>
                </c:pt>
                <c:pt idx="367">
                  <c:v>5.6199999999999966</c:v>
                </c:pt>
                <c:pt idx="368">
                  <c:v>5.94</c:v>
                </c:pt>
                <c:pt idx="369">
                  <c:v>6.25</c:v>
                </c:pt>
                <c:pt idx="370">
                  <c:v>6.55</c:v>
                </c:pt>
                <c:pt idx="371">
                  <c:v>6.7</c:v>
                </c:pt>
                <c:pt idx="372">
                  <c:v>7.01</c:v>
                </c:pt>
                <c:pt idx="373">
                  <c:v>7.34</c:v>
                </c:pt>
                <c:pt idx="374">
                  <c:v>7.44</c:v>
                </c:pt>
                <c:pt idx="375">
                  <c:v>7.44</c:v>
                </c:pt>
                <c:pt idx="376">
                  <c:v>7.21</c:v>
                </c:pt>
                <c:pt idx="377">
                  <c:v>7.28</c:v>
                </c:pt>
                <c:pt idx="378">
                  <c:v>7.31</c:v>
                </c:pt>
                <c:pt idx="379">
                  <c:v>7.4700000000000024</c:v>
                </c:pt>
                <c:pt idx="380">
                  <c:v>7.8</c:v>
                </c:pt>
                <c:pt idx="381">
                  <c:v>8.06</c:v>
                </c:pt>
                <c:pt idx="382">
                  <c:v>8.18</c:v>
                </c:pt>
                <c:pt idx="383">
                  <c:v>7.85</c:v>
                </c:pt>
                <c:pt idx="384">
                  <c:v>7.33</c:v>
                </c:pt>
                <c:pt idx="385">
                  <c:v>7.26</c:v>
                </c:pt>
                <c:pt idx="386">
                  <c:v>7.4300000000000024</c:v>
                </c:pt>
                <c:pt idx="387">
                  <c:v>7.37</c:v>
                </c:pt>
                <c:pt idx="388">
                  <c:v>6.95</c:v>
                </c:pt>
                <c:pt idx="389">
                  <c:v>6.79</c:v>
                </c:pt>
                <c:pt idx="390">
                  <c:v>6.8599999999999985</c:v>
                </c:pt>
                <c:pt idx="391">
                  <c:v>6.84</c:v>
                </c:pt>
                <c:pt idx="392">
                  <c:v>6.6</c:v>
                </c:pt>
                <c:pt idx="393">
                  <c:v>6.4</c:v>
                </c:pt>
                <c:pt idx="394">
                  <c:v>6.17</c:v>
                </c:pt>
                <c:pt idx="395">
                  <c:v>6.05</c:v>
                </c:pt>
                <c:pt idx="396">
                  <c:v>6.28</c:v>
                </c:pt>
                <c:pt idx="397">
                  <c:v>6.3199999999999985</c:v>
                </c:pt>
                <c:pt idx="398">
                  <c:v>6.23</c:v>
                </c:pt>
                <c:pt idx="399">
                  <c:v>6.39</c:v>
                </c:pt>
                <c:pt idx="400">
                  <c:v>6.31</c:v>
                </c:pt>
                <c:pt idx="401">
                  <c:v>4.4800000000000004</c:v>
                </c:pt>
                <c:pt idx="402">
                  <c:v>4.2699999999999996</c:v>
                </c:pt>
                <c:pt idx="403">
                  <c:v>4.9700000000000024</c:v>
                </c:pt>
                <c:pt idx="404">
                  <c:v>5.13</c:v>
                </c:pt>
                <c:pt idx="405">
                  <c:v>5.09</c:v>
                </c:pt>
                <c:pt idx="406">
                  <c:v>5.53</c:v>
                </c:pt>
                <c:pt idx="407">
                  <c:v>6.03</c:v>
                </c:pt>
                <c:pt idx="408">
                  <c:v>6.41</c:v>
                </c:pt>
                <c:pt idx="409">
                  <c:v>6.78</c:v>
                </c:pt>
                <c:pt idx="410">
                  <c:v>6.7</c:v>
                </c:pt>
                <c:pt idx="411">
                  <c:v>6.3</c:v>
                </c:pt>
                <c:pt idx="412">
                  <c:v>6.1499999999999995</c:v>
                </c:pt>
                <c:pt idx="413">
                  <c:v>6.56</c:v>
                </c:pt>
                <c:pt idx="414">
                  <c:v>7.18</c:v>
                </c:pt>
                <c:pt idx="415">
                  <c:v>7.13</c:v>
                </c:pt>
                <c:pt idx="416">
                  <c:v>7.31</c:v>
                </c:pt>
                <c:pt idx="417">
                  <c:v>7.39</c:v>
                </c:pt>
                <c:pt idx="418">
                  <c:v>7.29</c:v>
                </c:pt>
                <c:pt idx="419">
                  <c:v>7.24</c:v>
                </c:pt>
                <c:pt idx="420">
                  <c:v>6.6099999999999985</c:v>
                </c:pt>
                <c:pt idx="421">
                  <c:v>7.03</c:v>
                </c:pt>
                <c:pt idx="422">
                  <c:v>7.88</c:v>
                </c:pt>
                <c:pt idx="423">
                  <c:v>8.31</c:v>
                </c:pt>
                <c:pt idx="424">
                  <c:v>8.32</c:v>
                </c:pt>
                <c:pt idx="425">
                  <c:v>8.7000000000000011</c:v>
                </c:pt>
                <c:pt idx="426">
                  <c:v>8.93</c:v>
                </c:pt>
                <c:pt idx="427">
                  <c:v>9.4</c:v>
                </c:pt>
                <c:pt idx="428">
                  <c:v>9.3700000000000028</c:v>
                </c:pt>
                <c:pt idx="429">
                  <c:v>9.1300000000000008</c:v>
                </c:pt>
                <c:pt idx="430">
                  <c:v>9.02</c:v>
                </c:pt>
                <c:pt idx="431">
                  <c:v>8.92</c:v>
                </c:pt>
                <c:pt idx="432">
                  <c:v>9.0400000000000009</c:v>
                </c:pt>
                <c:pt idx="433">
                  <c:v>9.18</c:v>
                </c:pt>
                <c:pt idx="434">
                  <c:v>9.5500000000000007</c:v>
                </c:pt>
                <c:pt idx="435">
                  <c:v>10.08</c:v>
                </c:pt>
                <c:pt idx="436">
                  <c:v>10.44</c:v>
                </c:pt>
                <c:pt idx="437">
                  <c:v>10.55</c:v>
                </c:pt>
                <c:pt idx="438">
                  <c:v>10.53</c:v>
                </c:pt>
                <c:pt idx="439">
                  <c:v>10.19</c:v>
                </c:pt>
                <c:pt idx="440">
                  <c:v>9.39</c:v>
                </c:pt>
                <c:pt idx="441">
                  <c:v>9.17</c:v>
                </c:pt>
                <c:pt idx="442">
                  <c:v>8.6300000000000008</c:v>
                </c:pt>
                <c:pt idx="443">
                  <c:v>9.3000000000000007</c:v>
                </c:pt>
                <c:pt idx="444">
                  <c:v>10.35000000000001</c:v>
                </c:pt>
                <c:pt idx="445">
                  <c:v>10.870000000000006</c:v>
                </c:pt>
                <c:pt idx="446">
                  <c:v>10.83</c:v>
                </c:pt>
                <c:pt idx="447">
                  <c:v>11.08</c:v>
                </c:pt>
                <c:pt idx="448">
                  <c:v>11.12</c:v>
                </c:pt>
                <c:pt idx="449">
                  <c:v>10.24</c:v>
                </c:pt>
                <c:pt idx="450">
                  <c:v>10.48</c:v>
                </c:pt>
                <c:pt idx="451">
                  <c:v>10.74</c:v>
                </c:pt>
                <c:pt idx="452">
                  <c:v>11.61</c:v>
                </c:pt>
                <c:pt idx="453">
                  <c:v>12.17</c:v>
                </c:pt>
                <c:pt idx="454">
                  <c:v>12.78</c:v>
                </c:pt>
                <c:pt idx="455">
                  <c:v>13.15</c:v>
                </c:pt>
                <c:pt idx="456">
                  <c:v>13.18</c:v>
                </c:pt>
                <c:pt idx="457">
                  <c:v>13.12</c:v>
                </c:pt>
                <c:pt idx="458">
                  <c:v>12.71</c:v>
                </c:pt>
                <c:pt idx="459">
                  <c:v>12.03</c:v>
                </c:pt>
                <c:pt idx="460">
                  <c:v>11.75</c:v>
                </c:pt>
                <c:pt idx="461">
                  <c:v>12.02</c:v>
                </c:pt>
                <c:pt idx="462">
                  <c:v>12.33</c:v>
                </c:pt>
                <c:pt idx="463">
                  <c:v>12.63</c:v>
                </c:pt>
                <c:pt idx="464">
                  <c:v>13.21</c:v>
                </c:pt>
                <c:pt idx="465">
                  <c:v>13.93</c:v>
                </c:pt>
                <c:pt idx="466">
                  <c:v>14.65</c:v>
                </c:pt>
                <c:pt idx="467">
                  <c:v>15.23</c:v>
                </c:pt>
                <c:pt idx="468">
                  <c:v>15.7</c:v>
                </c:pt>
                <c:pt idx="469">
                  <c:v>16.260000000000002</c:v>
                </c:pt>
                <c:pt idx="470">
                  <c:v>16.649999999999999</c:v>
                </c:pt>
                <c:pt idx="471">
                  <c:v>16.670000000000005</c:v>
                </c:pt>
                <c:pt idx="472">
                  <c:v>16.14</c:v>
                </c:pt>
                <c:pt idx="473">
                  <c:v>15.13</c:v>
                </c:pt>
                <c:pt idx="474">
                  <c:v>14.86000000000001</c:v>
                </c:pt>
                <c:pt idx="475">
                  <c:v>15.2</c:v>
                </c:pt>
                <c:pt idx="476">
                  <c:v>15.79</c:v>
                </c:pt>
                <c:pt idx="477">
                  <c:v>16.14</c:v>
                </c:pt>
                <c:pt idx="478">
                  <c:v>16.68</c:v>
                </c:pt>
                <c:pt idx="479">
                  <c:v>16.779999999999987</c:v>
                </c:pt>
                <c:pt idx="480">
                  <c:v>16.64</c:v>
                </c:pt>
                <c:pt idx="481">
                  <c:v>16.32</c:v>
                </c:pt>
                <c:pt idx="482">
                  <c:v>15.42</c:v>
                </c:pt>
                <c:pt idx="483">
                  <c:v>14.98</c:v>
                </c:pt>
                <c:pt idx="484">
                  <c:v>14.370000000000006</c:v>
                </c:pt>
                <c:pt idx="485">
                  <c:v>14.950000000000006</c:v>
                </c:pt>
                <c:pt idx="486">
                  <c:v>15.6</c:v>
                </c:pt>
                <c:pt idx="487">
                  <c:v>16.02</c:v>
                </c:pt>
                <c:pt idx="488">
                  <c:v>16.86</c:v>
                </c:pt>
                <c:pt idx="489">
                  <c:v>17.38</c:v>
                </c:pt>
                <c:pt idx="490">
                  <c:v>17.37</c:v>
                </c:pt>
                <c:pt idx="491">
                  <c:v>17.25</c:v>
                </c:pt>
                <c:pt idx="492">
                  <c:v>17.7</c:v>
                </c:pt>
                <c:pt idx="493">
                  <c:v>18.05</c:v>
                </c:pt>
                <c:pt idx="494">
                  <c:v>18.37</c:v>
                </c:pt>
                <c:pt idx="495">
                  <c:v>18.66</c:v>
                </c:pt>
                <c:pt idx="496">
                  <c:v>19.12</c:v>
                </c:pt>
                <c:pt idx="497">
                  <c:v>19.57</c:v>
                </c:pt>
                <c:pt idx="498">
                  <c:v>20.149999999999999</c:v>
                </c:pt>
                <c:pt idx="499">
                  <c:v>20.07</c:v>
                </c:pt>
                <c:pt idx="500">
                  <c:v>19.5</c:v>
                </c:pt>
                <c:pt idx="501">
                  <c:v>18.959999999999987</c:v>
                </c:pt>
                <c:pt idx="502">
                  <c:v>17.91</c:v>
                </c:pt>
                <c:pt idx="503">
                  <c:v>18.670000000000005</c:v>
                </c:pt>
                <c:pt idx="504">
                  <c:v>19</c:v>
                </c:pt>
                <c:pt idx="505">
                  <c:v>18.63000000000002</c:v>
                </c:pt>
                <c:pt idx="506">
                  <c:v>17.079999999999988</c:v>
                </c:pt>
                <c:pt idx="507">
                  <c:v>16.09</c:v>
                </c:pt>
                <c:pt idx="508">
                  <c:v>16.37</c:v>
                </c:pt>
                <c:pt idx="509">
                  <c:v>17.37</c:v>
                </c:pt>
                <c:pt idx="510">
                  <c:v>18.22</c:v>
                </c:pt>
                <c:pt idx="511">
                  <c:v>18.87</c:v>
                </c:pt>
                <c:pt idx="512">
                  <c:v>19.16</c:v>
                </c:pt>
                <c:pt idx="513">
                  <c:v>19.95</c:v>
                </c:pt>
                <c:pt idx="514">
                  <c:v>20.459999999999987</c:v>
                </c:pt>
                <c:pt idx="515">
                  <c:v>20.8</c:v>
                </c:pt>
                <c:pt idx="516">
                  <c:v>21.03</c:v>
                </c:pt>
                <c:pt idx="517">
                  <c:v>21.110000000000021</c:v>
                </c:pt>
                <c:pt idx="518">
                  <c:v>21.64</c:v>
                </c:pt>
                <c:pt idx="519">
                  <c:v>22.459999999999987</c:v>
                </c:pt>
                <c:pt idx="520">
                  <c:v>23.31000000000002</c:v>
                </c:pt>
                <c:pt idx="521">
                  <c:v>24.05</c:v>
                </c:pt>
                <c:pt idx="522">
                  <c:v>24.62</c:v>
                </c:pt>
                <c:pt idx="523">
                  <c:v>24.77</c:v>
                </c:pt>
                <c:pt idx="524">
                  <c:v>24.56</c:v>
                </c:pt>
                <c:pt idx="525">
                  <c:v>24.14</c:v>
                </c:pt>
                <c:pt idx="526">
                  <c:v>23.479999999999986</c:v>
                </c:pt>
                <c:pt idx="527">
                  <c:v>23.03</c:v>
                </c:pt>
                <c:pt idx="528">
                  <c:v>23.18</c:v>
                </c:pt>
                <c:pt idx="529">
                  <c:v>22.759999999999987</c:v>
                </c:pt>
                <c:pt idx="530">
                  <c:v>21.57</c:v>
                </c:pt>
                <c:pt idx="531">
                  <c:v>20.329999999999988</c:v>
                </c:pt>
                <c:pt idx="532">
                  <c:v>20.100000000000001</c:v>
                </c:pt>
                <c:pt idx="533">
                  <c:v>20.52</c:v>
                </c:pt>
                <c:pt idx="534">
                  <c:v>21.06</c:v>
                </c:pt>
                <c:pt idx="535">
                  <c:v>21.67</c:v>
                </c:pt>
                <c:pt idx="536">
                  <c:v>22.08</c:v>
                </c:pt>
                <c:pt idx="537">
                  <c:v>22.22</c:v>
                </c:pt>
                <c:pt idx="538">
                  <c:v>22.27</c:v>
                </c:pt>
                <c:pt idx="539">
                  <c:v>22.19</c:v>
                </c:pt>
                <c:pt idx="540">
                  <c:v>22.43</c:v>
                </c:pt>
                <c:pt idx="541">
                  <c:v>22.62</c:v>
                </c:pt>
                <c:pt idx="542">
                  <c:v>22.959999999999987</c:v>
                </c:pt>
                <c:pt idx="543">
                  <c:v>23.56</c:v>
                </c:pt>
                <c:pt idx="544">
                  <c:v>23.939999999999987</c:v>
                </c:pt>
                <c:pt idx="545">
                  <c:v>24.27</c:v>
                </c:pt>
                <c:pt idx="546">
                  <c:v>24.75</c:v>
                </c:pt>
                <c:pt idx="547">
                  <c:v>25.18</c:v>
                </c:pt>
                <c:pt idx="548">
                  <c:v>25.73</c:v>
                </c:pt>
                <c:pt idx="549">
                  <c:v>26.259999999999987</c:v>
                </c:pt>
                <c:pt idx="550">
                  <c:v>26.919999999999987</c:v>
                </c:pt>
                <c:pt idx="551">
                  <c:v>27.39</c:v>
                </c:pt>
                <c:pt idx="552">
                  <c:v>27.81000000000002</c:v>
                </c:pt>
                <c:pt idx="553">
                  <c:v>28.07</c:v>
                </c:pt>
                <c:pt idx="554">
                  <c:v>27.759999999999987</c:v>
                </c:pt>
                <c:pt idx="555">
                  <c:v>27.22</c:v>
                </c:pt>
                <c:pt idx="556">
                  <c:v>26.99</c:v>
                </c:pt>
                <c:pt idx="557">
                  <c:v>26.68</c:v>
                </c:pt>
                <c:pt idx="558">
                  <c:v>26.52</c:v>
                </c:pt>
                <c:pt idx="559">
                  <c:v>26.7</c:v>
                </c:pt>
                <c:pt idx="560">
                  <c:v>27.09</c:v>
                </c:pt>
                <c:pt idx="561">
                  <c:v>27.479999999999986</c:v>
                </c:pt>
                <c:pt idx="562">
                  <c:v>27.85</c:v>
                </c:pt>
                <c:pt idx="563">
                  <c:v>28.04</c:v>
                </c:pt>
                <c:pt idx="564">
                  <c:v>28.279999999999987</c:v>
                </c:pt>
                <c:pt idx="565">
                  <c:v>28.24</c:v>
                </c:pt>
                <c:pt idx="566">
                  <c:v>28.37</c:v>
                </c:pt>
                <c:pt idx="567">
                  <c:v>28.37</c:v>
                </c:pt>
                <c:pt idx="568">
                  <c:v>28.41</c:v>
                </c:pt>
                <c:pt idx="569">
                  <c:v>28.54</c:v>
                </c:pt>
                <c:pt idx="570">
                  <c:v>27.9</c:v>
                </c:pt>
                <c:pt idx="571">
                  <c:v>27.66</c:v>
                </c:pt>
                <c:pt idx="572">
                  <c:v>27.439999999999987</c:v>
                </c:pt>
                <c:pt idx="573">
                  <c:v>27.330000000000005</c:v>
                </c:pt>
                <c:pt idx="574">
                  <c:v>27.03</c:v>
                </c:pt>
                <c:pt idx="575">
                  <c:v>26.64</c:v>
                </c:pt>
                <c:pt idx="576">
                  <c:v>25.72</c:v>
                </c:pt>
                <c:pt idx="577">
                  <c:v>24.779999999999987</c:v>
                </c:pt>
                <c:pt idx="578">
                  <c:v>24.31000000000002</c:v>
                </c:pt>
                <c:pt idx="579">
                  <c:v>24.55</c:v>
                </c:pt>
                <c:pt idx="580">
                  <c:v>24.55</c:v>
                </c:pt>
                <c:pt idx="581">
                  <c:v>25.259999999999987</c:v>
                </c:pt>
                <c:pt idx="582">
                  <c:v>26.110000000000021</c:v>
                </c:pt>
                <c:pt idx="583">
                  <c:v>26.63000000000002</c:v>
                </c:pt>
                <c:pt idx="584">
                  <c:v>26.95</c:v>
                </c:pt>
                <c:pt idx="585">
                  <c:v>27.21</c:v>
                </c:pt>
                <c:pt idx="586">
                  <c:v>26.32</c:v>
                </c:pt>
                <c:pt idx="587">
                  <c:v>25.759999999999987</c:v>
                </c:pt>
                <c:pt idx="588">
                  <c:v>25.12</c:v>
                </c:pt>
                <c:pt idx="589">
                  <c:v>25.01</c:v>
                </c:pt>
                <c:pt idx="590">
                  <c:v>25.439999999999987</c:v>
                </c:pt>
                <c:pt idx="591">
                  <c:v>25.4</c:v>
                </c:pt>
                <c:pt idx="592">
                  <c:v>24.62</c:v>
                </c:pt>
                <c:pt idx="593">
                  <c:v>23.51</c:v>
                </c:pt>
                <c:pt idx="594">
                  <c:v>22.06</c:v>
                </c:pt>
                <c:pt idx="595">
                  <c:v>21.82</c:v>
                </c:pt>
                <c:pt idx="596">
                  <c:v>22.3</c:v>
                </c:pt>
                <c:pt idx="597">
                  <c:v>22.58</c:v>
                </c:pt>
                <c:pt idx="598">
                  <c:v>22.55</c:v>
                </c:pt>
                <c:pt idx="599">
                  <c:v>22.439999999999987</c:v>
                </c:pt>
                <c:pt idx="600">
                  <c:v>22.31000000000002</c:v>
                </c:pt>
                <c:pt idx="601">
                  <c:v>21.88</c:v>
                </c:pt>
                <c:pt idx="602">
                  <c:v>21.459999999999987</c:v>
                </c:pt>
                <c:pt idx="603">
                  <c:v>21.73</c:v>
                </c:pt>
                <c:pt idx="604">
                  <c:v>22.53</c:v>
                </c:pt>
                <c:pt idx="605">
                  <c:v>23.330000000000005</c:v>
                </c:pt>
                <c:pt idx="606">
                  <c:v>23.87</c:v>
                </c:pt>
                <c:pt idx="607">
                  <c:v>24.23</c:v>
                </c:pt>
                <c:pt idx="608">
                  <c:v>24.31000000000002</c:v>
                </c:pt>
                <c:pt idx="609">
                  <c:v>24.18</c:v>
                </c:pt>
                <c:pt idx="610">
                  <c:v>23.51</c:v>
                </c:pt>
                <c:pt idx="611">
                  <c:v>23.14</c:v>
                </c:pt>
                <c:pt idx="612">
                  <c:v>22.830000000000005</c:v>
                </c:pt>
                <c:pt idx="613">
                  <c:v>22.02</c:v>
                </c:pt>
                <c:pt idx="614">
                  <c:v>21.38</c:v>
                </c:pt>
                <c:pt idx="615">
                  <c:v>21.01</c:v>
                </c:pt>
                <c:pt idx="616">
                  <c:v>20.73</c:v>
                </c:pt>
                <c:pt idx="617">
                  <c:v>20.55</c:v>
                </c:pt>
                <c:pt idx="618">
                  <c:v>20.329999999999988</c:v>
                </c:pt>
                <c:pt idx="619">
                  <c:v>20.29</c:v>
                </c:pt>
                <c:pt idx="620">
                  <c:v>20.3</c:v>
                </c:pt>
                <c:pt idx="621">
                  <c:v>20.3</c:v>
                </c:pt>
                <c:pt idx="622">
                  <c:v>19.29</c:v>
                </c:pt>
                <c:pt idx="623">
                  <c:v>20.03</c:v>
                </c:pt>
                <c:pt idx="624">
                  <c:v>20.32</c:v>
                </c:pt>
                <c:pt idx="625">
                  <c:v>20.45</c:v>
                </c:pt>
                <c:pt idx="626">
                  <c:v>20.34</c:v>
                </c:pt>
                <c:pt idx="627">
                  <c:v>20.38</c:v>
                </c:pt>
                <c:pt idx="628">
                  <c:v>20.13000000000002</c:v>
                </c:pt>
                <c:pt idx="629">
                  <c:v>20.21</c:v>
                </c:pt>
                <c:pt idx="630">
                  <c:v>19.71</c:v>
                </c:pt>
                <c:pt idx="631">
                  <c:v>19.07</c:v>
                </c:pt>
                <c:pt idx="632">
                  <c:v>18.190000000000001</c:v>
                </c:pt>
                <c:pt idx="633">
                  <c:v>18.37</c:v>
                </c:pt>
                <c:pt idx="634">
                  <c:v>18.739999999999988</c:v>
                </c:pt>
                <c:pt idx="635">
                  <c:v>18.5</c:v>
                </c:pt>
                <c:pt idx="636">
                  <c:v>18.190000000000001</c:v>
                </c:pt>
                <c:pt idx="637">
                  <c:v>17.73</c:v>
                </c:pt>
                <c:pt idx="638">
                  <c:v>17.059999999999999</c:v>
                </c:pt>
                <c:pt idx="639">
                  <c:v>16.420000000000002</c:v>
                </c:pt>
                <c:pt idx="640">
                  <c:v>16.2</c:v>
                </c:pt>
                <c:pt idx="641">
                  <c:v>16.59</c:v>
                </c:pt>
                <c:pt idx="642">
                  <c:v>16.38</c:v>
                </c:pt>
                <c:pt idx="643">
                  <c:v>15.78</c:v>
                </c:pt>
                <c:pt idx="644">
                  <c:v>16.48999999999997</c:v>
                </c:pt>
                <c:pt idx="645">
                  <c:v>17.04</c:v>
                </c:pt>
                <c:pt idx="646">
                  <c:v>17.149999999999999</c:v>
                </c:pt>
                <c:pt idx="647">
                  <c:v>17.100000000000001</c:v>
                </c:pt>
                <c:pt idx="648">
                  <c:v>17.149999999999999</c:v>
                </c:pt>
                <c:pt idx="649">
                  <c:v>16.939999999999987</c:v>
                </c:pt>
                <c:pt idx="650">
                  <c:v>16.899999999999999</c:v>
                </c:pt>
                <c:pt idx="651">
                  <c:v>16.7</c:v>
                </c:pt>
                <c:pt idx="652">
                  <c:v>16.48999999999997</c:v>
                </c:pt>
                <c:pt idx="653">
                  <c:v>16.05</c:v>
                </c:pt>
                <c:pt idx="654">
                  <c:v>15.51</c:v>
                </c:pt>
                <c:pt idx="655">
                  <c:v>14.66</c:v>
                </c:pt>
                <c:pt idx="656">
                  <c:v>14.17</c:v>
                </c:pt>
                <c:pt idx="657">
                  <c:v>14.370000000000006</c:v>
                </c:pt>
                <c:pt idx="658">
                  <c:v>14.5</c:v>
                </c:pt>
                <c:pt idx="659">
                  <c:v>14.2</c:v>
                </c:pt>
                <c:pt idx="660">
                  <c:v>13.89</c:v>
                </c:pt>
                <c:pt idx="661">
                  <c:v>13.72</c:v>
                </c:pt>
                <c:pt idx="662">
                  <c:v>13.65</c:v>
                </c:pt>
                <c:pt idx="663">
                  <c:v>13.64</c:v>
                </c:pt>
                <c:pt idx="664">
                  <c:v>13.67</c:v>
                </c:pt>
                <c:pt idx="665">
                  <c:v>13.85000000000001</c:v>
                </c:pt>
                <c:pt idx="666">
                  <c:v>13.7</c:v>
                </c:pt>
                <c:pt idx="667">
                  <c:v>13.73</c:v>
                </c:pt>
                <c:pt idx="668">
                  <c:v>14.02</c:v>
                </c:pt>
                <c:pt idx="669">
                  <c:v>13.93</c:v>
                </c:pt>
                <c:pt idx="670">
                  <c:v>13.6</c:v>
                </c:pt>
                <c:pt idx="671">
                  <c:v>13.19</c:v>
                </c:pt>
                <c:pt idx="672">
                  <c:v>12.98</c:v>
                </c:pt>
                <c:pt idx="673">
                  <c:v>12.91</c:v>
                </c:pt>
                <c:pt idx="674">
                  <c:v>13.11</c:v>
                </c:pt>
                <c:pt idx="675">
                  <c:v>13.370000000000006</c:v>
                </c:pt>
                <c:pt idx="676">
                  <c:v>13.27</c:v>
                </c:pt>
                <c:pt idx="677">
                  <c:v>13.23</c:v>
                </c:pt>
                <c:pt idx="678">
                  <c:v>13.24</c:v>
                </c:pt>
                <c:pt idx="679">
                  <c:v>13.46</c:v>
                </c:pt>
                <c:pt idx="680">
                  <c:v>13.48</c:v>
                </c:pt>
                <c:pt idx="681">
                  <c:v>13.3</c:v>
                </c:pt>
                <c:pt idx="682">
                  <c:v>13.14</c:v>
                </c:pt>
                <c:pt idx="683">
                  <c:v>12.96</c:v>
                </c:pt>
                <c:pt idx="684">
                  <c:v>12.81</c:v>
                </c:pt>
                <c:pt idx="685">
                  <c:v>12.76</c:v>
                </c:pt>
                <c:pt idx="686">
                  <c:v>12.8</c:v>
                </c:pt>
                <c:pt idx="687">
                  <c:v>12.74</c:v>
                </c:pt>
                <c:pt idx="688">
                  <c:v>12.71</c:v>
                </c:pt>
                <c:pt idx="689">
                  <c:v>12.52</c:v>
                </c:pt>
                <c:pt idx="690">
                  <c:v>12.06</c:v>
                </c:pt>
                <c:pt idx="691">
                  <c:v>11.26</c:v>
                </c:pt>
                <c:pt idx="692">
                  <c:v>10.63</c:v>
                </c:pt>
                <c:pt idx="693">
                  <c:v>9.94</c:v>
                </c:pt>
                <c:pt idx="694">
                  <c:v>9.3600000000000048</c:v>
                </c:pt>
                <c:pt idx="695">
                  <c:v>8.82</c:v>
                </c:pt>
                <c:pt idx="696">
                  <c:v>8.51</c:v>
                </c:pt>
                <c:pt idx="697">
                  <c:v>8.17</c:v>
                </c:pt>
                <c:pt idx="698">
                  <c:v>7.75</c:v>
                </c:pt>
                <c:pt idx="699">
                  <c:v>7.6499999999999995</c:v>
                </c:pt>
                <c:pt idx="700">
                  <c:v>7.79</c:v>
                </c:pt>
                <c:pt idx="701">
                  <c:v>8.16</c:v>
                </c:pt>
                <c:pt idx="702">
                  <c:v>8.4600000000000026</c:v>
                </c:pt>
                <c:pt idx="703">
                  <c:v>8.75</c:v>
                </c:pt>
                <c:pt idx="704">
                  <c:v>8.9</c:v>
                </c:pt>
                <c:pt idx="705">
                  <c:v>9.02</c:v>
                </c:pt>
                <c:pt idx="706">
                  <c:v>9.31</c:v>
                </c:pt>
                <c:pt idx="707">
                  <c:v>9.67</c:v>
                </c:pt>
                <c:pt idx="708">
                  <c:v>9.7900000000000009</c:v>
                </c:pt>
                <c:pt idx="709">
                  <c:v>9.620000000000001</c:v>
                </c:pt>
                <c:pt idx="710">
                  <c:v>9.2900000000000009</c:v>
                </c:pt>
                <c:pt idx="711">
                  <c:v>8.89</c:v>
                </c:pt>
                <c:pt idx="712">
                  <c:v>8.61</c:v>
                </c:pt>
                <c:pt idx="713">
                  <c:v>8.7100000000000009</c:v>
                </c:pt>
                <c:pt idx="714">
                  <c:v>9.07</c:v>
                </c:pt>
                <c:pt idx="715">
                  <c:v>9.43</c:v>
                </c:pt>
                <c:pt idx="716">
                  <c:v>9.4600000000000026</c:v>
                </c:pt>
                <c:pt idx="717">
                  <c:v>9.2200000000000006</c:v>
                </c:pt>
                <c:pt idx="718">
                  <c:v>8.76</c:v>
                </c:pt>
                <c:pt idx="719">
                  <c:v>8.73</c:v>
                </c:pt>
                <c:pt idx="720">
                  <c:v>8.77</c:v>
                </c:pt>
                <c:pt idx="721">
                  <c:v>9.0400000000000009</c:v>
                </c:pt>
                <c:pt idx="722">
                  <c:v>9.48</c:v>
                </c:pt>
                <c:pt idx="723">
                  <c:v>9.75</c:v>
                </c:pt>
                <c:pt idx="724">
                  <c:v>9.7900000000000009</c:v>
                </c:pt>
                <c:pt idx="725">
                  <c:v>9.58</c:v>
                </c:pt>
                <c:pt idx="726">
                  <c:v>9.2000000000000011</c:v>
                </c:pt>
                <c:pt idx="727">
                  <c:v>8.68</c:v>
                </c:pt>
                <c:pt idx="728">
                  <c:v>8.09</c:v>
                </c:pt>
                <c:pt idx="729">
                  <c:v>7.78</c:v>
                </c:pt>
              </c:numCache>
            </c:numRef>
          </c:yVal>
          <c:smooth val="0"/>
          <c:extLst>
            <c:ext xmlns:c16="http://schemas.microsoft.com/office/drawing/2014/chart" uri="{C3380CC4-5D6E-409C-BE32-E72D297353CC}">
              <c16:uniqueId val="{00000002-467D-455F-8E22-459B486F2A01}"/>
            </c:ext>
          </c:extLst>
        </c:ser>
        <c:ser>
          <c:idx val="7"/>
          <c:order val="2"/>
          <c:tx>
            <c:v>Twat_obs</c:v>
          </c:tx>
          <c:spPr>
            <a:ln>
              <a:solidFill>
                <a:schemeClr val="bg1">
                  <a:lumMod val="65000"/>
                </a:schemeClr>
              </a:solidFill>
            </a:ln>
          </c:spPr>
          <c:marker>
            <c:symbol val="none"/>
          </c:marker>
          <c:xVal>
            <c:numRef>
              <c:f>Boretto_CC!$A$2:$A$1006</c:f>
              <c:numCache>
                <c:formatCode>m/d/yyyy</c:formatCode>
                <c:ptCount val="1005"/>
                <c:pt idx="0">
                  <c:v>41640</c:v>
                </c:pt>
                <c:pt idx="1">
                  <c:v>41641</c:v>
                </c:pt>
                <c:pt idx="2">
                  <c:v>41642</c:v>
                </c:pt>
                <c:pt idx="3">
                  <c:v>41643</c:v>
                </c:pt>
                <c:pt idx="4">
                  <c:v>41644</c:v>
                </c:pt>
                <c:pt idx="5">
                  <c:v>41645</c:v>
                </c:pt>
                <c:pt idx="6">
                  <c:v>41646</c:v>
                </c:pt>
                <c:pt idx="7">
                  <c:v>41647</c:v>
                </c:pt>
                <c:pt idx="8">
                  <c:v>41648</c:v>
                </c:pt>
                <c:pt idx="9">
                  <c:v>41649</c:v>
                </c:pt>
                <c:pt idx="10">
                  <c:v>41650</c:v>
                </c:pt>
                <c:pt idx="11">
                  <c:v>41651</c:v>
                </c:pt>
                <c:pt idx="12">
                  <c:v>41652</c:v>
                </c:pt>
                <c:pt idx="13">
                  <c:v>41653</c:v>
                </c:pt>
                <c:pt idx="14">
                  <c:v>41654</c:v>
                </c:pt>
                <c:pt idx="15">
                  <c:v>41655</c:v>
                </c:pt>
                <c:pt idx="16">
                  <c:v>41656</c:v>
                </c:pt>
                <c:pt idx="17">
                  <c:v>41657</c:v>
                </c:pt>
                <c:pt idx="18">
                  <c:v>41658</c:v>
                </c:pt>
                <c:pt idx="19">
                  <c:v>41659</c:v>
                </c:pt>
                <c:pt idx="20">
                  <c:v>41660</c:v>
                </c:pt>
                <c:pt idx="21">
                  <c:v>41661</c:v>
                </c:pt>
                <c:pt idx="22">
                  <c:v>41662</c:v>
                </c:pt>
                <c:pt idx="23">
                  <c:v>41663</c:v>
                </c:pt>
                <c:pt idx="24">
                  <c:v>41664</c:v>
                </c:pt>
                <c:pt idx="25">
                  <c:v>41665</c:v>
                </c:pt>
                <c:pt idx="26">
                  <c:v>41666</c:v>
                </c:pt>
                <c:pt idx="27">
                  <c:v>41667</c:v>
                </c:pt>
                <c:pt idx="28">
                  <c:v>41668</c:v>
                </c:pt>
                <c:pt idx="29">
                  <c:v>41669</c:v>
                </c:pt>
                <c:pt idx="30">
                  <c:v>41670</c:v>
                </c:pt>
                <c:pt idx="31">
                  <c:v>41671</c:v>
                </c:pt>
                <c:pt idx="32">
                  <c:v>41672</c:v>
                </c:pt>
                <c:pt idx="33">
                  <c:v>41673</c:v>
                </c:pt>
                <c:pt idx="34">
                  <c:v>41674</c:v>
                </c:pt>
                <c:pt idx="35">
                  <c:v>41675</c:v>
                </c:pt>
                <c:pt idx="36">
                  <c:v>41676</c:v>
                </c:pt>
                <c:pt idx="37">
                  <c:v>41677</c:v>
                </c:pt>
                <c:pt idx="38">
                  <c:v>41678</c:v>
                </c:pt>
                <c:pt idx="39">
                  <c:v>41679</c:v>
                </c:pt>
                <c:pt idx="40">
                  <c:v>41680</c:v>
                </c:pt>
                <c:pt idx="41">
                  <c:v>41681</c:v>
                </c:pt>
                <c:pt idx="42">
                  <c:v>41682</c:v>
                </c:pt>
                <c:pt idx="43">
                  <c:v>41683</c:v>
                </c:pt>
                <c:pt idx="44">
                  <c:v>41684</c:v>
                </c:pt>
                <c:pt idx="45">
                  <c:v>41685</c:v>
                </c:pt>
                <c:pt idx="46">
                  <c:v>41686</c:v>
                </c:pt>
                <c:pt idx="47">
                  <c:v>41687</c:v>
                </c:pt>
                <c:pt idx="48">
                  <c:v>41688</c:v>
                </c:pt>
                <c:pt idx="49">
                  <c:v>41689</c:v>
                </c:pt>
                <c:pt idx="50">
                  <c:v>41690</c:v>
                </c:pt>
                <c:pt idx="51">
                  <c:v>41691</c:v>
                </c:pt>
                <c:pt idx="52">
                  <c:v>41692</c:v>
                </c:pt>
                <c:pt idx="53">
                  <c:v>41693</c:v>
                </c:pt>
                <c:pt idx="54">
                  <c:v>41694</c:v>
                </c:pt>
                <c:pt idx="55">
                  <c:v>41695</c:v>
                </c:pt>
                <c:pt idx="56">
                  <c:v>41696</c:v>
                </c:pt>
                <c:pt idx="57">
                  <c:v>41697</c:v>
                </c:pt>
                <c:pt idx="58">
                  <c:v>41698</c:v>
                </c:pt>
                <c:pt idx="59">
                  <c:v>41699</c:v>
                </c:pt>
                <c:pt idx="60">
                  <c:v>41700</c:v>
                </c:pt>
                <c:pt idx="61">
                  <c:v>41701</c:v>
                </c:pt>
                <c:pt idx="62">
                  <c:v>41702</c:v>
                </c:pt>
                <c:pt idx="63">
                  <c:v>41703</c:v>
                </c:pt>
                <c:pt idx="64">
                  <c:v>41704</c:v>
                </c:pt>
                <c:pt idx="65">
                  <c:v>41705</c:v>
                </c:pt>
                <c:pt idx="66">
                  <c:v>41706</c:v>
                </c:pt>
                <c:pt idx="67">
                  <c:v>41707</c:v>
                </c:pt>
                <c:pt idx="68">
                  <c:v>41708</c:v>
                </c:pt>
                <c:pt idx="69">
                  <c:v>41709</c:v>
                </c:pt>
                <c:pt idx="70">
                  <c:v>41710</c:v>
                </c:pt>
                <c:pt idx="71">
                  <c:v>41711</c:v>
                </c:pt>
                <c:pt idx="72">
                  <c:v>41712</c:v>
                </c:pt>
                <c:pt idx="73">
                  <c:v>41713</c:v>
                </c:pt>
                <c:pt idx="74">
                  <c:v>41714</c:v>
                </c:pt>
                <c:pt idx="75">
                  <c:v>41715</c:v>
                </c:pt>
                <c:pt idx="76">
                  <c:v>41716</c:v>
                </c:pt>
                <c:pt idx="77">
                  <c:v>41717</c:v>
                </c:pt>
                <c:pt idx="78">
                  <c:v>41718</c:v>
                </c:pt>
                <c:pt idx="79">
                  <c:v>41719</c:v>
                </c:pt>
                <c:pt idx="80">
                  <c:v>41720</c:v>
                </c:pt>
                <c:pt idx="81">
                  <c:v>41721</c:v>
                </c:pt>
                <c:pt idx="82">
                  <c:v>41722</c:v>
                </c:pt>
                <c:pt idx="83">
                  <c:v>41723</c:v>
                </c:pt>
                <c:pt idx="84">
                  <c:v>41724</c:v>
                </c:pt>
                <c:pt idx="85">
                  <c:v>41725</c:v>
                </c:pt>
                <c:pt idx="86">
                  <c:v>41726</c:v>
                </c:pt>
                <c:pt idx="87">
                  <c:v>41727</c:v>
                </c:pt>
                <c:pt idx="88">
                  <c:v>41728</c:v>
                </c:pt>
                <c:pt idx="89">
                  <c:v>41729</c:v>
                </c:pt>
                <c:pt idx="90">
                  <c:v>41730</c:v>
                </c:pt>
                <c:pt idx="91">
                  <c:v>41731</c:v>
                </c:pt>
                <c:pt idx="92">
                  <c:v>41732</c:v>
                </c:pt>
                <c:pt idx="93">
                  <c:v>41733</c:v>
                </c:pt>
                <c:pt idx="94">
                  <c:v>41734</c:v>
                </c:pt>
                <c:pt idx="95">
                  <c:v>41735</c:v>
                </c:pt>
                <c:pt idx="96">
                  <c:v>41736</c:v>
                </c:pt>
                <c:pt idx="97">
                  <c:v>41737</c:v>
                </c:pt>
                <c:pt idx="98">
                  <c:v>41738</c:v>
                </c:pt>
                <c:pt idx="99">
                  <c:v>41739</c:v>
                </c:pt>
                <c:pt idx="100">
                  <c:v>41740</c:v>
                </c:pt>
                <c:pt idx="101">
                  <c:v>41741</c:v>
                </c:pt>
                <c:pt idx="102">
                  <c:v>41742</c:v>
                </c:pt>
                <c:pt idx="103">
                  <c:v>41743</c:v>
                </c:pt>
                <c:pt idx="104">
                  <c:v>41744</c:v>
                </c:pt>
                <c:pt idx="105">
                  <c:v>41745</c:v>
                </c:pt>
                <c:pt idx="106">
                  <c:v>41746</c:v>
                </c:pt>
                <c:pt idx="107">
                  <c:v>41747</c:v>
                </c:pt>
                <c:pt idx="108">
                  <c:v>41748</c:v>
                </c:pt>
                <c:pt idx="109">
                  <c:v>41749</c:v>
                </c:pt>
                <c:pt idx="110">
                  <c:v>41750</c:v>
                </c:pt>
                <c:pt idx="111">
                  <c:v>41751</c:v>
                </c:pt>
                <c:pt idx="112">
                  <c:v>41752</c:v>
                </c:pt>
                <c:pt idx="113">
                  <c:v>41753</c:v>
                </c:pt>
                <c:pt idx="114">
                  <c:v>41754</c:v>
                </c:pt>
                <c:pt idx="115">
                  <c:v>41755</c:v>
                </c:pt>
                <c:pt idx="116">
                  <c:v>41756</c:v>
                </c:pt>
                <c:pt idx="117">
                  <c:v>41757</c:v>
                </c:pt>
                <c:pt idx="118">
                  <c:v>41758</c:v>
                </c:pt>
                <c:pt idx="119">
                  <c:v>41759</c:v>
                </c:pt>
                <c:pt idx="120">
                  <c:v>41760</c:v>
                </c:pt>
                <c:pt idx="121">
                  <c:v>41761</c:v>
                </c:pt>
                <c:pt idx="122">
                  <c:v>41762</c:v>
                </c:pt>
                <c:pt idx="123">
                  <c:v>41763</c:v>
                </c:pt>
                <c:pt idx="124">
                  <c:v>41764</c:v>
                </c:pt>
                <c:pt idx="125">
                  <c:v>41765</c:v>
                </c:pt>
                <c:pt idx="126">
                  <c:v>41766</c:v>
                </c:pt>
                <c:pt idx="127">
                  <c:v>41767</c:v>
                </c:pt>
                <c:pt idx="128">
                  <c:v>41768</c:v>
                </c:pt>
                <c:pt idx="129">
                  <c:v>41769</c:v>
                </c:pt>
                <c:pt idx="130">
                  <c:v>41770</c:v>
                </c:pt>
                <c:pt idx="131">
                  <c:v>41771</c:v>
                </c:pt>
                <c:pt idx="132">
                  <c:v>41772</c:v>
                </c:pt>
                <c:pt idx="133">
                  <c:v>41773</c:v>
                </c:pt>
                <c:pt idx="134">
                  <c:v>41774</c:v>
                </c:pt>
                <c:pt idx="135">
                  <c:v>41775</c:v>
                </c:pt>
                <c:pt idx="136">
                  <c:v>41776</c:v>
                </c:pt>
                <c:pt idx="137">
                  <c:v>41777</c:v>
                </c:pt>
                <c:pt idx="138">
                  <c:v>41778</c:v>
                </c:pt>
                <c:pt idx="139">
                  <c:v>41779</c:v>
                </c:pt>
                <c:pt idx="140">
                  <c:v>41780</c:v>
                </c:pt>
                <c:pt idx="141">
                  <c:v>41781</c:v>
                </c:pt>
                <c:pt idx="142">
                  <c:v>41782</c:v>
                </c:pt>
                <c:pt idx="143">
                  <c:v>41783</c:v>
                </c:pt>
                <c:pt idx="144">
                  <c:v>41784</c:v>
                </c:pt>
                <c:pt idx="145">
                  <c:v>41785</c:v>
                </c:pt>
                <c:pt idx="146">
                  <c:v>41786</c:v>
                </c:pt>
                <c:pt idx="147">
                  <c:v>41787</c:v>
                </c:pt>
                <c:pt idx="148">
                  <c:v>41788</c:v>
                </c:pt>
                <c:pt idx="149">
                  <c:v>41789</c:v>
                </c:pt>
                <c:pt idx="150">
                  <c:v>41790</c:v>
                </c:pt>
                <c:pt idx="151">
                  <c:v>41791</c:v>
                </c:pt>
                <c:pt idx="152">
                  <c:v>41792</c:v>
                </c:pt>
                <c:pt idx="153">
                  <c:v>41793</c:v>
                </c:pt>
                <c:pt idx="154">
                  <c:v>41794</c:v>
                </c:pt>
                <c:pt idx="155">
                  <c:v>41795</c:v>
                </c:pt>
                <c:pt idx="156">
                  <c:v>41796</c:v>
                </c:pt>
                <c:pt idx="157">
                  <c:v>41797</c:v>
                </c:pt>
                <c:pt idx="158">
                  <c:v>41798</c:v>
                </c:pt>
                <c:pt idx="159">
                  <c:v>41799</c:v>
                </c:pt>
                <c:pt idx="160">
                  <c:v>41800</c:v>
                </c:pt>
                <c:pt idx="161">
                  <c:v>41801</c:v>
                </c:pt>
                <c:pt idx="162">
                  <c:v>41802</c:v>
                </c:pt>
                <c:pt idx="163">
                  <c:v>41803</c:v>
                </c:pt>
                <c:pt idx="164">
                  <c:v>41804</c:v>
                </c:pt>
                <c:pt idx="165">
                  <c:v>41805</c:v>
                </c:pt>
                <c:pt idx="166">
                  <c:v>41806</c:v>
                </c:pt>
                <c:pt idx="167">
                  <c:v>41807</c:v>
                </c:pt>
                <c:pt idx="168">
                  <c:v>41808</c:v>
                </c:pt>
                <c:pt idx="169">
                  <c:v>41809</c:v>
                </c:pt>
                <c:pt idx="170">
                  <c:v>41810</c:v>
                </c:pt>
                <c:pt idx="171">
                  <c:v>41811</c:v>
                </c:pt>
                <c:pt idx="172">
                  <c:v>41812</c:v>
                </c:pt>
                <c:pt idx="173">
                  <c:v>41813</c:v>
                </c:pt>
                <c:pt idx="174">
                  <c:v>41814</c:v>
                </c:pt>
                <c:pt idx="175">
                  <c:v>41815</c:v>
                </c:pt>
                <c:pt idx="176">
                  <c:v>41816</c:v>
                </c:pt>
                <c:pt idx="177">
                  <c:v>41817</c:v>
                </c:pt>
                <c:pt idx="178">
                  <c:v>41818</c:v>
                </c:pt>
                <c:pt idx="179">
                  <c:v>41819</c:v>
                </c:pt>
                <c:pt idx="180">
                  <c:v>41820</c:v>
                </c:pt>
                <c:pt idx="181">
                  <c:v>41821</c:v>
                </c:pt>
                <c:pt idx="182">
                  <c:v>41822</c:v>
                </c:pt>
                <c:pt idx="183">
                  <c:v>41823</c:v>
                </c:pt>
                <c:pt idx="184">
                  <c:v>41824</c:v>
                </c:pt>
                <c:pt idx="185">
                  <c:v>41825</c:v>
                </c:pt>
                <c:pt idx="186">
                  <c:v>41826</c:v>
                </c:pt>
                <c:pt idx="187">
                  <c:v>41827</c:v>
                </c:pt>
                <c:pt idx="188">
                  <c:v>41828</c:v>
                </c:pt>
                <c:pt idx="189">
                  <c:v>41829</c:v>
                </c:pt>
                <c:pt idx="190">
                  <c:v>41830</c:v>
                </c:pt>
                <c:pt idx="191">
                  <c:v>41831</c:v>
                </c:pt>
                <c:pt idx="192">
                  <c:v>41832</c:v>
                </c:pt>
                <c:pt idx="193">
                  <c:v>41833</c:v>
                </c:pt>
                <c:pt idx="194">
                  <c:v>41834</c:v>
                </c:pt>
                <c:pt idx="195">
                  <c:v>41835</c:v>
                </c:pt>
                <c:pt idx="196">
                  <c:v>41836</c:v>
                </c:pt>
                <c:pt idx="197">
                  <c:v>41837</c:v>
                </c:pt>
                <c:pt idx="198">
                  <c:v>41838</c:v>
                </c:pt>
                <c:pt idx="199">
                  <c:v>41839</c:v>
                </c:pt>
                <c:pt idx="200">
                  <c:v>41840</c:v>
                </c:pt>
                <c:pt idx="201">
                  <c:v>41841</c:v>
                </c:pt>
                <c:pt idx="202">
                  <c:v>41842</c:v>
                </c:pt>
                <c:pt idx="203">
                  <c:v>41843</c:v>
                </c:pt>
                <c:pt idx="204">
                  <c:v>41844</c:v>
                </c:pt>
                <c:pt idx="205">
                  <c:v>41845</c:v>
                </c:pt>
                <c:pt idx="206">
                  <c:v>41846</c:v>
                </c:pt>
                <c:pt idx="207">
                  <c:v>41847</c:v>
                </c:pt>
                <c:pt idx="208">
                  <c:v>41848</c:v>
                </c:pt>
                <c:pt idx="209">
                  <c:v>41849</c:v>
                </c:pt>
                <c:pt idx="210">
                  <c:v>41850</c:v>
                </c:pt>
                <c:pt idx="211">
                  <c:v>41851</c:v>
                </c:pt>
                <c:pt idx="212">
                  <c:v>41852</c:v>
                </c:pt>
                <c:pt idx="213">
                  <c:v>41853</c:v>
                </c:pt>
                <c:pt idx="214">
                  <c:v>41854</c:v>
                </c:pt>
                <c:pt idx="215">
                  <c:v>41855</c:v>
                </c:pt>
                <c:pt idx="216">
                  <c:v>41856</c:v>
                </c:pt>
                <c:pt idx="217">
                  <c:v>41857</c:v>
                </c:pt>
                <c:pt idx="218">
                  <c:v>41858</c:v>
                </c:pt>
                <c:pt idx="219">
                  <c:v>41859</c:v>
                </c:pt>
                <c:pt idx="220">
                  <c:v>41860</c:v>
                </c:pt>
                <c:pt idx="221">
                  <c:v>41861</c:v>
                </c:pt>
                <c:pt idx="222">
                  <c:v>41862</c:v>
                </c:pt>
                <c:pt idx="223">
                  <c:v>41863</c:v>
                </c:pt>
                <c:pt idx="224">
                  <c:v>41864</c:v>
                </c:pt>
                <c:pt idx="225">
                  <c:v>41865</c:v>
                </c:pt>
                <c:pt idx="226">
                  <c:v>41866</c:v>
                </c:pt>
                <c:pt idx="227">
                  <c:v>41867</c:v>
                </c:pt>
                <c:pt idx="228">
                  <c:v>41868</c:v>
                </c:pt>
                <c:pt idx="229">
                  <c:v>41869</c:v>
                </c:pt>
                <c:pt idx="230">
                  <c:v>41870</c:v>
                </c:pt>
                <c:pt idx="231">
                  <c:v>41871</c:v>
                </c:pt>
                <c:pt idx="232">
                  <c:v>41872</c:v>
                </c:pt>
                <c:pt idx="233">
                  <c:v>41873</c:v>
                </c:pt>
                <c:pt idx="234">
                  <c:v>41874</c:v>
                </c:pt>
                <c:pt idx="235">
                  <c:v>41875</c:v>
                </c:pt>
                <c:pt idx="236">
                  <c:v>41876</c:v>
                </c:pt>
                <c:pt idx="237">
                  <c:v>41877</c:v>
                </c:pt>
                <c:pt idx="238">
                  <c:v>41878</c:v>
                </c:pt>
                <c:pt idx="239">
                  <c:v>41879</c:v>
                </c:pt>
                <c:pt idx="240">
                  <c:v>41880</c:v>
                </c:pt>
                <c:pt idx="241">
                  <c:v>41881</c:v>
                </c:pt>
                <c:pt idx="242">
                  <c:v>41882</c:v>
                </c:pt>
                <c:pt idx="243">
                  <c:v>41883</c:v>
                </c:pt>
                <c:pt idx="244">
                  <c:v>41884</c:v>
                </c:pt>
                <c:pt idx="245">
                  <c:v>41885</c:v>
                </c:pt>
                <c:pt idx="246">
                  <c:v>41886</c:v>
                </c:pt>
                <c:pt idx="247">
                  <c:v>41887</c:v>
                </c:pt>
                <c:pt idx="248">
                  <c:v>41888</c:v>
                </c:pt>
                <c:pt idx="249">
                  <c:v>41889</c:v>
                </c:pt>
                <c:pt idx="250">
                  <c:v>41890</c:v>
                </c:pt>
                <c:pt idx="251">
                  <c:v>41891</c:v>
                </c:pt>
                <c:pt idx="252">
                  <c:v>41892</c:v>
                </c:pt>
                <c:pt idx="253">
                  <c:v>41893</c:v>
                </c:pt>
                <c:pt idx="254">
                  <c:v>41894</c:v>
                </c:pt>
                <c:pt idx="255">
                  <c:v>41895</c:v>
                </c:pt>
                <c:pt idx="256">
                  <c:v>41896</c:v>
                </c:pt>
                <c:pt idx="257">
                  <c:v>41897</c:v>
                </c:pt>
                <c:pt idx="258">
                  <c:v>41898</c:v>
                </c:pt>
                <c:pt idx="259">
                  <c:v>41899</c:v>
                </c:pt>
                <c:pt idx="260">
                  <c:v>41900</c:v>
                </c:pt>
                <c:pt idx="261">
                  <c:v>41901</c:v>
                </c:pt>
                <c:pt idx="262">
                  <c:v>41902</c:v>
                </c:pt>
                <c:pt idx="263">
                  <c:v>41903</c:v>
                </c:pt>
                <c:pt idx="264">
                  <c:v>41904</c:v>
                </c:pt>
                <c:pt idx="265">
                  <c:v>41905</c:v>
                </c:pt>
                <c:pt idx="266">
                  <c:v>41906</c:v>
                </c:pt>
                <c:pt idx="267">
                  <c:v>41907</c:v>
                </c:pt>
                <c:pt idx="268">
                  <c:v>41908</c:v>
                </c:pt>
                <c:pt idx="269">
                  <c:v>41909</c:v>
                </c:pt>
                <c:pt idx="270">
                  <c:v>41910</c:v>
                </c:pt>
                <c:pt idx="271">
                  <c:v>41911</c:v>
                </c:pt>
                <c:pt idx="272">
                  <c:v>41912</c:v>
                </c:pt>
                <c:pt idx="273">
                  <c:v>41913</c:v>
                </c:pt>
                <c:pt idx="274">
                  <c:v>41914</c:v>
                </c:pt>
                <c:pt idx="275">
                  <c:v>41915</c:v>
                </c:pt>
                <c:pt idx="276">
                  <c:v>41916</c:v>
                </c:pt>
                <c:pt idx="277">
                  <c:v>41917</c:v>
                </c:pt>
                <c:pt idx="278">
                  <c:v>41918</c:v>
                </c:pt>
                <c:pt idx="279">
                  <c:v>41919</c:v>
                </c:pt>
                <c:pt idx="280">
                  <c:v>41920</c:v>
                </c:pt>
                <c:pt idx="281">
                  <c:v>41921</c:v>
                </c:pt>
                <c:pt idx="282">
                  <c:v>41922</c:v>
                </c:pt>
                <c:pt idx="283">
                  <c:v>41923</c:v>
                </c:pt>
                <c:pt idx="284">
                  <c:v>41924</c:v>
                </c:pt>
                <c:pt idx="285">
                  <c:v>41925</c:v>
                </c:pt>
                <c:pt idx="286">
                  <c:v>41926</c:v>
                </c:pt>
                <c:pt idx="287">
                  <c:v>41927</c:v>
                </c:pt>
                <c:pt idx="288">
                  <c:v>41928</c:v>
                </c:pt>
                <c:pt idx="289">
                  <c:v>41929</c:v>
                </c:pt>
                <c:pt idx="290">
                  <c:v>41930</c:v>
                </c:pt>
                <c:pt idx="291">
                  <c:v>41931</c:v>
                </c:pt>
                <c:pt idx="292">
                  <c:v>41932</c:v>
                </c:pt>
                <c:pt idx="293">
                  <c:v>41933</c:v>
                </c:pt>
                <c:pt idx="294">
                  <c:v>41934</c:v>
                </c:pt>
                <c:pt idx="295">
                  <c:v>41935</c:v>
                </c:pt>
                <c:pt idx="296">
                  <c:v>41936</c:v>
                </c:pt>
                <c:pt idx="297">
                  <c:v>41937</c:v>
                </c:pt>
                <c:pt idx="298">
                  <c:v>41938</c:v>
                </c:pt>
                <c:pt idx="299">
                  <c:v>41939</c:v>
                </c:pt>
                <c:pt idx="300">
                  <c:v>41940</c:v>
                </c:pt>
                <c:pt idx="301">
                  <c:v>41941</c:v>
                </c:pt>
                <c:pt idx="302">
                  <c:v>41942</c:v>
                </c:pt>
                <c:pt idx="303">
                  <c:v>41943</c:v>
                </c:pt>
                <c:pt idx="304">
                  <c:v>41944</c:v>
                </c:pt>
                <c:pt idx="305">
                  <c:v>41945</c:v>
                </c:pt>
                <c:pt idx="306">
                  <c:v>41946</c:v>
                </c:pt>
                <c:pt idx="307">
                  <c:v>41947</c:v>
                </c:pt>
                <c:pt idx="308">
                  <c:v>41948</c:v>
                </c:pt>
                <c:pt idx="309">
                  <c:v>41949</c:v>
                </c:pt>
                <c:pt idx="310">
                  <c:v>41950</c:v>
                </c:pt>
                <c:pt idx="311">
                  <c:v>41951</c:v>
                </c:pt>
                <c:pt idx="312">
                  <c:v>41952</c:v>
                </c:pt>
                <c:pt idx="313">
                  <c:v>41953</c:v>
                </c:pt>
                <c:pt idx="314">
                  <c:v>41954</c:v>
                </c:pt>
                <c:pt idx="315">
                  <c:v>41955</c:v>
                </c:pt>
                <c:pt idx="316">
                  <c:v>41956</c:v>
                </c:pt>
                <c:pt idx="317">
                  <c:v>41957</c:v>
                </c:pt>
                <c:pt idx="318">
                  <c:v>41958</c:v>
                </c:pt>
                <c:pt idx="319">
                  <c:v>41959</c:v>
                </c:pt>
                <c:pt idx="320">
                  <c:v>41960</c:v>
                </c:pt>
                <c:pt idx="321">
                  <c:v>41961</c:v>
                </c:pt>
                <c:pt idx="322">
                  <c:v>41962</c:v>
                </c:pt>
                <c:pt idx="323">
                  <c:v>41963</c:v>
                </c:pt>
                <c:pt idx="324">
                  <c:v>41964</c:v>
                </c:pt>
                <c:pt idx="325">
                  <c:v>41965</c:v>
                </c:pt>
                <c:pt idx="326">
                  <c:v>41966</c:v>
                </c:pt>
                <c:pt idx="327">
                  <c:v>41967</c:v>
                </c:pt>
                <c:pt idx="328">
                  <c:v>41968</c:v>
                </c:pt>
                <c:pt idx="329">
                  <c:v>41969</c:v>
                </c:pt>
                <c:pt idx="330">
                  <c:v>41970</c:v>
                </c:pt>
                <c:pt idx="331">
                  <c:v>41971</c:v>
                </c:pt>
                <c:pt idx="332">
                  <c:v>41972</c:v>
                </c:pt>
                <c:pt idx="333">
                  <c:v>41973</c:v>
                </c:pt>
                <c:pt idx="334">
                  <c:v>41974</c:v>
                </c:pt>
                <c:pt idx="335">
                  <c:v>41975</c:v>
                </c:pt>
                <c:pt idx="336">
                  <c:v>41976</c:v>
                </c:pt>
                <c:pt idx="337">
                  <c:v>41977</c:v>
                </c:pt>
                <c:pt idx="338">
                  <c:v>41978</c:v>
                </c:pt>
                <c:pt idx="339">
                  <c:v>41979</c:v>
                </c:pt>
                <c:pt idx="340">
                  <c:v>41980</c:v>
                </c:pt>
                <c:pt idx="341">
                  <c:v>41981</c:v>
                </c:pt>
                <c:pt idx="342">
                  <c:v>41982</c:v>
                </c:pt>
                <c:pt idx="343">
                  <c:v>41983</c:v>
                </c:pt>
                <c:pt idx="344">
                  <c:v>41984</c:v>
                </c:pt>
                <c:pt idx="345">
                  <c:v>41985</c:v>
                </c:pt>
                <c:pt idx="346">
                  <c:v>41986</c:v>
                </c:pt>
                <c:pt idx="347">
                  <c:v>41987</c:v>
                </c:pt>
                <c:pt idx="348">
                  <c:v>41988</c:v>
                </c:pt>
                <c:pt idx="349">
                  <c:v>41989</c:v>
                </c:pt>
                <c:pt idx="350">
                  <c:v>41990</c:v>
                </c:pt>
                <c:pt idx="351">
                  <c:v>41991</c:v>
                </c:pt>
                <c:pt idx="352">
                  <c:v>41992</c:v>
                </c:pt>
                <c:pt idx="353">
                  <c:v>41993</c:v>
                </c:pt>
                <c:pt idx="354">
                  <c:v>41994</c:v>
                </c:pt>
                <c:pt idx="355">
                  <c:v>41995</c:v>
                </c:pt>
                <c:pt idx="356">
                  <c:v>41996</c:v>
                </c:pt>
                <c:pt idx="357">
                  <c:v>41997</c:v>
                </c:pt>
                <c:pt idx="358">
                  <c:v>41998</c:v>
                </c:pt>
                <c:pt idx="359">
                  <c:v>41999</c:v>
                </c:pt>
                <c:pt idx="360">
                  <c:v>42000</c:v>
                </c:pt>
                <c:pt idx="361">
                  <c:v>42001</c:v>
                </c:pt>
                <c:pt idx="362">
                  <c:v>42002</c:v>
                </c:pt>
                <c:pt idx="363">
                  <c:v>42003</c:v>
                </c:pt>
                <c:pt idx="364">
                  <c:v>42004</c:v>
                </c:pt>
                <c:pt idx="365">
                  <c:v>42005</c:v>
                </c:pt>
                <c:pt idx="366">
                  <c:v>42006</c:v>
                </c:pt>
                <c:pt idx="367">
                  <c:v>42007</c:v>
                </c:pt>
                <c:pt idx="368">
                  <c:v>42008</c:v>
                </c:pt>
                <c:pt idx="369">
                  <c:v>42009</c:v>
                </c:pt>
                <c:pt idx="370">
                  <c:v>42010</c:v>
                </c:pt>
                <c:pt idx="371">
                  <c:v>42011</c:v>
                </c:pt>
                <c:pt idx="372">
                  <c:v>42012</c:v>
                </c:pt>
                <c:pt idx="373">
                  <c:v>42013</c:v>
                </c:pt>
                <c:pt idx="374">
                  <c:v>42014</c:v>
                </c:pt>
                <c:pt idx="375">
                  <c:v>42015</c:v>
                </c:pt>
                <c:pt idx="376">
                  <c:v>42016</c:v>
                </c:pt>
                <c:pt idx="377">
                  <c:v>42017</c:v>
                </c:pt>
                <c:pt idx="378">
                  <c:v>42018</c:v>
                </c:pt>
                <c:pt idx="379">
                  <c:v>42019</c:v>
                </c:pt>
                <c:pt idx="380">
                  <c:v>42020</c:v>
                </c:pt>
                <c:pt idx="381">
                  <c:v>42021</c:v>
                </c:pt>
                <c:pt idx="382">
                  <c:v>42022</c:v>
                </c:pt>
                <c:pt idx="383">
                  <c:v>42023</c:v>
                </c:pt>
                <c:pt idx="384">
                  <c:v>42024</c:v>
                </c:pt>
                <c:pt idx="385">
                  <c:v>42025</c:v>
                </c:pt>
                <c:pt idx="386">
                  <c:v>42026</c:v>
                </c:pt>
                <c:pt idx="387">
                  <c:v>42027</c:v>
                </c:pt>
                <c:pt idx="388">
                  <c:v>42028</c:v>
                </c:pt>
                <c:pt idx="389">
                  <c:v>42029</c:v>
                </c:pt>
                <c:pt idx="390">
                  <c:v>42030</c:v>
                </c:pt>
                <c:pt idx="391">
                  <c:v>42031</c:v>
                </c:pt>
                <c:pt idx="392">
                  <c:v>42032</c:v>
                </c:pt>
                <c:pt idx="393">
                  <c:v>42033</c:v>
                </c:pt>
                <c:pt idx="394">
                  <c:v>42034</c:v>
                </c:pt>
                <c:pt idx="395">
                  <c:v>42035</c:v>
                </c:pt>
                <c:pt idx="396">
                  <c:v>42036</c:v>
                </c:pt>
                <c:pt idx="397">
                  <c:v>42037</c:v>
                </c:pt>
                <c:pt idx="398">
                  <c:v>42038</c:v>
                </c:pt>
                <c:pt idx="399">
                  <c:v>42039</c:v>
                </c:pt>
                <c:pt idx="400">
                  <c:v>42040</c:v>
                </c:pt>
                <c:pt idx="401">
                  <c:v>42041</c:v>
                </c:pt>
                <c:pt idx="402">
                  <c:v>42042</c:v>
                </c:pt>
                <c:pt idx="403">
                  <c:v>42043</c:v>
                </c:pt>
                <c:pt idx="404">
                  <c:v>42044</c:v>
                </c:pt>
                <c:pt idx="405">
                  <c:v>42045</c:v>
                </c:pt>
                <c:pt idx="406">
                  <c:v>42046</c:v>
                </c:pt>
                <c:pt idx="407">
                  <c:v>42047</c:v>
                </c:pt>
                <c:pt idx="408">
                  <c:v>42048</c:v>
                </c:pt>
                <c:pt idx="409">
                  <c:v>42049</c:v>
                </c:pt>
                <c:pt idx="410">
                  <c:v>42050</c:v>
                </c:pt>
                <c:pt idx="411">
                  <c:v>42051</c:v>
                </c:pt>
                <c:pt idx="412">
                  <c:v>42052</c:v>
                </c:pt>
                <c:pt idx="413">
                  <c:v>42053</c:v>
                </c:pt>
                <c:pt idx="414">
                  <c:v>42054</c:v>
                </c:pt>
                <c:pt idx="415">
                  <c:v>42055</c:v>
                </c:pt>
                <c:pt idx="416">
                  <c:v>42056</c:v>
                </c:pt>
                <c:pt idx="417">
                  <c:v>42057</c:v>
                </c:pt>
                <c:pt idx="418">
                  <c:v>42058</c:v>
                </c:pt>
                <c:pt idx="419">
                  <c:v>42059</c:v>
                </c:pt>
                <c:pt idx="420">
                  <c:v>42060</c:v>
                </c:pt>
                <c:pt idx="421">
                  <c:v>42061</c:v>
                </c:pt>
                <c:pt idx="422">
                  <c:v>42062</c:v>
                </c:pt>
                <c:pt idx="423">
                  <c:v>42063</c:v>
                </c:pt>
                <c:pt idx="424">
                  <c:v>42064</c:v>
                </c:pt>
                <c:pt idx="425">
                  <c:v>42065</c:v>
                </c:pt>
                <c:pt idx="426">
                  <c:v>42066</c:v>
                </c:pt>
                <c:pt idx="427">
                  <c:v>42067</c:v>
                </c:pt>
                <c:pt idx="428">
                  <c:v>42068</c:v>
                </c:pt>
                <c:pt idx="429">
                  <c:v>42069</c:v>
                </c:pt>
                <c:pt idx="430">
                  <c:v>42070</c:v>
                </c:pt>
                <c:pt idx="431">
                  <c:v>42071</c:v>
                </c:pt>
                <c:pt idx="432">
                  <c:v>42072</c:v>
                </c:pt>
                <c:pt idx="433">
                  <c:v>42073</c:v>
                </c:pt>
                <c:pt idx="434">
                  <c:v>42074</c:v>
                </c:pt>
                <c:pt idx="435">
                  <c:v>42075</c:v>
                </c:pt>
                <c:pt idx="436">
                  <c:v>42076</c:v>
                </c:pt>
                <c:pt idx="437">
                  <c:v>42077</c:v>
                </c:pt>
                <c:pt idx="438">
                  <c:v>42078</c:v>
                </c:pt>
                <c:pt idx="439">
                  <c:v>42079</c:v>
                </c:pt>
                <c:pt idx="440">
                  <c:v>42080</c:v>
                </c:pt>
                <c:pt idx="441">
                  <c:v>42081</c:v>
                </c:pt>
                <c:pt idx="442">
                  <c:v>42082</c:v>
                </c:pt>
                <c:pt idx="443">
                  <c:v>42083</c:v>
                </c:pt>
                <c:pt idx="444">
                  <c:v>42084</c:v>
                </c:pt>
                <c:pt idx="445">
                  <c:v>42085</c:v>
                </c:pt>
                <c:pt idx="446">
                  <c:v>42086</c:v>
                </c:pt>
                <c:pt idx="447">
                  <c:v>42087</c:v>
                </c:pt>
                <c:pt idx="448">
                  <c:v>42088</c:v>
                </c:pt>
                <c:pt idx="449">
                  <c:v>42089</c:v>
                </c:pt>
                <c:pt idx="450">
                  <c:v>42090</c:v>
                </c:pt>
                <c:pt idx="451">
                  <c:v>42091</c:v>
                </c:pt>
                <c:pt idx="452">
                  <c:v>42092</c:v>
                </c:pt>
                <c:pt idx="453">
                  <c:v>42093</c:v>
                </c:pt>
                <c:pt idx="454">
                  <c:v>42094</c:v>
                </c:pt>
                <c:pt idx="455">
                  <c:v>42095</c:v>
                </c:pt>
                <c:pt idx="456">
                  <c:v>42096</c:v>
                </c:pt>
                <c:pt idx="457">
                  <c:v>42097</c:v>
                </c:pt>
                <c:pt idx="458">
                  <c:v>42098</c:v>
                </c:pt>
                <c:pt idx="459">
                  <c:v>42099</c:v>
                </c:pt>
                <c:pt idx="460">
                  <c:v>42100</c:v>
                </c:pt>
                <c:pt idx="461">
                  <c:v>42101</c:v>
                </c:pt>
                <c:pt idx="462">
                  <c:v>42102</c:v>
                </c:pt>
                <c:pt idx="463">
                  <c:v>42103</c:v>
                </c:pt>
                <c:pt idx="464">
                  <c:v>42104</c:v>
                </c:pt>
                <c:pt idx="465">
                  <c:v>42105</c:v>
                </c:pt>
                <c:pt idx="466">
                  <c:v>42106</c:v>
                </c:pt>
                <c:pt idx="467">
                  <c:v>42107</c:v>
                </c:pt>
                <c:pt idx="468">
                  <c:v>42108</c:v>
                </c:pt>
                <c:pt idx="469">
                  <c:v>42109</c:v>
                </c:pt>
                <c:pt idx="470">
                  <c:v>42110</c:v>
                </c:pt>
                <c:pt idx="471">
                  <c:v>42111</c:v>
                </c:pt>
                <c:pt idx="472">
                  <c:v>42112</c:v>
                </c:pt>
                <c:pt idx="473">
                  <c:v>42113</c:v>
                </c:pt>
                <c:pt idx="474">
                  <c:v>42114</c:v>
                </c:pt>
                <c:pt idx="475">
                  <c:v>42115</c:v>
                </c:pt>
                <c:pt idx="476">
                  <c:v>42116</c:v>
                </c:pt>
                <c:pt idx="477">
                  <c:v>42117</c:v>
                </c:pt>
                <c:pt idx="478">
                  <c:v>42118</c:v>
                </c:pt>
                <c:pt idx="479">
                  <c:v>42119</c:v>
                </c:pt>
                <c:pt idx="480">
                  <c:v>42120</c:v>
                </c:pt>
                <c:pt idx="481">
                  <c:v>42121</c:v>
                </c:pt>
                <c:pt idx="482">
                  <c:v>42122</c:v>
                </c:pt>
                <c:pt idx="483">
                  <c:v>42123</c:v>
                </c:pt>
                <c:pt idx="484">
                  <c:v>42124</c:v>
                </c:pt>
                <c:pt idx="485">
                  <c:v>42125</c:v>
                </c:pt>
                <c:pt idx="486">
                  <c:v>42126</c:v>
                </c:pt>
                <c:pt idx="487">
                  <c:v>42127</c:v>
                </c:pt>
                <c:pt idx="488">
                  <c:v>42128</c:v>
                </c:pt>
                <c:pt idx="489">
                  <c:v>42129</c:v>
                </c:pt>
                <c:pt idx="490">
                  <c:v>42130</c:v>
                </c:pt>
                <c:pt idx="491">
                  <c:v>42131</c:v>
                </c:pt>
                <c:pt idx="492">
                  <c:v>42132</c:v>
                </c:pt>
                <c:pt idx="493">
                  <c:v>42133</c:v>
                </c:pt>
                <c:pt idx="494">
                  <c:v>42134</c:v>
                </c:pt>
                <c:pt idx="495">
                  <c:v>42135</c:v>
                </c:pt>
                <c:pt idx="496">
                  <c:v>42136</c:v>
                </c:pt>
                <c:pt idx="497">
                  <c:v>42137</c:v>
                </c:pt>
                <c:pt idx="498">
                  <c:v>42138</c:v>
                </c:pt>
                <c:pt idx="499">
                  <c:v>42139</c:v>
                </c:pt>
                <c:pt idx="500">
                  <c:v>42140</c:v>
                </c:pt>
                <c:pt idx="501">
                  <c:v>42141</c:v>
                </c:pt>
                <c:pt idx="502">
                  <c:v>42142</c:v>
                </c:pt>
                <c:pt idx="503">
                  <c:v>42143</c:v>
                </c:pt>
                <c:pt idx="504">
                  <c:v>42144</c:v>
                </c:pt>
                <c:pt idx="505">
                  <c:v>42145</c:v>
                </c:pt>
                <c:pt idx="506">
                  <c:v>42146</c:v>
                </c:pt>
                <c:pt idx="507">
                  <c:v>42147</c:v>
                </c:pt>
                <c:pt idx="508">
                  <c:v>42148</c:v>
                </c:pt>
                <c:pt idx="509">
                  <c:v>42149</c:v>
                </c:pt>
                <c:pt idx="510">
                  <c:v>42150</c:v>
                </c:pt>
                <c:pt idx="511">
                  <c:v>42151</c:v>
                </c:pt>
                <c:pt idx="512">
                  <c:v>42152</c:v>
                </c:pt>
                <c:pt idx="513">
                  <c:v>42153</c:v>
                </c:pt>
                <c:pt idx="514">
                  <c:v>42154</c:v>
                </c:pt>
                <c:pt idx="515">
                  <c:v>42155</c:v>
                </c:pt>
                <c:pt idx="516">
                  <c:v>42156</c:v>
                </c:pt>
                <c:pt idx="517">
                  <c:v>42157</c:v>
                </c:pt>
                <c:pt idx="518">
                  <c:v>42158</c:v>
                </c:pt>
                <c:pt idx="519">
                  <c:v>42159</c:v>
                </c:pt>
                <c:pt idx="520">
                  <c:v>42160</c:v>
                </c:pt>
                <c:pt idx="521">
                  <c:v>42161</c:v>
                </c:pt>
                <c:pt idx="522">
                  <c:v>42162</c:v>
                </c:pt>
                <c:pt idx="523">
                  <c:v>42163</c:v>
                </c:pt>
                <c:pt idx="524">
                  <c:v>42164</c:v>
                </c:pt>
                <c:pt idx="525">
                  <c:v>42165</c:v>
                </c:pt>
                <c:pt idx="526">
                  <c:v>42166</c:v>
                </c:pt>
                <c:pt idx="527">
                  <c:v>42167</c:v>
                </c:pt>
                <c:pt idx="528">
                  <c:v>42168</c:v>
                </c:pt>
                <c:pt idx="529">
                  <c:v>42169</c:v>
                </c:pt>
                <c:pt idx="530">
                  <c:v>42170</c:v>
                </c:pt>
                <c:pt idx="531">
                  <c:v>42171</c:v>
                </c:pt>
                <c:pt idx="532">
                  <c:v>42172</c:v>
                </c:pt>
                <c:pt idx="533">
                  <c:v>42173</c:v>
                </c:pt>
                <c:pt idx="534">
                  <c:v>42174</c:v>
                </c:pt>
                <c:pt idx="535">
                  <c:v>42175</c:v>
                </c:pt>
                <c:pt idx="536">
                  <c:v>42176</c:v>
                </c:pt>
                <c:pt idx="537">
                  <c:v>42177</c:v>
                </c:pt>
                <c:pt idx="538">
                  <c:v>42178</c:v>
                </c:pt>
                <c:pt idx="539">
                  <c:v>42179</c:v>
                </c:pt>
                <c:pt idx="540">
                  <c:v>42180</c:v>
                </c:pt>
                <c:pt idx="541">
                  <c:v>42181</c:v>
                </c:pt>
                <c:pt idx="542">
                  <c:v>42182</c:v>
                </c:pt>
                <c:pt idx="543">
                  <c:v>42183</c:v>
                </c:pt>
                <c:pt idx="544">
                  <c:v>42184</c:v>
                </c:pt>
                <c:pt idx="545">
                  <c:v>42185</c:v>
                </c:pt>
                <c:pt idx="546">
                  <c:v>42186</c:v>
                </c:pt>
                <c:pt idx="547">
                  <c:v>42187</c:v>
                </c:pt>
                <c:pt idx="548">
                  <c:v>42188</c:v>
                </c:pt>
                <c:pt idx="549">
                  <c:v>42189</c:v>
                </c:pt>
                <c:pt idx="550">
                  <c:v>42190</c:v>
                </c:pt>
                <c:pt idx="551">
                  <c:v>42191</c:v>
                </c:pt>
                <c:pt idx="552">
                  <c:v>42192</c:v>
                </c:pt>
                <c:pt idx="553">
                  <c:v>42193</c:v>
                </c:pt>
                <c:pt idx="554">
                  <c:v>42194</c:v>
                </c:pt>
                <c:pt idx="555">
                  <c:v>42195</c:v>
                </c:pt>
                <c:pt idx="556">
                  <c:v>42196</c:v>
                </c:pt>
                <c:pt idx="557">
                  <c:v>42197</c:v>
                </c:pt>
                <c:pt idx="558">
                  <c:v>42198</c:v>
                </c:pt>
                <c:pt idx="559">
                  <c:v>42199</c:v>
                </c:pt>
                <c:pt idx="560">
                  <c:v>42200</c:v>
                </c:pt>
                <c:pt idx="561">
                  <c:v>42201</c:v>
                </c:pt>
                <c:pt idx="562">
                  <c:v>42202</c:v>
                </c:pt>
                <c:pt idx="563">
                  <c:v>42203</c:v>
                </c:pt>
                <c:pt idx="564">
                  <c:v>42204</c:v>
                </c:pt>
                <c:pt idx="565">
                  <c:v>42205</c:v>
                </c:pt>
                <c:pt idx="566">
                  <c:v>42206</c:v>
                </c:pt>
                <c:pt idx="567">
                  <c:v>42207</c:v>
                </c:pt>
                <c:pt idx="568">
                  <c:v>42208</c:v>
                </c:pt>
                <c:pt idx="569">
                  <c:v>42209</c:v>
                </c:pt>
                <c:pt idx="570">
                  <c:v>42210</c:v>
                </c:pt>
                <c:pt idx="571">
                  <c:v>42211</c:v>
                </c:pt>
                <c:pt idx="572">
                  <c:v>42212</c:v>
                </c:pt>
                <c:pt idx="573">
                  <c:v>42213</c:v>
                </c:pt>
                <c:pt idx="574">
                  <c:v>42214</c:v>
                </c:pt>
                <c:pt idx="575">
                  <c:v>42215</c:v>
                </c:pt>
                <c:pt idx="576">
                  <c:v>42216</c:v>
                </c:pt>
                <c:pt idx="577">
                  <c:v>42217</c:v>
                </c:pt>
                <c:pt idx="578">
                  <c:v>42218</c:v>
                </c:pt>
                <c:pt idx="579">
                  <c:v>42219</c:v>
                </c:pt>
                <c:pt idx="580">
                  <c:v>42220</c:v>
                </c:pt>
                <c:pt idx="581">
                  <c:v>42221</c:v>
                </c:pt>
                <c:pt idx="582">
                  <c:v>42222</c:v>
                </c:pt>
                <c:pt idx="583">
                  <c:v>42223</c:v>
                </c:pt>
                <c:pt idx="584">
                  <c:v>42224</c:v>
                </c:pt>
                <c:pt idx="585">
                  <c:v>42225</c:v>
                </c:pt>
                <c:pt idx="586">
                  <c:v>42226</c:v>
                </c:pt>
                <c:pt idx="587">
                  <c:v>42227</c:v>
                </c:pt>
                <c:pt idx="588">
                  <c:v>42228</c:v>
                </c:pt>
                <c:pt idx="589">
                  <c:v>42229</c:v>
                </c:pt>
                <c:pt idx="590">
                  <c:v>42230</c:v>
                </c:pt>
                <c:pt idx="591">
                  <c:v>42231</c:v>
                </c:pt>
                <c:pt idx="592">
                  <c:v>42232</c:v>
                </c:pt>
                <c:pt idx="593">
                  <c:v>42233</c:v>
                </c:pt>
                <c:pt idx="594">
                  <c:v>42234</c:v>
                </c:pt>
                <c:pt idx="595">
                  <c:v>42235</c:v>
                </c:pt>
                <c:pt idx="596">
                  <c:v>42236</c:v>
                </c:pt>
                <c:pt idx="597">
                  <c:v>42237</c:v>
                </c:pt>
                <c:pt idx="598">
                  <c:v>42238</c:v>
                </c:pt>
                <c:pt idx="599">
                  <c:v>42239</c:v>
                </c:pt>
                <c:pt idx="600">
                  <c:v>42240</c:v>
                </c:pt>
                <c:pt idx="601">
                  <c:v>42241</c:v>
                </c:pt>
                <c:pt idx="602">
                  <c:v>42242</c:v>
                </c:pt>
                <c:pt idx="603">
                  <c:v>42243</c:v>
                </c:pt>
                <c:pt idx="604">
                  <c:v>42244</c:v>
                </c:pt>
                <c:pt idx="605">
                  <c:v>42245</c:v>
                </c:pt>
                <c:pt idx="606">
                  <c:v>42246</c:v>
                </c:pt>
                <c:pt idx="607">
                  <c:v>42247</c:v>
                </c:pt>
                <c:pt idx="608">
                  <c:v>42248</c:v>
                </c:pt>
                <c:pt idx="609">
                  <c:v>42249</c:v>
                </c:pt>
                <c:pt idx="610">
                  <c:v>42250</c:v>
                </c:pt>
                <c:pt idx="611">
                  <c:v>42251</c:v>
                </c:pt>
                <c:pt idx="612">
                  <c:v>42252</c:v>
                </c:pt>
                <c:pt idx="613">
                  <c:v>42253</c:v>
                </c:pt>
                <c:pt idx="614">
                  <c:v>42254</c:v>
                </c:pt>
                <c:pt idx="615">
                  <c:v>42255</c:v>
                </c:pt>
                <c:pt idx="616">
                  <c:v>42256</c:v>
                </c:pt>
                <c:pt idx="617">
                  <c:v>42257</c:v>
                </c:pt>
                <c:pt idx="618">
                  <c:v>42258</c:v>
                </c:pt>
                <c:pt idx="619">
                  <c:v>42259</c:v>
                </c:pt>
                <c:pt idx="620">
                  <c:v>42260</c:v>
                </c:pt>
                <c:pt idx="621">
                  <c:v>42261</c:v>
                </c:pt>
                <c:pt idx="622">
                  <c:v>42262</c:v>
                </c:pt>
                <c:pt idx="623">
                  <c:v>42263</c:v>
                </c:pt>
                <c:pt idx="624">
                  <c:v>42264</c:v>
                </c:pt>
                <c:pt idx="625">
                  <c:v>42265</c:v>
                </c:pt>
                <c:pt idx="626">
                  <c:v>42266</c:v>
                </c:pt>
                <c:pt idx="627">
                  <c:v>42267</c:v>
                </c:pt>
                <c:pt idx="628">
                  <c:v>42268</c:v>
                </c:pt>
                <c:pt idx="629">
                  <c:v>42269</c:v>
                </c:pt>
                <c:pt idx="630">
                  <c:v>42270</c:v>
                </c:pt>
                <c:pt idx="631">
                  <c:v>42271</c:v>
                </c:pt>
                <c:pt idx="632">
                  <c:v>42272</c:v>
                </c:pt>
                <c:pt idx="633">
                  <c:v>42273</c:v>
                </c:pt>
                <c:pt idx="634">
                  <c:v>42274</c:v>
                </c:pt>
                <c:pt idx="635">
                  <c:v>42275</c:v>
                </c:pt>
                <c:pt idx="636">
                  <c:v>42276</c:v>
                </c:pt>
                <c:pt idx="637">
                  <c:v>42277</c:v>
                </c:pt>
                <c:pt idx="638">
                  <c:v>42278</c:v>
                </c:pt>
                <c:pt idx="639">
                  <c:v>42279</c:v>
                </c:pt>
                <c:pt idx="640">
                  <c:v>42280</c:v>
                </c:pt>
                <c:pt idx="641">
                  <c:v>42281</c:v>
                </c:pt>
                <c:pt idx="642">
                  <c:v>42282</c:v>
                </c:pt>
                <c:pt idx="643">
                  <c:v>42283</c:v>
                </c:pt>
                <c:pt idx="644">
                  <c:v>42284</c:v>
                </c:pt>
                <c:pt idx="645">
                  <c:v>42285</c:v>
                </c:pt>
                <c:pt idx="646">
                  <c:v>42286</c:v>
                </c:pt>
                <c:pt idx="647">
                  <c:v>42287</c:v>
                </c:pt>
                <c:pt idx="648">
                  <c:v>42288</c:v>
                </c:pt>
                <c:pt idx="649">
                  <c:v>42289</c:v>
                </c:pt>
                <c:pt idx="650">
                  <c:v>42290</c:v>
                </c:pt>
                <c:pt idx="651">
                  <c:v>42291</c:v>
                </c:pt>
                <c:pt idx="652">
                  <c:v>42292</c:v>
                </c:pt>
                <c:pt idx="653">
                  <c:v>42293</c:v>
                </c:pt>
                <c:pt idx="654">
                  <c:v>42294</c:v>
                </c:pt>
                <c:pt idx="655">
                  <c:v>42295</c:v>
                </c:pt>
                <c:pt idx="656">
                  <c:v>42296</c:v>
                </c:pt>
                <c:pt idx="657">
                  <c:v>42297</c:v>
                </c:pt>
                <c:pt idx="658">
                  <c:v>42298</c:v>
                </c:pt>
                <c:pt idx="659">
                  <c:v>42299</c:v>
                </c:pt>
                <c:pt idx="660">
                  <c:v>42300</c:v>
                </c:pt>
                <c:pt idx="661">
                  <c:v>42301</c:v>
                </c:pt>
                <c:pt idx="662">
                  <c:v>42302</c:v>
                </c:pt>
                <c:pt idx="663">
                  <c:v>42303</c:v>
                </c:pt>
                <c:pt idx="664">
                  <c:v>42304</c:v>
                </c:pt>
                <c:pt idx="665">
                  <c:v>42305</c:v>
                </c:pt>
                <c:pt idx="666">
                  <c:v>42306</c:v>
                </c:pt>
                <c:pt idx="667">
                  <c:v>42307</c:v>
                </c:pt>
                <c:pt idx="668">
                  <c:v>42308</c:v>
                </c:pt>
                <c:pt idx="669">
                  <c:v>42309</c:v>
                </c:pt>
                <c:pt idx="670">
                  <c:v>42310</c:v>
                </c:pt>
                <c:pt idx="671">
                  <c:v>42311</c:v>
                </c:pt>
                <c:pt idx="672">
                  <c:v>42312</c:v>
                </c:pt>
                <c:pt idx="673">
                  <c:v>42313</c:v>
                </c:pt>
                <c:pt idx="674">
                  <c:v>42314</c:v>
                </c:pt>
                <c:pt idx="675">
                  <c:v>42315</c:v>
                </c:pt>
                <c:pt idx="676">
                  <c:v>42316</c:v>
                </c:pt>
                <c:pt idx="677">
                  <c:v>42317</c:v>
                </c:pt>
                <c:pt idx="678">
                  <c:v>42318</c:v>
                </c:pt>
                <c:pt idx="679">
                  <c:v>42319</c:v>
                </c:pt>
                <c:pt idx="680">
                  <c:v>42320</c:v>
                </c:pt>
                <c:pt idx="681">
                  <c:v>42321</c:v>
                </c:pt>
                <c:pt idx="682">
                  <c:v>42322</c:v>
                </c:pt>
                <c:pt idx="683">
                  <c:v>42323</c:v>
                </c:pt>
                <c:pt idx="684">
                  <c:v>42324</c:v>
                </c:pt>
                <c:pt idx="685">
                  <c:v>42325</c:v>
                </c:pt>
                <c:pt idx="686">
                  <c:v>42326</c:v>
                </c:pt>
                <c:pt idx="687">
                  <c:v>42327</c:v>
                </c:pt>
                <c:pt idx="688">
                  <c:v>42328</c:v>
                </c:pt>
                <c:pt idx="689">
                  <c:v>42329</c:v>
                </c:pt>
                <c:pt idx="690">
                  <c:v>42330</c:v>
                </c:pt>
                <c:pt idx="691">
                  <c:v>42331</c:v>
                </c:pt>
                <c:pt idx="692">
                  <c:v>42332</c:v>
                </c:pt>
                <c:pt idx="693">
                  <c:v>42333</c:v>
                </c:pt>
                <c:pt idx="694">
                  <c:v>42334</c:v>
                </c:pt>
                <c:pt idx="695">
                  <c:v>42335</c:v>
                </c:pt>
                <c:pt idx="696">
                  <c:v>42336</c:v>
                </c:pt>
                <c:pt idx="697">
                  <c:v>42337</c:v>
                </c:pt>
                <c:pt idx="698">
                  <c:v>42338</c:v>
                </c:pt>
                <c:pt idx="699">
                  <c:v>42339</c:v>
                </c:pt>
                <c:pt idx="700">
                  <c:v>42340</c:v>
                </c:pt>
                <c:pt idx="701">
                  <c:v>42341</c:v>
                </c:pt>
                <c:pt idx="702">
                  <c:v>42342</c:v>
                </c:pt>
                <c:pt idx="703">
                  <c:v>42343</c:v>
                </c:pt>
                <c:pt idx="704">
                  <c:v>42344</c:v>
                </c:pt>
                <c:pt idx="705">
                  <c:v>42345</c:v>
                </c:pt>
                <c:pt idx="706">
                  <c:v>42346</c:v>
                </c:pt>
                <c:pt idx="707">
                  <c:v>42347</c:v>
                </c:pt>
                <c:pt idx="708">
                  <c:v>42348</c:v>
                </c:pt>
                <c:pt idx="709">
                  <c:v>42349</c:v>
                </c:pt>
                <c:pt idx="710">
                  <c:v>42350</c:v>
                </c:pt>
                <c:pt idx="711">
                  <c:v>42351</c:v>
                </c:pt>
                <c:pt idx="712">
                  <c:v>42352</c:v>
                </c:pt>
                <c:pt idx="713">
                  <c:v>42353</c:v>
                </c:pt>
                <c:pt idx="714">
                  <c:v>42354</c:v>
                </c:pt>
                <c:pt idx="715">
                  <c:v>42355</c:v>
                </c:pt>
                <c:pt idx="716">
                  <c:v>42356</c:v>
                </c:pt>
                <c:pt idx="717">
                  <c:v>42357</c:v>
                </c:pt>
                <c:pt idx="718">
                  <c:v>42358</c:v>
                </c:pt>
                <c:pt idx="719">
                  <c:v>42359</c:v>
                </c:pt>
                <c:pt idx="720">
                  <c:v>42360</c:v>
                </c:pt>
                <c:pt idx="721">
                  <c:v>42361</c:v>
                </c:pt>
                <c:pt idx="722">
                  <c:v>42362</c:v>
                </c:pt>
                <c:pt idx="723">
                  <c:v>42363</c:v>
                </c:pt>
                <c:pt idx="724">
                  <c:v>42364</c:v>
                </c:pt>
                <c:pt idx="725">
                  <c:v>42365</c:v>
                </c:pt>
                <c:pt idx="726">
                  <c:v>42366</c:v>
                </c:pt>
                <c:pt idx="727">
                  <c:v>42367</c:v>
                </c:pt>
                <c:pt idx="728">
                  <c:v>42368</c:v>
                </c:pt>
                <c:pt idx="729">
                  <c:v>42369</c:v>
                </c:pt>
              </c:numCache>
            </c:numRef>
          </c:xVal>
          <c:yVal>
            <c:numRef>
              <c:f>Boretto_CC!$F$2:$F$1006</c:f>
              <c:numCache>
                <c:formatCode>General</c:formatCode>
                <c:ptCount val="1005"/>
                <c:pt idx="0">
                  <c:v>6.0886100000000001</c:v>
                </c:pt>
                <c:pt idx="1">
                  <c:v>6.7787800000000002</c:v>
                </c:pt>
                <c:pt idx="2">
                  <c:v>7.2659299999999956</c:v>
                </c:pt>
                <c:pt idx="3">
                  <c:v>7.622789999999994</c:v>
                </c:pt>
                <c:pt idx="4">
                  <c:v>7.8739400000000002</c:v>
                </c:pt>
                <c:pt idx="5">
                  <c:v>7.9944499999999996</c:v>
                </c:pt>
                <c:pt idx="6">
                  <c:v>7.9692600000000064</c:v>
                </c:pt>
                <c:pt idx="7">
                  <c:v>8.21143</c:v>
                </c:pt>
                <c:pt idx="8">
                  <c:v>8.6345400000000012</c:v>
                </c:pt>
                <c:pt idx="9">
                  <c:v>8.8435100000000002</c:v>
                </c:pt>
                <c:pt idx="10">
                  <c:v>9.0365900000000003</c:v>
                </c:pt>
                <c:pt idx="11">
                  <c:v>9.1033299999999997</c:v>
                </c:pt>
                <c:pt idx="12">
                  <c:v>8.9846900000000005</c:v>
                </c:pt>
                <c:pt idx="13">
                  <c:v>8.8538100000000028</c:v>
                </c:pt>
                <c:pt idx="14">
                  <c:v>8.3734100000000122</c:v>
                </c:pt>
                <c:pt idx="15">
                  <c:v>7.7171299999999965</c:v>
                </c:pt>
                <c:pt idx="16">
                  <c:v>7.4907300000000001</c:v>
                </c:pt>
                <c:pt idx="17">
                  <c:v>7.4149299999999965</c:v>
                </c:pt>
                <c:pt idx="18">
                  <c:v>7.3163799999999997</c:v>
                </c:pt>
                <c:pt idx="19">
                  <c:v>7.4126799999999999</c:v>
                </c:pt>
                <c:pt idx="20">
                  <c:v>7.5441899999999951</c:v>
                </c:pt>
                <c:pt idx="21">
                  <c:v>7.6986299999999996</c:v>
                </c:pt>
                <c:pt idx="22">
                  <c:v>7.9112300000000024</c:v>
                </c:pt>
                <c:pt idx="23">
                  <c:v>7.8947999999999965</c:v>
                </c:pt>
                <c:pt idx="24">
                  <c:v>7.6927199999999942</c:v>
                </c:pt>
                <c:pt idx="25">
                  <c:v>7.5189199999999943</c:v>
                </c:pt>
                <c:pt idx="26">
                  <c:v>7.4693500000000004</c:v>
                </c:pt>
                <c:pt idx="27">
                  <c:v>7.2783899999999999</c:v>
                </c:pt>
                <c:pt idx="28">
                  <c:v>6.9867900000000063</c:v>
                </c:pt>
                <c:pt idx="29">
                  <c:v>6.8080400000000001</c:v>
                </c:pt>
                <c:pt idx="30">
                  <c:v>6.8839600000000001</c:v>
                </c:pt>
                <c:pt idx="31">
                  <c:v>7.2444199999999945</c:v>
                </c:pt>
                <c:pt idx="32">
                  <c:v>7.6068899999999955</c:v>
                </c:pt>
                <c:pt idx="33">
                  <c:v>7.7757199999999997</c:v>
                </c:pt>
                <c:pt idx="34">
                  <c:v>7.76119</c:v>
                </c:pt>
                <c:pt idx="35">
                  <c:v>7.7400399999999996</c:v>
                </c:pt>
                <c:pt idx="36">
                  <c:v>7.8176799999999975</c:v>
                </c:pt>
                <c:pt idx="37">
                  <c:v>7.7757700000000014</c:v>
                </c:pt>
                <c:pt idx="38">
                  <c:v>7.6988699999999985</c:v>
                </c:pt>
                <c:pt idx="39">
                  <c:v>7.6502099999999995</c:v>
                </c:pt>
                <c:pt idx="40">
                  <c:v>7.4668700000000001</c:v>
                </c:pt>
                <c:pt idx="41">
                  <c:v>7.4799300000000004</c:v>
                </c:pt>
                <c:pt idx="42">
                  <c:v>7.7243699999999995</c:v>
                </c:pt>
                <c:pt idx="43">
                  <c:v>7.6756000000000002</c:v>
                </c:pt>
                <c:pt idx="44">
                  <c:v>7.79617</c:v>
                </c:pt>
                <c:pt idx="45">
                  <c:v>8.0013900000000007</c:v>
                </c:pt>
                <c:pt idx="46">
                  <c:v>8.2173999999999996</c:v>
                </c:pt>
                <c:pt idx="47">
                  <c:v>8.6308000000000007</c:v>
                </c:pt>
                <c:pt idx="48">
                  <c:v>8.6291100000000007</c:v>
                </c:pt>
                <c:pt idx="49">
                  <c:v>8.6521400000000028</c:v>
                </c:pt>
                <c:pt idx="50">
                  <c:v>8.8432500000000012</c:v>
                </c:pt>
                <c:pt idx="51">
                  <c:v>9.0268900000000034</c:v>
                </c:pt>
                <c:pt idx="52">
                  <c:v>9.1301799999999993</c:v>
                </c:pt>
                <c:pt idx="53">
                  <c:v>8.9825100000000067</c:v>
                </c:pt>
                <c:pt idx="54">
                  <c:v>8.7940299999999993</c:v>
                </c:pt>
                <c:pt idx="55">
                  <c:v>8.7753700000000006</c:v>
                </c:pt>
                <c:pt idx="56">
                  <c:v>8.8786800000000028</c:v>
                </c:pt>
                <c:pt idx="57">
                  <c:v>8.9737900000000028</c:v>
                </c:pt>
                <c:pt idx="58">
                  <c:v>9.0530900000000027</c:v>
                </c:pt>
                <c:pt idx="59">
                  <c:v>9.1228700000000007</c:v>
                </c:pt>
                <c:pt idx="60">
                  <c:v>8.9159000000000006</c:v>
                </c:pt>
                <c:pt idx="61">
                  <c:v>8.6271900000000006</c:v>
                </c:pt>
                <c:pt idx="62">
                  <c:v>8.6508900000000004</c:v>
                </c:pt>
                <c:pt idx="63">
                  <c:v>8.8672700000000013</c:v>
                </c:pt>
                <c:pt idx="64">
                  <c:v>9.129290000000001</c:v>
                </c:pt>
                <c:pt idx="65">
                  <c:v>9.3106900000000028</c:v>
                </c:pt>
                <c:pt idx="66">
                  <c:v>9.4508300000000105</c:v>
                </c:pt>
                <c:pt idx="67">
                  <c:v>9.6238500000000009</c:v>
                </c:pt>
                <c:pt idx="68">
                  <c:v>9.709340000000001</c:v>
                </c:pt>
                <c:pt idx="69">
                  <c:v>9.7259700000000002</c:v>
                </c:pt>
                <c:pt idx="70">
                  <c:v>9.8757100000000122</c:v>
                </c:pt>
                <c:pt idx="71">
                  <c:v>10.166170000000001</c:v>
                </c:pt>
                <c:pt idx="72">
                  <c:v>10.49497</c:v>
                </c:pt>
                <c:pt idx="73">
                  <c:v>10.852280000000011</c:v>
                </c:pt>
                <c:pt idx="74">
                  <c:v>11.208930000000001</c:v>
                </c:pt>
                <c:pt idx="75">
                  <c:v>11.38226</c:v>
                </c:pt>
                <c:pt idx="76">
                  <c:v>11.47575000000001</c:v>
                </c:pt>
                <c:pt idx="77">
                  <c:v>11.79237</c:v>
                </c:pt>
                <c:pt idx="78">
                  <c:v>11.92409</c:v>
                </c:pt>
                <c:pt idx="79">
                  <c:v>11.97174</c:v>
                </c:pt>
                <c:pt idx="80">
                  <c:v>11.972530000000019</c:v>
                </c:pt>
                <c:pt idx="81">
                  <c:v>11.77847</c:v>
                </c:pt>
                <c:pt idx="82">
                  <c:v>11.38021</c:v>
                </c:pt>
                <c:pt idx="83">
                  <c:v>10.944240000000001</c:v>
                </c:pt>
                <c:pt idx="84">
                  <c:v>10.652700000000006</c:v>
                </c:pt>
                <c:pt idx="85">
                  <c:v>10.69764</c:v>
                </c:pt>
                <c:pt idx="86">
                  <c:v>11.188510000000001</c:v>
                </c:pt>
                <c:pt idx="87">
                  <c:v>11.720800000000001</c:v>
                </c:pt>
                <c:pt idx="88">
                  <c:v>12.17015</c:v>
                </c:pt>
                <c:pt idx="89">
                  <c:v>12.69402</c:v>
                </c:pt>
                <c:pt idx="90">
                  <c:v>13.08742</c:v>
                </c:pt>
                <c:pt idx="91">
                  <c:v>13.30419</c:v>
                </c:pt>
                <c:pt idx="92">
                  <c:v>13.438550000000001</c:v>
                </c:pt>
                <c:pt idx="93">
                  <c:v>13.499750000000002</c:v>
                </c:pt>
                <c:pt idx="94">
                  <c:v>13.47824</c:v>
                </c:pt>
                <c:pt idx="95">
                  <c:v>13.599740000000002</c:v>
                </c:pt>
                <c:pt idx="96">
                  <c:v>13.952080000000015</c:v>
                </c:pt>
                <c:pt idx="97">
                  <c:v>14.233230000000001</c:v>
                </c:pt>
                <c:pt idx="98">
                  <c:v>14.27514</c:v>
                </c:pt>
                <c:pt idx="99">
                  <c:v>14.217919999999999</c:v>
                </c:pt>
                <c:pt idx="100">
                  <c:v>14.141030000000001</c:v>
                </c:pt>
                <c:pt idx="101">
                  <c:v>14.103720000000001</c:v>
                </c:pt>
                <c:pt idx="102">
                  <c:v>14.16605</c:v>
                </c:pt>
                <c:pt idx="103">
                  <c:v>14.396410000000012</c:v>
                </c:pt>
                <c:pt idx="104">
                  <c:v>14.39625</c:v>
                </c:pt>
                <c:pt idx="105">
                  <c:v>13.996600000000004</c:v>
                </c:pt>
                <c:pt idx="106">
                  <c:v>13.621700000000001</c:v>
                </c:pt>
                <c:pt idx="107">
                  <c:v>13.555770000000004</c:v>
                </c:pt>
                <c:pt idx="108">
                  <c:v>13.753440000000012</c:v>
                </c:pt>
                <c:pt idx="109">
                  <c:v>14.143230000000001</c:v>
                </c:pt>
                <c:pt idx="110">
                  <c:v>14.33656</c:v>
                </c:pt>
                <c:pt idx="111">
                  <c:v>14.500250000000001</c:v>
                </c:pt>
                <c:pt idx="112">
                  <c:v>14.888920000000001</c:v>
                </c:pt>
                <c:pt idx="113">
                  <c:v>15.42977</c:v>
                </c:pt>
                <c:pt idx="114">
                  <c:v>15.80321</c:v>
                </c:pt>
                <c:pt idx="115">
                  <c:v>16.101360000000021</c:v>
                </c:pt>
                <c:pt idx="116">
                  <c:v>16.125539999999972</c:v>
                </c:pt>
                <c:pt idx="117">
                  <c:v>15.528180000000001</c:v>
                </c:pt>
                <c:pt idx="118">
                  <c:v>15.190800000000001</c:v>
                </c:pt>
                <c:pt idx="119">
                  <c:v>15.02506</c:v>
                </c:pt>
                <c:pt idx="120">
                  <c:v>15.085680000000011</c:v>
                </c:pt>
                <c:pt idx="121">
                  <c:v>15.046850000000001</c:v>
                </c:pt>
                <c:pt idx="122">
                  <c:v>14.91422</c:v>
                </c:pt>
                <c:pt idx="123">
                  <c:v>15.08329</c:v>
                </c:pt>
                <c:pt idx="124">
                  <c:v>15.28701</c:v>
                </c:pt>
                <c:pt idx="125">
                  <c:v>15.58146</c:v>
                </c:pt>
                <c:pt idx="126">
                  <c:v>16.059850000000033</c:v>
                </c:pt>
                <c:pt idx="127">
                  <c:v>16.487479999999973</c:v>
                </c:pt>
                <c:pt idx="128">
                  <c:v>16.946259999999974</c:v>
                </c:pt>
                <c:pt idx="129">
                  <c:v>17.530860000000022</c:v>
                </c:pt>
                <c:pt idx="130">
                  <c:v>17.86365</c:v>
                </c:pt>
                <c:pt idx="131">
                  <c:v>17.700810000000001</c:v>
                </c:pt>
                <c:pt idx="132">
                  <c:v>17.106750000000005</c:v>
                </c:pt>
                <c:pt idx="133">
                  <c:v>16.809080000000005</c:v>
                </c:pt>
                <c:pt idx="134">
                  <c:v>16.933140000000002</c:v>
                </c:pt>
                <c:pt idx="135">
                  <c:v>17.208529999999964</c:v>
                </c:pt>
                <c:pt idx="136">
                  <c:v>17.566009999999974</c:v>
                </c:pt>
                <c:pt idx="137">
                  <c:v>17.944419999999973</c:v>
                </c:pt>
                <c:pt idx="138">
                  <c:v>18.094750000000001</c:v>
                </c:pt>
                <c:pt idx="139">
                  <c:v>18.375450000000001</c:v>
                </c:pt>
                <c:pt idx="140">
                  <c:v>18.94166999999997</c:v>
                </c:pt>
                <c:pt idx="141">
                  <c:v>19.399760000000001</c:v>
                </c:pt>
                <c:pt idx="142">
                  <c:v>19.717459999999999</c:v>
                </c:pt>
                <c:pt idx="143">
                  <c:v>19.771830000000001</c:v>
                </c:pt>
                <c:pt idx="144">
                  <c:v>19.471450000000001</c:v>
                </c:pt>
                <c:pt idx="145">
                  <c:v>19.047409999999989</c:v>
                </c:pt>
                <c:pt idx="146">
                  <c:v>18.761150000000001</c:v>
                </c:pt>
                <c:pt idx="147">
                  <c:v>18.719169999999988</c:v>
                </c:pt>
                <c:pt idx="148">
                  <c:v>18.763860000000001</c:v>
                </c:pt>
                <c:pt idx="149">
                  <c:v>18.979980000000001</c:v>
                </c:pt>
                <c:pt idx="150">
                  <c:v>19.06901999999997</c:v>
                </c:pt>
                <c:pt idx="151">
                  <c:v>19.13063</c:v>
                </c:pt>
                <c:pt idx="152">
                  <c:v>19.222129999999975</c:v>
                </c:pt>
                <c:pt idx="153">
                  <c:v>19.32924999999997</c:v>
                </c:pt>
                <c:pt idx="154">
                  <c:v>19.586960000000001</c:v>
                </c:pt>
                <c:pt idx="155">
                  <c:v>19.959739999999975</c:v>
                </c:pt>
                <c:pt idx="156">
                  <c:v>20.431529999999974</c:v>
                </c:pt>
                <c:pt idx="157">
                  <c:v>21.023519999999973</c:v>
                </c:pt>
                <c:pt idx="158">
                  <c:v>21.769529999999964</c:v>
                </c:pt>
                <c:pt idx="159">
                  <c:v>22.484589999999972</c:v>
                </c:pt>
                <c:pt idx="160">
                  <c:v>22.997489999999978</c:v>
                </c:pt>
                <c:pt idx="161">
                  <c:v>23.410209999999989</c:v>
                </c:pt>
                <c:pt idx="162">
                  <c:v>23.779239999999973</c:v>
                </c:pt>
                <c:pt idx="163">
                  <c:v>23.899750000000001</c:v>
                </c:pt>
                <c:pt idx="164">
                  <c:v>23.378639999999972</c:v>
                </c:pt>
                <c:pt idx="165">
                  <c:v>22.270350000000001</c:v>
                </c:pt>
                <c:pt idx="166">
                  <c:v>21.263539999999956</c:v>
                </c:pt>
                <c:pt idx="167">
                  <c:v>20.767690000000002</c:v>
                </c:pt>
                <c:pt idx="168">
                  <c:v>20.399660000000001</c:v>
                </c:pt>
                <c:pt idx="169">
                  <c:v>20.469389999999972</c:v>
                </c:pt>
                <c:pt idx="170">
                  <c:v>21.078130000000002</c:v>
                </c:pt>
                <c:pt idx="171">
                  <c:v>21.57376</c:v>
                </c:pt>
                <c:pt idx="172">
                  <c:v>22.011700000000001</c:v>
                </c:pt>
                <c:pt idx="173">
                  <c:v>22.622529999999973</c:v>
                </c:pt>
                <c:pt idx="174">
                  <c:v>23.050650000000001</c:v>
                </c:pt>
                <c:pt idx="175">
                  <c:v>22.786229999999971</c:v>
                </c:pt>
                <c:pt idx="176">
                  <c:v>22.120699999999989</c:v>
                </c:pt>
                <c:pt idx="177">
                  <c:v>21.774889999999999</c:v>
                </c:pt>
                <c:pt idx="178">
                  <c:v>21.960249999999952</c:v>
                </c:pt>
                <c:pt idx="179">
                  <c:v>22.055140000000002</c:v>
                </c:pt>
                <c:pt idx="180">
                  <c:v>21.922919999999973</c:v>
                </c:pt>
                <c:pt idx="181">
                  <c:v>21.654910000000033</c:v>
                </c:pt>
                <c:pt idx="182">
                  <c:v>21.497429999999973</c:v>
                </c:pt>
                <c:pt idx="183">
                  <c:v>21.631160000000033</c:v>
                </c:pt>
                <c:pt idx="184">
                  <c:v>21.616040000000005</c:v>
                </c:pt>
                <c:pt idx="185">
                  <c:v>21.6996</c:v>
                </c:pt>
                <c:pt idx="186">
                  <c:v>22.262269999999972</c:v>
                </c:pt>
                <c:pt idx="187">
                  <c:v>22.726219999999973</c:v>
                </c:pt>
                <c:pt idx="188">
                  <c:v>22.383939999999978</c:v>
                </c:pt>
                <c:pt idx="189">
                  <c:v>21.577900000000021</c:v>
                </c:pt>
                <c:pt idx="190">
                  <c:v>21.03004</c:v>
                </c:pt>
                <c:pt idx="191">
                  <c:v>21.012309999999989</c:v>
                </c:pt>
                <c:pt idx="192">
                  <c:v>21.158100000000001</c:v>
                </c:pt>
                <c:pt idx="193">
                  <c:v>21.395669999999978</c:v>
                </c:pt>
                <c:pt idx="194">
                  <c:v>21.58177999999997</c:v>
                </c:pt>
                <c:pt idx="195">
                  <c:v>21.872350000000001</c:v>
                </c:pt>
                <c:pt idx="196">
                  <c:v>22.47936</c:v>
                </c:pt>
                <c:pt idx="197">
                  <c:v>23.2044</c:v>
                </c:pt>
                <c:pt idx="198">
                  <c:v>23.49206999999997</c:v>
                </c:pt>
                <c:pt idx="199">
                  <c:v>23.57001</c:v>
                </c:pt>
                <c:pt idx="200">
                  <c:v>23.888429999999964</c:v>
                </c:pt>
                <c:pt idx="201">
                  <c:v>23.619650000000021</c:v>
                </c:pt>
                <c:pt idx="202">
                  <c:v>23.181470000000001</c:v>
                </c:pt>
                <c:pt idx="203">
                  <c:v>23.285919999999972</c:v>
                </c:pt>
                <c:pt idx="204">
                  <c:v>23.068219999999968</c:v>
                </c:pt>
                <c:pt idx="205">
                  <c:v>22.807820000000021</c:v>
                </c:pt>
                <c:pt idx="206">
                  <c:v>22.580649999999952</c:v>
                </c:pt>
                <c:pt idx="207">
                  <c:v>22.36206</c:v>
                </c:pt>
                <c:pt idx="208">
                  <c:v>22.5045</c:v>
                </c:pt>
                <c:pt idx="209">
                  <c:v>22.334470000000021</c:v>
                </c:pt>
                <c:pt idx="210">
                  <c:v>21.697500000000005</c:v>
                </c:pt>
                <c:pt idx="211">
                  <c:v>21.664719999999978</c:v>
                </c:pt>
                <c:pt idx="212">
                  <c:v>22.028749999999956</c:v>
                </c:pt>
                <c:pt idx="213">
                  <c:v>22.29827999999997</c:v>
                </c:pt>
                <c:pt idx="214">
                  <c:v>22.320029999999978</c:v>
                </c:pt>
                <c:pt idx="215">
                  <c:v>22.276299999999978</c:v>
                </c:pt>
                <c:pt idx="216">
                  <c:v>22.175149999999974</c:v>
                </c:pt>
                <c:pt idx="217">
                  <c:v>22.150220000000001</c:v>
                </c:pt>
                <c:pt idx="218">
                  <c:v>22.302150000000001</c:v>
                </c:pt>
                <c:pt idx="219">
                  <c:v>22.583629999999957</c:v>
                </c:pt>
                <c:pt idx="220">
                  <c:v>22.851279999999999</c:v>
                </c:pt>
                <c:pt idx="221">
                  <c:v>23.165329999999972</c:v>
                </c:pt>
                <c:pt idx="222">
                  <c:v>23.496779999999973</c:v>
                </c:pt>
                <c:pt idx="223">
                  <c:v>23.78316999999997</c:v>
                </c:pt>
                <c:pt idx="224">
                  <c:v>23.588379999999972</c:v>
                </c:pt>
                <c:pt idx="225">
                  <c:v>22.982339999999954</c:v>
                </c:pt>
                <c:pt idx="226">
                  <c:v>22.180299999999974</c:v>
                </c:pt>
                <c:pt idx="227">
                  <c:v>21.338979999999999</c:v>
                </c:pt>
                <c:pt idx="228">
                  <c:v>21.02741</c:v>
                </c:pt>
                <c:pt idx="229">
                  <c:v>21.206910000000001</c:v>
                </c:pt>
                <c:pt idx="230">
                  <c:v>21.135249999999989</c:v>
                </c:pt>
                <c:pt idx="231">
                  <c:v>21.165139999999973</c:v>
                </c:pt>
                <c:pt idx="232">
                  <c:v>21.359300000000001</c:v>
                </c:pt>
                <c:pt idx="233">
                  <c:v>21.545489999999972</c:v>
                </c:pt>
                <c:pt idx="234">
                  <c:v>21.475209999999972</c:v>
                </c:pt>
                <c:pt idx="235">
                  <c:v>21.39068</c:v>
                </c:pt>
                <c:pt idx="236">
                  <c:v>21.3263</c:v>
                </c:pt>
                <c:pt idx="237">
                  <c:v>21.179849999999988</c:v>
                </c:pt>
                <c:pt idx="238">
                  <c:v>21.481569999999973</c:v>
                </c:pt>
                <c:pt idx="239">
                  <c:v>21.7669</c:v>
                </c:pt>
                <c:pt idx="240">
                  <c:v>21.903219999999973</c:v>
                </c:pt>
                <c:pt idx="241">
                  <c:v>22.226499999999973</c:v>
                </c:pt>
                <c:pt idx="242">
                  <c:v>22.40028999999997</c:v>
                </c:pt>
                <c:pt idx="243">
                  <c:v>22.018899999999999</c:v>
                </c:pt>
                <c:pt idx="244">
                  <c:v>21.452349999999957</c:v>
                </c:pt>
                <c:pt idx="245">
                  <c:v>20.902080000000002</c:v>
                </c:pt>
                <c:pt idx="246">
                  <c:v>20.69952</c:v>
                </c:pt>
                <c:pt idx="247">
                  <c:v>20.976339999999972</c:v>
                </c:pt>
                <c:pt idx="248">
                  <c:v>21.411180000000005</c:v>
                </c:pt>
                <c:pt idx="249">
                  <c:v>21.746449999999957</c:v>
                </c:pt>
                <c:pt idx="250">
                  <c:v>21.948979999999974</c:v>
                </c:pt>
                <c:pt idx="251">
                  <c:v>22.087969999999999</c:v>
                </c:pt>
                <c:pt idx="252">
                  <c:v>21.955860000000001</c:v>
                </c:pt>
                <c:pt idx="253">
                  <c:v>21.52894999999997</c:v>
                </c:pt>
                <c:pt idx="254">
                  <c:v>20.932449999999957</c:v>
                </c:pt>
                <c:pt idx="255">
                  <c:v>20.427150000000001</c:v>
                </c:pt>
                <c:pt idx="256">
                  <c:v>20.278939999999974</c:v>
                </c:pt>
                <c:pt idx="257">
                  <c:v>20.351089999999999</c:v>
                </c:pt>
                <c:pt idx="258">
                  <c:v>20.478699999999975</c:v>
                </c:pt>
                <c:pt idx="259">
                  <c:v>20.525609999999968</c:v>
                </c:pt>
                <c:pt idx="260">
                  <c:v>20.354330000000001</c:v>
                </c:pt>
                <c:pt idx="261">
                  <c:v>20.202029999999972</c:v>
                </c:pt>
                <c:pt idx="262">
                  <c:v>20.254059999999999</c:v>
                </c:pt>
                <c:pt idx="263">
                  <c:v>20.427969999999988</c:v>
                </c:pt>
                <c:pt idx="264">
                  <c:v>20.62555</c:v>
                </c:pt>
                <c:pt idx="265">
                  <c:v>20.26427</c:v>
                </c:pt>
                <c:pt idx="266">
                  <c:v>19.440709999999957</c:v>
                </c:pt>
                <c:pt idx="267">
                  <c:v>19.155110000000001</c:v>
                </c:pt>
                <c:pt idx="268">
                  <c:v>19.124120000000001</c:v>
                </c:pt>
                <c:pt idx="269">
                  <c:v>19.06925</c:v>
                </c:pt>
                <c:pt idx="270">
                  <c:v>19.26493</c:v>
                </c:pt>
                <c:pt idx="271">
                  <c:v>19.807369999999999</c:v>
                </c:pt>
                <c:pt idx="272">
                  <c:v>20.10942</c:v>
                </c:pt>
                <c:pt idx="273">
                  <c:v>19.890799999999974</c:v>
                </c:pt>
                <c:pt idx="274">
                  <c:v>19.62444</c:v>
                </c:pt>
                <c:pt idx="275">
                  <c:v>19.393000000000001</c:v>
                </c:pt>
                <c:pt idx="276">
                  <c:v>19.044260000000001</c:v>
                </c:pt>
                <c:pt idx="277">
                  <c:v>18.646789999999989</c:v>
                </c:pt>
                <c:pt idx="278">
                  <c:v>18.362829999999974</c:v>
                </c:pt>
                <c:pt idx="279">
                  <c:v>18.184329999999989</c:v>
                </c:pt>
                <c:pt idx="280">
                  <c:v>18.163309999999989</c:v>
                </c:pt>
                <c:pt idx="281">
                  <c:v>18.289349999999956</c:v>
                </c:pt>
                <c:pt idx="282">
                  <c:v>18.445889999999974</c:v>
                </c:pt>
                <c:pt idx="283">
                  <c:v>18.52017</c:v>
                </c:pt>
                <c:pt idx="284">
                  <c:v>18.389099999999978</c:v>
                </c:pt>
                <c:pt idx="285">
                  <c:v>18.016800000000021</c:v>
                </c:pt>
                <c:pt idx="286">
                  <c:v>17.45593999999997</c:v>
                </c:pt>
                <c:pt idx="287">
                  <c:v>17.058489999999974</c:v>
                </c:pt>
                <c:pt idx="288">
                  <c:v>17.062789999999964</c:v>
                </c:pt>
                <c:pt idx="289">
                  <c:v>17.315359999999988</c:v>
                </c:pt>
                <c:pt idx="290">
                  <c:v>17.564729999999972</c:v>
                </c:pt>
                <c:pt idx="291">
                  <c:v>17.582820000000002</c:v>
                </c:pt>
                <c:pt idx="292">
                  <c:v>17.486659999999972</c:v>
                </c:pt>
                <c:pt idx="293">
                  <c:v>17.538599999999974</c:v>
                </c:pt>
                <c:pt idx="294">
                  <c:v>17.209579999999974</c:v>
                </c:pt>
                <c:pt idx="295">
                  <c:v>16.766860000000001</c:v>
                </c:pt>
                <c:pt idx="296">
                  <c:v>16.363639999999968</c:v>
                </c:pt>
                <c:pt idx="297">
                  <c:v>15.236079999999999</c:v>
                </c:pt>
                <c:pt idx="298">
                  <c:v>13.856000000000011</c:v>
                </c:pt>
                <c:pt idx="299">
                  <c:v>13.254440000000002</c:v>
                </c:pt>
                <c:pt idx="300">
                  <c:v>13.144030000000001</c:v>
                </c:pt>
                <c:pt idx="301">
                  <c:v>13.04163</c:v>
                </c:pt>
                <c:pt idx="302">
                  <c:v>12.974</c:v>
                </c:pt>
                <c:pt idx="303">
                  <c:v>13.03558000000001</c:v>
                </c:pt>
                <c:pt idx="304">
                  <c:v>13.237309999999999</c:v>
                </c:pt>
                <c:pt idx="305">
                  <c:v>13.42023</c:v>
                </c:pt>
                <c:pt idx="306">
                  <c:v>13.412270000000001</c:v>
                </c:pt>
                <c:pt idx="307">
                  <c:v>13.739190000000001</c:v>
                </c:pt>
                <c:pt idx="308">
                  <c:v>14.39143000000001</c:v>
                </c:pt>
                <c:pt idx="309">
                  <c:v>14.22072</c:v>
                </c:pt>
                <c:pt idx="310">
                  <c:v>13.511240000000001</c:v>
                </c:pt>
                <c:pt idx="311">
                  <c:v>13.2689</c:v>
                </c:pt>
                <c:pt idx="312">
                  <c:v>13.33798</c:v>
                </c:pt>
                <c:pt idx="313">
                  <c:v>13.480550000000004</c:v>
                </c:pt>
                <c:pt idx="314">
                  <c:v>13.407440000000006</c:v>
                </c:pt>
                <c:pt idx="315">
                  <c:v>13.127129999999999</c:v>
                </c:pt>
                <c:pt idx="316">
                  <c:v>12.65682</c:v>
                </c:pt>
                <c:pt idx="317">
                  <c:v>12.272590000000006</c:v>
                </c:pt>
                <c:pt idx="318">
                  <c:v>12.06287</c:v>
                </c:pt>
                <c:pt idx="319">
                  <c:v>11.942540000000006</c:v>
                </c:pt>
                <c:pt idx="320">
                  <c:v>11.337820000000001</c:v>
                </c:pt>
                <c:pt idx="321">
                  <c:v>11.240329999999998</c:v>
                </c:pt>
                <c:pt idx="322">
                  <c:v>11.04875</c:v>
                </c:pt>
                <c:pt idx="323">
                  <c:v>10.75689</c:v>
                </c:pt>
                <c:pt idx="324">
                  <c:v>10.63472</c:v>
                </c:pt>
                <c:pt idx="325">
                  <c:v>10.74395</c:v>
                </c:pt>
                <c:pt idx="326">
                  <c:v>11.020160000000001</c:v>
                </c:pt>
                <c:pt idx="327">
                  <c:v>11.1976</c:v>
                </c:pt>
                <c:pt idx="328">
                  <c:v>11.19941</c:v>
                </c:pt>
                <c:pt idx="329">
                  <c:v>10.97217</c:v>
                </c:pt>
                <c:pt idx="330">
                  <c:v>10.70885</c:v>
                </c:pt>
                <c:pt idx="331">
                  <c:v>10.63721</c:v>
                </c:pt>
                <c:pt idx="332">
                  <c:v>10.88163000000001</c:v>
                </c:pt>
                <c:pt idx="333">
                  <c:v>11.183300000000001</c:v>
                </c:pt>
                <c:pt idx="334">
                  <c:v>11.304310000000001</c:v>
                </c:pt>
                <c:pt idx="335">
                  <c:v>10.92671</c:v>
                </c:pt>
                <c:pt idx="336">
                  <c:v>10.33656</c:v>
                </c:pt>
                <c:pt idx="337">
                  <c:v>10.014329999999999</c:v>
                </c:pt>
                <c:pt idx="338">
                  <c:v>9.9857400000000123</c:v>
                </c:pt>
                <c:pt idx="339">
                  <c:v>10.16835</c:v>
                </c:pt>
                <c:pt idx="340">
                  <c:v>10.24966</c:v>
                </c:pt>
                <c:pt idx="341">
                  <c:v>10.04411</c:v>
                </c:pt>
                <c:pt idx="342">
                  <c:v>9.8360400000000006</c:v>
                </c:pt>
                <c:pt idx="343">
                  <c:v>9.4170400000000001</c:v>
                </c:pt>
                <c:pt idx="344">
                  <c:v>8.8361800000000006</c:v>
                </c:pt>
                <c:pt idx="345">
                  <c:v>8.4790100000000006</c:v>
                </c:pt>
                <c:pt idx="346">
                  <c:v>8.5118200000000002</c:v>
                </c:pt>
                <c:pt idx="347">
                  <c:v>8.8827200000000008</c:v>
                </c:pt>
                <c:pt idx="348">
                  <c:v>9.2858900000000002</c:v>
                </c:pt>
                <c:pt idx="349">
                  <c:v>9.5396600000000014</c:v>
                </c:pt>
                <c:pt idx="350">
                  <c:v>9.6427000000000014</c:v>
                </c:pt>
                <c:pt idx="351">
                  <c:v>9.3040800000000008</c:v>
                </c:pt>
                <c:pt idx="352">
                  <c:v>8.7905800000000003</c:v>
                </c:pt>
                <c:pt idx="353">
                  <c:v>8.536010000000001</c:v>
                </c:pt>
                <c:pt idx="354">
                  <c:v>8.3572400000000027</c:v>
                </c:pt>
                <c:pt idx="355">
                  <c:v>8.1254200000000001</c:v>
                </c:pt>
                <c:pt idx="356">
                  <c:v>7.88687</c:v>
                </c:pt>
                <c:pt idx="357">
                  <c:v>7.8461799999999995</c:v>
                </c:pt>
                <c:pt idx="358">
                  <c:v>8.1264000000000003</c:v>
                </c:pt>
                <c:pt idx="359">
                  <c:v>8.2473899999999993</c:v>
                </c:pt>
                <c:pt idx="360">
                  <c:v>7.6588999999999965</c:v>
                </c:pt>
                <c:pt idx="361">
                  <c:v>6.94998</c:v>
                </c:pt>
                <c:pt idx="362">
                  <c:v>6.5290799999999996</c:v>
                </c:pt>
                <c:pt idx="363">
                  <c:v>6.1764999999999999</c:v>
                </c:pt>
                <c:pt idx="364">
                  <c:v>5.7999299999999998</c:v>
                </c:pt>
                <c:pt idx="365">
                  <c:v>5.5842900000000002</c:v>
                </c:pt>
                <c:pt idx="366">
                  <c:v>5.7911400000000004</c:v>
                </c:pt>
                <c:pt idx="367">
                  <c:v>6.20533</c:v>
                </c:pt>
                <c:pt idx="368">
                  <c:v>6.7799800000000001</c:v>
                </c:pt>
                <c:pt idx="369">
                  <c:v>7.3199999999999985</c:v>
                </c:pt>
                <c:pt idx="370">
                  <c:v>7.4693600000000053</c:v>
                </c:pt>
                <c:pt idx="371">
                  <c:v>7.4969200000000003</c:v>
                </c:pt>
                <c:pt idx="372">
                  <c:v>7.6664199999999942</c:v>
                </c:pt>
                <c:pt idx="373">
                  <c:v>7.5437500000000002</c:v>
                </c:pt>
                <c:pt idx="374">
                  <c:v>7.3306399999999998</c:v>
                </c:pt>
                <c:pt idx="375">
                  <c:v>7.4824200000000003</c:v>
                </c:pt>
                <c:pt idx="376">
                  <c:v>7.8772000000000002</c:v>
                </c:pt>
                <c:pt idx="377">
                  <c:v>7.8353999999999999</c:v>
                </c:pt>
                <c:pt idx="378">
                  <c:v>7.2486600000000063</c:v>
                </c:pt>
                <c:pt idx="379">
                  <c:v>6.8961299999999985</c:v>
                </c:pt>
                <c:pt idx="380">
                  <c:v>7.2614799999999997</c:v>
                </c:pt>
                <c:pt idx="381">
                  <c:v>8.2726500000000005</c:v>
                </c:pt>
                <c:pt idx="382">
                  <c:v>8.6011799999999994</c:v>
                </c:pt>
                <c:pt idx="383">
                  <c:v>8.0106000000000002</c:v>
                </c:pt>
                <c:pt idx="384">
                  <c:v>7.4380899999999999</c:v>
                </c:pt>
                <c:pt idx="385">
                  <c:v>7.4256900000000003</c:v>
                </c:pt>
                <c:pt idx="386">
                  <c:v>7.6536299999999997</c:v>
                </c:pt>
                <c:pt idx="387">
                  <c:v>7.7918399999999997</c:v>
                </c:pt>
                <c:pt idx="388">
                  <c:v>7.8136700000000001</c:v>
                </c:pt>
                <c:pt idx="389">
                  <c:v>7.7283099999999996</c:v>
                </c:pt>
                <c:pt idx="390">
                  <c:v>7.623019999999995</c:v>
                </c:pt>
                <c:pt idx="391">
                  <c:v>7.3652199999999945</c:v>
                </c:pt>
                <c:pt idx="392">
                  <c:v>7.0454600000000003</c:v>
                </c:pt>
                <c:pt idx="393">
                  <c:v>6.6632699999999998</c:v>
                </c:pt>
                <c:pt idx="394">
                  <c:v>6.682919999999994</c:v>
                </c:pt>
                <c:pt idx="395">
                  <c:v>6.8086399999999996</c:v>
                </c:pt>
                <c:pt idx="396">
                  <c:v>6.8491200000000001</c:v>
                </c:pt>
                <c:pt idx="397">
                  <c:v>6.8690699999999998</c:v>
                </c:pt>
                <c:pt idx="398">
                  <c:v>6.8265399999999943</c:v>
                </c:pt>
                <c:pt idx="399">
                  <c:v>7.1651899999999902</c:v>
                </c:pt>
                <c:pt idx="400">
                  <c:v>7.0839400000000001</c:v>
                </c:pt>
                <c:pt idx="401">
                  <c:v>6.6625999999999941</c:v>
                </c:pt>
                <c:pt idx="402">
                  <c:v>6.4800899999999997</c:v>
                </c:pt>
                <c:pt idx="403">
                  <c:v>6.06182</c:v>
                </c:pt>
                <c:pt idx="404">
                  <c:v>5.3562399999999997</c:v>
                </c:pt>
                <c:pt idx="405">
                  <c:v>5.2584600000000004</c:v>
                </c:pt>
                <c:pt idx="406">
                  <c:v>5.4277899999999955</c:v>
                </c:pt>
                <c:pt idx="407">
                  <c:v>5.5435099999999995</c:v>
                </c:pt>
                <c:pt idx="408">
                  <c:v>5.8453900000000001</c:v>
                </c:pt>
                <c:pt idx="409">
                  <c:v>6.1477899999999943</c:v>
                </c:pt>
                <c:pt idx="410">
                  <c:v>6.3957799999999985</c:v>
                </c:pt>
                <c:pt idx="411">
                  <c:v>6.6633499999999986</c:v>
                </c:pt>
                <c:pt idx="412">
                  <c:v>7.0816500000000024</c:v>
                </c:pt>
                <c:pt idx="413">
                  <c:v>7.2387000000000024</c:v>
                </c:pt>
                <c:pt idx="414">
                  <c:v>7.1955199999999939</c:v>
                </c:pt>
                <c:pt idx="415">
                  <c:v>7.2842099999999999</c:v>
                </c:pt>
                <c:pt idx="416">
                  <c:v>7.5574799999999955</c:v>
                </c:pt>
                <c:pt idx="417">
                  <c:v>7.9603400000000004</c:v>
                </c:pt>
                <c:pt idx="418">
                  <c:v>8.2566700000000015</c:v>
                </c:pt>
                <c:pt idx="419">
                  <c:v>8.2183299999999999</c:v>
                </c:pt>
                <c:pt idx="420">
                  <c:v>8.2287299999999988</c:v>
                </c:pt>
                <c:pt idx="421">
                  <c:v>8.496970000000001</c:v>
                </c:pt>
                <c:pt idx="422">
                  <c:v>8.8323800000000006</c:v>
                </c:pt>
                <c:pt idx="423">
                  <c:v>8.9617700000000013</c:v>
                </c:pt>
                <c:pt idx="424">
                  <c:v>9.0151000000000003</c:v>
                </c:pt>
                <c:pt idx="425">
                  <c:v>9.3399100000000015</c:v>
                </c:pt>
                <c:pt idx="426">
                  <c:v>9.5949100000000005</c:v>
                </c:pt>
                <c:pt idx="427">
                  <c:v>9.6278400000000008</c:v>
                </c:pt>
                <c:pt idx="428">
                  <c:v>9.66188</c:v>
                </c:pt>
                <c:pt idx="429">
                  <c:v>9.5556500000000124</c:v>
                </c:pt>
                <c:pt idx="430">
                  <c:v>9.29331</c:v>
                </c:pt>
                <c:pt idx="431">
                  <c:v>9.1199400000000015</c:v>
                </c:pt>
                <c:pt idx="432">
                  <c:v>9.0501200000000015</c:v>
                </c:pt>
                <c:pt idx="433">
                  <c:v>8.9645500000000027</c:v>
                </c:pt>
                <c:pt idx="434">
                  <c:v>8.9522000000000048</c:v>
                </c:pt>
                <c:pt idx="435">
                  <c:v>8.9001100000000015</c:v>
                </c:pt>
                <c:pt idx="436">
                  <c:v>9.1059100000000015</c:v>
                </c:pt>
                <c:pt idx="437">
                  <c:v>9.5258100000000034</c:v>
                </c:pt>
                <c:pt idx="438">
                  <c:v>9.8191200000000016</c:v>
                </c:pt>
                <c:pt idx="439">
                  <c:v>10.025410000000004</c:v>
                </c:pt>
                <c:pt idx="440">
                  <c:v>10.257430000000006</c:v>
                </c:pt>
                <c:pt idx="441">
                  <c:v>10.399850000000002</c:v>
                </c:pt>
                <c:pt idx="442">
                  <c:v>10.384120000000001</c:v>
                </c:pt>
                <c:pt idx="443">
                  <c:v>10.352760000000011</c:v>
                </c:pt>
                <c:pt idx="444">
                  <c:v>10.54059</c:v>
                </c:pt>
                <c:pt idx="445">
                  <c:v>10.682530000000011</c:v>
                </c:pt>
                <c:pt idx="446">
                  <c:v>10.88401</c:v>
                </c:pt>
                <c:pt idx="447">
                  <c:v>11.26939</c:v>
                </c:pt>
                <c:pt idx="448">
                  <c:v>11.520210000000001</c:v>
                </c:pt>
                <c:pt idx="449">
                  <c:v>11.4672</c:v>
                </c:pt>
                <c:pt idx="450">
                  <c:v>11.33775</c:v>
                </c:pt>
                <c:pt idx="451">
                  <c:v>11.34319</c:v>
                </c:pt>
                <c:pt idx="452">
                  <c:v>11.523390000000001</c:v>
                </c:pt>
                <c:pt idx="453">
                  <c:v>12.086640000000004</c:v>
                </c:pt>
                <c:pt idx="454">
                  <c:v>12.847860000000001</c:v>
                </c:pt>
                <c:pt idx="455">
                  <c:v>13.35107</c:v>
                </c:pt>
                <c:pt idx="456">
                  <c:v>13.28504</c:v>
                </c:pt>
                <c:pt idx="457">
                  <c:v>12.959290000000006</c:v>
                </c:pt>
                <c:pt idx="458">
                  <c:v>12.425470000000002</c:v>
                </c:pt>
                <c:pt idx="459">
                  <c:v>11.96429</c:v>
                </c:pt>
                <c:pt idx="460">
                  <c:v>11.707790000000001</c:v>
                </c:pt>
                <c:pt idx="461">
                  <c:v>11.570070000000001</c:v>
                </c:pt>
                <c:pt idx="462">
                  <c:v>11.80175</c:v>
                </c:pt>
                <c:pt idx="463">
                  <c:v>12.30687</c:v>
                </c:pt>
                <c:pt idx="464">
                  <c:v>12.901760000000001</c:v>
                </c:pt>
                <c:pt idx="465">
                  <c:v>13.432130000000004</c:v>
                </c:pt>
                <c:pt idx="466">
                  <c:v>13.93275</c:v>
                </c:pt>
                <c:pt idx="467">
                  <c:v>14.5946</c:v>
                </c:pt>
                <c:pt idx="468">
                  <c:v>15.265280000000002</c:v>
                </c:pt>
                <c:pt idx="469">
                  <c:v>15.72235</c:v>
                </c:pt>
                <c:pt idx="470">
                  <c:v>16.03237</c:v>
                </c:pt>
                <c:pt idx="471">
                  <c:v>16.052099999999989</c:v>
                </c:pt>
                <c:pt idx="472">
                  <c:v>15.68211</c:v>
                </c:pt>
                <c:pt idx="473">
                  <c:v>14.96894</c:v>
                </c:pt>
                <c:pt idx="474">
                  <c:v>14.45224000000001</c:v>
                </c:pt>
                <c:pt idx="475">
                  <c:v>14.61397</c:v>
                </c:pt>
                <c:pt idx="476">
                  <c:v>15.36182</c:v>
                </c:pt>
                <c:pt idx="477">
                  <c:v>16.005870000000005</c:v>
                </c:pt>
                <c:pt idx="478">
                  <c:v>16.185839999999974</c:v>
                </c:pt>
                <c:pt idx="479">
                  <c:v>16.042699999999975</c:v>
                </c:pt>
                <c:pt idx="480">
                  <c:v>16.086109999999973</c:v>
                </c:pt>
                <c:pt idx="481">
                  <c:v>16.0702</c:v>
                </c:pt>
                <c:pt idx="482">
                  <c:v>15.92788</c:v>
                </c:pt>
                <c:pt idx="483">
                  <c:v>15.678240000000001</c:v>
                </c:pt>
                <c:pt idx="484">
                  <c:v>15.312410000000011</c:v>
                </c:pt>
                <c:pt idx="485">
                  <c:v>15.38011</c:v>
                </c:pt>
                <c:pt idx="486">
                  <c:v>15.8969</c:v>
                </c:pt>
                <c:pt idx="487">
                  <c:v>16.391470000000005</c:v>
                </c:pt>
                <c:pt idx="488">
                  <c:v>16.82348</c:v>
                </c:pt>
                <c:pt idx="489">
                  <c:v>17.25977</c:v>
                </c:pt>
                <c:pt idx="490">
                  <c:v>17.241429999999973</c:v>
                </c:pt>
                <c:pt idx="491">
                  <c:v>17.398810000000001</c:v>
                </c:pt>
                <c:pt idx="492">
                  <c:v>17.677009999999999</c:v>
                </c:pt>
                <c:pt idx="493">
                  <c:v>17.70093</c:v>
                </c:pt>
                <c:pt idx="494">
                  <c:v>17.908850000000001</c:v>
                </c:pt>
                <c:pt idx="495">
                  <c:v>18.275559999999974</c:v>
                </c:pt>
                <c:pt idx="496">
                  <c:v>18.588239999999956</c:v>
                </c:pt>
                <c:pt idx="497">
                  <c:v>18.926729999999957</c:v>
                </c:pt>
                <c:pt idx="498">
                  <c:v>19.34722</c:v>
                </c:pt>
                <c:pt idx="499">
                  <c:v>19.146650000000001</c:v>
                </c:pt>
                <c:pt idx="500">
                  <c:v>18.506160000000001</c:v>
                </c:pt>
                <c:pt idx="501">
                  <c:v>18.34322999999997</c:v>
                </c:pt>
                <c:pt idx="502">
                  <c:v>18.359639999999974</c:v>
                </c:pt>
                <c:pt idx="503">
                  <c:v>18.438099999999974</c:v>
                </c:pt>
                <c:pt idx="504">
                  <c:v>18.339490000000001</c:v>
                </c:pt>
                <c:pt idx="505">
                  <c:v>17.690249999999974</c:v>
                </c:pt>
                <c:pt idx="506">
                  <c:v>17.015309999999989</c:v>
                </c:pt>
                <c:pt idx="507">
                  <c:v>16.74728</c:v>
                </c:pt>
                <c:pt idx="508">
                  <c:v>17.062659999999973</c:v>
                </c:pt>
                <c:pt idx="509">
                  <c:v>17.688289999999974</c:v>
                </c:pt>
                <c:pt idx="510">
                  <c:v>17.953379999999989</c:v>
                </c:pt>
                <c:pt idx="511">
                  <c:v>18.153189999999999</c:v>
                </c:pt>
                <c:pt idx="512">
                  <c:v>18.470429999999968</c:v>
                </c:pt>
                <c:pt idx="513">
                  <c:v>18.79001999999997</c:v>
                </c:pt>
                <c:pt idx="514">
                  <c:v>19.256789999999974</c:v>
                </c:pt>
                <c:pt idx="515">
                  <c:v>19.625679999999978</c:v>
                </c:pt>
                <c:pt idx="516">
                  <c:v>19.911280000000001</c:v>
                </c:pt>
                <c:pt idx="517">
                  <c:v>20.37602</c:v>
                </c:pt>
                <c:pt idx="518">
                  <c:v>21.017579999999999</c:v>
                </c:pt>
                <c:pt idx="519">
                  <c:v>21.801500000000001</c:v>
                </c:pt>
                <c:pt idx="520">
                  <c:v>22.588149999999956</c:v>
                </c:pt>
                <c:pt idx="521">
                  <c:v>23.16442</c:v>
                </c:pt>
                <c:pt idx="522">
                  <c:v>23.46397</c:v>
                </c:pt>
                <c:pt idx="523">
                  <c:v>23.480769999999964</c:v>
                </c:pt>
                <c:pt idx="524">
                  <c:v>23.17503</c:v>
                </c:pt>
                <c:pt idx="525">
                  <c:v>22.66229999999997</c:v>
                </c:pt>
                <c:pt idx="526">
                  <c:v>22.428799999999956</c:v>
                </c:pt>
                <c:pt idx="527">
                  <c:v>22.337890000000037</c:v>
                </c:pt>
                <c:pt idx="528">
                  <c:v>22.37219</c:v>
                </c:pt>
                <c:pt idx="529">
                  <c:v>22.23549999999997</c:v>
                </c:pt>
                <c:pt idx="530">
                  <c:v>21.885219999999968</c:v>
                </c:pt>
                <c:pt idx="531">
                  <c:v>21.487529999999964</c:v>
                </c:pt>
                <c:pt idx="532">
                  <c:v>20.993589999999973</c:v>
                </c:pt>
                <c:pt idx="533">
                  <c:v>20.77365</c:v>
                </c:pt>
                <c:pt idx="534">
                  <c:v>20.839939999999999</c:v>
                </c:pt>
                <c:pt idx="535">
                  <c:v>20.82902</c:v>
                </c:pt>
                <c:pt idx="536">
                  <c:v>20.83201</c:v>
                </c:pt>
                <c:pt idx="537">
                  <c:v>20.915729999999975</c:v>
                </c:pt>
                <c:pt idx="538">
                  <c:v>21.307680000000001</c:v>
                </c:pt>
                <c:pt idx="539">
                  <c:v>21.446339999999957</c:v>
                </c:pt>
                <c:pt idx="540">
                  <c:v>21.340769999999978</c:v>
                </c:pt>
                <c:pt idx="541">
                  <c:v>21.610299999999999</c:v>
                </c:pt>
                <c:pt idx="542">
                  <c:v>22.178229999999989</c:v>
                </c:pt>
                <c:pt idx="543">
                  <c:v>22.778079999999989</c:v>
                </c:pt>
                <c:pt idx="544">
                  <c:v>23.19463</c:v>
                </c:pt>
                <c:pt idx="545">
                  <c:v>23.525689999999972</c:v>
                </c:pt>
                <c:pt idx="546">
                  <c:v>23.955729999999956</c:v>
                </c:pt>
                <c:pt idx="547">
                  <c:v>24.533049999999989</c:v>
                </c:pt>
                <c:pt idx="548">
                  <c:v>25.135860000000033</c:v>
                </c:pt>
                <c:pt idx="549">
                  <c:v>25.661049999999989</c:v>
                </c:pt>
                <c:pt idx="550">
                  <c:v>26.153939999999999</c:v>
                </c:pt>
                <c:pt idx="551">
                  <c:v>26.65024</c:v>
                </c:pt>
                <c:pt idx="552">
                  <c:v>27.145519999999973</c:v>
                </c:pt>
                <c:pt idx="553">
                  <c:v>27.50357</c:v>
                </c:pt>
                <c:pt idx="554">
                  <c:v>27.309080000000005</c:v>
                </c:pt>
                <c:pt idx="555">
                  <c:v>26.690619999999978</c:v>
                </c:pt>
                <c:pt idx="556">
                  <c:v>26.238729999999968</c:v>
                </c:pt>
                <c:pt idx="557">
                  <c:v>26.223859999999988</c:v>
                </c:pt>
                <c:pt idx="558">
                  <c:v>26.505939999999974</c:v>
                </c:pt>
                <c:pt idx="559">
                  <c:v>26.748270000000002</c:v>
                </c:pt>
                <c:pt idx="560">
                  <c:v>26.97620999999997</c:v>
                </c:pt>
                <c:pt idx="561">
                  <c:v>27.304919999999999</c:v>
                </c:pt>
                <c:pt idx="562">
                  <c:v>27.662669999999974</c:v>
                </c:pt>
                <c:pt idx="563">
                  <c:v>27.95458</c:v>
                </c:pt>
                <c:pt idx="564">
                  <c:v>28.15579</c:v>
                </c:pt>
                <c:pt idx="565">
                  <c:v>28.232509999999973</c:v>
                </c:pt>
                <c:pt idx="566">
                  <c:v>28.339770000000001</c:v>
                </c:pt>
                <c:pt idx="567">
                  <c:v>28.507580000000001</c:v>
                </c:pt>
                <c:pt idx="568">
                  <c:v>28.54299</c:v>
                </c:pt>
                <c:pt idx="569">
                  <c:v>28.34721</c:v>
                </c:pt>
                <c:pt idx="570">
                  <c:v>28.002050000000001</c:v>
                </c:pt>
                <c:pt idx="571">
                  <c:v>27.53238</c:v>
                </c:pt>
                <c:pt idx="572">
                  <c:v>27.180779999999974</c:v>
                </c:pt>
                <c:pt idx="573">
                  <c:v>27.034459999999999</c:v>
                </c:pt>
                <c:pt idx="574">
                  <c:v>27.060219999999973</c:v>
                </c:pt>
                <c:pt idx="575">
                  <c:v>26.869019999999974</c:v>
                </c:pt>
                <c:pt idx="576">
                  <c:v>26.29449</c:v>
                </c:pt>
                <c:pt idx="577">
                  <c:v>25.471810000000001</c:v>
                </c:pt>
                <c:pt idx="578">
                  <c:v>24.916080000000001</c:v>
                </c:pt>
                <c:pt idx="579">
                  <c:v>25.010090000000005</c:v>
                </c:pt>
                <c:pt idx="580">
                  <c:v>25.452470000000002</c:v>
                </c:pt>
                <c:pt idx="581">
                  <c:v>26.032579999999989</c:v>
                </c:pt>
                <c:pt idx="582">
                  <c:v>26.594609999999989</c:v>
                </c:pt>
                <c:pt idx="583">
                  <c:v>27.093129999999974</c:v>
                </c:pt>
                <c:pt idx="584">
                  <c:v>27.499939999999974</c:v>
                </c:pt>
                <c:pt idx="585">
                  <c:v>27.627929999999999</c:v>
                </c:pt>
                <c:pt idx="586">
                  <c:v>26.82161</c:v>
                </c:pt>
                <c:pt idx="587">
                  <c:v>25.998779999999975</c:v>
                </c:pt>
                <c:pt idx="588">
                  <c:v>25.8323</c:v>
                </c:pt>
                <c:pt idx="589">
                  <c:v>25.87528</c:v>
                </c:pt>
                <c:pt idx="590">
                  <c:v>25.863389999999974</c:v>
                </c:pt>
                <c:pt idx="591">
                  <c:v>25.492979999999989</c:v>
                </c:pt>
                <c:pt idx="592">
                  <c:v>24.7712</c:v>
                </c:pt>
                <c:pt idx="593">
                  <c:v>24.132190000000001</c:v>
                </c:pt>
                <c:pt idx="594">
                  <c:v>23.716840000000001</c:v>
                </c:pt>
                <c:pt idx="595">
                  <c:v>23.084779999999974</c:v>
                </c:pt>
                <c:pt idx="596">
                  <c:v>22.72156</c:v>
                </c:pt>
                <c:pt idx="597">
                  <c:v>22.674230000000001</c:v>
                </c:pt>
                <c:pt idx="598">
                  <c:v>22.552910000000001</c:v>
                </c:pt>
                <c:pt idx="599">
                  <c:v>22.432539999999957</c:v>
                </c:pt>
                <c:pt idx="600">
                  <c:v>22.397030000000001</c:v>
                </c:pt>
                <c:pt idx="601">
                  <c:v>22.51876</c:v>
                </c:pt>
                <c:pt idx="602">
                  <c:v>22.72655</c:v>
                </c:pt>
                <c:pt idx="603">
                  <c:v>23.008009999999974</c:v>
                </c:pt>
                <c:pt idx="604">
                  <c:v>23.388470000000002</c:v>
                </c:pt>
                <c:pt idx="605">
                  <c:v>23.825749999999957</c:v>
                </c:pt>
                <c:pt idx="606">
                  <c:v>24.273869999999999</c:v>
                </c:pt>
                <c:pt idx="607">
                  <c:v>24.610469999999999</c:v>
                </c:pt>
                <c:pt idx="608">
                  <c:v>24.60474</c:v>
                </c:pt>
                <c:pt idx="609">
                  <c:v>24.36589</c:v>
                </c:pt>
                <c:pt idx="610">
                  <c:v>23.981509999999975</c:v>
                </c:pt>
                <c:pt idx="611">
                  <c:v>23.616350000000022</c:v>
                </c:pt>
                <c:pt idx="612">
                  <c:v>23.062779999999975</c:v>
                </c:pt>
                <c:pt idx="613">
                  <c:v>22.107389999999999</c:v>
                </c:pt>
                <c:pt idx="614">
                  <c:v>21.311530000000001</c:v>
                </c:pt>
                <c:pt idx="615">
                  <c:v>20.933689999999974</c:v>
                </c:pt>
                <c:pt idx="616">
                  <c:v>20.631319999999999</c:v>
                </c:pt>
                <c:pt idx="617">
                  <c:v>20.408389999999972</c:v>
                </c:pt>
                <c:pt idx="618">
                  <c:v>20.354930000000021</c:v>
                </c:pt>
                <c:pt idx="619">
                  <c:v>20.56183</c:v>
                </c:pt>
                <c:pt idx="620">
                  <c:v>20.611789999999999</c:v>
                </c:pt>
                <c:pt idx="621">
                  <c:v>20.319649999999989</c:v>
                </c:pt>
                <c:pt idx="622">
                  <c:v>19.892399999999974</c:v>
                </c:pt>
                <c:pt idx="623">
                  <c:v>20.01924</c:v>
                </c:pt>
                <c:pt idx="624">
                  <c:v>20.64029</c:v>
                </c:pt>
                <c:pt idx="625">
                  <c:v>21.175429999999974</c:v>
                </c:pt>
                <c:pt idx="626">
                  <c:v>21.132860000000033</c:v>
                </c:pt>
                <c:pt idx="627">
                  <c:v>20.612810000000021</c:v>
                </c:pt>
                <c:pt idx="628">
                  <c:v>20.182110000000002</c:v>
                </c:pt>
                <c:pt idx="629">
                  <c:v>19.886609999999973</c:v>
                </c:pt>
                <c:pt idx="630">
                  <c:v>19.354579999999999</c:v>
                </c:pt>
                <c:pt idx="631">
                  <c:v>18.761990000000001</c:v>
                </c:pt>
                <c:pt idx="632">
                  <c:v>18.675219999999989</c:v>
                </c:pt>
                <c:pt idx="633">
                  <c:v>18.828220000000002</c:v>
                </c:pt>
                <c:pt idx="634">
                  <c:v>18.846499999999974</c:v>
                </c:pt>
                <c:pt idx="635">
                  <c:v>18.59515</c:v>
                </c:pt>
                <c:pt idx="636">
                  <c:v>18.225429999999957</c:v>
                </c:pt>
                <c:pt idx="637">
                  <c:v>17.8292</c:v>
                </c:pt>
                <c:pt idx="638">
                  <c:v>17.25347</c:v>
                </c:pt>
                <c:pt idx="639">
                  <c:v>16.802320000000002</c:v>
                </c:pt>
                <c:pt idx="640">
                  <c:v>17.033249999999974</c:v>
                </c:pt>
                <c:pt idx="641">
                  <c:v>17.62311</c:v>
                </c:pt>
                <c:pt idx="642">
                  <c:v>17.98085</c:v>
                </c:pt>
                <c:pt idx="643">
                  <c:v>17.863229999999973</c:v>
                </c:pt>
                <c:pt idx="644">
                  <c:v>17.7745</c:v>
                </c:pt>
                <c:pt idx="645">
                  <c:v>17.848099999999974</c:v>
                </c:pt>
                <c:pt idx="646">
                  <c:v>17.668419999999973</c:v>
                </c:pt>
                <c:pt idx="647">
                  <c:v>17.377300000000005</c:v>
                </c:pt>
                <c:pt idx="648">
                  <c:v>17.232060000000001</c:v>
                </c:pt>
                <c:pt idx="649">
                  <c:v>17.06129</c:v>
                </c:pt>
                <c:pt idx="650">
                  <c:v>16.884360000000001</c:v>
                </c:pt>
                <c:pt idx="651">
                  <c:v>16.850349999999974</c:v>
                </c:pt>
                <c:pt idx="652">
                  <c:v>16.848890000000001</c:v>
                </c:pt>
                <c:pt idx="653">
                  <c:v>16.41159</c:v>
                </c:pt>
                <c:pt idx="654">
                  <c:v>15.70566</c:v>
                </c:pt>
                <c:pt idx="655">
                  <c:v>15.300610000000002</c:v>
                </c:pt>
                <c:pt idx="656">
                  <c:v>15.262030000000006</c:v>
                </c:pt>
                <c:pt idx="657">
                  <c:v>15.07831</c:v>
                </c:pt>
                <c:pt idx="658">
                  <c:v>14.67984</c:v>
                </c:pt>
                <c:pt idx="659">
                  <c:v>13.78553000000001</c:v>
                </c:pt>
                <c:pt idx="660">
                  <c:v>12.792</c:v>
                </c:pt>
                <c:pt idx="661">
                  <c:v>12.22715</c:v>
                </c:pt>
                <c:pt idx="662">
                  <c:v>11.914240000000001</c:v>
                </c:pt>
                <c:pt idx="663">
                  <c:v>11.748469999999999</c:v>
                </c:pt>
                <c:pt idx="664">
                  <c:v>11.665710000000002</c:v>
                </c:pt>
                <c:pt idx="665">
                  <c:v>11.632160000000001</c:v>
                </c:pt>
                <c:pt idx="666">
                  <c:v>11.647040000000001</c:v>
                </c:pt>
                <c:pt idx="667">
                  <c:v>11.702220000000001</c:v>
                </c:pt>
                <c:pt idx="668">
                  <c:v>11.758000000000001</c:v>
                </c:pt>
                <c:pt idx="669">
                  <c:v>11.798909999999999</c:v>
                </c:pt>
                <c:pt idx="670">
                  <c:v>11.83043000000001</c:v>
                </c:pt>
                <c:pt idx="671">
                  <c:v>11.85937</c:v>
                </c:pt>
                <c:pt idx="672">
                  <c:v>11.89152</c:v>
                </c:pt>
                <c:pt idx="673">
                  <c:v>12.38424</c:v>
                </c:pt>
                <c:pt idx="674">
                  <c:v>13.208629999999999</c:v>
                </c:pt>
                <c:pt idx="675">
                  <c:v>13.73382</c:v>
                </c:pt>
                <c:pt idx="676">
                  <c:v>14.01505</c:v>
                </c:pt>
                <c:pt idx="677">
                  <c:v>14.22448</c:v>
                </c:pt>
                <c:pt idx="678">
                  <c:v>13.93599</c:v>
                </c:pt>
                <c:pt idx="679">
                  <c:v>13.65837</c:v>
                </c:pt>
                <c:pt idx="680">
                  <c:v>13.711550000000001</c:v>
                </c:pt>
                <c:pt idx="681">
                  <c:v>13.43721</c:v>
                </c:pt>
                <c:pt idx="682">
                  <c:v>13.164540000000002</c:v>
                </c:pt>
                <c:pt idx="683">
                  <c:v>13.24234</c:v>
                </c:pt>
                <c:pt idx="684">
                  <c:v>13.39167</c:v>
                </c:pt>
                <c:pt idx="685">
                  <c:v>13.402340000000002</c:v>
                </c:pt>
                <c:pt idx="686">
                  <c:v>13.217829999999999</c:v>
                </c:pt>
                <c:pt idx="687">
                  <c:v>13.12668</c:v>
                </c:pt>
                <c:pt idx="688">
                  <c:v>13.18792</c:v>
                </c:pt>
                <c:pt idx="689">
                  <c:v>12.87129</c:v>
                </c:pt>
                <c:pt idx="690">
                  <c:v>12.140610000000001</c:v>
                </c:pt>
                <c:pt idx="691">
                  <c:v>11.209770000000001</c:v>
                </c:pt>
                <c:pt idx="692">
                  <c:v>10.521319999999999</c:v>
                </c:pt>
                <c:pt idx="693">
                  <c:v>9.8410200000000003</c:v>
                </c:pt>
                <c:pt idx="694">
                  <c:v>9.1884800000000002</c:v>
                </c:pt>
                <c:pt idx="695">
                  <c:v>8.9270400000000034</c:v>
                </c:pt>
                <c:pt idx="696">
                  <c:v>8.5993400000000015</c:v>
                </c:pt>
                <c:pt idx="697">
                  <c:v>8.2122000000000011</c:v>
                </c:pt>
                <c:pt idx="698">
                  <c:v>8.09863</c:v>
                </c:pt>
                <c:pt idx="699">
                  <c:v>8.0497300000000003</c:v>
                </c:pt>
                <c:pt idx="700">
                  <c:v>7.9393400000000076</c:v>
                </c:pt>
                <c:pt idx="701">
                  <c:v>7.9826500000000014</c:v>
                </c:pt>
                <c:pt idx="702">
                  <c:v>8.0819100000000006</c:v>
                </c:pt>
                <c:pt idx="703">
                  <c:v>8.38612</c:v>
                </c:pt>
                <c:pt idx="704">
                  <c:v>8.8216200000000011</c:v>
                </c:pt>
                <c:pt idx="705">
                  <c:v>9.3212400000000013</c:v>
                </c:pt>
                <c:pt idx="706">
                  <c:v>9.784279999999999</c:v>
                </c:pt>
                <c:pt idx="707">
                  <c:v>9.91221</c:v>
                </c:pt>
                <c:pt idx="708">
                  <c:v>9.6858400000000007</c:v>
                </c:pt>
                <c:pt idx="709">
                  <c:v>9.1487699999999972</c:v>
                </c:pt>
                <c:pt idx="710">
                  <c:v>8.4777800000000028</c:v>
                </c:pt>
                <c:pt idx="711">
                  <c:v>8.2325600000000012</c:v>
                </c:pt>
                <c:pt idx="712">
                  <c:v>8.5737300000000047</c:v>
                </c:pt>
                <c:pt idx="713">
                  <c:v>9.0310900000000007</c:v>
                </c:pt>
                <c:pt idx="714">
                  <c:v>9.3826600000000067</c:v>
                </c:pt>
                <c:pt idx="715">
                  <c:v>9.6044800000000006</c:v>
                </c:pt>
                <c:pt idx="716">
                  <c:v>9.5391500000000011</c:v>
                </c:pt>
                <c:pt idx="717">
                  <c:v>9.3218700000000005</c:v>
                </c:pt>
                <c:pt idx="718">
                  <c:v>9.1274700000000006</c:v>
                </c:pt>
                <c:pt idx="719">
                  <c:v>9.0756200000000007</c:v>
                </c:pt>
                <c:pt idx="720">
                  <c:v>9.3126400000000125</c:v>
                </c:pt>
                <c:pt idx="721">
                  <c:v>9.5899100000000015</c:v>
                </c:pt>
                <c:pt idx="722">
                  <c:v>9.8205800000000067</c:v>
                </c:pt>
                <c:pt idx="723">
                  <c:v>10.123060000000001</c:v>
                </c:pt>
                <c:pt idx="724">
                  <c:v>10.193580000000004</c:v>
                </c:pt>
                <c:pt idx="725">
                  <c:v>9.8428200000000015</c:v>
                </c:pt>
                <c:pt idx="726">
                  <c:v>9.2717299999999998</c:v>
                </c:pt>
                <c:pt idx="727">
                  <c:v>8.6390400000000014</c:v>
                </c:pt>
                <c:pt idx="728">
                  <c:v>8.1356000000000002</c:v>
                </c:pt>
                <c:pt idx="729">
                  <c:v>7.8618699999999997</c:v>
                </c:pt>
              </c:numCache>
            </c:numRef>
          </c:yVal>
          <c:smooth val="0"/>
          <c:extLst>
            <c:ext xmlns:c16="http://schemas.microsoft.com/office/drawing/2014/chart" uri="{C3380CC4-5D6E-409C-BE32-E72D297353CC}">
              <c16:uniqueId val="{00000003-467D-455F-8E22-459B486F2A01}"/>
            </c:ext>
          </c:extLst>
        </c:ser>
        <c:dLbls>
          <c:showLegendKey val="0"/>
          <c:showVal val="0"/>
          <c:showCatName val="0"/>
          <c:showSerName val="0"/>
          <c:showPercent val="0"/>
          <c:showBubbleSize val="0"/>
        </c:dLbls>
        <c:axId val="113421312"/>
        <c:axId val="113419776"/>
      </c:scatterChart>
      <c:valAx>
        <c:axId val="114809088"/>
        <c:scaling>
          <c:orientation val="minMax"/>
        </c:scaling>
        <c:delete val="0"/>
        <c:axPos val="b"/>
        <c:numFmt formatCode="mm/dd/yy;@" sourceLinked="0"/>
        <c:majorTickMark val="out"/>
        <c:minorTickMark val="none"/>
        <c:tickLblPos val="nextTo"/>
        <c:txPr>
          <a:bodyPr rot="5400000" vert="horz"/>
          <a:lstStyle/>
          <a:p>
            <a:pPr>
              <a:defRPr/>
            </a:pPr>
            <a:endParaRPr lang="it-IT"/>
          </a:p>
        </c:txPr>
        <c:crossAx val="113418240"/>
        <c:crosses val="autoZero"/>
        <c:crossBetween val="midCat"/>
      </c:valAx>
      <c:valAx>
        <c:axId val="113418240"/>
        <c:scaling>
          <c:orientation val="minMax"/>
        </c:scaling>
        <c:delete val="0"/>
        <c:axPos val="l"/>
        <c:majorGridlines/>
        <c:numFmt formatCode="General" sourceLinked="1"/>
        <c:majorTickMark val="out"/>
        <c:minorTickMark val="none"/>
        <c:tickLblPos val="nextTo"/>
        <c:crossAx val="114809088"/>
        <c:crosses val="autoZero"/>
        <c:crossBetween val="midCat"/>
        <c:majorUnit val="2000"/>
      </c:valAx>
      <c:valAx>
        <c:axId val="113419776"/>
        <c:scaling>
          <c:orientation val="minMax"/>
        </c:scaling>
        <c:delete val="0"/>
        <c:axPos val="r"/>
        <c:numFmt formatCode="General" sourceLinked="1"/>
        <c:majorTickMark val="out"/>
        <c:minorTickMark val="none"/>
        <c:tickLblPos val="nextTo"/>
        <c:crossAx val="113421312"/>
        <c:crosses val="max"/>
        <c:crossBetween val="midCat"/>
      </c:valAx>
      <c:valAx>
        <c:axId val="113421312"/>
        <c:scaling>
          <c:orientation val="minMax"/>
        </c:scaling>
        <c:delete val="1"/>
        <c:axPos val="b"/>
        <c:numFmt formatCode="m/d/yyyy" sourceLinked="1"/>
        <c:majorTickMark val="out"/>
        <c:minorTickMark val="none"/>
        <c:tickLblPos val="none"/>
        <c:crossAx val="113419776"/>
        <c:crosses val="autoZero"/>
        <c:crossBetween val="midCat"/>
      </c:valAx>
    </c:plotArea>
    <c:legend>
      <c:legendPos val="r"/>
      <c:overlay val="0"/>
    </c:legend>
    <c:plotVisOnly val="1"/>
    <c:dispBlanksAs val="gap"/>
    <c:showDLblsOverMax val="0"/>
  </c:chart>
  <c:txPr>
    <a:bodyPr/>
    <a:lstStyle/>
    <a:p>
      <a:pPr>
        <a:defRPr>
          <a:latin typeface="Arial" pitchFamily="34" charset="0"/>
          <a:cs typeface="Arial" pitchFamily="34" charset="0"/>
        </a:defRPr>
      </a:pPr>
      <a:endParaRPr lang="it-IT"/>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US" noProof="0"/>
            </a:pPr>
            <a:r>
              <a:rPr lang="en-US" noProof="0" dirty="0"/>
              <a:t>Boretto - Simulation results (RCP 4.5)</a:t>
            </a:r>
          </a:p>
        </c:rich>
      </c:tx>
      <c:overlay val="0"/>
    </c:title>
    <c:autoTitleDeleted val="0"/>
    <c:plotArea>
      <c:layout/>
      <c:scatterChart>
        <c:scatterStyle val="lineMarker"/>
        <c:varyColors val="0"/>
        <c:ser>
          <c:idx val="5"/>
          <c:order val="2"/>
          <c:tx>
            <c:strRef>
              <c:f>BorettoRCP45!$D$2</c:f>
              <c:strCache>
                <c:ptCount val="1"/>
                <c:pt idx="0">
                  <c:v>Discharge</c:v>
                </c:pt>
              </c:strCache>
            </c:strRef>
          </c:tx>
          <c:marker>
            <c:symbol val="none"/>
          </c:marker>
          <c:xVal>
            <c:numRef>
              <c:f>BorettoRCP45!$A$3:$A$32873</c:f>
              <c:numCache>
                <c:formatCode>m/d/yyyy</c:formatCode>
                <c:ptCount val="32871"/>
                <c:pt idx="0">
                  <c:v>42370</c:v>
                </c:pt>
                <c:pt idx="1">
                  <c:v>42371</c:v>
                </c:pt>
                <c:pt idx="2">
                  <c:v>42372</c:v>
                </c:pt>
                <c:pt idx="3">
                  <c:v>42373</c:v>
                </c:pt>
                <c:pt idx="4">
                  <c:v>42374</c:v>
                </c:pt>
                <c:pt idx="5">
                  <c:v>42375</c:v>
                </c:pt>
                <c:pt idx="6">
                  <c:v>42376</c:v>
                </c:pt>
                <c:pt idx="7">
                  <c:v>42377</c:v>
                </c:pt>
                <c:pt idx="8">
                  <c:v>42378</c:v>
                </c:pt>
                <c:pt idx="9">
                  <c:v>42379</c:v>
                </c:pt>
                <c:pt idx="10">
                  <c:v>42380</c:v>
                </c:pt>
                <c:pt idx="11">
                  <c:v>42381</c:v>
                </c:pt>
                <c:pt idx="12">
                  <c:v>42382</c:v>
                </c:pt>
                <c:pt idx="13">
                  <c:v>42383</c:v>
                </c:pt>
                <c:pt idx="14">
                  <c:v>42384</c:v>
                </c:pt>
                <c:pt idx="15">
                  <c:v>42385</c:v>
                </c:pt>
                <c:pt idx="16">
                  <c:v>42386</c:v>
                </c:pt>
                <c:pt idx="17">
                  <c:v>42387</c:v>
                </c:pt>
                <c:pt idx="18">
                  <c:v>42388</c:v>
                </c:pt>
                <c:pt idx="19">
                  <c:v>42389</c:v>
                </c:pt>
                <c:pt idx="20">
                  <c:v>42390</c:v>
                </c:pt>
                <c:pt idx="21">
                  <c:v>42391</c:v>
                </c:pt>
                <c:pt idx="22">
                  <c:v>42392</c:v>
                </c:pt>
                <c:pt idx="23">
                  <c:v>42393</c:v>
                </c:pt>
                <c:pt idx="24">
                  <c:v>42394</c:v>
                </c:pt>
                <c:pt idx="25">
                  <c:v>42395</c:v>
                </c:pt>
                <c:pt idx="26">
                  <c:v>42396</c:v>
                </c:pt>
                <c:pt idx="27">
                  <c:v>42397</c:v>
                </c:pt>
                <c:pt idx="28">
                  <c:v>42398</c:v>
                </c:pt>
                <c:pt idx="29">
                  <c:v>42399</c:v>
                </c:pt>
                <c:pt idx="30">
                  <c:v>42400</c:v>
                </c:pt>
                <c:pt idx="31">
                  <c:v>42401</c:v>
                </c:pt>
                <c:pt idx="32">
                  <c:v>42402</c:v>
                </c:pt>
                <c:pt idx="33">
                  <c:v>42403</c:v>
                </c:pt>
                <c:pt idx="34">
                  <c:v>42404</c:v>
                </c:pt>
                <c:pt idx="35">
                  <c:v>42405</c:v>
                </c:pt>
                <c:pt idx="36">
                  <c:v>42406</c:v>
                </c:pt>
                <c:pt idx="37">
                  <c:v>42407</c:v>
                </c:pt>
                <c:pt idx="38">
                  <c:v>42408</c:v>
                </c:pt>
                <c:pt idx="39">
                  <c:v>42409</c:v>
                </c:pt>
                <c:pt idx="40">
                  <c:v>42410</c:v>
                </c:pt>
                <c:pt idx="41">
                  <c:v>42411</c:v>
                </c:pt>
                <c:pt idx="42">
                  <c:v>42412</c:v>
                </c:pt>
                <c:pt idx="43">
                  <c:v>42413</c:v>
                </c:pt>
                <c:pt idx="44">
                  <c:v>42414</c:v>
                </c:pt>
                <c:pt idx="45">
                  <c:v>42415</c:v>
                </c:pt>
                <c:pt idx="46">
                  <c:v>42416</c:v>
                </c:pt>
                <c:pt idx="47">
                  <c:v>42417</c:v>
                </c:pt>
                <c:pt idx="48">
                  <c:v>42418</c:v>
                </c:pt>
                <c:pt idx="49">
                  <c:v>42419</c:v>
                </c:pt>
                <c:pt idx="50">
                  <c:v>42420</c:v>
                </c:pt>
                <c:pt idx="51">
                  <c:v>42421</c:v>
                </c:pt>
                <c:pt idx="52">
                  <c:v>42422</c:v>
                </c:pt>
                <c:pt idx="53">
                  <c:v>42423</c:v>
                </c:pt>
                <c:pt idx="54">
                  <c:v>42424</c:v>
                </c:pt>
                <c:pt idx="55">
                  <c:v>42425</c:v>
                </c:pt>
                <c:pt idx="56">
                  <c:v>42426</c:v>
                </c:pt>
                <c:pt idx="57">
                  <c:v>42427</c:v>
                </c:pt>
                <c:pt idx="58">
                  <c:v>42428</c:v>
                </c:pt>
                <c:pt idx="59">
                  <c:v>42429</c:v>
                </c:pt>
                <c:pt idx="60">
                  <c:v>42430</c:v>
                </c:pt>
                <c:pt idx="61">
                  <c:v>42431</c:v>
                </c:pt>
                <c:pt idx="62">
                  <c:v>42432</c:v>
                </c:pt>
                <c:pt idx="63">
                  <c:v>42433</c:v>
                </c:pt>
                <c:pt idx="64">
                  <c:v>42434</c:v>
                </c:pt>
                <c:pt idx="65">
                  <c:v>42435</c:v>
                </c:pt>
                <c:pt idx="66">
                  <c:v>42436</c:v>
                </c:pt>
                <c:pt idx="67">
                  <c:v>42437</c:v>
                </c:pt>
                <c:pt idx="68">
                  <c:v>42438</c:v>
                </c:pt>
                <c:pt idx="69">
                  <c:v>42439</c:v>
                </c:pt>
                <c:pt idx="70">
                  <c:v>42440</c:v>
                </c:pt>
                <c:pt idx="71">
                  <c:v>42441</c:v>
                </c:pt>
                <c:pt idx="72">
                  <c:v>42442</c:v>
                </c:pt>
                <c:pt idx="73">
                  <c:v>42443</c:v>
                </c:pt>
                <c:pt idx="74">
                  <c:v>42444</c:v>
                </c:pt>
                <c:pt idx="75">
                  <c:v>42445</c:v>
                </c:pt>
                <c:pt idx="76">
                  <c:v>42446</c:v>
                </c:pt>
                <c:pt idx="77">
                  <c:v>42447</c:v>
                </c:pt>
                <c:pt idx="78">
                  <c:v>42448</c:v>
                </c:pt>
                <c:pt idx="79">
                  <c:v>42449</c:v>
                </c:pt>
                <c:pt idx="80">
                  <c:v>42450</c:v>
                </c:pt>
                <c:pt idx="81">
                  <c:v>42451</c:v>
                </c:pt>
                <c:pt idx="82">
                  <c:v>42452</c:v>
                </c:pt>
                <c:pt idx="83">
                  <c:v>42453</c:v>
                </c:pt>
                <c:pt idx="84">
                  <c:v>42454</c:v>
                </c:pt>
                <c:pt idx="85">
                  <c:v>42455</c:v>
                </c:pt>
                <c:pt idx="86">
                  <c:v>42456</c:v>
                </c:pt>
                <c:pt idx="87">
                  <c:v>42457</c:v>
                </c:pt>
                <c:pt idx="88">
                  <c:v>42458</c:v>
                </c:pt>
                <c:pt idx="89">
                  <c:v>42459</c:v>
                </c:pt>
                <c:pt idx="90">
                  <c:v>42460</c:v>
                </c:pt>
                <c:pt idx="91">
                  <c:v>42461</c:v>
                </c:pt>
                <c:pt idx="92">
                  <c:v>42462</c:v>
                </c:pt>
                <c:pt idx="93">
                  <c:v>42463</c:v>
                </c:pt>
                <c:pt idx="94">
                  <c:v>42464</c:v>
                </c:pt>
                <c:pt idx="95">
                  <c:v>42465</c:v>
                </c:pt>
                <c:pt idx="96">
                  <c:v>42466</c:v>
                </c:pt>
                <c:pt idx="97">
                  <c:v>42467</c:v>
                </c:pt>
                <c:pt idx="98">
                  <c:v>42468</c:v>
                </c:pt>
                <c:pt idx="99">
                  <c:v>42469</c:v>
                </c:pt>
                <c:pt idx="100">
                  <c:v>42470</c:v>
                </c:pt>
                <c:pt idx="101">
                  <c:v>42471</c:v>
                </c:pt>
                <c:pt idx="102">
                  <c:v>42472</c:v>
                </c:pt>
                <c:pt idx="103">
                  <c:v>42473</c:v>
                </c:pt>
                <c:pt idx="104">
                  <c:v>42474</c:v>
                </c:pt>
                <c:pt idx="105">
                  <c:v>42475</c:v>
                </c:pt>
                <c:pt idx="106">
                  <c:v>42476</c:v>
                </c:pt>
                <c:pt idx="107">
                  <c:v>42477</c:v>
                </c:pt>
                <c:pt idx="108">
                  <c:v>42478</c:v>
                </c:pt>
                <c:pt idx="109">
                  <c:v>42479</c:v>
                </c:pt>
                <c:pt idx="110">
                  <c:v>42480</c:v>
                </c:pt>
                <c:pt idx="111">
                  <c:v>42481</c:v>
                </c:pt>
                <c:pt idx="112">
                  <c:v>42482</c:v>
                </c:pt>
                <c:pt idx="113">
                  <c:v>42483</c:v>
                </c:pt>
                <c:pt idx="114">
                  <c:v>42484</c:v>
                </c:pt>
                <c:pt idx="115">
                  <c:v>42485</c:v>
                </c:pt>
                <c:pt idx="116">
                  <c:v>42486</c:v>
                </c:pt>
                <c:pt idx="117">
                  <c:v>42487</c:v>
                </c:pt>
                <c:pt idx="118">
                  <c:v>42488</c:v>
                </c:pt>
                <c:pt idx="119">
                  <c:v>42489</c:v>
                </c:pt>
                <c:pt idx="120">
                  <c:v>42490</c:v>
                </c:pt>
                <c:pt idx="121">
                  <c:v>42491</c:v>
                </c:pt>
                <c:pt idx="122">
                  <c:v>42492</c:v>
                </c:pt>
                <c:pt idx="123">
                  <c:v>42493</c:v>
                </c:pt>
                <c:pt idx="124">
                  <c:v>42494</c:v>
                </c:pt>
                <c:pt idx="125">
                  <c:v>42495</c:v>
                </c:pt>
                <c:pt idx="126">
                  <c:v>42496</c:v>
                </c:pt>
                <c:pt idx="127">
                  <c:v>42497</c:v>
                </c:pt>
                <c:pt idx="128">
                  <c:v>42498</c:v>
                </c:pt>
                <c:pt idx="129">
                  <c:v>42499</c:v>
                </c:pt>
                <c:pt idx="130">
                  <c:v>42500</c:v>
                </c:pt>
                <c:pt idx="131">
                  <c:v>42501</c:v>
                </c:pt>
                <c:pt idx="132">
                  <c:v>42502</c:v>
                </c:pt>
                <c:pt idx="133">
                  <c:v>42503</c:v>
                </c:pt>
                <c:pt idx="134">
                  <c:v>42504</c:v>
                </c:pt>
                <c:pt idx="135">
                  <c:v>42505</c:v>
                </c:pt>
                <c:pt idx="136">
                  <c:v>42506</c:v>
                </c:pt>
                <c:pt idx="137">
                  <c:v>42507</c:v>
                </c:pt>
                <c:pt idx="138">
                  <c:v>42508</c:v>
                </c:pt>
                <c:pt idx="139">
                  <c:v>42509</c:v>
                </c:pt>
                <c:pt idx="140">
                  <c:v>42510</c:v>
                </c:pt>
                <c:pt idx="141">
                  <c:v>42511</c:v>
                </c:pt>
                <c:pt idx="142">
                  <c:v>42512</c:v>
                </c:pt>
                <c:pt idx="143">
                  <c:v>42513</c:v>
                </c:pt>
                <c:pt idx="144">
                  <c:v>42514</c:v>
                </c:pt>
                <c:pt idx="145">
                  <c:v>42515</c:v>
                </c:pt>
                <c:pt idx="146">
                  <c:v>42516</c:v>
                </c:pt>
                <c:pt idx="147">
                  <c:v>42517</c:v>
                </c:pt>
                <c:pt idx="148">
                  <c:v>42518</c:v>
                </c:pt>
                <c:pt idx="149">
                  <c:v>42519</c:v>
                </c:pt>
                <c:pt idx="150">
                  <c:v>42520</c:v>
                </c:pt>
                <c:pt idx="151">
                  <c:v>42521</c:v>
                </c:pt>
                <c:pt idx="152">
                  <c:v>42522</c:v>
                </c:pt>
                <c:pt idx="153">
                  <c:v>42523</c:v>
                </c:pt>
                <c:pt idx="154">
                  <c:v>42524</c:v>
                </c:pt>
                <c:pt idx="155">
                  <c:v>42525</c:v>
                </c:pt>
                <c:pt idx="156">
                  <c:v>42526</c:v>
                </c:pt>
                <c:pt idx="157">
                  <c:v>42527</c:v>
                </c:pt>
                <c:pt idx="158">
                  <c:v>42528</c:v>
                </c:pt>
                <c:pt idx="159">
                  <c:v>42529</c:v>
                </c:pt>
                <c:pt idx="160">
                  <c:v>42530</c:v>
                </c:pt>
                <c:pt idx="161">
                  <c:v>42531</c:v>
                </c:pt>
                <c:pt idx="162">
                  <c:v>42532</c:v>
                </c:pt>
                <c:pt idx="163">
                  <c:v>42533</c:v>
                </c:pt>
                <c:pt idx="164">
                  <c:v>42534</c:v>
                </c:pt>
                <c:pt idx="165">
                  <c:v>42535</c:v>
                </c:pt>
                <c:pt idx="166">
                  <c:v>42536</c:v>
                </c:pt>
                <c:pt idx="167">
                  <c:v>42537</c:v>
                </c:pt>
                <c:pt idx="168">
                  <c:v>42538</c:v>
                </c:pt>
                <c:pt idx="169">
                  <c:v>42539</c:v>
                </c:pt>
                <c:pt idx="170">
                  <c:v>42540</c:v>
                </c:pt>
                <c:pt idx="171">
                  <c:v>42541</c:v>
                </c:pt>
                <c:pt idx="172">
                  <c:v>42542</c:v>
                </c:pt>
                <c:pt idx="173">
                  <c:v>42543</c:v>
                </c:pt>
                <c:pt idx="174">
                  <c:v>42544</c:v>
                </c:pt>
                <c:pt idx="175">
                  <c:v>42545</c:v>
                </c:pt>
                <c:pt idx="176">
                  <c:v>42546</c:v>
                </c:pt>
                <c:pt idx="177">
                  <c:v>42547</c:v>
                </c:pt>
                <c:pt idx="178">
                  <c:v>42548</c:v>
                </c:pt>
                <c:pt idx="179">
                  <c:v>42549</c:v>
                </c:pt>
                <c:pt idx="180">
                  <c:v>42550</c:v>
                </c:pt>
                <c:pt idx="181">
                  <c:v>42551</c:v>
                </c:pt>
                <c:pt idx="182">
                  <c:v>42552</c:v>
                </c:pt>
                <c:pt idx="183">
                  <c:v>42553</c:v>
                </c:pt>
                <c:pt idx="184">
                  <c:v>42554</c:v>
                </c:pt>
                <c:pt idx="185">
                  <c:v>42555</c:v>
                </c:pt>
                <c:pt idx="186">
                  <c:v>42556</c:v>
                </c:pt>
                <c:pt idx="187">
                  <c:v>42557</c:v>
                </c:pt>
                <c:pt idx="188">
                  <c:v>42558</c:v>
                </c:pt>
                <c:pt idx="189">
                  <c:v>42559</c:v>
                </c:pt>
                <c:pt idx="190">
                  <c:v>42560</c:v>
                </c:pt>
                <c:pt idx="191">
                  <c:v>42561</c:v>
                </c:pt>
                <c:pt idx="192">
                  <c:v>42562</c:v>
                </c:pt>
                <c:pt idx="193">
                  <c:v>42563</c:v>
                </c:pt>
                <c:pt idx="194">
                  <c:v>42564</c:v>
                </c:pt>
                <c:pt idx="195">
                  <c:v>42565</c:v>
                </c:pt>
                <c:pt idx="196">
                  <c:v>42566</c:v>
                </c:pt>
                <c:pt idx="197">
                  <c:v>42567</c:v>
                </c:pt>
                <c:pt idx="198">
                  <c:v>42568</c:v>
                </c:pt>
                <c:pt idx="199">
                  <c:v>42569</c:v>
                </c:pt>
                <c:pt idx="200">
                  <c:v>42570</c:v>
                </c:pt>
                <c:pt idx="201">
                  <c:v>42571</c:v>
                </c:pt>
                <c:pt idx="202">
                  <c:v>42572</c:v>
                </c:pt>
                <c:pt idx="203">
                  <c:v>42573</c:v>
                </c:pt>
                <c:pt idx="204">
                  <c:v>42574</c:v>
                </c:pt>
                <c:pt idx="205">
                  <c:v>42575</c:v>
                </c:pt>
                <c:pt idx="206">
                  <c:v>42576</c:v>
                </c:pt>
                <c:pt idx="207">
                  <c:v>42577</c:v>
                </c:pt>
                <c:pt idx="208">
                  <c:v>42578</c:v>
                </c:pt>
                <c:pt idx="209">
                  <c:v>42579</c:v>
                </c:pt>
                <c:pt idx="210">
                  <c:v>42580</c:v>
                </c:pt>
                <c:pt idx="211">
                  <c:v>42581</c:v>
                </c:pt>
                <c:pt idx="212">
                  <c:v>42582</c:v>
                </c:pt>
                <c:pt idx="213">
                  <c:v>42583</c:v>
                </c:pt>
                <c:pt idx="214">
                  <c:v>42584</c:v>
                </c:pt>
                <c:pt idx="215">
                  <c:v>42585</c:v>
                </c:pt>
                <c:pt idx="216">
                  <c:v>42586</c:v>
                </c:pt>
                <c:pt idx="217">
                  <c:v>42587</c:v>
                </c:pt>
                <c:pt idx="218">
                  <c:v>42588</c:v>
                </c:pt>
                <c:pt idx="219">
                  <c:v>42589</c:v>
                </c:pt>
                <c:pt idx="220">
                  <c:v>42590</c:v>
                </c:pt>
                <c:pt idx="221">
                  <c:v>42591</c:v>
                </c:pt>
                <c:pt idx="222">
                  <c:v>42592</c:v>
                </c:pt>
                <c:pt idx="223">
                  <c:v>42593</c:v>
                </c:pt>
                <c:pt idx="224">
                  <c:v>42594</c:v>
                </c:pt>
                <c:pt idx="225">
                  <c:v>42595</c:v>
                </c:pt>
                <c:pt idx="226">
                  <c:v>42596</c:v>
                </c:pt>
                <c:pt idx="227">
                  <c:v>42597</c:v>
                </c:pt>
                <c:pt idx="228">
                  <c:v>42598</c:v>
                </c:pt>
                <c:pt idx="229">
                  <c:v>42599</c:v>
                </c:pt>
                <c:pt idx="230">
                  <c:v>42600</c:v>
                </c:pt>
                <c:pt idx="231">
                  <c:v>42601</c:v>
                </c:pt>
                <c:pt idx="232">
                  <c:v>42602</c:v>
                </c:pt>
                <c:pt idx="233">
                  <c:v>42603</c:v>
                </c:pt>
                <c:pt idx="234">
                  <c:v>42604</c:v>
                </c:pt>
                <c:pt idx="235">
                  <c:v>42605</c:v>
                </c:pt>
                <c:pt idx="236">
                  <c:v>42606</c:v>
                </c:pt>
                <c:pt idx="237">
                  <c:v>42607</c:v>
                </c:pt>
                <c:pt idx="238">
                  <c:v>42608</c:v>
                </c:pt>
                <c:pt idx="239">
                  <c:v>42609</c:v>
                </c:pt>
                <c:pt idx="240">
                  <c:v>42610</c:v>
                </c:pt>
                <c:pt idx="241">
                  <c:v>42611</c:v>
                </c:pt>
                <c:pt idx="242">
                  <c:v>42612</c:v>
                </c:pt>
                <c:pt idx="243">
                  <c:v>42613</c:v>
                </c:pt>
                <c:pt idx="244">
                  <c:v>42614</c:v>
                </c:pt>
                <c:pt idx="245">
                  <c:v>42615</c:v>
                </c:pt>
                <c:pt idx="246">
                  <c:v>42616</c:v>
                </c:pt>
                <c:pt idx="247">
                  <c:v>42617</c:v>
                </c:pt>
                <c:pt idx="248">
                  <c:v>42618</c:v>
                </c:pt>
                <c:pt idx="249">
                  <c:v>42619</c:v>
                </c:pt>
                <c:pt idx="250">
                  <c:v>42620</c:v>
                </c:pt>
                <c:pt idx="251">
                  <c:v>42621</c:v>
                </c:pt>
                <c:pt idx="252">
                  <c:v>42622</c:v>
                </c:pt>
                <c:pt idx="253">
                  <c:v>42623</c:v>
                </c:pt>
                <c:pt idx="254">
                  <c:v>42624</c:v>
                </c:pt>
                <c:pt idx="255">
                  <c:v>42625</c:v>
                </c:pt>
                <c:pt idx="256">
                  <c:v>42626</c:v>
                </c:pt>
                <c:pt idx="257">
                  <c:v>42627</c:v>
                </c:pt>
                <c:pt idx="258">
                  <c:v>42628</c:v>
                </c:pt>
                <c:pt idx="259">
                  <c:v>42629</c:v>
                </c:pt>
                <c:pt idx="260">
                  <c:v>42630</c:v>
                </c:pt>
                <c:pt idx="261">
                  <c:v>42631</c:v>
                </c:pt>
                <c:pt idx="262">
                  <c:v>42632</c:v>
                </c:pt>
                <c:pt idx="263">
                  <c:v>42633</c:v>
                </c:pt>
                <c:pt idx="264">
                  <c:v>42634</c:v>
                </c:pt>
                <c:pt idx="265">
                  <c:v>42635</c:v>
                </c:pt>
                <c:pt idx="266">
                  <c:v>42636</c:v>
                </c:pt>
                <c:pt idx="267">
                  <c:v>42637</c:v>
                </c:pt>
                <c:pt idx="268">
                  <c:v>42638</c:v>
                </c:pt>
                <c:pt idx="269">
                  <c:v>42639</c:v>
                </c:pt>
                <c:pt idx="270">
                  <c:v>42640</c:v>
                </c:pt>
                <c:pt idx="271">
                  <c:v>42641</c:v>
                </c:pt>
                <c:pt idx="272">
                  <c:v>42642</c:v>
                </c:pt>
                <c:pt idx="273">
                  <c:v>42643</c:v>
                </c:pt>
                <c:pt idx="274">
                  <c:v>42644</c:v>
                </c:pt>
                <c:pt idx="275">
                  <c:v>42645</c:v>
                </c:pt>
                <c:pt idx="276">
                  <c:v>42646</c:v>
                </c:pt>
                <c:pt idx="277">
                  <c:v>42647</c:v>
                </c:pt>
                <c:pt idx="278">
                  <c:v>42648</c:v>
                </c:pt>
                <c:pt idx="279">
                  <c:v>42649</c:v>
                </c:pt>
                <c:pt idx="280">
                  <c:v>42650</c:v>
                </c:pt>
                <c:pt idx="281">
                  <c:v>42651</c:v>
                </c:pt>
                <c:pt idx="282">
                  <c:v>42652</c:v>
                </c:pt>
                <c:pt idx="283">
                  <c:v>42653</c:v>
                </c:pt>
                <c:pt idx="284">
                  <c:v>42654</c:v>
                </c:pt>
                <c:pt idx="285">
                  <c:v>42655</c:v>
                </c:pt>
                <c:pt idx="286">
                  <c:v>42656</c:v>
                </c:pt>
                <c:pt idx="287">
                  <c:v>42657</c:v>
                </c:pt>
                <c:pt idx="288">
                  <c:v>42658</c:v>
                </c:pt>
                <c:pt idx="289">
                  <c:v>42659</c:v>
                </c:pt>
                <c:pt idx="290">
                  <c:v>42660</c:v>
                </c:pt>
                <c:pt idx="291">
                  <c:v>42661</c:v>
                </c:pt>
                <c:pt idx="292">
                  <c:v>42662</c:v>
                </c:pt>
                <c:pt idx="293">
                  <c:v>42663</c:v>
                </c:pt>
                <c:pt idx="294">
                  <c:v>42664</c:v>
                </c:pt>
                <c:pt idx="295">
                  <c:v>42665</c:v>
                </c:pt>
                <c:pt idx="296">
                  <c:v>42666</c:v>
                </c:pt>
                <c:pt idx="297">
                  <c:v>42667</c:v>
                </c:pt>
                <c:pt idx="298">
                  <c:v>42668</c:v>
                </c:pt>
                <c:pt idx="299">
                  <c:v>42669</c:v>
                </c:pt>
                <c:pt idx="300">
                  <c:v>42670</c:v>
                </c:pt>
                <c:pt idx="301">
                  <c:v>42671</c:v>
                </c:pt>
                <c:pt idx="302">
                  <c:v>42672</c:v>
                </c:pt>
                <c:pt idx="303">
                  <c:v>42673</c:v>
                </c:pt>
                <c:pt idx="304">
                  <c:v>42674</c:v>
                </c:pt>
                <c:pt idx="305">
                  <c:v>42675</c:v>
                </c:pt>
                <c:pt idx="306">
                  <c:v>42676</c:v>
                </c:pt>
                <c:pt idx="307">
                  <c:v>42677</c:v>
                </c:pt>
                <c:pt idx="308">
                  <c:v>42678</c:v>
                </c:pt>
                <c:pt idx="309">
                  <c:v>42679</c:v>
                </c:pt>
                <c:pt idx="310">
                  <c:v>42680</c:v>
                </c:pt>
                <c:pt idx="311">
                  <c:v>42681</c:v>
                </c:pt>
                <c:pt idx="312">
                  <c:v>42682</c:v>
                </c:pt>
                <c:pt idx="313">
                  <c:v>42683</c:v>
                </c:pt>
                <c:pt idx="314">
                  <c:v>42684</c:v>
                </c:pt>
                <c:pt idx="315">
                  <c:v>42685</c:v>
                </c:pt>
                <c:pt idx="316">
                  <c:v>42686</c:v>
                </c:pt>
                <c:pt idx="317">
                  <c:v>42687</c:v>
                </c:pt>
                <c:pt idx="318">
                  <c:v>42688</c:v>
                </c:pt>
                <c:pt idx="319">
                  <c:v>42689</c:v>
                </c:pt>
                <c:pt idx="320">
                  <c:v>42690</c:v>
                </c:pt>
                <c:pt idx="321">
                  <c:v>42691</c:v>
                </c:pt>
                <c:pt idx="322">
                  <c:v>42692</c:v>
                </c:pt>
                <c:pt idx="323">
                  <c:v>42693</c:v>
                </c:pt>
                <c:pt idx="324">
                  <c:v>42694</c:v>
                </c:pt>
                <c:pt idx="325">
                  <c:v>42695</c:v>
                </c:pt>
                <c:pt idx="326">
                  <c:v>42696</c:v>
                </c:pt>
                <c:pt idx="327">
                  <c:v>42697</c:v>
                </c:pt>
                <c:pt idx="328">
                  <c:v>42698</c:v>
                </c:pt>
                <c:pt idx="329">
                  <c:v>42699</c:v>
                </c:pt>
                <c:pt idx="330">
                  <c:v>42700</c:v>
                </c:pt>
                <c:pt idx="331">
                  <c:v>42701</c:v>
                </c:pt>
                <c:pt idx="332">
                  <c:v>42702</c:v>
                </c:pt>
                <c:pt idx="333">
                  <c:v>42703</c:v>
                </c:pt>
                <c:pt idx="334">
                  <c:v>42704</c:v>
                </c:pt>
                <c:pt idx="335">
                  <c:v>42705</c:v>
                </c:pt>
                <c:pt idx="336">
                  <c:v>42706</c:v>
                </c:pt>
                <c:pt idx="337">
                  <c:v>42707</c:v>
                </c:pt>
                <c:pt idx="338">
                  <c:v>42708</c:v>
                </c:pt>
                <c:pt idx="339">
                  <c:v>42709</c:v>
                </c:pt>
                <c:pt idx="340">
                  <c:v>42710</c:v>
                </c:pt>
                <c:pt idx="341">
                  <c:v>42711</c:v>
                </c:pt>
                <c:pt idx="342">
                  <c:v>42712</c:v>
                </c:pt>
                <c:pt idx="343">
                  <c:v>42713</c:v>
                </c:pt>
                <c:pt idx="344">
                  <c:v>42714</c:v>
                </c:pt>
                <c:pt idx="345">
                  <c:v>42715</c:v>
                </c:pt>
                <c:pt idx="346">
                  <c:v>42716</c:v>
                </c:pt>
                <c:pt idx="347">
                  <c:v>42717</c:v>
                </c:pt>
                <c:pt idx="348">
                  <c:v>42718</c:v>
                </c:pt>
                <c:pt idx="349">
                  <c:v>42719</c:v>
                </c:pt>
                <c:pt idx="350">
                  <c:v>42720</c:v>
                </c:pt>
                <c:pt idx="351">
                  <c:v>42721</c:v>
                </c:pt>
                <c:pt idx="352">
                  <c:v>42722</c:v>
                </c:pt>
                <c:pt idx="353">
                  <c:v>42723</c:v>
                </c:pt>
                <c:pt idx="354">
                  <c:v>42724</c:v>
                </c:pt>
                <c:pt idx="355">
                  <c:v>42725</c:v>
                </c:pt>
                <c:pt idx="356">
                  <c:v>42726</c:v>
                </c:pt>
                <c:pt idx="357">
                  <c:v>42727</c:v>
                </c:pt>
                <c:pt idx="358">
                  <c:v>42728</c:v>
                </c:pt>
                <c:pt idx="359">
                  <c:v>42729</c:v>
                </c:pt>
                <c:pt idx="360">
                  <c:v>42730</c:v>
                </c:pt>
                <c:pt idx="361">
                  <c:v>42731</c:v>
                </c:pt>
                <c:pt idx="362">
                  <c:v>42732</c:v>
                </c:pt>
                <c:pt idx="363">
                  <c:v>42733</c:v>
                </c:pt>
                <c:pt idx="364">
                  <c:v>42734</c:v>
                </c:pt>
                <c:pt idx="365">
                  <c:v>42735</c:v>
                </c:pt>
                <c:pt idx="366">
                  <c:v>42736</c:v>
                </c:pt>
                <c:pt idx="367">
                  <c:v>42737</c:v>
                </c:pt>
                <c:pt idx="368">
                  <c:v>42738</c:v>
                </c:pt>
                <c:pt idx="369">
                  <c:v>42739</c:v>
                </c:pt>
                <c:pt idx="370">
                  <c:v>42740</c:v>
                </c:pt>
                <c:pt idx="371">
                  <c:v>42741</c:v>
                </c:pt>
                <c:pt idx="372">
                  <c:v>42742</c:v>
                </c:pt>
                <c:pt idx="373">
                  <c:v>42743</c:v>
                </c:pt>
                <c:pt idx="374">
                  <c:v>42744</c:v>
                </c:pt>
                <c:pt idx="375">
                  <c:v>42745</c:v>
                </c:pt>
                <c:pt idx="376">
                  <c:v>42746</c:v>
                </c:pt>
                <c:pt idx="377">
                  <c:v>42747</c:v>
                </c:pt>
                <c:pt idx="378">
                  <c:v>42748</c:v>
                </c:pt>
                <c:pt idx="379">
                  <c:v>42749</c:v>
                </c:pt>
                <c:pt idx="380">
                  <c:v>42750</c:v>
                </c:pt>
                <c:pt idx="381">
                  <c:v>42751</c:v>
                </c:pt>
                <c:pt idx="382">
                  <c:v>42752</c:v>
                </c:pt>
                <c:pt idx="383">
                  <c:v>42753</c:v>
                </c:pt>
                <c:pt idx="384">
                  <c:v>42754</c:v>
                </c:pt>
                <c:pt idx="385">
                  <c:v>42755</c:v>
                </c:pt>
                <c:pt idx="386">
                  <c:v>42756</c:v>
                </c:pt>
                <c:pt idx="387">
                  <c:v>42757</c:v>
                </c:pt>
                <c:pt idx="388">
                  <c:v>42758</c:v>
                </c:pt>
                <c:pt idx="389">
                  <c:v>42759</c:v>
                </c:pt>
                <c:pt idx="390">
                  <c:v>42760</c:v>
                </c:pt>
                <c:pt idx="391">
                  <c:v>42761</c:v>
                </c:pt>
                <c:pt idx="392">
                  <c:v>42762</c:v>
                </c:pt>
                <c:pt idx="393">
                  <c:v>42763</c:v>
                </c:pt>
                <c:pt idx="394">
                  <c:v>42764</c:v>
                </c:pt>
                <c:pt idx="395">
                  <c:v>42765</c:v>
                </c:pt>
                <c:pt idx="396">
                  <c:v>42766</c:v>
                </c:pt>
                <c:pt idx="397">
                  <c:v>42767</c:v>
                </c:pt>
                <c:pt idx="398">
                  <c:v>42768</c:v>
                </c:pt>
                <c:pt idx="399">
                  <c:v>42769</c:v>
                </c:pt>
                <c:pt idx="400">
                  <c:v>42770</c:v>
                </c:pt>
                <c:pt idx="401">
                  <c:v>42771</c:v>
                </c:pt>
                <c:pt idx="402">
                  <c:v>42772</c:v>
                </c:pt>
                <c:pt idx="403">
                  <c:v>42773</c:v>
                </c:pt>
                <c:pt idx="404">
                  <c:v>42774</c:v>
                </c:pt>
                <c:pt idx="405">
                  <c:v>42775</c:v>
                </c:pt>
                <c:pt idx="406">
                  <c:v>42776</c:v>
                </c:pt>
                <c:pt idx="407">
                  <c:v>42777</c:v>
                </c:pt>
                <c:pt idx="408">
                  <c:v>42778</c:v>
                </c:pt>
                <c:pt idx="409">
                  <c:v>42779</c:v>
                </c:pt>
                <c:pt idx="410">
                  <c:v>42780</c:v>
                </c:pt>
                <c:pt idx="411">
                  <c:v>42781</c:v>
                </c:pt>
                <c:pt idx="412">
                  <c:v>42782</c:v>
                </c:pt>
                <c:pt idx="413">
                  <c:v>42783</c:v>
                </c:pt>
                <c:pt idx="414">
                  <c:v>42784</c:v>
                </c:pt>
                <c:pt idx="415">
                  <c:v>42785</c:v>
                </c:pt>
                <c:pt idx="416">
                  <c:v>42786</c:v>
                </c:pt>
                <c:pt idx="417">
                  <c:v>42787</c:v>
                </c:pt>
                <c:pt idx="418">
                  <c:v>42788</c:v>
                </c:pt>
                <c:pt idx="419">
                  <c:v>42789</c:v>
                </c:pt>
                <c:pt idx="420">
                  <c:v>42790</c:v>
                </c:pt>
                <c:pt idx="421">
                  <c:v>42791</c:v>
                </c:pt>
                <c:pt idx="422">
                  <c:v>42792</c:v>
                </c:pt>
                <c:pt idx="423">
                  <c:v>42793</c:v>
                </c:pt>
                <c:pt idx="424">
                  <c:v>42794</c:v>
                </c:pt>
                <c:pt idx="425">
                  <c:v>42795</c:v>
                </c:pt>
                <c:pt idx="426">
                  <c:v>42796</c:v>
                </c:pt>
                <c:pt idx="427">
                  <c:v>42797</c:v>
                </c:pt>
                <c:pt idx="428">
                  <c:v>42798</c:v>
                </c:pt>
                <c:pt idx="429">
                  <c:v>42799</c:v>
                </c:pt>
                <c:pt idx="430">
                  <c:v>42800</c:v>
                </c:pt>
                <c:pt idx="431">
                  <c:v>42801</c:v>
                </c:pt>
                <c:pt idx="432">
                  <c:v>42802</c:v>
                </c:pt>
                <c:pt idx="433">
                  <c:v>42803</c:v>
                </c:pt>
                <c:pt idx="434">
                  <c:v>42804</c:v>
                </c:pt>
                <c:pt idx="435">
                  <c:v>42805</c:v>
                </c:pt>
                <c:pt idx="436">
                  <c:v>42806</c:v>
                </c:pt>
                <c:pt idx="437">
                  <c:v>42807</c:v>
                </c:pt>
                <c:pt idx="438">
                  <c:v>42808</c:v>
                </c:pt>
                <c:pt idx="439">
                  <c:v>42809</c:v>
                </c:pt>
                <c:pt idx="440">
                  <c:v>42810</c:v>
                </c:pt>
                <c:pt idx="441">
                  <c:v>42811</c:v>
                </c:pt>
                <c:pt idx="442">
                  <c:v>42812</c:v>
                </c:pt>
                <c:pt idx="443">
                  <c:v>42813</c:v>
                </c:pt>
                <c:pt idx="444">
                  <c:v>42814</c:v>
                </c:pt>
                <c:pt idx="445">
                  <c:v>42815</c:v>
                </c:pt>
                <c:pt idx="446">
                  <c:v>42816</c:v>
                </c:pt>
                <c:pt idx="447">
                  <c:v>42817</c:v>
                </c:pt>
                <c:pt idx="448">
                  <c:v>42818</c:v>
                </c:pt>
                <c:pt idx="449">
                  <c:v>42819</c:v>
                </c:pt>
                <c:pt idx="450">
                  <c:v>42820</c:v>
                </c:pt>
                <c:pt idx="451">
                  <c:v>42821</c:v>
                </c:pt>
                <c:pt idx="452">
                  <c:v>42822</c:v>
                </c:pt>
                <c:pt idx="453">
                  <c:v>42823</c:v>
                </c:pt>
                <c:pt idx="454">
                  <c:v>42824</c:v>
                </c:pt>
                <c:pt idx="455">
                  <c:v>42825</c:v>
                </c:pt>
                <c:pt idx="456">
                  <c:v>42826</c:v>
                </c:pt>
                <c:pt idx="457">
                  <c:v>42827</c:v>
                </c:pt>
                <c:pt idx="458">
                  <c:v>42828</c:v>
                </c:pt>
                <c:pt idx="459">
                  <c:v>42829</c:v>
                </c:pt>
                <c:pt idx="460">
                  <c:v>42830</c:v>
                </c:pt>
                <c:pt idx="461">
                  <c:v>42831</c:v>
                </c:pt>
                <c:pt idx="462">
                  <c:v>42832</c:v>
                </c:pt>
                <c:pt idx="463">
                  <c:v>42833</c:v>
                </c:pt>
                <c:pt idx="464">
                  <c:v>42834</c:v>
                </c:pt>
                <c:pt idx="465">
                  <c:v>42835</c:v>
                </c:pt>
                <c:pt idx="466">
                  <c:v>42836</c:v>
                </c:pt>
                <c:pt idx="467">
                  <c:v>42837</c:v>
                </c:pt>
                <c:pt idx="468">
                  <c:v>42838</c:v>
                </c:pt>
                <c:pt idx="469">
                  <c:v>42839</c:v>
                </c:pt>
                <c:pt idx="470">
                  <c:v>42840</c:v>
                </c:pt>
                <c:pt idx="471">
                  <c:v>42841</c:v>
                </c:pt>
                <c:pt idx="472">
                  <c:v>42842</c:v>
                </c:pt>
                <c:pt idx="473">
                  <c:v>42843</c:v>
                </c:pt>
                <c:pt idx="474">
                  <c:v>42844</c:v>
                </c:pt>
                <c:pt idx="475">
                  <c:v>42845</c:v>
                </c:pt>
                <c:pt idx="476">
                  <c:v>42846</c:v>
                </c:pt>
                <c:pt idx="477">
                  <c:v>42847</c:v>
                </c:pt>
                <c:pt idx="478">
                  <c:v>42848</c:v>
                </c:pt>
                <c:pt idx="479">
                  <c:v>42849</c:v>
                </c:pt>
                <c:pt idx="480">
                  <c:v>42850</c:v>
                </c:pt>
                <c:pt idx="481">
                  <c:v>42851</c:v>
                </c:pt>
                <c:pt idx="482">
                  <c:v>42852</c:v>
                </c:pt>
                <c:pt idx="483">
                  <c:v>42853</c:v>
                </c:pt>
                <c:pt idx="484">
                  <c:v>42854</c:v>
                </c:pt>
                <c:pt idx="485">
                  <c:v>42855</c:v>
                </c:pt>
                <c:pt idx="486">
                  <c:v>42856</c:v>
                </c:pt>
                <c:pt idx="487">
                  <c:v>42857</c:v>
                </c:pt>
                <c:pt idx="488">
                  <c:v>42858</c:v>
                </c:pt>
                <c:pt idx="489">
                  <c:v>42859</c:v>
                </c:pt>
                <c:pt idx="490">
                  <c:v>42860</c:v>
                </c:pt>
                <c:pt idx="491">
                  <c:v>42861</c:v>
                </c:pt>
                <c:pt idx="492">
                  <c:v>42862</c:v>
                </c:pt>
                <c:pt idx="493">
                  <c:v>42863</c:v>
                </c:pt>
                <c:pt idx="494">
                  <c:v>42864</c:v>
                </c:pt>
                <c:pt idx="495">
                  <c:v>42865</c:v>
                </c:pt>
                <c:pt idx="496">
                  <c:v>42866</c:v>
                </c:pt>
                <c:pt idx="497">
                  <c:v>42867</c:v>
                </c:pt>
                <c:pt idx="498">
                  <c:v>42868</c:v>
                </c:pt>
                <c:pt idx="499">
                  <c:v>42869</c:v>
                </c:pt>
                <c:pt idx="500">
                  <c:v>42870</c:v>
                </c:pt>
                <c:pt idx="501">
                  <c:v>42871</c:v>
                </c:pt>
                <c:pt idx="502">
                  <c:v>42872</c:v>
                </c:pt>
                <c:pt idx="503">
                  <c:v>42873</c:v>
                </c:pt>
                <c:pt idx="504">
                  <c:v>42874</c:v>
                </c:pt>
                <c:pt idx="505">
                  <c:v>42875</c:v>
                </c:pt>
                <c:pt idx="506">
                  <c:v>42876</c:v>
                </c:pt>
                <c:pt idx="507">
                  <c:v>42877</c:v>
                </c:pt>
                <c:pt idx="508">
                  <c:v>42878</c:v>
                </c:pt>
                <c:pt idx="509">
                  <c:v>42879</c:v>
                </c:pt>
                <c:pt idx="510">
                  <c:v>42880</c:v>
                </c:pt>
                <c:pt idx="511">
                  <c:v>42881</c:v>
                </c:pt>
                <c:pt idx="512">
                  <c:v>42882</c:v>
                </c:pt>
                <c:pt idx="513">
                  <c:v>42883</c:v>
                </c:pt>
                <c:pt idx="514">
                  <c:v>42884</c:v>
                </c:pt>
                <c:pt idx="515">
                  <c:v>42885</c:v>
                </c:pt>
                <c:pt idx="516">
                  <c:v>42886</c:v>
                </c:pt>
                <c:pt idx="517">
                  <c:v>42887</c:v>
                </c:pt>
                <c:pt idx="518">
                  <c:v>42888</c:v>
                </c:pt>
                <c:pt idx="519">
                  <c:v>42889</c:v>
                </c:pt>
                <c:pt idx="520">
                  <c:v>42890</c:v>
                </c:pt>
                <c:pt idx="521">
                  <c:v>42891</c:v>
                </c:pt>
                <c:pt idx="522">
                  <c:v>42892</c:v>
                </c:pt>
                <c:pt idx="523">
                  <c:v>42893</c:v>
                </c:pt>
                <c:pt idx="524">
                  <c:v>42894</c:v>
                </c:pt>
                <c:pt idx="525">
                  <c:v>42895</c:v>
                </c:pt>
                <c:pt idx="526">
                  <c:v>42896</c:v>
                </c:pt>
                <c:pt idx="527">
                  <c:v>42897</c:v>
                </c:pt>
                <c:pt idx="528">
                  <c:v>42898</c:v>
                </c:pt>
                <c:pt idx="529">
                  <c:v>42899</c:v>
                </c:pt>
                <c:pt idx="530">
                  <c:v>42900</c:v>
                </c:pt>
                <c:pt idx="531">
                  <c:v>42901</c:v>
                </c:pt>
                <c:pt idx="532">
                  <c:v>42902</c:v>
                </c:pt>
                <c:pt idx="533">
                  <c:v>42903</c:v>
                </c:pt>
                <c:pt idx="534">
                  <c:v>42904</c:v>
                </c:pt>
                <c:pt idx="535">
                  <c:v>42905</c:v>
                </c:pt>
                <c:pt idx="536">
                  <c:v>42906</c:v>
                </c:pt>
                <c:pt idx="537">
                  <c:v>42907</c:v>
                </c:pt>
                <c:pt idx="538">
                  <c:v>42908</c:v>
                </c:pt>
                <c:pt idx="539">
                  <c:v>42909</c:v>
                </c:pt>
                <c:pt idx="540">
                  <c:v>42910</c:v>
                </c:pt>
                <c:pt idx="541">
                  <c:v>42911</c:v>
                </c:pt>
                <c:pt idx="542">
                  <c:v>42912</c:v>
                </c:pt>
                <c:pt idx="543">
                  <c:v>42913</c:v>
                </c:pt>
                <c:pt idx="544">
                  <c:v>42914</c:v>
                </c:pt>
                <c:pt idx="545">
                  <c:v>42915</c:v>
                </c:pt>
                <c:pt idx="546">
                  <c:v>42916</c:v>
                </c:pt>
                <c:pt idx="547">
                  <c:v>42917</c:v>
                </c:pt>
                <c:pt idx="548">
                  <c:v>42918</c:v>
                </c:pt>
                <c:pt idx="549">
                  <c:v>42919</c:v>
                </c:pt>
                <c:pt idx="550">
                  <c:v>42920</c:v>
                </c:pt>
                <c:pt idx="551">
                  <c:v>42921</c:v>
                </c:pt>
                <c:pt idx="552">
                  <c:v>42922</c:v>
                </c:pt>
                <c:pt idx="553">
                  <c:v>42923</c:v>
                </c:pt>
                <c:pt idx="554">
                  <c:v>42924</c:v>
                </c:pt>
                <c:pt idx="555">
                  <c:v>42925</c:v>
                </c:pt>
                <c:pt idx="556">
                  <c:v>42926</c:v>
                </c:pt>
                <c:pt idx="557">
                  <c:v>42927</c:v>
                </c:pt>
                <c:pt idx="558">
                  <c:v>42928</c:v>
                </c:pt>
                <c:pt idx="559">
                  <c:v>42929</c:v>
                </c:pt>
                <c:pt idx="560">
                  <c:v>42930</c:v>
                </c:pt>
                <c:pt idx="561">
                  <c:v>42931</c:v>
                </c:pt>
                <c:pt idx="562">
                  <c:v>42932</c:v>
                </c:pt>
                <c:pt idx="563">
                  <c:v>42933</c:v>
                </c:pt>
                <c:pt idx="564">
                  <c:v>42934</c:v>
                </c:pt>
                <c:pt idx="565">
                  <c:v>42935</c:v>
                </c:pt>
                <c:pt idx="566">
                  <c:v>42936</c:v>
                </c:pt>
                <c:pt idx="567">
                  <c:v>42937</c:v>
                </c:pt>
                <c:pt idx="568">
                  <c:v>42938</c:v>
                </c:pt>
                <c:pt idx="569">
                  <c:v>42939</c:v>
                </c:pt>
                <c:pt idx="570">
                  <c:v>42940</c:v>
                </c:pt>
                <c:pt idx="571">
                  <c:v>42941</c:v>
                </c:pt>
                <c:pt idx="572">
                  <c:v>42942</c:v>
                </c:pt>
                <c:pt idx="573">
                  <c:v>42943</c:v>
                </c:pt>
                <c:pt idx="574">
                  <c:v>42944</c:v>
                </c:pt>
                <c:pt idx="575">
                  <c:v>42945</c:v>
                </c:pt>
                <c:pt idx="576">
                  <c:v>42946</c:v>
                </c:pt>
                <c:pt idx="577">
                  <c:v>42947</c:v>
                </c:pt>
                <c:pt idx="578">
                  <c:v>42948</c:v>
                </c:pt>
                <c:pt idx="579">
                  <c:v>42949</c:v>
                </c:pt>
                <c:pt idx="580">
                  <c:v>42950</c:v>
                </c:pt>
                <c:pt idx="581">
                  <c:v>42951</c:v>
                </c:pt>
                <c:pt idx="582">
                  <c:v>42952</c:v>
                </c:pt>
                <c:pt idx="583">
                  <c:v>42953</c:v>
                </c:pt>
                <c:pt idx="584">
                  <c:v>42954</c:v>
                </c:pt>
                <c:pt idx="585">
                  <c:v>42955</c:v>
                </c:pt>
                <c:pt idx="586">
                  <c:v>42956</c:v>
                </c:pt>
                <c:pt idx="587">
                  <c:v>42957</c:v>
                </c:pt>
                <c:pt idx="588">
                  <c:v>42958</c:v>
                </c:pt>
                <c:pt idx="589">
                  <c:v>42959</c:v>
                </c:pt>
                <c:pt idx="590">
                  <c:v>42960</c:v>
                </c:pt>
                <c:pt idx="591">
                  <c:v>42961</c:v>
                </c:pt>
                <c:pt idx="592">
                  <c:v>42962</c:v>
                </c:pt>
                <c:pt idx="593">
                  <c:v>42963</c:v>
                </c:pt>
                <c:pt idx="594">
                  <c:v>42964</c:v>
                </c:pt>
                <c:pt idx="595">
                  <c:v>42965</c:v>
                </c:pt>
                <c:pt idx="596">
                  <c:v>42966</c:v>
                </c:pt>
                <c:pt idx="597">
                  <c:v>42967</c:v>
                </c:pt>
                <c:pt idx="598">
                  <c:v>42968</c:v>
                </c:pt>
                <c:pt idx="599">
                  <c:v>42969</c:v>
                </c:pt>
                <c:pt idx="600">
                  <c:v>42970</c:v>
                </c:pt>
                <c:pt idx="601">
                  <c:v>42971</c:v>
                </c:pt>
                <c:pt idx="602">
                  <c:v>42972</c:v>
                </c:pt>
                <c:pt idx="603">
                  <c:v>42973</c:v>
                </c:pt>
                <c:pt idx="604">
                  <c:v>42974</c:v>
                </c:pt>
                <c:pt idx="605">
                  <c:v>42975</c:v>
                </c:pt>
                <c:pt idx="606">
                  <c:v>42976</c:v>
                </c:pt>
                <c:pt idx="607">
                  <c:v>42977</c:v>
                </c:pt>
                <c:pt idx="608">
                  <c:v>42978</c:v>
                </c:pt>
                <c:pt idx="609">
                  <c:v>42979</c:v>
                </c:pt>
                <c:pt idx="610">
                  <c:v>42980</c:v>
                </c:pt>
                <c:pt idx="611">
                  <c:v>42981</c:v>
                </c:pt>
                <c:pt idx="612">
                  <c:v>42982</c:v>
                </c:pt>
                <c:pt idx="613">
                  <c:v>42983</c:v>
                </c:pt>
                <c:pt idx="614">
                  <c:v>42984</c:v>
                </c:pt>
                <c:pt idx="615">
                  <c:v>42985</c:v>
                </c:pt>
                <c:pt idx="616">
                  <c:v>42986</c:v>
                </c:pt>
                <c:pt idx="617">
                  <c:v>42987</c:v>
                </c:pt>
                <c:pt idx="618">
                  <c:v>42988</c:v>
                </c:pt>
                <c:pt idx="619">
                  <c:v>42989</c:v>
                </c:pt>
                <c:pt idx="620">
                  <c:v>42990</c:v>
                </c:pt>
                <c:pt idx="621">
                  <c:v>42991</c:v>
                </c:pt>
                <c:pt idx="622">
                  <c:v>42992</c:v>
                </c:pt>
                <c:pt idx="623">
                  <c:v>42993</c:v>
                </c:pt>
                <c:pt idx="624">
                  <c:v>42994</c:v>
                </c:pt>
                <c:pt idx="625">
                  <c:v>42995</c:v>
                </c:pt>
                <c:pt idx="626">
                  <c:v>42996</c:v>
                </c:pt>
                <c:pt idx="627">
                  <c:v>42997</c:v>
                </c:pt>
                <c:pt idx="628">
                  <c:v>42998</c:v>
                </c:pt>
                <c:pt idx="629">
                  <c:v>42999</c:v>
                </c:pt>
                <c:pt idx="630">
                  <c:v>43000</c:v>
                </c:pt>
                <c:pt idx="631">
                  <c:v>43001</c:v>
                </c:pt>
                <c:pt idx="632">
                  <c:v>43002</c:v>
                </c:pt>
                <c:pt idx="633">
                  <c:v>43003</c:v>
                </c:pt>
                <c:pt idx="634">
                  <c:v>43004</c:v>
                </c:pt>
                <c:pt idx="635">
                  <c:v>43005</c:v>
                </c:pt>
                <c:pt idx="636">
                  <c:v>43006</c:v>
                </c:pt>
                <c:pt idx="637">
                  <c:v>43007</c:v>
                </c:pt>
                <c:pt idx="638">
                  <c:v>43008</c:v>
                </c:pt>
                <c:pt idx="639">
                  <c:v>43009</c:v>
                </c:pt>
                <c:pt idx="640">
                  <c:v>43010</c:v>
                </c:pt>
                <c:pt idx="641">
                  <c:v>43011</c:v>
                </c:pt>
                <c:pt idx="642">
                  <c:v>43012</c:v>
                </c:pt>
                <c:pt idx="643">
                  <c:v>43013</c:v>
                </c:pt>
                <c:pt idx="644">
                  <c:v>43014</c:v>
                </c:pt>
                <c:pt idx="645">
                  <c:v>43015</c:v>
                </c:pt>
                <c:pt idx="646">
                  <c:v>43016</c:v>
                </c:pt>
                <c:pt idx="647">
                  <c:v>43017</c:v>
                </c:pt>
                <c:pt idx="648">
                  <c:v>43018</c:v>
                </c:pt>
                <c:pt idx="649">
                  <c:v>43019</c:v>
                </c:pt>
                <c:pt idx="650">
                  <c:v>43020</c:v>
                </c:pt>
                <c:pt idx="651">
                  <c:v>43021</c:v>
                </c:pt>
                <c:pt idx="652">
                  <c:v>43022</c:v>
                </c:pt>
                <c:pt idx="653">
                  <c:v>43023</c:v>
                </c:pt>
                <c:pt idx="654">
                  <c:v>43024</c:v>
                </c:pt>
                <c:pt idx="655">
                  <c:v>43025</c:v>
                </c:pt>
                <c:pt idx="656">
                  <c:v>43026</c:v>
                </c:pt>
                <c:pt idx="657">
                  <c:v>43027</c:v>
                </c:pt>
                <c:pt idx="658">
                  <c:v>43028</c:v>
                </c:pt>
                <c:pt idx="659">
                  <c:v>43029</c:v>
                </c:pt>
                <c:pt idx="660">
                  <c:v>43030</c:v>
                </c:pt>
                <c:pt idx="661">
                  <c:v>43031</c:v>
                </c:pt>
                <c:pt idx="662">
                  <c:v>43032</c:v>
                </c:pt>
                <c:pt idx="663">
                  <c:v>43033</c:v>
                </c:pt>
                <c:pt idx="664">
                  <c:v>43034</c:v>
                </c:pt>
                <c:pt idx="665">
                  <c:v>43035</c:v>
                </c:pt>
                <c:pt idx="666">
                  <c:v>43036</c:v>
                </c:pt>
                <c:pt idx="667">
                  <c:v>43037</c:v>
                </c:pt>
                <c:pt idx="668">
                  <c:v>43038</c:v>
                </c:pt>
                <c:pt idx="669">
                  <c:v>43039</c:v>
                </c:pt>
                <c:pt idx="670">
                  <c:v>43040</c:v>
                </c:pt>
                <c:pt idx="671">
                  <c:v>43041</c:v>
                </c:pt>
                <c:pt idx="672">
                  <c:v>43042</c:v>
                </c:pt>
                <c:pt idx="673">
                  <c:v>43043</c:v>
                </c:pt>
                <c:pt idx="674">
                  <c:v>43044</c:v>
                </c:pt>
                <c:pt idx="675">
                  <c:v>43045</c:v>
                </c:pt>
                <c:pt idx="676">
                  <c:v>43046</c:v>
                </c:pt>
                <c:pt idx="677">
                  <c:v>43047</c:v>
                </c:pt>
                <c:pt idx="678">
                  <c:v>43048</c:v>
                </c:pt>
                <c:pt idx="679">
                  <c:v>43049</c:v>
                </c:pt>
                <c:pt idx="680">
                  <c:v>43050</c:v>
                </c:pt>
                <c:pt idx="681">
                  <c:v>43051</c:v>
                </c:pt>
                <c:pt idx="682">
                  <c:v>43052</c:v>
                </c:pt>
                <c:pt idx="683">
                  <c:v>43053</c:v>
                </c:pt>
                <c:pt idx="684">
                  <c:v>43054</c:v>
                </c:pt>
                <c:pt idx="685">
                  <c:v>43055</c:v>
                </c:pt>
                <c:pt idx="686">
                  <c:v>43056</c:v>
                </c:pt>
                <c:pt idx="687">
                  <c:v>43057</c:v>
                </c:pt>
                <c:pt idx="688">
                  <c:v>43058</c:v>
                </c:pt>
                <c:pt idx="689">
                  <c:v>43059</c:v>
                </c:pt>
                <c:pt idx="690">
                  <c:v>43060</c:v>
                </c:pt>
                <c:pt idx="691">
                  <c:v>43061</c:v>
                </c:pt>
                <c:pt idx="692">
                  <c:v>43062</c:v>
                </c:pt>
                <c:pt idx="693">
                  <c:v>43063</c:v>
                </c:pt>
                <c:pt idx="694">
                  <c:v>43064</c:v>
                </c:pt>
                <c:pt idx="695">
                  <c:v>43065</c:v>
                </c:pt>
                <c:pt idx="696">
                  <c:v>43066</c:v>
                </c:pt>
                <c:pt idx="697">
                  <c:v>43067</c:v>
                </c:pt>
                <c:pt idx="698">
                  <c:v>43068</c:v>
                </c:pt>
                <c:pt idx="699">
                  <c:v>43069</c:v>
                </c:pt>
                <c:pt idx="700">
                  <c:v>43070</c:v>
                </c:pt>
                <c:pt idx="701">
                  <c:v>43071</c:v>
                </c:pt>
                <c:pt idx="702">
                  <c:v>43072</c:v>
                </c:pt>
                <c:pt idx="703">
                  <c:v>43073</c:v>
                </c:pt>
                <c:pt idx="704">
                  <c:v>43074</c:v>
                </c:pt>
                <c:pt idx="705">
                  <c:v>43075</c:v>
                </c:pt>
                <c:pt idx="706">
                  <c:v>43076</c:v>
                </c:pt>
                <c:pt idx="707">
                  <c:v>43077</c:v>
                </c:pt>
                <c:pt idx="708">
                  <c:v>43078</c:v>
                </c:pt>
                <c:pt idx="709">
                  <c:v>43079</c:v>
                </c:pt>
                <c:pt idx="710">
                  <c:v>43080</c:v>
                </c:pt>
                <c:pt idx="711">
                  <c:v>43081</c:v>
                </c:pt>
                <c:pt idx="712">
                  <c:v>43082</c:v>
                </c:pt>
                <c:pt idx="713">
                  <c:v>43083</c:v>
                </c:pt>
                <c:pt idx="714">
                  <c:v>43084</c:v>
                </c:pt>
                <c:pt idx="715">
                  <c:v>43085</c:v>
                </c:pt>
                <c:pt idx="716">
                  <c:v>43086</c:v>
                </c:pt>
                <c:pt idx="717">
                  <c:v>43087</c:v>
                </c:pt>
                <c:pt idx="718">
                  <c:v>43088</c:v>
                </c:pt>
                <c:pt idx="719">
                  <c:v>43089</c:v>
                </c:pt>
                <c:pt idx="720">
                  <c:v>43090</c:v>
                </c:pt>
                <c:pt idx="721">
                  <c:v>43091</c:v>
                </c:pt>
                <c:pt idx="722">
                  <c:v>43092</c:v>
                </c:pt>
                <c:pt idx="723">
                  <c:v>43093</c:v>
                </c:pt>
                <c:pt idx="724">
                  <c:v>43094</c:v>
                </c:pt>
                <c:pt idx="725">
                  <c:v>43095</c:v>
                </c:pt>
                <c:pt idx="726">
                  <c:v>43096</c:v>
                </c:pt>
                <c:pt idx="727">
                  <c:v>43097</c:v>
                </c:pt>
                <c:pt idx="728">
                  <c:v>43098</c:v>
                </c:pt>
                <c:pt idx="729">
                  <c:v>43099</c:v>
                </c:pt>
                <c:pt idx="730">
                  <c:v>43100</c:v>
                </c:pt>
                <c:pt idx="731">
                  <c:v>43101</c:v>
                </c:pt>
                <c:pt idx="732">
                  <c:v>43102</c:v>
                </c:pt>
                <c:pt idx="733">
                  <c:v>43103</c:v>
                </c:pt>
                <c:pt idx="734">
                  <c:v>43104</c:v>
                </c:pt>
                <c:pt idx="735">
                  <c:v>43105</c:v>
                </c:pt>
                <c:pt idx="736">
                  <c:v>43106</c:v>
                </c:pt>
                <c:pt idx="737">
                  <c:v>43107</c:v>
                </c:pt>
                <c:pt idx="738">
                  <c:v>43108</c:v>
                </c:pt>
                <c:pt idx="739">
                  <c:v>43109</c:v>
                </c:pt>
                <c:pt idx="740">
                  <c:v>43110</c:v>
                </c:pt>
                <c:pt idx="741">
                  <c:v>43111</c:v>
                </c:pt>
                <c:pt idx="742">
                  <c:v>43112</c:v>
                </c:pt>
                <c:pt idx="743">
                  <c:v>43113</c:v>
                </c:pt>
                <c:pt idx="744">
                  <c:v>43114</c:v>
                </c:pt>
                <c:pt idx="745">
                  <c:v>43115</c:v>
                </c:pt>
                <c:pt idx="746">
                  <c:v>43116</c:v>
                </c:pt>
                <c:pt idx="747">
                  <c:v>43117</c:v>
                </c:pt>
                <c:pt idx="748">
                  <c:v>43118</c:v>
                </c:pt>
                <c:pt idx="749">
                  <c:v>43119</c:v>
                </c:pt>
                <c:pt idx="750">
                  <c:v>43120</c:v>
                </c:pt>
                <c:pt idx="751">
                  <c:v>43121</c:v>
                </c:pt>
                <c:pt idx="752">
                  <c:v>43122</c:v>
                </c:pt>
                <c:pt idx="753">
                  <c:v>43123</c:v>
                </c:pt>
                <c:pt idx="754">
                  <c:v>43124</c:v>
                </c:pt>
                <c:pt idx="755">
                  <c:v>43125</c:v>
                </c:pt>
                <c:pt idx="756">
                  <c:v>43126</c:v>
                </c:pt>
                <c:pt idx="757">
                  <c:v>43127</c:v>
                </c:pt>
                <c:pt idx="758">
                  <c:v>43128</c:v>
                </c:pt>
                <c:pt idx="759">
                  <c:v>43129</c:v>
                </c:pt>
                <c:pt idx="760">
                  <c:v>43130</c:v>
                </c:pt>
                <c:pt idx="761">
                  <c:v>43131</c:v>
                </c:pt>
                <c:pt idx="762">
                  <c:v>43132</c:v>
                </c:pt>
                <c:pt idx="763">
                  <c:v>43133</c:v>
                </c:pt>
                <c:pt idx="764">
                  <c:v>43134</c:v>
                </c:pt>
                <c:pt idx="765">
                  <c:v>43135</c:v>
                </c:pt>
                <c:pt idx="766">
                  <c:v>43136</c:v>
                </c:pt>
                <c:pt idx="767">
                  <c:v>43137</c:v>
                </c:pt>
                <c:pt idx="768">
                  <c:v>43138</c:v>
                </c:pt>
                <c:pt idx="769">
                  <c:v>43139</c:v>
                </c:pt>
                <c:pt idx="770">
                  <c:v>43140</c:v>
                </c:pt>
                <c:pt idx="771">
                  <c:v>43141</c:v>
                </c:pt>
                <c:pt idx="772">
                  <c:v>43142</c:v>
                </c:pt>
                <c:pt idx="773">
                  <c:v>43143</c:v>
                </c:pt>
                <c:pt idx="774">
                  <c:v>43144</c:v>
                </c:pt>
                <c:pt idx="775">
                  <c:v>43145</c:v>
                </c:pt>
                <c:pt idx="776">
                  <c:v>43146</c:v>
                </c:pt>
                <c:pt idx="777">
                  <c:v>43147</c:v>
                </c:pt>
                <c:pt idx="778">
                  <c:v>43148</c:v>
                </c:pt>
                <c:pt idx="779">
                  <c:v>43149</c:v>
                </c:pt>
                <c:pt idx="780">
                  <c:v>43150</c:v>
                </c:pt>
                <c:pt idx="781">
                  <c:v>43151</c:v>
                </c:pt>
                <c:pt idx="782">
                  <c:v>43152</c:v>
                </c:pt>
                <c:pt idx="783">
                  <c:v>43153</c:v>
                </c:pt>
                <c:pt idx="784">
                  <c:v>43154</c:v>
                </c:pt>
                <c:pt idx="785">
                  <c:v>43155</c:v>
                </c:pt>
                <c:pt idx="786">
                  <c:v>43156</c:v>
                </c:pt>
                <c:pt idx="787">
                  <c:v>43157</c:v>
                </c:pt>
                <c:pt idx="788">
                  <c:v>43158</c:v>
                </c:pt>
                <c:pt idx="789">
                  <c:v>43159</c:v>
                </c:pt>
                <c:pt idx="790">
                  <c:v>43160</c:v>
                </c:pt>
                <c:pt idx="791">
                  <c:v>43161</c:v>
                </c:pt>
                <c:pt idx="792">
                  <c:v>43162</c:v>
                </c:pt>
                <c:pt idx="793">
                  <c:v>43163</c:v>
                </c:pt>
                <c:pt idx="794">
                  <c:v>43164</c:v>
                </c:pt>
                <c:pt idx="795">
                  <c:v>43165</c:v>
                </c:pt>
                <c:pt idx="796">
                  <c:v>43166</c:v>
                </c:pt>
                <c:pt idx="797">
                  <c:v>43167</c:v>
                </c:pt>
                <c:pt idx="798">
                  <c:v>43168</c:v>
                </c:pt>
                <c:pt idx="799">
                  <c:v>43169</c:v>
                </c:pt>
                <c:pt idx="800">
                  <c:v>43170</c:v>
                </c:pt>
                <c:pt idx="801">
                  <c:v>43171</c:v>
                </c:pt>
                <c:pt idx="802">
                  <c:v>43172</c:v>
                </c:pt>
                <c:pt idx="803">
                  <c:v>43173</c:v>
                </c:pt>
                <c:pt idx="804">
                  <c:v>43174</c:v>
                </c:pt>
                <c:pt idx="805">
                  <c:v>43175</c:v>
                </c:pt>
                <c:pt idx="806">
                  <c:v>43176</c:v>
                </c:pt>
                <c:pt idx="807">
                  <c:v>43177</c:v>
                </c:pt>
                <c:pt idx="808">
                  <c:v>43178</c:v>
                </c:pt>
                <c:pt idx="809">
                  <c:v>43179</c:v>
                </c:pt>
                <c:pt idx="810">
                  <c:v>43180</c:v>
                </c:pt>
                <c:pt idx="811">
                  <c:v>43181</c:v>
                </c:pt>
                <c:pt idx="812">
                  <c:v>43182</c:v>
                </c:pt>
                <c:pt idx="813">
                  <c:v>43183</c:v>
                </c:pt>
                <c:pt idx="814">
                  <c:v>43184</c:v>
                </c:pt>
                <c:pt idx="815">
                  <c:v>43185</c:v>
                </c:pt>
                <c:pt idx="816">
                  <c:v>43186</c:v>
                </c:pt>
                <c:pt idx="817">
                  <c:v>43187</c:v>
                </c:pt>
                <c:pt idx="818">
                  <c:v>43188</c:v>
                </c:pt>
                <c:pt idx="819">
                  <c:v>43189</c:v>
                </c:pt>
                <c:pt idx="820">
                  <c:v>43190</c:v>
                </c:pt>
                <c:pt idx="821">
                  <c:v>43191</c:v>
                </c:pt>
                <c:pt idx="822">
                  <c:v>43192</c:v>
                </c:pt>
                <c:pt idx="823">
                  <c:v>43193</c:v>
                </c:pt>
                <c:pt idx="824">
                  <c:v>43194</c:v>
                </c:pt>
                <c:pt idx="825">
                  <c:v>43195</c:v>
                </c:pt>
                <c:pt idx="826">
                  <c:v>43196</c:v>
                </c:pt>
                <c:pt idx="827">
                  <c:v>43197</c:v>
                </c:pt>
                <c:pt idx="828">
                  <c:v>43198</c:v>
                </c:pt>
                <c:pt idx="829">
                  <c:v>43199</c:v>
                </c:pt>
                <c:pt idx="830">
                  <c:v>43200</c:v>
                </c:pt>
                <c:pt idx="831">
                  <c:v>43201</c:v>
                </c:pt>
                <c:pt idx="832">
                  <c:v>43202</c:v>
                </c:pt>
                <c:pt idx="833">
                  <c:v>43203</c:v>
                </c:pt>
                <c:pt idx="834">
                  <c:v>43204</c:v>
                </c:pt>
                <c:pt idx="835">
                  <c:v>43205</c:v>
                </c:pt>
                <c:pt idx="836">
                  <c:v>43206</c:v>
                </c:pt>
                <c:pt idx="837">
                  <c:v>43207</c:v>
                </c:pt>
                <c:pt idx="838">
                  <c:v>43208</c:v>
                </c:pt>
                <c:pt idx="839">
                  <c:v>43209</c:v>
                </c:pt>
                <c:pt idx="840">
                  <c:v>43210</c:v>
                </c:pt>
                <c:pt idx="841">
                  <c:v>43211</c:v>
                </c:pt>
                <c:pt idx="842">
                  <c:v>43212</c:v>
                </c:pt>
                <c:pt idx="843">
                  <c:v>43213</c:v>
                </c:pt>
                <c:pt idx="844">
                  <c:v>43214</c:v>
                </c:pt>
                <c:pt idx="845">
                  <c:v>43215</c:v>
                </c:pt>
                <c:pt idx="846">
                  <c:v>43216</c:v>
                </c:pt>
                <c:pt idx="847">
                  <c:v>43217</c:v>
                </c:pt>
                <c:pt idx="848">
                  <c:v>43218</c:v>
                </c:pt>
                <c:pt idx="849">
                  <c:v>43219</c:v>
                </c:pt>
                <c:pt idx="850">
                  <c:v>43220</c:v>
                </c:pt>
                <c:pt idx="851">
                  <c:v>43221</c:v>
                </c:pt>
                <c:pt idx="852">
                  <c:v>43222</c:v>
                </c:pt>
                <c:pt idx="853">
                  <c:v>43223</c:v>
                </c:pt>
                <c:pt idx="854">
                  <c:v>43224</c:v>
                </c:pt>
                <c:pt idx="855">
                  <c:v>43225</c:v>
                </c:pt>
                <c:pt idx="856">
                  <c:v>43226</c:v>
                </c:pt>
                <c:pt idx="857">
                  <c:v>43227</c:v>
                </c:pt>
                <c:pt idx="858">
                  <c:v>43228</c:v>
                </c:pt>
                <c:pt idx="859">
                  <c:v>43229</c:v>
                </c:pt>
                <c:pt idx="860">
                  <c:v>43230</c:v>
                </c:pt>
                <c:pt idx="861">
                  <c:v>43231</c:v>
                </c:pt>
                <c:pt idx="862">
                  <c:v>43232</c:v>
                </c:pt>
                <c:pt idx="863">
                  <c:v>43233</c:v>
                </c:pt>
                <c:pt idx="864">
                  <c:v>43234</c:v>
                </c:pt>
                <c:pt idx="865">
                  <c:v>43235</c:v>
                </c:pt>
                <c:pt idx="866">
                  <c:v>43236</c:v>
                </c:pt>
                <c:pt idx="867">
                  <c:v>43237</c:v>
                </c:pt>
                <c:pt idx="868">
                  <c:v>43238</c:v>
                </c:pt>
                <c:pt idx="869">
                  <c:v>43239</c:v>
                </c:pt>
                <c:pt idx="870">
                  <c:v>43240</c:v>
                </c:pt>
                <c:pt idx="871">
                  <c:v>43241</c:v>
                </c:pt>
                <c:pt idx="872">
                  <c:v>43242</c:v>
                </c:pt>
                <c:pt idx="873">
                  <c:v>43243</c:v>
                </c:pt>
                <c:pt idx="874">
                  <c:v>43244</c:v>
                </c:pt>
                <c:pt idx="875">
                  <c:v>43245</c:v>
                </c:pt>
                <c:pt idx="876">
                  <c:v>43246</c:v>
                </c:pt>
                <c:pt idx="877">
                  <c:v>43247</c:v>
                </c:pt>
                <c:pt idx="878">
                  <c:v>43248</c:v>
                </c:pt>
                <c:pt idx="879">
                  <c:v>43249</c:v>
                </c:pt>
                <c:pt idx="880">
                  <c:v>43250</c:v>
                </c:pt>
                <c:pt idx="881">
                  <c:v>43251</c:v>
                </c:pt>
                <c:pt idx="882">
                  <c:v>43252</c:v>
                </c:pt>
                <c:pt idx="883">
                  <c:v>43253</c:v>
                </c:pt>
                <c:pt idx="884">
                  <c:v>43254</c:v>
                </c:pt>
                <c:pt idx="885">
                  <c:v>43255</c:v>
                </c:pt>
                <c:pt idx="886">
                  <c:v>43256</c:v>
                </c:pt>
                <c:pt idx="887">
                  <c:v>43257</c:v>
                </c:pt>
                <c:pt idx="888">
                  <c:v>43258</c:v>
                </c:pt>
                <c:pt idx="889">
                  <c:v>43259</c:v>
                </c:pt>
                <c:pt idx="890">
                  <c:v>43260</c:v>
                </c:pt>
                <c:pt idx="891">
                  <c:v>43261</c:v>
                </c:pt>
                <c:pt idx="892">
                  <c:v>43262</c:v>
                </c:pt>
                <c:pt idx="893">
                  <c:v>43263</c:v>
                </c:pt>
                <c:pt idx="894">
                  <c:v>43264</c:v>
                </c:pt>
                <c:pt idx="895">
                  <c:v>43265</c:v>
                </c:pt>
                <c:pt idx="896">
                  <c:v>43266</c:v>
                </c:pt>
                <c:pt idx="897">
                  <c:v>43267</c:v>
                </c:pt>
                <c:pt idx="898">
                  <c:v>43268</c:v>
                </c:pt>
                <c:pt idx="899">
                  <c:v>43269</c:v>
                </c:pt>
                <c:pt idx="900">
                  <c:v>43270</c:v>
                </c:pt>
                <c:pt idx="901">
                  <c:v>43271</c:v>
                </c:pt>
                <c:pt idx="902">
                  <c:v>43272</c:v>
                </c:pt>
                <c:pt idx="903">
                  <c:v>43273</c:v>
                </c:pt>
                <c:pt idx="904">
                  <c:v>43274</c:v>
                </c:pt>
                <c:pt idx="905">
                  <c:v>43275</c:v>
                </c:pt>
                <c:pt idx="906">
                  <c:v>43276</c:v>
                </c:pt>
                <c:pt idx="907">
                  <c:v>43277</c:v>
                </c:pt>
                <c:pt idx="908">
                  <c:v>43278</c:v>
                </c:pt>
                <c:pt idx="909">
                  <c:v>43279</c:v>
                </c:pt>
                <c:pt idx="910">
                  <c:v>43280</c:v>
                </c:pt>
                <c:pt idx="911">
                  <c:v>43281</c:v>
                </c:pt>
                <c:pt idx="912">
                  <c:v>43282</c:v>
                </c:pt>
                <c:pt idx="913">
                  <c:v>43283</c:v>
                </c:pt>
                <c:pt idx="914">
                  <c:v>43284</c:v>
                </c:pt>
                <c:pt idx="915">
                  <c:v>43285</c:v>
                </c:pt>
                <c:pt idx="916">
                  <c:v>43286</c:v>
                </c:pt>
                <c:pt idx="917">
                  <c:v>43287</c:v>
                </c:pt>
                <c:pt idx="918">
                  <c:v>43288</c:v>
                </c:pt>
                <c:pt idx="919">
                  <c:v>43289</c:v>
                </c:pt>
                <c:pt idx="920">
                  <c:v>43290</c:v>
                </c:pt>
                <c:pt idx="921">
                  <c:v>43291</c:v>
                </c:pt>
                <c:pt idx="922">
                  <c:v>43292</c:v>
                </c:pt>
                <c:pt idx="923">
                  <c:v>43293</c:v>
                </c:pt>
                <c:pt idx="924">
                  <c:v>43294</c:v>
                </c:pt>
                <c:pt idx="925">
                  <c:v>43295</c:v>
                </c:pt>
                <c:pt idx="926">
                  <c:v>43296</c:v>
                </c:pt>
                <c:pt idx="927">
                  <c:v>43297</c:v>
                </c:pt>
                <c:pt idx="928">
                  <c:v>43298</c:v>
                </c:pt>
                <c:pt idx="929">
                  <c:v>43299</c:v>
                </c:pt>
                <c:pt idx="930">
                  <c:v>43300</c:v>
                </c:pt>
                <c:pt idx="931">
                  <c:v>43301</c:v>
                </c:pt>
                <c:pt idx="932">
                  <c:v>43302</c:v>
                </c:pt>
                <c:pt idx="933">
                  <c:v>43303</c:v>
                </c:pt>
                <c:pt idx="934">
                  <c:v>43304</c:v>
                </c:pt>
                <c:pt idx="935">
                  <c:v>43305</c:v>
                </c:pt>
                <c:pt idx="936">
                  <c:v>43306</c:v>
                </c:pt>
                <c:pt idx="937">
                  <c:v>43307</c:v>
                </c:pt>
                <c:pt idx="938">
                  <c:v>43308</c:v>
                </c:pt>
                <c:pt idx="939">
                  <c:v>43309</c:v>
                </c:pt>
                <c:pt idx="940">
                  <c:v>43310</c:v>
                </c:pt>
                <c:pt idx="941">
                  <c:v>43311</c:v>
                </c:pt>
                <c:pt idx="942">
                  <c:v>43312</c:v>
                </c:pt>
                <c:pt idx="943">
                  <c:v>43313</c:v>
                </c:pt>
                <c:pt idx="944">
                  <c:v>43314</c:v>
                </c:pt>
                <c:pt idx="945">
                  <c:v>43315</c:v>
                </c:pt>
                <c:pt idx="946">
                  <c:v>43316</c:v>
                </c:pt>
                <c:pt idx="947">
                  <c:v>43317</c:v>
                </c:pt>
                <c:pt idx="948">
                  <c:v>43318</c:v>
                </c:pt>
                <c:pt idx="949">
                  <c:v>43319</c:v>
                </c:pt>
                <c:pt idx="950">
                  <c:v>43320</c:v>
                </c:pt>
                <c:pt idx="951">
                  <c:v>43321</c:v>
                </c:pt>
                <c:pt idx="952">
                  <c:v>43322</c:v>
                </c:pt>
                <c:pt idx="953">
                  <c:v>43323</c:v>
                </c:pt>
                <c:pt idx="954">
                  <c:v>43324</c:v>
                </c:pt>
                <c:pt idx="955">
                  <c:v>43325</c:v>
                </c:pt>
                <c:pt idx="956">
                  <c:v>43326</c:v>
                </c:pt>
                <c:pt idx="957">
                  <c:v>43327</c:v>
                </c:pt>
                <c:pt idx="958">
                  <c:v>43328</c:v>
                </c:pt>
                <c:pt idx="959">
                  <c:v>43329</c:v>
                </c:pt>
                <c:pt idx="960">
                  <c:v>43330</c:v>
                </c:pt>
                <c:pt idx="961">
                  <c:v>43331</c:v>
                </c:pt>
                <c:pt idx="962">
                  <c:v>43332</c:v>
                </c:pt>
                <c:pt idx="963">
                  <c:v>43333</c:v>
                </c:pt>
                <c:pt idx="964">
                  <c:v>43334</c:v>
                </c:pt>
                <c:pt idx="965">
                  <c:v>43335</c:v>
                </c:pt>
                <c:pt idx="966">
                  <c:v>43336</c:v>
                </c:pt>
                <c:pt idx="967">
                  <c:v>43337</c:v>
                </c:pt>
                <c:pt idx="968">
                  <c:v>43338</c:v>
                </c:pt>
                <c:pt idx="969">
                  <c:v>43339</c:v>
                </c:pt>
                <c:pt idx="970">
                  <c:v>43340</c:v>
                </c:pt>
                <c:pt idx="971">
                  <c:v>43341</c:v>
                </c:pt>
                <c:pt idx="972">
                  <c:v>43342</c:v>
                </c:pt>
                <c:pt idx="973">
                  <c:v>43343</c:v>
                </c:pt>
                <c:pt idx="974">
                  <c:v>43344</c:v>
                </c:pt>
                <c:pt idx="975">
                  <c:v>43345</c:v>
                </c:pt>
                <c:pt idx="976">
                  <c:v>43346</c:v>
                </c:pt>
                <c:pt idx="977">
                  <c:v>43347</c:v>
                </c:pt>
                <c:pt idx="978">
                  <c:v>43348</c:v>
                </c:pt>
                <c:pt idx="979">
                  <c:v>43349</c:v>
                </c:pt>
                <c:pt idx="980">
                  <c:v>43350</c:v>
                </c:pt>
                <c:pt idx="981">
                  <c:v>43351</c:v>
                </c:pt>
                <c:pt idx="982">
                  <c:v>43352</c:v>
                </c:pt>
                <c:pt idx="983">
                  <c:v>43353</c:v>
                </c:pt>
                <c:pt idx="984">
                  <c:v>43354</c:v>
                </c:pt>
                <c:pt idx="985">
                  <c:v>43355</c:v>
                </c:pt>
                <c:pt idx="986">
                  <c:v>43356</c:v>
                </c:pt>
                <c:pt idx="987">
                  <c:v>43357</c:v>
                </c:pt>
                <c:pt idx="988">
                  <c:v>43358</c:v>
                </c:pt>
                <c:pt idx="989">
                  <c:v>43359</c:v>
                </c:pt>
                <c:pt idx="990">
                  <c:v>43360</c:v>
                </c:pt>
                <c:pt idx="991">
                  <c:v>43361</c:v>
                </c:pt>
                <c:pt idx="992">
                  <c:v>43362</c:v>
                </c:pt>
                <c:pt idx="993">
                  <c:v>43363</c:v>
                </c:pt>
                <c:pt idx="994">
                  <c:v>43364</c:v>
                </c:pt>
                <c:pt idx="995">
                  <c:v>43365</c:v>
                </c:pt>
                <c:pt idx="996">
                  <c:v>43366</c:v>
                </c:pt>
                <c:pt idx="997">
                  <c:v>43367</c:v>
                </c:pt>
                <c:pt idx="998">
                  <c:v>43368</c:v>
                </c:pt>
                <c:pt idx="999">
                  <c:v>43369</c:v>
                </c:pt>
                <c:pt idx="1000">
                  <c:v>43370</c:v>
                </c:pt>
                <c:pt idx="1001">
                  <c:v>43371</c:v>
                </c:pt>
                <c:pt idx="1002">
                  <c:v>43372</c:v>
                </c:pt>
                <c:pt idx="1003">
                  <c:v>43373</c:v>
                </c:pt>
                <c:pt idx="1004">
                  <c:v>43374</c:v>
                </c:pt>
                <c:pt idx="1005">
                  <c:v>43375</c:v>
                </c:pt>
                <c:pt idx="1006">
                  <c:v>43376</c:v>
                </c:pt>
                <c:pt idx="1007">
                  <c:v>43377</c:v>
                </c:pt>
                <c:pt idx="1008">
                  <c:v>43378</c:v>
                </c:pt>
                <c:pt idx="1009">
                  <c:v>43379</c:v>
                </c:pt>
                <c:pt idx="1010">
                  <c:v>43380</c:v>
                </c:pt>
                <c:pt idx="1011">
                  <c:v>43381</c:v>
                </c:pt>
                <c:pt idx="1012">
                  <c:v>43382</c:v>
                </c:pt>
                <c:pt idx="1013">
                  <c:v>43383</c:v>
                </c:pt>
                <c:pt idx="1014">
                  <c:v>43384</c:v>
                </c:pt>
                <c:pt idx="1015">
                  <c:v>43385</c:v>
                </c:pt>
                <c:pt idx="1016">
                  <c:v>43386</c:v>
                </c:pt>
                <c:pt idx="1017">
                  <c:v>43387</c:v>
                </c:pt>
                <c:pt idx="1018">
                  <c:v>43388</c:v>
                </c:pt>
                <c:pt idx="1019">
                  <c:v>43389</c:v>
                </c:pt>
                <c:pt idx="1020">
                  <c:v>43390</c:v>
                </c:pt>
                <c:pt idx="1021">
                  <c:v>43391</c:v>
                </c:pt>
                <c:pt idx="1022">
                  <c:v>43392</c:v>
                </c:pt>
                <c:pt idx="1023">
                  <c:v>43393</c:v>
                </c:pt>
                <c:pt idx="1024">
                  <c:v>43394</c:v>
                </c:pt>
                <c:pt idx="1025">
                  <c:v>43395</c:v>
                </c:pt>
                <c:pt idx="1026">
                  <c:v>43396</c:v>
                </c:pt>
                <c:pt idx="1027">
                  <c:v>43397</c:v>
                </c:pt>
                <c:pt idx="1028">
                  <c:v>43398</c:v>
                </c:pt>
                <c:pt idx="1029">
                  <c:v>43399</c:v>
                </c:pt>
                <c:pt idx="1030">
                  <c:v>43400</c:v>
                </c:pt>
                <c:pt idx="1031">
                  <c:v>43401</c:v>
                </c:pt>
                <c:pt idx="1032">
                  <c:v>43402</c:v>
                </c:pt>
                <c:pt idx="1033">
                  <c:v>43403</c:v>
                </c:pt>
                <c:pt idx="1034">
                  <c:v>43404</c:v>
                </c:pt>
                <c:pt idx="1035">
                  <c:v>43405</c:v>
                </c:pt>
                <c:pt idx="1036">
                  <c:v>43406</c:v>
                </c:pt>
                <c:pt idx="1037">
                  <c:v>43407</c:v>
                </c:pt>
                <c:pt idx="1038">
                  <c:v>43408</c:v>
                </c:pt>
                <c:pt idx="1039">
                  <c:v>43409</c:v>
                </c:pt>
                <c:pt idx="1040">
                  <c:v>43410</c:v>
                </c:pt>
                <c:pt idx="1041">
                  <c:v>43411</c:v>
                </c:pt>
                <c:pt idx="1042">
                  <c:v>43412</c:v>
                </c:pt>
                <c:pt idx="1043">
                  <c:v>43413</c:v>
                </c:pt>
                <c:pt idx="1044">
                  <c:v>43414</c:v>
                </c:pt>
                <c:pt idx="1045">
                  <c:v>43415</c:v>
                </c:pt>
                <c:pt idx="1046">
                  <c:v>43416</c:v>
                </c:pt>
                <c:pt idx="1047">
                  <c:v>43417</c:v>
                </c:pt>
                <c:pt idx="1048">
                  <c:v>43418</c:v>
                </c:pt>
                <c:pt idx="1049">
                  <c:v>43419</c:v>
                </c:pt>
                <c:pt idx="1050">
                  <c:v>43420</c:v>
                </c:pt>
                <c:pt idx="1051">
                  <c:v>43421</c:v>
                </c:pt>
                <c:pt idx="1052">
                  <c:v>43422</c:v>
                </c:pt>
                <c:pt idx="1053">
                  <c:v>43423</c:v>
                </c:pt>
                <c:pt idx="1054">
                  <c:v>43424</c:v>
                </c:pt>
                <c:pt idx="1055">
                  <c:v>43425</c:v>
                </c:pt>
                <c:pt idx="1056">
                  <c:v>43426</c:v>
                </c:pt>
                <c:pt idx="1057">
                  <c:v>43427</c:v>
                </c:pt>
                <c:pt idx="1058">
                  <c:v>43428</c:v>
                </c:pt>
                <c:pt idx="1059">
                  <c:v>43429</c:v>
                </c:pt>
                <c:pt idx="1060">
                  <c:v>43430</c:v>
                </c:pt>
                <c:pt idx="1061">
                  <c:v>43431</c:v>
                </c:pt>
                <c:pt idx="1062">
                  <c:v>43432</c:v>
                </c:pt>
                <c:pt idx="1063">
                  <c:v>43433</c:v>
                </c:pt>
                <c:pt idx="1064">
                  <c:v>43434</c:v>
                </c:pt>
                <c:pt idx="1065">
                  <c:v>43435</c:v>
                </c:pt>
                <c:pt idx="1066">
                  <c:v>43436</c:v>
                </c:pt>
                <c:pt idx="1067">
                  <c:v>43437</c:v>
                </c:pt>
                <c:pt idx="1068">
                  <c:v>43438</c:v>
                </c:pt>
                <c:pt idx="1069">
                  <c:v>43439</c:v>
                </c:pt>
                <c:pt idx="1070">
                  <c:v>43440</c:v>
                </c:pt>
                <c:pt idx="1071">
                  <c:v>43441</c:v>
                </c:pt>
                <c:pt idx="1072">
                  <c:v>43442</c:v>
                </c:pt>
                <c:pt idx="1073">
                  <c:v>43443</c:v>
                </c:pt>
                <c:pt idx="1074">
                  <c:v>43444</c:v>
                </c:pt>
                <c:pt idx="1075">
                  <c:v>43445</c:v>
                </c:pt>
                <c:pt idx="1076">
                  <c:v>43446</c:v>
                </c:pt>
                <c:pt idx="1077">
                  <c:v>43447</c:v>
                </c:pt>
                <c:pt idx="1078">
                  <c:v>43448</c:v>
                </c:pt>
                <c:pt idx="1079">
                  <c:v>43449</c:v>
                </c:pt>
                <c:pt idx="1080">
                  <c:v>43450</c:v>
                </c:pt>
                <c:pt idx="1081">
                  <c:v>43451</c:v>
                </c:pt>
                <c:pt idx="1082">
                  <c:v>43452</c:v>
                </c:pt>
                <c:pt idx="1083">
                  <c:v>43453</c:v>
                </c:pt>
                <c:pt idx="1084">
                  <c:v>43454</c:v>
                </c:pt>
                <c:pt idx="1085">
                  <c:v>43455</c:v>
                </c:pt>
                <c:pt idx="1086">
                  <c:v>43456</c:v>
                </c:pt>
                <c:pt idx="1087">
                  <c:v>43457</c:v>
                </c:pt>
                <c:pt idx="1088">
                  <c:v>43458</c:v>
                </c:pt>
                <c:pt idx="1089">
                  <c:v>43459</c:v>
                </c:pt>
                <c:pt idx="1090">
                  <c:v>43460</c:v>
                </c:pt>
                <c:pt idx="1091">
                  <c:v>43461</c:v>
                </c:pt>
                <c:pt idx="1092">
                  <c:v>43462</c:v>
                </c:pt>
                <c:pt idx="1093">
                  <c:v>43463</c:v>
                </c:pt>
                <c:pt idx="1094">
                  <c:v>43464</c:v>
                </c:pt>
                <c:pt idx="1095">
                  <c:v>43465</c:v>
                </c:pt>
                <c:pt idx="1096">
                  <c:v>43466</c:v>
                </c:pt>
                <c:pt idx="1097">
                  <c:v>43467</c:v>
                </c:pt>
                <c:pt idx="1098">
                  <c:v>43468</c:v>
                </c:pt>
                <c:pt idx="1099">
                  <c:v>43469</c:v>
                </c:pt>
                <c:pt idx="1100">
                  <c:v>43470</c:v>
                </c:pt>
                <c:pt idx="1101">
                  <c:v>43471</c:v>
                </c:pt>
                <c:pt idx="1102">
                  <c:v>43472</c:v>
                </c:pt>
                <c:pt idx="1103">
                  <c:v>43473</c:v>
                </c:pt>
                <c:pt idx="1104">
                  <c:v>43474</c:v>
                </c:pt>
                <c:pt idx="1105">
                  <c:v>43475</c:v>
                </c:pt>
                <c:pt idx="1106">
                  <c:v>43476</c:v>
                </c:pt>
                <c:pt idx="1107">
                  <c:v>43477</c:v>
                </c:pt>
                <c:pt idx="1108">
                  <c:v>43478</c:v>
                </c:pt>
                <c:pt idx="1109">
                  <c:v>43479</c:v>
                </c:pt>
                <c:pt idx="1110">
                  <c:v>43480</c:v>
                </c:pt>
                <c:pt idx="1111">
                  <c:v>43481</c:v>
                </c:pt>
                <c:pt idx="1112">
                  <c:v>43482</c:v>
                </c:pt>
                <c:pt idx="1113">
                  <c:v>43483</c:v>
                </c:pt>
                <c:pt idx="1114">
                  <c:v>43484</c:v>
                </c:pt>
                <c:pt idx="1115">
                  <c:v>43485</c:v>
                </c:pt>
                <c:pt idx="1116">
                  <c:v>43486</c:v>
                </c:pt>
                <c:pt idx="1117">
                  <c:v>43487</c:v>
                </c:pt>
                <c:pt idx="1118">
                  <c:v>43488</c:v>
                </c:pt>
                <c:pt idx="1119">
                  <c:v>43489</c:v>
                </c:pt>
                <c:pt idx="1120">
                  <c:v>43490</c:v>
                </c:pt>
                <c:pt idx="1121">
                  <c:v>43491</c:v>
                </c:pt>
                <c:pt idx="1122">
                  <c:v>43492</c:v>
                </c:pt>
                <c:pt idx="1123">
                  <c:v>43493</c:v>
                </c:pt>
                <c:pt idx="1124">
                  <c:v>43494</c:v>
                </c:pt>
                <c:pt idx="1125">
                  <c:v>43495</c:v>
                </c:pt>
                <c:pt idx="1126">
                  <c:v>43496</c:v>
                </c:pt>
                <c:pt idx="1127">
                  <c:v>43497</c:v>
                </c:pt>
                <c:pt idx="1128">
                  <c:v>43498</c:v>
                </c:pt>
                <c:pt idx="1129">
                  <c:v>43499</c:v>
                </c:pt>
                <c:pt idx="1130">
                  <c:v>43500</c:v>
                </c:pt>
                <c:pt idx="1131">
                  <c:v>43501</c:v>
                </c:pt>
                <c:pt idx="1132">
                  <c:v>43502</c:v>
                </c:pt>
                <c:pt idx="1133">
                  <c:v>43503</c:v>
                </c:pt>
                <c:pt idx="1134">
                  <c:v>43504</c:v>
                </c:pt>
                <c:pt idx="1135">
                  <c:v>43505</c:v>
                </c:pt>
                <c:pt idx="1136">
                  <c:v>43506</c:v>
                </c:pt>
                <c:pt idx="1137">
                  <c:v>43507</c:v>
                </c:pt>
                <c:pt idx="1138">
                  <c:v>43508</c:v>
                </c:pt>
                <c:pt idx="1139">
                  <c:v>43509</c:v>
                </c:pt>
                <c:pt idx="1140">
                  <c:v>43510</c:v>
                </c:pt>
                <c:pt idx="1141">
                  <c:v>43511</c:v>
                </c:pt>
                <c:pt idx="1142">
                  <c:v>43512</c:v>
                </c:pt>
                <c:pt idx="1143">
                  <c:v>43513</c:v>
                </c:pt>
                <c:pt idx="1144">
                  <c:v>43514</c:v>
                </c:pt>
                <c:pt idx="1145">
                  <c:v>43515</c:v>
                </c:pt>
                <c:pt idx="1146">
                  <c:v>43516</c:v>
                </c:pt>
                <c:pt idx="1147">
                  <c:v>43517</c:v>
                </c:pt>
                <c:pt idx="1148">
                  <c:v>43518</c:v>
                </c:pt>
                <c:pt idx="1149">
                  <c:v>43519</c:v>
                </c:pt>
                <c:pt idx="1150">
                  <c:v>43520</c:v>
                </c:pt>
                <c:pt idx="1151">
                  <c:v>43521</c:v>
                </c:pt>
                <c:pt idx="1152">
                  <c:v>43522</c:v>
                </c:pt>
                <c:pt idx="1153">
                  <c:v>43523</c:v>
                </c:pt>
                <c:pt idx="1154">
                  <c:v>43524</c:v>
                </c:pt>
                <c:pt idx="1155">
                  <c:v>43525</c:v>
                </c:pt>
                <c:pt idx="1156">
                  <c:v>43526</c:v>
                </c:pt>
                <c:pt idx="1157">
                  <c:v>43527</c:v>
                </c:pt>
                <c:pt idx="1158">
                  <c:v>43528</c:v>
                </c:pt>
                <c:pt idx="1159">
                  <c:v>43529</c:v>
                </c:pt>
                <c:pt idx="1160">
                  <c:v>43530</c:v>
                </c:pt>
                <c:pt idx="1161">
                  <c:v>43531</c:v>
                </c:pt>
                <c:pt idx="1162">
                  <c:v>43532</c:v>
                </c:pt>
                <c:pt idx="1163">
                  <c:v>43533</c:v>
                </c:pt>
                <c:pt idx="1164">
                  <c:v>43534</c:v>
                </c:pt>
                <c:pt idx="1165">
                  <c:v>43535</c:v>
                </c:pt>
                <c:pt idx="1166">
                  <c:v>43536</c:v>
                </c:pt>
                <c:pt idx="1167">
                  <c:v>43537</c:v>
                </c:pt>
                <c:pt idx="1168">
                  <c:v>43538</c:v>
                </c:pt>
                <c:pt idx="1169">
                  <c:v>43539</c:v>
                </c:pt>
                <c:pt idx="1170">
                  <c:v>43540</c:v>
                </c:pt>
                <c:pt idx="1171">
                  <c:v>43541</c:v>
                </c:pt>
                <c:pt idx="1172">
                  <c:v>43542</c:v>
                </c:pt>
                <c:pt idx="1173">
                  <c:v>43543</c:v>
                </c:pt>
                <c:pt idx="1174">
                  <c:v>43544</c:v>
                </c:pt>
                <c:pt idx="1175">
                  <c:v>43545</c:v>
                </c:pt>
                <c:pt idx="1176">
                  <c:v>43546</c:v>
                </c:pt>
                <c:pt idx="1177">
                  <c:v>43547</c:v>
                </c:pt>
                <c:pt idx="1178">
                  <c:v>43548</c:v>
                </c:pt>
                <c:pt idx="1179">
                  <c:v>43549</c:v>
                </c:pt>
                <c:pt idx="1180">
                  <c:v>43550</c:v>
                </c:pt>
                <c:pt idx="1181">
                  <c:v>43551</c:v>
                </c:pt>
                <c:pt idx="1182">
                  <c:v>43552</c:v>
                </c:pt>
                <c:pt idx="1183">
                  <c:v>43553</c:v>
                </c:pt>
                <c:pt idx="1184">
                  <c:v>43554</c:v>
                </c:pt>
                <c:pt idx="1185">
                  <c:v>43555</c:v>
                </c:pt>
                <c:pt idx="1186">
                  <c:v>43556</c:v>
                </c:pt>
                <c:pt idx="1187">
                  <c:v>43557</c:v>
                </c:pt>
                <c:pt idx="1188">
                  <c:v>43558</c:v>
                </c:pt>
                <c:pt idx="1189">
                  <c:v>43559</c:v>
                </c:pt>
                <c:pt idx="1190">
                  <c:v>43560</c:v>
                </c:pt>
                <c:pt idx="1191">
                  <c:v>43561</c:v>
                </c:pt>
                <c:pt idx="1192">
                  <c:v>43562</c:v>
                </c:pt>
                <c:pt idx="1193">
                  <c:v>43563</c:v>
                </c:pt>
                <c:pt idx="1194">
                  <c:v>43564</c:v>
                </c:pt>
                <c:pt idx="1195">
                  <c:v>43565</c:v>
                </c:pt>
                <c:pt idx="1196">
                  <c:v>43566</c:v>
                </c:pt>
                <c:pt idx="1197">
                  <c:v>43567</c:v>
                </c:pt>
                <c:pt idx="1198">
                  <c:v>43568</c:v>
                </c:pt>
                <c:pt idx="1199">
                  <c:v>43569</c:v>
                </c:pt>
                <c:pt idx="1200">
                  <c:v>43570</c:v>
                </c:pt>
                <c:pt idx="1201">
                  <c:v>43571</c:v>
                </c:pt>
                <c:pt idx="1202">
                  <c:v>43572</c:v>
                </c:pt>
                <c:pt idx="1203">
                  <c:v>43573</c:v>
                </c:pt>
                <c:pt idx="1204">
                  <c:v>43574</c:v>
                </c:pt>
                <c:pt idx="1205">
                  <c:v>43575</c:v>
                </c:pt>
                <c:pt idx="1206">
                  <c:v>43576</c:v>
                </c:pt>
                <c:pt idx="1207">
                  <c:v>43577</c:v>
                </c:pt>
                <c:pt idx="1208">
                  <c:v>43578</c:v>
                </c:pt>
                <c:pt idx="1209">
                  <c:v>43579</c:v>
                </c:pt>
                <c:pt idx="1210">
                  <c:v>43580</c:v>
                </c:pt>
                <c:pt idx="1211">
                  <c:v>43581</c:v>
                </c:pt>
                <c:pt idx="1212">
                  <c:v>43582</c:v>
                </c:pt>
                <c:pt idx="1213">
                  <c:v>43583</c:v>
                </c:pt>
                <c:pt idx="1214">
                  <c:v>43584</c:v>
                </c:pt>
                <c:pt idx="1215">
                  <c:v>43585</c:v>
                </c:pt>
                <c:pt idx="1216">
                  <c:v>43586</c:v>
                </c:pt>
                <c:pt idx="1217">
                  <c:v>43587</c:v>
                </c:pt>
                <c:pt idx="1218">
                  <c:v>43588</c:v>
                </c:pt>
                <c:pt idx="1219">
                  <c:v>43589</c:v>
                </c:pt>
                <c:pt idx="1220">
                  <c:v>43590</c:v>
                </c:pt>
                <c:pt idx="1221">
                  <c:v>43591</c:v>
                </c:pt>
                <c:pt idx="1222">
                  <c:v>43592</c:v>
                </c:pt>
                <c:pt idx="1223">
                  <c:v>43593</c:v>
                </c:pt>
                <c:pt idx="1224">
                  <c:v>43594</c:v>
                </c:pt>
                <c:pt idx="1225">
                  <c:v>43595</c:v>
                </c:pt>
                <c:pt idx="1226">
                  <c:v>43596</c:v>
                </c:pt>
                <c:pt idx="1227">
                  <c:v>43597</c:v>
                </c:pt>
                <c:pt idx="1228">
                  <c:v>43598</c:v>
                </c:pt>
                <c:pt idx="1229">
                  <c:v>43599</c:v>
                </c:pt>
                <c:pt idx="1230">
                  <c:v>43600</c:v>
                </c:pt>
                <c:pt idx="1231">
                  <c:v>43601</c:v>
                </c:pt>
                <c:pt idx="1232">
                  <c:v>43602</c:v>
                </c:pt>
                <c:pt idx="1233">
                  <c:v>43603</c:v>
                </c:pt>
                <c:pt idx="1234">
                  <c:v>43604</c:v>
                </c:pt>
                <c:pt idx="1235">
                  <c:v>43605</c:v>
                </c:pt>
                <c:pt idx="1236">
                  <c:v>43606</c:v>
                </c:pt>
                <c:pt idx="1237">
                  <c:v>43607</c:v>
                </c:pt>
                <c:pt idx="1238">
                  <c:v>43608</c:v>
                </c:pt>
                <c:pt idx="1239">
                  <c:v>43609</c:v>
                </c:pt>
                <c:pt idx="1240">
                  <c:v>43610</c:v>
                </c:pt>
                <c:pt idx="1241">
                  <c:v>43611</c:v>
                </c:pt>
                <c:pt idx="1242">
                  <c:v>43612</c:v>
                </c:pt>
                <c:pt idx="1243">
                  <c:v>43613</c:v>
                </c:pt>
                <c:pt idx="1244">
                  <c:v>43614</c:v>
                </c:pt>
                <c:pt idx="1245">
                  <c:v>43615</c:v>
                </c:pt>
                <c:pt idx="1246">
                  <c:v>43616</c:v>
                </c:pt>
                <c:pt idx="1247">
                  <c:v>43617</c:v>
                </c:pt>
                <c:pt idx="1248">
                  <c:v>43618</c:v>
                </c:pt>
                <c:pt idx="1249">
                  <c:v>43619</c:v>
                </c:pt>
                <c:pt idx="1250">
                  <c:v>43620</c:v>
                </c:pt>
                <c:pt idx="1251">
                  <c:v>43621</c:v>
                </c:pt>
                <c:pt idx="1252">
                  <c:v>43622</c:v>
                </c:pt>
                <c:pt idx="1253">
                  <c:v>43623</c:v>
                </c:pt>
                <c:pt idx="1254">
                  <c:v>43624</c:v>
                </c:pt>
                <c:pt idx="1255">
                  <c:v>43625</c:v>
                </c:pt>
                <c:pt idx="1256">
                  <c:v>43626</c:v>
                </c:pt>
                <c:pt idx="1257">
                  <c:v>43627</c:v>
                </c:pt>
                <c:pt idx="1258">
                  <c:v>43628</c:v>
                </c:pt>
                <c:pt idx="1259">
                  <c:v>43629</c:v>
                </c:pt>
                <c:pt idx="1260">
                  <c:v>43630</c:v>
                </c:pt>
                <c:pt idx="1261">
                  <c:v>43631</c:v>
                </c:pt>
                <c:pt idx="1262">
                  <c:v>43632</c:v>
                </c:pt>
                <c:pt idx="1263">
                  <c:v>43633</c:v>
                </c:pt>
                <c:pt idx="1264">
                  <c:v>43634</c:v>
                </c:pt>
                <c:pt idx="1265">
                  <c:v>43635</c:v>
                </c:pt>
                <c:pt idx="1266">
                  <c:v>43636</c:v>
                </c:pt>
                <c:pt idx="1267">
                  <c:v>43637</c:v>
                </c:pt>
                <c:pt idx="1268">
                  <c:v>43638</c:v>
                </c:pt>
                <c:pt idx="1269">
                  <c:v>43639</c:v>
                </c:pt>
                <c:pt idx="1270">
                  <c:v>43640</c:v>
                </c:pt>
                <c:pt idx="1271">
                  <c:v>43641</c:v>
                </c:pt>
                <c:pt idx="1272">
                  <c:v>43642</c:v>
                </c:pt>
                <c:pt idx="1273">
                  <c:v>43643</c:v>
                </c:pt>
                <c:pt idx="1274">
                  <c:v>43644</c:v>
                </c:pt>
                <c:pt idx="1275">
                  <c:v>43645</c:v>
                </c:pt>
                <c:pt idx="1276">
                  <c:v>43646</c:v>
                </c:pt>
                <c:pt idx="1277">
                  <c:v>43647</c:v>
                </c:pt>
                <c:pt idx="1278">
                  <c:v>43648</c:v>
                </c:pt>
                <c:pt idx="1279">
                  <c:v>43649</c:v>
                </c:pt>
                <c:pt idx="1280">
                  <c:v>43650</c:v>
                </c:pt>
                <c:pt idx="1281">
                  <c:v>43651</c:v>
                </c:pt>
                <c:pt idx="1282">
                  <c:v>43652</c:v>
                </c:pt>
                <c:pt idx="1283">
                  <c:v>43653</c:v>
                </c:pt>
                <c:pt idx="1284">
                  <c:v>43654</c:v>
                </c:pt>
                <c:pt idx="1285">
                  <c:v>43655</c:v>
                </c:pt>
                <c:pt idx="1286">
                  <c:v>43656</c:v>
                </c:pt>
                <c:pt idx="1287">
                  <c:v>43657</c:v>
                </c:pt>
                <c:pt idx="1288">
                  <c:v>43658</c:v>
                </c:pt>
                <c:pt idx="1289">
                  <c:v>43659</c:v>
                </c:pt>
                <c:pt idx="1290">
                  <c:v>43660</c:v>
                </c:pt>
                <c:pt idx="1291">
                  <c:v>43661</c:v>
                </c:pt>
                <c:pt idx="1292">
                  <c:v>43662</c:v>
                </c:pt>
                <c:pt idx="1293">
                  <c:v>43663</c:v>
                </c:pt>
                <c:pt idx="1294">
                  <c:v>43664</c:v>
                </c:pt>
                <c:pt idx="1295">
                  <c:v>43665</c:v>
                </c:pt>
                <c:pt idx="1296">
                  <c:v>43666</c:v>
                </c:pt>
                <c:pt idx="1297">
                  <c:v>43667</c:v>
                </c:pt>
                <c:pt idx="1298">
                  <c:v>43668</c:v>
                </c:pt>
                <c:pt idx="1299">
                  <c:v>43669</c:v>
                </c:pt>
                <c:pt idx="1300">
                  <c:v>43670</c:v>
                </c:pt>
                <c:pt idx="1301">
                  <c:v>43671</c:v>
                </c:pt>
                <c:pt idx="1302">
                  <c:v>43672</c:v>
                </c:pt>
                <c:pt idx="1303">
                  <c:v>43673</c:v>
                </c:pt>
                <c:pt idx="1304">
                  <c:v>43674</c:v>
                </c:pt>
                <c:pt idx="1305">
                  <c:v>43675</c:v>
                </c:pt>
                <c:pt idx="1306">
                  <c:v>43676</c:v>
                </c:pt>
                <c:pt idx="1307">
                  <c:v>43677</c:v>
                </c:pt>
                <c:pt idx="1308">
                  <c:v>43678</c:v>
                </c:pt>
                <c:pt idx="1309">
                  <c:v>43679</c:v>
                </c:pt>
                <c:pt idx="1310">
                  <c:v>43680</c:v>
                </c:pt>
                <c:pt idx="1311">
                  <c:v>43681</c:v>
                </c:pt>
                <c:pt idx="1312">
                  <c:v>43682</c:v>
                </c:pt>
                <c:pt idx="1313">
                  <c:v>43683</c:v>
                </c:pt>
                <c:pt idx="1314">
                  <c:v>43684</c:v>
                </c:pt>
                <c:pt idx="1315">
                  <c:v>43685</c:v>
                </c:pt>
                <c:pt idx="1316">
                  <c:v>43686</c:v>
                </c:pt>
                <c:pt idx="1317">
                  <c:v>43687</c:v>
                </c:pt>
                <c:pt idx="1318">
                  <c:v>43688</c:v>
                </c:pt>
                <c:pt idx="1319">
                  <c:v>43689</c:v>
                </c:pt>
                <c:pt idx="1320">
                  <c:v>43690</c:v>
                </c:pt>
                <c:pt idx="1321">
                  <c:v>43691</c:v>
                </c:pt>
                <c:pt idx="1322">
                  <c:v>43692</c:v>
                </c:pt>
                <c:pt idx="1323">
                  <c:v>43693</c:v>
                </c:pt>
                <c:pt idx="1324">
                  <c:v>43694</c:v>
                </c:pt>
                <c:pt idx="1325">
                  <c:v>43695</c:v>
                </c:pt>
                <c:pt idx="1326">
                  <c:v>43696</c:v>
                </c:pt>
                <c:pt idx="1327">
                  <c:v>43697</c:v>
                </c:pt>
                <c:pt idx="1328">
                  <c:v>43698</c:v>
                </c:pt>
                <c:pt idx="1329">
                  <c:v>43699</c:v>
                </c:pt>
                <c:pt idx="1330">
                  <c:v>43700</c:v>
                </c:pt>
                <c:pt idx="1331">
                  <c:v>43701</c:v>
                </c:pt>
                <c:pt idx="1332">
                  <c:v>43702</c:v>
                </c:pt>
                <c:pt idx="1333">
                  <c:v>43703</c:v>
                </c:pt>
                <c:pt idx="1334">
                  <c:v>43704</c:v>
                </c:pt>
                <c:pt idx="1335">
                  <c:v>43705</c:v>
                </c:pt>
                <c:pt idx="1336">
                  <c:v>43706</c:v>
                </c:pt>
                <c:pt idx="1337">
                  <c:v>43707</c:v>
                </c:pt>
                <c:pt idx="1338">
                  <c:v>43708</c:v>
                </c:pt>
                <c:pt idx="1339">
                  <c:v>43709</c:v>
                </c:pt>
                <c:pt idx="1340">
                  <c:v>43710</c:v>
                </c:pt>
                <c:pt idx="1341">
                  <c:v>43711</c:v>
                </c:pt>
                <c:pt idx="1342">
                  <c:v>43712</c:v>
                </c:pt>
                <c:pt idx="1343">
                  <c:v>43713</c:v>
                </c:pt>
                <c:pt idx="1344">
                  <c:v>43714</c:v>
                </c:pt>
                <c:pt idx="1345">
                  <c:v>43715</c:v>
                </c:pt>
                <c:pt idx="1346">
                  <c:v>43716</c:v>
                </c:pt>
                <c:pt idx="1347">
                  <c:v>43717</c:v>
                </c:pt>
                <c:pt idx="1348">
                  <c:v>43718</c:v>
                </c:pt>
                <c:pt idx="1349">
                  <c:v>43719</c:v>
                </c:pt>
                <c:pt idx="1350">
                  <c:v>43720</c:v>
                </c:pt>
                <c:pt idx="1351">
                  <c:v>43721</c:v>
                </c:pt>
                <c:pt idx="1352">
                  <c:v>43722</c:v>
                </c:pt>
                <c:pt idx="1353">
                  <c:v>43723</c:v>
                </c:pt>
                <c:pt idx="1354">
                  <c:v>43724</c:v>
                </c:pt>
                <c:pt idx="1355">
                  <c:v>43725</c:v>
                </c:pt>
                <c:pt idx="1356">
                  <c:v>43726</c:v>
                </c:pt>
                <c:pt idx="1357">
                  <c:v>43727</c:v>
                </c:pt>
                <c:pt idx="1358">
                  <c:v>43728</c:v>
                </c:pt>
                <c:pt idx="1359">
                  <c:v>43729</c:v>
                </c:pt>
                <c:pt idx="1360">
                  <c:v>43730</c:v>
                </c:pt>
                <c:pt idx="1361">
                  <c:v>43731</c:v>
                </c:pt>
                <c:pt idx="1362">
                  <c:v>43732</c:v>
                </c:pt>
                <c:pt idx="1363">
                  <c:v>43733</c:v>
                </c:pt>
                <c:pt idx="1364">
                  <c:v>43734</c:v>
                </c:pt>
                <c:pt idx="1365">
                  <c:v>43735</c:v>
                </c:pt>
                <c:pt idx="1366">
                  <c:v>43736</c:v>
                </c:pt>
                <c:pt idx="1367">
                  <c:v>43737</c:v>
                </c:pt>
                <c:pt idx="1368">
                  <c:v>43738</c:v>
                </c:pt>
                <c:pt idx="1369">
                  <c:v>43739</c:v>
                </c:pt>
                <c:pt idx="1370">
                  <c:v>43740</c:v>
                </c:pt>
                <c:pt idx="1371">
                  <c:v>43741</c:v>
                </c:pt>
                <c:pt idx="1372">
                  <c:v>43742</c:v>
                </c:pt>
                <c:pt idx="1373">
                  <c:v>43743</c:v>
                </c:pt>
                <c:pt idx="1374">
                  <c:v>43744</c:v>
                </c:pt>
                <c:pt idx="1375">
                  <c:v>43745</c:v>
                </c:pt>
                <c:pt idx="1376">
                  <c:v>43746</c:v>
                </c:pt>
                <c:pt idx="1377">
                  <c:v>43747</c:v>
                </c:pt>
                <c:pt idx="1378">
                  <c:v>43748</c:v>
                </c:pt>
                <c:pt idx="1379">
                  <c:v>43749</c:v>
                </c:pt>
                <c:pt idx="1380">
                  <c:v>43750</c:v>
                </c:pt>
                <c:pt idx="1381">
                  <c:v>43751</c:v>
                </c:pt>
                <c:pt idx="1382">
                  <c:v>43752</c:v>
                </c:pt>
                <c:pt idx="1383">
                  <c:v>43753</c:v>
                </c:pt>
                <c:pt idx="1384">
                  <c:v>43754</c:v>
                </c:pt>
                <c:pt idx="1385">
                  <c:v>43755</c:v>
                </c:pt>
                <c:pt idx="1386">
                  <c:v>43756</c:v>
                </c:pt>
                <c:pt idx="1387">
                  <c:v>43757</c:v>
                </c:pt>
                <c:pt idx="1388">
                  <c:v>43758</c:v>
                </c:pt>
                <c:pt idx="1389">
                  <c:v>43759</c:v>
                </c:pt>
                <c:pt idx="1390">
                  <c:v>43760</c:v>
                </c:pt>
                <c:pt idx="1391">
                  <c:v>43761</c:v>
                </c:pt>
                <c:pt idx="1392">
                  <c:v>43762</c:v>
                </c:pt>
                <c:pt idx="1393">
                  <c:v>43763</c:v>
                </c:pt>
                <c:pt idx="1394">
                  <c:v>43764</c:v>
                </c:pt>
                <c:pt idx="1395">
                  <c:v>43765</c:v>
                </c:pt>
                <c:pt idx="1396">
                  <c:v>43766</c:v>
                </c:pt>
                <c:pt idx="1397">
                  <c:v>43767</c:v>
                </c:pt>
                <c:pt idx="1398">
                  <c:v>43768</c:v>
                </c:pt>
                <c:pt idx="1399">
                  <c:v>43769</c:v>
                </c:pt>
                <c:pt idx="1400">
                  <c:v>43770</c:v>
                </c:pt>
                <c:pt idx="1401">
                  <c:v>43771</c:v>
                </c:pt>
                <c:pt idx="1402">
                  <c:v>43772</c:v>
                </c:pt>
                <c:pt idx="1403">
                  <c:v>43773</c:v>
                </c:pt>
                <c:pt idx="1404">
                  <c:v>43774</c:v>
                </c:pt>
                <c:pt idx="1405">
                  <c:v>43775</c:v>
                </c:pt>
                <c:pt idx="1406">
                  <c:v>43776</c:v>
                </c:pt>
                <c:pt idx="1407">
                  <c:v>43777</c:v>
                </c:pt>
                <c:pt idx="1408">
                  <c:v>43778</c:v>
                </c:pt>
                <c:pt idx="1409">
                  <c:v>43779</c:v>
                </c:pt>
                <c:pt idx="1410">
                  <c:v>43780</c:v>
                </c:pt>
                <c:pt idx="1411">
                  <c:v>43781</c:v>
                </c:pt>
                <c:pt idx="1412">
                  <c:v>43782</c:v>
                </c:pt>
                <c:pt idx="1413">
                  <c:v>43783</c:v>
                </c:pt>
                <c:pt idx="1414">
                  <c:v>43784</c:v>
                </c:pt>
                <c:pt idx="1415">
                  <c:v>43785</c:v>
                </c:pt>
                <c:pt idx="1416">
                  <c:v>43786</c:v>
                </c:pt>
                <c:pt idx="1417">
                  <c:v>43787</c:v>
                </c:pt>
                <c:pt idx="1418">
                  <c:v>43788</c:v>
                </c:pt>
                <c:pt idx="1419">
                  <c:v>43789</c:v>
                </c:pt>
                <c:pt idx="1420">
                  <c:v>43790</c:v>
                </c:pt>
                <c:pt idx="1421">
                  <c:v>43791</c:v>
                </c:pt>
                <c:pt idx="1422">
                  <c:v>43792</c:v>
                </c:pt>
                <c:pt idx="1423">
                  <c:v>43793</c:v>
                </c:pt>
                <c:pt idx="1424">
                  <c:v>43794</c:v>
                </c:pt>
                <c:pt idx="1425">
                  <c:v>43795</c:v>
                </c:pt>
                <c:pt idx="1426">
                  <c:v>43796</c:v>
                </c:pt>
                <c:pt idx="1427">
                  <c:v>43797</c:v>
                </c:pt>
                <c:pt idx="1428">
                  <c:v>43798</c:v>
                </c:pt>
                <c:pt idx="1429">
                  <c:v>43799</c:v>
                </c:pt>
                <c:pt idx="1430">
                  <c:v>43800</c:v>
                </c:pt>
                <c:pt idx="1431">
                  <c:v>43801</c:v>
                </c:pt>
                <c:pt idx="1432">
                  <c:v>43802</c:v>
                </c:pt>
                <c:pt idx="1433">
                  <c:v>43803</c:v>
                </c:pt>
                <c:pt idx="1434">
                  <c:v>43804</c:v>
                </c:pt>
                <c:pt idx="1435">
                  <c:v>43805</c:v>
                </c:pt>
                <c:pt idx="1436">
                  <c:v>43806</c:v>
                </c:pt>
                <c:pt idx="1437">
                  <c:v>43807</c:v>
                </c:pt>
                <c:pt idx="1438">
                  <c:v>43808</c:v>
                </c:pt>
                <c:pt idx="1439">
                  <c:v>43809</c:v>
                </c:pt>
                <c:pt idx="1440">
                  <c:v>43810</c:v>
                </c:pt>
                <c:pt idx="1441">
                  <c:v>43811</c:v>
                </c:pt>
                <c:pt idx="1442">
                  <c:v>43812</c:v>
                </c:pt>
                <c:pt idx="1443">
                  <c:v>43813</c:v>
                </c:pt>
                <c:pt idx="1444">
                  <c:v>43814</c:v>
                </c:pt>
                <c:pt idx="1445">
                  <c:v>43815</c:v>
                </c:pt>
                <c:pt idx="1446">
                  <c:v>43816</c:v>
                </c:pt>
                <c:pt idx="1447">
                  <c:v>43817</c:v>
                </c:pt>
                <c:pt idx="1448">
                  <c:v>43818</c:v>
                </c:pt>
                <c:pt idx="1449">
                  <c:v>43819</c:v>
                </c:pt>
                <c:pt idx="1450">
                  <c:v>43820</c:v>
                </c:pt>
                <c:pt idx="1451">
                  <c:v>43821</c:v>
                </c:pt>
                <c:pt idx="1452">
                  <c:v>43822</c:v>
                </c:pt>
                <c:pt idx="1453">
                  <c:v>43823</c:v>
                </c:pt>
                <c:pt idx="1454">
                  <c:v>43824</c:v>
                </c:pt>
                <c:pt idx="1455">
                  <c:v>43825</c:v>
                </c:pt>
                <c:pt idx="1456">
                  <c:v>43826</c:v>
                </c:pt>
                <c:pt idx="1457">
                  <c:v>43827</c:v>
                </c:pt>
                <c:pt idx="1458">
                  <c:v>43828</c:v>
                </c:pt>
                <c:pt idx="1459">
                  <c:v>43829</c:v>
                </c:pt>
                <c:pt idx="1460">
                  <c:v>43830</c:v>
                </c:pt>
                <c:pt idx="1461">
                  <c:v>43831</c:v>
                </c:pt>
                <c:pt idx="1462">
                  <c:v>43832</c:v>
                </c:pt>
                <c:pt idx="1463">
                  <c:v>43833</c:v>
                </c:pt>
                <c:pt idx="1464">
                  <c:v>43834</c:v>
                </c:pt>
                <c:pt idx="1465">
                  <c:v>43835</c:v>
                </c:pt>
                <c:pt idx="1466">
                  <c:v>43836</c:v>
                </c:pt>
                <c:pt idx="1467">
                  <c:v>43837</c:v>
                </c:pt>
                <c:pt idx="1468">
                  <c:v>43838</c:v>
                </c:pt>
                <c:pt idx="1469">
                  <c:v>43839</c:v>
                </c:pt>
                <c:pt idx="1470">
                  <c:v>43840</c:v>
                </c:pt>
                <c:pt idx="1471">
                  <c:v>43841</c:v>
                </c:pt>
                <c:pt idx="1472">
                  <c:v>43842</c:v>
                </c:pt>
                <c:pt idx="1473">
                  <c:v>43843</c:v>
                </c:pt>
                <c:pt idx="1474">
                  <c:v>43844</c:v>
                </c:pt>
                <c:pt idx="1475">
                  <c:v>43845</c:v>
                </c:pt>
                <c:pt idx="1476">
                  <c:v>43846</c:v>
                </c:pt>
                <c:pt idx="1477">
                  <c:v>43847</c:v>
                </c:pt>
                <c:pt idx="1478">
                  <c:v>43848</c:v>
                </c:pt>
                <c:pt idx="1479">
                  <c:v>43849</c:v>
                </c:pt>
                <c:pt idx="1480">
                  <c:v>43850</c:v>
                </c:pt>
                <c:pt idx="1481">
                  <c:v>43851</c:v>
                </c:pt>
                <c:pt idx="1482">
                  <c:v>43852</c:v>
                </c:pt>
                <c:pt idx="1483">
                  <c:v>43853</c:v>
                </c:pt>
                <c:pt idx="1484">
                  <c:v>43854</c:v>
                </c:pt>
                <c:pt idx="1485">
                  <c:v>43855</c:v>
                </c:pt>
                <c:pt idx="1486">
                  <c:v>43856</c:v>
                </c:pt>
                <c:pt idx="1487">
                  <c:v>43857</c:v>
                </c:pt>
                <c:pt idx="1488">
                  <c:v>43858</c:v>
                </c:pt>
                <c:pt idx="1489">
                  <c:v>43859</c:v>
                </c:pt>
                <c:pt idx="1490">
                  <c:v>43860</c:v>
                </c:pt>
                <c:pt idx="1491">
                  <c:v>43861</c:v>
                </c:pt>
                <c:pt idx="1492">
                  <c:v>43862</c:v>
                </c:pt>
                <c:pt idx="1493">
                  <c:v>43863</c:v>
                </c:pt>
                <c:pt idx="1494">
                  <c:v>43864</c:v>
                </c:pt>
                <c:pt idx="1495">
                  <c:v>43865</c:v>
                </c:pt>
                <c:pt idx="1496">
                  <c:v>43866</c:v>
                </c:pt>
                <c:pt idx="1497">
                  <c:v>43867</c:v>
                </c:pt>
                <c:pt idx="1498">
                  <c:v>43868</c:v>
                </c:pt>
                <c:pt idx="1499">
                  <c:v>43869</c:v>
                </c:pt>
                <c:pt idx="1500">
                  <c:v>43870</c:v>
                </c:pt>
                <c:pt idx="1501">
                  <c:v>43871</c:v>
                </c:pt>
                <c:pt idx="1502">
                  <c:v>43872</c:v>
                </c:pt>
                <c:pt idx="1503">
                  <c:v>43873</c:v>
                </c:pt>
                <c:pt idx="1504">
                  <c:v>43874</c:v>
                </c:pt>
                <c:pt idx="1505">
                  <c:v>43875</c:v>
                </c:pt>
                <c:pt idx="1506">
                  <c:v>43876</c:v>
                </c:pt>
                <c:pt idx="1507">
                  <c:v>43877</c:v>
                </c:pt>
                <c:pt idx="1508">
                  <c:v>43878</c:v>
                </c:pt>
                <c:pt idx="1509">
                  <c:v>43879</c:v>
                </c:pt>
                <c:pt idx="1510">
                  <c:v>43880</c:v>
                </c:pt>
                <c:pt idx="1511">
                  <c:v>43881</c:v>
                </c:pt>
                <c:pt idx="1512">
                  <c:v>43882</c:v>
                </c:pt>
                <c:pt idx="1513">
                  <c:v>43883</c:v>
                </c:pt>
                <c:pt idx="1514">
                  <c:v>43884</c:v>
                </c:pt>
                <c:pt idx="1515">
                  <c:v>43885</c:v>
                </c:pt>
                <c:pt idx="1516">
                  <c:v>43886</c:v>
                </c:pt>
                <c:pt idx="1517">
                  <c:v>43887</c:v>
                </c:pt>
                <c:pt idx="1518">
                  <c:v>43888</c:v>
                </c:pt>
                <c:pt idx="1519">
                  <c:v>43889</c:v>
                </c:pt>
                <c:pt idx="1520">
                  <c:v>43890</c:v>
                </c:pt>
                <c:pt idx="1521">
                  <c:v>43891</c:v>
                </c:pt>
                <c:pt idx="1522">
                  <c:v>43892</c:v>
                </c:pt>
                <c:pt idx="1523">
                  <c:v>43893</c:v>
                </c:pt>
                <c:pt idx="1524">
                  <c:v>43894</c:v>
                </c:pt>
                <c:pt idx="1525">
                  <c:v>43895</c:v>
                </c:pt>
                <c:pt idx="1526">
                  <c:v>43896</c:v>
                </c:pt>
                <c:pt idx="1527">
                  <c:v>43897</c:v>
                </c:pt>
                <c:pt idx="1528">
                  <c:v>43898</c:v>
                </c:pt>
                <c:pt idx="1529">
                  <c:v>43899</c:v>
                </c:pt>
                <c:pt idx="1530">
                  <c:v>43900</c:v>
                </c:pt>
                <c:pt idx="1531">
                  <c:v>43901</c:v>
                </c:pt>
                <c:pt idx="1532">
                  <c:v>43902</c:v>
                </c:pt>
                <c:pt idx="1533">
                  <c:v>43903</c:v>
                </c:pt>
                <c:pt idx="1534">
                  <c:v>43904</c:v>
                </c:pt>
                <c:pt idx="1535">
                  <c:v>43905</c:v>
                </c:pt>
                <c:pt idx="1536">
                  <c:v>43906</c:v>
                </c:pt>
                <c:pt idx="1537">
                  <c:v>43907</c:v>
                </c:pt>
                <c:pt idx="1538">
                  <c:v>43908</c:v>
                </c:pt>
                <c:pt idx="1539">
                  <c:v>43909</c:v>
                </c:pt>
                <c:pt idx="1540">
                  <c:v>43910</c:v>
                </c:pt>
                <c:pt idx="1541">
                  <c:v>43911</c:v>
                </c:pt>
                <c:pt idx="1542">
                  <c:v>43912</c:v>
                </c:pt>
                <c:pt idx="1543">
                  <c:v>43913</c:v>
                </c:pt>
                <c:pt idx="1544">
                  <c:v>43914</c:v>
                </c:pt>
                <c:pt idx="1545">
                  <c:v>43915</c:v>
                </c:pt>
                <c:pt idx="1546">
                  <c:v>43916</c:v>
                </c:pt>
                <c:pt idx="1547">
                  <c:v>43917</c:v>
                </c:pt>
                <c:pt idx="1548">
                  <c:v>43918</c:v>
                </c:pt>
                <c:pt idx="1549">
                  <c:v>43919</c:v>
                </c:pt>
                <c:pt idx="1550">
                  <c:v>43920</c:v>
                </c:pt>
                <c:pt idx="1551">
                  <c:v>43921</c:v>
                </c:pt>
                <c:pt idx="1552">
                  <c:v>43922</c:v>
                </c:pt>
                <c:pt idx="1553">
                  <c:v>43923</c:v>
                </c:pt>
                <c:pt idx="1554">
                  <c:v>43924</c:v>
                </c:pt>
                <c:pt idx="1555">
                  <c:v>43925</c:v>
                </c:pt>
                <c:pt idx="1556">
                  <c:v>43926</c:v>
                </c:pt>
                <c:pt idx="1557">
                  <c:v>43927</c:v>
                </c:pt>
                <c:pt idx="1558">
                  <c:v>43928</c:v>
                </c:pt>
                <c:pt idx="1559">
                  <c:v>43929</c:v>
                </c:pt>
                <c:pt idx="1560">
                  <c:v>43930</c:v>
                </c:pt>
                <c:pt idx="1561">
                  <c:v>43931</c:v>
                </c:pt>
                <c:pt idx="1562">
                  <c:v>43932</c:v>
                </c:pt>
                <c:pt idx="1563">
                  <c:v>43933</c:v>
                </c:pt>
                <c:pt idx="1564">
                  <c:v>43934</c:v>
                </c:pt>
                <c:pt idx="1565">
                  <c:v>43935</c:v>
                </c:pt>
                <c:pt idx="1566">
                  <c:v>43936</c:v>
                </c:pt>
                <c:pt idx="1567">
                  <c:v>43937</c:v>
                </c:pt>
                <c:pt idx="1568">
                  <c:v>43938</c:v>
                </c:pt>
                <c:pt idx="1569">
                  <c:v>43939</c:v>
                </c:pt>
                <c:pt idx="1570">
                  <c:v>43940</c:v>
                </c:pt>
                <c:pt idx="1571">
                  <c:v>43941</c:v>
                </c:pt>
                <c:pt idx="1572">
                  <c:v>43942</c:v>
                </c:pt>
                <c:pt idx="1573">
                  <c:v>43943</c:v>
                </c:pt>
                <c:pt idx="1574">
                  <c:v>43944</c:v>
                </c:pt>
                <c:pt idx="1575">
                  <c:v>43945</c:v>
                </c:pt>
                <c:pt idx="1576">
                  <c:v>43946</c:v>
                </c:pt>
                <c:pt idx="1577">
                  <c:v>43947</c:v>
                </c:pt>
                <c:pt idx="1578">
                  <c:v>43948</c:v>
                </c:pt>
                <c:pt idx="1579">
                  <c:v>43949</c:v>
                </c:pt>
                <c:pt idx="1580">
                  <c:v>43950</c:v>
                </c:pt>
                <c:pt idx="1581">
                  <c:v>43951</c:v>
                </c:pt>
                <c:pt idx="1582">
                  <c:v>43952</c:v>
                </c:pt>
                <c:pt idx="1583">
                  <c:v>43953</c:v>
                </c:pt>
                <c:pt idx="1584">
                  <c:v>43954</c:v>
                </c:pt>
                <c:pt idx="1585">
                  <c:v>43955</c:v>
                </c:pt>
                <c:pt idx="1586">
                  <c:v>43956</c:v>
                </c:pt>
                <c:pt idx="1587">
                  <c:v>43957</c:v>
                </c:pt>
                <c:pt idx="1588">
                  <c:v>43958</c:v>
                </c:pt>
                <c:pt idx="1589">
                  <c:v>43959</c:v>
                </c:pt>
                <c:pt idx="1590">
                  <c:v>43960</c:v>
                </c:pt>
                <c:pt idx="1591">
                  <c:v>43961</c:v>
                </c:pt>
                <c:pt idx="1592">
                  <c:v>43962</c:v>
                </c:pt>
                <c:pt idx="1593">
                  <c:v>43963</c:v>
                </c:pt>
                <c:pt idx="1594">
                  <c:v>43964</c:v>
                </c:pt>
                <c:pt idx="1595">
                  <c:v>43965</c:v>
                </c:pt>
                <c:pt idx="1596">
                  <c:v>43966</c:v>
                </c:pt>
                <c:pt idx="1597">
                  <c:v>43967</c:v>
                </c:pt>
                <c:pt idx="1598">
                  <c:v>43968</c:v>
                </c:pt>
                <c:pt idx="1599">
                  <c:v>43969</c:v>
                </c:pt>
                <c:pt idx="1600">
                  <c:v>43970</c:v>
                </c:pt>
                <c:pt idx="1601">
                  <c:v>43971</c:v>
                </c:pt>
                <c:pt idx="1602">
                  <c:v>43972</c:v>
                </c:pt>
                <c:pt idx="1603">
                  <c:v>43973</c:v>
                </c:pt>
                <c:pt idx="1604">
                  <c:v>43974</c:v>
                </c:pt>
                <c:pt idx="1605">
                  <c:v>43975</c:v>
                </c:pt>
                <c:pt idx="1606">
                  <c:v>43976</c:v>
                </c:pt>
                <c:pt idx="1607">
                  <c:v>43977</c:v>
                </c:pt>
                <c:pt idx="1608">
                  <c:v>43978</c:v>
                </c:pt>
                <c:pt idx="1609">
                  <c:v>43979</c:v>
                </c:pt>
                <c:pt idx="1610">
                  <c:v>43980</c:v>
                </c:pt>
                <c:pt idx="1611">
                  <c:v>43981</c:v>
                </c:pt>
                <c:pt idx="1612">
                  <c:v>43982</c:v>
                </c:pt>
                <c:pt idx="1613">
                  <c:v>43983</c:v>
                </c:pt>
                <c:pt idx="1614">
                  <c:v>43984</c:v>
                </c:pt>
                <c:pt idx="1615">
                  <c:v>43985</c:v>
                </c:pt>
                <c:pt idx="1616">
                  <c:v>43986</c:v>
                </c:pt>
                <c:pt idx="1617">
                  <c:v>43987</c:v>
                </c:pt>
                <c:pt idx="1618">
                  <c:v>43988</c:v>
                </c:pt>
                <c:pt idx="1619">
                  <c:v>43989</c:v>
                </c:pt>
                <c:pt idx="1620">
                  <c:v>43990</c:v>
                </c:pt>
                <c:pt idx="1621">
                  <c:v>43991</c:v>
                </c:pt>
                <c:pt idx="1622">
                  <c:v>43992</c:v>
                </c:pt>
                <c:pt idx="1623">
                  <c:v>43993</c:v>
                </c:pt>
                <c:pt idx="1624">
                  <c:v>43994</c:v>
                </c:pt>
                <c:pt idx="1625">
                  <c:v>43995</c:v>
                </c:pt>
                <c:pt idx="1626">
                  <c:v>43996</c:v>
                </c:pt>
                <c:pt idx="1627">
                  <c:v>43997</c:v>
                </c:pt>
                <c:pt idx="1628">
                  <c:v>43998</c:v>
                </c:pt>
                <c:pt idx="1629">
                  <c:v>43999</c:v>
                </c:pt>
                <c:pt idx="1630">
                  <c:v>44000</c:v>
                </c:pt>
                <c:pt idx="1631">
                  <c:v>44001</c:v>
                </c:pt>
                <c:pt idx="1632">
                  <c:v>44002</c:v>
                </c:pt>
                <c:pt idx="1633">
                  <c:v>44003</c:v>
                </c:pt>
                <c:pt idx="1634">
                  <c:v>44004</c:v>
                </c:pt>
                <c:pt idx="1635">
                  <c:v>44005</c:v>
                </c:pt>
                <c:pt idx="1636">
                  <c:v>44006</c:v>
                </c:pt>
                <c:pt idx="1637">
                  <c:v>44007</c:v>
                </c:pt>
                <c:pt idx="1638">
                  <c:v>44008</c:v>
                </c:pt>
                <c:pt idx="1639">
                  <c:v>44009</c:v>
                </c:pt>
                <c:pt idx="1640">
                  <c:v>44010</c:v>
                </c:pt>
                <c:pt idx="1641">
                  <c:v>44011</c:v>
                </c:pt>
                <c:pt idx="1642">
                  <c:v>44012</c:v>
                </c:pt>
                <c:pt idx="1643">
                  <c:v>44013</c:v>
                </c:pt>
                <c:pt idx="1644">
                  <c:v>44014</c:v>
                </c:pt>
                <c:pt idx="1645">
                  <c:v>44015</c:v>
                </c:pt>
                <c:pt idx="1646">
                  <c:v>44016</c:v>
                </c:pt>
                <c:pt idx="1647">
                  <c:v>44017</c:v>
                </c:pt>
                <c:pt idx="1648">
                  <c:v>44018</c:v>
                </c:pt>
                <c:pt idx="1649">
                  <c:v>44019</c:v>
                </c:pt>
                <c:pt idx="1650">
                  <c:v>44020</c:v>
                </c:pt>
                <c:pt idx="1651">
                  <c:v>44021</c:v>
                </c:pt>
                <c:pt idx="1652">
                  <c:v>44022</c:v>
                </c:pt>
                <c:pt idx="1653">
                  <c:v>44023</c:v>
                </c:pt>
                <c:pt idx="1654">
                  <c:v>44024</c:v>
                </c:pt>
                <c:pt idx="1655">
                  <c:v>44025</c:v>
                </c:pt>
                <c:pt idx="1656">
                  <c:v>44026</c:v>
                </c:pt>
                <c:pt idx="1657">
                  <c:v>44027</c:v>
                </c:pt>
                <c:pt idx="1658">
                  <c:v>44028</c:v>
                </c:pt>
                <c:pt idx="1659">
                  <c:v>44029</c:v>
                </c:pt>
                <c:pt idx="1660">
                  <c:v>44030</c:v>
                </c:pt>
                <c:pt idx="1661">
                  <c:v>44031</c:v>
                </c:pt>
                <c:pt idx="1662">
                  <c:v>44032</c:v>
                </c:pt>
                <c:pt idx="1663">
                  <c:v>44033</c:v>
                </c:pt>
                <c:pt idx="1664">
                  <c:v>44034</c:v>
                </c:pt>
                <c:pt idx="1665">
                  <c:v>44035</c:v>
                </c:pt>
                <c:pt idx="1666">
                  <c:v>44036</c:v>
                </c:pt>
                <c:pt idx="1667">
                  <c:v>44037</c:v>
                </c:pt>
                <c:pt idx="1668">
                  <c:v>44038</c:v>
                </c:pt>
                <c:pt idx="1669">
                  <c:v>44039</c:v>
                </c:pt>
                <c:pt idx="1670">
                  <c:v>44040</c:v>
                </c:pt>
                <c:pt idx="1671">
                  <c:v>44041</c:v>
                </c:pt>
                <c:pt idx="1672">
                  <c:v>44042</c:v>
                </c:pt>
                <c:pt idx="1673">
                  <c:v>44043</c:v>
                </c:pt>
                <c:pt idx="1674">
                  <c:v>44044</c:v>
                </c:pt>
                <c:pt idx="1675">
                  <c:v>44045</c:v>
                </c:pt>
                <c:pt idx="1676">
                  <c:v>44046</c:v>
                </c:pt>
                <c:pt idx="1677">
                  <c:v>44047</c:v>
                </c:pt>
                <c:pt idx="1678">
                  <c:v>44048</c:v>
                </c:pt>
                <c:pt idx="1679">
                  <c:v>44049</c:v>
                </c:pt>
                <c:pt idx="1680">
                  <c:v>44050</c:v>
                </c:pt>
                <c:pt idx="1681">
                  <c:v>44051</c:v>
                </c:pt>
                <c:pt idx="1682">
                  <c:v>44052</c:v>
                </c:pt>
                <c:pt idx="1683">
                  <c:v>44053</c:v>
                </c:pt>
                <c:pt idx="1684">
                  <c:v>44054</c:v>
                </c:pt>
                <c:pt idx="1685">
                  <c:v>44055</c:v>
                </c:pt>
                <c:pt idx="1686">
                  <c:v>44056</c:v>
                </c:pt>
                <c:pt idx="1687">
                  <c:v>44057</c:v>
                </c:pt>
                <c:pt idx="1688">
                  <c:v>44058</c:v>
                </c:pt>
                <c:pt idx="1689">
                  <c:v>44059</c:v>
                </c:pt>
                <c:pt idx="1690">
                  <c:v>44060</c:v>
                </c:pt>
                <c:pt idx="1691">
                  <c:v>44061</c:v>
                </c:pt>
                <c:pt idx="1692">
                  <c:v>44062</c:v>
                </c:pt>
                <c:pt idx="1693">
                  <c:v>44063</c:v>
                </c:pt>
                <c:pt idx="1694">
                  <c:v>44064</c:v>
                </c:pt>
                <c:pt idx="1695">
                  <c:v>44065</c:v>
                </c:pt>
                <c:pt idx="1696">
                  <c:v>44066</c:v>
                </c:pt>
                <c:pt idx="1697">
                  <c:v>44067</c:v>
                </c:pt>
                <c:pt idx="1698">
                  <c:v>44068</c:v>
                </c:pt>
                <c:pt idx="1699">
                  <c:v>44069</c:v>
                </c:pt>
                <c:pt idx="1700">
                  <c:v>44070</c:v>
                </c:pt>
                <c:pt idx="1701">
                  <c:v>44071</c:v>
                </c:pt>
                <c:pt idx="1702">
                  <c:v>44072</c:v>
                </c:pt>
                <c:pt idx="1703">
                  <c:v>44073</c:v>
                </c:pt>
                <c:pt idx="1704">
                  <c:v>44074</c:v>
                </c:pt>
                <c:pt idx="1705">
                  <c:v>44075</c:v>
                </c:pt>
                <c:pt idx="1706">
                  <c:v>44076</c:v>
                </c:pt>
                <c:pt idx="1707">
                  <c:v>44077</c:v>
                </c:pt>
                <c:pt idx="1708">
                  <c:v>44078</c:v>
                </c:pt>
                <c:pt idx="1709">
                  <c:v>44079</c:v>
                </c:pt>
                <c:pt idx="1710">
                  <c:v>44080</c:v>
                </c:pt>
                <c:pt idx="1711">
                  <c:v>44081</c:v>
                </c:pt>
                <c:pt idx="1712">
                  <c:v>44082</c:v>
                </c:pt>
                <c:pt idx="1713">
                  <c:v>44083</c:v>
                </c:pt>
                <c:pt idx="1714">
                  <c:v>44084</c:v>
                </c:pt>
                <c:pt idx="1715">
                  <c:v>44085</c:v>
                </c:pt>
                <c:pt idx="1716">
                  <c:v>44086</c:v>
                </c:pt>
                <c:pt idx="1717">
                  <c:v>44087</c:v>
                </c:pt>
                <c:pt idx="1718">
                  <c:v>44088</c:v>
                </c:pt>
                <c:pt idx="1719">
                  <c:v>44089</c:v>
                </c:pt>
                <c:pt idx="1720">
                  <c:v>44090</c:v>
                </c:pt>
                <c:pt idx="1721">
                  <c:v>44091</c:v>
                </c:pt>
                <c:pt idx="1722">
                  <c:v>44092</c:v>
                </c:pt>
                <c:pt idx="1723">
                  <c:v>44093</c:v>
                </c:pt>
                <c:pt idx="1724">
                  <c:v>44094</c:v>
                </c:pt>
                <c:pt idx="1725">
                  <c:v>44095</c:v>
                </c:pt>
                <c:pt idx="1726">
                  <c:v>44096</c:v>
                </c:pt>
                <c:pt idx="1727">
                  <c:v>44097</c:v>
                </c:pt>
                <c:pt idx="1728">
                  <c:v>44098</c:v>
                </c:pt>
                <c:pt idx="1729">
                  <c:v>44099</c:v>
                </c:pt>
                <c:pt idx="1730">
                  <c:v>44100</c:v>
                </c:pt>
                <c:pt idx="1731">
                  <c:v>44101</c:v>
                </c:pt>
                <c:pt idx="1732">
                  <c:v>44102</c:v>
                </c:pt>
                <c:pt idx="1733">
                  <c:v>44103</c:v>
                </c:pt>
                <c:pt idx="1734">
                  <c:v>44104</c:v>
                </c:pt>
                <c:pt idx="1735">
                  <c:v>44105</c:v>
                </c:pt>
                <c:pt idx="1736">
                  <c:v>44106</c:v>
                </c:pt>
                <c:pt idx="1737">
                  <c:v>44107</c:v>
                </c:pt>
                <c:pt idx="1738">
                  <c:v>44108</c:v>
                </c:pt>
                <c:pt idx="1739">
                  <c:v>44109</c:v>
                </c:pt>
                <c:pt idx="1740">
                  <c:v>44110</c:v>
                </c:pt>
                <c:pt idx="1741">
                  <c:v>44111</c:v>
                </c:pt>
                <c:pt idx="1742">
                  <c:v>44112</c:v>
                </c:pt>
                <c:pt idx="1743">
                  <c:v>44113</c:v>
                </c:pt>
                <c:pt idx="1744">
                  <c:v>44114</c:v>
                </c:pt>
                <c:pt idx="1745">
                  <c:v>44115</c:v>
                </c:pt>
                <c:pt idx="1746">
                  <c:v>44116</c:v>
                </c:pt>
                <c:pt idx="1747">
                  <c:v>44117</c:v>
                </c:pt>
                <c:pt idx="1748">
                  <c:v>44118</c:v>
                </c:pt>
                <c:pt idx="1749">
                  <c:v>44119</c:v>
                </c:pt>
                <c:pt idx="1750">
                  <c:v>44120</c:v>
                </c:pt>
                <c:pt idx="1751">
                  <c:v>44121</c:v>
                </c:pt>
                <c:pt idx="1752">
                  <c:v>44122</c:v>
                </c:pt>
                <c:pt idx="1753">
                  <c:v>44123</c:v>
                </c:pt>
                <c:pt idx="1754">
                  <c:v>44124</c:v>
                </c:pt>
                <c:pt idx="1755">
                  <c:v>44125</c:v>
                </c:pt>
                <c:pt idx="1756">
                  <c:v>44126</c:v>
                </c:pt>
                <c:pt idx="1757">
                  <c:v>44127</c:v>
                </c:pt>
                <c:pt idx="1758">
                  <c:v>44128</c:v>
                </c:pt>
                <c:pt idx="1759">
                  <c:v>44129</c:v>
                </c:pt>
                <c:pt idx="1760">
                  <c:v>44130</c:v>
                </c:pt>
                <c:pt idx="1761">
                  <c:v>44131</c:v>
                </c:pt>
                <c:pt idx="1762">
                  <c:v>44132</c:v>
                </c:pt>
                <c:pt idx="1763">
                  <c:v>44133</c:v>
                </c:pt>
                <c:pt idx="1764">
                  <c:v>44134</c:v>
                </c:pt>
                <c:pt idx="1765">
                  <c:v>44135</c:v>
                </c:pt>
                <c:pt idx="1766">
                  <c:v>44136</c:v>
                </c:pt>
                <c:pt idx="1767">
                  <c:v>44137</c:v>
                </c:pt>
                <c:pt idx="1768">
                  <c:v>44138</c:v>
                </c:pt>
                <c:pt idx="1769">
                  <c:v>44139</c:v>
                </c:pt>
                <c:pt idx="1770">
                  <c:v>44140</c:v>
                </c:pt>
                <c:pt idx="1771">
                  <c:v>44141</c:v>
                </c:pt>
                <c:pt idx="1772">
                  <c:v>44142</c:v>
                </c:pt>
                <c:pt idx="1773">
                  <c:v>44143</c:v>
                </c:pt>
                <c:pt idx="1774">
                  <c:v>44144</c:v>
                </c:pt>
                <c:pt idx="1775">
                  <c:v>44145</c:v>
                </c:pt>
                <c:pt idx="1776">
                  <c:v>44146</c:v>
                </c:pt>
                <c:pt idx="1777">
                  <c:v>44147</c:v>
                </c:pt>
                <c:pt idx="1778">
                  <c:v>44148</c:v>
                </c:pt>
                <c:pt idx="1779">
                  <c:v>44149</c:v>
                </c:pt>
                <c:pt idx="1780">
                  <c:v>44150</c:v>
                </c:pt>
                <c:pt idx="1781">
                  <c:v>44151</c:v>
                </c:pt>
                <c:pt idx="1782">
                  <c:v>44152</c:v>
                </c:pt>
                <c:pt idx="1783">
                  <c:v>44153</c:v>
                </c:pt>
                <c:pt idx="1784">
                  <c:v>44154</c:v>
                </c:pt>
                <c:pt idx="1785">
                  <c:v>44155</c:v>
                </c:pt>
                <c:pt idx="1786">
                  <c:v>44156</c:v>
                </c:pt>
                <c:pt idx="1787">
                  <c:v>44157</c:v>
                </c:pt>
                <c:pt idx="1788">
                  <c:v>44158</c:v>
                </c:pt>
                <c:pt idx="1789">
                  <c:v>44159</c:v>
                </c:pt>
                <c:pt idx="1790">
                  <c:v>44160</c:v>
                </c:pt>
                <c:pt idx="1791">
                  <c:v>44161</c:v>
                </c:pt>
                <c:pt idx="1792">
                  <c:v>44162</c:v>
                </c:pt>
                <c:pt idx="1793">
                  <c:v>44163</c:v>
                </c:pt>
                <c:pt idx="1794">
                  <c:v>44164</c:v>
                </c:pt>
                <c:pt idx="1795">
                  <c:v>44165</c:v>
                </c:pt>
                <c:pt idx="1796">
                  <c:v>44166</c:v>
                </c:pt>
                <c:pt idx="1797">
                  <c:v>44167</c:v>
                </c:pt>
                <c:pt idx="1798">
                  <c:v>44168</c:v>
                </c:pt>
                <c:pt idx="1799">
                  <c:v>44169</c:v>
                </c:pt>
                <c:pt idx="1800">
                  <c:v>44170</c:v>
                </c:pt>
                <c:pt idx="1801">
                  <c:v>44171</c:v>
                </c:pt>
                <c:pt idx="1802">
                  <c:v>44172</c:v>
                </c:pt>
                <c:pt idx="1803">
                  <c:v>44173</c:v>
                </c:pt>
                <c:pt idx="1804">
                  <c:v>44174</c:v>
                </c:pt>
                <c:pt idx="1805">
                  <c:v>44175</c:v>
                </c:pt>
                <c:pt idx="1806">
                  <c:v>44176</c:v>
                </c:pt>
                <c:pt idx="1807">
                  <c:v>44177</c:v>
                </c:pt>
                <c:pt idx="1808">
                  <c:v>44178</c:v>
                </c:pt>
                <c:pt idx="1809">
                  <c:v>44179</c:v>
                </c:pt>
                <c:pt idx="1810">
                  <c:v>44180</c:v>
                </c:pt>
                <c:pt idx="1811">
                  <c:v>44181</c:v>
                </c:pt>
                <c:pt idx="1812">
                  <c:v>44182</c:v>
                </c:pt>
                <c:pt idx="1813">
                  <c:v>44183</c:v>
                </c:pt>
                <c:pt idx="1814">
                  <c:v>44184</c:v>
                </c:pt>
                <c:pt idx="1815">
                  <c:v>44185</c:v>
                </c:pt>
                <c:pt idx="1816">
                  <c:v>44186</c:v>
                </c:pt>
                <c:pt idx="1817">
                  <c:v>44187</c:v>
                </c:pt>
                <c:pt idx="1818">
                  <c:v>44188</c:v>
                </c:pt>
                <c:pt idx="1819">
                  <c:v>44189</c:v>
                </c:pt>
                <c:pt idx="1820">
                  <c:v>44190</c:v>
                </c:pt>
                <c:pt idx="1821">
                  <c:v>44191</c:v>
                </c:pt>
                <c:pt idx="1822">
                  <c:v>44192</c:v>
                </c:pt>
                <c:pt idx="1823">
                  <c:v>44193</c:v>
                </c:pt>
                <c:pt idx="1824">
                  <c:v>44194</c:v>
                </c:pt>
                <c:pt idx="1825">
                  <c:v>44195</c:v>
                </c:pt>
                <c:pt idx="1826">
                  <c:v>44196</c:v>
                </c:pt>
                <c:pt idx="1827">
                  <c:v>44197</c:v>
                </c:pt>
                <c:pt idx="1828">
                  <c:v>44198</c:v>
                </c:pt>
                <c:pt idx="1829">
                  <c:v>44199</c:v>
                </c:pt>
                <c:pt idx="1830">
                  <c:v>44200</c:v>
                </c:pt>
                <c:pt idx="1831">
                  <c:v>44201</c:v>
                </c:pt>
                <c:pt idx="1832">
                  <c:v>44202</c:v>
                </c:pt>
                <c:pt idx="1833">
                  <c:v>44203</c:v>
                </c:pt>
                <c:pt idx="1834">
                  <c:v>44204</c:v>
                </c:pt>
                <c:pt idx="1835">
                  <c:v>44205</c:v>
                </c:pt>
                <c:pt idx="1836">
                  <c:v>44206</c:v>
                </c:pt>
                <c:pt idx="1837">
                  <c:v>44207</c:v>
                </c:pt>
                <c:pt idx="1838">
                  <c:v>44208</c:v>
                </c:pt>
                <c:pt idx="1839">
                  <c:v>44209</c:v>
                </c:pt>
                <c:pt idx="1840">
                  <c:v>44210</c:v>
                </c:pt>
                <c:pt idx="1841">
                  <c:v>44211</c:v>
                </c:pt>
                <c:pt idx="1842">
                  <c:v>44212</c:v>
                </c:pt>
                <c:pt idx="1843">
                  <c:v>44213</c:v>
                </c:pt>
                <c:pt idx="1844">
                  <c:v>44214</c:v>
                </c:pt>
                <c:pt idx="1845">
                  <c:v>44215</c:v>
                </c:pt>
                <c:pt idx="1846">
                  <c:v>44216</c:v>
                </c:pt>
                <c:pt idx="1847">
                  <c:v>44217</c:v>
                </c:pt>
                <c:pt idx="1848">
                  <c:v>44218</c:v>
                </c:pt>
                <c:pt idx="1849">
                  <c:v>44219</c:v>
                </c:pt>
                <c:pt idx="1850">
                  <c:v>44220</c:v>
                </c:pt>
                <c:pt idx="1851">
                  <c:v>44221</c:v>
                </c:pt>
                <c:pt idx="1852">
                  <c:v>44222</c:v>
                </c:pt>
                <c:pt idx="1853">
                  <c:v>44223</c:v>
                </c:pt>
                <c:pt idx="1854">
                  <c:v>44224</c:v>
                </c:pt>
                <c:pt idx="1855">
                  <c:v>44225</c:v>
                </c:pt>
                <c:pt idx="1856">
                  <c:v>44226</c:v>
                </c:pt>
                <c:pt idx="1857">
                  <c:v>44227</c:v>
                </c:pt>
                <c:pt idx="1858">
                  <c:v>44228</c:v>
                </c:pt>
                <c:pt idx="1859">
                  <c:v>44229</c:v>
                </c:pt>
                <c:pt idx="1860">
                  <c:v>44230</c:v>
                </c:pt>
                <c:pt idx="1861">
                  <c:v>44231</c:v>
                </c:pt>
                <c:pt idx="1862">
                  <c:v>44232</c:v>
                </c:pt>
                <c:pt idx="1863">
                  <c:v>44233</c:v>
                </c:pt>
                <c:pt idx="1864">
                  <c:v>44234</c:v>
                </c:pt>
                <c:pt idx="1865">
                  <c:v>44235</c:v>
                </c:pt>
                <c:pt idx="1866">
                  <c:v>44236</c:v>
                </c:pt>
                <c:pt idx="1867">
                  <c:v>44237</c:v>
                </c:pt>
                <c:pt idx="1868">
                  <c:v>44238</c:v>
                </c:pt>
                <c:pt idx="1869">
                  <c:v>44239</c:v>
                </c:pt>
                <c:pt idx="1870">
                  <c:v>44240</c:v>
                </c:pt>
                <c:pt idx="1871">
                  <c:v>44241</c:v>
                </c:pt>
                <c:pt idx="1872">
                  <c:v>44242</c:v>
                </c:pt>
                <c:pt idx="1873">
                  <c:v>44243</c:v>
                </c:pt>
                <c:pt idx="1874">
                  <c:v>44244</c:v>
                </c:pt>
                <c:pt idx="1875">
                  <c:v>44245</c:v>
                </c:pt>
                <c:pt idx="1876">
                  <c:v>44246</c:v>
                </c:pt>
                <c:pt idx="1877">
                  <c:v>44247</c:v>
                </c:pt>
                <c:pt idx="1878">
                  <c:v>44248</c:v>
                </c:pt>
                <c:pt idx="1879">
                  <c:v>44249</c:v>
                </c:pt>
                <c:pt idx="1880">
                  <c:v>44250</c:v>
                </c:pt>
                <c:pt idx="1881">
                  <c:v>44251</c:v>
                </c:pt>
                <c:pt idx="1882">
                  <c:v>44252</c:v>
                </c:pt>
                <c:pt idx="1883">
                  <c:v>44253</c:v>
                </c:pt>
                <c:pt idx="1884">
                  <c:v>44254</c:v>
                </c:pt>
                <c:pt idx="1885">
                  <c:v>44255</c:v>
                </c:pt>
                <c:pt idx="1886">
                  <c:v>44256</c:v>
                </c:pt>
                <c:pt idx="1887">
                  <c:v>44257</c:v>
                </c:pt>
                <c:pt idx="1888">
                  <c:v>44258</c:v>
                </c:pt>
                <c:pt idx="1889">
                  <c:v>44259</c:v>
                </c:pt>
                <c:pt idx="1890">
                  <c:v>44260</c:v>
                </c:pt>
                <c:pt idx="1891">
                  <c:v>44261</c:v>
                </c:pt>
                <c:pt idx="1892">
                  <c:v>44262</c:v>
                </c:pt>
                <c:pt idx="1893">
                  <c:v>44263</c:v>
                </c:pt>
                <c:pt idx="1894">
                  <c:v>44264</c:v>
                </c:pt>
                <c:pt idx="1895">
                  <c:v>44265</c:v>
                </c:pt>
                <c:pt idx="1896">
                  <c:v>44266</c:v>
                </c:pt>
                <c:pt idx="1897">
                  <c:v>44267</c:v>
                </c:pt>
                <c:pt idx="1898">
                  <c:v>44268</c:v>
                </c:pt>
                <c:pt idx="1899">
                  <c:v>44269</c:v>
                </c:pt>
                <c:pt idx="1900">
                  <c:v>44270</c:v>
                </c:pt>
                <c:pt idx="1901">
                  <c:v>44271</c:v>
                </c:pt>
                <c:pt idx="1902">
                  <c:v>44272</c:v>
                </c:pt>
                <c:pt idx="1903">
                  <c:v>44273</c:v>
                </c:pt>
                <c:pt idx="1904">
                  <c:v>44274</c:v>
                </c:pt>
                <c:pt idx="1905">
                  <c:v>44275</c:v>
                </c:pt>
                <c:pt idx="1906">
                  <c:v>44276</c:v>
                </c:pt>
                <c:pt idx="1907">
                  <c:v>44277</c:v>
                </c:pt>
                <c:pt idx="1908">
                  <c:v>44278</c:v>
                </c:pt>
                <c:pt idx="1909">
                  <c:v>44279</c:v>
                </c:pt>
                <c:pt idx="1910">
                  <c:v>44280</c:v>
                </c:pt>
                <c:pt idx="1911">
                  <c:v>44281</c:v>
                </c:pt>
                <c:pt idx="1912">
                  <c:v>44282</c:v>
                </c:pt>
                <c:pt idx="1913">
                  <c:v>44283</c:v>
                </c:pt>
                <c:pt idx="1914">
                  <c:v>44284</c:v>
                </c:pt>
                <c:pt idx="1915">
                  <c:v>44285</c:v>
                </c:pt>
                <c:pt idx="1916">
                  <c:v>44286</c:v>
                </c:pt>
                <c:pt idx="1917">
                  <c:v>44287</c:v>
                </c:pt>
                <c:pt idx="1918">
                  <c:v>44288</c:v>
                </c:pt>
                <c:pt idx="1919">
                  <c:v>44289</c:v>
                </c:pt>
                <c:pt idx="1920">
                  <c:v>44290</c:v>
                </c:pt>
                <c:pt idx="1921">
                  <c:v>44291</c:v>
                </c:pt>
                <c:pt idx="1922">
                  <c:v>44292</c:v>
                </c:pt>
                <c:pt idx="1923">
                  <c:v>44293</c:v>
                </c:pt>
                <c:pt idx="1924">
                  <c:v>44294</c:v>
                </c:pt>
                <c:pt idx="1925">
                  <c:v>44295</c:v>
                </c:pt>
                <c:pt idx="1926">
                  <c:v>44296</c:v>
                </c:pt>
                <c:pt idx="1927">
                  <c:v>44297</c:v>
                </c:pt>
                <c:pt idx="1928">
                  <c:v>44298</c:v>
                </c:pt>
                <c:pt idx="1929">
                  <c:v>44299</c:v>
                </c:pt>
                <c:pt idx="1930">
                  <c:v>44300</c:v>
                </c:pt>
                <c:pt idx="1931">
                  <c:v>44301</c:v>
                </c:pt>
                <c:pt idx="1932">
                  <c:v>44302</c:v>
                </c:pt>
                <c:pt idx="1933">
                  <c:v>44303</c:v>
                </c:pt>
                <c:pt idx="1934">
                  <c:v>44304</c:v>
                </c:pt>
                <c:pt idx="1935">
                  <c:v>44305</c:v>
                </c:pt>
                <c:pt idx="1936">
                  <c:v>44306</c:v>
                </c:pt>
                <c:pt idx="1937">
                  <c:v>44307</c:v>
                </c:pt>
                <c:pt idx="1938">
                  <c:v>44308</c:v>
                </c:pt>
                <c:pt idx="1939">
                  <c:v>44309</c:v>
                </c:pt>
                <c:pt idx="1940">
                  <c:v>44310</c:v>
                </c:pt>
                <c:pt idx="1941">
                  <c:v>44311</c:v>
                </c:pt>
                <c:pt idx="1942">
                  <c:v>44312</c:v>
                </c:pt>
                <c:pt idx="1943">
                  <c:v>44313</c:v>
                </c:pt>
                <c:pt idx="1944">
                  <c:v>44314</c:v>
                </c:pt>
                <c:pt idx="1945">
                  <c:v>44315</c:v>
                </c:pt>
                <c:pt idx="1946">
                  <c:v>44316</c:v>
                </c:pt>
                <c:pt idx="1947">
                  <c:v>44317</c:v>
                </c:pt>
                <c:pt idx="1948">
                  <c:v>44318</c:v>
                </c:pt>
                <c:pt idx="1949">
                  <c:v>44319</c:v>
                </c:pt>
                <c:pt idx="1950">
                  <c:v>44320</c:v>
                </c:pt>
                <c:pt idx="1951">
                  <c:v>44321</c:v>
                </c:pt>
                <c:pt idx="1952">
                  <c:v>44322</c:v>
                </c:pt>
                <c:pt idx="1953">
                  <c:v>44323</c:v>
                </c:pt>
                <c:pt idx="1954">
                  <c:v>44324</c:v>
                </c:pt>
                <c:pt idx="1955">
                  <c:v>44325</c:v>
                </c:pt>
                <c:pt idx="1956">
                  <c:v>44326</c:v>
                </c:pt>
                <c:pt idx="1957">
                  <c:v>44327</c:v>
                </c:pt>
                <c:pt idx="1958">
                  <c:v>44328</c:v>
                </c:pt>
                <c:pt idx="1959">
                  <c:v>44329</c:v>
                </c:pt>
                <c:pt idx="1960">
                  <c:v>44330</c:v>
                </c:pt>
                <c:pt idx="1961">
                  <c:v>44331</c:v>
                </c:pt>
                <c:pt idx="1962">
                  <c:v>44332</c:v>
                </c:pt>
                <c:pt idx="1963">
                  <c:v>44333</c:v>
                </c:pt>
                <c:pt idx="1964">
                  <c:v>44334</c:v>
                </c:pt>
                <c:pt idx="1965">
                  <c:v>44335</c:v>
                </c:pt>
                <c:pt idx="1966">
                  <c:v>44336</c:v>
                </c:pt>
                <c:pt idx="1967">
                  <c:v>44337</c:v>
                </c:pt>
                <c:pt idx="1968">
                  <c:v>44338</c:v>
                </c:pt>
                <c:pt idx="1969">
                  <c:v>44339</c:v>
                </c:pt>
                <c:pt idx="1970">
                  <c:v>44340</c:v>
                </c:pt>
                <c:pt idx="1971">
                  <c:v>44341</c:v>
                </c:pt>
                <c:pt idx="1972">
                  <c:v>44342</c:v>
                </c:pt>
                <c:pt idx="1973">
                  <c:v>44343</c:v>
                </c:pt>
                <c:pt idx="1974">
                  <c:v>44344</c:v>
                </c:pt>
                <c:pt idx="1975">
                  <c:v>44345</c:v>
                </c:pt>
                <c:pt idx="1976">
                  <c:v>44346</c:v>
                </c:pt>
                <c:pt idx="1977">
                  <c:v>44347</c:v>
                </c:pt>
                <c:pt idx="1978">
                  <c:v>44348</c:v>
                </c:pt>
                <c:pt idx="1979">
                  <c:v>44349</c:v>
                </c:pt>
                <c:pt idx="1980">
                  <c:v>44350</c:v>
                </c:pt>
                <c:pt idx="1981">
                  <c:v>44351</c:v>
                </c:pt>
                <c:pt idx="1982">
                  <c:v>44352</c:v>
                </c:pt>
                <c:pt idx="1983">
                  <c:v>44353</c:v>
                </c:pt>
                <c:pt idx="1984">
                  <c:v>44354</c:v>
                </c:pt>
                <c:pt idx="1985">
                  <c:v>44355</c:v>
                </c:pt>
                <c:pt idx="1986">
                  <c:v>44356</c:v>
                </c:pt>
                <c:pt idx="1987">
                  <c:v>44357</c:v>
                </c:pt>
                <c:pt idx="1988">
                  <c:v>44358</c:v>
                </c:pt>
                <c:pt idx="1989">
                  <c:v>44359</c:v>
                </c:pt>
                <c:pt idx="1990">
                  <c:v>44360</c:v>
                </c:pt>
                <c:pt idx="1991">
                  <c:v>44361</c:v>
                </c:pt>
                <c:pt idx="1992">
                  <c:v>44362</c:v>
                </c:pt>
                <c:pt idx="1993">
                  <c:v>44363</c:v>
                </c:pt>
                <c:pt idx="1994">
                  <c:v>44364</c:v>
                </c:pt>
                <c:pt idx="1995">
                  <c:v>44365</c:v>
                </c:pt>
                <c:pt idx="1996">
                  <c:v>44366</c:v>
                </c:pt>
                <c:pt idx="1997">
                  <c:v>44367</c:v>
                </c:pt>
                <c:pt idx="1998">
                  <c:v>44368</c:v>
                </c:pt>
                <c:pt idx="1999">
                  <c:v>44369</c:v>
                </c:pt>
                <c:pt idx="2000">
                  <c:v>44370</c:v>
                </c:pt>
                <c:pt idx="2001">
                  <c:v>44371</c:v>
                </c:pt>
                <c:pt idx="2002">
                  <c:v>44372</c:v>
                </c:pt>
                <c:pt idx="2003">
                  <c:v>44373</c:v>
                </c:pt>
                <c:pt idx="2004">
                  <c:v>44374</c:v>
                </c:pt>
                <c:pt idx="2005">
                  <c:v>44375</c:v>
                </c:pt>
                <c:pt idx="2006">
                  <c:v>44376</c:v>
                </c:pt>
                <c:pt idx="2007">
                  <c:v>44377</c:v>
                </c:pt>
                <c:pt idx="2008">
                  <c:v>44378</c:v>
                </c:pt>
                <c:pt idx="2009">
                  <c:v>44379</c:v>
                </c:pt>
                <c:pt idx="2010">
                  <c:v>44380</c:v>
                </c:pt>
                <c:pt idx="2011">
                  <c:v>44381</c:v>
                </c:pt>
                <c:pt idx="2012">
                  <c:v>44382</c:v>
                </c:pt>
                <c:pt idx="2013">
                  <c:v>44383</c:v>
                </c:pt>
                <c:pt idx="2014">
                  <c:v>44384</c:v>
                </c:pt>
                <c:pt idx="2015">
                  <c:v>44385</c:v>
                </c:pt>
                <c:pt idx="2016">
                  <c:v>44386</c:v>
                </c:pt>
                <c:pt idx="2017">
                  <c:v>44387</c:v>
                </c:pt>
                <c:pt idx="2018">
                  <c:v>44388</c:v>
                </c:pt>
                <c:pt idx="2019">
                  <c:v>44389</c:v>
                </c:pt>
                <c:pt idx="2020">
                  <c:v>44390</c:v>
                </c:pt>
                <c:pt idx="2021">
                  <c:v>44391</c:v>
                </c:pt>
                <c:pt idx="2022">
                  <c:v>44392</c:v>
                </c:pt>
                <c:pt idx="2023">
                  <c:v>44393</c:v>
                </c:pt>
                <c:pt idx="2024">
                  <c:v>44394</c:v>
                </c:pt>
                <c:pt idx="2025">
                  <c:v>44395</c:v>
                </c:pt>
                <c:pt idx="2026">
                  <c:v>44396</c:v>
                </c:pt>
                <c:pt idx="2027">
                  <c:v>44397</c:v>
                </c:pt>
                <c:pt idx="2028">
                  <c:v>44398</c:v>
                </c:pt>
                <c:pt idx="2029">
                  <c:v>44399</c:v>
                </c:pt>
                <c:pt idx="2030">
                  <c:v>44400</c:v>
                </c:pt>
                <c:pt idx="2031">
                  <c:v>44401</c:v>
                </c:pt>
                <c:pt idx="2032">
                  <c:v>44402</c:v>
                </c:pt>
                <c:pt idx="2033">
                  <c:v>44403</c:v>
                </c:pt>
                <c:pt idx="2034">
                  <c:v>44404</c:v>
                </c:pt>
                <c:pt idx="2035">
                  <c:v>44405</c:v>
                </c:pt>
                <c:pt idx="2036">
                  <c:v>44406</c:v>
                </c:pt>
                <c:pt idx="2037">
                  <c:v>44407</c:v>
                </c:pt>
                <c:pt idx="2038">
                  <c:v>44408</c:v>
                </c:pt>
                <c:pt idx="2039">
                  <c:v>44409</c:v>
                </c:pt>
                <c:pt idx="2040">
                  <c:v>44410</c:v>
                </c:pt>
                <c:pt idx="2041">
                  <c:v>44411</c:v>
                </c:pt>
                <c:pt idx="2042">
                  <c:v>44412</c:v>
                </c:pt>
                <c:pt idx="2043">
                  <c:v>44413</c:v>
                </c:pt>
                <c:pt idx="2044">
                  <c:v>44414</c:v>
                </c:pt>
                <c:pt idx="2045">
                  <c:v>44415</c:v>
                </c:pt>
                <c:pt idx="2046">
                  <c:v>44416</c:v>
                </c:pt>
                <c:pt idx="2047">
                  <c:v>44417</c:v>
                </c:pt>
                <c:pt idx="2048">
                  <c:v>44418</c:v>
                </c:pt>
                <c:pt idx="2049">
                  <c:v>44419</c:v>
                </c:pt>
                <c:pt idx="2050">
                  <c:v>44420</c:v>
                </c:pt>
                <c:pt idx="2051">
                  <c:v>44421</c:v>
                </c:pt>
                <c:pt idx="2052">
                  <c:v>44422</c:v>
                </c:pt>
                <c:pt idx="2053">
                  <c:v>44423</c:v>
                </c:pt>
                <c:pt idx="2054">
                  <c:v>44424</c:v>
                </c:pt>
                <c:pt idx="2055">
                  <c:v>44425</c:v>
                </c:pt>
                <c:pt idx="2056">
                  <c:v>44426</c:v>
                </c:pt>
                <c:pt idx="2057">
                  <c:v>44427</c:v>
                </c:pt>
                <c:pt idx="2058">
                  <c:v>44428</c:v>
                </c:pt>
                <c:pt idx="2059">
                  <c:v>44429</c:v>
                </c:pt>
                <c:pt idx="2060">
                  <c:v>44430</c:v>
                </c:pt>
                <c:pt idx="2061">
                  <c:v>44431</c:v>
                </c:pt>
                <c:pt idx="2062">
                  <c:v>44432</c:v>
                </c:pt>
                <c:pt idx="2063">
                  <c:v>44433</c:v>
                </c:pt>
                <c:pt idx="2064">
                  <c:v>44434</c:v>
                </c:pt>
                <c:pt idx="2065">
                  <c:v>44435</c:v>
                </c:pt>
                <c:pt idx="2066">
                  <c:v>44436</c:v>
                </c:pt>
                <c:pt idx="2067">
                  <c:v>44437</c:v>
                </c:pt>
                <c:pt idx="2068">
                  <c:v>44438</c:v>
                </c:pt>
                <c:pt idx="2069">
                  <c:v>44439</c:v>
                </c:pt>
                <c:pt idx="2070">
                  <c:v>44440</c:v>
                </c:pt>
                <c:pt idx="2071">
                  <c:v>44441</c:v>
                </c:pt>
                <c:pt idx="2072">
                  <c:v>44442</c:v>
                </c:pt>
                <c:pt idx="2073">
                  <c:v>44443</c:v>
                </c:pt>
                <c:pt idx="2074">
                  <c:v>44444</c:v>
                </c:pt>
                <c:pt idx="2075">
                  <c:v>44445</c:v>
                </c:pt>
                <c:pt idx="2076">
                  <c:v>44446</c:v>
                </c:pt>
                <c:pt idx="2077">
                  <c:v>44447</c:v>
                </c:pt>
                <c:pt idx="2078">
                  <c:v>44448</c:v>
                </c:pt>
                <c:pt idx="2079">
                  <c:v>44449</c:v>
                </c:pt>
                <c:pt idx="2080">
                  <c:v>44450</c:v>
                </c:pt>
                <c:pt idx="2081">
                  <c:v>44451</c:v>
                </c:pt>
                <c:pt idx="2082">
                  <c:v>44452</c:v>
                </c:pt>
                <c:pt idx="2083">
                  <c:v>44453</c:v>
                </c:pt>
                <c:pt idx="2084">
                  <c:v>44454</c:v>
                </c:pt>
                <c:pt idx="2085">
                  <c:v>44455</c:v>
                </c:pt>
                <c:pt idx="2086">
                  <c:v>44456</c:v>
                </c:pt>
                <c:pt idx="2087">
                  <c:v>44457</c:v>
                </c:pt>
                <c:pt idx="2088">
                  <c:v>44458</c:v>
                </c:pt>
                <c:pt idx="2089">
                  <c:v>44459</c:v>
                </c:pt>
                <c:pt idx="2090">
                  <c:v>44460</c:v>
                </c:pt>
                <c:pt idx="2091">
                  <c:v>44461</c:v>
                </c:pt>
                <c:pt idx="2092">
                  <c:v>44462</c:v>
                </c:pt>
                <c:pt idx="2093">
                  <c:v>44463</c:v>
                </c:pt>
                <c:pt idx="2094">
                  <c:v>44464</c:v>
                </c:pt>
                <c:pt idx="2095">
                  <c:v>44465</c:v>
                </c:pt>
                <c:pt idx="2096">
                  <c:v>44466</c:v>
                </c:pt>
                <c:pt idx="2097">
                  <c:v>44467</c:v>
                </c:pt>
                <c:pt idx="2098">
                  <c:v>44468</c:v>
                </c:pt>
                <c:pt idx="2099">
                  <c:v>44469</c:v>
                </c:pt>
                <c:pt idx="2100">
                  <c:v>44470</c:v>
                </c:pt>
                <c:pt idx="2101">
                  <c:v>44471</c:v>
                </c:pt>
                <c:pt idx="2102">
                  <c:v>44472</c:v>
                </c:pt>
                <c:pt idx="2103">
                  <c:v>44473</c:v>
                </c:pt>
                <c:pt idx="2104">
                  <c:v>44474</c:v>
                </c:pt>
                <c:pt idx="2105">
                  <c:v>44475</c:v>
                </c:pt>
                <c:pt idx="2106">
                  <c:v>44476</c:v>
                </c:pt>
                <c:pt idx="2107">
                  <c:v>44477</c:v>
                </c:pt>
                <c:pt idx="2108">
                  <c:v>44478</c:v>
                </c:pt>
                <c:pt idx="2109">
                  <c:v>44479</c:v>
                </c:pt>
                <c:pt idx="2110">
                  <c:v>44480</c:v>
                </c:pt>
                <c:pt idx="2111">
                  <c:v>44481</c:v>
                </c:pt>
                <c:pt idx="2112">
                  <c:v>44482</c:v>
                </c:pt>
                <c:pt idx="2113">
                  <c:v>44483</c:v>
                </c:pt>
                <c:pt idx="2114">
                  <c:v>44484</c:v>
                </c:pt>
                <c:pt idx="2115">
                  <c:v>44485</c:v>
                </c:pt>
                <c:pt idx="2116">
                  <c:v>44486</c:v>
                </c:pt>
                <c:pt idx="2117">
                  <c:v>44487</c:v>
                </c:pt>
                <c:pt idx="2118">
                  <c:v>44488</c:v>
                </c:pt>
                <c:pt idx="2119">
                  <c:v>44489</c:v>
                </c:pt>
                <c:pt idx="2120">
                  <c:v>44490</c:v>
                </c:pt>
                <c:pt idx="2121">
                  <c:v>44491</c:v>
                </c:pt>
                <c:pt idx="2122">
                  <c:v>44492</c:v>
                </c:pt>
                <c:pt idx="2123">
                  <c:v>44493</c:v>
                </c:pt>
                <c:pt idx="2124">
                  <c:v>44494</c:v>
                </c:pt>
                <c:pt idx="2125">
                  <c:v>44495</c:v>
                </c:pt>
                <c:pt idx="2126">
                  <c:v>44496</c:v>
                </c:pt>
                <c:pt idx="2127">
                  <c:v>44497</c:v>
                </c:pt>
                <c:pt idx="2128">
                  <c:v>44498</c:v>
                </c:pt>
                <c:pt idx="2129">
                  <c:v>44499</c:v>
                </c:pt>
                <c:pt idx="2130">
                  <c:v>44500</c:v>
                </c:pt>
                <c:pt idx="2131">
                  <c:v>44501</c:v>
                </c:pt>
                <c:pt idx="2132">
                  <c:v>44502</c:v>
                </c:pt>
                <c:pt idx="2133">
                  <c:v>44503</c:v>
                </c:pt>
                <c:pt idx="2134">
                  <c:v>44504</c:v>
                </c:pt>
                <c:pt idx="2135">
                  <c:v>44505</c:v>
                </c:pt>
                <c:pt idx="2136">
                  <c:v>44506</c:v>
                </c:pt>
                <c:pt idx="2137">
                  <c:v>44507</c:v>
                </c:pt>
                <c:pt idx="2138">
                  <c:v>44508</c:v>
                </c:pt>
                <c:pt idx="2139">
                  <c:v>44509</c:v>
                </c:pt>
                <c:pt idx="2140">
                  <c:v>44510</c:v>
                </c:pt>
                <c:pt idx="2141">
                  <c:v>44511</c:v>
                </c:pt>
                <c:pt idx="2142">
                  <c:v>44512</c:v>
                </c:pt>
                <c:pt idx="2143">
                  <c:v>44513</c:v>
                </c:pt>
                <c:pt idx="2144">
                  <c:v>44514</c:v>
                </c:pt>
                <c:pt idx="2145">
                  <c:v>44515</c:v>
                </c:pt>
                <c:pt idx="2146">
                  <c:v>44516</c:v>
                </c:pt>
                <c:pt idx="2147">
                  <c:v>44517</c:v>
                </c:pt>
                <c:pt idx="2148">
                  <c:v>44518</c:v>
                </c:pt>
                <c:pt idx="2149">
                  <c:v>44519</c:v>
                </c:pt>
                <c:pt idx="2150">
                  <c:v>44520</c:v>
                </c:pt>
                <c:pt idx="2151">
                  <c:v>44521</c:v>
                </c:pt>
                <c:pt idx="2152">
                  <c:v>44522</c:v>
                </c:pt>
                <c:pt idx="2153">
                  <c:v>44523</c:v>
                </c:pt>
                <c:pt idx="2154">
                  <c:v>44524</c:v>
                </c:pt>
                <c:pt idx="2155">
                  <c:v>44525</c:v>
                </c:pt>
                <c:pt idx="2156">
                  <c:v>44526</c:v>
                </c:pt>
                <c:pt idx="2157">
                  <c:v>44527</c:v>
                </c:pt>
                <c:pt idx="2158">
                  <c:v>44528</c:v>
                </c:pt>
                <c:pt idx="2159">
                  <c:v>44529</c:v>
                </c:pt>
                <c:pt idx="2160">
                  <c:v>44530</c:v>
                </c:pt>
                <c:pt idx="2161">
                  <c:v>44531</c:v>
                </c:pt>
                <c:pt idx="2162">
                  <c:v>44532</c:v>
                </c:pt>
                <c:pt idx="2163">
                  <c:v>44533</c:v>
                </c:pt>
                <c:pt idx="2164">
                  <c:v>44534</c:v>
                </c:pt>
                <c:pt idx="2165">
                  <c:v>44535</c:v>
                </c:pt>
                <c:pt idx="2166">
                  <c:v>44536</c:v>
                </c:pt>
                <c:pt idx="2167">
                  <c:v>44537</c:v>
                </c:pt>
                <c:pt idx="2168">
                  <c:v>44538</c:v>
                </c:pt>
                <c:pt idx="2169">
                  <c:v>44539</c:v>
                </c:pt>
                <c:pt idx="2170">
                  <c:v>44540</c:v>
                </c:pt>
                <c:pt idx="2171">
                  <c:v>44541</c:v>
                </c:pt>
                <c:pt idx="2172">
                  <c:v>44542</c:v>
                </c:pt>
                <c:pt idx="2173">
                  <c:v>44543</c:v>
                </c:pt>
                <c:pt idx="2174">
                  <c:v>44544</c:v>
                </c:pt>
                <c:pt idx="2175">
                  <c:v>44545</c:v>
                </c:pt>
                <c:pt idx="2176">
                  <c:v>44546</c:v>
                </c:pt>
                <c:pt idx="2177">
                  <c:v>44547</c:v>
                </c:pt>
                <c:pt idx="2178">
                  <c:v>44548</c:v>
                </c:pt>
                <c:pt idx="2179">
                  <c:v>44549</c:v>
                </c:pt>
                <c:pt idx="2180">
                  <c:v>44550</c:v>
                </c:pt>
                <c:pt idx="2181">
                  <c:v>44551</c:v>
                </c:pt>
                <c:pt idx="2182">
                  <c:v>44552</c:v>
                </c:pt>
                <c:pt idx="2183">
                  <c:v>44553</c:v>
                </c:pt>
                <c:pt idx="2184">
                  <c:v>44554</c:v>
                </c:pt>
                <c:pt idx="2185">
                  <c:v>44555</c:v>
                </c:pt>
                <c:pt idx="2186">
                  <c:v>44556</c:v>
                </c:pt>
                <c:pt idx="2187">
                  <c:v>44557</c:v>
                </c:pt>
                <c:pt idx="2188">
                  <c:v>44558</c:v>
                </c:pt>
                <c:pt idx="2189">
                  <c:v>44559</c:v>
                </c:pt>
                <c:pt idx="2190">
                  <c:v>44560</c:v>
                </c:pt>
                <c:pt idx="2191">
                  <c:v>44561</c:v>
                </c:pt>
                <c:pt idx="2192">
                  <c:v>44562</c:v>
                </c:pt>
                <c:pt idx="2193">
                  <c:v>44563</c:v>
                </c:pt>
                <c:pt idx="2194">
                  <c:v>44564</c:v>
                </c:pt>
                <c:pt idx="2195">
                  <c:v>44565</c:v>
                </c:pt>
                <c:pt idx="2196">
                  <c:v>44566</c:v>
                </c:pt>
                <c:pt idx="2197">
                  <c:v>44567</c:v>
                </c:pt>
                <c:pt idx="2198">
                  <c:v>44568</c:v>
                </c:pt>
                <c:pt idx="2199">
                  <c:v>44569</c:v>
                </c:pt>
                <c:pt idx="2200">
                  <c:v>44570</c:v>
                </c:pt>
                <c:pt idx="2201">
                  <c:v>44571</c:v>
                </c:pt>
                <c:pt idx="2202">
                  <c:v>44572</c:v>
                </c:pt>
                <c:pt idx="2203">
                  <c:v>44573</c:v>
                </c:pt>
                <c:pt idx="2204">
                  <c:v>44574</c:v>
                </c:pt>
                <c:pt idx="2205">
                  <c:v>44575</c:v>
                </c:pt>
                <c:pt idx="2206">
                  <c:v>44576</c:v>
                </c:pt>
                <c:pt idx="2207">
                  <c:v>44577</c:v>
                </c:pt>
                <c:pt idx="2208">
                  <c:v>44578</c:v>
                </c:pt>
                <c:pt idx="2209">
                  <c:v>44579</c:v>
                </c:pt>
                <c:pt idx="2210">
                  <c:v>44580</c:v>
                </c:pt>
                <c:pt idx="2211">
                  <c:v>44581</c:v>
                </c:pt>
                <c:pt idx="2212">
                  <c:v>44582</c:v>
                </c:pt>
                <c:pt idx="2213">
                  <c:v>44583</c:v>
                </c:pt>
                <c:pt idx="2214">
                  <c:v>44584</c:v>
                </c:pt>
                <c:pt idx="2215">
                  <c:v>44585</c:v>
                </c:pt>
                <c:pt idx="2216">
                  <c:v>44586</c:v>
                </c:pt>
                <c:pt idx="2217">
                  <c:v>44587</c:v>
                </c:pt>
                <c:pt idx="2218">
                  <c:v>44588</c:v>
                </c:pt>
                <c:pt idx="2219">
                  <c:v>44589</c:v>
                </c:pt>
                <c:pt idx="2220">
                  <c:v>44590</c:v>
                </c:pt>
                <c:pt idx="2221">
                  <c:v>44591</c:v>
                </c:pt>
                <c:pt idx="2222">
                  <c:v>44592</c:v>
                </c:pt>
                <c:pt idx="2223">
                  <c:v>44593</c:v>
                </c:pt>
                <c:pt idx="2224">
                  <c:v>44594</c:v>
                </c:pt>
                <c:pt idx="2225">
                  <c:v>44595</c:v>
                </c:pt>
                <c:pt idx="2226">
                  <c:v>44596</c:v>
                </c:pt>
                <c:pt idx="2227">
                  <c:v>44597</c:v>
                </c:pt>
                <c:pt idx="2228">
                  <c:v>44598</c:v>
                </c:pt>
                <c:pt idx="2229">
                  <c:v>44599</c:v>
                </c:pt>
                <c:pt idx="2230">
                  <c:v>44600</c:v>
                </c:pt>
                <c:pt idx="2231">
                  <c:v>44601</c:v>
                </c:pt>
                <c:pt idx="2232">
                  <c:v>44602</c:v>
                </c:pt>
                <c:pt idx="2233">
                  <c:v>44603</c:v>
                </c:pt>
                <c:pt idx="2234">
                  <c:v>44604</c:v>
                </c:pt>
                <c:pt idx="2235">
                  <c:v>44605</c:v>
                </c:pt>
                <c:pt idx="2236">
                  <c:v>44606</c:v>
                </c:pt>
                <c:pt idx="2237">
                  <c:v>44607</c:v>
                </c:pt>
                <c:pt idx="2238">
                  <c:v>44608</c:v>
                </c:pt>
                <c:pt idx="2239">
                  <c:v>44609</c:v>
                </c:pt>
                <c:pt idx="2240">
                  <c:v>44610</c:v>
                </c:pt>
                <c:pt idx="2241">
                  <c:v>44611</c:v>
                </c:pt>
                <c:pt idx="2242">
                  <c:v>44612</c:v>
                </c:pt>
                <c:pt idx="2243">
                  <c:v>44613</c:v>
                </c:pt>
                <c:pt idx="2244">
                  <c:v>44614</c:v>
                </c:pt>
                <c:pt idx="2245">
                  <c:v>44615</c:v>
                </c:pt>
                <c:pt idx="2246">
                  <c:v>44616</c:v>
                </c:pt>
                <c:pt idx="2247">
                  <c:v>44617</c:v>
                </c:pt>
                <c:pt idx="2248">
                  <c:v>44618</c:v>
                </c:pt>
                <c:pt idx="2249">
                  <c:v>44619</c:v>
                </c:pt>
                <c:pt idx="2250">
                  <c:v>44620</c:v>
                </c:pt>
                <c:pt idx="2251">
                  <c:v>44621</c:v>
                </c:pt>
                <c:pt idx="2252">
                  <c:v>44622</c:v>
                </c:pt>
                <c:pt idx="2253">
                  <c:v>44623</c:v>
                </c:pt>
                <c:pt idx="2254">
                  <c:v>44624</c:v>
                </c:pt>
                <c:pt idx="2255">
                  <c:v>44625</c:v>
                </c:pt>
                <c:pt idx="2256">
                  <c:v>44626</c:v>
                </c:pt>
                <c:pt idx="2257">
                  <c:v>44627</c:v>
                </c:pt>
                <c:pt idx="2258">
                  <c:v>44628</c:v>
                </c:pt>
                <c:pt idx="2259">
                  <c:v>44629</c:v>
                </c:pt>
                <c:pt idx="2260">
                  <c:v>44630</c:v>
                </c:pt>
                <c:pt idx="2261">
                  <c:v>44631</c:v>
                </c:pt>
                <c:pt idx="2262">
                  <c:v>44632</c:v>
                </c:pt>
                <c:pt idx="2263">
                  <c:v>44633</c:v>
                </c:pt>
                <c:pt idx="2264">
                  <c:v>44634</c:v>
                </c:pt>
                <c:pt idx="2265">
                  <c:v>44635</c:v>
                </c:pt>
                <c:pt idx="2266">
                  <c:v>44636</c:v>
                </c:pt>
                <c:pt idx="2267">
                  <c:v>44637</c:v>
                </c:pt>
                <c:pt idx="2268">
                  <c:v>44638</c:v>
                </c:pt>
                <c:pt idx="2269">
                  <c:v>44639</c:v>
                </c:pt>
                <c:pt idx="2270">
                  <c:v>44640</c:v>
                </c:pt>
                <c:pt idx="2271">
                  <c:v>44641</c:v>
                </c:pt>
                <c:pt idx="2272">
                  <c:v>44642</c:v>
                </c:pt>
                <c:pt idx="2273">
                  <c:v>44643</c:v>
                </c:pt>
                <c:pt idx="2274">
                  <c:v>44644</c:v>
                </c:pt>
                <c:pt idx="2275">
                  <c:v>44645</c:v>
                </c:pt>
                <c:pt idx="2276">
                  <c:v>44646</c:v>
                </c:pt>
                <c:pt idx="2277">
                  <c:v>44647</c:v>
                </c:pt>
                <c:pt idx="2278">
                  <c:v>44648</c:v>
                </c:pt>
                <c:pt idx="2279">
                  <c:v>44649</c:v>
                </c:pt>
                <c:pt idx="2280">
                  <c:v>44650</c:v>
                </c:pt>
                <c:pt idx="2281">
                  <c:v>44651</c:v>
                </c:pt>
                <c:pt idx="2282">
                  <c:v>44652</c:v>
                </c:pt>
                <c:pt idx="2283">
                  <c:v>44653</c:v>
                </c:pt>
                <c:pt idx="2284">
                  <c:v>44654</c:v>
                </c:pt>
                <c:pt idx="2285">
                  <c:v>44655</c:v>
                </c:pt>
                <c:pt idx="2286">
                  <c:v>44656</c:v>
                </c:pt>
                <c:pt idx="2287">
                  <c:v>44657</c:v>
                </c:pt>
                <c:pt idx="2288">
                  <c:v>44658</c:v>
                </c:pt>
                <c:pt idx="2289">
                  <c:v>44659</c:v>
                </c:pt>
                <c:pt idx="2290">
                  <c:v>44660</c:v>
                </c:pt>
                <c:pt idx="2291">
                  <c:v>44661</c:v>
                </c:pt>
                <c:pt idx="2292">
                  <c:v>44662</c:v>
                </c:pt>
                <c:pt idx="2293">
                  <c:v>44663</c:v>
                </c:pt>
                <c:pt idx="2294">
                  <c:v>44664</c:v>
                </c:pt>
                <c:pt idx="2295">
                  <c:v>44665</c:v>
                </c:pt>
                <c:pt idx="2296">
                  <c:v>44666</c:v>
                </c:pt>
                <c:pt idx="2297">
                  <c:v>44667</c:v>
                </c:pt>
                <c:pt idx="2298">
                  <c:v>44668</c:v>
                </c:pt>
                <c:pt idx="2299">
                  <c:v>44669</c:v>
                </c:pt>
                <c:pt idx="2300">
                  <c:v>44670</c:v>
                </c:pt>
                <c:pt idx="2301">
                  <c:v>44671</c:v>
                </c:pt>
                <c:pt idx="2302">
                  <c:v>44672</c:v>
                </c:pt>
                <c:pt idx="2303">
                  <c:v>44673</c:v>
                </c:pt>
                <c:pt idx="2304">
                  <c:v>44674</c:v>
                </c:pt>
                <c:pt idx="2305">
                  <c:v>44675</c:v>
                </c:pt>
                <c:pt idx="2306">
                  <c:v>44676</c:v>
                </c:pt>
                <c:pt idx="2307">
                  <c:v>44677</c:v>
                </c:pt>
                <c:pt idx="2308">
                  <c:v>44678</c:v>
                </c:pt>
                <c:pt idx="2309">
                  <c:v>44679</c:v>
                </c:pt>
                <c:pt idx="2310">
                  <c:v>44680</c:v>
                </c:pt>
                <c:pt idx="2311">
                  <c:v>44681</c:v>
                </c:pt>
                <c:pt idx="2312">
                  <c:v>44682</c:v>
                </c:pt>
                <c:pt idx="2313">
                  <c:v>44683</c:v>
                </c:pt>
                <c:pt idx="2314">
                  <c:v>44684</c:v>
                </c:pt>
                <c:pt idx="2315">
                  <c:v>44685</c:v>
                </c:pt>
                <c:pt idx="2316">
                  <c:v>44686</c:v>
                </c:pt>
                <c:pt idx="2317">
                  <c:v>44687</c:v>
                </c:pt>
                <c:pt idx="2318">
                  <c:v>44688</c:v>
                </c:pt>
                <c:pt idx="2319">
                  <c:v>44689</c:v>
                </c:pt>
                <c:pt idx="2320">
                  <c:v>44690</c:v>
                </c:pt>
                <c:pt idx="2321">
                  <c:v>44691</c:v>
                </c:pt>
                <c:pt idx="2322">
                  <c:v>44692</c:v>
                </c:pt>
                <c:pt idx="2323">
                  <c:v>44693</c:v>
                </c:pt>
                <c:pt idx="2324">
                  <c:v>44694</c:v>
                </c:pt>
                <c:pt idx="2325">
                  <c:v>44695</c:v>
                </c:pt>
                <c:pt idx="2326">
                  <c:v>44696</c:v>
                </c:pt>
                <c:pt idx="2327">
                  <c:v>44697</c:v>
                </c:pt>
                <c:pt idx="2328">
                  <c:v>44698</c:v>
                </c:pt>
                <c:pt idx="2329">
                  <c:v>44699</c:v>
                </c:pt>
                <c:pt idx="2330">
                  <c:v>44700</c:v>
                </c:pt>
                <c:pt idx="2331">
                  <c:v>44701</c:v>
                </c:pt>
                <c:pt idx="2332">
                  <c:v>44702</c:v>
                </c:pt>
                <c:pt idx="2333">
                  <c:v>44703</c:v>
                </c:pt>
                <c:pt idx="2334">
                  <c:v>44704</c:v>
                </c:pt>
                <c:pt idx="2335">
                  <c:v>44705</c:v>
                </c:pt>
                <c:pt idx="2336">
                  <c:v>44706</c:v>
                </c:pt>
                <c:pt idx="2337">
                  <c:v>44707</c:v>
                </c:pt>
                <c:pt idx="2338">
                  <c:v>44708</c:v>
                </c:pt>
                <c:pt idx="2339">
                  <c:v>44709</c:v>
                </c:pt>
                <c:pt idx="2340">
                  <c:v>44710</c:v>
                </c:pt>
                <c:pt idx="2341">
                  <c:v>44711</c:v>
                </c:pt>
                <c:pt idx="2342">
                  <c:v>44712</c:v>
                </c:pt>
                <c:pt idx="2343">
                  <c:v>44713</c:v>
                </c:pt>
                <c:pt idx="2344">
                  <c:v>44714</c:v>
                </c:pt>
                <c:pt idx="2345">
                  <c:v>44715</c:v>
                </c:pt>
                <c:pt idx="2346">
                  <c:v>44716</c:v>
                </c:pt>
                <c:pt idx="2347">
                  <c:v>44717</c:v>
                </c:pt>
                <c:pt idx="2348">
                  <c:v>44718</c:v>
                </c:pt>
                <c:pt idx="2349">
                  <c:v>44719</c:v>
                </c:pt>
                <c:pt idx="2350">
                  <c:v>44720</c:v>
                </c:pt>
                <c:pt idx="2351">
                  <c:v>44721</c:v>
                </c:pt>
                <c:pt idx="2352">
                  <c:v>44722</c:v>
                </c:pt>
                <c:pt idx="2353">
                  <c:v>44723</c:v>
                </c:pt>
                <c:pt idx="2354">
                  <c:v>44724</c:v>
                </c:pt>
                <c:pt idx="2355">
                  <c:v>44725</c:v>
                </c:pt>
                <c:pt idx="2356">
                  <c:v>44726</c:v>
                </c:pt>
                <c:pt idx="2357">
                  <c:v>44727</c:v>
                </c:pt>
                <c:pt idx="2358">
                  <c:v>44728</c:v>
                </c:pt>
                <c:pt idx="2359">
                  <c:v>44729</c:v>
                </c:pt>
                <c:pt idx="2360">
                  <c:v>44730</c:v>
                </c:pt>
                <c:pt idx="2361">
                  <c:v>44731</c:v>
                </c:pt>
                <c:pt idx="2362">
                  <c:v>44732</c:v>
                </c:pt>
                <c:pt idx="2363">
                  <c:v>44733</c:v>
                </c:pt>
                <c:pt idx="2364">
                  <c:v>44734</c:v>
                </c:pt>
                <c:pt idx="2365">
                  <c:v>44735</c:v>
                </c:pt>
                <c:pt idx="2366">
                  <c:v>44736</c:v>
                </c:pt>
                <c:pt idx="2367">
                  <c:v>44737</c:v>
                </c:pt>
                <c:pt idx="2368">
                  <c:v>44738</c:v>
                </c:pt>
                <c:pt idx="2369">
                  <c:v>44739</c:v>
                </c:pt>
                <c:pt idx="2370">
                  <c:v>44740</c:v>
                </c:pt>
                <c:pt idx="2371">
                  <c:v>44741</c:v>
                </c:pt>
                <c:pt idx="2372">
                  <c:v>44742</c:v>
                </c:pt>
                <c:pt idx="2373">
                  <c:v>44743</c:v>
                </c:pt>
                <c:pt idx="2374">
                  <c:v>44744</c:v>
                </c:pt>
                <c:pt idx="2375">
                  <c:v>44745</c:v>
                </c:pt>
                <c:pt idx="2376">
                  <c:v>44746</c:v>
                </c:pt>
                <c:pt idx="2377">
                  <c:v>44747</c:v>
                </c:pt>
                <c:pt idx="2378">
                  <c:v>44748</c:v>
                </c:pt>
                <c:pt idx="2379">
                  <c:v>44749</c:v>
                </c:pt>
                <c:pt idx="2380">
                  <c:v>44750</c:v>
                </c:pt>
                <c:pt idx="2381">
                  <c:v>44751</c:v>
                </c:pt>
                <c:pt idx="2382">
                  <c:v>44752</c:v>
                </c:pt>
                <c:pt idx="2383">
                  <c:v>44753</c:v>
                </c:pt>
                <c:pt idx="2384">
                  <c:v>44754</c:v>
                </c:pt>
                <c:pt idx="2385">
                  <c:v>44755</c:v>
                </c:pt>
                <c:pt idx="2386">
                  <c:v>44756</c:v>
                </c:pt>
                <c:pt idx="2387">
                  <c:v>44757</c:v>
                </c:pt>
                <c:pt idx="2388">
                  <c:v>44758</c:v>
                </c:pt>
                <c:pt idx="2389">
                  <c:v>44759</c:v>
                </c:pt>
                <c:pt idx="2390">
                  <c:v>44760</c:v>
                </c:pt>
                <c:pt idx="2391">
                  <c:v>44761</c:v>
                </c:pt>
                <c:pt idx="2392">
                  <c:v>44762</c:v>
                </c:pt>
                <c:pt idx="2393">
                  <c:v>44763</c:v>
                </c:pt>
                <c:pt idx="2394">
                  <c:v>44764</c:v>
                </c:pt>
                <c:pt idx="2395">
                  <c:v>44765</c:v>
                </c:pt>
                <c:pt idx="2396">
                  <c:v>44766</c:v>
                </c:pt>
                <c:pt idx="2397">
                  <c:v>44767</c:v>
                </c:pt>
                <c:pt idx="2398">
                  <c:v>44768</c:v>
                </c:pt>
                <c:pt idx="2399">
                  <c:v>44769</c:v>
                </c:pt>
                <c:pt idx="2400">
                  <c:v>44770</c:v>
                </c:pt>
                <c:pt idx="2401">
                  <c:v>44771</c:v>
                </c:pt>
                <c:pt idx="2402">
                  <c:v>44772</c:v>
                </c:pt>
                <c:pt idx="2403">
                  <c:v>44773</c:v>
                </c:pt>
                <c:pt idx="2404">
                  <c:v>44774</c:v>
                </c:pt>
                <c:pt idx="2405">
                  <c:v>44775</c:v>
                </c:pt>
                <c:pt idx="2406">
                  <c:v>44776</c:v>
                </c:pt>
                <c:pt idx="2407">
                  <c:v>44777</c:v>
                </c:pt>
                <c:pt idx="2408">
                  <c:v>44778</c:v>
                </c:pt>
                <c:pt idx="2409">
                  <c:v>44779</c:v>
                </c:pt>
                <c:pt idx="2410">
                  <c:v>44780</c:v>
                </c:pt>
                <c:pt idx="2411">
                  <c:v>44781</c:v>
                </c:pt>
                <c:pt idx="2412">
                  <c:v>44782</c:v>
                </c:pt>
                <c:pt idx="2413">
                  <c:v>44783</c:v>
                </c:pt>
                <c:pt idx="2414">
                  <c:v>44784</c:v>
                </c:pt>
                <c:pt idx="2415">
                  <c:v>44785</c:v>
                </c:pt>
                <c:pt idx="2416">
                  <c:v>44786</c:v>
                </c:pt>
                <c:pt idx="2417">
                  <c:v>44787</c:v>
                </c:pt>
                <c:pt idx="2418">
                  <c:v>44788</c:v>
                </c:pt>
                <c:pt idx="2419">
                  <c:v>44789</c:v>
                </c:pt>
                <c:pt idx="2420">
                  <c:v>44790</c:v>
                </c:pt>
                <c:pt idx="2421">
                  <c:v>44791</c:v>
                </c:pt>
                <c:pt idx="2422">
                  <c:v>44792</c:v>
                </c:pt>
                <c:pt idx="2423">
                  <c:v>44793</c:v>
                </c:pt>
                <c:pt idx="2424">
                  <c:v>44794</c:v>
                </c:pt>
                <c:pt idx="2425">
                  <c:v>44795</c:v>
                </c:pt>
                <c:pt idx="2426">
                  <c:v>44796</c:v>
                </c:pt>
                <c:pt idx="2427">
                  <c:v>44797</c:v>
                </c:pt>
                <c:pt idx="2428">
                  <c:v>44798</c:v>
                </c:pt>
                <c:pt idx="2429">
                  <c:v>44799</c:v>
                </c:pt>
                <c:pt idx="2430">
                  <c:v>44800</c:v>
                </c:pt>
                <c:pt idx="2431">
                  <c:v>44801</c:v>
                </c:pt>
                <c:pt idx="2432">
                  <c:v>44802</c:v>
                </c:pt>
                <c:pt idx="2433">
                  <c:v>44803</c:v>
                </c:pt>
                <c:pt idx="2434">
                  <c:v>44804</c:v>
                </c:pt>
                <c:pt idx="2435">
                  <c:v>44805</c:v>
                </c:pt>
                <c:pt idx="2436">
                  <c:v>44806</c:v>
                </c:pt>
                <c:pt idx="2437">
                  <c:v>44807</c:v>
                </c:pt>
                <c:pt idx="2438">
                  <c:v>44808</c:v>
                </c:pt>
                <c:pt idx="2439">
                  <c:v>44809</c:v>
                </c:pt>
                <c:pt idx="2440">
                  <c:v>44810</c:v>
                </c:pt>
                <c:pt idx="2441">
                  <c:v>44811</c:v>
                </c:pt>
                <c:pt idx="2442">
                  <c:v>44812</c:v>
                </c:pt>
                <c:pt idx="2443">
                  <c:v>44813</c:v>
                </c:pt>
                <c:pt idx="2444">
                  <c:v>44814</c:v>
                </c:pt>
                <c:pt idx="2445">
                  <c:v>44815</c:v>
                </c:pt>
                <c:pt idx="2446">
                  <c:v>44816</c:v>
                </c:pt>
                <c:pt idx="2447">
                  <c:v>44817</c:v>
                </c:pt>
                <c:pt idx="2448">
                  <c:v>44818</c:v>
                </c:pt>
                <c:pt idx="2449">
                  <c:v>44819</c:v>
                </c:pt>
                <c:pt idx="2450">
                  <c:v>44820</c:v>
                </c:pt>
                <c:pt idx="2451">
                  <c:v>44821</c:v>
                </c:pt>
                <c:pt idx="2452">
                  <c:v>44822</c:v>
                </c:pt>
                <c:pt idx="2453">
                  <c:v>44823</c:v>
                </c:pt>
                <c:pt idx="2454">
                  <c:v>44824</c:v>
                </c:pt>
                <c:pt idx="2455">
                  <c:v>44825</c:v>
                </c:pt>
                <c:pt idx="2456">
                  <c:v>44826</c:v>
                </c:pt>
                <c:pt idx="2457">
                  <c:v>44827</c:v>
                </c:pt>
                <c:pt idx="2458">
                  <c:v>44828</c:v>
                </c:pt>
                <c:pt idx="2459">
                  <c:v>44829</c:v>
                </c:pt>
                <c:pt idx="2460">
                  <c:v>44830</c:v>
                </c:pt>
                <c:pt idx="2461">
                  <c:v>44831</c:v>
                </c:pt>
                <c:pt idx="2462">
                  <c:v>44832</c:v>
                </c:pt>
                <c:pt idx="2463">
                  <c:v>44833</c:v>
                </c:pt>
                <c:pt idx="2464">
                  <c:v>44834</c:v>
                </c:pt>
                <c:pt idx="2465">
                  <c:v>44835</c:v>
                </c:pt>
                <c:pt idx="2466">
                  <c:v>44836</c:v>
                </c:pt>
                <c:pt idx="2467">
                  <c:v>44837</c:v>
                </c:pt>
                <c:pt idx="2468">
                  <c:v>44838</c:v>
                </c:pt>
                <c:pt idx="2469">
                  <c:v>44839</c:v>
                </c:pt>
                <c:pt idx="2470">
                  <c:v>44840</c:v>
                </c:pt>
                <c:pt idx="2471">
                  <c:v>44841</c:v>
                </c:pt>
                <c:pt idx="2472">
                  <c:v>44842</c:v>
                </c:pt>
                <c:pt idx="2473">
                  <c:v>44843</c:v>
                </c:pt>
                <c:pt idx="2474">
                  <c:v>44844</c:v>
                </c:pt>
                <c:pt idx="2475">
                  <c:v>44845</c:v>
                </c:pt>
                <c:pt idx="2476">
                  <c:v>44846</c:v>
                </c:pt>
                <c:pt idx="2477">
                  <c:v>44847</c:v>
                </c:pt>
                <c:pt idx="2478">
                  <c:v>44848</c:v>
                </c:pt>
                <c:pt idx="2479">
                  <c:v>44849</c:v>
                </c:pt>
                <c:pt idx="2480">
                  <c:v>44850</c:v>
                </c:pt>
                <c:pt idx="2481">
                  <c:v>44851</c:v>
                </c:pt>
                <c:pt idx="2482">
                  <c:v>44852</c:v>
                </c:pt>
                <c:pt idx="2483">
                  <c:v>44853</c:v>
                </c:pt>
                <c:pt idx="2484">
                  <c:v>44854</c:v>
                </c:pt>
                <c:pt idx="2485">
                  <c:v>44855</c:v>
                </c:pt>
                <c:pt idx="2486">
                  <c:v>44856</c:v>
                </c:pt>
                <c:pt idx="2487">
                  <c:v>44857</c:v>
                </c:pt>
                <c:pt idx="2488">
                  <c:v>44858</c:v>
                </c:pt>
                <c:pt idx="2489">
                  <c:v>44859</c:v>
                </c:pt>
                <c:pt idx="2490">
                  <c:v>44860</c:v>
                </c:pt>
                <c:pt idx="2491">
                  <c:v>44861</c:v>
                </c:pt>
                <c:pt idx="2492">
                  <c:v>44862</c:v>
                </c:pt>
                <c:pt idx="2493">
                  <c:v>44863</c:v>
                </c:pt>
                <c:pt idx="2494">
                  <c:v>44864</c:v>
                </c:pt>
                <c:pt idx="2495">
                  <c:v>44865</c:v>
                </c:pt>
                <c:pt idx="2496">
                  <c:v>44866</c:v>
                </c:pt>
                <c:pt idx="2497">
                  <c:v>44867</c:v>
                </c:pt>
                <c:pt idx="2498">
                  <c:v>44868</c:v>
                </c:pt>
                <c:pt idx="2499">
                  <c:v>44869</c:v>
                </c:pt>
                <c:pt idx="2500">
                  <c:v>44870</c:v>
                </c:pt>
                <c:pt idx="2501">
                  <c:v>44871</c:v>
                </c:pt>
                <c:pt idx="2502">
                  <c:v>44872</c:v>
                </c:pt>
                <c:pt idx="2503">
                  <c:v>44873</c:v>
                </c:pt>
                <c:pt idx="2504">
                  <c:v>44874</c:v>
                </c:pt>
                <c:pt idx="2505">
                  <c:v>44875</c:v>
                </c:pt>
                <c:pt idx="2506">
                  <c:v>44876</c:v>
                </c:pt>
                <c:pt idx="2507">
                  <c:v>44877</c:v>
                </c:pt>
                <c:pt idx="2508">
                  <c:v>44878</c:v>
                </c:pt>
                <c:pt idx="2509">
                  <c:v>44879</c:v>
                </c:pt>
                <c:pt idx="2510">
                  <c:v>44880</c:v>
                </c:pt>
                <c:pt idx="2511">
                  <c:v>44881</c:v>
                </c:pt>
                <c:pt idx="2512">
                  <c:v>44882</c:v>
                </c:pt>
                <c:pt idx="2513">
                  <c:v>44883</c:v>
                </c:pt>
                <c:pt idx="2514">
                  <c:v>44884</c:v>
                </c:pt>
                <c:pt idx="2515">
                  <c:v>44885</c:v>
                </c:pt>
                <c:pt idx="2516">
                  <c:v>44886</c:v>
                </c:pt>
                <c:pt idx="2517">
                  <c:v>44887</c:v>
                </c:pt>
                <c:pt idx="2518">
                  <c:v>44888</c:v>
                </c:pt>
                <c:pt idx="2519">
                  <c:v>44889</c:v>
                </c:pt>
                <c:pt idx="2520">
                  <c:v>44890</c:v>
                </c:pt>
                <c:pt idx="2521">
                  <c:v>44891</c:v>
                </c:pt>
                <c:pt idx="2522">
                  <c:v>44892</c:v>
                </c:pt>
                <c:pt idx="2523">
                  <c:v>44893</c:v>
                </c:pt>
                <c:pt idx="2524">
                  <c:v>44894</c:v>
                </c:pt>
                <c:pt idx="2525">
                  <c:v>44895</c:v>
                </c:pt>
                <c:pt idx="2526">
                  <c:v>44896</c:v>
                </c:pt>
                <c:pt idx="2527">
                  <c:v>44897</c:v>
                </c:pt>
                <c:pt idx="2528">
                  <c:v>44898</c:v>
                </c:pt>
                <c:pt idx="2529">
                  <c:v>44899</c:v>
                </c:pt>
                <c:pt idx="2530">
                  <c:v>44900</c:v>
                </c:pt>
                <c:pt idx="2531">
                  <c:v>44901</c:v>
                </c:pt>
                <c:pt idx="2532">
                  <c:v>44902</c:v>
                </c:pt>
                <c:pt idx="2533">
                  <c:v>44903</c:v>
                </c:pt>
                <c:pt idx="2534">
                  <c:v>44904</c:v>
                </c:pt>
                <c:pt idx="2535">
                  <c:v>44905</c:v>
                </c:pt>
                <c:pt idx="2536">
                  <c:v>44906</c:v>
                </c:pt>
                <c:pt idx="2537">
                  <c:v>44907</c:v>
                </c:pt>
                <c:pt idx="2538">
                  <c:v>44908</c:v>
                </c:pt>
                <c:pt idx="2539">
                  <c:v>44909</c:v>
                </c:pt>
                <c:pt idx="2540">
                  <c:v>44910</c:v>
                </c:pt>
                <c:pt idx="2541">
                  <c:v>44911</c:v>
                </c:pt>
                <c:pt idx="2542">
                  <c:v>44912</c:v>
                </c:pt>
                <c:pt idx="2543">
                  <c:v>44913</c:v>
                </c:pt>
                <c:pt idx="2544">
                  <c:v>44914</c:v>
                </c:pt>
                <c:pt idx="2545">
                  <c:v>44915</c:v>
                </c:pt>
                <c:pt idx="2546">
                  <c:v>44916</c:v>
                </c:pt>
                <c:pt idx="2547">
                  <c:v>44917</c:v>
                </c:pt>
                <c:pt idx="2548">
                  <c:v>44918</c:v>
                </c:pt>
                <c:pt idx="2549">
                  <c:v>44919</c:v>
                </c:pt>
                <c:pt idx="2550">
                  <c:v>44920</c:v>
                </c:pt>
                <c:pt idx="2551">
                  <c:v>44921</c:v>
                </c:pt>
                <c:pt idx="2552">
                  <c:v>44922</c:v>
                </c:pt>
                <c:pt idx="2553">
                  <c:v>44923</c:v>
                </c:pt>
                <c:pt idx="2554">
                  <c:v>44924</c:v>
                </c:pt>
                <c:pt idx="2555">
                  <c:v>44925</c:v>
                </c:pt>
                <c:pt idx="2556">
                  <c:v>44926</c:v>
                </c:pt>
                <c:pt idx="2557">
                  <c:v>44927</c:v>
                </c:pt>
                <c:pt idx="2558">
                  <c:v>44928</c:v>
                </c:pt>
                <c:pt idx="2559">
                  <c:v>44929</c:v>
                </c:pt>
                <c:pt idx="2560">
                  <c:v>44930</c:v>
                </c:pt>
                <c:pt idx="2561">
                  <c:v>44931</c:v>
                </c:pt>
                <c:pt idx="2562">
                  <c:v>44932</c:v>
                </c:pt>
                <c:pt idx="2563">
                  <c:v>44933</c:v>
                </c:pt>
                <c:pt idx="2564">
                  <c:v>44934</c:v>
                </c:pt>
                <c:pt idx="2565">
                  <c:v>44935</c:v>
                </c:pt>
                <c:pt idx="2566">
                  <c:v>44936</c:v>
                </c:pt>
                <c:pt idx="2567">
                  <c:v>44937</c:v>
                </c:pt>
                <c:pt idx="2568">
                  <c:v>44938</c:v>
                </c:pt>
                <c:pt idx="2569">
                  <c:v>44939</c:v>
                </c:pt>
                <c:pt idx="2570">
                  <c:v>44940</c:v>
                </c:pt>
                <c:pt idx="2571">
                  <c:v>44941</c:v>
                </c:pt>
                <c:pt idx="2572">
                  <c:v>44942</c:v>
                </c:pt>
                <c:pt idx="2573">
                  <c:v>44943</c:v>
                </c:pt>
                <c:pt idx="2574">
                  <c:v>44944</c:v>
                </c:pt>
                <c:pt idx="2575">
                  <c:v>44945</c:v>
                </c:pt>
                <c:pt idx="2576">
                  <c:v>44946</c:v>
                </c:pt>
                <c:pt idx="2577">
                  <c:v>44947</c:v>
                </c:pt>
                <c:pt idx="2578">
                  <c:v>44948</c:v>
                </c:pt>
                <c:pt idx="2579">
                  <c:v>44949</c:v>
                </c:pt>
                <c:pt idx="2580">
                  <c:v>44950</c:v>
                </c:pt>
                <c:pt idx="2581">
                  <c:v>44951</c:v>
                </c:pt>
                <c:pt idx="2582">
                  <c:v>44952</c:v>
                </c:pt>
                <c:pt idx="2583">
                  <c:v>44953</c:v>
                </c:pt>
                <c:pt idx="2584">
                  <c:v>44954</c:v>
                </c:pt>
                <c:pt idx="2585">
                  <c:v>44955</c:v>
                </c:pt>
                <c:pt idx="2586">
                  <c:v>44956</c:v>
                </c:pt>
                <c:pt idx="2587">
                  <c:v>44957</c:v>
                </c:pt>
                <c:pt idx="2588">
                  <c:v>44958</c:v>
                </c:pt>
                <c:pt idx="2589">
                  <c:v>44959</c:v>
                </c:pt>
                <c:pt idx="2590">
                  <c:v>44960</c:v>
                </c:pt>
                <c:pt idx="2591">
                  <c:v>44961</c:v>
                </c:pt>
                <c:pt idx="2592">
                  <c:v>44962</c:v>
                </c:pt>
                <c:pt idx="2593">
                  <c:v>44963</c:v>
                </c:pt>
                <c:pt idx="2594">
                  <c:v>44964</c:v>
                </c:pt>
                <c:pt idx="2595">
                  <c:v>44965</c:v>
                </c:pt>
                <c:pt idx="2596">
                  <c:v>44966</c:v>
                </c:pt>
                <c:pt idx="2597">
                  <c:v>44967</c:v>
                </c:pt>
                <c:pt idx="2598">
                  <c:v>44968</c:v>
                </c:pt>
                <c:pt idx="2599">
                  <c:v>44969</c:v>
                </c:pt>
                <c:pt idx="2600">
                  <c:v>44970</c:v>
                </c:pt>
                <c:pt idx="2601">
                  <c:v>44971</c:v>
                </c:pt>
                <c:pt idx="2602">
                  <c:v>44972</c:v>
                </c:pt>
                <c:pt idx="2603">
                  <c:v>44973</c:v>
                </c:pt>
                <c:pt idx="2604">
                  <c:v>44974</c:v>
                </c:pt>
                <c:pt idx="2605">
                  <c:v>44975</c:v>
                </c:pt>
                <c:pt idx="2606">
                  <c:v>44976</c:v>
                </c:pt>
                <c:pt idx="2607">
                  <c:v>44977</c:v>
                </c:pt>
                <c:pt idx="2608">
                  <c:v>44978</c:v>
                </c:pt>
                <c:pt idx="2609">
                  <c:v>44979</c:v>
                </c:pt>
                <c:pt idx="2610">
                  <c:v>44980</c:v>
                </c:pt>
                <c:pt idx="2611">
                  <c:v>44981</c:v>
                </c:pt>
                <c:pt idx="2612">
                  <c:v>44982</c:v>
                </c:pt>
                <c:pt idx="2613">
                  <c:v>44983</c:v>
                </c:pt>
                <c:pt idx="2614">
                  <c:v>44984</c:v>
                </c:pt>
                <c:pt idx="2615">
                  <c:v>44985</c:v>
                </c:pt>
                <c:pt idx="2616">
                  <c:v>44986</c:v>
                </c:pt>
                <c:pt idx="2617">
                  <c:v>44987</c:v>
                </c:pt>
                <c:pt idx="2618">
                  <c:v>44988</c:v>
                </c:pt>
                <c:pt idx="2619">
                  <c:v>44989</c:v>
                </c:pt>
                <c:pt idx="2620">
                  <c:v>44990</c:v>
                </c:pt>
                <c:pt idx="2621">
                  <c:v>44991</c:v>
                </c:pt>
                <c:pt idx="2622">
                  <c:v>44992</c:v>
                </c:pt>
                <c:pt idx="2623">
                  <c:v>44993</c:v>
                </c:pt>
                <c:pt idx="2624">
                  <c:v>44994</c:v>
                </c:pt>
                <c:pt idx="2625">
                  <c:v>44995</c:v>
                </c:pt>
                <c:pt idx="2626">
                  <c:v>44996</c:v>
                </c:pt>
                <c:pt idx="2627">
                  <c:v>44997</c:v>
                </c:pt>
                <c:pt idx="2628">
                  <c:v>44998</c:v>
                </c:pt>
                <c:pt idx="2629">
                  <c:v>44999</c:v>
                </c:pt>
                <c:pt idx="2630">
                  <c:v>45000</c:v>
                </c:pt>
                <c:pt idx="2631">
                  <c:v>45001</c:v>
                </c:pt>
                <c:pt idx="2632">
                  <c:v>45002</c:v>
                </c:pt>
                <c:pt idx="2633">
                  <c:v>45003</c:v>
                </c:pt>
                <c:pt idx="2634">
                  <c:v>45004</c:v>
                </c:pt>
                <c:pt idx="2635">
                  <c:v>45005</c:v>
                </c:pt>
                <c:pt idx="2636">
                  <c:v>45006</c:v>
                </c:pt>
                <c:pt idx="2637">
                  <c:v>45007</c:v>
                </c:pt>
                <c:pt idx="2638">
                  <c:v>45008</c:v>
                </c:pt>
                <c:pt idx="2639">
                  <c:v>45009</c:v>
                </c:pt>
                <c:pt idx="2640">
                  <c:v>45010</c:v>
                </c:pt>
                <c:pt idx="2641">
                  <c:v>45011</c:v>
                </c:pt>
                <c:pt idx="2642">
                  <c:v>45012</c:v>
                </c:pt>
                <c:pt idx="2643">
                  <c:v>45013</c:v>
                </c:pt>
                <c:pt idx="2644">
                  <c:v>45014</c:v>
                </c:pt>
                <c:pt idx="2645">
                  <c:v>45015</c:v>
                </c:pt>
                <c:pt idx="2646">
                  <c:v>45016</c:v>
                </c:pt>
                <c:pt idx="2647">
                  <c:v>45017</c:v>
                </c:pt>
                <c:pt idx="2648">
                  <c:v>45018</c:v>
                </c:pt>
                <c:pt idx="2649">
                  <c:v>45019</c:v>
                </c:pt>
                <c:pt idx="2650">
                  <c:v>45020</c:v>
                </c:pt>
                <c:pt idx="2651">
                  <c:v>45021</c:v>
                </c:pt>
                <c:pt idx="2652">
                  <c:v>45022</c:v>
                </c:pt>
                <c:pt idx="2653">
                  <c:v>45023</c:v>
                </c:pt>
                <c:pt idx="2654">
                  <c:v>45024</c:v>
                </c:pt>
                <c:pt idx="2655">
                  <c:v>45025</c:v>
                </c:pt>
                <c:pt idx="2656">
                  <c:v>45026</c:v>
                </c:pt>
                <c:pt idx="2657">
                  <c:v>45027</c:v>
                </c:pt>
                <c:pt idx="2658">
                  <c:v>45028</c:v>
                </c:pt>
                <c:pt idx="2659">
                  <c:v>45029</c:v>
                </c:pt>
                <c:pt idx="2660">
                  <c:v>45030</c:v>
                </c:pt>
                <c:pt idx="2661">
                  <c:v>45031</c:v>
                </c:pt>
                <c:pt idx="2662">
                  <c:v>45032</c:v>
                </c:pt>
                <c:pt idx="2663">
                  <c:v>45033</c:v>
                </c:pt>
                <c:pt idx="2664">
                  <c:v>45034</c:v>
                </c:pt>
                <c:pt idx="2665">
                  <c:v>45035</c:v>
                </c:pt>
                <c:pt idx="2666">
                  <c:v>45036</c:v>
                </c:pt>
                <c:pt idx="2667">
                  <c:v>45037</c:v>
                </c:pt>
                <c:pt idx="2668">
                  <c:v>45038</c:v>
                </c:pt>
                <c:pt idx="2669">
                  <c:v>45039</c:v>
                </c:pt>
                <c:pt idx="2670">
                  <c:v>45040</c:v>
                </c:pt>
                <c:pt idx="2671">
                  <c:v>45041</c:v>
                </c:pt>
                <c:pt idx="2672">
                  <c:v>45042</c:v>
                </c:pt>
                <c:pt idx="2673">
                  <c:v>45043</c:v>
                </c:pt>
                <c:pt idx="2674">
                  <c:v>45044</c:v>
                </c:pt>
                <c:pt idx="2675">
                  <c:v>45045</c:v>
                </c:pt>
                <c:pt idx="2676">
                  <c:v>45046</c:v>
                </c:pt>
                <c:pt idx="2677">
                  <c:v>45047</c:v>
                </c:pt>
                <c:pt idx="2678">
                  <c:v>45048</c:v>
                </c:pt>
                <c:pt idx="2679">
                  <c:v>45049</c:v>
                </c:pt>
                <c:pt idx="2680">
                  <c:v>45050</c:v>
                </c:pt>
                <c:pt idx="2681">
                  <c:v>45051</c:v>
                </c:pt>
                <c:pt idx="2682">
                  <c:v>45052</c:v>
                </c:pt>
                <c:pt idx="2683">
                  <c:v>45053</c:v>
                </c:pt>
                <c:pt idx="2684">
                  <c:v>45054</c:v>
                </c:pt>
                <c:pt idx="2685">
                  <c:v>45055</c:v>
                </c:pt>
                <c:pt idx="2686">
                  <c:v>45056</c:v>
                </c:pt>
                <c:pt idx="2687">
                  <c:v>45057</c:v>
                </c:pt>
                <c:pt idx="2688">
                  <c:v>45058</c:v>
                </c:pt>
                <c:pt idx="2689">
                  <c:v>45059</c:v>
                </c:pt>
                <c:pt idx="2690">
                  <c:v>45060</c:v>
                </c:pt>
                <c:pt idx="2691">
                  <c:v>45061</c:v>
                </c:pt>
                <c:pt idx="2692">
                  <c:v>45062</c:v>
                </c:pt>
                <c:pt idx="2693">
                  <c:v>45063</c:v>
                </c:pt>
                <c:pt idx="2694">
                  <c:v>45064</c:v>
                </c:pt>
                <c:pt idx="2695">
                  <c:v>45065</c:v>
                </c:pt>
                <c:pt idx="2696">
                  <c:v>45066</c:v>
                </c:pt>
                <c:pt idx="2697">
                  <c:v>45067</c:v>
                </c:pt>
                <c:pt idx="2698">
                  <c:v>45068</c:v>
                </c:pt>
                <c:pt idx="2699">
                  <c:v>45069</c:v>
                </c:pt>
                <c:pt idx="2700">
                  <c:v>45070</c:v>
                </c:pt>
                <c:pt idx="2701">
                  <c:v>45071</c:v>
                </c:pt>
                <c:pt idx="2702">
                  <c:v>45072</c:v>
                </c:pt>
                <c:pt idx="2703">
                  <c:v>45073</c:v>
                </c:pt>
                <c:pt idx="2704">
                  <c:v>45074</c:v>
                </c:pt>
                <c:pt idx="2705">
                  <c:v>45075</c:v>
                </c:pt>
                <c:pt idx="2706">
                  <c:v>45076</c:v>
                </c:pt>
                <c:pt idx="2707">
                  <c:v>45077</c:v>
                </c:pt>
                <c:pt idx="2708">
                  <c:v>45078</c:v>
                </c:pt>
                <c:pt idx="2709">
                  <c:v>45079</c:v>
                </c:pt>
                <c:pt idx="2710">
                  <c:v>45080</c:v>
                </c:pt>
                <c:pt idx="2711">
                  <c:v>45081</c:v>
                </c:pt>
                <c:pt idx="2712">
                  <c:v>45082</c:v>
                </c:pt>
                <c:pt idx="2713">
                  <c:v>45083</c:v>
                </c:pt>
                <c:pt idx="2714">
                  <c:v>45084</c:v>
                </c:pt>
                <c:pt idx="2715">
                  <c:v>45085</c:v>
                </c:pt>
                <c:pt idx="2716">
                  <c:v>45086</c:v>
                </c:pt>
                <c:pt idx="2717">
                  <c:v>45087</c:v>
                </c:pt>
                <c:pt idx="2718">
                  <c:v>45088</c:v>
                </c:pt>
                <c:pt idx="2719">
                  <c:v>45089</c:v>
                </c:pt>
                <c:pt idx="2720">
                  <c:v>45090</c:v>
                </c:pt>
                <c:pt idx="2721">
                  <c:v>45091</c:v>
                </c:pt>
                <c:pt idx="2722">
                  <c:v>45092</c:v>
                </c:pt>
                <c:pt idx="2723">
                  <c:v>45093</c:v>
                </c:pt>
                <c:pt idx="2724">
                  <c:v>45094</c:v>
                </c:pt>
                <c:pt idx="2725">
                  <c:v>45095</c:v>
                </c:pt>
                <c:pt idx="2726">
                  <c:v>45096</c:v>
                </c:pt>
                <c:pt idx="2727">
                  <c:v>45097</c:v>
                </c:pt>
                <c:pt idx="2728">
                  <c:v>45098</c:v>
                </c:pt>
                <c:pt idx="2729">
                  <c:v>45099</c:v>
                </c:pt>
                <c:pt idx="2730">
                  <c:v>45100</c:v>
                </c:pt>
                <c:pt idx="2731">
                  <c:v>45101</c:v>
                </c:pt>
                <c:pt idx="2732">
                  <c:v>45102</c:v>
                </c:pt>
                <c:pt idx="2733">
                  <c:v>45103</c:v>
                </c:pt>
                <c:pt idx="2734">
                  <c:v>45104</c:v>
                </c:pt>
                <c:pt idx="2735">
                  <c:v>45105</c:v>
                </c:pt>
                <c:pt idx="2736">
                  <c:v>45106</c:v>
                </c:pt>
                <c:pt idx="2737">
                  <c:v>45107</c:v>
                </c:pt>
                <c:pt idx="2738">
                  <c:v>45108</c:v>
                </c:pt>
                <c:pt idx="2739">
                  <c:v>45109</c:v>
                </c:pt>
                <c:pt idx="2740">
                  <c:v>45110</c:v>
                </c:pt>
                <c:pt idx="2741">
                  <c:v>45111</c:v>
                </c:pt>
                <c:pt idx="2742">
                  <c:v>45112</c:v>
                </c:pt>
                <c:pt idx="2743">
                  <c:v>45113</c:v>
                </c:pt>
                <c:pt idx="2744">
                  <c:v>45114</c:v>
                </c:pt>
                <c:pt idx="2745">
                  <c:v>45115</c:v>
                </c:pt>
                <c:pt idx="2746">
                  <c:v>45116</c:v>
                </c:pt>
                <c:pt idx="2747">
                  <c:v>45117</c:v>
                </c:pt>
                <c:pt idx="2748">
                  <c:v>45118</c:v>
                </c:pt>
                <c:pt idx="2749">
                  <c:v>45119</c:v>
                </c:pt>
                <c:pt idx="2750">
                  <c:v>45120</c:v>
                </c:pt>
                <c:pt idx="2751">
                  <c:v>45121</c:v>
                </c:pt>
                <c:pt idx="2752">
                  <c:v>45122</c:v>
                </c:pt>
                <c:pt idx="2753">
                  <c:v>45123</c:v>
                </c:pt>
                <c:pt idx="2754">
                  <c:v>45124</c:v>
                </c:pt>
                <c:pt idx="2755">
                  <c:v>45125</c:v>
                </c:pt>
                <c:pt idx="2756">
                  <c:v>45126</c:v>
                </c:pt>
                <c:pt idx="2757">
                  <c:v>45127</c:v>
                </c:pt>
                <c:pt idx="2758">
                  <c:v>45128</c:v>
                </c:pt>
                <c:pt idx="2759">
                  <c:v>45129</c:v>
                </c:pt>
                <c:pt idx="2760">
                  <c:v>45130</c:v>
                </c:pt>
                <c:pt idx="2761">
                  <c:v>45131</c:v>
                </c:pt>
                <c:pt idx="2762">
                  <c:v>45132</c:v>
                </c:pt>
                <c:pt idx="2763">
                  <c:v>45133</c:v>
                </c:pt>
                <c:pt idx="2764">
                  <c:v>45134</c:v>
                </c:pt>
                <c:pt idx="2765">
                  <c:v>45135</c:v>
                </c:pt>
                <c:pt idx="2766">
                  <c:v>45136</c:v>
                </c:pt>
                <c:pt idx="2767">
                  <c:v>45137</c:v>
                </c:pt>
                <c:pt idx="2768">
                  <c:v>45138</c:v>
                </c:pt>
                <c:pt idx="2769">
                  <c:v>45139</c:v>
                </c:pt>
                <c:pt idx="2770">
                  <c:v>45140</c:v>
                </c:pt>
                <c:pt idx="2771">
                  <c:v>45141</c:v>
                </c:pt>
                <c:pt idx="2772">
                  <c:v>45142</c:v>
                </c:pt>
                <c:pt idx="2773">
                  <c:v>45143</c:v>
                </c:pt>
                <c:pt idx="2774">
                  <c:v>45144</c:v>
                </c:pt>
                <c:pt idx="2775">
                  <c:v>45145</c:v>
                </c:pt>
                <c:pt idx="2776">
                  <c:v>45146</c:v>
                </c:pt>
                <c:pt idx="2777">
                  <c:v>45147</c:v>
                </c:pt>
                <c:pt idx="2778">
                  <c:v>45148</c:v>
                </c:pt>
                <c:pt idx="2779">
                  <c:v>45149</c:v>
                </c:pt>
                <c:pt idx="2780">
                  <c:v>45150</c:v>
                </c:pt>
                <c:pt idx="2781">
                  <c:v>45151</c:v>
                </c:pt>
                <c:pt idx="2782">
                  <c:v>45152</c:v>
                </c:pt>
                <c:pt idx="2783">
                  <c:v>45153</c:v>
                </c:pt>
                <c:pt idx="2784">
                  <c:v>45154</c:v>
                </c:pt>
                <c:pt idx="2785">
                  <c:v>45155</c:v>
                </c:pt>
                <c:pt idx="2786">
                  <c:v>45156</c:v>
                </c:pt>
                <c:pt idx="2787">
                  <c:v>45157</c:v>
                </c:pt>
                <c:pt idx="2788">
                  <c:v>45158</c:v>
                </c:pt>
                <c:pt idx="2789">
                  <c:v>45159</c:v>
                </c:pt>
                <c:pt idx="2790">
                  <c:v>45160</c:v>
                </c:pt>
                <c:pt idx="2791">
                  <c:v>45161</c:v>
                </c:pt>
                <c:pt idx="2792">
                  <c:v>45162</c:v>
                </c:pt>
                <c:pt idx="2793">
                  <c:v>45163</c:v>
                </c:pt>
                <c:pt idx="2794">
                  <c:v>45164</c:v>
                </c:pt>
                <c:pt idx="2795">
                  <c:v>45165</c:v>
                </c:pt>
                <c:pt idx="2796">
                  <c:v>45166</c:v>
                </c:pt>
                <c:pt idx="2797">
                  <c:v>45167</c:v>
                </c:pt>
                <c:pt idx="2798">
                  <c:v>45168</c:v>
                </c:pt>
                <c:pt idx="2799">
                  <c:v>45169</c:v>
                </c:pt>
                <c:pt idx="2800">
                  <c:v>45170</c:v>
                </c:pt>
                <c:pt idx="2801">
                  <c:v>45171</c:v>
                </c:pt>
                <c:pt idx="2802">
                  <c:v>45172</c:v>
                </c:pt>
                <c:pt idx="2803">
                  <c:v>45173</c:v>
                </c:pt>
                <c:pt idx="2804">
                  <c:v>45174</c:v>
                </c:pt>
                <c:pt idx="2805">
                  <c:v>45175</c:v>
                </c:pt>
                <c:pt idx="2806">
                  <c:v>45176</c:v>
                </c:pt>
                <c:pt idx="2807">
                  <c:v>45177</c:v>
                </c:pt>
                <c:pt idx="2808">
                  <c:v>45178</c:v>
                </c:pt>
                <c:pt idx="2809">
                  <c:v>45179</c:v>
                </c:pt>
                <c:pt idx="2810">
                  <c:v>45180</c:v>
                </c:pt>
                <c:pt idx="2811">
                  <c:v>45181</c:v>
                </c:pt>
                <c:pt idx="2812">
                  <c:v>45182</c:v>
                </c:pt>
                <c:pt idx="2813">
                  <c:v>45183</c:v>
                </c:pt>
                <c:pt idx="2814">
                  <c:v>45184</c:v>
                </c:pt>
                <c:pt idx="2815">
                  <c:v>45185</c:v>
                </c:pt>
                <c:pt idx="2816">
                  <c:v>45186</c:v>
                </c:pt>
                <c:pt idx="2817">
                  <c:v>45187</c:v>
                </c:pt>
                <c:pt idx="2818">
                  <c:v>45188</c:v>
                </c:pt>
                <c:pt idx="2819">
                  <c:v>45189</c:v>
                </c:pt>
                <c:pt idx="2820">
                  <c:v>45190</c:v>
                </c:pt>
                <c:pt idx="2821">
                  <c:v>45191</c:v>
                </c:pt>
                <c:pt idx="2822">
                  <c:v>45192</c:v>
                </c:pt>
                <c:pt idx="2823">
                  <c:v>45193</c:v>
                </c:pt>
                <c:pt idx="2824">
                  <c:v>45194</c:v>
                </c:pt>
                <c:pt idx="2825">
                  <c:v>45195</c:v>
                </c:pt>
                <c:pt idx="2826">
                  <c:v>45196</c:v>
                </c:pt>
                <c:pt idx="2827">
                  <c:v>45197</c:v>
                </c:pt>
                <c:pt idx="2828">
                  <c:v>45198</c:v>
                </c:pt>
                <c:pt idx="2829">
                  <c:v>45199</c:v>
                </c:pt>
                <c:pt idx="2830">
                  <c:v>45200</c:v>
                </c:pt>
                <c:pt idx="2831">
                  <c:v>45201</c:v>
                </c:pt>
                <c:pt idx="2832">
                  <c:v>45202</c:v>
                </c:pt>
                <c:pt idx="2833">
                  <c:v>45203</c:v>
                </c:pt>
                <c:pt idx="2834">
                  <c:v>45204</c:v>
                </c:pt>
                <c:pt idx="2835">
                  <c:v>45205</c:v>
                </c:pt>
                <c:pt idx="2836">
                  <c:v>45206</c:v>
                </c:pt>
                <c:pt idx="2837">
                  <c:v>45207</c:v>
                </c:pt>
                <c:pt idx="2838">
                  <c:v>45208</c:v>
                </c:pt>
                <c:pt idx="2839">
                  <c:v>45209</c:v>
                </c:pt>
                <c:pt idx="2840">
                  <c:v>45210</c:v>
                </c:pt>
                <c:pt idx="2841">
                  <c:v>45211</c:v>
                </c:pt>
                <c:pt idx="2842">
                  <c:v>45212</c:v>
                </c:pt>
                <c:pt idx="2843">
                  <c:v>45213</c:v>
                </c:pt>
                <c:pt idx="2844">
                  <c:v>45214</c:v>
                </c:pt>
                <c:pt idx="2845">
                  <c:v>45215</c:v>
                </c:pt>
                <c:pt idx="2846">
                  <c:v>45216</c:v>
                </c:pt>
                <c:pt idx="2847">
                  <c:v>45217</c:v>
                </c:pt>
                <c:pt idx="2848">
                  <c:v>45218</c:v>
                </c:pt>
                <c:pt idx="2849">
                  <c:v>45219</c:v>
                </c:pt>
                <c:pt idx="2850">
                  <c:v>45220</c:v>
                </c:pt>
                <c:pt idx="2851">
                  <c:v>45221</c:v>
                </c:pt>
                <c:pt idx="2852">
                  <c:v>45222</c:v>
                </c:pt>
                <c:pt idx="2853">
                  <c:v>45223</c:v>
                </c:pt>
                <c:pt idx="2854">
                  <c:v>45224</c:v>
                </c:pt>
                <c:pt idx="2855">
                  <c:v>45225</c:v>
                </c:pt>
                <c:pt idx="2856">
                  <c:v>45226</c:v>
                </c:pt>
                <c:pt idx="2857">
                  <c:v>45227</c:v>
                </c:pt>
                <c:pt idx="2858">
                  <c:v>45228</c:v>
                </c:pt>
                <c:pt idx="2859">
                  <c:v>45229</c:v>
                </c:pt>
                <c:pt idx="2860">
                  <c:v>45230</c:v>
                </c:pt>
                <c:pt idx="2861">
                  <c:v>45231</c:v>
                </c:pt>
                <c:pt idx="2862">
                  <c:v>45232</c:v>
                </c:pt>
                <c:pt idx="2863">
                  <c:v>45233</c:v>
                </c:pt>
                <c:pt idx="2864">
                  <c:v>45234</c:v>
                </c:pt>
                <c:pt idx="2865">
                  <c:v>45235</c:v>
                </c:pt>
                <c:pt idx="2866">
                  <c:v>45236</c:v>
                </c:pt>
                <c:pt idx="2867">
                  <c:v>45237</c:v>
                </c:pt>
                <c:pt idx="2868">
                  <c:v>45238</c:v>
                </c:pt>
                <c:pt idx="2869">
                  <c:v>45239</c:v>
                </c:pt>
                <c:pt idx="2870">
                  <c:v>45240</c:v>
                </c:pt>
                <c:pt idx="2871">
                  <c:v>45241</c:v>
                </c:pt>
                <c:pt idx="2872">
                  <c:v>45242</c:v>
                </c:pt>
                <c:pt idx="2873">
                  <c:v>45243</c:v>
                </c:pt>
                <c:pt idx="2874">
                  <c:v>45244</c:v>
                </c:pt>
                <c:pt idx="2875">
                  <c:v>45245</c:v>
                </c:pt>
                <c:pt idx="2876">
                  <c:v>45246</c:v>
                </c:pt>
                <c:pt idx="2877">
                  <c:v>45247</c:v>
                </c:pt>
                <c:pt idx="2878">
                  <c:v>45248</c:v>
                </c:pt>
                <c:pt idx="2879">
                  <c:v>45249</c:v>
                </c:pt>
                <c:pt idx="2880">
                  <c:v>45250</c:v>
                </c:pt>
                <c:pt idx="2881">
                  <c:v>45251</c:v>
                </c:pt>
                <c:pt idx="2882">
                  <c:v>45252</c:v>
                </c:pt>
                <c:pt idx="2883">
                  <c:v>45253</c:v>
                </c:pt>
                <c:pt idx="2884">
                  <c:v>45254</c:v>
                </c:pt>
                <c:pt idx="2885">
                  <c:v>45255</c:v>
                </c:pt>
                <c:pt idx="2886">
                  <c:v>45256</c:v>
                </c:pt>
                <c:pt idx="2887">
                  <c:v>45257</c:v>
                </c:pt>
                <c:pt idx="2888">
                  <c:v>45258</c:v>
                </c:pt>
                <c:pt idx="2889">
                  <c:v>45259</c:v>
                </c:pt>
                <c:pt idx="2890">
                  <c:v>45260</c:v>
                </c:pt>
                <c:pt idx="2891">
                  <c:v>45261</c:v>
                </c:pt>
                <c:pt idx="2892">
                  <c:v>45262</c:v>
                </c:pt>
                <c:pt idx="2893">
                  <c:v>45263</c:v>
                </c:pt>
                <c:pt idx="2894">
                  <c:v>45264</c:v>
                </c:pt>
                <c:pt idx="2895">
                  <c:v>45265</c:v>
                </c:pt>
                <c:pt idx="2896">
                  <c:v>45266</c:v>
                </c:pt>
                <c:pt idx="2897">
                  <c:v>45267</c:v>
                </c:pt>
                <c:pt idx="2898">
                  <c:v>45268</c:v>
                </c:pt>
                <c:pt idx="2899">
                  <c:v>45269</c:v>
                </c:pt>
                <c:pt idx="2900">
                  <c:v>45270</c:v>
                </c:pt>
                <c:pt idx="2901">
                  <c:v>45271</c:v>
                </c:pt>
                <c:pt idx="2902">
                  <c:v>45272</c:v>
                </c:pt>
                <c:pt idx="2903">
                  <c:v>45273</c:v>
                </c:pt>
                <c:pt idx="2904">
                  <c:v>45274</c:v>
                </c:pt>
                <c:pt idx="2905">
                  <c:v>45275</c:v>
                </c:pt>
                <c:pt idx="2906">
                  <c:v>45276</c:v>
                </c:pt>
                <c:pt idx="2907">
                  <c:v>45277</c:v>
                </c:pt>
                <c:pt idx="2908">
                  <c:v>45278</c:v>
                </c:pt>
                <c:pt idx="2909">
                  <c:v>45279</c:v>
                </c:pt>
                <c:pt idx="2910">
                  <c:v>45280</c:v>
                </c:pt>
                <c:pt idx="2911">
                  <c:v>45281</c:v>
                </c:pt>
                <c:pt idx="2912">
                  <c:v>45282</c:v>
                </c:pt>
                <c:pt idx="2913">
                  <c:v>45283</c:v>
                </c:pt>
                <c:pt idx="2914">
                  <c:v>45284</c:v>
                </c:pt>
                <c:pt idx="2915">
                  <c:v>45285</c:v>
                </c:pt>
                <c:pt idx="2916">
                  <c:v>45286</c:v>
                </c:pt>
                <c:pt idx="2917">
                  <c:v>45287</c:v>
                </c:pt>
                <c:pt idx="2918">
                  <c:v>45288</c:v>
                </c:pt>
                <c:pt idx="2919">
                  <c:v>45289</c:v>
                </c:pt>
                <c:pt idx="2920">
                  <c:v>45290</c:v>
                </c:pt>
                <c:pt idx="2921">
                  <c:v>45291</c:v>
                </c:pt>
                <c:pt idx="2922">
                  <c:v>45292</c:v>
                </c:pt>
                <c:pt idx="2923">
                  <c:v>45293</c:v>
                </c:pt>
                <c:pt idx="2924">
                  <c:v>45294</c:v>
                </c:pt>
                <c:pt idx="2925">
                  <c:v>45295</c:v>
                </c:pt>
                <c:pt idx="2926">
                  <c:v>45296</c:v>
                </c:pt>
                <c:pt idx="2927">
                  <c:v>45297</c:v>
                </c:pt>
                <c:pt idx="2928">
                  <c:v>45298</c:v>
                </c:pt>
                <c:pt idx="2929">
                  <c:v>45299</c:v>
                </c:pt>
                <c:pt idx="2930">
                  <c:v>45300</c:v>
                </c:pt>
                <c:pt idx="2931">
                  <c:v>45301</c:v>
                </c:pt>
                <c:pt idx="2932">
                  <c:v>45302</c:v>
                </c:pt>
                <c:pt idx="2933">
                  <c:v>45303</c:v>
                </c:pt>
                <c:pt idx="2934">
                  <c:v>45304</c:v>
                </c:pt>
                <c:pt idx="2935">
                  <c:v>45305</c:v>
                </c:pt>
                <c:pt idx="2936">
                  <c:v>45306</c:v>
                </c:pt>
                <c:pt idx="2937">
                  <c:v>45307</c:v>
                </c:pt>
                <c:pt idx="2938">
                  <c:v>45308</c:v>
                </c:pt>
                <c:pt idx="2939">
                  <c:v>45309</c:v>
                </c:pt>
                <c:pt idx="2940">
                  <c:v>45310</c:v>
                </c:pt>
                <c:pt idx="2941">
                  <c:v>45311</c:v>
                </c:pt>
                <c:pt idx="2942">
                  <c:v>45312</c:v>
                </c:pt>
                <c:pt idx="2943">
                  <c:v>45313</c:v>
                </c:pt>
                <c:pt idx="2944">
                  <c:v>45314</c:v>
                </c:pt>
                <c:pt idx="2945">
                  <c:v>45315</c:v>
                </c:pt>
                <c:pt idx="2946">
                  <c:v>45316</c:v>
                </c:pt>
                <c:pt idx="2947">
                  <c:v>45317</c:v>
                </c:pt>
                <c:pt idx="2948">
                  <c:v>45318</c:v>
                </c:pt>
                <c:pt idx="2949">
                  <c:v>45319</c:v>
                </c:pt>
                <c:pt idx="2950">
                  <c:v>45320</c:v>
                </c:pt>
                <c:pt idx="2951">
                  <c:v>45321</c:v>
                </c:pt>
                <c:pt idx="2952">
                  <c:v>45322</c:v>
                </c:pt>
                <c:pt idx="2953">
                  <c:v>45323</c:v>
                </c:pt>
                <c:pt idx="2954">
                  <c:v>45324</c:v>
                </c:pt>
                <c:pt idx="2955">
                  <c:v>45325</c:v>
                </c:pt>
                <c:pt idx="2956">
                  <c:v>45326</c:v>
                </c:pt>
                <c:pt idx="2957">
                  <c:v>45327</c:v>
                </c:pt>
                <c:pt idx="2958">
                  <c:v>45328</c:v>
                </c:pt>
                <c:pt idx="2959">
                  <c:v>45329</c:v>
                </c:pt>
                <c:pt idx="2960">
                  <c:v>45330</c:v>
                </c:pt>
                <c:pt idx="2961">
                  <c:v>45331</c:v>
                </c:pt>
                <c:pt idx="2962">
                  <c:v>45332</c:v>
                </c:pt>
                <c:pt idx="2963">
                  <c:v>45333</c:v>
                </c:pt>
                <c:pt idx="2964">
                  <c:v>45334</c:v>
                </c:pt>
                <c:pt idx="2965">
                  <c:v>45335</c:v>
                </c:pt>
                <c:pt idx="2966">
                  <c:v>45336</c:v>
                </c:pt>
                <c:pt idx="2967">
                  <c:v>45337</c:v>
                </c:pt>
                <c:pt idx="2968">
                  <c:v>45338</c:v>
                </c:pt>
                <c:pt idx="2969">
                  <c:v>45339</c:v>
                </c:pt>
                <c:pt idx="2970">
                  <c:v>45340</c:v>
                </c:pt>
                <c:pt idx="2971">
                  <c:v>45341</c:v>
                </c:pt>
                <c:pt idx="2972">
                  <c:v>45342</c:v>
                </c:pt>
                <c:pt idx="2973">
                  <c:v>45343</c:v>
                </c:pt>
                <c:pt idx="2974">
                  <c:v>45344</c:v>
                </c:pt>
                <c:pt idx="2975">
                  <c:v>45345</c:v>
                </c:pt>
                <c:pt idx="2976">
                  <c:v>45346</c:v>
                </c:pt>
                <c:pt idx="2977">
                  <c:v>45347</c:v>
                </c:pt>
                <c:pt idx="2978">
                  <c:v>45348</c:v>
                </c:pt>
                <c:pt idx="2979">
                  <c:v>45349</c:v>
                </c:pt>
                <c:pt idx="2980">
                  <c:v>45350</c:v>
                </c:pt>
                <c:pt idx="2981">
                  <c:v>45351</c:v>
                </c:pt>
                <c:pt idx="2982">
                  <c:v>45352</c:v>
                </c:pt>
                <c:pt idx="2983">
                  <c:v>45353</c:v>
                </c:pt>
                <c:pt idx="2984">
                  <c:v>45354</c:v>
                </c:pt>
                <c:pt idx="2985">
                  <c:v>45355</c:v>
                </c:pt>
                <c:pt idx="2986">
                  <c:v>45356</c:v>
                </c:pt>
                <c:pt idx="2987">
                  <c:v>45357</c:v>
                </c:pt>
                <c:pt idx="2988">
                  <c:v>45358</c:v>
                </c:pt>
                <c:pt idx="2989">
                  <c:v>45359</c:v>
                </c:pt>
                <c:pt idx="2990">
                  <c:v>45360</c:v>
                </c:pt>
                <c:pt idx="2991">
                  <c:v>45361</c:v>
                </c:pt>
                <c:pt idx="2992">
                  <c:v>45362</c:v>
                </c:pt>
                <c:pt idx="2993">
                  <c:v>45363</c:v>
                </c:pt>
                <c:pt idx="2994">
                  <c:v>45364</c:v>
                </c:pt>
                <c:pt idx="2995">
                  <c:v>45365</c:v>
                </c:pt>
                <c:pt idx="2996">
                  <c:v>45366</c:v>
                </c:pt>
                <c:pt idx="2997">
                  <c:v>45367</c:v>
                </c:pt>
                <c:pt idx="2998">
                  <c:v>45368</c:v>
                </c:pt>
                <c:pt idx="2999">
                  <c:v>45369</c:v>
                </c:pt>
                <c:pt idx="3000">
                  <c:v>45370</c:v>
                </c:pt>
                <c:pt idx="3001">
                  <c:v>45371</c:v>
                </c:pt>
                <c:pt idx="3002">
                  <c:v>45372</c:v>
                </c:pt>
                <c:pt idx="3003">
                  <c:v>45373</c:v>
                </c:pt>
                <c:pt idx="3004">
                  <c:v>45374</c:v>
                </c:pt>
                <c:pt idx="3005">
                  <c:v>45375</c:v>
                </c:pt>
                <c:pt idx="3006">
                  <c:v>45376</c:v>
                </c:pt>
                <c:pt idx="3007">
                  <c:v>45377</c:v>
                </c:pt>
                <c:pt idx="3008">
                  <c:v>45378</c:v>
                </c:pt>
                <c:pt idx="3009">
                  <c:v>45379</c:v>
                </c:pt>
                <c:pt idx="3010">
                  <c:v>45380</c:v>
                </c:pt>
                <c:pt idx="3011">
                  <c:v>45381</c:v>
                </c:pt>
                <c:pt idx="3012">
                  <c:v>45382</c:v>
                </c:pt>
                <c:pt idx="3013">
                  <c:v>45383</c:v>
                </c:pt>
                <c:pt idx="3014">
                  <c:v>45384</c:v>
                </c:pt>
                <c:pt idx="3015">
                  <c:v>45385</c:v>
                </c:pt>
                <c:pt idx="3016">
                  <c:v>45386</c:v>
                </c:pt>
                <c:pt idx="3017">
                  <c:v>45387</c:v>
                </c:pt>
                <c:pt idx="3018">
                  <c:v>45388</c:v>
                </c:pt>
                <c:pt idx="3019">
                  <c:v>45389</c:v>
                </c:pt>
                <c:pt idx="3020">
                  <c:v>45390</c:v>
                </c:pt>
                <c:pt idx="3021">
                  <c:v>45391</c:v>
                </c:pt>
                <c:pt idx="3022">
                  <c:v>45392</c:v>
                </c:pt>
                <c:pt idx="3023">
                  <c:v>45393</c:v>
                </c:pt>
                <c:pt idx="3024">
                  <c:v>45394</c:v>
                </c:pt>
                <c:pt idx="3025">
                  <c:v>45395</c:v>
                </c:pt>
                <c:pt idx="3026">
                  <c:v>45396</c:v>
                </c:pt>
                <c:pt idx="3027">
                  <c:v>45397</c:v>
                </c:pt>
                <c:pt idx="3028">
                  <c:v>45398</c:v>
                </c:pt>
                <c:pt idx="3029">
                  <c:v>45399</c:v>
                </c:pt>
                <c:pt idx="3030">
                  <c:v>45400</c:v>
                </c:pt>
                <c:pt idx="3031">
                  <c:v>45401</c:v>
                </c:pt>
                <c:pt idx="3032">
                  <c:v>45402</c:v>
                </c:pt>
                <c:pt idx="3033">
                  <c:v>45403</c:v>
                </c:pt>
                <c:pt idx="3034">
                  <c:v>45404</c:v>
                </c:pt>
                <c:pt idx="3035">
                  <c:v>45405</c:v>
                </c:pt>
                <c:pt idx="3036">
                  <c:v>45406</c:v>
                </c:pt>
                <c:pt idx="3037">
                  <c:v>45407</c:v>
                </c:pt>
                <c:pt idx="3038">
                  <c:v>45408</c:v>
                </c:pt>
                <c:pt idx="3039">
                  <c:v>45409</c:v>
                </c:pt>
                <c:pt idx="3040">
                  <c:v>45410</c:v>
                </c:pt>
                <c:pt idx="3041">
                  <c:v>45411</c:v>
                </c:pt>
                <c:pt idx="3042">
                  <c:v>45412</c:v>
                </c:pt>
                <c:pt idx="3043">
                  <c:v>45413</c:v>
                </c:pt>
                <c:pt idx="3044">
                  <c:v>45414</c:v>
                </c:pt>
                <c:pt idx="3045">
                  <c:v>45415</c:v>
                </c:pt>
                <c:pt idx="3046">
                  <c:v>45416</c:v>
                </c:pt>
                <c:pt idx="3047">
                  <c:v>45417</c:v>
                </c:pt>
                <c:pt idx="3048">
                  <c:v>45418</c:v>
                </c:pt>
                <c:pt idx="3049">
                  <c:v>45419</c:v>
                </c:pt>
                <c:pt idx="3050">
                  <c:v>45420</c:v>
                </c:pt>
                <c:pt idx="3051">
                  <c:v>45421</c:v>
                </c:pt>
                <c:pt idx="3052">
                  <c:v>45422</c:v>
                </c:pt>
                <c:pt idx="3053">
                  <c:v>45423</c:v>
                </c:pt>
                <c:pt idx="3054">
                  <c:v>45424</c:v>
                </c:pt>
                <c:pt idx="3055">
                  <c:v>45425</c:v>
                </c:pt>
                <c:pt idx="3056">
                  <c:v>45426</c:v>
                </c:pt>
                <c:pt idx="3057">
                  <c:v>45427</c:v>
                </c:pt>
                <c:pt idx="3058">
                  <c:v>45428</c:v>
                </c:pt>
                <c:pt idx="3059">
                  <c:v>45429</c:v>
                </c:pt>
                <c:pt idx="3060">
                  <c:v>45430</c:v>
                </c:pt>
                <c:pt idx="3061">
                  <c:v>45431</c:v>
                </c:pt>
                <c:pt idx="3062">
                  <c:v>45432</c:v>
                </c:pt>
                <c:pt idx="3063">
                  <c:v>45433</c:v>
                </c:pt>
                <c:pt idx="3064">
                  <c:v>45434</c:v>
                </c:pt>
                <c:pt idx="3065">
                  <c:v>45435</c:v>
                </c:pt>
                <c:pt idx="3066">
                  <c:v>45436</c:v>
                </c:pt>
                <c:pt idx="3067">
                  <c:v>45437</c:v>
                </c:pt>
                <c:pt idx="3068">
                  <c:v>45438</c:v>
                </c:pt>
                <c:pt idx="3069">
                  <c:v>45439</c:v>
                </c:pt>
                <c:pt idx="3070">
                  <c:v>45440</c:v>
                </c:pt>
                <c:pt idx="3071">
                  <c:v>45441</c:v>
                </c:pt>
                <c:pt idx="3072">
                  <c:v>45442</c:v>
                </c:pt>
                <c:pt idx="3073">
                  <c:v>45443</c:v>
                </c:pt>
                <c:pt idx="3074">
                  <c:v>45444</c:v>
                </c:pt>
                <c:pt idx="3075">
                  <c:v>45445</c:v>
                </c:pt>
                <c:pt idx="3076">
                  <c:v>45446</c:v>
                </c:pt>
                <c:pt idx="3077">
                  <c:v>45447</c:v>
                </c:pt>
                <c:pt idx="3078">
                  <c:v>45448</c:v>
                </c:pt>
                <c:pt idx="3079">
                  <c:v>45449</c:v>
                </c:pt>
                <c:pt idx="3080">
                  <c:v>45450</c:v>
                </c:pt>
                <c:pt idx="3081">
                  <c:v>45451</c:v>
                </c:pt>
                <c:pt idx="3082">
                  <c:v>45452</c:v>
                </c:pt>
                <c:pt idx="3083">
                  <c:v>45453</c:v>
                </c:pt>
                <c:pt idx="3084">
                  <c:v>45454</c:v>
                </c:pt>
                <c:pt idx="3085">
                  <c:v>45455</c:v>
                </c:pt>
                <c:pt idx="3086">
                  <c:v>45456</c:v>
                </c:pt>
                <c:pt idx="3087">
                  <c:v>45457</c:v>
                </c:pt>
                <c:pt idx="3088">
                  <c:v>45458</c:v>
                </c:pt>
                <c:pt idx="3089">
                  <c:v>45459</c:v>
                </c:pt>
                <c:pt idx="3090">
                  <c:v>45460</c:v>
                </c:pt>
                <c:pt idx="3091">
                  <c:v>45461</c:v>
                </c:pt>
                <c:pt idx="3092">
                  <c:v>45462</c:v>
                </c:pt>
                <c:pt idx="3093">
                  <c:v>45463</c:v>
                </c:pt>
                <c:pt idx="3094">
                  <c:v>45464</c:v>
                </c:pt>
                <c:pt idx="3095">
                  <c:v>45465</c:v>
                </c:pt>
                <c:pt idx="3096">
                  <c:v>45466</c:v>
                </c:pt>
                <c:pt idx="3097">
                  <c:v>45467</c:v>
                </c:pt>
                <c:pt idx="3098">
                  <c:v>45468</c:v>
                </c:pt>
                <c:pt idx="3099">
                  <c:v>45469</c:v>
                </c:pt>
                <c:pt idx="3100">
                  <c:v>45470</c:v>
                </c:pt>
                <c:pt idx="3101">
                  <c:v>45471</c:v>
                </c:pt>
                <c:pt idx="3102">
                  <c:v>45472</c:v>
                </c:pt>
                <c:pt idx="3103">
                  <c:v>45473</c:v>
                </c:pt>
                <c:pt idx="3104">
                  <c:v>45474</c:v>
                </c:pt>
                <c:pt idx="3105">
                  <c:v>45475</c:v>
                </c:pt>
                <c:pt idx="3106">
                  <c:v>45476</c:v>
                </c:pt>
                <c:pt idx="3107">
                  <c:v>45477</c:v>
                </c:pt>
                <c:pt idx="3108">
                  <c:v>45478</c:v>
                </c:pt>
                <c:pt idx="3109">
                  <c:v>45479</c:v>
                </c:pt>
                <c:pt idx="3110">
                  <c:v>45480</c:v>
                </c:pt>
                <c:pt idx="3111">
                  <c:v>45481</c:v>
                </c:pt>
                <c:pt idx="3112">
                  <c:v>45482</c:v>
                </c:pt>
                <c:pt idx="3113">
                  <c:v>45483</c:v>
                </c:pt>
                <c:pt idx="3114">
                  <c:v>45484</c:v>
                </c:pt>
                <c:pt idx="3115">
                  <c:v>45485</c:v>
                </c:pt>
                <c:pt idx="3116">
                  <c:v>45486</c:v>
                </c:pt>
                <c:pt idx="3117">
                  <c:v>45487</c:v>
                </c:pt>
                <c:pt idx="3118">
                  <c:v>45488</c:v>
                </c:pt>
                <c:pt idx="3119">
                  <c:v>45489</c:v>
                </c:pt>
                <c:pt idx="3120">
                  <c:v>45490</c:v>
                </c:pt>
                <c:pt idx="3121">
                  <c:v>45491</c:v>
                </c:pt>
                <c:pt idx="3122">
                  <c:v>45492</c:v>
                </c:pt>
                <c:pt idx="3123">
                  <c:v>45493</c:v>
                </c:pt>
                <c:pt idx="3124">
                  <c:v>45494</c:v>
                </c:pt>
                <c:pt idx="3125">
                  <c:v>45495</c:v>
                </c:pt>
                <c:pt idx="3126">
                  <c:v>45496</c:v>
                </c:pt>
                <c:pt idx="3127">
                  <c:v>45497</c:v>
                </c:pt>
                <c:pt idx="3128">
                  <c:v>45498</c:v>
                </c:pt>
                <c:pt idx="3129">
                  <c:v>45499</c:v>
                </c:pt>
                <c:pt idx="3130">
                  <c:v>45500</c:v>
                </c:pt>
                <c:pt idx="3131">
                  <c:v>45501</c:v>
                </c:pt>
                <c:pt idx="3132">
                  <c:v>45502</c:v>
                </c:pt>
                <c:pt idx="3133">
                  <c:v>45503</c:v>
                </c:pt>
                <c:pt idx="3134">
                  <c:v>45504</c:v>
                </c:pt>
                <c:pt idx="3135">
                  <c:v>45505</c:v>
                </c:pt>
                <c:pt idx="3136">
                  <c:v>45506</c:v>
                </c:pt>
                <c:pt idx="3137">
                  <c:v>45507</c:v>
                </c:pt>
                <c:pt idx="3138">
                  <c:v>45508</c:v>
                </c:pt>
                <c:pt idx="3139">
                  <c:v>45509</c:v>
                </c:pt>
                <c:pt idx="3140">
                  <c:v>45510</c:v>
                </c:pt>
                <c:pt idx="3141">
                  <c:v>45511</c:v>
                </c:pt>
                <c:pt idx="3142">
                  <c:v>45512</c:v>
                </c:pt>
                <c:pt idx="3143">
                  <c:v>45513</c:v>
                </c:pt>
                <c:pt idx="3144">
                  <c:v>45514</c:v>
                </c:pt>
                <c:pt idx="3145">
                  <c:v>45515</c:v>
                </c:pt>
                <c:pt idx="3146">
                  <c:v>45516</c:v>
                </c:pt>
                <c:pt idx="3147">
                  <c:v>45517</c:v>
                </c:pt>
                <c:pt idx="3148">
                  <c:v>45518</c:v>
                </c:pt>
                <c:pt idx="3149">
                  <c:v>45519</c:v>
                </c:pt>
                <c:pt idx="3150">
                  <c:v>45520</c:v>
                </c:pt>
                <c:pt idx="3151">
                  <c:v>45521</c:v>
                </c:pt>
                <c:pt idx="3152">
                  <c:v>45522</c:v>
                </c:pt>
                <c:pt idx="3153">
                  <c:v>45523</c:v>
                </c:pt>
                <c:pt idx="3154">
                  <c:v>45524</c:v>
                </c:pt>
                <c:pt idx="3155">
                  <c:v>45525</c:v>
                </c:pt>
                <c:pt idx="3156">
                  <c:v>45526</c:v>
                </c:pt>
                <c:pt idx="3157">
                  <c:v>45527</c:v>
                </c:pt>
                <c:pt idx="3158">
                  <c:v>45528</c:v>
                </c:pt>
                <c:pt idx="3159">
                  <c:v>45529</c:v>
                </c:pt>
                <c:pt idx="3160">
                  <c:v>45530</c:v>
                </c:pt>
                <c:pt idx="3161">
                  <c:v>45531</c:v>
                </c:pt>
                <c:pt idx="3162">
                  <c:v>45532</c:v>
                </c:pt>
                <c:pt idx="3163">
                  <c:v>45533</c:v>
                </c:pt>
                <c:pt idx="3164">
                  <c:v>45534</c:v>
                </c:pt>
                <c:pt idx="3165">
                  <c:v>45535</c:v>
                </c:pt>
                <c:pt idx="3166">
                  <c:v>45536</c:v>
                </c:pt>
                <c:pt idx="3167">
                  <c:v>45537</c:v>
                </c:pt>
                <c:pt idx="3168">
                  <c:v>45538</c:v>
                </c:pt>
                <c:pt idx="3169">
                  <c:v>45539</c:v>
                </c:pt>
                <c:pt idx="3170">
                  <c:v>45540</c:v>
                </c:pt>
                <c:pt idx="3171">
                  <c:v>45541</c:v>
                </c:pt>
                <c:pt idx="3172">
                  <c:v>45542</c:v>
                </c:pt>
                <c:pt idx="3173">
                  <c:v>45543</c:v>
                </c:pt>
                <c:pt idx="3174">
                  <c:v>45544</c:v>
                </c:pt>
                <c:pt idx="3175">
                  <c:v>45545</c:v>
                </c:pt>
                <c:pt idx="3176">
                  <c:v>45546</c:v>
                </c:pt>
                <c:pt idx="3177">
                  <c:v>45547</c:v>
                </c:pt>
                <c:pt idx="3178">
                  <c:v>45548</c:v>
                </c:pt>
                <c:pt idx="3179">
                  <c:v>45549</c:v>
                </c:pt>
                <c:pt idx="3180">
                  <c:v>45550</c:v>
                </c:pt>
                <c:pt idx="3181">
                  <c:v>45551</c:v>
                </c:pt>
                <c:pt idx="3182">
                  <c:v>45552</c:v>
                </c:pt>
                <c:pt idx="3183">
                  <c:v>45553</c:v>
                </c:pt>
                <c:pt idx="3184">
                  <c:v>45554</c:v>
                </c:pt>
                <c:pt idx="3185">
                  <c:v>45555</c:v>
                </c:pt>
                <c:pt idx="3186">
                  <c:v>45556</c:v>
                </c:pt>
                <c:pt idx="3187">
                  <c:v>45557</c:v>
                </c:pt>
                <c:pt idx="3188">
                  <c:v>45558</c:v>
                </c:pt>
                <c:pt idx="3189">
                  <c:v>45559</c:v>
                </c:pt>
                <c:pt idx="3190">
                  <c:v>45560</c:v>
                </c:pt>
                <c:pt idx="3191">
                  <c:v>45561</c:v>
                </c:pt>
                <c:pt idx="3192">
                  <c:v>45562</c:v>
                </c:pt>
                <c:pt idx="3193">
                  <c:v>45563</c:v>
                </c:pt>
                <c:pt idx="3194">
                  <c:v>45564</c:v>
                </c:pt>
                <c:pt idx="3195">
                  <c:v>45565</c:v>
                </c:pt>
                <c:pt idx="3196">
                  <c:v>45566</c:v>
                </c:pt>
                <c:pt idx="3197">
                  <c:v>45567</c:v>
                </c:pt>
                <c:pt idx="3198">
                  <c:v>45568</c:v>
                </c:pt>
                <c:pt idx="3199">
                  <c:v>45569</c:v>
                </c:pt>
                <c:pt idx="3200">
                  <c:v>45570</c:v>
                </c:pt>
                <c:pt idx="3201">
                  <c:v>45571</c:v>
                </c:pt>
                <c:pt idx="3202">
                  <c:v>45572</c:v>
                </c:pt>
                <c:pt idx="3203">
                  <c:v>45573</c:v>
                </c:pt>
                <c:pt idx="3204">
                  <c:v>45574</c:v>
                </c:pt>
                <c:pt idx="3205">
                  <c:v>45575</c:v>
                </c:pt>
                <c:pt idx="3206">
                  <c:v>45576</c:v>
                </c:pt>
                <c:pt idx="3207">
                  <c:v>45577</c:v>
                </c:pt>
                <c:pt idx="3208">
                  <c:v>45578</c:v>
                </c:pt>
                <c:pt idx="3209">
                  <c:v>45579</c:v>
                </c:pt>
                <c:pt idx="3210">
                  <c:v>45580</c:v>
                </c:pt>
                <c:pt idx="3211">
                  <c:v>45581</c:v>
                </c:pt>
                <c:pt idx="3212">
                  <c:v>45582</c:v>
                </c:pt>
                <c:pt idx="3213">
                  <c:v>45583</c:v>
                </c:pt>
                <c:pt idx="3214">
                  <c:v>45584</c:v>
                </c:pt>
                <c:pt idx="3215">
                  <c:v>45585</c:v>
                </c:pt>
                <c:pt idx="3216">
                  <c:v>45586</c:v>
                </c:pt>
                <c:pt idx="3217">
                  <c:v>45587</c:v>
                </c:pt>
                <c:pt idx="3218">
                  <c:v>45588</c:v>
                </c:pt>
                <c:pt idx="3219">
                  <c:v>45589</c:v>
                </c:pt>
                <c:pt idx="3220">
                  <c:v>45590</c:v>
                </c:pt>
                <c:pt idx="3221">
                  <c:v>45591</c:v>
                </c:pt>
                <c:pt idx="3222">
                  <c:v>45592</c:v>
                </c:pt>
                <c:pt idx="3223">
                  <c:v>45593</c:v>
                </c:pt>
                <c:pt idx="3224">
                  <c:v>45594</c:v>
                </c:pt>
                <c:pt idx="3225">
                  <c:v>45595</c:v>
                </c:pt>
                <c:pt idx="3226">
                  <c:v>45596</c:v>
                </c:pt>
                <c:pt idx="3227">
                  <c:v>45597</c:v>
                </c:pt>
                <c:pt idx="3228">
                  <c:v>45598</c:v>
                </c:pt>
                <c:pt idx="3229">
                  <c:v>45599</c:v>
                </c:pt>
                <c:pt idx="3230">
                  <c:v>45600</c:v>
                </c:pt>
                <c:pt idx="3231">
                  <c:v>45601</c:v>
                </c:pt>
                <c:pt idx="3232">
                  <c:v>45602</c:v>
                </c:pt>
                <c:pt idx="3233">
                  <c:v>45603</c:v>
                </c:pt>
                <c:pt idx="3234">
                  <c:v>45604</c:v>
                </c:pt>
                <c:pt idx="3235">
                  <c:v>45605</c:v>
                </c:pt>
                <c:pt idx="3236">
                  <c:v>45606</c:v>
                </c:pt>
                <c:pt idx="3237">
                  <c:v>45607</c:v>
                </c:pt>
                <c:pt idx="3238">
                  <c:v>45608</c:v>
                </c:pt>
                <c:pt idx="3239">
                  <c:v>45609</c:v>
                </c:pt>
                <c:pt idx="3240">
                  <c:v>45610</c:v>
                </c:pt>
                <c:pt idx="3241">
                  <c:v>45611</c:v>
                </c:pt>
                <c:pt idx="3242">
                  <c:v>45612</c:v>
                </c:pt>
                <c:pt idx="3243">
                  <c:v>45613</c:v>
                </c:pt>
                <c:pt idx="3244">
                  <c:v>45614</c:v>
                </c:pt>
                <c:pt idx="3245">
                  <c:v>45615</c:v>
                </c:pt>
                <c:pt idx="3246">
                  <c:v>45616</c:v>
                </c:pt>
                <c:pt idx="3247">
                  <c:v>45617</c:v>
                </c:pt>
                <c:pt idx="3248">
                  <c:v>45618</c:v>
                </c:pt>
                <c:pt idx="3249">
                  <c:v>45619</c:v>
                </c:pt>
                <c:pt idx="3250">
                  <c:v>45620</c:v>
                </c:pt>
                <c:pt idx="3251">
                  <c:v>45621</c:v>
                </c:pt>
                <c:pt idx="3252">
                  <c:v>45622</c:v>
                </c:pt>
                <c:pt idx="3253">
                  <c:v>45623</c:v>
                </c:pt>
                <c:pt idx="3254">
                  <c:v>45624</c:v>
                </c:pt>
                <c:pt idx="3255">
                  <c:v>45625</c:v>
                </c:pt>
                <c:pt idx="3256">
                  <c:v>45626</c:v>
                </c:pt>
                <c:pt idx="3257">
                  <c:v>45627</c:v>
                </c:pt>
                <c:pt idx="3258">
                  <c:v>45628</c:v>
                </c:pt>
                <c:pt idx="3259">
                  <c:v>45629</c:v>
                </c:pt>
                <c:pt idx="3260">
                  <c:v>45630</c:v>
                </c:pt>
                <c:pt idx="3261">
                  <c:v>45631</c:v>
                </c:pt>
                <c:pt idx="3262">
                  <c:v>45632</c:v>
                </c:pt>
                <c:pt idx="3263">
                  <c:v>45633</c:v>
                </c:pt>
                <c:pt idx="3264">
                  <c:v>45634</c:v>
                </c:pt>
                <c:pt idx="3265">
                  <c:v>45635</c:v>
                </c:pt>
                <c:pt idx="3266">
                  <c:v>45636</c:v>
                </c:pt>
                <c:pt idx="3267">
                  <c:v>45637</c:v>
                </c:pt>
                <c:pt idx="3268">
                  <c:v>45638</c:v>
                </c:pt>
                <c:pt idx="3269">
                  <c:v>45639</c:v>
                </c:pt>
                <c:pt idx="3270">
                  <c:v>45640</c:v>
                </c:pt>
                <c:pt idx="3271">
                  <c:v>45641</c:v>
                </c:pt>
                <c:pt idx="3272">
                  <c:v>45642</c:v>
                </c:pt>
                <c:pt idx="3273">
                  <c:v>45643</c:v>
                </c:pt>
                <c:pt idx="3274">
                  <c:v>45644</c:v>
                </c:pt>
                <c:pt idx="3275">
                  <c:v>45645</c:v>
                </c:pt>
                <c:pt idx="3276">
                  <c:v>45646</c:v>
                </c:pt>
                <c:pt idx="3277">
                  <c:v>45647</c:v>
                </c:pt>
                <c:pt idx="3278">
                  <c:v>45648</c:v>
                </c:pt>
                <c:pt idx="3279">
                  <c:v>45649</c:v>
                </c:pt>
                <c:pt idx="3280">
                  <c:v>45650</c:v>
                </c:pt>
                <c:pt idx="3281">
                  <c:v>45651</c:v>
                </c:pt>
                <c:pt idx="3282">
                  <c:v>45652</c:v>
                </c:pt>
                <c:pt idx="3283">
                  <c:v>45653</c:v>
                </c:pt>
                <c:pt idx="3284">
                  <c:v>45654</c:v>
                </c:pt>
                <c:pt idx="3285">
                  <c:v>45655</c:v>
                </c:pt>
                <c:pt idx="3286">
                  <c:v>45656</c:v>
                </c:pt>
                <c:pt idx="3287">
                  <c:v>45657</c:v>
                </c:pt>
                <c:pt idx="3288">
                  <c:v>45658</c:v>
                </c:pt>
                <c:pt idx="3289">
                  <c:v>45659</c:v>
                </c:pt>
                <c:pt idx="3290">
                  <c:v>45660</c:v>
                </c:pt>
                <c:pt idx="3291">
                  <c:v>45661</c:v>
                </c:pt>
                <c:pt idx="3292">
                  <c:v>45662</c:v>
                </c:pt>
                <c:pt idx="3293">
                  <c:v>45663</c:v>
                </c:pt>
                <c:pt idx="3294">
                  <c:v>45664</c:v>
                </c:pt>
                <c:pt idx="3295">
                  <c:v>45665</c:v>
                </c:pt>
                <c:pt idx="3296">
                  <c:v>45666</c:v>
                </c:pt>
                <c:pt idx="3297">
                  <c:v>45667</c:v>
                </c:pt>
                <c:pt idx="3298">
                  <c:v>45668</c:v>
                </c:pt>
                <c:pt idx="3299">
                  <c:v>45669</c:v>
                </c:pt>
                <c:pt idx="3300">
                  <c:v>45670</c:v>
                </c:pt>
                <c:pt idx="3301">
                  <c:v>45671</c:v>
                </c:pt>
                <c:pt idx="3302">
                  <c:v>45672</c:v>
                </c:pt>
                <c:pt idx="3303">
                  <c:v>45673</c:v>
                </c:pt>
                <c:pt idx="3304">
                  <c:v>45674</c:v>
                </c:pt>
                <c:pt idx="3305">
                  <c:v>45675</c:v>
                </c:pt>
                <c:pt idx="3306">
                  <c:v>45676</c:v>
                </c:pt>
                <c:pt idx="3307">
                  <c:v>45677</c:v>
                </c:pt>
                <c:pt idx="3308">
                  <c:v>45678</c:v>
                </c:pt>
                <c:pt idx="3309">
                  <c:v>45679</c:v>
                </c:pt>
                <c:pt idx="3310">
                  <c:v>45680</c:v>
                </c:pt>
                <c:pt idx="3311">
                  <c:v>45681</c:v>
                </c:pt>
                <c:pt idx="3312">
                  <c:v>45682</c:v>
                </c:pt>
                <c:pt idx="3313">
                  <c:v>45683</c:v>
                </c:pt>
                <c:pt idx="3314">
                  <c:v>45684</c:v>
                </c:pt>
                <c:pt idx="3315">
                  <c:v>45685</c:v>
                </c:pt>
                <c:pt idx="3316">
                  <c:v>45686</c:v>
                </c:pt>
                <c:pt idx="3317">
                  <c:v>45687</c:v>
                </c:pt>
                <c:pt idx="3318">
                  <c:v>45688</c:v>
                </c:pt>
                <c:pt idx="3319">
                  <c:v>45689</c:v>
                </c:pt>
                <c:pt idx="3320">
                  <c:v>45690</c:v>
                </c:pt>
                <c:pt idx="3321">
                  <c:v>45691</c:v>
                </c:pt>
                <c:pt idx="3322">
                  <c:v>45692</c:v>
                </c:pt>
                <c:pt idx="3323">
                  <c:v>45693</c:v>
                </c:pt>
                <c:pt idx="3324">
                  <c:v>45694</c:v>
                </c:pt>
                <c:pt idx="3325">
                  <c:v>45695</c:v>
                </c:pt>
                <c:pt idx="3326">
                  <c:v>45696</c:v>
                </c:pt>
                <c:pt idx="3327">
                  <c:v>45697</c:v>
                </c:pt>
                <c:pt idx="3328">
                  <c:v>45698</c:v>
                </c:pt>
                <c:pt idx="3329">
                  <c:v>45699</c:v>
                </c:pt>
                <c:pt idx="3330">
                  <c:v>45700</c:v>
                </c:pt>
                <c:pt idx="3331">
                  <c:v>45701</c:v>
                </c:pt>
                <c:pt idx="3332">
                  <c:v>45702</c:v>
                </c:pt>
                <c:pt idx="3333">
                  <c:v>45703</c:v>
                </c:pt>
                <c:pt idx="3334">
                  <c:v>45704</c:v>
                </c:pt>
                <c:pt idx="3335">
                  <c:v>45705</c:v>
                </c:pt>
                <c:pt idx="3336">
                  <c:v>45706</c:v>
                </c:pt>
                <c:pt idx="3337">
                  <c:v>45707</c:v>
                </c:pt>
                <c:pt idx="3338">
                  <c:v>45708</c:v>
                </c:pt>
                <c:pt idx="3339">
                  <c:v>45709</c:v>
                </c:pt>
                <c:pt idx="3340">
                  <c:v>45710</c:v>
                </c:pt>
                <c:pt idx="3341">
                  <c:v>45711</c:v>
                </c:pt>
                <c:pt idx="3342">
                  <c:v>45712</c:v>
                </c:pt>
                <c:pt idx="3343">
                  <c:v>45713</c:v>
                </c:pt>
                <c:pt idx="3344">
                  <c:v>45714</c:v>
                </c:pt>
                <c:pt idx="3345">
                  <c:v>45715</c:v>
                </c:pt>
                <c:pt idx="3346">
                  <c:v>45716</c:v>
                </c:pt>
                <c:pt idx="3347">
                  <c:v>45717</c:v>
                </c:pt>
                <c:pt idx="3348">
                  <c:v>45718</c:v>
                </c:pt>
                <c:pt idx="3349">
                  <c:v>45719</c:v>
                </c:pt>
                <c:pt idx="3350">
                  <c:v>45720</c:v>
                </c:pt>
                <c:pt idx="3351">
                  <c:v>45721</c:v>
                </c:pt>
                <c:pt idx="3352">
                  <c:v>45722</c:v>
                </c:pt>
                <c:pt idx="3353">
                  <c:v>45723</c:v>
                </c:pt>
                <c:pt idx="3354">
                  <c:v>45724</c:v>
                </c:pt>
                <c:pt idx="3355">
                  <c:v>45725</c:v>
                </c:pt>
                <c:pt idx="3356">
                  <c:v>45726</c:v>
                </c:pt>
                <c:pt idx="3357">
                  <c:v>45727</c:v>
                </c:pt>
                <c:pt idx="3358">
                  <c:v>45728</c:v>
                </c:pt>
                <c:pt idx="3359">
                  <c:v>45729</c:v>
                </c:pt>
                <c:pt idx="3360">
                  <c:v>45730</c:v>
                </c:pt>
                <c:pt idx="3361">
                  <c:v>45731</c:v>
                </c:pt>
                <c:pt idx="3362">
                  <c:v>45732</c:v>
                </c:pt>
                <c:pt idx="3363">
                  <c:v>45733</c:v>
                </c:pt>
                <c:pt idx="3364">
                  <c:v>45734</c:v>
                </c:pt>
                <c:pt idx="3365">
                  <c:v>45735</c:v>
                </c:pt>
                <c:pt idx="3366">
                  <c:v>45736</c:v>
                </c:pt>
                <c:pt idx="3367">
                  <c:v>45737</c:v>
                </c:pt>
                <c:pt idx="3368">
                  <c:v>45738</c:v>
                </c:pt>
                <c:pt idx="3369">
                  <c:v>45739</c:v>
                </c:pt>
                <c:pt idx="3370">
                  <c:v>45740</c:v>
                </c:pt>
                <c:pt idx="3371">
                  <c:v>45741</c:v>
                </c:pt>
                <c:pt idx="3372">
                  <c:v>45742</c:v>
                </c:pt>
                <c:pt idx="3373">
                  <c:v>45743</c:v>
                </c:pt>
                <c:pt idx="3374">
                  <c:v>45744</c:v>
                </c:pt>
                <c:pt idx="3375">
                  <c:v>45745</c:v>
                </c:pt>
                <c:pt idx="3376">
                  <c:v>45746</c:v>
                </c:pt>
                <c:pt idx="3377">
                  <c:v>45747</c:v>
                </c:pt>
                <c:pt idx="3378">
                  <c:v>45748</c:v>
                </c:pt>
                <c:pt idx="3379">
                  <c:v>45749</c:v>
                </c:pt>
                <c:pt idx="3380">
                  <c:v>45750</c:v>
                </c:pt>
                <c:pt idx="3381">
                  <c:v>45751</c:v>
                </c:pt>
                <c:pt idx="3382">
                  <c:v>45752</c:v>
                </c:pt>
                <c:pt idx="3383">
                  <c:v>45753</c:v>
                </c:pt>
                <c:pt idx="3384">
                  <c:v>45754</c:v>
                </c:pt>
                <c:pt idx="3385">
                  <c:v>45755</c:v>
                </c:pt>
                <c:pt idx="3386">
                  <c:v>45756</c:v>
                </c:pt>
                <c:pt idx="3387">
                  <c:v>45757</c:v>
                </c:pt>
                <c:pt idx="3388">
                  <c:v>45758</c:v>
                </c:pt>
                <c:pt idx="3389">
                  <c:v>45759</c:v>
                </c:pt>
                <c:pt idx="3390">
                  <c:v>45760</c:v>
                </c:pt>
                <c:pt idx="3391">
                  <c:v>45761</c:v>
                </c:pt>
                <c:pt idx="3392">
                  <c:v>45762</c:v>
                </c:pt>
                <c:pt idx="3393">
                  <c:v>45763</c:v>
                </c:pt>
                <c:pt idx="3394">
                  <c:v>45764</c:v>
                </c:pt>
                <c:pt idx="3395">
                  <c:v>45765</c:v>
                </c:pt>
                <c:pt idx="3396">
                  <c:v>45766</c:v>
                </c:pt>
                <c:pt idx="3397">
                  <c:v>45767</c:v>
                </c:pt>
                <c:pt idx="3398">
                  <c:v>45768</c:v>
                </c:pt>
                <c:pt idx="3399">
                  <c:v>45769</c:v>
                </c:pt>
                <c:pt idx="3400">
                  <c:v>45770</c:v>
                </c:pt>
                <c:pt idx="3401">
                  <c:v>45771</c:v>
                </c:pt>
                <c:pt idx="3402">
                  <c:v>45772</c:v>
                </c:pt>
                <c:pt idx="3403">
                  <c:v>45773</c:v>
                </c:pt>
                <c:pt idx="3404">
                  <c:v>45774</c:v>
                </c:pt>
                <c:pt idx="3405">
                  <c:v>45775</c:v>
                </c:pt>
                <c:pt idx="3406">
                  <c:v>45776</c:v>
                </c:pt>
                <c:pt idx="3407">
                  <c:v>45777</c:v>
                </c:pt>
                <c:pt idx="3408">
                  <c:v>45778</c:v>
                </c:pt>
                <c:pt idx="3409">
                  <c:v>45779</c:v>
                </c:pt>
                <c:pt idx="3410">
                  <c:v>45780</c:v>
                </c:pt>
                <c:pt idx="3411">
                  <c:v>45781</c:v>
                </c:pt>
                <c:pt idx="3412">
                  <c:v>45782</c:v>
                </c:pt>
                <c:pt idx="3413">
                  <c:v>45783</c:v>
                </c:pt>
                <c:pt idx="3414">
                  <c:v>45784</c:v>
                </c:pt>
                <c:pt idx="3415">
                  <c:v>45785</c:v>
                </c:pt>
                <c:pt idx="3416">
                  <c:v>45786</c:v>
                </c:pt>
                <c:pt idx="3417">
                  <c:v>45787</c:v>
                </c:pt>
                <c:pt idx="3418">
                  <c:v>45788</c:v>
                </c:pt>
                <c:pt idx="3419">
                  <c:v>45789</c:v>
                </c:pt>
                <c:pt idx="3420">
                  <c:v>45790</c:v>
                </c:pt>
                <c:pt idx="3421">
                  <c:v>45791</c:v>
                </c:pt>
                <c:pt idx="3422">
                  <c:v>45792</c:v>
                </c:pt>
                <c:pt idx="3423">
                  <c:v>45793</c:v>
                </c:pt>
                <c:pt idx="3424">
                  <c:v>45794</c:v>
                </c:pt>
                <c:pt idx="3425">
                  <c:v>45795</c:v>
                </c:pt>
                <c:pt idx="3426">
                  <c:v>45796</c:v>
                </c:pt>
                <c:pt idx="3427">
                  <c:v>45797</c:v>
                </c:pt>
                <c:pt idx="3428">
                  <c:v>45798</c:v>
                </c:pt>
                <c:pt idx="3429">
                  <c:v>45799</c:v>
                </c:pt>
                <c:pt idx="3430">
                  <c:v>45800</c:v>
                </c:pt>
                <c:pt idx="3431">
                  <c:v>45801</c:v>
                </c:pt>
                <c:pt idx="3432">
                  <c:v>45802</c:v>
                </c:pt>
                <c:pt idx="3433">
                  <c:v>45803</c:v>
                </c:pt>
                <c:pt idx="3434">
                  <c:v>45804</c:v>
                </c:pt>
                <c:pt idx="3435">
                  <c:v>45805</c:v>
                </c:pt>
                <c:pt idx="3436">
                  <c:v>45806</c:v>
                </c:pt>
                <c:pt idx="3437">
                  <c:v>45807</c:v>
                </c:pt>
                <c:pt idx="3438">
                  <c:v>45808</c:v>
                </c:pt>
                <c:pt idx="3439">
                  <c:v>45809</c:v>
                </c:pt>
                <c:pt idx="3440">
                  <c:v>45810</c:v>
                </c:pt>
                <c:pt idx="3441">
                  <c:v>45811</c:v>
                </c:pt>
                <c:pt idx="3442">
                  <c:v>45812</c:v>
                </c:pt>
                <c:pt idx="3443">
                  <c:v>45813</c:v>
                </c:pt>
                <c:pt idx="3444">
                  <c:v>45814</c:v>
                </c:pt>
                <c:pt idx="3445">
                  <c:v>45815</c:v>
                </c:pt>
                <c:pt idx="3446">
                  <c:v>45816</c:v>
                </c:pt>
                <c:pt idx="3447">
                  <c:v>45817</c:v>
                </c:pt>
                <c:pt idx="3448">
                  <c:v>45818</c:v>
                </c:pt>
                <c:pt idx="3449">
                  <c:v>45819</c:v>
                </c:pt>
                <c:pt idx="3450">
                  <c:v>45820</c:v>
                </c:pt>
                <c:pt idx="3451">
                  <c:v>45821</c:v>
                </c:pt>
                <c:pt idx="3452">
                  <c:v>45822</c:v>
                </c:pt>
                <c:pt idx="3453">
                  <c:v>45823</c:v>
                </c:pt>
                <c:pt idx="3454">
                  <c:v>45824</c:v>
                </c:pt>
                <c:pt idx="3455">
                  <c:v>45825</c:v>
                </c:pt>
                <c:pt idx="3456">
                  <c:v>45826</c:v>
                </c:pt>
                <c:pt idx="3457">
                  <c:v>45827</c:v>
                </c:pt>
                <c:pt idx="3458">
                  <c:v>45828</c:v>
                </c:pt>
                <c:pt idx="3459">
                  <c:v>45829</c:v>
                </c:pt>
                <c:pt idx="3460">
                  <c:v>45830</c:v>
                </c:pt>
                <c:pt idx="3461">
                  <c:v>45831</c:v>
                </c:pt>
                <c:pt idx="3462">
                  <c:v>45832</c:v>
                </c:pt>
                <c:pt idx="3463">
                  <c:v>45833</c:v>
                </c:pt>
                <c:pt idx="3464">
                  <c:v>45834</c:v>
                </c:pt>
                <c:pt idx="3465">
                  <c:v>45835</c:v>
                </c:pt>
                <c:pt idx="3466">
                  <c:v>45836</c:v>
                </c:pt>
                <c:pt idx="3467">
                  <c:v>45837</c:v>
                </c:pt>
                <c:pt idx="3468">
                  <c:v>45838</c:v>
                </c:pt>
                <c:pt idx="3469">
                  <c:v>45839</c:v>
                </c:pt>
                <c:pt idx="3470">
                  <c:v>45840</c:v>
                </c:pt>
                <c:pt idx="3471">
                  <c:v>45841</c:v>
                </c:pt>
                <c:pt idx="3472">
                  <c:v>45842</c:v>
                </c:pt>
                <c:pt idx="3473">
                  <c:v>45843</c:v>
                </c:pt>
                <c:pt idx="3474">
                  <c:v>45844</c:v>
                </c:pt>
                <c:pt idx="3475">
                  <c:v>45845</c:v>
                </c:pt>
                <c:pt idx="3476">
                  <c:v>45846</c:v>
                </c:pt>
                <c:pt idx="3477">
                  <c:v>45847</c:v>
                </c:pt>
                <c:pt idx="3478">
                  <c:v>45848</c:v>
                </c:pt>
                <c:pt idx="3479">
                  <c:v>45849</c:v>
                </c:pt>
                <c:pt idx="3480">
                  <c:v>45850</c:v>
                </c:pt>
                <c:pt idx="3481">
                  <c:v>45851</c:v>
                </c:pt>
                <c:pt idx="3482">
                  <c:v>45852</c:v>
                </c:pt>
                <c:pt idx="3483">
                  <c:v>45853</c:v>
                </c:pt>
                <c:pt idx="3484">
                  <c:v>45854</c:v>
                </c:pt>
                <c:pt idx="3485">
                  <c:v>45855</c:v>
                </c:pt>
                <c:pt idx="3486">
                  <c:v>45856</c:v>
                </c:pt>
                <c:pt idx="3487">
                  <c:v>45857</c:v>
                </c:pt>
                <c:pt idx="3488">
                  <c:v>45858</c:v>
                </c:pt>
                <c:pt idx="3489">
                  <c:v>45859</c:v>
                </c:pt>
                <c:pt idx="3490">
                  <c:v>45860</c:v>
                </c:pt>
                <c:pt idx="3491">
                  <c:v>45861</c:v>
                </c:pt>
                <c:pt idx="3492">
                  <c:v>45862</c:v>
                </c:pt>
                <c:pt idx="3493">
                  <c:v>45863</c:v>
                </c:pt>
                <c:pt idx="3494">
                  <c:v>45864</c:v>
                </c:pt>
                <c:pt idx="3495">
                  <c:v>45865</c:v>
                </c:pt>
                <c:pt idx="3496">
                  <c:v>45866</c:v>
                </c:pt>
                <c:pt idx="3497">
                  <c:v>45867</c:v>
                </c:pt>
                <c:pt idx="3498">
                  <c:v>45868</c:v>
                </c:pt>
                <c:pt idx="3499">
                  <c:v>45869</c:v>
                </c:pt>
                <c:pt idx="3500">
                  <c:v>45870</c:v>
                </c:pt>
                <c:pt idx="3501">
                  <c:v>45871</c:v>
                </c:pt>
                <c:pt idx="3502">
                  <c:v>45872</c:v>
                </c:pt>
                <c:pt idx="3503">
                  <c:v>45873</c:v>
                </c:pt>
                <c:pt idx="3504">
                  <c:v>45874</c:v>
                </c:pt>
                <c:pt idx="3505">
                  <c:v>45875</c:v>
                </c:pt>
                <c:pt idx="3506">
                  <c:v>45876</c:v>
                </c:pt>
                <c:pt idx="3507">
                  <c:v>45877</c:v>
                </c:pt>
                <c:pt idx="3508">
                  <c:v>45878</c:v>
                </c:pt>
                <c:pt idx="3509">
                  <c:v>45879</c:v>
                </c:pt>
                <c:pt idx="3510">
                  <c:v>45880</c:v>
                </c:pt>
                <c:pt idx="3511">
                  <c:v>45881</c:v>
                </c:pt>
                <c:pt idx="3512">
                  <c:v>45882</c:v>
                </c:pt>
                <c:pt idx="3513">
                  <c:v>45883</c:v>
                </c:pt>
                <c:pt idx="3514">
                  <c:v>45884</c:v>
                </c:pt>
                <c:pt idx="3515">
                  <c:v>45885</c:v>
                </c:pt>
                <c:pt idx="3516">
                  <c:v>45886</c:v>
                </c:pt>
                <c:pt idx="3517">
                  <c:v>45887</c:v>
                </c:pt>
                <c:pt idx="3518">
                  <c:v>45888</c:v>
                </c:pt>
                <c:pt idx="3519">
                  <c:v>45889</c:v>
                </c:pt>
                <c:pt idx="3520">
                  <c:v>45890</c:v>
                </c:pt>
                <c:pt idx="3521">
                  <c:v>45891</c:v>
                </c:pt>
                <c:pt idx="3522">
                  <c:v>45892</c:v>
                </c:pt>
                <c:pt idx="3523">
                  <c:v>45893</c:v>
                </c:pt>
                <c:pt idx="3524">
                  <c:v>45894</c:v>
                </c:pt>
                <c:pt idx="3525">
                  <c:v>45895</c:v>
                </c:pt>
                <c:pt idx="3526">
                  <c:v>45896</c:v>
                </c:pt>
                <c:pt idx="3527">
                  <c:v>45897</c:v>
                </c:pt>
                <c:pt idx="3528">
                  <c:v>45898</c:v>
                </c:pt>
                <c:pt idx="3529">
                  <c:v>45899</c:v>
                </c:pt>
                <c:pt idx="3530">
                  <c:v>45900</c:v>
                </c:pt>
                <c:pt idx="3531">
                  <c:v>45901</c:v>
                </c:pt>
                <c:pt idx="3532">
                  <c:v>45902</c:v>
                </c:pt>
                <c:pt idx="3533">
                  <c:v>45903</c:v>
                </c:pt>
                <c:pt idx="3534">
                  <c:v>45904</c:v>
                </c:pt>
                <c:pt idx="3535">
                  <c:v>45905</c:v>
                </c:pt>
                <c:pt idx="3536">
                  <c:v>45906</c:v>
                </c:pt>
                <c:pt idx="3537">
                  <c:v>45907</c:v>
                </c:pt>
                <c:pt idx="3538">
                  <c:v>45908</c:v>
                </c:pt>
                <c:pt idx="3539">
                  <c:v>45909</c:v>
                </c:pt>
                <c:pt idx="3540">
                  <c:v>45910</c:v>
                </c:pt>
                <c:pt idx="3541">
                  <c:v>45911</c:v>
                </c:pt>
                <c:pt idx="3542">
                  <c:v>45912</c:v>
                </c:pt>
                <c:pt idx="3543">
                  <c:v>45913</c:v>
                </c:pt>
                <c:pt idx="3544">
                  <c:v>45914</c:v>
                </c:pt>
                <c:pt idx="3545">
                  <c:v>45915</c:v>
                </c:pt>
                <c:pt idx="3546">
                  <c:v>45916</c:v>
                </c:pt>
                <c:pt idx="3547">
                  <c:v>45917</c:v>
                </c:pt>
                <c:pt idx="3548">
                  <c:v>45918</c:v>
                </c:pt>
                <c:pt idx="3549">
                  <c:v>45919</c:v>
                </c:pt>
                <c:pt idx="3550">
                  <c:v>45920</c:v>
                </c:pt>
                <c:pt idx="3551">
                  <c:v>45921</c:v>
                </c:pt>
                <c:pt idx="3552">
                  <c:v>45922</c:v>
                </c:pt>
                <c:pt idx="3553">
                  <c:v>45923</c:v>
                </c:pt>
                <c:pt idx="3554">
                  <c:v>45924</c:v>
                </c:pt>
                <c:pt idx="3555">
                  <c:v>45925</c:v>
                </c:pt>
                <c:pt idx="3556">
                  <c:v>45926</c:v>
                </c:pt>
                <c:pt idx="3557">
                  <c:v>45927</c:v>
                </c:pt>
                <c:pt idx="3558">
                  <c:v>45928</c:v>
                </c:pt>
                <c:pt idx="3559">
                  <c:v>45929</c:v>
                </c:pt>
                <c:pt idx="3560">
                  <c:v>45930</c:v>
                </c:pt>
                <c:pt idx="3561">
                  <c:v>45931</c:v>
                </c:pt>
                <c:pt idx="3562">
                  <c:v>45932</c:v>
                </c:pt>
                <c:pt idx="3563">
                  <c:v>45933</c:v>
                </c:pt>
                <c:pt idx="3564">
                  <c:v>45934</c:v>
                </c:pt>
                <c:pt idx="3565">
                  <c:v>45935</c:v>
                </c:pt>
                <c:pt idx="3566">
                  <c:v>45936</c:v>
                </c:pt>
                <c:pt idx="3567">
                  <c:v>45937</c:v>
                </c:pt>
                <c:pt idx="3568">
                  <c:v>45938</c:v>
                </c:pt>
                <c:pt idx="3569">
                  <c:v>45939</c:v>
                </c:pt>
                <c:pt idx="3570">
                  <c:v>45940</c:v>
                </c:pt>
                <c:pt idx="3571">
                  <c:v>45941</c:v>
                </c:pt>
                <c:pt idx="3572">
                  <c:v>45942</c:v>
                </c:pt>
                <c:pt idx="3573">
                  <c:v>45943</c:v>
                </c:pt>
                <c:pt idx="3574">
                  <c:v>45944</c:v>
                </c:pt>
                <c:pt idx="3575">
                  <c:v>45945</c:v>
                </c:pt>
                <c:pt idx="3576">
                  <c:v>45946</c:v>
                </c:pt>
                <c:pt idx="3577">
                  <c:v>45947</c:v>
                </c:pt>
                <c:pt idx="3578">
                  <c:v>45948</c:v>
                </c:pt>
                <c:pt idx="3579">
                  <c:v>45949</c:v>
                </c:pt>
                <c:pt idx="3580">
                  <c:v>45950</c:v>
                </c:pt>
                <c:pt idx="3581">
                  <c:v>45951</c:v>
                </c:pt>
                <c:pt idx="3582">
                  <c:v>45952</c:v>
                </c:pt>
                <c:pt idx="3583">
                  <c:v>45953</c:v>
                </c:pt>
                <c:pt idx="3584">
                  <c:v>45954</c:v>
                </c:pt>
                <c:pt idx="3585">
                  <c:v>45955</c:v>
                </c:pt>
                <c:pt idx="3586">
                  <c:v>45956</c:v>
                </c:pt>
                <c:pt idx="3587">
                  <c:v>45957</c:v>
                </c:pt>
                <c:pt idx="3588">
                  <c:v>45958</c:v>
                </c:pt>
                <c:pt idx="3589">
                  <c:v>45959</c:v>
                </c:pt>
                <c:pt idx="3590">
                  <c:v>45960</c:v>
                </c:pt>
                <c:pt idx="3591">
                  <c:v>45961</c:v>
                </c:pt>
                <c:pt idx="3592">
                  <c:v>45962</c:v>
                </c:pt>
                <c:pt idx="3593">
                  <c:v>45963</c:v>
                </c:pt>
                <c:pt idx="3594">
                  <c:v>45964</c:v>
                </c:pt>
                <c:pt idx="3595">
                  <c:v>45965</c:v>
                </c:pt>
                <c:pt idx="3596">
                  <c:v>45966</c:v>
                </c:pt>
                <c:pt idx="3597">
                  <c:v>45967</c:v>
                </c:pt>
                <c:pt idx="3598">
                  <c:v>45968</c:v>
                </c:pt>
                <c:pt idx="3599">
                  <c:v>45969</c:v>
                </c:pt>
                <c:pt idx="3600">
                  <c:v>45970</c:v>
                </c:pt>
                <c:pt idx="3601">
                  <c:v>45971</c:v>
                </c:pt>
                <c:pt idx="3602">
                  <c:v>45972</c:v>
                </c:pt>
                <c:pt idx="3603">
                  <c:v>45973</c:v>
                </c:pt>
                <c:pt idx="3604">
                  <c:v>45974</c:v>
                </c:pt>
                <c:pt idx="3605">
                  <c:v>45975</c:v>
                </c:pt>
                <c:pt idx="3606">
                  <c:v>45976</c:v>
                </c:pt>
                <c:pt idx="3607">
                  <c:v>45977</c:v>
                </c:pt>
                <c:pt idx="3608">
                  <c:v>45978</c:v>
                </c:pt>
                <c:pt idx="3609">
                  <c:v>45979</c:v>
                </c:pt>
                <c:pt idx="3610">
                  <c:v>45980</c:v>
                </c:pt>
                <c:pt idx="3611">
                  <c:v>45981</c:v>
                </c:pt>
                <c:pt idx="3612">
                  <c:v>45982</c:v>
                </c:pt>
                <c:pt idx="3613">
                  <c:v>45983</c:v>
                </c:pt>
                <c:pt idx="3614">
                  <c:v>45984</c:v>
                </c:pt>
                <c:pt idx="3615">
                  <c:v>45985</c:v>
                </c:pt>
                <c:pt idx="3616">
                  <c:v>45986</c:v>
                </c:pt>
                <c:pt idx="3617">
                  <c:v>45987</c:v>
                </c:pt>
                <c:pt idx="3618">
                  <c:v>45988</c:v>
                </c:pt>
                <c:pt idx="3619">
                  <c:v>45989</c:v>
                </c:pt>
                <c:pt idx="3620">
                  <c:v>45990</c:v>
                </c:pt>
                <c:pt idx="3621">
                  <c:v>45991</c:v>
                </c:pt>
                <c:pt idx="3622">
                  <c:v>45992</c:v>
                </c:pt>
                <c:pt idx="3623">
                  <c:v>45993</c:v>
                </c:pt>
                <c:pt idx="3624">
                  <c:v>45994</c:v>
                </c:pt>
                <c:pt idx="3625">
                  <c:v>45995</c:v>
                </c:pt>
                <c:pt idx="3626">
                  <c:v>45996</c:v>
                </c:pt>
                <c:pt idx="3627">
                  <c:v>45997</c:v>
                </c:pt>
                <c:pt idx="3628">
                  <c:v>45998</c:v>
                </c:pt>
                <c:pt idx="3629">
                  <c:v>45999</c:v>
                </c:pt>
                <c:pt idx="3630">
                  <c:v>46000</c:v>
                </c:pt>
                <c:pt idx="3631">
                  <c:v>46001</c:v>
                </c:pt>
                <c:pt idx="3632">
                  <c:v>46002</c:v>
                </c:pt>
                <c:pt idx="3633">
                  <c:v>46003</c:v>
                </c:pt>
                <c:pt idx="3634">
                  <c:v>46004</c:v>
                </c:pt>
                <c:pt idx="3635">
                  <c:v>46005</c:v>
                </c:pt>
                <c:pt idx="3636">
                  <c:v>46006</c:v>
                </c:pt>
                <c:pt idx="3637">
                  <c:v>46007</c:v>
                </c:pt>
                <c:pt idx="3638">
                  <c:v>46008</c:v>
                </c:pt>
                <c:pt idx="3639">
                  <c:v>46009</c:v>
                </c:pt>
                <c:pt idx="3640">
                  <c:v>46010</c:v>
                </c:pt>
                <c:pt idx="3641">
                  <c:v>46011</c:v>
                </c:pt>
                <c:pt idx="3642">
                  <c:v>46012</c:v>
                </c:pt>
                <c:pt idx="3643">
                  <c:v>46013</c:v>
                </c:pt>
                <c:pt idx="3644">
                  <c:v>46014</c:v>
                </c:pt>
                <c:pt idx="3645">
                  <c:v>46015</c:v>
                </c:pt>
                <c:pt idx="3646">
                  <c:v>46016</c:v>
                </c:pt>
                <c:pt idx="3647">
                  <c:v>46017</c:v>
                </c:pt>
                <c:pt idx="3648">
                  <c:v>46018</c:v>
                </c:pt>
                <c:pt idx="3649">
                  <c:v>46019</c:v>
                </c:pt>
                <c:pt idx="3650">
                  <c:v>46020</c:v>
                </c:pt>
                <c:pt idx="3651">
                  <c:v>46021</c:v>
                </c:pt>
                <c:pt idx="3652">
                  <c:v>46022</c:v>
                </c:pt>
                <c:pt idx="3653">
                  <c:v>46023</c:v>
                </c:pt>
                <c:pt idx="3654">
                  <c:v>46024</c:v>
                </c:pt>
                <c:pt idx="3655">
                  <c:v>46025</c:v>
                </c:pt>
                <c:pt idx="3656">
                  <c:v>46026</c:v>
                </c:pt>
                <c:pt idx="3657">
                  <c:v>46027</c:v>
                </c:pt>
                <c:pt idx="3658">
                  <c:v>46028</c:v>
                </c:pt>
                <c:pt idx="3659">
                  <c:v>46029</c:v>
                </c:pt>
                <c:pt idx="3660">
                  <c:v>46030</c:v>
                </c:pt>
                <c:pt idx="3661">
                  <c:v>46031</c:v>
                </c:pt>
                <c:pt idx="3662">
                  <c:v>46032</c:v>
                </c:pt>
                <c:pt idx="3663">
                  <c:v>46033</c:v>
                </c:pt>
                <c:pt idx="3664">
                  <c:v>46034</c:v>
                </c:pt>
                <c:pt idx="3665">
                  <c:v>46035</c:v>
                </c:pt>
                <c:pt idx="3666">
                  <c:v>46036</c:v>
                </c:pt>
                <c:pt idx="3667">
                  <c:v>46037</c:v>
                </c:pt>
                <c:pt idx="3668">
                  <c:v>46038</c:v>
                </c:pt>
                <c:pt idx="3669">
                  <c:v>46039</c:v>
                </c:pt>
                <c:pt idx="3670">
                  <c:v>46040</c:v>
                </c:pt>
                <c:pt idx="3671">
                  <c:v>46041</c:v>
                </c:pt>
                <c:pt idx="3672">
                  <c:v>46042</c:v>
                </c:pt>
                <c:pt idx="3673">
                  <c:v>46043</c:v>
                </c:pt>
                <c:pt idx="3674">
                  <c:v>46044</c:v>
                </c:pt>
                <c:pt idx="3675">
                  <c:v>46045</c:v>
                </c:pt>
                <c:pt idx="3676">
                  <c:v>46046</c:v>
                </c:pt>
                <c:pt idx="3677">
                  <c:v>46047</c:v>
                </c:pt>
                <c:pt idx="3678">
                  <c:v>46048</c:v>
                </c:pt>
                <c:pt idx="3679">
                  <c:v>46049</c:v>
                </c:pt>
                <c:pt idx="3680">
                  <c:v>46050</c:v>
                </c:pt>
                <c:pt idx="3681">
                  <c:v>46051</c:v>
                </c:pt>
                <c:pt idx="3682">
                  <c:v>46052</c:v>
                </c:pt>
                <c:pt idx="3683">
                  <c:v>46053</c:v>
                </c:pt>
                <c:pt idx="3684">
                  <c:v>46054</c:v>
                </c:pt>
                <c:pt idx="3685">
                  <c:v>46055</c:v>
                </c:pt>
                <c:pt idx="3686">
                  <c:v>46056</c:v>
                </c:pt>
                <c:pt idx="3687">
                  <c:v>46057</c:v>
                </c:pt>
                <c:pt idx="3688">
                  <c:v>46058</c:v>
                </c:pt>
                <c:pt idx="3689">
                  <c:v>46059</c:v>
                </c:pt>
                <c:pt idx="3690">
                  <c:v>46060</c:v>
                </c:pt>
                <c:pt idx="3691">
                  <c:v>46061</c:v>
                </c:pt>
                <c:pt idx="3692">
                  <c:v>46062</c:v>
                </c:pt>
                <c:pt idx="3693">
                  <c:v>46063</c:v>
                </c:pt>
                <c:pt idx="3694">
                  <c:v>46064</c:v>
                </c:pt>
                <c:pt idx="3695">
                  <c:v>46065</c:v>
                </c:pt>
                <c:pt idx="3696">
                  <c:v>46066</c:v>
                </c:pt>
                <c:pt idx="3697">
                  <c:v>46067</c:v>
                </c:pt>
                <c:pt idx="3698">
                  <c:v>46068</c:v>
                </c:pt>
                <c:pt idx="3699">
                  <c:v>46069</c:v>
                </c:pt>
                <c:pt idx="3700">
                  <c:v>46070</c:v>
                </c:pt>
                <c:pt idx="3701">
                  <c:v>46071</c:v>
                </c:pt>
                <c:pt idx="3702">
                  <c:v>46072</c:v>
                </c:pt>
                <c:pt idx="3703">
                  <c:v>46073</c:v>
                </c:pt>
                <c:pt idx="3704">
                  <c:v>46074</c:v>
                </c:pt>
                <c:pt idx="3705">
                  <c:v>46075</c:v>
                </c:pt>
                <c:pt idx="3706">
                  <c:v>46076</c:v>
                </c:pt>
                <c:pt idx="3707">
                  <c:v>46077</c:v>
                </c:pt>
                <c:pt idx="3708">
                  <c:v>46078</c:v>
                </c:pt>
                <c:pt idx="3709">
                  <c:v>46079</c:v>
                </c:pt>
                <c:pt idx="3710">
                  <c:v>46080</c:v>
                </c:pt>
                <c:pt idx="3711">
                  <c:v>46081</c:v>
                </c:pt>
                <c:pt idx="3712">
                  <c:v>46082</c:v>
                </c:pt>
                <c:pt idx="3713">
                  <c:v>46083</c:v>
                </c:pt>
                <c:pt idx="3714">
                  <c:v>46084</c:v>
                </c:pt>
                <c:pt idx="3715">
                  <c:v>46085</c:v>
                </c:pt>
                <c:pt idx="3716">
                  <c:v>46086</c:v>
                </c:pt>
                <c:pt idx="3717">
                  <c:v>46087</c:v>
                </c:pt>
                <c:pt idx="3718">
                  <c:v>46088</c:v>
                </c:pt>
                <c:pt idx="3719">
                  <c:v>46089</c:v>
                </c:pt>
                <c:pt idx="3720">
                  <c:v>46090</c:v>
                </c:pt>
                <c:pt idx="3721">
                  <c:v>46091</c:v>
                </c:pt>
                <c:pt idx="3722">
                  <c:v>46092</c:v>
                </c:pt>
                <c:pt idx="3723">
                  <c:v>46093</c:v>
                </c:pt>
                <c:pt idx="3724">
                  <c:v>46094</c:v>
                </c:pt>
                <c:pt idx="3725">
                  <c:v>46095</c:v>
                </c:pt>
                <c:pt idx="3726">
                  <c:v>46096</c:v>
                </c:pt>
                <c:pt idx="3727">
                  <c:v>46097</c:v>
                </c:pt>
                <c:pt idx="3728">
                  <c:v>46098</c:v>
                </c:pt>
                <c:pt idx="3729">
                  <c:v>46099</c:v>
                </c:pt>
                <c:pt idx="3730">
                  <c:v>46100</c:v>
                </c:pt>
                <c:pt idx="3731">
                  <c:v>46101</c:v>
                </c:pt>
                <c:pt idx="3732">
                  <c:v>46102</c:v>
                </c:pt>
                <c:pt idx="3733">
                  <c:v>46103</c:v>
                </c:pt>
                <c:pt idx="3734">
                  <c:v>46104</c:v>
                </c:pt>
                <c:pt idx="3735">
                  <c:v>46105</c:v>
                </c:pt>
                <c:pt idx="3736">
                  <c:v>46106</c:v>
                </c:pt>
                <c:pt idx="3737">
                  <c:v>46107</c:v>
                </c:pt>
                <c:pt idx="3738">
                  <c:v>46108</c:v>
                </c:pt>
                <c:pt idx="3739">
                  <c:v>46109</c:v>
                </c:pt>
                <c:pt idx="3740">
                  <c:v>46110</c:v>
                </c:pt>
                <c:pt idx="3741">
                  <c:v>46111</c:v>
                </c:pt>
                <c:pt idx="3742">
                  <c:v>46112</c:v>
                </c:pt>
                <c:pt idx="3743">
                  <c:v>46113</c:v>
                </c:pt>
                <c:pt idx="3744">
                  <c:v>46114</c:v>
                </c:pt>
                <c:pt idx="3745">
                  <c:v>46115</c:v>
                </c:pt>
                <c:pt idx="3746">
                  <c:v>46116</c:v>
                </c:pt>
                <c:pt idx="3747">
                  <c:v>46117</c:v>
                </c:pt>
                <c:pt idx="3748">
                  <c:v>46118</c:v>
                </c:pt>
                <c:pt idx="3749">
                  <c:v>46119</c:v>
                </c:pt>
                <c:pt idx="3750">
                  <c:v>46120</c:v>
                </c:pt>
                <c:pt idx="3751">
                  <c:v>46121</c:v>
                </c:pt>
                <c:pt idx="3752">
                  <c:v>46122</c:v>
                </c:pt>
                <c:pt idx="3753">
                  <c:v>46123</c:v>
                </c:pt>
                <c:pt idx="3754">
                  <c:v>46124</c:v>
                </c:pt>
                <c:pt idx="3755">
                  <c:v>46125</c:v>
                </c:pt>
                <c:pt idx="3756">
                  <c:v>46126</c:v>
                </c:pt>
                <c:pt idx="3757">
                  <c:v>46127</c:v>
                </c:pt>
                <c:pt idx="3758">
                  <c:v>46128</c:v>
                </c:pt>
                <c:pt idx="3759">
                  <c:v>46129</c:v>
                </c:pt>
                <c:pt idx="3760">
                  <c:v>46130</c:v>
                </c:pt>
                <c:pt idx="3761">
                  <c:v>46131</c:v>
                </c:pt>
                <c:pt idx="3762">
                  <c:v>46132</c:v>
                </c:pt>
                <c:pt idx="3763">
                  <c:v>46133</c:v>
                </c:pt>
                <c:pt idx="3764">
                  <c:v>46134</c:v>
                </c:pt>
                <c:pt idx="3765">
                  <c:v>46135</c:v>
                </c:pt>
                <c:pt idx="3766">
                  <c:v>46136</c:v>
                </c:pt>
                <c:pt idx="3767">
                  <c:v>46137</c:v>
                </c:pt>
                <c:pt idx="3768">
                  <c:v>46138</c:v>
                </c:pt>
                <c:pt idx="3769">
                  <c:v>46139</c:v>
                </c:pt>
                <c:pt idx="3770">
                  <c:v>46140</c:v>
                </c:pt>
                <c:pt idx="3771">
                  <c:v>46141</c:v>
                </c:pt>
                <c:pt idx="3772">
                  <c:v>46142</c:v>
                </c:pt>
                <c:pt idx="3773">
                  <c:v>46143</c:v>
                </c:pt>
                <c:pt idx="3774">
                  <c:v>46144</c:v>
                </c:pt>
                <c:pt idx="3775">
                  <c:v>46145</c:v>
                </c:pt>
                <c:pt idx="3776">
                  <c:v>46146</c:v>
                </c:pt>
                <c:pt idx="3777">
                  <c:v>46147</c:v>
                </c:pt>
                <c:pt idx="3778">
                  <c:v>46148</c:v>
                </c:pt>
                <c:pt idx="3779">
                  <c:v>46149</c:v>
                </c:pt>
                <c:pt idx="3780">
                  <c:v>46150</c:v>
                </c:pt>
                <c:pt idx="3781">
                  <c:v>46151</c:v>
                </c:pt>
                <c:pt idx="3782">
                  <c:v>46152</c:v>
                </c:pt>
                <c:pt idx="3783">
                  <c:v>46153</c:v>
                </c:pt>
                <c:pt idx="3784">
                  <c:v>46154</c:v>
                </c:pt>
                <c:pt idx="3785">
                  <c:v>46155</c:v>
                </c:pt>
                <c:pt idx="3786">
                  <c:v>46156</c:v>
                </c:pt>
                <c:pt idx="3787">
                  <c:v>46157</c:v>
                </c:pt>
                <c:pt idx="3788">
                  <c:v>46158</c:v>
                </c:pt>
                <c:pt idx="3789">
                  <c:v>46159</c:v>
                </c:pt>
                <c:pt idx="3790">
                  <c:v>46160</c:v>
                </c:pt>
                <c:pt idx="3791">
                  <c:v>46161</c:v>
                </c:pt>
                <c:pt idx="3792">
                  <c:v>46162</c:v>
                </c:pt>
                <c:pt idx="3793">
                  <c:v>46163</c:v>
                </c:pt>
                <c:pt idx="3794">
                  <c:v>46164</c:v>
                </c:pt>
                <c:pt idx="3795">
                  <c:v>46165</c:v>
                </c:pt>
                <c:pt idx="3796">
                  <c:v>46166</c:v>
                </c:pt>
                <c:pt idx="3797">
                  <c:v>46167</c:v>
                </c:pt>
                <c:pt idx="3798">
                  <c:v>46168</c:v>
                </c:pt>
                <c:pt idx="3799">
                  <c:v>46169</c:v>
                </c:pt>
                <c:pt idx="3800">
                  <c:v>46170</c:v>
                </c:pt>
                <c:pt idx="3801">
                  <c:v>46171</c:v>
                </c:pt>
                <c:pt idx="3802">
                  <c:v>46172</c:v>
                </c:pt>
                <c:pt idx="3803">
                  <c:v>46173</c:v>
                </c:pt>
                <c:pt idx="3804">
                  <c:v>46174</c:v>
                </c:pt>
                <c:pt idx="3805">
                  <c:v>46175</c:v>
                </c:pt>
                <c:pt idx="3806">
                  <c:v>46176</c:v>
                </c:pt>
                <c:pt idx="3807">
                  <c:v>46177</c:v>
                </c:pt>
                <c:pt idx="3808">
                  <c:v>46178</c:v>
                </c:pt>
                <c:pt idx="3809">
                  <c:v>46179</c:v>
                </c:pt>
                <c:pt idx="3810">
                  <c:v>46180</c:v>
                </c:pt>
                <c:pt idx="3811">
                  <c:v>46181</c:v>
                </c:pt>
                <c:pt idx="3812">
                  <c:v>46182</c:v>
                </c:pt>
                <c:pt idx="3813">
                  <c:v>46183</c:v>
                </c:pt>
                <c:pt idx="3814">
                  <c:v>46184</c:v>
                </c:pt>
                <c:pt idx="3815">
                  <c:v>46185</c:v>
                </c:pt>
                <c:pt idx="3816">
                  <c:v>46186</c:v>
                </c:pt>
                <c:pt idx="3817">
                  <c:v>46187</c:v>
                </c:pt>
                <c:pt idx="3818">
                  <c:v>46188</c:v>
                </c:pt>
                <c:pt idx="3819">
                  <c:v>46189</c:v>
                </c:pt>
                <c:pt idx="3820">
                  <c:v>46190</c:v>
                </c:pt>
                <c:pt idx="3821">
                  <c:v>46191</c:v>
                </c:pt>
                <c:pt idx="3822">
                  <c:v>46192</c:v>
                </c:pt>
                <c:pt idx="3823">
                  <c:v>46193</c:v>
                </c:pt>
                <c:pt idx="3824">
                  <c:v>46194</c:v>
                </c:pt>
                <c:pt idx="3825">
                  <c:v>46195</c:v>
                </c:pt>
                <c:pt idx="3826">
                  <c:v>46196</c:v>
                </c:pt>
                <c:pt idx="3827">
                  <c:v>46197</c:v>
                </c:pt>
                <c:pt idx="3828">
                  <c:v>46198</c:v>
                </c:pt>
                <c:pt idx="3829">
                  <c:v>46199</c:v>
                </c:pt>
                <c:pt idx="3830">
                  <c:v>46200</c:v>
                </c:pt>
                <c:pt idx="3831">
                  <c:v>46201</c:v>
                </c:pt>
                <c:pt idx="3832">
                  <c:v>46202</c:v>
                </c:pt>
                <c:pt idx="3833">
                  <c:v>46203</c:v>
                </c:pt>
                <c:pt idx="3834">
                  <c:v>46204</c:v>
                </c:pt>
                <c:pt idx="3835">
                  <c:v>46205</c:v>
                </c:pt>
                <c:pt idx="3836">
                  <c:v>46206</c:v>
                </c:pt>
                <c:pt idx="3837">
                  <c:v>46207</c:v>
                </c:pt>
                <c:pt idx="3838">
                  <c:v>46208</c:v>
                </c:pt>
                <c:pt idx="3839">
                  <c:v>46209</c:v>
                </c:pt>
                <c:pt idx="3840">
                  <c:v>46210</c:v>
                </c:pt>
                <c:pt idx="3841">
                  <c:v>46211</c:v>
                </c:pt>
                <c:pt idx="3842">
                  <c:v>46212</c:v>
                </c:pt>
                <c:pt idx="3843">
                  <c:v>46213</c:v>
                </c:pt>
                <c:pt idx="3844">
                  <c:v>46214</c:v>
                </c:pt>
                <c:pt idx="3845">
                  <c:v>46215</c:v>
                </c:pt>
                <c:pt idx="3846">
                  <c:v>46216</c:v>
                </c:pt>
                <c:pt idx="3847">
                  <c:v>46217</c:v>
                </c:pt>
                <c:pt idx="3848">
                  <c:v>46218</c:v>
                </c:pt>
                <c:pt idx="3849">
                  <c:v>46219</c:v>
                </c:pt>
                <c:pt idx="3850">
                  <c:v>46220</c:v>
                </c:pt>
                <c:pt idx="3851">
                  <c:v>46221</c:v>
                </c:pt>
                <c:pt idx="3852">
                  <c:v>46222</c:v>
                </c:pt>
                <c:pt idx="3853">
                  <c:v>46223</c:v>
                </c:pt>
                <c:pt idx="3854">
                  <c:v>46224</c:v>
                </c:pt>
                <c:pt idx="3855">
                  <c:v>46225</c:v>
                </c:pt>
                <c:pt idx="3856">
                  <c:v>46226</c:v>
                </c:pt>
                <c:pt idx="3857">
                  <c:v>46227</c:v>
                </c:pt>
                <c:pt idx="3858">
                  <c:v>46228</c:v>
                </c:pt>
                <c:pt idx="3859">
                  <c:v>46229</c:v>
                </c:pt>
                <c:pt idx="3860">
                  <c:v>46230</c:v>
                </c:pt>
                <c:pt idx="3861">
                  <c:v>46231</c:v>
                </c:pt>
                <c:pt idx="3862">
                  <c:v>46232</c:v>
                </c:pt>
                <c:pt idx="3863">
                  <c:v>46233</c:v>
                </c:pt>
                <c:pt idx="3864">
                  <c:v>46234</c:v>
                </c:pt>
                <c:pt idx="3865">
                  <c:v>46235</c:v>
                </c:pt>
                <c:pt idx="3866">
                  <c:v>46236</c:v>
                </c:pt>
                <c:pt idx="3867">
                  <c:v>46237</c:v>
                </c:pt>
                <c:pt idx="3868">
                  <c:v>46238</c:v>
                </c:pt>
                <c:pt idx="3869">
                  <c:v>46239</c:v>
                </c:pt>
                <c:pt idx="3870">
                  <c:v>46240</c:v>
                </c:pt>
                <c:pt idx="3871">
                  <c:v>46241</c:v>
                </c:pt>
                <c:pt idx="3872">
                  <c:v>46242</c:v>
                </c:pt>
                <c:pt idx="3873">
                  <c:v>46243</c:v>
                </c:pt>
                <c:pt idx="3874">
                  <c:v>46244</c:v>
                </c:pt>
                <c:pt idx="3875">
                  <c:v>46245</c:v>
                </c:pt>
                <c:pt idx="3876">
                  <c:v>46246</c:v>
                </c:pt>
                <c:pt idx="3877">
                  <c:v>46247</c:v>
                </c:pt>
                <c:pt idx="3878">
                  <c:v>46248</c:v>
                </c:pt>
                <c:pt idx="3879">
                  <c:v>46249</c:v>
                </c:pt>
                <c:pt idx="3880">
                  <c:v>46250</c:v>
                </c:pt>
                <c:pt idx="3881">
                  <c:v>46251</c:v>
                </c:pt>
                <c:pt idx="3882">
                  <c:v>46252</c:v>
                </c:pt>
                <c:pt idx="3883">
                  <c:v>46253</c:v>
                </c:pt>
                <c:pt idx="3884">
                  <c:v>46254</c:v>
                </c:pt>
                <c:pt idx="3885">
                  <c:v>46255</c:v>
                </c:pt>
                <c:pt idx="3886">
                  <c:v>46256</c:v>
                </c:pt>
                <c:pt idx="3887">
                  <c:v>46257</c:v>
                </c:pt>
                <c:pt idx="3888">
                  <c:v>46258</c:v>
                </c:pt>
                <c:pt idx="3889">
                  <c:v>46259</c:v>
                </c:pt>
                <c:pt idx="3890">
                  <c:v>46260</c:v>
                </c:pt>
                <c:pt idx="3891">
                  <c:v>46261</c:v>
                </c:pt>
                <c:pt idx="3892">
                  <c:v>46262</c:v>
                </c:pt>
                <c:pt idx="3893">
                  <c:v>46263</c:v>
                </c:pt>
                <c:pt idx="3894">
                  <c:v>46264</c:v>
                </c:pt>
                <c:pt idx="3895">
                  <c:v>46265</c:v>
                </c:pt>
                <c:pt idx="3896">
                  <c:v>46266</c:v>
                </c:pt>
                <c:pt idx="3897">
                  <c:v>46267</c:v>
                </c:pt>
                <c:pt idx="3898">
                  <c:v>46268</c:v>
                </c:pt>
                <c:pt idx="3899">
                  <c:v>46269</c:v>
                </c:pt>
                <c:pt idx="3900">
                  <c:v>46270</c:v>
                </c:pt>
                <c:pt idx="3901">
                  <c:v>46271</c:v>
                </c:pt>
                <c:pt idx="3902">
                  <c:v>46272</c:v>
                </c:pt>
                <c:pt idx="3903">
                  <c:v>46273</c:v>
                </c:pt>
                <c:pt idx="3904">
                  <c:v>46274</c:v>
                </c:pt>
                <c:pt idx="3905">
                  <c:v>46275</c:v>
                </c:pt>
                <c:pt idx="3906">
                  <c:v>46276</c:v>
                </c:pt>
                <c:pt idx="3907">
                  <c:v>46277</c:v>
                </c:pt>
                <c:pt idx="3908">
                  <c:v>46278</c:v>
                </c:pt>
                <c:pt idx="3909">
                  <c:v>46279</c:v>
                </c:pt>
                <c:pt idx="3910">
                  <c:v>46280</c:v>
                </c:pt>
                <c:pt idx="3911">
                  <c:v>46281</c:v>
                </c:pt>
                <c:pt idx="3912">
                  <c:v>46282</c:v>
                </c:pt>
                <c:pt idx="3913">
                  <c:v>46283</c:v>
                </c:pt>
                <c:pt idx="3914">
                  <c:v>46284</c:v>
                </c:pt>
                <c:pt idx="3915">
                  <c:v>46285</c:v>
                </c:pt>
                <c:pt idx="3916">
                  <c:v>46286</c:v>
                </c:pt>
                <c:pt idx="3917">
                  <c:v>46287</c:v>
                </c:pt>
                <c:pt idx="3918">
                  <c:v>46288</c:v>
                </c:pt>
                <c:pt idx="3919">
                  <c:v>46289</c:v>
                </c:pt>
                <c:pt idx="3920">
                  <c:v>46290</c:v>
                </c:pt>
                <c:pt idx="3921">
                  <c:v>46291</c:v>
                </c:pt>
                <c:pt idx="3922">
                  <c:v>46292</c:v>
                </c:pt>
                <c:pt idx="3923">
                  <c:v>46293</c:v>
                </c:pt>
                <c:pt idx="3924">
                  <c:v>46294</c:v>
                </c:pt>
                <c:pt idx="3925">
                  <c:v>46295</c:v>
                </c:pt>
                <c:pt idx="3926">
                  <c:v>46296</c:v>
                </c:pt>
                <c:pt idx="3927">
                  <c:v>46297</c:v>
                </c:pt>
                <c:pt idx="3928">
                  <c:v>46298</c:v>
                </c:pt>
                <c:pt idx="3929">
                  <c:v>46299</c:v>
                </c:pt>
                <c:pt idx="3930">
                  <c:v>46300</c:v>
                </c:pt>
                <c:pt idx="3931">
                  <c:v>46301</c:v>
                </c:pt>
                <c:pt idx="3932">
                  <c:v>46302</c:v>
                </c:pt>
                <c:pt idx="3933">
                  <c:v>46303</c:v>
                </c:pt>
                <c:pt idx="3934">
                  <c:v>46304</c:v>
                </c:pt>
                <c:pt idx="3935">
                  <c:v>46305</c:v>
                </c:pt>
                <c:pt idx="3936">
                  <c:v>46306</c:v>
                </c:pt>
                <c:pt idx="3937">
                  <c:v>46307</c:v>
                </c:pt>
                <c:pt idx="3938">
                  <c:v>46308</c:v>
                </c:pt>
                <c:pt idx="3939">
                  <c:v>46309</c:v>
                </c:pt>
                <c:pt idx="3940">
                  <c:v>46310</c:v>
                </c:pt>
                <c:pt idx="3941">
                  <c:v>46311</c:v>
                </c:pt>
                <c:pt idx="3942">
                  <c:v>46312</c:v>
                </c:pt>
                <c:pt idx="3943">
                  <c:v>46313</c:v>
                </c:pt>
                <c:pt idx="3944">
                  <c:v>46314</c:v>
                </c:pt>
                <c:pt idx="3945">
                  <c:v>46315</c:v>
                </c:pt>
                <c:pt idx="3946">
                  <c:v>46316</c:v>
                </c:pt>
                <c:pt idx="3947">
                  <c:v>46317</c:v>
                </c:pt>
                <c:pt idx="3948">
                  <c:v>46318</c:v>
                </c:pt>
                <c:pt idx="3949">
                  <c:v>46319</c:v>
                </c:pt>
                <c:pt idx="3950">
                  <c:v>46320</c:v>
                </c:pt>
                <c:pt idx="3951">
                  <c:v>46321</c:v>
                </c:pt>
                <c:pt idx="3952">
                  <c:v>46322</c:v>
                </c:pt>
                <c:pt idx="3953">
                  <c:v>46323</c:v>
                </c:pt>
                <c:pt idx="3954">
                  <c:v>46324</c:v>
                </c:pt>
                <c:pt idx="3955">
                  <c:v>46325</c:v>
                </c:pt>
                <c:pt idx="3956">
                  <c:v>46326</c:v>
                </c:pt>
                <c:pt idx="3957">
                  <c:v>46327</c:v>
                </c:pt>
                <c:pt idx="3958">
                  <c:v>46328</c:v>
                </c:pt>
                <c:pt idx="3959">
                  <c:v>46329</c:v>
                </c:pt>
                <c:pt idx="3960">
                  <c:v>46330</c:v>
                </c:pt>
                <c:pt idx="3961">
                  <c:v>46331</c:v>
                </c:pt>
                <c:pt idx="3962">
                  <c:v>46332</c:v>
                </c:pt>
                <c:pt idx="3963">
                  <c:v>46333</c:v>
                </c:pt>
                <c:pt idx="3964">
                  <c:v>46334</c:v>
                </c:pt>
                <c:pt idx="3965">
                  <c:v>46335</c:v>
                </c:pt>
                <c:pt idx="3966">
                  <c:v>46336</c:v>
                </c:pt>
                <c:pt idx="3967">
                  <c:v>46337</c:v>
                </c:pt>
                <c:pt idx="3968">
                  <c:v>46338</c:v>
                </c:pt>
                <c:pt idx="3969">
                  <c:v>46339</c:v>
                </c:pt>
                <c:pt idx="3970">
                  <c:v>46340</c:v>
                </c:pt>
                <c:pt idx="3971">
                  <c:v>46341</c:v>
                </c:pt>
                <c:pt idx="3972">
                  <c:v>46342</c:v>
                </c:pt>
                <c:pt idx="3973">
                  <c:v>46343</c:v>
                </c:pt>
                <c:pt idx="3974">
                  <c:v>46344</c:v>
                </c:pt>
                <c:pt idx="3975">
                  <c:v>46345</c:v>
                </c:pt>
                <c:pt idx="3976">
                  <c:v>46346</c:v>
                </c:pt>
                <c:pt idx="3977">
                  <c:v>46347</c:v>
                </c:pt>
                <c:pt idx="3978">
                  <c:v>46348</c:v>
                </c:pt>
                <c:pt idx="3979">
                  <c:v>46349</c:v>
                </c:pt>
                <c:pt idx="3980">
                  <c:v>46350</c:v>
                </c:pt>
                <c:pt idx="3981">
                  <c:v>46351</c:v>
                </c:pt>
                <c:pt idx="3982">
                  <c:v>46352</c:v>
                </c:pt>
                <c:pt idx="3983">
                  <c:v>46353</c:v>
                </c:pt>
                <c:pt idx="3984">
                  <c:v>46354</c:v>
                </c:pt>
                <c:pt idx="3985">
                  <c:v>46355</c:v>
                </c:pt>
                <c:pt idx="3986">
                  <c:v>46356</c:v>
                </c:pt>
                <c:pt idx="3987">
                  <c:v>46357</c:v>
                </c:pt>
                <c:pt idx="3988">
                  <c:v>46358</c:v>
                </c:pt>
                <c:pt idx="3989">
                  <c:v>46359</c:v>
                </c:pt>
                <c:pt idx="3990">
                  <c:v>46360</c:v>
                </c:pt>
                <c:pt idx="3991">
                  <c:v>46361</c:v>
                </c:pt>
                <c:pt idx="3992">
                  <c:v>46362</c:v>
                </c:pt>
                <c:pt idx="3993">
                  <c:v>46363</c:v>
                </c:pt>
                <c:pt idx="3994">
                  <c:v>46364</c:v>
                </c:pt>
                <c:pt idx="3995">
                  <c:v>46365</c:v>
                </c:pt>
                <c:pt idx="3996">
                  <c:v>46366</c:v>
                </c:pt>
                <c:pt idx="3997">
                  <c:v>46367</c:v>
                </c:pt>
                <c:pt idx="3998">
                  <c:v>46368</c:v>
                </c:pt>
                <c:pt idx="3999">
                  <c:v>46369</c:v>
                </c:pt>
                <c:pt idx="4000">
                  <c:v>46370</c:v>
                </c:pt>
                <c:pt idx="4001">
                  <c:v>46371</c:v>
                </c:pt>
                <c:pt idx="4002">
                  <c:v>46372</c:v>
                </c:pt>
                <c:pt idx="4003">
                  <c:v>46373</c:v>
                </c:pt>
                <c:pt idx="4004">
                  <c:v>46374</c:v>
                </c:pt>
                <c:pt idx="4005">
                  <c:v>46375</c:v>
                </c:pt>
                <c:pt idx="4006">
                  <c:v>46376</c:v>
                </c:pt>
                <c:pt idx="4007">
                  <c:v>46377</c:v>
                </c:pt>
                <c:pt idx="4008">
                  <c:v>46378</c:v>
                </c:pt>
                <c:pt idx="4009">
                  <c:v>46379</c:v>
                </c:pt>
                <c:pt idx="4010">
                  <c:v>46380</c:v>
                </c:pt>
                <c:pt idx="4011">
                  <c:v>46381</c:v>
                </c:pt>
                <c:pt idx="4012">
                  <c:v>46382</c:v>
                </c:pt>
                <c:pt idx="4013">
                  <c:v>46383</c:v>
                </c:pt>
                <c:pt idx="4014">
                  <c:v>46384</c:v>
                </c:pt>
                <c:pt idx="4015">
                  <c:v>46385</c:v>
                </c:pt>
                <c:pt idx="4016">
                  <c:v>46386</c:v>
                </c:pt>
                <c:pt idx="4017">
                  <c:v>46387</c:v>
                </c:pt>
                <c:pt idx="4018">
                  <c:v>46388</c:v>
                </c:pt>
                <c:pt idx="4019">
                  <c:v>46389</c:v>
                </c:pt>
                <c:pt idx="4020">
                  <c:v>46390</c:v>
                </c:pt>
                <c:pt idx="4021">
                  <c:v>46391</c:v>
                </c:pt>
                <c:pt idx="4022">
                  <c:v>46392</c:v>
                </c:pt>
                <c:pt idx="4023">
                  <c:v>46393</c:v>
                </c:pt>
                <c:pt idx="4024">
                  <c:v>46394</c:v>
                </c:pt>
                <c:pt idx="4025">
                  <c:v>46395</c:v>
                </c:pt>
                <c:pt idx="4026">
                  <c:v>46396</c:v>
                </c:pt>
                <c:pt idx="4027">
                  <c:v>46397</c:v>
                </c:pt>
                <c:pt idx="4028">
                  <c:v>46398</c:v>
                </c:pt>
                <c:pt idx="4029">
                  <c:v>46399</c:v>
                </c:pt>
                <c:pt idx="4030">
                  <c:v>46400</c:v>
                </c:pt>
                <c:pt idx="4031">
                  <c:v>46401</c:v>
                </c:pt>
                <c:pt idx="4032">
                  <c:v>46402</c:v>
                </c:pt>
                <c:pt idx="4033">
                  <c:v>46403</c:v>
                </c:pt>
                <c:pt idx="4034">
                  <c:v>46404</c:v>
                </c:pt>
                <c:pt idx="4035">
                  <c:v>46405</c:v>
                </c:pt>
                <c:pt idx="4036">
                  <c:v>46406</c:v>
                </c:pt>
                <c:pt idx="4037">
                  <c:v>46407</c:v>
                </c:pt>
                <c:pt idx="4038">
                  <c:v>46408</c:v>
                </c:pt>
                <c:pt idx="4039">
                  <c:v>46409</c:v>
                </c:pt>
                <c:pt idx="4040">
                  <c:v>46410</c:v>
                </c:pt>
                <c:pt idx="4041">
                  <c:v>46411</c:v>
                </c:pt>
                <c:pt idx="4042">
                  <c:v>46412</c:v>
                </c:pt>
                <c:pt idx="4043">
                  <c:v>46413</c:v>
                </c:pt>
                <c:pt idx="4044">
                  <c:v>46414</c:v>
                </c:pt>
                <c:pt idx="4045">
                  <c:v>46415</c:v>
                </c:pt>
                <c:pt idx="4046">
                  <c:v>46416</c:v>
                </c:pt>
                <c:pt idx="4047">
                  <c:v>46417</c:v>
                </c:pt>
                <c:pt idx="4048">
                  <c:v>46418</c:v>
                </c:pt>
                <c:pt idx="4049">
                  <c:v>46419</c:v>
                </c:pt>
                <c:pt idx="4050">
                  <c:v>46420</c:v>
                </c:pt>
                <c:pt idx="4051">
                  <c:v>46421</c:v>
                </c:pt>
                <c:pt idx="4052">
                  <c:v>46422</c:v>
                </c:pt>
                <c:pt idx="4053">
                  <c:v>46423</c:v>
                </c:pt>
                <c:pt idx="4054">
                  <c:v>46424</c:v>
                </c:pt>
                <c:pt idx="4055">
                  <c:v>46425</c:v>
                </c:pt>
                <c:pt idx="4056">
                  <c:v>46426</c:v>
                </c:pt>
                <c:pt idx="4057">
                  <c:v>46427</c:v>
                </c:pt>
                <c:pt idx="4058">
                  <c:v>46428</c:v>
                </c:pt>
                <c:pt idx="4059">
                  <c:v>46429</c:v>
                </c:pt>
                <c:pt idx="4060">
                  <c:v>46430</c:v>
                </c:pt>
                <c:pt idx="4061">
                  <c:v>46431</c:v>
                </c:pt>
                <c:pt idx="4062">
                  <c:v>46432</c:v>
                </c:pt>
                <c:pt idx="4063">
                  <c:v>46433</c:v>
                </c:pt>
                <c:pt idx="4064">
                  <c:v>46434</c:v>
                </c:pt>
                <c:pt idx="4065">
                  <c:v>46435</c:v>
                </c:pt>
                <c:pt idx="4066">
                  <c:v>46436</c:v>
                </c:pt>
                <c:pt idx="4067">
                  <c:v>46437</c:v>
                </c:pt>
                <c:pt idx="4068">
                  <c:v>46438</c:v>
                </c:pt>
                <c:pt idx="4069">
                  <c:v>46439</c:v>
                </c:pt>
                <c:pt idx="4070">
                  <c:v>46440</c:v>
                </c:pt>
                <c:pt idx="4071">
                  <c:v>46441</c:v>
                </c:pt>
                <c:pt idx="4072">
                  <c:v>46442</c:v>
                </c:pt>
                <c:pt idx="4073">
                  <c:v>46443</c:v>
                </c:pt>
                <c:pt idx="4074">
                  <c:v>46444</c:v>
                </c:pt>
                <c:pt idx="4075">
                  <c:v>46445</c:v>
                </c:pt>
                <c:pt idx="4076">
                  <c:v>46446</c:v>
                </c:pt>
                <c:pt idx="4077">
                  <c:v>46447</c:v>
                </c:pt>
                <c:pt idx="4078">
                  <c:v>46448</c:v>
                </c:pt>
                <c:pt idx="4079">
                  <c:v>46449</c:v>
                </c:pt>
                <c:pt idx="4080">
                  <c:v>46450</c:v>
                </c:pt>
                <c:pt idx="4081">
                  <c:v>46451</c:v>
                </c:pt>
                <c:pt idx="4082">
                  <c:v>46452</c:v>
                </c:pt>
                <c:pt idx="4083">
                  <c:v>46453</c:v>
                </c:pt>
                <c:pt idx="4084">
                  <c:v>46454</c:v>
                </c:pt>
                <c:pt idx="4085">
                  <c:v>46455</c:v>
                </c:pt>
                <c:pt idx="4086">
                  <c:v>46456</c:v>
                </c:pt>
                <c:pt idx="4087">
                  <c:v>46457</c:v>
                </c:pt>
                <c:pt idx="4088">
                  <c:v>46458</c:v>
                </c:pt>
                <c:pt idx="4089">
                  <c:v>46459</c:v>
                </c:pt>
                <c:pt idx="4090">
                  <c:v>46460</c:v>
                </c:pt>
                <c:pt idx="4091">
                  <c:v>46461</c:v>
                </c:pt>
                <c:pt idx="4092">
                  <c:v>46462</c:v>
                </c:pt>
                <c:pt idx="4093">
                  <c:v>46463</c:v>
                </c:pt>
                <c:pt idx="4094">
                  <c:v>46464</c:v>
                </c:pt>
                <c:pt idx="4095">
                  <c:v>46465</c:v>
                </c:pt>
                <c:pt idx="4096">
                  <c:v>46466</c:v>
                </c:pt>
                <c:pt idx="4097">
                  <c:v>46467</c:v>
                </c:pt>
                <c:pt idx="4098">
                  <c:v>46468</c:v>
                </c:pt>
                <c:pt idx="4099">
                  <c:v>46469</c:v>
                </c:pt>
                <c:pt idx="4100">
                  <c:v>46470</c:v>
                </c:pt>
                <c:pt idx="4101">
                  <c:v>46471</c:v>
                </c:pt>
                <c:pt idx="4102">
                  <c:v>46472</c:v>
                </c:pt>
                <c:pt idx="4103">
                  <c:v>46473</c:v>
                </c:pt>
                <c:pt idx="4104">
                  <c:v>46474</c:v>
                </c:pt>
                <c:pt idx="4105">
                  <c:v>46475</c:v>
                </c:pt>
                <c:pt idx="4106">
                  <c:v>46476</c:v>
                </c:pt>
                <c:pt idx="4107">
                  <c:v>46477</c:v>
                </c:pt>
                <c:pt idx="4108">
                  <c:v>46478</c:v>
                </c:pt>
                <c:pt idx="4109">
                  <c:v>46479</c:v>
                </c:pt>
                <c:pt idx="4110">
                  <c:v>46480</c:v>
                </c:pt>
                <c:pt idx="4111">
                  <c:v>46481</c:v>
                </c:pt>
                <c:pt idx="4112">
                  <c:v>46482</c:v>
                </c:pt>
                <c:pt idx="4113">
                  <c:v>46483</c:v>
                </c:pt>
                <c:pt idx="4114">
                  <c:v>46484</c:v>
                </c:pt>
                <c:pt idx="4115">
                  <c:v>46485</c:v>
                </c:pt>
                <c:pt idx="4116">
                  <c:v>46486</c:v>
                </c:pt>
                <c:pt idx="4117">
                  <c:v>46487</c:v>
                </c:pt>
                <c:pt idx="4118">
                  <c:v>46488</c:v>
                </c:pt>
                <c:pt idx="4119">
                  <c:v>46489</c:v>
                </c:pt>
                <c:pt idx="4120">
                  <c:v>46490</c:v>
                </c:pt>
                <c:pt idx="4121">
                  <c:v>46491</c:v>
                </c:pt>
                <c:pt idx="4122">
                  <c:v>46492</c:v>
                </c:pt>
                <c:pt idx="4123">
                  <c:v>46493</c:v>
                </c:pt>
                <c:pt idx="4124">
                  <c:v>46494</c:v>
                </c:pt>
                <c:pt idx="4125">
                  <c:v>46495</c:v>
                </c:pt>
                <c:pt idx="4126">
                  <c:v>46496</c:v>
                </c:pt>
                <c:pt idx="4127">
                  <c:v>46497</c:v>
                </c:pt>
                <c:pt idx="4128">
                  <c:v>46498</c:v>
                </c:pt>
                <c:pt idx="4129">
                  <c:v>46499</c:v>
                </c:pt>
                <c:pt idx="4130">
                  <c:v>46500</c:v>
                </c:pt>
                <c:pt idx="4131">
                  <c:v>46501</c:v>
                </c:pt>
                <c:pt idx="4132">
                  <c:v>46502</c:v>
                </c:pt>
                <c:pt idx="4133">
                  <c:v>46503</c:v>
                </c:pt>
                <c:pt idx="4134">
                  <c:v>46504</c:v>
                </c:pt>
                <c:pt idx="4135">
                  <c:v>46505</c:v>
                </c:pt>
                <c:pt idx="4136">
                  <c:v>46506</c:v>
                </c:pt>
                <c:pt idx="4137">
                  <c:v>46507</c:v>
                </c:pt>
                <c:pt idx="4138">
                  <c:v>46508</c:v>
                </c:pt>
                <c:pt idx="4139">
                  <c:v>46509</c:v>
                </c:pt>
                <c:pt idx="4140">
                  <c:v>46510</c:v>
                </c:pt>
                <c:pt idx="4141">
                  <c:v>46511</c:v>
                </c:pt>
                <c:pt idx="4142">
                  <c:v>46512</c:v>
                </c:pt>
                <c:pt idx="4143">
                  <c:v>46513</c:v>
                </c:pt>
                <c:pt idx="4144">
                  <c:v>46514</c:v>
                </c:pt>
                <c:pt idx="4145">
                  <c:v>46515</c:v>
                </c:pt>
                <c:pt idx="4146">
                  <c:v>46516</c:v>
                </c:pt>
                <c:pt idx="4147">
                  <c:v>46517</c:v>
                </c:pt>
                <c:pt idx="4148">
                  <c:v>46518</c:v>
                </c:pt>
                <c:pt idx="4149">
                  <c:v>46519</c:v>
                </c:pt>
                <c:pt idx="4150">
                  <c:v>46520</c:v>
                </c:pt>
                <c:pt idx="4151">
                  <c:v>46521</c:v>
                </c:pt>
                <c:pt idx="4152">
                  <c:v>46522</c:v>
                </c:pt>
                <c:pt idx="4153">
                  <c:v>46523</c:v>
                </c:pt>
                <c:pt idx="4154">
                  <c:v>46524</c:v>
                </c:pt>
                <c:pt idx="4155">
                  <c:v>46525</c:v>
                </c:pt>
                <c:pt idx="4156">
                  <c:v>46526</c:v>
                </c:pt>
                <c:pt idx="4157">
                  <c:v>46527</c:v>
                </c:pt>
                <c:pt idx="4158">
                  <c:v>46528</c:v>
                </c:pt>
                <c:pt idx="4159">
                  <c:v>46529</c:v>
                </c:pt>
                <c:pt idx="4160">
                  <c:v>46530</c:v>
                </c:pt>
                <c:pt idx="4161">
                  <c:v>46531</c:v>
                </c:pt>
                <c:pt idx="4162">
                  <c:v>46532</c:v>
                </c:pt>
                <c:pt idx="4163">
                  <c:v>46533</c:v>
                </c:pt>
                <c:pt idx="4164">
                  <c:v>46534</c:v>
                </c:pt>
                <c:pt idx="4165">
                  <c:v>46535</c:v>
                </c:pt>
                <c:pt idx="4166">
                  <c:v>46536</c:v>
                </c:pt>
                <c:pt idx="4167">
                  <c:v>46537</c:v>
                </c:pt>
                <c:pt idx="4168">
                  <c:v>46538</c:v>
                </c:pt>
                <c:pt idx="4169">
                  <c:v>46539</c:v>
                </c:pt>
                <c:pt idx="4170">
                  <c:v>46540</c:v>
                </c:pt>
                <c:pt idx="4171">
                  <c:v>46541</c:v>
                </c:pt>
                <c:pt idx="4172">
                  <c:v>46542</c:v>
                </c:pt>
                <c:pt idx="4173">
                  <c:v>46543</c:v>
                </c:pt>
                <c:pt idx="4174">
                  <c:v>46544</c:v>
                </c:pt>
                <c:pt idx="4175">
                  <c:v>46545</c:v>
                </c:pt>
                <c:pt idx="4176">
                  <c:v>46546</c:v>
                </c:pt>
                <c:pt idx="4177">
                  <c:v>46547</c:v>
                </c:pt>
                <c:pt idx="4178">
                  <c:v>46548</c:v>
                </c:pt>
                <c:pt idx="4179">
                  <c:v>46549</c:v>
                </c:pt>
                <c:pt idx="4180">
                  <c:v>46550</c:v>
                </c:pt>
                <c:pt idx="4181">
                  <c:v>46551</c:v>
                </c:pt>
                <c:pt idx="4182">
                  <c:v>46552</c:v>
                </c:pt>
                <c:pt idx="4183">
                  <c:v>46553</c:v>
                </c:pt>
                <c:pt idx="4184">
                  <c:v>46554</c:v>
                </c:pt>
                <c:pt idx="4185">
                  <c:v>46555</c:v>
                </c:pt>
                <c:pt idx="4186">
                  <c:v>46556</c:v>
                </c:pt>
                <c:pt idx="4187">
                  <c:v>46557</c:v>
                </c:pt>
                <c:pt idx="4188">
                  <c:v>46558</c:v>
                </c:pt>
                <c:pt idx="4189">
                  <c:v>46559</c:v>
                </c:pt>
                <c:pt idx="4190">
                  <c:v>46560</c:v>
                </c:pt>
                <c:pt idx="4191">
                  <c:v>46561</c:v>
                </c:pt>
                <c:pt idx="4192">
                  <c:v>46562</c:v>
                </c:pt>
                <c:pt idx="4193">
                  <c:v>46563</c:v>
                </c:pt>
                <c:pt idx="4194">
                  <c:v>46564</c:v>
                </c:pt>
                <c:pt idx="4195">
                  <c:v>46565</c:v>
                </c:pt>
                <c:pt idx="4196">
                  <c:v>46566</c:v>
                </c:pt>
                <c:pt idx="4197">
                  <c:v>46567</c:v>
                </c:pt>
                <c:pt idx="4198">
                  <c:v>46568</c:v>
                </c:pt>
                <c:pt idx="4199">
                  <c:v>46569</c:v>
                </c:pt>
                <c:pt idx="4200">
                  <c:v>46570</c:v>
                </c:pt>
                <c:pt idx="4201">
                  <c:v>46571</c:v>
                </c:pt>
                <c:pt idx="4202">
                  <c:v>46572</c:v>
                </c:pt>
                <c:pt idx="4203">
                  <c:v>46573</c:v>
                </c:pt>
                <c:pt idx="4204">
                  <c:v>46574</c:v>
                </c:pt>
                <c:pt idx="4205">
                  <c:v>46575</c:v>
                </c:pt>
                <c:pt idx="4206">
                  <c:v>46576</c:v>
                </c:pt>
                <c:pt idx="4207">
                  <c:v>46577</c:v>
                </c:pt>
                <c:pt idx="4208">
                  <c:v>46578</c:v>
                </c:pt>
                <c:pt idx="4209">
                  <c:v>46579</c:v>
                </c:pt>
                <c:pt idx="4210">
                  <c:v>46580</c:v>
                </c:pt>
                <c:pt idx="4211">
                  <c:v>46581</c:v>
                </c:pt>
                <c:pt idx="4212">
                  <c:v>46582</c:v>
                </c:pt>
                <c:pt idx="4213">
                  <c:v>46583</c:v>
                </c:pt>
                <c:pt idx="4214">
                  <c:v>46584</c:v>
                </c:pt>
                <c:pt idx="4215">
                  <c:v>46585</c:v>
                </c:pt>
                <c:pt idx="4216">
                  <c:v>46586</c:v>
                </c:pt>
                <c:pt idx="4217">
                  <c:v>46587</c:v>
                </c:pt>
                <c:pt idx="4218">
                  <c:v>46588</c:v>
                </c:pt>
                <c:pt idx="4219">
                  <c:v>46589</c:v>
                </c:pt>
                <c:pt idx="4220">
                  <c:v>46590</c:v>
                </c:pt>
                <c:pt idx="4221">
                  <c:v>46591</c:v>
                </c:pt>
                <c:pt idx="4222">
                  <c:v>46592</c:v>
                </c:pt>
                <c:pt idx="4223">
                  <c:v>46593</c:v>
                </c:pt>
                <c:pt idx="4224">
                  <c:v>46594</c:v>
                </c:pt>
                <c:pt idx="4225">
                  <c:v>46595</c:v>
                </c:pt>
                <c:pt idx="4226">
                  <c:v>46596</c:v>
                </c:pt>
                <c:pt idx="4227">
                  <c:v>46597</c:v>
                </c:pt>
                <c:pt idx="4228">
                  <c:v>46598</c:v>
                </c:pt>
                <c:pt idx="4229">
                  <c:v>46599</c:v>
                </c:pt>
                <c:pt idx="4230">
                  <c:v>46600</c:v>
                </c:pt>
                <c:pt idx="4231">
                  <c:v>46601</c:v>
                </c:pt>
                <c:pt idx="4232">
                  <c:v>46602</c:v>
                </c:pt>
                <c:pt idx="4233">
                  <c:v>46603</c:v>
                </c:pt>
                <c:pt idx="4234">
                  <c:v>46604</c:v>
                </c:pt>
                <c:pt idx="4235">
                  <c:v>46605</c:v>
                </c:pt>
                <c:pt idx="4236">
                  <c:v>46606</c:v>
                </c:pt>
                <c:pt idx="4237">
                  <c:v>46607</c:v>
                </c:pt>
                <c:pt idx="4238">
                  <c:v>46608</c:v>
                </c:pt>
                <c:pt idx="4239">
                  <c:v>46609</c:v>
                </c:pt>
                <c:pt idx="4240">
                  <c:v>46610</c:v>
                </c:pt>
                <c:pt idx="4241">
                  <c:v>46611</c:v>
                </c:pt>
                <c:pt idx="4242">
                  <c:v>46612</c:v>
                </c:pt>
                <c:pt idx="4243">
                  <c:v>46613</c:v>
                </c:pt>
                <c:pt idx="4244">
                  <c:v>46614</c:v>
                </c:pt>
                <c:pt idx="4245">
                  <c:v>46615</c:v>
                </c:pt>
                <c:pt idx="4246">
                  <c:v>46616</c:v>
                </c:pt>
                <c:pt idx="4247">
                  <c:v>46617</c:v>
                </c:pt>
                <c:pt idx="4248">
                  <c:v>46618</c:v>
                </c:pt>
                <c:pt idx="4249">
                  <c:v>46619</c:v>
                </c:pt>
                <c:pt idx="4250">
                  <c:v>46620</c:v>
                </c:pt>
                <c:pt idx="4251">
                  <c:v>46621</c:v>
                </c:pt>
                <c:pt idx="4252">
                  <c:v>46622</c:v>
                </c:pt>
                <c:pt idx="4253">
                  <c:v>46623</c:v>
                </c:pt>
                <c:pt idx="4254">
                  <c:v>46624</c:v>
                </c:pt>
                <c:pt idx="4255">
                  <c:v>46625</c:v>
                </c:pt>
                <c:pt idx="4256">
                  <c:v>46626</c:v>
                </c:pt>
                <c:pt idx="4257">
                  <c:v>46627</c:v>
                </c:pt>
                <c:pt idx="4258">
                  <c:v>46628</c:v>
                </c:pt>
                <c:pt idx="4259">
                  <c:v>46629</c:v>
                </c:pt>
                <c:pt idx="4260">
                  <c:v>46630</c:v>
                </c:pt>
                <c:pt idx="4261">
                  <c:v>46631</c:v>
                </c:pt>
                <c:pt idx="4262">
                  <c:v>46632</c:v>
                </c:pt>
                <c:pt idx="4263">
                  <c:v>46633</c:v>
                </c:pt>
                <c:pt idx="4264">
                  <c:v>46634</c:v>
                </c:pt>
                <c:pt idx="4265">
                  <c:v>46635</c:v>
                </c:pt>
                <c:pt idx="4266">
                  <c:v>46636</c:v>
                </c:pt>
                <c:pt idx="4267">
                  <c:v>46637</c:v>
                </c:pt>
                <c:pt idx="4268">
                  <c:v>46638</c:v>
                </c:pt>
                <c:pt idx="4269">
                  <c:v>46639</c:v>
                </c:pt>
                <c:pt idx="4270">
                  <c:v>46640</c:v>
                </c:pt>
                <c:pt idx="4271">
                  <c:v>46641</c:v>
                </c:pt>
                <c:pt idx="4272">
                  <c:v>46642</c:v>
                </c:pt>
                <c:pt idx="4273">
                  <c:v>46643</c:v>
                </c:pt>
                <c:pt idx="4274">
                  <c:v>46644</c:v>
                </c:pt>
                <c:pt idx="4275">
                  <c:v>46645</c:v>
                </c:pt>
                <c:pt idx="4276">
                  <c:v>46646</c:v>
                </c:pt>
                <c:pt idx="4277">
                  <c:v>46647</c:v>
                </c:pt>
                <c:pt idx="4278">
                  <c:v>46648</c:v>
                </c:pt>
                <c:pt idx="4279">
                  <c:v>46649</c:v>
                </c:pt>
                <c:pt idx="4280">
                  <c:v>46650</c:v>
                </c:pt>
                <c:pt idx="4281">
                  <c:v>46651</c:v>
                </c:pt>
                <c:pt idx="4282">
                  <c:v>46652</c:v>
                </c:pt>
                <c:pt idx="4283">
                  <c:v>46653</c:v>
                </c:pt>
                <c:pt idx="4284">
                  <c:v>46654</c:v>
                </c:pt>
                <c:pt idx="4285">
                  <c:v>46655</c:v>
                </c:pt>
                <c:pt idx="4286">
                  <c:v>46656</c:v>
                </c:pt>
                <c:pt idx="4287">
                  <c:v>46657</c:v>
                </c:pt>
                <c:pt idx="4288">
                  <c:v>46658</c:v>
                </c:pt>
                <c:pt idx="4289">
                  <c:v>46659</c:v>
                </c:pt>
                <c:pt idx="4290">
                  <c:v>46660</c:v>
                </c:pt>
                <c:pt idx="4291">
                  <c:v>46661</c:v>
                </c:pt>
                <c:pt idx="4292">
                  <c:v>46662</c:v>
                </c:pt>
                <c:pt idx="4293">
                  <c:v>46663</c:v>
                </c:pt>
                <c:pt idx="4294">
                  <c:v>46664</c:v>
                </c:pt>
                <c:pt idx="4295">
                  <c:v>46665</c:v>
                </c:pt>
                <c:pt idx="4296">
                  <c:v>46666</c:v>
                </c:pt>
                <c:pt idx="4297">
                  <c:v>46667</c:v>
                </c:pt>
                <c:pt idx="4298">
                  <c:v>46668</c:v>
                </c:pt>
                <c:pt idx="4299">
                  <c:v>46669</c:v>
                </c:pt>
                <c:pt idx="4300">
                  <c:v>46670</c:v>
                </c:pt>
                <c:pt idx="4301">
                  <c:v>46671</c:v>
                </c:pt>
                <c:pt idx="4302">
                  <c:v>46672</c:v>
                </c:pt>
                <c:pt idx="4303">
                  <c:v>46673</c:v>
                </c:pt>
                <c:pt idx="4304">
                  <c:v>46674</c:v>
                </c:pt>
                <c:pt idx="4305">
                  <c:v>46675</c:v>
                </c:pt>
                <c:pt idx="4306">
                  <c:v>46676</c:v>
                </c:pt>
                <c:pt idx="4307">
                  <c:v>46677</c:v>
                </c:pt>
                <c:pt idx="4308">
                  <c:v>46678</c:v>
                </c:pt>
                <c:pt idx="4309">
                  <c:v>46679</c:v>
                </c:pt>
                <c:pt idx="4310">
                  <c:v>46680</c:v>
                </c:pt>
                <c:pt idx="4311">
                  <c:v>46681</c:v>
                </c:pt>
                <c:pt idx="4312">
                  <c:v>46682</c:v>
                </c:pt>
                <c:pt idx="4313">
                  <c:v>46683</c:v>
                </c:pt>
                <c:pt idx="4314">
                  <c:v>46684</c:v>
                </c:pt>
                <c:pt idx="4315">
                  <c:v>46685</c:v>
                </c:pt>
                <c:pt idx="4316">
                  <c:v>46686</c:v>
                </c:pt>
                <c:pt idx="4317">
                  <c:v>46687</c:v>
                </c:pt>
                <c:pt idx="4318">
                  <c:v>46688</c:v>
                </c:pt>
                <c:pt idx="4319">
                  <c:v>46689</c:v>
                </c:pt>
                <c:pt idx="4320">
                  <c:v>46690</c:v>
                </c:pt>
                <c:pt idx="4321">
                  <c:v>46691</c:v>
                </c:pt>
                <c:pt idx="4322">
                  <c:v>46692</c:v>
                </c:pt>
                <c:pt idx="4323">
                  <c:v>46693</c:v>
                </c:pt>
                <c:pt idx="4324">
                  <c:v>46694</c:v>
                </c:pt>
                <c:pt idx="4325">
                  <c:v>46695</c:v>
                </c:pt>
                <c:pt idx="4326">
                  <c:v>46696</c:v>
                </c:pt>
                <c:pt idx="4327">
                  <c:v>46697</c:v>
                </c:pt>
                <c:pt idx="4328">
                  <c:v>46698</c:v>
                </c:pt>
                <c:pt idx="4329">
                  <c:v>46699</c:v>
                </c:pt>
                <c:pt idx="4330">
                  <c:v>46700</c:v>
                </c:pt>
                <c:pt idx="4331">
                  <c:v>46701</c:v>
                </c:pt>
                <c:pt idx="4332">
                  <c:v>46702</c:v>
                </c:pt>
                <c:pt idx="4333">
                  <c:v>46703</c:v>
                </c:pt>
                <c:pt idx="4334">
                  <c:v>46704</c:v>
                </c:pt>
                <c:pt idx="4335">
                  <c:v>46705</c:v>
                </c:pt>
                <c:pt idx="4336">
                  <c:v>46706</c:v>
                </c:pt>
                <c:pt idx="4337">
                  <c:v>46707</c:v>
                </c:pt>
                <c:pt idx="4338">
                  <c:v>46708</c:v>
                </c:pt>
                <c:pt idx="4339">
                  <c:v>46709</c:v>
                </c:pt>
                <c:pt idx="4340">
                  <c:v>46710</c:v>
                </c:pt>
                <c:pt idx="4341">
                  <c:v>46711</c:v>
                </c:pt>
                <c:pt idx="4342">
                  <c:v>46712</c:v>
                </c:pt>
                <c:pt idx="4343">
                  <c:v>46713</c:v>
                </c:pt>
                <c:pt idx="4344">
                  <c:v>46714</c:v>
                </c:pt>
                <c:pt idx="4345">
                  <c:v>46715</c:v>
                </c:pt>
                <c:pt idx="4346">
                  <c:v>46716</c:v>
                </c:pt>
                <c:pt idx="4347">
                  <c:v>46717</c:v>
                </c:pt>
                <c:pt idx="4348">
                  <c:v>46718</c:v>
                </c:pt>
                <c:pt idx="4349">
                  <c:v>46719</c:v>
                </c:pt>
                <c:pt idx="4350">
                  <c:v>46720</c:v>
                </c:pt>
                <c:pt idx="4351">
                  <c:v>46721</c:v>
                </c:pt>
                <c:pt idx="4352">
                  <c:v>46722</c:v>
                </c:pt>
                <c:pt idx="4353">
                  <c:v>46723</c:v>
                </c:pt>
                <c:pt idx="4354">
                  <c:v>46724</c:v>
                </c:pt>
                <c:pt idx="4355">
                  <c:v>46725</c:v>
                </c:pt>
                <c:pt idx="4356">
                  <c:v>46726</c:v>
                </c:pt>
                <c:pt idx="4357">
                  <c:v>46727</c:v>
                </c:pt>
                <c:pt idx="4358">
                  <c:v>46728</c:v>
                </c:pt>
                <c:pt idx="4359">
                  <c:v>46729</c:v>
                </c:pt>
                <c:pt idx="4360">
                  <c:v>46730</c:v>
                </c:pt>
                <c:pt idx="4361">
                  <c:v>46731</c:v>
                </c:pt>
                <c:pt idx="4362">
                  <c:v>46732</c:v>
                </c:pt>
                <c:pt idx="4363">
                  <c:v>46733</c:v>
                </c:pt>
                <c:pt idx="4364">
                  <c:v>46734</c:v>
                </c:pt>
                <c:pt idx="4365">
                  <c:v>46735</c:v>
                </c:pt>
                <c:pt idx="4366">
                  <c:v>46736</c:v>
                </c:pt>
                <c:pt idx="4367">
                  <c:v>46737</c:v>
                </c:pt>
                <c:pt idx="4368">
                  <c:v>46738</c:v>
                </c:pt>
                <c:pt idx="4369">
                  <c:v>46739</c:v>
                </c:pt>
                <c:pt idx="4370">
                  <c:v>46740</c:v>
                </c:pt>
                <c:pt idx="4371">
                  <c:v>46741</c:v>
                </c:pt>
                <c:pt idx="4372">
                  <c:v>46742</c:v>
                </c:pt>
                <c:pt idx="4373">
                  <c:v>46743</c:v>
                </c:pt>
                <c:pt idx="4374">
                  <c:v>46744</c:v>
                </c:pt>
                <c:pt idx="4375">
                  <c:v>46745</c:v>
                </c:pt>
                <c:pt idx="4376">
                  <c:v>46746</c:v>
                </c:pt>
                <c:pt idx="4377">
                  <c:v>46747</c:v>
                </c:pt>
                <c:pt idx="4378">
                  <c:v>46748</c:v>
                </c:pt>
                <c:pt idx="4379">
                  <c:v>46749</c:v>
                </c:pt>
                <c:pt idx="4380">
                  <c:v>46750</c:v>
                </c:pt>
                <c:pt idx="4381">
                  <c:v>46751</c:v>
                </c:pt>
                <c:pt idx="4382">
                  <c:v>46752</c:v>
                </c:pt>
                <c:pt idx="4383">
                  <c:v>46753</c:v>
                </c:pt>
                <c:pt idx="4384">
                  <c:v>46754</c:v>
                </c:pt>
                <c:pt idx="4385">
                  <c:v>46755</c:v>
                </c:pt>
                <c:pt idx="4386">
                  <c:v>46756</c:v>
                </c:pt>
                <c:pt idx="4387">
                  <c:v>46757</c:v>
                </c:pt>
                <c:pt idx="4388">
                  <c:v>46758</c:v>
                </c:pt>
                <c:pt idx="4389">
                  <c:v>46759</c:v>
                </c:pt>
                <c:pt idx="4390">
                  <c:v>46760</c:v>
                </c:pt>
                <c:pt idx="4391">
                  <c:v>46761</c:v>
                </c:pt>
                <c:pt idx="4392">
                  <c:v>46762</c:v>
                </c:pt>
                <c:pt idx="4393">
                  <c:v>46763</c:v>
                </c:pt>
                <c:pt idx="4394">
                  <c:v>46764</c:v>
                </c:pt>
                <c:pt idx="4395">
                  <c:v>46765</c:v>
                </c:pt>
                <c:pt idx="4396">
                  <c:v>46766</c:v>
                </c:pt>
                <c:pt idx="4397">
                  <c:v>46767</c:v>
                </c:pt>
                <c:pt idx="4398">
                  <c:v>46768</c:v>
                </c:pt>
                <c:pt idx="4399">
                  <c:v>46769</c:v>
                </c:pt>
                <c:pt idx="4400">
                  <c:v>46770</c:v>
                </c:pt>
                <c:pt idx="4401">
                  <c:v>46771</c:v>
                </c:pt>
                <c:pt idx="4402">
                  <c:v>46772</c:v>
                </c:pt>
                <c:pt idx="4403">
                  <c:v>46773</c:v>
                </c:pt>
                <c:pt idx="4404">
                  <c:v>46774</c:v>
                </c:pt>
                <c:pt idx="4405">
                  <c:v>46775</c:v>
                </c:pt>
                <c:pt idx="4406">
                  <c:v>46776</c:v>
                </c:pt>
                <c:pt idx="4407">
                  <c:v>46777</c:v>
                </c:pt>
                <c:pt idx="4408">
                  <c:v>46778</c:v>
                </c:pt>
                <c:pt idx="4409">
                  <c:v>46779</c:v>
                </c:pt>
                <c:pt idx="4410">
                  <c:v>46780</c:v>
                </c:pt>
                <c:pt idx="4411">
                  <c:v>46781</c:v>
                </c:pt>
                <c:pt idx="4412">
                  <c:v>46782</c:v>
                </c:pt>
                <c:pt idx="4413">
                  <c:v>46783</c:v>
                </c:pt>
                <c:pt idx="4414">
                  <c:v>46784</c:v>
                </c:pt>
                <c:pt idx="4415">
                  <c:v>46785</c:v>
                </c:pt>
                <c:pt idx="4416">
                  <c:v>46786</c:v>
                </c:pt>
                <c:pt idx="4417">
                  <c:v>46787</c:v>
                </c:pt>
                <c:pt idx="4418">
                  <c:v>46788</c:v>
                </c:pt>
                <c:pt idx="4419">
                  <c:v>46789</c:v>
                </c:pt>
                <c:pt idx="4420">
                  <c:v>46790</c:v>
                </c:pt>
                <c:pt idx="4421">
                  <c:v>46791</c:v>
                </c:pt>
                <c:pt idx="4422">
                  <c:v>46792</c:v>
                </c:pt>
                <c:pt idx="4423">
                  <c:v>46793</c:v>
                </c:pt>
                <c:pt idx="4424">
                  <c:v>46794</c:v>
                </c:pt>
                <c:pt idx="4425">
                  <c:v>46795</c:v>
                </c:pt>
                <c:pt idx="4426">
                  <c:v>46796</c:v>
                </c:pt>
                <c:pt idx="4427">
                  <c:v>46797</c:v>
                </c:pt>
                <c:pt idx="4428">
                  <c:v>46798</c:v>
                </c:pt>
                <c:pt idx="4429">
                  <c:v>46799</c:v>
                </c:pt>
                <c:pt idx="4430">
                  <c:v>46800</c:v>
                </c:pt>
                <c:pt idx="4431">
                  <c:v>46801</c:v>
                </c:pt>
                <c:pt idx="4432">
                  <c:v>46802</c:v>
                </c:pt>
                <c:pt idx="4433">
                  <c:v>46803</c:v>
                </c:pt>
                <c:pt idx="4434">
                  <c:v>46804</c:v>
                </c:pt>
                <c:pt idx="4435">
                  <c:v>46805</c:v>
                </c:pt>
                <c:pt idx="4436">
                  <c:v>46806</c:v>
                </c:pt>
                <c:pt idx="4437">
                  <c:v>46807</c:v>
                </c:pt>
                <c:pt idx="4438">
                  <c:v>46808</c:v>
                </c:pt>
                <c:pt idx="4439">
                  <c:v>46809</c:v>
                </c:pt>
                <c:pt idx="4440">
                  <c:v>46810</c:v>
                </c:pt>
                <c:pt idx="4441">
                  <c:v>46811</c:v>
                </c:pt>
                <c:pt idx="4442">
                  <c:v>46812</c:v>
                </c:pt>
                <c:pt idx="4443">
                  <c:v>46813</c:v>
                </c:pt>
                <c:pt idx="4444">
                  <c:v>46814</c:v>
                </c:pt>
                <c:pt idx="4445">
                  <c:v>46815</c:v>
                </c:pt>
                <c:pt idx="4446">
                  <c:v>46816</c:v>
                </c:pt>
                <c:pt idx="4447">
                  <c:v>46817</c:v>
                </c:pt>
                <c:pt idx="4448">
                  <c:v>46818</c:v>
                </c:pt>
                <c:pt idx="4449">
                  <c:v>46819</c:v>
                </c:pt>
                <c:pt idx="4450">
                  <c:v>46820</c:v>
                </c:pt>
                <c:pt idx="4451">
                  <c:v>46821</c:v>
                </c:pt>
                <c:pt idx="4452">
                  <c:v>46822</c:v>
                </c:pt>
                <c:pt idx="4453">
                  <c:v>46823</c:v>
                </c:pt>
                <c:pt idx="4454">
                  <c:v>46824</c:v>
                </c:pt>
                <c:pt idx="4455">
                  <c:v>46825</c:v>
                </c:pt>
                <c:pt idx="4456">
                  <c:v>46826</c:v>
                </c:pt>
                <c:pt idx="4457">
                  <c:v>46827</c:v>
                </c:pt>
                <c:pt idx="4458">
                  <c:v>46828</c:v>
                </c:pt>
                <c:pt idx="4459">
                  <c:v>46829</c:v>
                </c:pt>
                <c:pt idx="4460">
                  <c:v>46830</c:v>
                </c:pt>
                <c:pt idx="4461">
                  <c:v>46831</c:v>
                </c:pt>
                <c:pt idx="4462">
                  <c:v>46832</c:v>
                </c:pt>
                <c:pt idx="4463">
                  <c:v>46833</c:v>
                </c:pt>
                <c:pt idx="4464">
                  <c:v>46834</c:v>
                </c:pt>
                <c:pt idx="4465">
                  <c:v>46835</c:v>
                </c:pt>
                <c:pt idx="4466">
                  <c:v>46836</c:v>
                </c:pt>
                <c:pt idx="4467">
                  <c:v>46837</c:v>
                </c:pt>
                <c:pt idx="4468">
                  <c:v>46838</c:v>
                </c:pt>
                <c:pt idx="4469">
                  <c:v>46839</c:v>
                </c:pt>
                <c:pt idx="4470">
                  <c:v>46840</c:v>
                </c:pt>
                <c:pt idx="4471">
                  <c:v>46841</c:v>
                </c:pt>
                <c:pt idx="4472">
                  <c:v>46842</c:v>
                </c:pt>
                <c:pt idx="4473">
                  <c:v>46843</c:v>
                </c:pt>
                <c:pt idx="4474">
                  <c:v>46844</c:v>
                </c:pt>
                <c:pt idx="4475">
                  <c:v>46845</c:v>
                </c:pt>
                <c:pt idx="4476">
                  <c:v>46846</c:v>
                </c:pt>
                <c:pt idx="4477">
                  <c:v>46847</c:v>
                </c:pt>
                <c:pt idx="4478">
                  <c:v>46848</c:v>
                </c:pt>
                <c:pt idx="4479">
                  <c:v>46849</c:v>
                </c:pt>
                <c:pt idx="4480">
                  <c:v>46850</c:v>
                </c:pt>
                <c:pt idx="4481">
                  <c:v>46851</c:v>
                </c:pt>
                <c:pt idx="4482">
                  <c:v>46852</c:v>
                </c:pt>
                <c:pt idx="4483">
                  <c:v>46853</c:v>
                </c:pt>
                <c:pt idx="4484">
                  <c:v>46854</c:v>
                </c:pt>
                <c:pt idx="4485">
                  <c:v>46855</c:v>
                </c:pt>
                <c:pt idx="4486">
                  <c:v>46856</c:v>
                </c:pt>
                <c:pt idx="4487">
                  <c:v>46857</c:v>
                </c:pt>
                <c:pt idx="4488">
                  <c:v>46858</c:v>
                </c:pt>
                <c:pt idx="4489">
                  <c:v>46859</c:v>
                </c:pt>
                <c:pt idx="4490">
                  <c:v>46860</c:v>
                </c:pt>
                <c:pt idx="4491">
                  <c:v>46861</c:v>
                </c:pt>
                <c:pt idx="4492">
                  <c:v>46862</c:v>
                </c:pt>
                <c:pt idx="4493">
                  <c:v>46863</c:v>
                </c:pt>
                <c:pt idx="4494">
                  <c:v>46864</c:v>
                </c:pt>
                <c:pt idx="4495">
                  <c:v>46865</c:v>
                </c:pt>
                <c:pt idx="4496">
                  <c:v>46866</c:v>
                </c:pt>
                <c:pt idx="4497">
                  <c:v>46867</c:v>
                </c:pt>
                <c:pt idx="4498">
                  <c:v>46868</c:v>
                </c:pt>
                <c:pt idx="4499">
                  <c:v>46869</c:v>
                </c:pt>
                <c:pt idx="4500">
                  <c:v>46870</c:v>
                </c:pt>
                <c:pt idx="4501">
                  <c:v>46871</c:v>
                </c:pt>
                <c:pt idx="4502">
                  <c:v>46872</c:v>
                </c:pt>
                <c:pt idx="4503">
                  <c:v>46873</c:v>
                </c:pt>
                <c:pt idx="4504">
                  <c:v>46874</c:v>
                </c:pt>
                <c:pt idx="4505">
                  <c:v>46875</c:v>
                </c:pt>
                <c:pt idx="4506">
                  <c:v>46876</c:v>
                </c:pt>
                <c:pt idx="4507">
                  <c:v>46877</c:v>
                </c:pt>
                <c:pt idx="4508">
                  <c:v>46878</c:v>
                </c:pt>
                <c:pt idx="4509">
                  <c:v>46879</c:v>
                </c:pt>
                <c:pt idx="4510">
                  <c:v>46880</c:v>
                </c:pt>
                <c:pt idx="4511">
                  <c:v>46881</c:v>
                </c:pt>
                <c:pt idx="4512">
                  <c:v>46882</c:v>
                </c:pt>
                <c:pt idx="4513">
                  <c:v>46883</c:v>
                </c:pt>
                <c:pt idx="4514">
                  <c:v>46884</c:v>
                </c:pt>
                <c:pt idx="4515">
                  <c:v>46885</c:v>
                </c:pt>
                <c:pt idx="4516">
                  <c:v>46886</c:v>
                </c:pt>
                <c:pt idx="4517">
                  <c:v>46887</c:v>
                </c:pt>
                <c:pt idx="4518">
                  <c:v>46888</c:v>
                </c:pt>
                <c:pt idx="4519">
                  <c:v>46889</c:v>
                </c:pt>
                <c:pt idx="4520">
                  <c:v>46890</c:v>
                </c:pt>
                <c:pt idx="4521">
                  <c:v>46891</c:v>
                </c:pt>
                <c:pt idx="4522">
                  <c:v>46892</c:v>
                </c:pt>
                <c:pt idx="4523">
                  <c:v>46893</c:v>
                </c:pt>
                <c:pt idx="4524">
                  <c:v>46894</c:v>
                </c:pt>
                <c:pt idx="4525">
                  <c:v>46895</c:v>
                </c:pt>
                <c:pt idx="4526">
                  <c:v>46896</c:v>
                </c:pt>
                <c:pt idx="4527">
                  <c:v>46897</c:v>
                </c:pt>
                <c:pt idx="4528">
                  <c:v>46898</c:v>
                </c:pt>
                <c:pt idx="4529">
                  <c:v>46899</c:v>
                </c:pt>
                <c:pt idx="4530">
                  <c:v>46900</c:v>
                </c:pt>
                <c:pt idx="4531">
                  <c:v>46901</c:v>
                </c:pt>
                <c:pt idx="4532">
                  <c:v>46902</c:v>
                </c:pt>
                <c:pt idx="4533">
                  <c:v>46903</c:v>
                </c:pt>
                <c:pt idx="4534">
                  <c:v>46904</c:v>
                </c:pt>
                <c:pt idx="4535">
                  <c:v>46905</c:v>
                </c:pt>
                <c:pt idx="4536">
                  <c:v>46906</c:v>
                </c:pt>
                <c:pt idx="4537">
                  <c:v>46907</c:v>
                </c:pt>
                <c:pt idx="4538">
                  <c:v>46908</c:v>
                </c:pt>
                <c:pt idx="4539">
                  <c:v>46909</c:v>
                </c:pt>
                <c:pt idx="4540">
                  <c:v>46910</c:v>
                </c:pt>
                <c:pt idx="4541">
                  <c:v>46911</c:v>
                </c:pt>
                <c:pt idx="4542">
                  <c:v>46912</c:v>
                </c:pt>
                <c:pt idx="4543">
                  <c:v>46913</c:v>
                </c:pt>
                <c:pt idx="4544">
                  <c:v>46914</c:v>
                </c:pt>
                <c:pt idx="4545">
                  <c:v>46915</c:v>
                </c:pt>
                <c:pt idx="4546">
                  <c:v>46916</c:v>
                </c:pt>
                <c:pt idx="4547">
                  <c:v>46917</c:v>
                </c:pt>
                <c:pt idx="4548">
                  <c:v>46918</c:v>
                </c:pt>
                <c:pt idx="4549">
                  <c:v>46919</c:v>
                </c:pt>
                <c:pt idx="4550">
                  <c:v>46920</c:v>
                </c:pt>
                <c:pt idx="4551">
                  <c:v>46921</c:v>
                </c:pt>
                <c:pt idx="4552">
                  <c:v>46922</c:v>
                </c:pt>
                <c:pt idx="4553">
                  <c:v>46923</c:v>
                </c:pt>
                <c:pt idx="4554">
                  <c:v>46924</c:v>
                </c:pt>
                <c:pt idx="4555">
                  <c:v>46925</c:v>
                </c:pt>
                <c:pt idx="4556">
                  <c:v>46926</c:v>
                </c:pt>
                <c:pt idx="4557">
                  <c:v>46927</c:v>
                </c:pt>
                <c:pt idx="4558">
                  <c:v>46928</c:v>
                </c:pt>
                <c:pt idx="4559">
                  <c:v>46929</c:v>
                </c:pt>
                <c:pt idx="4560">
                  <c:v>46930</c:v>
                </c:pt>
                <c:pt idx="4561">
                  <c:v>46931</c:v>
                </c:pt>
                <c:pt idx="4562">
                  <c:v>46932</c:v>
                </c:pt>
                <c:pt idx="4563">
                  <c:v>46933</c:v>
                </c:pt>
                <c:pt idx="4564">
                  <c:v>46934</c:v>
                </c:pt>
                <c:pt idx="4565">
                  <c:v>46935</c:v>
                </c:pt>
                <c:pt idx="4566">
                  <c:v>46936</c:v>
                </c:pt>
                <c:pt idx="4567">
                  <c:v>46937</c:v>
                </c:pt>
                <c:pt idx="4568">
                  <c:v>46938</c:v>
                </c:pt>
                <c:pt idx="4569">
                  <c:v>46939</c:v>
                </c:pt>
                <c:pt idx="4570">
                  <c:v>46940</c:v>
                </c:pt>
                <c:pt idx="4571">
                  <c:v>46941</c:v>
                </c:pt>
                <c:pt idx="4572">
                  <c:v>46942</c:v>
                </c:pt>
                <c:pt idx="4573">
                  <c:v>46943</c:v>
                </c:pt>
                <c:pt idx="4574">
                  <c:v>46944</c:v>
                </c:pt>
                <c:pt idx="4575">
                  <c:v>46945</c:v>
                </c:pt>
                <c:pt idx="4576">
                  <c:v>46946</c:v>
                </c:pt>
                <c:pt idx="4577">
                  <c:v>46947</c:v>
                </c:pt>
                <c:pt idx="4578">
                  <c:v>46948</c:v>
                </c:pt>
                <c:pt idx="4579">
                  <c:v>46949</c:v>
                </c:pt>
                <c:pt idx="4580">
                  <c:v>46950</c:v>
                </c:pt>
                <c:pt idx="4581">
                  <c:v>46951</c:v>
                </c:pt>
                <c:pt idx="4582">
                  <c:v>46952</c:v>
                </c:pt>
                <c:pt idx="4583">
                  <c:v>46953</c:v>
                </c:pt>
                <c:pt idx="4584">
                  <c:v>46954</c:v>
                </c:pt>
                <c:pt idx="4585">
                  <c:v>46955</c:v>
                </c:pt>
                <c:pt idx="4586">
                  <c:v>46956</c:v>
                </c:pt>
                <c:pt idx="4587">
                  <c:v>46957</c:v>
                </c:pt>
                <c:pt idx="4588">
                  <c:v>46958</c:v>
                </c:pt>
                <c:pt idx="4589">
                  <c:v>46959</c:v>
                </c:pt>
                <c:pt idx="4590">
                  <c:v>46960</c:v>
                </c:pt>
                <c:pt idx="4591">
                  <c:v>46961</c:v>
                </c:pt>
                <c:pt idx="4592">
                  <c:v>46962</c:v>
                </c:pt>
                <c:pt idx="4593">
                  <c:v>46963</c:v>
                </c:pt>
                <c:pt idx="4594">
                  <c:v>46964</c:v>
                </c:pt>
                <c:pt idx="4595">
                  <c:v>46965</c:v>
                </c:pt>
                <c:pt idx="4596">
                  <c:v>46966</c:v>
                </c:pt>
                <c:pt idx="4597">
                  <c:v>46967</c:v>
                </c:pt>
                <c:pt idx="4598">
                  <c:v>46968</c:v>
                </c:pt>
                <c:pt idx="4599">
                  <c:v>46969</c:v>
                </c:pt>
                <c:pt idx="4600">
                  <c:v>46970</c:v>
                </c:pt>
                <c:pt idx="4601">
                  <c:v>46971</c:v>
                </c:pt>
                <c:pt idx="4602">
                  <c:v>46972</c:v>
                </c:pt>
                <c:pt idx="4603">
                  <c:v>46973</c:v>
                </c:pt>
                <c:pt idx="4604">
                  <c:v>46974</c:v>
                </c:pt>
                <c:pt idx="4605">
                  <c:v>46975</c:v>
                </c:pt>
                <c:pt idx="4606">
                  <c:v>46976</c:v>
                </c:pt>
                <c:pt idx="4607">
                  <c:v>46977</c:v>
                </c:pt>
                <c:pt idx="4608">
                  <c:v>46978</c:v>
                </c:pt>
                <c:pt idx="4609">
                  <c:v>46979</c:v>
                </c:pt>
                <c:pt idx="4610">
                  <c:v>46980</c:v>
                </c:pt>
                <c:pt idx="4611">
                  <c:v>46981</c:v>
                </c:pt>
                <c:pt idx="4612">
                  <c:v>46982</c:v>
                </c:pt>
                <c:pt idx="4613">
                  <c:v>46983</c:v>
                </c:pt>
                <c:pt idx="4614">
                  <c:v>46984</c:v>
                </c:pt>
                <c:pt idx="4615">
                  <c:v>46985</c:v>
                </c:pt>
                <c:pt idx="4616">
                  <c:v>46986</c:v>
                </c:pt>
                <c:pt idx="4617">
                  <c:v>46987</c:v>
                </c:pt>
                <c:pt idx="4618">
                  <c:v>46988</c:v>
                </c:pt>
                <c:pt idx="4619">
                  <c:v>46989</c:v>
                </c:pt>
                <c:pt idx="4620">
                  <c:v>46990</c:v>
                </c:pt>
                <c:pt idx="4621">
                  <c:v>46991</c:v>
                </c:pt>
                <c:pt idx="4622">
                  <c:v>46992</c:v>
                </c:pt>
                <c:pt idx="4623">
                  <c:v>46993</c:v>
                </c:pt>
                <c:pt idx="4624">
                  <c:v>46994</c:v>
                </c:pt>
                <c:pt idx="4625">
                  <c:v>46995</c:v>
                </c:pt>
                <c:pt idx="4626">
                  <c:v>46996</c:v>
                </c:pt>
                <c:pt idx="4627">
                  <c:v>46997</c:v>
                </c:pt>
                <c:pt idx="4628">
                  <c:v>46998</c:v>
                </c:pt>
                <c:pt idx="4629">
                  <c:v>46999</c:v>
                </c:pt>
                <c:pt idx="4630">
                  <c:v>47000</c:v>
                </c:pt>
                <c:pt idx="4631">
                  <c:v>47001</c:v>
                </c:pt>
                <c:pt idx="4632">
                  <c:v>47002</c:v>
                </c:pt>
                <c:pt idx="4633">
                  <c:v>47003</c:v>
                </c:pt>
                <c:pt idx="4634">
                  <c:v>47004</c:v>
                </c:pt>
                <c:pt idx="4635">
                  <c:v>47005</c:v>
                </c:pt>
                <c:pt idx="4636">
                  <c:v>47006</c:v>
                </c:pt>
                <c:pt idx="4637">
                  <c:v>47007</c:v>
                </c:pt>
                <c:pt idx="4638">
                  <c:v>47008</c:v>
                </c:pt>
                <c:pt idx="4639">
                  <c:v>47009</c:v>
                </c:pt>
                <c:pt idx="4640">
                  <c:v>47010</c:v>
                </c:pt>
                <c:pt idx="4641">
                  <c:v>47011</c:v>
                </c:pt>
                <c:pt idx="4642">
                  <c:v>47012</c:v>
                </c:pt>
                <c:pt idx="4643">
                  <c:v>47013</c:v>
                </c:pt>
                <c:pt idx="4644">
                  <c:v>47014</c:v>
                </c:pt>
                <c:pt idx="4645">
                  <c:v>47015</c:v>
                </c:pt>
                <c:pt idx="4646">
                  <c:v>47016</c:v>
                </c:pt>
                <c:pt idx="4647">
                  <c:v>47017</c:v>
                </c:pt>
                <c:pt idx="4648">
                  <c:v>47018</c:v>
                </c:pt>
                <c:pt idx="4649">
                  <c:v>47019</c:v>
                </c:pt>
                <c:pt idx="4650">
                  <c:v>47020</c:v>
                </c:pt>
                <c:pt idx="4651">
                  <c:v>47021</c:v>
                </c:pt>
                <c:pt idx="4652">
                  <c:v>47022</c:v>
                </c:pt>
                <c:pt idx="4653">
                  <c:v>47023</c:v>
                </c:pt>
                <c:pt idx="4654">
                  <c:v>47024</c:v>
                </c:pt>
                <c:pt idx="4655">
                  <c:v>47025</c:v>
                </c:pt>
                <c:pt idx="4656">
                  <c:v>47026</c:v>
                </c:pt>
                <c:pt idx="4657">
                  <c:v>47027</c:v>
                </c:pt>
                <c:pt idx="4658">
                  <c:v>47028</c:v>
                </c:pt>
                <c:pt idx="4659">
                  <c:v>47029</c:v>
                </c:pt>
                <c:pt idx="4660">
                  <c:v>47030</c:v>
                </c:pt>
                <c:pt idx="4661">
                  <c:v>47031</c:v>
                </c:pt>
                <c:pt idx="4662">
                  <c:v>47032</c:v>
                </c:pt>
                <c:pt idx="4663">
                  <c:v>47033</c:v>
                </c:pt>
                <c:pt idx="4664">
                  <c:v>47034</c:v>
                </c:pt>
                <c:pt idx="4665">
                  <c:v>47035</c:v>
                </c:pt>
                <c:pt idx="4666">
                  <c:v>47036</c:v>
                </c:pt>
                <c:pt idx="4667">
                  <c:v>47037</c:v>
                </c:pt>
                <c:pt idx="4668">
                  <c:v>47038</c:v>
                </c:pt>
                <c:pt idx="4669">
                  <c:v>47039</c:v>
                </c:pt>
                <c:pt idx="4670">
                  <c:v>47040</c:v>
                </c:pt>
                <c:pt idx="4671">
                  <c:v>47041</c:v>
                </c:pt>
                <c:pt idx="4672">
                  <c:v>47042</c:v>
                </c:pt>
                <c:pt idx="4673">
                  <c:v>47043</c:v>
                </c:pt>
                <c:pt idx="4674">
                  <c:v>47044</c:v>
                </c:pt>
                <c:pt idx="4675">
                  <c:v>47045</c:v>
                </c:pt>
                <c:pt idx="4676">
                  <c:v>47046</c:v>
                </c:pt>
                <c:pt idx="4677">
                  <c:v>47047</c:v>
                </c:pt>
                <c:pt idx="4678">
                  <c:v>47048</c:v>
                </c:pt>
                <c:pt idx="4679">
                  <c:v>47049</c:v>
                </c:pt>
                <c:pt idx="4680">
                  <c:v>47050</c:v>
                </c:pt>
                <c:pt idx="4681">
                  <c:v>47051</c:v>
                </c:pt>
                <c:pt idx="4682">
                  <c:v>47052</c:v>
                </c:pt>
                <c:pt idx="4683">
                  <c:v>47053</c:v>
                </c:pt>
                <c:pt idx="4684">
                  <c:v>47054</c:v>
                </c:pt>
                <c:pt idx="4685">
                  <c:v>47055</c:v>
                </c:pt>
                <c:pt idx="4686">
                  <c:v>47056</c:v>
                </c:pt>
                <c:pt idx="4687">
                  <c:v>47057</c:v>
                </c:pt>
                <c:pt idx="4688">
                  <c:v>47058</c:v>
                </c:pt>
                <c:pt idx="4689">
                  <c:v>47059</c:v>
                </c:pt>
                <c:pt idx="4690">
                  <c:v>47060</c:v>
                </c:pt>
                <c:pt idx="4691">
                  <c:v>47061</c:v>
                </c:pt>
                <c:pt idx="4692">
                  <c:v>47062</c:v>
                </c:pt>
                <c:pt idx="4693">
                  <c:v>47063</c:v>
                </c:pt>
                <c:pt idx="4694">
                  <c:v>47064</c:v>
                </c:pt>
                <c:pt idx="4695">
                  <c:v>47065</c:v>
                </c:pt>
                <c:pt idx="4696">
                  <c:v>47066</c:v>
                </c:pt>
                <c:pt idx="4697">
                  <c:v>47067</c:v>
                </c:pt>
                <c:pt idx="4698">
                  <c:v>47068</c:v>
                </c:pt>
                <c:pt idx="4699">
                  <c:v>47069</c:v>
                </c:pt>
                <c:pt idx="4700">
                  <c:v>47070</c:v>
                </c:pt>
                <c:pt idx="4701">
                  <c:v>47071</c:v>
                </c:pt>
                <c:pt idx="4702">
                  <c:v>47072</c:v>
                </c:pt>
                <c:pt idx="4703">
                  <c:v>47073</c:v>
                </c:pt>
                <c:pt idx="4704">
                  <c:v>47074</c:v>
                </c:pt>
                <c:pt idx="4705">
                  <c:v>47075</c:v>
                </c:pt>
                <c:pt idx="4706">
                  <c:v>47076</c:v>
                </c:pt>
                <c:pt idx="4707">
                  <c:v>47077</c:v>
                </c:pt>
                <c:pt idx="4708">
                  <c:v>47078</c:v>
                </c:pt>
                <c:pt idx="4709">
                  <c:v>47079</c:v>
                </c:pt>
                <c:pt idx="4710">
                  <c:v>47080</c:v>
                </c:pt>
                <c:pt idx="4711">
                  <c:v>47081</c:v>
                </c:pt>
                <c:pt idx="4712">
                  <c:v>47082</c:v>
                </c:pt>
                <c:pt idx="4713">
                  <c:v>47083</c:v>
                </c:pt>
                <c:pt idx="4714">
                  <c:v>47084</c:v>
                </c:pt>
                <c:pt idx="4715">
                  <c:v>47085</c:v>
                </c:pt>
                <c:pt idx="4716">
                  <c:v>47086</c:v>
                </c:pt>
                <c:pt idx="4717">
                  <c:v>47087</c:v>
                </c:pt>
                <c:pt idx="4718">
                  <c:v>47088</c:v>
                </c:pt>
                <c:pt idx="4719">
                  <c:v>47089</c:v>
                </c:pt>
                <c:pt idx="4720">
                  <c:v>47090</c:v>
                </c:pt>
                <c:pt idx="4721">
                  <c:v>47091</c:v>
                </c:pt>
                <c:pt idx="4722">
                  <c:v>47092</c:v>
                </c:pt>
                <c:pt idx="4723">
                  <c:v>47093</c:v>
                </c:pt>
                <c:pt idx="4724">
                  <c:v>47094</c:v>
                </c:pt>
                <c:pt idx="4725">
                  <c:v>47095</c:v>
                </c:pt>
                <c:pt idx="4726">
                  <c:v>47096</c:v>
                </c:pt>
                <c:pt idx="4727">
                  <c:v>47097</c:v>
                </c:pt>
                <c:pt idx="4728">
                  <c:v>47098</c:v>
                </c:pt>
                <c:pt idx="4729">
                  <c:v>47099</c:v>
                </c:pt>
                <c:pt idx="4730">
                  <c:v>47100</c:v>
                </c:pt>
                <c:pt idx="4731">
                  <c:v>47101</c:v>
                </c:pt>
                <c:pt idx="4732">
                  <c:v>47102</c:v>
                </c:pt>
                <c:pt idx="4733">
                  <c:v>47103</c:v>
                </c:pt>
                <c:pt idx="4734">
                  <c:v>47104</c:v>
                </c:pt>
                <c:pt idx="4735">
                  <c:v>47105</c:v>
                </c:pt>
                <c:pt idx="4736">
                  <c:v>47106</c:v>
                </c:pt>
                <c:pt idx="4737">
                  <c:v>47107</c:v>
                </c:pt>
                <c:pt idx="4738">
                  <c:v>47108</c:v>
                </c:pt>
                <c:pt idx="4739">
                  <c:v>47109</c:v>
                </c:pt>
                <c:pt idx="4740">
                  <c:v>47110</c:v>
                </c:pt>
                <c:pt idx="4741">
                  <c:v>47111</c:v>
                </c:pt>
                <c:pt idx="4742">
                  <c:v>47112</c:v>
                </c:pt>
                <c:pt idx="4743">
                  <c:v>47113</c:v>
                </c:pt>
                <c:pt idx="4744">
                  <c:v>47114</c:v>
                </c:pt>
                <c:pt idx="4745">
                  <c:v>47115</c:v>
                </c:pt>
                <c:pt idx="4746">
                  <c:v>47116</c:v>
                </c:pt>
                <c:pt idx="4747">
                  <c:v>47117</c:v>
                </c:pt>
                <c:pt idx="4748">
                  <c:v>47118</c:v>
                </c:pt>
                <c:pt idx="4749">
                  <c:v>47119</c:v>
                </c:pt>
                <c:pt idx="4750">
                  <c:v>47120</c:v>
                </c:pt>
                <c:pt idx="4751">
                  <c:v>47121</c:v>
                </c:pt>
                <c:pt idx="4752">
                  <c:v>47122</c:v>
                </c:pt>
                <c:pt idx="4753">
                  <c:v>47123</c:v>
                </c:pt>
                <c:pt idx="4754">
                  <c:v>47124</c:v>
                </c:pt>
                <c:pt idx="4755">
                  <c:v>47125</c:v>
                </c:pt>
                <c:pt idx="4756">
                  <c:v>47126</c:v>
                </c:pt>
                <c:pt idx="4757">
                  <c:v>47127</c:v>
                </c:pt>
                <c:pt idx="4758">
                  <c:v>47128</c:v>
                </c:pt>
                <c:pt idx="4759">
                  <c:v>47129</c:v>
                </c:pt>
                <c:pt idx="4760">
                  <c:v>47130</c:v>
                </c:pt>
                <c:pt idx="4761">
                  <c:v>47131</c:v>
                </c:pt>
                <c:pt idx="4762">
                  <c:v>47132</c:v>
                </c:pt>
                <c:pt idx="4763">
                  <c:v>47133</c:v>
                </c:pt>
                <c:pt idx="4764">
                  <c:v>47134</c:v>
                </c:pt>
                <c:pt idx="4765">
                  <c:v>47135</c:v>
                </c:pt>
                <c:pt idx="4766">
                  <c:v>47136</c:v>
                </c:pt>
                <c:pt idx="4767">
                  <c:v>47137</c:v>
                </c:pt>
                <c:pt idx="4768">
                  <c:v>47138</c:v>
                </c:pt>
                <c:pt idx="4769">
                  <c:v>47139</c:v>
                </c:pt>
                <c:pt idx="4770">
                  <c:v>47140</c:v>
                </c:pt>
                <c:pt idx="4771">
                  <c:v>47141</c:v>
                </c:pt>
                <c:pt idx="4772">
                  <c:v>47142</c:v>
                </c:pt>
                <c:pt idx="4773">
                  <c:v>47143</c:v>
                </c:pt>
                <c:pt idx="4774">
                  <c:v>47144</c:v>
                </c:pt>
                <c:pt idx="4775">
                  <c:v>47145</c:v>
                </c:pt>
                <c:pt idx="4776">
                  <c:v>47146</c:v>
                </c:pt>
                <c:pt idx="4777">
                  <c:v>47147</c:v>
                </c:pt>
                <c:pt idx="4778">
                  <c:v>47148</c:v>
                </c:pt>
                <c:pt idx="4779">
                  <c:v>47149</c:v>
                </c:pt>
                <c:pt idx="4780">
                  <c:v>47150</c:v>
                </c:pt>
                <c:pt idx="4781">
                  <c:v>47151</c:v>
                </c:pt>
                <c:pt idx="4782">
                  <c:v>47152</c:v>
                </c:pt>
                <c:pt idx="4783">
                  <c:v>47153</c:v>
                </c:pt>
                <c:pt idx="4784">
                  <c:v>47154</c:v>
                </c:pt>
                <c:pt idx="4785">
                  <c:v>47155</c:v>
                </c:pt>
                <c:pt idx="4786">
                  <c:v>47156</c:v>
                </c:pt>
                <c:pt idx="4787">
                  <c:v>47157</c:v>
                </c:pt>
                <c:pt idx="4788">
                  <c:v>47158</c:v>
                </c:pt>
                <c:pt idx="4789">
                  <c:v>47159</c:v>
                </c:pt>
                <c:pt idx="4790">
                  <c:v>47160</c:v>
                </c:pt>
                <c:pt idx="4791">
                  <c:v>47161</c:v>
                </c:pt>
                <c:pt idx="4792">
                  <c:v>47162</c:v>
                </c:pt>
                <c:pt idx="4793">
                  <c:v>47163</c:v>
                </c:pt>
                <c:pt idx="4794">
                  <c:v>47164</c:v>
                </c:pt>
                <c:pt idx="4795">
                  <c:v>47165</c:v>
                </c:pt>
                <c:pt idx="4796">
                  <c:v>47166</c:v>
                </c:pt>
                <c:pt idx="4797">
                  <c:v>47167</c:v>
                </c:pt>
                <c:pt idx="4798">
                  <c:v>47168</c:v>
                </c:pt>
                <c:pt idx="4799">
                  <c:v>47169</c:v>
                </c:pt>
                <c:pt idx="4800">
                  <c:v>47170</c:v>
                </c:pt>
                <c:pt idx="4801">
                  <c:v>47171</c:v>
                </c:pt>
                <c:pt idx="4802">
                  <c:v>47172</c:v>
                </c:pt>
                <c:pt idx="4803">
                  <c:v>47173</c:v>
                </c:pt>
                <c:pt idx="4804">
                  <c:v>47174</c:v>
                </c:pt>
                <c:pt idx="4805">
                  <c:v>47175</c:v>
                </c:pt>
                <c:pt idx="4806">
                  <c:v>47176</c:v>
                </c:pt>
                <c:pt idx="4807">
                  <c:v>47177</c:v>
                </c:pt>
                <c:pt idx="4808">
                  <c:v>47178</c:v>
                </c:pt>
                <c:pt idx="4809">
                  <c:v>47179</c:v>
                </c:pt>
                <c:pt idx="4810">
                  <c:v>47180</c:v>
                </c:pt>
                <c:pt idx="4811">
                  <c:v>47181</c:v>
                </c:pt>
                <c:pt idx="4812">
                  <c:v>47182</c:v>
                </c:pt>
                <c:pt idx="4813">
                  <c:v>47183</c:v>
                </c:pt>
                <c:pt idx="4814">
                  <c:v>47184</c:v>
                </c:pt>
                <c:pt idx="4815">
                  <c:v>47185</c:v>
                </c:pt>
                <c:pt idx="4816">
                  <c:v>47186</c:v>
                </c:pt>
                <c:pt idx="4817">
                  <c:v>47187</c:v>
                </c:pt>
                <c:pt idx="4818">
                  <c:v>47188</c:v>
                </c:pt>
                <c:pt idx="4819">
                  <c:v>47189</c:v>
                </c:pt>
                <c:pt idx="4820">
                  <c:v>47190</c:v>
                </c:pt>
                <c:pt idx="4821">
                  <c:v>47191</c:v>
                </c:pt>
                <c:pt idx="4822">
                  <c:v>47192</c:v>
                </c:pt>
                <c:pt idx="4823">
                  <c:v>47193</c:v>
                </c:pt>
                <c:pt idx="4824">
                  <c:v>47194</c:v>
                </c:pt>
                <c:pt idx="4825">
                  <c:v>47195</c:v>
                </c:pt>
                <c:pt idx="4826">
                  <c:v>47196</c:v>
                </c:pt>
                <c:pt idx="4827">
                  <c:v>47197</c:v>
                </c:pt>
                <c:pt idx="4828">
                  <c:v>47198</c:v>
                </c:pt>
                <c:pt idx="4829">
                  <c:v>47199</c:v>
                </c:pt>
                <c:pt idx="4830">
                  <c:v>47200</c:v>
                </c:pt>
                <c:pt idx="4831">
                  <c:v>47201</c:v>
                </c:pt>
                <c:pt idx="4832">
                  <c:v>47202</c:v>
                </c:pt>
                <c:pt idx="4833">
                  <c:v>47203</c:v>
                </c:pt>
                <c:pt idx="4834">
                  <c:v>47204</c:v>
                </c:pt>
                <c:pt idx="4835">
                  <c:v>47205</c:v>
                </c:pt>
                <c:pt idx="4836">
                  <c:v>47206</c:v>
                </c:pt>
                <c:pt idx="4837">
                  <c:v>47207</c:v>
                </c:pt>
                <c:pt idx="4838">
                  <c:v>47208</c:v>
                </c:pt>
                <c:pt idx="4839">
                  <c:v>47209</c:v>
                </c:pt>
                <c:pt idx="4840">
                  <c:v>47210</c:v>
                </c:pt>
                <c:pt idx="4841">
                  <c:v>47211</c:v>
                </c:pt>
                <c:pt idx="4842">
                  <c:v>47212</c:v>
                </c:pt>
                <c:pt idx="4843">
                  <c:v>47213</c:v>
                </c:pt>
                <c:pt idx="4844">
                  <c:v>47214</c:v>
                </c:pt>
                <c:pt idx="4845">
                  <c:v>47215</c:v>
                </c:pt>
                <c:pt idx="4846">
                  <c:v>47216</c:v>
                </c:pt>
                <c:pt idx="4847">
                  <c:v>47217</c:v>
                </c:pt>
                <c:pt idx="4848">
                  <c:v>47218</c:v>
                </c:pt>
                <c:pt idx="4849">
                  <c:v>47219</c:v>
                </c:pt>
                <c:pt idx="4850">
                  <c:v>47220</c:v>
                </c:pt>
                <c:pt idx="4851">
                  <c:v>47221</c:v>
                </c:pt>
                <c:pt idx="4852">
                  <c:v>47222</c:v>
                </c:pt>
                <c:pt idx="4853">
                  <c:v>47223</c:v>
                </c:pt>
                <c:pt idx="4854">
                  <c:v>47224</c:v>
                </c:pt>
                <c:pt idx="4855">
                  <c:v>47225</c:v>
                </c:pt>
                <c:pt idx="4856">
                  <c:v>47226</c:v>
                </c:pt>
                <c:pt idx="4857">
                  <c:v>47227</c:v>
                </c:pt>
                <c:pt idx="4858">
                  <c:v>47228</c:v>
                </c:pt>
                <c:pt idx="4859">
                  <c:v>47229</c:v>
                </c:pt>
                <c:pt idx="4860">
                  <c:v>47230</c:v>
                </c:pt>
                <c:pt idx="4861">
                  <c:v>47231</c:v>
                </c:pt>
                <c:pt idx="4862">
                  <c:v>47232</c:v>
                </c:pt>
                <c:pt idx="4863">
                  <c:v>47233</c:v>
                </c:pt>
                <c:pt idx="4864">
                  <c:v>47234</c:v>
                </c:pt>
                <c:pt idx="4865">
                  <c:v>47235</c:v>
                </c:pt>
                <c:pt idx="4866">
                  <c:v>47236</c:v>
                </c:pt>
                <c:pt idx="4867">
                  <c:v>47237</c:v>
                </c:pt>
                <c:pt idx="4868">
                  <c:v>47238</c:v>
                </c:pt>
                <c:pt idx="4869">
                  <c:v>47239</c:v>
                </c:pt>
                <c:pt idx="4870">
                  <c:v>47240</c:v>
                </c:pt>
                <c:pt idx="4871">
                  <c:v>47241</c:v>
                </c:pt>
                <c:pt idx="4872">
                  <c:v>47242</c:v>
                </c:pt>
                <c:pt idx="4873">
                  <c:v>47243</c:v>
                </c:pt>
                <c:pt idx="4874">
                  <c:v>47244</c:v>
                </c:pt>
                <c:pt idx="4875">
                  <c:v>47245</c:v>
                </c:pt>
                <c:pt idx="4876">
                  <c:v>47246</c:v>
                </c:pt>
                <c:pt idx="4877">
                  <c:v>47247</c:v>
                </c:pt>
                <c:pt idx="4878">
                  <c:v>47248</c:v>
                </c:pt>
                <c:pt idx="4879">
                  <c:v>47249</c:v>
                </c:pt>
                <c:pt idx="4880">
                  <c:v>47250</c:v>
                </c:pt>
                <c:pt idx="4881">
                  <c:v>47251</c:v>
                </c:pt>
                <c:pt idx="4882">
                  <c:v>47252</c:v>
                </c:pt>
                <c:pt idx="4883">
                  <c:v>47253</c:v>
                </c:pt>
                <c:pt idx="4884">
                  <c:v>47254</c:v>
                </c:pt>
                <c:pt idx="4885">
                  <c:v>47255</c:v>
                </c:pt>
                <c:pt idx="4886">
                  <c:v>47256</c:v>
                </c:pt>
                <c:pt idx="4887">
                  <c:v>47257</c:v>
                </c:pt>
                <c:pt idx="4888">
                  <c:v>47258</c:v>
                </c:pt>
                <c:pt idx="4889">
                  <c:v>47259</c:v>
                </c:pt>
                <c:pt idx="4890">
                  <c:v>47260</c:v>
                </c:pt>
                <c:pt idx="4891">
                  <c:v>47261</c:v>
                </c:pt>
                <c:pt idx="4892">
                  <c:v>47262</c:v>
                </c:pt>
                <c:pt idx="4893">
                  <c:v>47263</c:v>
                </c:pt>
                <c:pt idx="4894">
                  <c:v>47264</c:v>
                </c:pt>
                <c:pt idx="4895">
                  <c:v>47265</c:v>
                </c:pt>
                <c:pt idx="4896">
                  <c:v>47266</c:v>
                </c:pt>
                <c:pt idx="4897">
                  <c:v>47267</c:v>
                </c:pt>
                <c:pt idx="4898">
                  <c:v>47268</c:v>
                </c:pt>
                <c:pt idx="4899">
                  <c:v>47269</c:v>
                </c:pt>
                <c:pt idx="4900">
                  <c:v>47270</c:v>
                </c:pt>
                <c:pt idx="4901">
                  <c:v>47271</c:v>
                </c:pt>
                <c:pt idx="4902">
                  <c:v>47272</c:v>
                </c:pt>
                <c:pt idx="4903">
                  <c:v>47273</c:v>
                </c:pt>
                <c:pt idx="4904">
                  <c:v>47274</c:v>
                </c:pt>
                <c:pt idx="4905">
                  <c:v>47275</c:v>
                </c:pt>
                <c:pt idx="4906">
                  <c:v>47276</c:v>
                </c:pt>
                <c:pt idx="4907">
                  <c:v>47277</c:v>
                </c:pt>
                <c:pt idx="4908">
                  <c:v>47278</c:v>
                </c:pt>
                <c:pt idx="4909">
                  <c:v>47279</c:v>
                </c:pt>
                <c:pt idx="4910">
                  <c:v>47280</c:v>
                </c:pt>
                <c:pt idx="4911">
                  <c:v>47281</c:v>
                </c:pt>
                <c:pt idx="4912">
                  <c:v>47282</c:v>
                </c:pt>
                <c:pt idx="4913">
                  <c:v>47283</c:v>
                </c:pt>
                <c:pt idx="4914">
                  <c:v>47284</c:v>
                </c:pt>
                <c:pt idx="4915">
                  <c:v>47285</c:v>
                </c:pt>
                <c:pt idx="4916">
                  <c:v>47286</c:v>
                </c:pt>
                <c:pt idx="4917">
                  <c:v>47287</c:v>
                </c:pt>
                <c:pt idx="4918">
                  <c:v>47288</c:v>
                </c:pt>
                <c:pt idx="4919">
                  <c:v>47289</c:v>
                </c:pt>
                <c:pt idx="4920">
                  <c:v>47290</c:v>
                </c:pt>
                <c:pt idx="4921">
                  <c:v>47291</c:v>
                </c:pt>
                <c:pt idx="4922">
                  <c:v>47292</c:v>
                </c:pt>
                <c:pt idx="4923">
                  <c:v>47293</c:v>
                </c:pt>
                <c:pt idx="4924">
                  <c:v>47294</c:v>
                </c:pt>
                <c:pt idx="4925">
                  <c:v>47295</c:v>
                </c:pt>
                <c:pt idx="4926">
                  <c:v>47296</c:v>
                </c:pt>
                <c:pt idx="4927">
                  <c:v>47297</c:v>
                </c:pt>
                <c:pt idx="4928">
                  <c:v>47298</c:v>
                </c:pt>
                <c:pt idx="4929">
                  <c:v>47299</c:v>
                </c:pt>
                <c:pt idx="4930">
                  <c:v>47300</c:v>
                </c:pt>
                <c:pt idx="4931">
                  <c:v>47301</c:v>
                </c:pt>
                <c:pt idx="4932">
                  <c:v>47302</c:v>
                </c:pt>
                <c:pt idx="4933">
                  <c:v>47303</c:v>
                </c:pt>
                <c:pt idx="4934">
                  <c:v>47304</c:v>
                </c:pt>
                <c:pt idx="4935">
                  <c:v>47305</c:v>
                </c:pt>
                <c:pt idx="4936">
                  <c:v>47306</c:v>
                </c:pt>
                <c:pt idx="4937">
                  <c:v>47307</c:v>
                </c:pt>
                <c:pt idx="4938">
                  <c:v>47308</c:v>
                </c:pt>
                <c:pt idx="4939">
                  <c:v>47309</c:v>
                </c:pt>
                <c:pt idx="4940">
                  <c:v>47310</c:v>
                </c:pt>
                <c:pt idx="4941">
                  <c:v>47311</c:v>
                </c:pt>
                <c:pt idx="4942">
                  <c:v>47312</c:v>
                </c:pt>
                <c:pt idx="4943">
                  <c:v>47313</c:v>
                </c:pt>
                <c:pt idx="4944">
                  <c:v>47314</c:v>
                </c:pt>
                <c:pt idx="4945">
                  <c:v>47315</c:v>
                </c:pt>
                <c:pt idx="4946">
                  <c:v>47316</c:v>
                </c:pt>
                <c:pt idx="4947">
                  <c:v>47317</c:v>
                </c:pt>
                <c:pt idx="4948">
                  <c:v>47318</c:v>
                </c:pt>
                <c:pt idx="4949">
                  <c:v>47319</c:v>
                </c:pt>
                <c:pt idx="4950">
                  <c:v>47320</c:v>
                </c:pt>
                <c:pt idx="4951">
                  <c:v>47321</c:v>
                </c:pt>
                <c:pt idx="4952">
                  <c:v>47322</c:v>
                </c:pt>
                <c:pt idx="4953">
                  <c:v>47323</c:v>
                </c:pt>
                <c:pt idx="4954">
                  <c:v>47324</c:v>
                </c:pt>
                <c:pt idx="4955">
                  <c:v>47325</c:v>
                </c:pt>
                <c:pt idx="4956">
                  <c:v>47326</c:v>
                </c:pt>
                <c:pt idx="4957">
                  <c:v>47327</c:v>
                </c:pt>
                <c:pt idx="4958">
                  <c:v>47328</c:v>
                </c:pt>
                <c:pt idx="4959">
                  <c:v>47329</c:v>
                </c:pt>
                <c:pt idx="4960">
                  <c:v>47330</c:v>
                </c:pt>
                <c:pt idx="4961">
                  <c:v>47331</c:v>
                </c:pt>
                <c:pt idx="4962">
                  <c:v>47332</c:v>
                </c:pt>
                <c:pt idx="4963">
                  <c:v>47333</c:v>
                </c:pt>
                <c:pt idx="4964">
                  <c:v>47334</c:v>
                </c:pt>
                <c:pt idx="4965">
                  <c:v>47335</c:v>
                </c:pt>
                <c:pt idx="4966">
                  <c:v>47336</c:v>
                </c:pt>
                <c:pt idx="4967">
                  <c:v>47337</c:v>
                </c:pt>
                <c:pt idx="4968">
                  <c:v>47338</c:v>
                </c:pt>
                <c:pt idx="4969">
                  <c:v>47339</c:v>
                </c:pt>
                <c:pt idx="4970">
                  <c:v>47340</c:v>
                </c:pt>
                <c:pt idx="4971">
                  <c:v>47341</c:v>
                </c:pt>
                <c:pt idx="4972">
                  <c:v>47342</c:v>
                </c:pt>
                <c:pt idx="4973">
                  <c:v>47343</c:v>
                </c:pt>
                <c:pt idx="4974">
                  <c:v>47344</c:v>
                </c:pt>
                <c:pt idx="4975">
                  <c:v>47345</c:v>
                </c:pt>
                <c:pt idx="4976">
                  <c:v>47346</c:v>
                </c:pt>
                <c:pt idx="4977">
                  <c:v>47347</c:v>
                </c:pt>
                <c:pt idx="4978">
                  <c:v>47348</c:v>
                </c:pt>
                <c:pt idx="4979">
                  <c:v>47349</c:v>
                </c:pt>
                <c:pt idx="4980">
                  <c:v>47350</c:v>
                </c:pt>
                <c:pt idx="4981">
                  <c:v>47351</c:v>
                </c:pt>
                <c:pt idx="4982">
                  <c:v>47352</c:v>
                </c:pt>
                <c:pt idx="4983">
                  <c:v>47353</c:v>
                </c:pt>
                <c:pt idx="4984">
                  <c:v>47354</c:v>
                </c:pt>
                <c:pt idx="4985">
                  <c:v>47355</c:v>
                </c:pt>
                <c:pt idx="4986">
                  <c:v>47356</c:v>
                </c:pt>
                <c:pt idx="4987">
                  <c:v>47357</c:v>
                </c:pt>
                <c:pt idx="4988">
                  <c:v>47358</c:v>
                </c:pt>
                <c:pt idx="4989">
                  <c:v>47359</c:v>
                </c:pt>
                <c:pt idx="4990">
                  <c:v>47360</c:v>
                </c:pt>
                <c:pt idx="4991">
                  <c:v>47361</c:v>
                </c:pt>
                <c:pt idx="4992">
                  <c:v>47362</c:v>
                </c:pt>
                <c:pt idx="4993">
                  <c:v>47363</c:v>
                </c:pt>
                <c:pt idx="4994">
                  <c:v>47364</c:v>
                </c:pt>
                <c:pt idx="4995">
                  <c:v>47365</c:v>
                </c:pt>
                <c:pt idx="4996">
                  <c:v>47366</c:v>
                </c:pt>
                <c:pt idx="4997">
                  <c:v>47367</c:v>
                </c:pt>
                <c:pt idx="4998">
                  <c:v>47368</c:v>
                </c:pt>
                <c:pt idx="4999">
                  <c:v>47369</c:v>
                </c:pt>
                <c:pt idx="5000">
                  <c:v>47370</c:v>
                </c:pt>
                <c:pt idx="5001">
                  <c:v>47371</c:v>
                </c:pt>
                <c:pt idx="5002">
                  <c:v>47372</c:v>
                </c:pt>
                <c:pt idx="5003">
                  <c:v>47373</c:v>
                </c:pt>
                <c:pt idx="5004">
                  <c:v>47374</c:v>
                </c:pt>
                <c:pt idx="5005">
                  <c:v>47375</c:v>
                </c:pt>
                <c:pt idx="5006">
                  <c:v>47376</c:v>
                </c:pt>
                <c:pt idx="5007">
                  <c:v>47377</c:v>
                </c:pt>
                <c:pt idx="5008">
                  <c:v>47378</c:v>
                </c:pt>
                <c:pt idx="5009">
                  <c:v>47379</c:v>
                </c:pt>
                <c:pt idx="5010">
                  <c:v>47380</c:v>
                </c:pt>
                <c:pt idx="5011">
                  <c:v>47381</c:v>
                </c:pt>
                <c:pt idx="5012">
                  <c:v>47382</c:v>
                </c:pt>
                <c:pt idx="5013">
                  <c:v>47383</c:v>
                </c:pt>
                <c:pt idx="5014">
                  <c:v>47384</c:v>
                </c:pt>
                <c:pt idx="5015">
                  <c:v>47385</c:v>
                </c:pt>
                <c:pt idx="5016">
                  <c:v>47386</c:v>
                </c:pt>
                <c:pt idx="5017">
                  <c:v>47387</c:v>
                </c:pt>
                <c:pt idx="5018">
                  <c:v>47388</c:v>
                </c:pt>
                <c:pt idx="5019">
                  <c:v>47389</c:v>
                </c:pt>
                <c:pt idx="5020">
                  <c:v>47390</c:v>
                </c:pt>
                <c:pt idx="5021">
                  <c:v>47391</c:v>
                </c:pt>
                <c:pt idx="5022">
                  <c:v>47392</c:v>
                </c:pt>
                <c:pt idx="5023">
                  <c:v>47393</c:v>
                </c:pt>
                <c:pt idx="5024">
                  <c:v>47394</c:v>
                </c:pt>
                <c:pt idx="5025">
                  <c:v>47395</c:v>
                </c:pt>
                <c:pt idx="5026">
                  <c:v>47396</c:v>
                </c:pt>
                <c:pt idx="5027">
                  <c:v>47397</c:v>
                </c:pt>
                <c:pt idx="5028">
                  <c:v>47398</c:v>
                </c:pt>
                <c:pt idx="5029">
                  <c:v>47399</c:v>
                </c:pt>
                <c:pt idx="5030">
                  <c:v>47400</c:v>
                </c:pt>
                <c:pt idx="5031">
                  <c:v>47401</c:v>
                </c:pt>
                <c:pt idx="5032">
                  <c:v>47402</c:v>
                </c:pt>
                <c:pt idx="5033">
                  <c:v>47403</c:v>
                </c:pt>
                <c:pt idx="5034">
                  <c:v>47404</c:v>
                </c:pt>
                <c:pt idx="5035">
                  <c:v>47405</c:v>
                </c:pt>
                <c:pt idx="5036">
                  <c:v>47406</c:v>
                </c:pt>
                <c:pt idx="5037">
                  <c:v>47407</c:v>
                </c:pt>
                <c:pt idx="5038">
                  <c:v>47408</c:v>
                </c:pt>
                <c:pt idx="5039">
                  <c:v>47409</c:v>
                </c:pt>
                <c:pt idx="5040">
                  <c:v>47410</c:v>
                </c:pt>
                <c:pt idx="5041">
                  <c:v>47411</c:v>
                </c:pt>
                <c:pt idx="5042">
                  <c:v>47412</c:v>
                </c:pt>
                <c:pt idx="5043">
                  <c:v>47413</c:v>
                </c:pt>
                <c:pt idx="5044">
                  <c:v>47414</c:v>
                </c:pt>
                <c:pt idx="5045">
                  <c:v>47415</c:v>
                </c:pt>
                <c:pt idx="5046">
                  <c:v>47416</c:v>
                </c:pt>
                <c:pt idx="5047">
                  <c:v>47417</c:v>
                </c:pt>
                <c:pt idx="5048">
                  <c:v>47418</c:v>
                </c:pt>
                <c:pt idx="5049">
                  <c:v>47419</c:v>
                </c:pt>
                <c:pt idx="5050">
                  <c:v>47420</c:v>
                </c:pt>
                <c:pt idx="5051">
                  <c:v>47421</c:v>
                </c:pt>
                <c:pt idx="5052">
                  <c:v>47422</c:v>
                </c:pt>
                <c:pt idx="5053">
                  <c:v>47423</c:v>
                </c:pt>
                <c:pt idx="5054">
                  <c:v>47424</c:v>
                </c:pt>
                <c:pt idx="5055">
                  <c:v>47425</c:v>
                </c:pt>
                <c:pt idx="5056">
                  <c:v>47426</c:v>
                </c:pt>
                <c:pt idx="5057">
                  <c:v>47427</c:v>
                </c:pt>
                <c:pt idx="5058">
                  <c:v>47428</c:v>
                </c:pt>
                <c:pt idx="5059">
                  <c:v>47429</c:v>
                </c:pt>
                <c:pt idx="5060">
                  <c:v>47430</c:v>
                </c:pt>
                <c:pt idx="5061">
                  <c:v>47431</c:v>
                </c:pt>
                <c:pt idx="5062">
                  <c:v>47432</c:v>
                </c:pt>
                <c:pt idx="5063">
                  <c:v>47433</c:v>
                </c:pt>
                <c:pt idx="5064">
                  <c:v>47434</c:v>
                </c:pt>
                <c:pt idx="5065">
                  <c:v>47435</c:v>
                </c:pt>
                <c:pt idx="5066">
                  <c:v>47436</c:v>
                </c:pt>
                <c:pt idx="5067">
                  <c:v>47437</c:v>
                </c:pt>
                <c:pt idx="5068">
                  <c:v>47438</c:v>
                </c:pt>
                <c:pt idx="5069">
                  <c:v>47439</c:v>
                </c:pt>
                <c:pt idx="5070">
                  <c:v>47440</c:v>
                </c:pt>
                <c:pt idx="5071">
                  <c:v>47441</c:v>
                </c:pt>
                <c:pt idx="5072">
                  <c:v>47442</c:v>
                </c:pt>
                <c:pt idx="5073">
                  <c:v>47443</c:v>
                </c:pt>
                <c:pt idx="5074">
                  <c:v>47444</c:v>
                </c:pt>
                <c:pt idx="5075">
                  <c:v>47445</c:v>
                </c:pt>
                <c:pt idx="5076">
                  <c:v>47446</c:v>
                </c:pt>
                <c:pt idx="5077">
                  <c:v>47447</c:v>
                </c:pt>
                <c:pt idx="5078">
                  <c:v>47448</c:v>
                </c:pt>
                <c:pt idx="5079">
                  <c:v>47449</c:v>
                </c:pt>
                <c:pt idx="5080">
                  <c:v>47450</c:v>
                </c:pt>
                <c:pt idx="5081">
                  <c:v>47451</c:v>
                </c:pt>
                <c:pt idx="5082">
                  <c:v>47452</c:v>
                </c:pt>
                <c:pt idx="5083">
                  <c:v>47453</c:v>
                </c:pt>
                <c:pt idx="5084">
                  <c:v>47454</c:v>
                </c:pt>
                <c:pt idx="5085">
                  <c:v>47455</c:v>
                </c:pt>
                <c:pt idx="5086">
                  <c:v>47456</c:v>
                </c:pt>
                <c:pt idx="5087">
                  <c:v>47457</c:v>
                </c:pt>
                <c:pt idx="5088">
                  <c:v>47458</c:v>
                </c:pt>
                <c:pt idx="5089">
                  <c:v>47459</c:v>
                </c:pt>
                <c:pt idx="5090">
                  <c:v>47460</c:v>
                </c:pt>
                <c:pt idx="5091">
                  <c:v>47461</c:v>
                </c:pt>
                <c:pt idx="5092">
                  <c:v>47462</c:v>
                </c:pt>
                <c:pt idx="5093">
                  <c:v>47463</c:v>
                </c:pt>
                <c:pt idx="5094">
                  <c:v>47464</c:v>
                </c:pt>
                <c:pt idx="5095">
                  <c:v>47465</c:v>
                </c:pt>
                <c:pt idx="5096">
                  <c:v>47466</c:v>
                </c:pt>
                <c:pt idx="5097">
                  <c:v>47467</c:v>
                </c:pt>
                <c:pt idx="5098">
                  <c:v>47468</c:v>
                </c:pt>
                <c:pt idx="5099">
                  <c:v>47469</c:v>
                </c:pt>
                <c:pt idx="5100">
                  <c:v>47470</c:v>
                </c:pt>
                <c:pt idx="5101">
                  <c:v>47471</c:v>
                </c:pt>
                <c:pt idx="5102">
                  <c:v>47472</c:v>
                </c:pt>
                <c:pt idx="5103">
                  <c:v>47473</c:v>
                </c:pt>
                <c:pt idx="5104">
                  <c:v>47474</c:v>
                </c:pt>
                <c:pt idx="5105">
                  <c:v>47475</c:v>
                </c:pt>
                <c:pt idx="5106">
                  <c:v>47476</c:v>
                </c:pt>
                <c:pt idx="5107">
                  <c:v>47477</c:v>
                </c:pt>
                <c:pt idx="5108">
                  <c:v>47478</c:v>
                </c:pt>
                <c:pt idx="5109">
                  <c:v>47479</c:v>
                </c:pt>
                <c:pt idx="5110">
                  <c:v>47480</c:v>
                </c:pt>
                <c:pt idx="5111">
                  <c:v>47481</c:v>
                </c:pt>
                <c:pt idx="5112">
                  <c:v>47482</c:v>
                </c:pt>
                <c:pt idx="5113">
                  <c:v>47483</c:v>
                </c:pt>
                <c:pt idx="5114">
                  <c:v>47484</c:v>
                </c:pt>
                <c:pt idx="5115">
                  <c:v>47485</c:v>
                </c:pt>
                <c:pt idx="5116">
                  <c:v>47486</c:v>
                </c:pt>
                <c:pt idx="5117">
                  <c:v>47487</c:v>
                </c:pt>
                <c:pt idx="5118">
                  <c:v>47488</c:v>
                </c:pt>
                <c:pt idx="5119">
                  <c:v>47489</c:v>
                </c:pt>
                <c:pt idx="5120">
                  <c:v>47490</c:v>
                </c:pt>
                <c:pt idx="5121">
                  <c:v>47491</c:v>
                </c:pt>
                <c:pt idx="5122">
                  <c:v>47492</c:v>
                </c:pt>
                <c:pt idx="5123">
                  <c:v>47493</c:v>
                </c:pt>
                <c:pt idx="5124">
                  <c:v>47494</c:v>
                </c:pt>
                <c:pt idx="5125">
                  <c:v>47495</c:v>
                </c:pt>
                <c:pt idx="5126">
                  <c:v>47496</c:v>
                </c:pt>
                <c:pt idx="5127">
                  <c:v>47497</c:v>
                </c:pt>
                <c:pt idx="5128">
                  <c:v>47498</c:v>
                </c:pt>
                <c:pt idx="5129">
                  <c:v>47499</c:v>
                </c:pt>
                <c:pt idx="5130">
                  <c:v>47500</c:v>
                </c:pt>
                <c:pt idx="5131">
                  <c:v>47501</c:v>
                </c:pt>
                <c:pt idx="5132">
                  <c:v>47502</c:v>
                </c:pt>
                <c:pt idx="5133">
                  <c:v>47503</c:v>
                </c:pt>
                <c:pt idx="5134">
                  <c:v>47504</c:v>
                </c:pt>
                <c:pt idx="5135">
                  <c:v>47505</c:v>
                </c:pt>
                <c:pt idx="5136">
                  <c:v>47506</c:v>
                </c:pt>
                <c:pt idx="5137">
                  <c:v>47507</c:v>
                </c:pt>
                <c:pt idx="5138">
                  <c:v>47508</c:v>
                </c:pt>
                <c:pt idx="5139">
                  <c:v>47509</c:v>
                </c:pt>
                <c:pt idx="5140">
                  <c:v>47510</c:v>
                </c:pt>
                <c:pt idx="5141">
                  <c:v>47511</c:v>
                </c:pt>
                <c:pt idx="5142">
                  <c:v>47512</c:v>
                </c:pt>
                <c:pt idx="5143">
                  <c:v>47513</c:v>
                </c:pt>
                <c:pt idx="5144">
                  <c:v>47514</c:v>
                </c:pt>
                <c:pt idx="5145">
                  <c:v>47515</c:v>
                </c:pt>
                <c:pt idx="5146">
                  <c:v>47516</c:v>
                </c:pt>
                <c:pt idx="5147">
                  <c:v>47517</c:v>
                </c:pt>
                <c:pt idx="5148">
                  <c:v>47518</c:v>
                </c:pt>
                <c:pt idx="5149">
                  <c:v>47519</c:v>
                </c:pt>
                <c:pt idx="5150">
                  <c:v>47520</c:v>
                </c:pt>
                <c:pt idx="5151">
                  <c:v>47521</c:v>
                </c:pt>
                <c:pt idx="5152">
                  <c:v>47522</c:v>
                </c:pt>
                <c:pt idx="5153">
                  <c:v>47523</c:v>
                </c:pt>
                <c:pt idx="5154">
                  <c:v>47524</c:v>
                </c:pt>
                <c:pt idx="5155">
                  <c:v>47525</c:v>
                </c:pt>
                <c:pt idx="5156">
                  <c:v>47526</c:v>
                </c:pt>
                <c:pt idx="5157">
                  <c:v>47527</c:v>
                </c:pt>
                <c:pt idx="5158">
                  <c:v>47528</c:v>
                </c:pt>
                <c:pt idx="5159">
                  <c:v>47529</c:v>
                </c:pt>
                <c:pt idx="5160">
                  <c:v>47530</c:v>
                </c:pt>
                <c:pt idx="5161">
                  <c:v>47531</c:v>
                </c:pt>
                <c:pt idx="5162">
                  <c:v>47532</c:v>
                </c:pt>
                <c:pt idx="5163">
                  <c:v>47533</c:v>
                </c:pt>
                <c:pt idx="5164">
                  <c:v>47534</c:v>
                </c:pt>
                <c:pt idx="5165">
                  <c:v>47535</c:v>
                </c:pt>
                <c:pt idx="5166">
                  <c:v>47536</c:v>
                </c:pt>
                <c:pt idx="5167">
                  <c:v>47537</c:v>
                </c:pt>
                <c:pt idx="5168">
                  <c:v>47538</c:v>
                </c:pt>
                <c:pt idx="5169">
                  <c:v>47539</c:v>
                </c:pt>
                <c:pt idx="5170">
                  <c:v>47540</c:v>
                </c:pt>
                <c:pt idx="5171">
                  <c:v>47541</c:v>
                </c:pt>
                <c:pt idx="5172">
                  <c:v>47542</c:v>
                </c:pt>
                <c:pt idx="5173">
                  <c:v>47543</c:v>
                </c:pt>
                <c:pt idx="5174">
                  <c:v>47544</c:v>
                </c:pt>
                <c:pt idx="5175">
                  <c:v>47545</c:v>
                </c:pt>
                <c:pt idx="5176">
                  <c:v>47546</c:v>
                </c:pt>
                <c:pt idx="5177">
                  <c:v>47547</c:v>
                </c:pt>
                <c:pt idx="5178">
                  <c:v>47548</c:v>
                </c:pt>
                <c:pt idx="5179">
                  <c:v>47549</c:v>
                </c:pt>
                <c:pt idx="5180">
                  <c:v>47550</c:v>
                </c:pt>
                <c:pt idx="5181">
                  <c:v>47551</c:v>
                </c:pt>
                <c:pt idx="5182">
                  <c:v>47552</c:v>
                </c:pt>
                <c:pt idx="5183">
                  <c:v>47553</c:v>
                </c:pt>
                <c:pt idx="5184">
                  <c:v>47554</c:v>
                </c:pt>
                <c:pt idx="5185">
                  <c:v>47555</c:v>
                </c:pt>
                <c:pt idx="5186">
                  <c:v>47556</c:v>
                </c:pt>
                <c:pt idx="5187">
                  <c:v>47557</c:v>
                </c:pt>
                <c:pt idx="5188">
                  <c:v>47558</c:v>
                </c:pt>
                <c:pt idx="5189">
                  <c:v>47559</c:v>
                </c:pt>
                <c:pt idx="5190">
                  <c:v>47560</c:v>
                </c:pt>
                <c:pt idx="5191">
                  <c:v>47561</c:v>
                </c:pt>
                <c:pt idx="5192">
                  <c:v>47562</c:v>
                </c:pt>
                <c:pt idx="5193">
                  <c:v>47563</c:v>
                </c:pt>
                <c:pt idx="5194">
                  <c:v>47564</c:v>
                </c:pt>
                <c:pt idx="5195">
                  <c:v>47565</c:v>
                </c:pt>
                <c:pt idx="5196">
                  <c:v>47566</c:v>
                </c:pt>
                <c:pt idx="5197">
                  <c:v>47567</c:v>
                </c:pt>
                <c:pt idx="5198">
                  <c:v>47568</c:v>
                </c:pt>
                <c:pt idx="5199">
                  <c:v>47569</c:v>
                </c:pt>
                <c:pt idx="5200">
                  <c:v>47570</c:v>
                </c:pt>
                <c:pt idx="5201">
                  <c:v>47571</c:v>
                </c:pt>
                <c:pt idx="5202">
                  <c:v>47572</c:v>
                </c:pt>
                <c:pt idx="5203">
                  <c:v>47573</c:v>
                </c:pt>
                <c:pt idx="5204">
                  <c:v>47574</c:v>
                </c:pt>
                <c:pt idx="5205">
                  <c:v>47575</c:v>
                </c:pt>
                <c:pt idx="5206">
                  <c:v>47576</c:v>
                </c:pt>
                <c:pt idx="5207">
                  <c:v>47577</c:v>
                </c:pt>
                <c:pt idx="5208">
                  <c:v>47578</c:v>
                </c:pt>
                <c:pt idx="5209">
                  <c:v>47579</c:v>
                </c:pt>
                <c:pt idx="5210">
                  <c:v>47580</c:v>
                </c:pt>
                <c:pt idx="5211">
                  <c:v>47581</c:v>
                </c:pt>
                <c:pt idx="5212">
                  <c:v>47582</c:v>
                </c:pt>
                <c:pt idx="5213">
                  <c:v>47583</c:v>
                </c:pt>
                <c:pt idx="5214">
                  <c:v>47584</c:v>
                </c:pt>
                <c:pt idx="5215">
                  <c:v>47585</c:v>
                </c:pt>
                <c:pt idx="5216">
                  <c:v>47586</c:v>
                </c:pt>
                <c:pt idx="5217">
                  <c:v>47587</c:v>
                </c:pt>
                <c:pt idx="5218">
                  <c:v>47588</c:v>
                </c:pt>
                <c:pt idx="5219">
                  <c:v>47589</c:v>
                </c:pt>
                <c:pt idx="5220">
                  <c:v>47590</c:v>
                </c:pt>
                <c:pt idx="5221">
                  <c:v>47591</c:v>
                </c:pt>
                <c:pt idx="5222">
                  <c:v>47592</c:v>
                </c:pt>
                <c:pt idx="5223">
                  <c:v>47593</c:v>
                </c:pt>
                <c:pt idx="5224">
                  <c:v>47594</c:v>
                </c:pt>
                <c:pt idx="5225">
                  <c:v>47595</c:v>
                </c:pt>
                <c:pt idx="5226">
                  <c:v>47596</c:v>
                </c:pt>
                <c:pt idx="5227">
                  <c:v>47597</c:v>
                </c:pt>
                <c:pt idx="5228">
                  <c:v>47598</c:v>
                </c:pt>
                <c:pt idx="5229">
                  <c:v>47599</c:v>
                </c:pt>
                <c:pt idx="5230">
                  <c:v>47600</c:v>
                </c:pt>
                <c:pt idx="5231">
                  <c:v>47601</c:v>
                </c:pt>
                <c:pt idx="5232">
                  <c:v>47602</c:v>
                </c:pt>
                <c:pt idx="5233">
                  <c:v>47603</c:v>
                </c:pt>
                <c:pt idx="5234">
                  <c:v>47604</c:v>
                </c:pt>
                <c:pt idx="5235">
                  <c:v>47605</c:v>
                </c:pt>
                <c:pt idx="5236">
                  <c:v>47606</c:v>
                </c:pt>
                <c:pt idx="5237">
                  <c:v>47607</c:v>
                </c:pt>
                <c:pt idx="5238">
                  <c:v>47608</c:v>
                </c:pt>
                <c:pt idx="5239">
                  <c:v>47609</c:v>
                </c:pt>
                <c:pt idx="5240">
                  <c:v>47610</c:v>
                </c:pt>
                <c:pt idx="5241">
                  <c:v>47611</c:v>
                </c:pt>
                <c:pt idx="5242">
                  <c:v>47612</c:v>
                </c:pt>
                <c:pt idx="5243">
                  <c:v>47613</c:v>
                </c:pt>
                <c:pt idx="5244">
                  <c:v>47614</c:v>
                </c:pt>
                <c:pt idx="5245">
                  <c:v>47615</c:v>
                </c:pt>
                <c:pt idx="5246">
                  <c:v>47616</c:v>
                </c:pt>
                <c:pt idx="5247">
                  <c:v>47617</c:v>
                </c:pt>
                <c:pt idx="5248">
                  <c:v>47618</c:v>
                </c:pt>
                <c:pt idx="5249">
                  <c:v>47619</c:v>
                </c:pt>
                <c:pt idx="5250">
                  <c:v>47620</c:v>
                </c:pt>
                <c:pt idx="5251">
                  <c:v>47621</c:v>
                </c:pt>
                <c:pt idx="5252">
                  <c:v>47622</c:v>
                </c:pt>
                <c:pt idx="5253">
                  <c:v>47623</c:v>
                </c:pt>
                <c:pt idx="5254">
                  <c:v>47624</c:v>
                </c:pt>
                <c:pt idx="5255">
                  <c:v>47625</c:v>
                </c:pt>
                <c:pt idx="5256">
                  <c:v>47626</c:v>
                </c:pt>
                <c:pt idx="5257">
                  <c:v>47627</c:v>
                </c:pt>
                <c:pt idx="5258">
                  <c:v>47628</c:v>
                </c:pt>
                <c:pt idx="5259">
                  <c:v>47629</c:v>
                </c:pt>
                <c:pt idx="5260">
                  <c:v>47630</c:v>
                </c:pt>
                <c:pt idx="5261">
                  <c:v>47631</c:v>
                </c:pt>
                <c:pt idx="5262">
                  <c:v>47632</c:v>
                </c:pt>
                <c:pt idx="5263">
                  <c:v>47633</c:v>
                </c:pt>
                <c:pt idx="5264">
                  <c:v>47634</c:v>
                </c:pt>
                <c:pt idx="5265">
                  <c:v>47635</c:v>
                </c:pt>
                <c:pt idx="5266">
                  <c:v>47636</c:v>
                </c:pt>
                <c:pt idx="5267">
                  <c:v>47637</c:v>
                </c:pt>
                <c:pt idx="5268">
                  <c:v>47638</c:v>
                </c:pt>
                <c:pt idx="5269">
                  <c:v>47639</c:v>
                </c:pt>
                <c:pt idx="5270">
                  <c:v>47640</c:v>
                </c:pt>
                <c:pt idx="5271">
                  <c:v>47641</c:v>
                </c:pt>
                <c:pt idx="5272">
                  <c:v>47642</c:v>
                </c:pt>
                <c:pt idx="5273">
                  <c:v>47643</c:v>
                </c:pt>
                <c:pt idx="5274">
                  <c:v>47644</c:v>
                </c:pt>
                <c:pt idx="5275">
                  <c:v>47645</c:v>
                </c:pt>
                <c:pt idx="5276">
                  <c:v>47646</c:v>
                </c:pt>
                <c:pt idx="5277">
                  <c:v>47647</c:v>
                </c:pt>
                <c:pt idx="5278">
                  <c:v>47648</c:v>
                </c:pt>
                <c:pt idx="5279">
                  <c:v>47649</c:v>
                </c:pt>
                <c:pt idx="5280">
                  <c:v>47650</c:v>
                </c:pt>
                <c:pt idx="5281">
                  <c:v>47651</c:v>
                </c:pt>
                <c:pt idx="5282">
                  <c:v>47652</c:v>
                </c:pt>
                <c:pt idx="5283">
                  <c:v>47653</c:v>
                </c:pt>
                <c:pt idx="5284">
                  <c:v>47654</c:v>
                </c:pt>
                <c:pt idx="5285">
                  <c:v>47655</c:v>
                </c:pt>
                <c:pt idx="5286">
                  <c:v>47656</c:v>
                </c:pt>
                <c:pt idx="5287">
                  <c:v>47657</c:v>
                </c:pt>
                <c:pt idx="5288">
                  <c:v>47658</c:v>
                </c:pt>
                <c:pt idx="5289">
                  <c:v>47659</c:v>
                </c:pt>
                <c:pt idx="5290">
                  <c:v>47660</c:v>
                </c:pt>
                <c:pt idx="5291">
                  <c:v>47661</c:v>
                </c:pt>
                <c:pt idx="5292">
                  <c:v>47662</c:v>
                </c:pt>
                <c:pt idx="5293">
                  <c:v>47663</c:v>
                </c:pt>
                <c:pt idx="5294">
                  <c:v>47664</c:v>
                </c:pt>
                <c:pt idx="5295">
                  <c:v>47665</c:v>
                </c:pt>
                <c:pt idx="5296">
                  <c:v>47666</c:v>
                </c:pt>
                <c:pt idx="5297">
                  <c:v>47667</c:v>
                </c:pt>
                <c:pt idx="5298">
                  <c:v>47668</c:v>
                </c:pt>
                <c:pt idx="5299">
                  <c:v>47669</c:v>
                </c:pt>
                <c:pt idx="5300">
                  <c:v>47670</c:v>
                </c:pt>
                <c:pt idx="5301">
                  <c:v>47671</c:v>
                </c:pt>
                <c:pt idx="5302">
                  <c:v>47672</c:v>
                </c:pt>
                <c:pt idx="5303">
                  <c:v>47673</c:v>
                </c:pt>
                <c:pt idx="5304">
                  <c:v>47674</c:v>
                </c:pt>
                <c:pt idx="5305">
                  <c:v>47675</c:v>
                </c:pt>
                <c:pt idx="5306">
                  <c:v>47676</c:v>
                </c:pt>
                <c:pt idx="5307">
                  <c:v>47677</c:v>
                </c:pt>
                <c:pt idx="5308">
                  <c:v>47678</c:v>
                </c:pt>
                <c:pt idx="5309">
                  <c:v>47679</c:v>
                </c:pt>
                <c:pt idx="5310">
                  <c:v>47680</c:v>
                </c:pt>
                <c:pt idx="5311">
                  <c:v>47681</c:v>
                </c:pt>
                <c:pt idx="5312">
                  <c:v>47682</c:v>
                </c:pt>
                <c:pt idx="5313">
                  <c:v>47683</c:v>
                </c:pt>
                <c:pt idx="5314">
                  <c:v>47684</c:v>
                </c:pt>
                <c:pt idx="5315">
                  <c:v>47685</c:v>
                </c:pt>
                <c:pt idx="5316">
                  <c:v>47686</c:v>
                </c:pt>
                <c:pt idx="5317">
                  <c:v>47687</c:v>
                </c:pt>
                <c:pt idx="5318">
                  <c:v>47688</c:v>
                </c:pt>
                <c:pt idx="5319">
                  <c:v>47689</c:v>
                </c:pt>
                <c:pt idx="5320">
                  <c:v>47690</c:v>
                </c:pt>
                <c:pt idx="5321">
                  <c:v>47691</c:v>
                </c:pt>
                <c:pt idx="5322">
                  <c:v>47692</c:v>
                </c:pt>
                <c:pt idx="5323">
                  <c:v>47693</c:v>
                </c:pt>
                <c:pt idx="5324">
                  <c:v>47694</c:v>
                </c:pt>
                <c:pt idx="5325">
                  <c:v>47695</c:v>
                </c:pt>
                <c:pt idx="5326">
                  <c:v>47696</c:v>
                </c:pt>
                <c:pt idx="5327">
                  <c:v>47697</c:v>
                </c:pt>
                <c:pt idx="5328">
                  <c:v>47698</c:v>
                </c:pt>
                <c:pt idx="5329">
                  <c:v>47699</c:v>
                </c:pt>
                <c:pt idx="5330">
                  <c:v>47700</c:v>
                </c:pt>
                <c:pt idx="5331">
                  <c:v>47701</c:v>
                </c:pt>
                <c:pt idx="5332">
                  <c:v>47702</c:v>
                </c:pt>
                <c:pt idx="5333">
                  <c:v>47703</c:v>
                </c:pt>
                <c:pt idx="5334">
                  <c:v>47704</c:v>
                </c:pt>
                <c:pt idx="5335">
                  <c:v>47705</c:v>
                </c:pt>
                <c:pt idx="5336">
                  <c:v>47706</c:v>
                </c:pt>
                <c:pt idx="5337">
                  <c:v>47707</c:v>
                </c:pt>
                <c:pt idx="5338">
                  <c:v>47708</c:v>
                </c:pt>
                <c:pt idx="5339">
                  <c:v>47709</c:v>
                </c:pt>
                <c:pt idx="5340">
                  <c:v>47710</c:v>
                </c:pt>
                <c:pt idx="5341">
                  <c:v>47711</c:v>
                </c:pt>
                <c:pt idx="5342">
                  <c:v>47712</c:v>
                </c:pt>
                <c:pt idx="5343">
                  <c:v>47713</c:v>
                </c:pt>
                <c:pt idx="5344">
                  <c:v>47714</c:v>
                </c:pt>
                <c:pt idx="5345">
                  <c:v>47715</c:v>
                </c:pt>
                <c:pt idx="5346">
                  <c:v>47716</c:v>
                </c:pt>
                <c:pt idx="5347">
                  <c:v>47717</c:v>
                </c:pt>
                <c:pt idx="5348">
                  <c:v>47718</c:v>
                </c:pt>
                <c:pt idx="5349">
                  <c:v>47719</c:v>
                </c:pt>
                <c:pt idx="5350">
                  <c:v>47720</c:v>
                </c:pt>
                <c:pt idx="5351">
                  <c:v>47721</c:v>
                </c:pt>
                <c:pt idx="5352">
                  <c:v>47722</c:v>
                </c:pt>
                <c:pt idx="5353">
                  <c:v>47723</c:v>
                </c:pt>
                <c:pt idx="5354">
                  <c:v>47724</c:v>
                </c:pt>
                <c:pt idx="5355">
                  <c:v>47725</c:v>
                </c:pt>
                <c:pt idx="5356">
                  <c:v>47726</c:v>
                </c:pt>
                <c:pt idx="5357">
                  <c:v>47727</c:v>
                </c:pt>
                <c:pt idx="5358">
                  <c:v>47728</c:v>
                </c:pt>
                <c:pt idx="5359">
                  <c:v>47729</c:v>
                </c:pt>
                <c:pt idx="5360">
                  <c:v>47730</c:v>
                </c:pt>
                <c:pt idx="5361">
                  <c:v>47731</c:v>
                </c:pt>
                <c:pt idx="5362">
                  <c:v>47732</c:v>
                </c:pt>
                <c:pt idx="5363">
                  <c:v>47733</c:v>
                </c:pt>
                <c:pt idx="5364">
                  <c:v>47734</c:v>
                </c:pt>
                <c:pt idx="5365">
                  <c:v>47735</c:v>
                </c:pt>
                <c:pt idx="5366">
                  <c:v>47736</c:v>
                </c:pt>
                <c:pt idx="5367">
                  <c:v>47737</c:v>
                </c:pt>
                <c:pt idx="5368">
                  <c:v>47738</c:v>
                </c:pt>
                <c:pt idx="5369">
                  <c:v>47739</c:v>
                </c:pt>
                <c:pt idx="5370">
                  <c:v>47740</c:v>
                </c:pt>
                <c:pt idx="5371">
                  <c:v>47741</c:v>
                </c:pt>
                <c:pt idx="5372">
                  <c:v>47742</c:v>
                </c:pt>
                <c:pt idx="5373">
                  <c:v>47743</c:v>
                </c:pt>
                <c:pt idx="5374">
                  <c:v>47744</c:v>
                </c:pt>
                <c:pt idx="5375">
                  <c:v>47745</c:v>
                </c:pt>
                <c:pt idx="5376">
                  <c:v>47746</c:v>
                </c:pt>
                <c:pt idx="5377">
                  <c:v>47747</c:v>
                </c:pt>
                <c:pt idx="5378">
                  <c:v>47748</c:v>
                </c:pt>
                <c:pt idx="5379">
                  <c:v>47749</c:v>
                </c:pt>
                <c:pt idx="5380">
                  <c:v>47750</c:v>
                </c:pt>
                <c:pt idx="5381">
                  <c:v>47751</c:v>
                </c:pt>
                <c:pt idx="5382">
                  <c:v>47752</c:v>
                </c:pt>
                <c:pt idx="5383">
                  <c:v>47753</c:v>
                </c:pt>
                <c:pt idx="5384">
                  <c:v>47754</c:v>
                </c:pt>
                <c:pt idx="5385">
                  <c:v>47755</c:v>
                </c:pt>
                <c:pt idx="5386">
                  <c:v>47756</c:v>
                </c:pt>
                <c:pt idx="5387">
                  <c:v>47757</c:v>
                </c:pt>
                <c:pt idx="5388">
                  <c:v>47758</c:v>
                </c:pt>
                <c:pt idx="5389">
                  <c:v>47759</c:v>
                </c:pt>
                <c:pt idx="5390">
                  <c:v>47760</c:v>
                </c:pt>
                <c:pt idx="5391">
                  <c:v>47761</c:v>
                </c:pt>
                <c:pt idx="5392">
                  <c:v>47762</c:v>
                </c:pt>
                <c:pt idx="5393">
                  <c:v>47763</c:v>
                </c:pt>
                <c:pt idx="5394">
                  <c:v>47764</c:v>
                </c:pt>
                <c:pt idx="5395">
                  <c:v>47765</c:v>
                </c:pt>
                <c:pt idx="5396">
                  <c:v>47766</c:v>
                </c:pt>
                <c:pt idx="5397">
                  <c:v>47767</c:v>
                </c:pt>
                <c:pt idx="5398">
                  <c:v>47768</c:v>
                </c:pt>
                <c:pt idx="5399">
                  <c:v>47769</c:v>
                </c:pt>
                <c:pt idx="5400">
                  <c:v>47770</c:v>
                </c:pt>
                <c:pt idx="5401">
                  <c:v>47771</c:v>
                </c:pt>
                <c:pt idx="5402">
                  <c:v>47772</c:v>
                </c:pt>
                <c:pt idx="5403">
                  <c:v>47773</c:v>
                </c:pt>
                <c:pt idx="5404">
                  <c:v>47774</c:v>
                </c:pt>
                <c:pt idx="5405">
                  <c:v>47775</c:v>
                </c:pt>
                <c:pt idx="5406">
                  <c:v>47776</c:v>
                </c:pt>
                <c:pt idx="5407">
                  <c:v>47777</c:v>
                </c:pt>
                <c:pt idx="5408">
                  <c:v>47778</c:v>
                </c:pt>
                <c:pt idx="5409">
                  <c:v>47779</c:v>
                </c:pt>
                <c:pt idx="5410">
                  <c:v>47780</c:v>
                </c:pt>
                <c:pt idx="5411">
                  <c:v>47781</c:v>
                </c:pt>
                <c:pt idx="5412">
                  <c:v>47782</c:v>
                </c:pt>
                <c:pt idx="5413">
                  <c:v>47783</c:v>
                </c:pt>
                <c:pt idx="5414">
                  <c:v>47784</c:v>
                </c:pt>
                <c:pt idx="5415">
                  <c:v>47785</c:v>
                </c:pt>
                <c:pt idx="5416">
                  <c:v>47786</c:v>
                </c:pt>
                <c:pt idx="5417">
                  <c:v>47787</c:v>
                </c:pt>
                <c:pt idx="5418">
                  <c:v>47788</c:v>
                </c:pt>
                <c:pt idx="5419">
                  <c:v>47789</c:v>
                </c:pt>
                <c:pt idx="5420">
                  <c:v>47790</c:v>
                </c:pt>
                <c:pt idx="5421">
                  <c:v>47791</c:v>
                </c:pt>
                <c:pt idx="5422">
                  <c:v>47792</c:v>
                </c:pt>
                <c:pt idx="5423">
                  <c:v>47793</c:v>
                </c:pt>
                <c:pt idx="5424">
                  <c:v>47794</c:v>
                </c:pt>
                <c:pt idx="5425">
                  <c:v>47795</c:v>
                </c:pt>
                <c:pt idx="5426">
                  <c:v>47796</c:v>
                </c:pt>
                <c:pt idx="5427">
                  <c:v>47797</c:v>
                </c:pt>
                <c:pt idx="5428">
                  <c:v>47798</c:v>
                </c:pt>
                <c:pt idx="5429">
                  <c:v>47799</c:v>
                </c:pt>
                <c:pt idx="5430">
                  <c:v>47800</c:v>
                </c:pt>
                <c:pt idx="5431">
                  <c:v>47801</c:v>
                </c:pt>
                <c:pt idx="5432">
                  <c:v>47802</c:v>
                </c:pt>
                <c:pt idx="5433">
                  <c:v>47803</c:v>
                </c:pt>
                <c:pt idx="5434">
                  <c:v>47804</c:v>
                </c:pt>
                <c:pt idx="5435">
                  <c:v>47805</c:v>
                </c:pt>
                <c:pt idx="5436">
                  <c:v>47806</c:v>
                </c:pt>
                <c:pt idx="5437">
                  <c:v>47807</c:v>
                </c:pt>
                <c:pt idx="5438">
                  <c:v>47808</c:v>
                </c:pt>
                <c:pt idx="5439">
                  <c:v>47809</c:v>
                </c:pt>
                <c:pt idx="5440">
                  <c:v>47810</c:v>
                </c:pt>
                <c:pt idx="5441">
                  <c:v>47811</c:v>
                </c:pt>
                <c:pt idx="5442">
                  <c:v>47812</c:v>
                </c:pt>
                <c:pt idx="5443">
                  <c:v>47813</c:v>
                </c:pt>
                <c:pt idx="5444">
                  <c:v>47814</c:v>
                </c:pt>
                <c:pt idx="5445">
                  <c:v>47815</c:v>
                </c:pt>
                <c:pt idx="5446">
                  <c:v>47816</c:v>
                </c:pt>
                <c:pt idx="5447">
                  <c:v>47817</c:v>
                </c:pt>
                <c:pt idx="5448">
                  <c:v>47818</c:v>
                </c:pt>
                <c:pt idx="5449">
                  <c:v>47819</c:v>
                </c:pt>
                <c:pt idx="5450">
                  <c:v>47820</c:v>
                </c:pt>
                <c:pt idx="5451">
                  <c:v>47821</c:v>
                </c:pt>
                <c:pt idx="5452">
                  <c:v>47822</c:v>
                </c:pt>
                <c:pt idx="5453">
                  <c:v>47823</c:v>
                </c:pt>
                <c:pt idx="5454">
                  <c:v>47824</c:v>
                </c:pt>
                <c:pt idx="5455">
                  <c:v>47825</c:v>
                </c:pt>
                <c:pt idx="5456">
                  <c:v>47826</c:v>
                </c:pt>
                <c:pt idx="5457">
                  <c:v>47827</c:v>
                </c:pt>
                <c:pt idx="5458">
                  <c:v>47828</c:v>
                </c:pt>
                <c:pt idx="5459">
                  <c:v>47829</c:v>
                </c:pt>
                <c:pt idx="5460">
                  <c:v>47830</c:v>
                </c:pt>
                <c:pt idx="5461">
                  <c:v>47831</c:v>
                </c:pt>
                <c:pt idx="5462">
                  <c:v>47832</c:v>
                </c:pt>
                <c:pt idx="5463">
                  <c:v>47833</c:v>
                </c:pt>
                <c:pt idx="5464">
                  <c:v>47834</c:v>
                </c:pt>
                <c:pt idx="5465">
                  <c:v>47835</c:v>
                </c:pt>
                <c:pt idx="5466">
                  <c:v>47836</c:v>
                </c:pt>
                <c:pt idx="5467">
                  <c:v>47837</c:v>
                </c:pt>
                <c:pt idx="5468">
                  <c:v>47838</c:v>
                </c:pt>
                <c:pt idx="5469">
                  <c:v>47839</c:v>
                </c:pt>
                <c:pt idx="5470">
                  <c:v>47840</c:v>
                </c:pt>
                <c:pt idx="5471">
                  <c:v>47841</c:v>
                </c:pt>
                <c:pt idx="5472">
                  <c:v>47842</c:v>
                </c:pt>
                <c:pt idx="5473">
                  <c:v>47843</c:v>
                </c:pt>
                <c:pt idx="5474">
                  <c:v>47844</c:v>
                </c:pt>
                <c:pt idx="5475">
                  <c:v>47845</c:v>
                </c:pt>
                <c:pt idx="5476">
                  <c:v>47846</c:v>
                </c:pt>
                <c:pt idx="5477">
                  <c:v>47847</c:v>
                </c:pt>
                <c:pt idx="5478">
                  <c:v>47848</c:v>
                </c:pt>
                <c:pt idx="5479">
                  <c:v>47849</c:v>
                </c:pt>
                <c:pt idx="5480">
                  <c:v>47850</c:v>
                </c:pt>
                <c:pt idx="5481">
                  <c:v>47851</c:v>
                </c:pt>
                <c:pt idx="5482">
                  <c:v>47852</c:v>
                </c:pt>
                <c:pt idx="5483">
                  <c:v>47853</c:v>
                </c:pt>
                <c:pt idx="5484">
                  <c:v>47854</c:v>
                </c:pt>
                <c:pt idx="5485">
                  <c:v>47855</c:v>
                </c:pt>
                <c:pt idx="5486">
                  <c:v>47856</c:v>
                </c:pt>
                <c:pt idx="5487">
                  <c:v>47857</c:v>
                </c:pt>
                <c:pt idx="5488">
                  <c:v>47858</c:v>
                </c:pt>
                <c:pt idx="5489">
                  <c:v>47859</c:v>
                </c:pt>
                <c:pt idx="5490">
                  <c:v>47860</c:v>
                </c:pt>
                <c:pt idx="5491">
                  <c:v>47861</c:v>
                </c:pt>
                <c:pt idx="5492">
                  <c:v>47862</c:v>
                </c:pt>
                <c:pt idx="5493">
                  <c:v>47863</c:v>
                </c:pt>
                <c:pt idx="5494">
                  <c:v>47864</c:v>
                </c:pt>
                <c:pt idx="5495">
                  <c:v>47865</c:v>
                </c:pt>
                <c:pt idx="5496">
                  <c:v>47866</c:v>
                </c:pt>
                <c:pt idx="5497">
                  <c:v>47867</c:v>
                </c:pt>
                <c:pt idx="5498">
                  <c:v>47868</c:v>
                </c:pt>
                <c:pt idx="5499">
                  <c:v>47869</c:v>
                </c:pt>
                <c:pt idx="5500">
                  <c:v>47870</c:v>
                </c:pt>
                <c:pt idx="5501">
                  <c:v>47871</c:v>
                </c:pt>
                <c:pt idx="5502">
                  <c:v>47872</c:v>
                </c:pt>
                <c:pt idx="5503">
                  <c:v>47873</c:v>
                </c:pt>
                <c:pt idx="5504">
                  <c:v>47874</c:v>
                </c:pt>
                <c:pt idx="5505">
                  <c:v>47875</c:v>
                </c:pt>
                <c:pt idx="5506">
                  <c:v>47876</c:v>
                </c:pt>
                <c:pt idx="5507">
                  <c:v>47877</c:v>
                </c:pt>
                <c:pt idx="5508">
                  <c:v>47878</c:v>
                </c:pt>
                <c:pt idx="5509">
                  <c:v>47879</c:v>
                </c:pt>
                <c:pt idx="5510">
                  <c:v>47880</c:v>
                </c:pt>
                <c:pt idx="5511">
                  <c:v>47881</c:v>
                </c:pt>
                <c:pt idx="5512">
                  <c:v>47882</c:v>
                </c:pt>
                <c:pt idx="5513">
                  <c:v>47883</c:v>
                </c:pt>
                <c:pt idx="5514">
                  <c:v>47884</c:v>
                </c:pt>
                <c:pt idx="5515">
                  <c:v>47885</c:v>
                </c:pt>
                <c:pt idx="5516">
                  <c:v>47886</c:v>
                </c:pt>
                <c:pt idx="5517">
                  <c:v>47887</c:v>
                </c:pt>
                <c:pt idx="5518">
                  <c:v>47888</c:v>
                </c:pt>
                <c:pt idx="5519">
                  <c:v>47889</c:v>
                </c:pt>
                <c:pt idx="5520">
                  <c:v>47890</c:v>
                </c:pt>
                <c:pt idx="5521">
                  <c:v>47891</c:v>
                </c:pt>
                <c:pt idx="5522">
                  <c:v>47892</c:v>
                </c:pt>
                <c:pt idx="5523">
                  <c:v>47893</c:v>
                </c:pt>
                <c:pt idx="5524">
                  <c:v>47894</c:v>
                </c:pt>
                <c:pt idx="5525">
                  <c:v>47895</c:v>
                </c:pt>
                <c:pt idx="5526">
                  <c:v>47896</c:v>
                </c:pt>
                <c:pt idx="5527">
                  <c:v>47897</c:v>
                </c:pt>
                <c:pt idx="5528">
                  <c:v>47898</c:v>
                </c:pt>
                <c:pt idx="5529">
                  <c:v>47899</c:v>
                </c:pt>
                <c:pt idx="5530">
                  <c:v>47900</c:v>
                </c:pt>
                <c:pt idx="5531">
                  <c:v>47901</c:v>
                </c:pt>
                <c:pt idx="5532">
                  <c:v>47902</c:v>
                </c:pt>
                <c:pt idx="5533">
                  <c:v>47903</c:v>
                </c:pt>
                <c:pt idx="5534">
                  <c:v>47904</c:v>
                </c:pt>
                <c:pt idx="5535">
                  <c:v>47905</c:v>
                </c:pt>
                <c:pt idx="5536">
                  <c:v>47906</c:v>
                </c:pt>
                <c:pt idx="5537">
                  <c:v>47907</c:v>
                </c:pt>
                <c:pt idx="5538">
                  <c:v>47908</c:v>
                </c:pt>
                <c:pt idx="5539">
                  <c:v>47909</c:v>
                </c:pt>
                <c:pt idx="5540">
                  <c:v>47910</c:v>
                </c:pt>
                <c:pt idx="5541">
                  <c:v>47911</c:v>
                </c:pt>
                <c:pt idx="5542">
                  <c:v>47912</c:v>
                </c:pt>
                <c:pt idx="5543">
                  <c:v>47913</c:v>
                </c:pt>
                <c:pt idx="5544">
                  <c:v>47914</c:v>
                </c:pt>
                <c:pt idx="5545">
                  <c:v>47915</c:v>
                </c:pt>
                <c:pt idx="5546">
                  <c:v>47916</c:v>
                </c:pt>
                <c:pt idx="5547">
                  <c:v>47917</c:v>
                </c:pt>
                <c:pt idx="5548">
                  <c:v>47918</c:v>
                </c:pt>
                <c:pt idx="5549">
                  <c:v>47919</c:v>
                </c:pt>
                <c:pt idx="5550">
                  <c:v>47920</c:v>
                </c:pt>
                <c:pt idx="5551">
                  <c:v>47921</c:v>
                </c:pt>
                <c:pt idx="5552">
                  <c:v>47922</c:v>
                </c:pt>
                <c:pt idx="5553">
                  <c:v>47923</c:v>
                </c:pt>
                <c:pt idx="5554">
                  <c:v>47924</c:v>
                </c:pt>
                <c:pt idx="5555">
                  <c:v>47925</c:v>
                </c:pt>
                <c:pt idx="5556">
                  <c:v>47926</c:v>
                </c:pt>
                <c:pt idx="5557">
                  <c:v>47927</c:v>
                </c:pt>
                <c:pt idx="5558">
                  <c:v>47928</c:v>
                </c:pt>
                <c:pt idx="5559">
                  <c:v>47929</c:v>
                </c:pt>
                <c:pt idx="5560">
                  <c:v>47930</c:v>
                </c:pt>
                <c:pt idx="5561">
                  <c:v>47931</c:v>
                </c:pt>
                <c:pt idx="5562">
                  <c:v>47932</c:v>
                </c:pt>
                <c:pt idx="5563">
                  <c:v>47933</c:v>
                </c:pt>
                <c:pt idx="5564">
                  <c:v>47934</c:v>
                </c:pt>
                <c:pt idx="5565">
                  <c:v>47935</c:v>
                </c:pt>
                <c:pt idx="5566">
                  <c:v>47936</c:v>
                </c:pt>
                <c:pt idx="5567">
                  <c:v>47937</c:v>
                </c:pt>
                <c:pt idx="5568">
                  <c:v>47938</c:v>
                </c:pt>
                <c:pt idx="5569">
                  <c:v>47939</c:v>
                </c:pt>
                <c:pt idx="5570">
                  <c:v>47940</c:v>
                </c:pt>
                <c:pt idx="5571">
                  <c:v>47941</c:v>
                </c:pt>
                <c:pt idx="5572">
                  <c:v>47942</c:v>
                </c:pt>
                <c:pt idx="5573">
                  <c:v>47943</c:v>
                </c:pt>
                <c:pt idx="5574">
                  <c:v>47944</c:v>
                </c:pt>
                <c:pt idx="5575">
                  <c:v>47945</c:v>
                </c:pt>
                <c:pt idx="5576">
                  <c:v>47946</c:v>
                </c:pt>
                <c:pt idx="5577">
                  <c:v>47947</c:v>
                </c:pt>
                <c:pt idx="5578">
                  <c:v>47948</c:v>
                </c:pt>
                <c:pt idx="5579">
                  <c:v>47949</c:v>
                </c:pt>
                <c:pt idx="5580">
                  <c:v>47950</c:v>
                </c:pt>
                <c:pt idx="5581">
                  <c:v>47951</c:v>
                </c:pt>
                <c:pt idx="5582">
                  <c:v>47952</c:v>
                </c:pt>
                <c:pt idx="5583">
                  <c:v>47953</c:v>
                </c:pt>
                <c:pt idx="5584">
                  <c:v>47954</c:v>
                </c:pt>
                <c:pt idx="5585">
                  <c:v>47955</c:v>
                </c:pt>
                <c:pt idx="5586">
                  <c:v>47956</c:v>
                </c:pt>
                <c:pt idx="5587">
                  <c:v>47957</c:v>
                </c:pt>
                <c:pt idx="5588">
                  <c:v>47958</c:v>
                </c:pt>
                <c:pt idx="5589">
                  <c:v>47959</c:v>
                </c:pt>
                <c:pt idx="5590">
                  <c:v>47960</c:v>
                </c:pt>
                <c:pt idx="5591">
                  <c:v>47961</c:v>
                </c:pt>
                <c:pt idx="5592">
                  <c:v>47962</c:v>
                </c:pt>
                <c:pt idx="5593">
                  <c:v>47963</c:v>
                </c:pt>
                <c:pt idx="5594">
                  <c:v>47964</c:v>
                </c:pt>
                <c:pt idx="5595">
                  <c:v>47965</c:v>
                </c:pt>
                <c:pt idx="5596">
                  <c:v>47966</c:v>
                </c:pt>
                <c:pt idx="5597">
                  <c:v>47967</c:v>
                </c:pt>
                <c:pt idx="5598">
                  <c:v>47968</c:v>
                </c:pt>
                <c:pt idx="5599">
                  <c:v>47969</c:v>
                </c:pt>
                <c:pt idx="5600">
                  <c:v>47970</c:v>
                </c:pt>
                <c:pt idx="5601">
                  <c:v>47971</c:v>
                </c:pt>
                <c:pt idx="5602">
                  <c:v>47972</c:v>
                </c:pt>
                <c:pt idx="5603">
                  <c:v>47973</c:v>
                </c:pt>
                <c:pt idx="5604">
                  <c:v>47974</c:v>
                </c:pt>
                <c:pt idx="5605">
                  <c:v>47975</c:v>
                </c:pt>
                <c:pt idx="5606">
                  <c:v>47976</c:v>
                </c:pt>
                <c:pt idx="5607">
                  <c:v>47977</c:v>
                </c:pt>
                <c:pt idx="5608">
                  <c:v>47978</c:v>
                </c:pt>
                <c:pt idx="5609">
                  <c:v>47979</c:v>
                </c:pt>
                <c:pt idx="5610">
                  <c:v>47980</c:v>
                </c:pt>
                <c:pt idx="5611">
                  <c:v>47981</c:v>
                </c:pt>
                <c:pt idx="5612">
                  <c:v>47982</c:v>
                </c:pt>
                <c:pt idx="5613">
                  <c:v>47983</c:v>
                </c:pt>
                <c:pt idx="5614">
                  <c:v>47984</c:v>
                </c:pt>
                <c:pt idx="5615">
                  <c:v>47985</c:v>
                </c:pt>
                <c:pt idx="5616">
                  <c:v>47986</c:v>
                </c:pt>
                <c:pt idx="5617">
                  <c:v>47987</c:v>
                </c:pt>
                <c:pt idx="5618">
                  <c:v>47988</c:v>
                </c:pt>
                <c:pt idx="5619">
                  <c:v>47989</c:v>
                </c:pt>
                <c:pt idx="5620">
                  <c:v>47990</c:v>
                </c:pt>
                <c:pt idx="5621">
                  <c:v>47991</c:v>
                </c:pt>
                <c:pt idx="5622">
                  <c:v>47992</c:v>
                </c:pt>
                <c:pt idx="5623">
                  <c:v>47993</c:v>
                </c:pt>
                <c:pt idx="5624">
                  <c:v>47994</c:v>
                </c:pt>
                <c:pt idx="5625">
                  <c:v>47995</c:v>
                </c:pt>
                <c:pt idx="5626">
                  <c:v>47996</c:v>
                </c:pt>
                <c:pt idx="5627">
                  <c:v>47997</c:v>
                </c:pt>
                <c:pt idx="5628">
                  <c:v>47998</c:v>
                </c:pt>
                <c:pt idx="5629">
                  <c:v>47999</c:v>
                </c:pt>
                <c:pt idx="5630">
                  <c:v>48000</c:v>
                </c:pt>
                <c:pt idx="5631">
                  <c:v>48001</c:v>
                </c:pt>
                <c:pt idx="5632">
                  <c:v>48002</c:v>
                </c:pt>
                <c:pt idx="5633">
                  <c:v>48003</c:v>
                </c:pt>
                <c:pt idx="5634">
                  <c:v>48004</c:v>
                </c:pt>
                <c:pt idx="5635">
                  <c:v>48005</c:v>
                </c:pt>
                <c:pt idx="5636">
                  <c:v>48006</c:v>
                </c:pt>
                <c:pt idx="5637">
                  <c:v>48007</c:v>
                </c:pt>
                <c:pt idx="5638">
                  <c:v>48008</c:v>
                </c:pt>
                <c:pt idx="5639">
                  <c:v>48009</c:v>
                </c:pt>
                <c:pt idx="5640">
                  <c:v>48010</c:v>
                </c:pt>
                <c:pt idx="5641">
                  <c:v>48011</c:v>
                </c:pt>
                <c:pt idx="5642">
                  <c:v>48012</c:v>
                </c:pt>
                <c:pt idx="5643">
                  <c:v>48013</c:v>
                </c:pt>
                <c:pt idx="5644">
                  <c:v>48014</c:v>
                </c:pt>
                <c:pt idx="5645">
                  <c:v>48015</c:v>
                </c:pt>
                <c:pt idx="5646">
                  <c:v>48016</c:v>
                </c:pt>
                <c:pt idx="5647">
                  <c:v>48017</c:v>
                </c:pt>
                <c:pt idx="5648">
                  <c:v>48018</c:v>
                </c:pt>
                <c:pt idx="5649">
                  <c:v>48019</c:v>
                </c:pt>
                <c:pt idx="5650">
                  <c:v>48020</c:v>
                </c:pt>
                <c:pt idx="5651">
                  <c:v>48021</c:v>
                </c:pt>
                <c:pt idx="5652">
                  <c:v>48022</c:v>
                </c:pt>
                <c:pt idx="5653">
                  <c:v>48023</c:v>
                </c:pt>
                <c:pt idx="5654">
                  <c:v>48024</c:v>
                </c:pt>
                <c:pt idx="5655">
                  <c:v>48025</c:v>
                </c:pt>
                <c:pt idx="5656">
                  <c:v>48026</c:v>
                </c:pt>
                <c:pt idx="5657">
                  <c:v>48027</c:v>
                </c:pt>
                <c:pt idx="5658">
                  <c:v>48028</c:v>
                </c:pt>
                <c:pt idx="5659">
                  <c:v>48029</c:v>
                </c:pt>
                <c:pt idx="5660">
                  <c:v>48030</c:v>
                </c:pt>
                <c:pt idx="5661">
                  <c:v>48031</c:v>
                </c:pt>
                <c:pt idx="5662">
                  <c:v>48032</c:v>
                </c:pt>
                <c:pt idx="5663">
                  <c:v>48033</c:v>
                </c:pt>
                <c:pt idx="5664">
                  <c:v>48034</c:v>
                </c:pt>
                <c:pt idx="5665">
                  <c:v>48035</c:v>
                </c:pt>
                <c:pt idx="5666">
                  <c:v>48036</c:v>
                </c:pt>
                <c:pt idx="5667">
                  <c:v>48037</c:v>
                </c:pt>
                <c:pt idx="5668">
                  <c:v>48038</c:v>
                </c:pt>
                <c:pt idx="5669">
                  <c:v>48039</c:v>
                </c:pt>
                <c:pt idx="5670">
                  <c:v>48040</c:v>
                </c:pt>
                <c:pt idx="5671">
                  <c:v>48041</c:v>
                </c:pt>
                <c:pt idx="5672">
                  <c:v>48042</c:v>
                </c:pt>
                <c:pt idx="5673">
                  <c:v>48043</c:v>
                </c:pt>
                <c:pt idx="5674">
                  <c:v>48044</c:v>
                </c:pt>
                <c:pt idx="5675">
                  <c:v>48045</c:v>
                </c:pt>
                <c:pt idx="5676">
                  <c:v>48046</c:v>
                </c:pt>
                <c:pt idx="5677">
                  <c:v>48047</c:v>
                </c:pt>
                <c:pt idx="5678">
                  <c:v>48048</c:v>
                </c:pt>
                <c:pt idx="5679">
                  <c:v>48049</c:v>
                </c:pt>
                <c:pt idx="5680">
                  <c:v>48050</c:v>
                </c:pt>
                <c:pt idx="5681">
                  <c:v>48051</c:v>
                </c:pt>
                <c:pt idx="5682">
                  <c:v>48052</c:v>
                </c:pt>
                <c:pt idx="5683">
                  <c:v>48053</c:v>
                </c:pt>
                <c:pt idx="5684">
                  <c:v>48054</c:v>
                </c:pt>
                <c:pt idx="5685">
                  <c:v>48055</c:v>
                </c:pt>
                <c:pt idx="5686">
                  <c:v>48056</c:v>
                </c:pt>
                <c:pt idx="5687">
                  <c:v>48057</c:v>
                </c:pt>
                <c:pt idx="5688">
                  <c:v>48058</c:v>
                </c:pt>
                <c:pt idx="5689">
                  <c:v>48059</c:v>
                </c:pt>
                <c:pt idx="5690">
                  <c:v>48060</c:v>
                </c:pt>
                <c:pt idx="5691">
                  <c:v>48061</c:v>
                </c:pt>
                <c:pt idx="5692">
                  <c:v>48062</c:v>
                </c:pt>
                <c:pt idx="5693">
                  <c:v>48063</c:v>
                </c:pt>
                <c:pt idx="5694">
                  <c:v>48064</c:v>
                </c:pt>
                <c:pt idx="5695">
                  <c:v>48065</c:v>
                </c:pt>
                <c:pt idx="5696">
                  <c:v>48066</c:v>
                </c:pt>
                <c:pt idx="5697">
                  <c:v>48067</c:v>
                </c:pt>
                <c:pt idx="5698">
                  <c:v>48068</c:v>
                </c:pt>
                <c:pt idx="5699">
                  <c:v>48069</c:v>
                </c:pt>
                <c:pt idx="5700">
                  <c:v>48070</c:v>
                </c:pt>
                <c:pt idx="5701">
                  <c:v>48071</c:v>
                </c:pt>
                <c:pt idx="5702">
                  <c:v>48072</c:v>
                </c:pt>
                <c:pt idx="5703">
                  <c:v>48073</c:v>
                </c:pt>
                <c:pt idx="5704">
                  <c:v>48074</c:v>
                </c:pt>
                <c:pt idx="5705">
                  <c:v>48075</c:v>
                </c:pt>
                <c:pt idx="5706">
                  <c:v>48076</c:v>
                </c:pt>
                <c:pt idx="5707">
                  <c:v>48077</c:v>
                </c:pt>
                <c:pt idx="5708">
                  <c:v>48078</c:v>
                </c:pt>
                <c:pt idx="5709">
                  <c:v>48079</c:v>
                </c:pt>
                <c:pt idx="5710">
                  <c:v>48080</c:v>
                </c:pt>
                <c:pt idx="5711">
                  <c:v>48081</c:v>
                </c:pt>
                <c:pt idx="5712">
                  <c:v>48082</c:v>
                </c:pt>
                <c:pt idx="5713">
                  <c:v>48083</c:v>
                </c:pt>
                <c:pt idx="5714">
                  <c:v>48084</c:v>
                </c:pt>
                <c:pt idx="5715">
                  <c:v>48085</c:v>
                </c:pt>
                <c:pt idx="5716">
                  <c:v>48086</c:v>
                </c:pt>
                <c:pt idx="5717">
                  <c:v>48087</c:v>
                </c:pt>
                <c:pt idx="5718">
                  <c:v>48088</c:v>
                </c:pt>
                <c:pt idx="5719">
                  <c:v>48089</c:v>
                </c:pt>
                <c:pt idx="5720">
                  <c:v>48090</c:v>
                </c:pt>
                <c:pt idx="5721">
                  <c:v>48091</c:v>
                </c:pt>
                <c:pt idx="5722">
                  <c:v>48092</c:v>
                </c:pt>
                <c:pt idx="5723">
                  <c:v>48093</c:v>
                </c:pt>
                <c:pt idx="5724">
                  <c:v>48094</c:v>
                </c:pt>
                <c:pt idx="5725">
                  <c:v>48095</c:v>
                </c:pt>
                <c:pt idx="5726">
                  <c:v>48096</c:v>
                </c:pt>
                <c:pt idx="5727">
                  <c:v>48097</c:v>
                </c:pt>
                <c:pt idx="5728">
                  <c:v>48098</c:v>
                </c:pt>
                <c:pt idx="5729">
                  <c:v>48099</c:v>
                </c:pt>
                <c:pt idx="5730">
                  <c:v>48100</c:v>
                </c:pt>
                <c:pt idx="5731">
                  <c:v>48101</c:v>
                </c:pt>
                <c:pt idx="5732">
                  <c:v>48102</c:v>
                </c:pt>
                <c:pt idx="5733">
                  <c:v>48103</c:v>
                </c:pt>
                <c:pt idx="5734">
                  <c:v>48104</c:v>
                </c:pt>
                <c:pt idx="5735">
                  <c:v>48105</c:v>
                </c:pt>
                <c:pt idx="5736">
                  <c:v>48106</c:v>
                </c:pt>
                <c:pt idx="5737">
                  <c:v>48107</c:v>
                </c:pt>
                <c:pt idx="5738">
                  <c:v>48108</c:v>
                </c:pt>
                <c:pt idx="5739">
                  <c:v>48109</c:v>
                </c:pt>
                <c:pt idx="5740">
                  <c:v>48110</c:v>
                </c:pt>
                <c:pt idx="5741">
                  <c:v>48111</c:v>
                </c:pt>
                <c:pt idx="5742">
                  <c:v>48112</c:v>
                </c:pt>
                <c:pt idx="5743">
                  <c:v>48113</c:v>
                </c:pt>
                <c:pt idx="5744">
                  <c:v>48114</c:v>
                </c:pt>
                <c:pt idx="5745">
                  <c:v>48115</c:v>
                </c:pt>
                <c:pt idx="5746">
                  <c:v>48116</c:v>
                </c:pt>
                <c:pt idx="5747">
                  <c:v>48117</c:v>
                </c:pt>
                <c:pt idx="5748">
                  <c:v>48118</c:v>
                </c:pt>
                <c:pt idx="5749">
                  <c:v>48119</c:v>
                </c:pt>
                <c:pt idx="5750">
                  <c:v>48120</c:v>
                </c:pt>
                <c:pt idx="5751">
                  <c:v>48121</c:v>
                </c:pt>
                <c:pt idx="5752">
                  <c:v>48122</c:v>
                </c:pt>
                <c:pt idx="5753">
                  <c:v>48123</c:v>
                </c:pt>
                <c:pt idx="5754">
                  <c:v>48124</c:v>
                </c:pt>
                <c:pt idx="5755">
                  <c:v>48125</c:v>
                </c:pt>
                <c:pt idx="5756">
                  <c:v>48126</c:v>
                </c:pt>
                <c:pt idx="5757">
                  <c:v>48127</c:v>
                </c:pt>
                <c:pt idx="5758">
                  <c:v>48128</c:v>
                </c:pt>
                <c:pt idx="5759">
                  <c:v>48129</c:v>
                </c:pt>
                <c:pt idx="5760">
                  <c:v>48130</c:v>
                </c:pt>
                <c:pt idx="5761">
                  <c:v>48131</c:v>
                </c:pt>
                <c:pt idx="5762">
                  <c:v>48132</c:v>
                </c:pt>
                <c:pt idx="5763">
                  <c:v>48133</c:v>
                </c:pt>
                <c:pt idx="5764">
                  <c:v>48134</c:v>
                </c:pt>
                <c:pt idx="5765">
                  <c:v>48135</c:v>
                </c:pt>
                <c:pt idx="5766">
                  <c:v>48136</c:v>
                </c:pt>
                <c:pt idx="5767">
                  <c:v>48137</c:v>
                </c:pt>
                <c:pt idx="5768">
                  <c:v>48138</c:v>
                </c:pt>
                <c:pt idx="5769">
                  <c:v>48139</c:v>
                </c:pt>
                <c:pt idx="5770">
                  <c:v>48140</c:v>
                </c:pt>
                <c:pt idx="5771">
                  <c:v>48141</c:v>
                </c:pt>
                <c:pt idx="5772">
                  <c:v>48142</c:v>
                </c:pt>
                <c:pt idx="5773">
                  <c:v>48143</c:v>
                </c:pt>
                <c:pt idx="5774">
                  <c:v>48144</c:v>
                </c:pt>
                <c:pt idx="5775">
                  <c:v>48145</c:v>
                </c:pt>
                <c:pt idx="5776">
                  <c:v>48146</c:v>
                </c:pt>
                <c:pt idx="5777">
                  <c:v>48147</c:v>
                </c:pt>
                <c:pt idx="5778">
                  <c:v>48148</c:v>
                </c:pt>
                <c:pt idx="5779">
                  <c:v>48149</c:v>
                </c:pt>
                <c:pt idx="5780">
                  <c:v>48150</c:v>
                </c:pt>
                <c:pt idx="5781">
                  <c:v>48151</c:v>
                </c:pt>
                <c:pt idx="5782">
                  <c:v>48152</c:v>
                </c:pt>
                <c:pt idx="5783">
                  <c:v>48153</c:v>
                </c:pt>
                <c:pt idx="5784">
                  <c:v>48154</c:v>
                </c:pt>
                <c:pt idx="5785">
                  <c:v>48155</c:v>
                </c:pt>
                <c:pt idx="5786">
                  <c:v>48156</c:v>
                </c:pt>
                <c:pt idx="5787">
                  <c:v>48157</c:v>
                </c:pt>
                <c:pt idx="5788">
                  <c:v>48158</c:v>
                </c:pt>
                <c:pt idx="5789">
                  <c:v>48159</c:v>
                </c:pt>
                <c:pt idx="5790">
                  <c:v>48160</c:v>
                </c:pt>
                <c:pt idx="5791">
                  <c:v>48161</c:v>
                </c:pt>
                <c:pt idx="5792">
                  <c:v>48162</c:v>
                </c:pt>
                <c:pt idx="5793">
                  <c:v>48163</c:v>
                </c:pt>
                <c:pt idx="5794">
                  <c:v>48164</c:v>
                </c:pt>
                <c:pt idx="5795">
                  <c:v>48165</c:v>
                </c:pt>
                <c:pt idx="5796">
                  <c:v>48166</c:v>
                </c:pt>
                <c:pt idx="5797">
                  <c:v>48167</c:v>
                </c:pt>
                <c:pt idx="5798">
                  <c:v>48168</c:v>
                </c:pt>
                <c:pt idx="5799">
                  <c:v>48169</c:v>
                </c:pt>
                <c:pt idx="5800">
                  <c:v>48170</c:v>
                </c:pt>
                <c:pt idx="5801">
                  <c:v>48171</c:v>
                </c:pt>
                <c:pt idx="5802">
                  <c:v>48172</c:v>
                </c:pt>
                <c:pt idx="5803">
                  <c:v>48173</c:v>
                </c:pt>
                <c:pt idx="5804">
                  <c:v>48174</c:v>
                </c:pt>
                <c:pt idx="5805">
                  <c:v>48175</c:v>
                </c:pt>
                <c:pt idx="5806">
                  <c:v>48176</c:v>
                </c:pt>
                <c:pt idx="5807">
                  <c:v>48177</c:v>
                </c:pt>
                <c:pt idx="5808">
                  <c:v>48178</c:v>
                </c:pt>
                <c:pt idx="5809">
                  <c:v>48179</c:v>
                </c:pt>
                <c:pt idx="5810">
                  <c:v>48180</c:v>
                </c:pt>
                <c:pt idx="5811">
                  <c:v>48181</c:v>
                </c:pt>
                <c:pt idx="5812">
                  <c:v>48182</c:v>
                </c:pt>
                <c:pt idx="5813">
                  <c:v>48183</c:v>
                </c:pt>
                <c:pt idx="5814">
                  <c:v>48184</c:v>
                </c:pt>
                <c:pt idx="5815">
                  <c:v>48185</c:v>
                </c:pt>
                <c:pt idx="5816">
                  <c:v>48186</c:v>
                </c:pt>
                <c:pt idx="5817">
                  <c:v>48187</c:v>
                </c:pt>
                <c:pt idx="5818">
                  <c:v>48188</c:v>
                </c:pt>
                <c:pt idx="5819">
                  <c:v>48189</c:v>
                </c:pt>
                <c:pt idx="5820">
                  <c:v>48190</c:v>
                </c:pt>
                <c:pt idx="5821">
                  <c:v>48191</c:v>
                </c:pt>
                <c:pt idx="5822">
                  <c:v>48192</c:v>
                </c:pt>
                <c:pt idx="5823">
                  <c:v>48193</c:v>
                </c:pt>
                <c:pt idx="5824">
                  <c:v>48194</c:v>
                </c:pt>
                <c:pt idx="5825">
                  <c:v>48195</c:v>
                </c:pt>
                <c:pt idx="5826">
                  <c:v>48196</c:v>
                </c:pt>
                <c:pt idx="5827">
                  <c:v>48197</c:v>
                </c:pt>
                <c:pt idx="5828">
                  <c:v>48198</c:v>
                </c:pt>
                <c:pt idx="5829">
                  <c:v>48199</c:v>
                </c:pt>
                <c:pt idx="5830">
                  <c:v>48200</c:v>
                </c:pt>
                <c:pt idx="5831">
                  <c:v>48201</c:v>
                </c:pt>
                <c:pt idx="5832">
                  <c:v>48202</c:v>
                </c:pt>
                <c:pt idx="5833">
                  <c:v>48203</c:v>
                </c:pt>
                <c:pt idx="5834">
                  <c:v>48204</c:v>
                </c:pt>
                <c:pt idx="5835">
                  <c:v>48205</c:v>
                </c:pt>
                <c:pt idx="5836">
                  <c:v>48206</c:v>
                </c:pt>
                <c:pt idx="5837">
                  <c:v>48207</c:v>
                </c:pt>
                <c:pt idx="5838">
                  <c:v>48208</c:v>
                </c:pt>
                <c:pt idx="5839">
                  <c:v>48209</c:v>
                </c:pt>
                <c:pt idx="5840">
                  <c:v>48210</c:v>
                </c:pt>
                <c:pt idx="5841">
                  <c:v>48211</c:v>
                </c:pt>
                <c:pt idx="5842">
                  <c:v>48212</c:v>
                </c:pt>
                <c:pt idx="5843">
                  <c:v>48213</c:v>
                </c:pt>
                <c:pt idx="5844">
                  <c:v>48214</c:v>
                </c:pt>
                <c:pt idx="5845">
                  <c:v>48215</c:v>
                </c:pt>
                <c:pt idx="5846">
                  <c:v>48216</c:v>
                </c:pt>
                <c:pt idx="5847">
                  <c:v>48217</c:v>
                </c:pt>
                <c:pt idx="5848">
                  <c:v>48218</c:v>
                </c:pt>
                <c:pt idx="5849">
                  <c:v>48219</c:v>
                </c:pt>
                <c:pt idx="5850">
                  <c:v>48220</c:v>
                </c:pt>
                <c:pt idx="5851">
                  <c:v>48221</c:v>
                </c:pt>
                <c:pt idx="5852">
                  <c:v>48222</c:v>
                </c:pt>
                <c:pt idx="5853">
                  <c:v>48223</c:v>
                </c:pt>
                <c:pt idx="5854">
                  <c:v>48224</c:v>
                </c:pt>
                <c:pt idx="5855">
                  <c:v>48225</c:v>
                </c:pt>
                <c:pt idx="5856">
                  <c:v>48226</c:v>
                </c:pt>
                <c:pt idx="5857">
                  <c:v>48227</c:v>
                </c:pt>
                <c:pt idx="5858">
                  <c:v>48228</c:v>
                </c:pt>
                <c:pt idx="5859">
                  <c:v>48229</c:v>
                </c:pt>
                <c:pt idx="5860">
                  <c:v>48230</c:v>
                </c:pt>
                <c:pt idx="5861">
                  <c:v>48231</c:v>
                </c:pt>
                <c:pt idx="5862">
                  <c:v>48232</c:v>
                </c:pt>
                <c:pt idx="5863">
                  <c:v>48233</c:v>
                </c:pt>
                <c:pt idx="5864">
                  <c:v>48234</c:v>
                </c:pt>
                <c:pt idx="5865">
                  <c:v>48235</c:v>
                </c:pt>
                <c:pt idx="5866">
                  <c:v>48236</c:v>
                </c:pt>
                <c:pt idx="5867">
                  <c:v>48237</c:v>
                </c:pt>
                <c:pt idx="5868">
                  <c:v>48238</c:v>
                </c:pt>
                <c:pt idx="5869">
                  <c:v>48239</c:v>
                </c:pt>
                <c:pt idx="5870">
                  <c:v>48240</c:v>
                </c:pt>
                <c:pt idx="5871">
                  <c:v>48241</c:v>
                </c:pt>
                <c:pt idx="5872">
                  <c:v>48242</c:v>
                </c:pt>
                <c:pt idx="5873">
                  <c:v>48243</c:v>
                </c:pt>
                <c:pt idx="5874">
                  <c:v>48244</c:v>
                </c:pt>
                <c:pt idx="5875">
                  <c:v>48245</c:v>
                </c:pt>
                <c:pt idx="5876">
                  <c:v>48246</c:v>
                </c:pt>
                <c:pt idx="5877">
                  <c:v>48247</c:v>
                </c:pt>
                <c:pt idx="5878">
                  <c:v>48248</c:v>
                </c:pt>
                <c:pt idx="5879">
                  <c:v>48249</c:v>
                </c:pt>
                <c:pt idx="5880">
                  <c:v>48250</c:v>
                </c:pt>
                <c:pt idx="5881">
                  <c:v>48251</c:v>
                </c:pt>
                <c:pt idx="5882">
                  <c:v>48252</c:v>
                </c:pt>
                <c:pt idx="5883">
                  <c:v>48253</c:v>
                </c:pt>
                <c:pt idx="5884">
                  <c:v>48254</c:v>
                </c:pt>
                <c:pt idx="5885">
                  <c:v>48255</c:v>
                </c:pt>
                <c:pt idx="5886">
                  <c:v>48256</c:v>
                </c:pt>
                <c:pt idx="5887">
                  <c:v>48257</c:v>
                </c:pt>
                <c:pt idx="5888">
                  <c:v>48258</c:v>
                </c:pt>
                <c:pt idx="5889">
                  <c:v>48259</c:v>
                </c:pt>
                <c:pt idx="5890">
                  <c:v>48260</c:v>
                </c:pt>
                <c:pt idx="5891">
                  <c:v>48261</c:v>
                </c:pt>
                <c:pt idx="5892">
                  <c:v>48262</c:v>
                </c:pt>
                <c:pt idx="5893">
                  <c:v>48263</c:v>
                </c:pt>
                <c:pt idx="5894">
                  <c:v>48264</c:v>
                </c:pt>
                <c:pt idx="5895">
                  <c:v>48265</c:v>
                </c:pt>
                <c:pt idx="5896">
                  <c:v>48266</c:v>
                </c:pt>
                <c:pt idx="5897">
                  <c:v>48267</c:v>
                </c:pt>
                <c:pt idx="5898">
                  <c:v>48268</c:v>
                </c:pt>
                <c:pt idx="5899">
                  <c:v>48269</c:v>
                </c:pt>
                <c:pt idx="5900">
                  <c:v>48270</c:v>
                </c:pt>
                <c:pt idx="5901">
                  <c:v>48271</c:v>
                </c:pt>
                <c:pt idx="5902">
                  <c:v>48272</c:v>
                </c:pt>
                <c:pt idx="5903">
                  <c:v>48273</c:v>
                </c:pt>
                <c:pt idx="5904">
                  <c:v>48274</c:v>
                </c:pt>
                <c:pt idx="5905">
                  <c:v>48275</c:v>
                </c:pt>
                <c:pt idx="5906">
                  <c:v>48276</c:v>
                </c:pt>
                <c:pt idx="5907">
                  <c:v>48277</c:v>
                </c:pt>
                <c:pt idx="5908">
                  <c:v>48278</c:v>
                </c:pt>
                <c:pt idx="5909">
                  <c:v>48279</c:v>
                </c:pt>
                <c:pt idx="5910">
                  <c:v>48280</c:v>
                </c:pt>
                <c:pt idx="5911">
                  <c:v>48281</c:v>
                </c:pt>
                <c:pt idx="5912">
                  <c:v>48282</c:v>
                </c:pt>
                <c:pt idx="5913">
                  <c:v>48283</c:v>
                </c:pt>
                <c:pt idx="5914">
                  <c:v>48284</c:v>
                </c:pt>
                <c:pt idx="5915">
                  <c:v>48285</c:v>
                </c:pt>
                <c:pt idx="5916">
                  <c:v>48286</c:v>
                </c:pt>
                <c:pt idx="5917">
                  <c:v>48287</c:v>
                </c:pt>
                <c:pt idx="5918">
                  <c:v>48288</c:v>
                </c:pt>
                <c:pt idx="5919">
                  <c:v>48289</c:v>
                </c:pt>
                <c:pt idx="5920">
                  <c:v>48290</c:v>
                </c:pt>
                <c:pt idx="5921">
                  <c:v>48291</c:v>
                </c:pt>
                <c:pt idx="5922">
                  <c:v>48292</c:v>
                </c:pt>
                <c:pt idx="5923">
                  <c:v>48293</c:v>
                </c:pt>
                <c:pt idx="5924">
                  <c:v>48294</c:v>
                </c:pt>
                <c:pt idx="5925">
                  <c:v>48295</c:v>
                </c:pt>
                <c:pt idx="5926">
                  <c:v>48296</c:v>
                </c:pt>
                <c:pt idx="5927">
                  <c:v>48297</c:v>
                </c:pt>
                <c:pt idx="5928">
                  <c:v>48298</c:v>
                </c:pt>
                <c:pt idx="5929">
                  <c:v>48299</c:v>
                </c:pt>
                <c:pt idx="5930">
                  <c:v>48300</c:v>
                </c:pt>
                <c:pt idx="5931">
                  <c:v>48301</c:v>
                </c:pt>
                <c:pt idx="5932">
                  <c:v>48302</c:v>
                </c:pt>
                <c:pt idx="5933">
                  <c:v>48303</c:v>
                </c:pt>
                <c:pt idx="5934">
                  <c:v>48304</c:v>
                </c:pt>
                <c:pt idx="5935">
                  <c:v>48305</c:v>
                </c:pt>
                <c:pt idx="5936">
                  <c:v>48306</c:v>
                </c:pt>
                <c:pt idx="5937">
                  <c:v>48307</c:v>
                </c:pt>
                <c:pt idx="5938">
                  <c:v>48308</c:v>
                </c:pt>
                <c:pt idx="5939">
                  <c:v>48309</c:v>
                </c:pt>
                <c:pt idx="5940">
                  <c:v>48310</c:v>
                </c:pt>
                <c:pt idx="5941">
                  <c:v>48311</c:v>
                </c:pt>
                <c:pt idx="5942">
                  <c:v>48312</c:v>
                </c:pt>
                <c:pt idx="5943">
                  <c:v>48313</c:v>
                </c:pt>
                <c:pt idx="5944">
                  <c:v>48314</c:v>
                </c:pt>
                <c:pt idx="5945">
                  <c:v>48315</c:v>
                </c:pt>
                <c:pt idx="5946">
                  <c:v>48316</c:v>
                </c:pt>
                <c:pt idx="5947">
                  <c:v>48317</c:v>
                </c:pt>
                <c:pt idx="5948">
                  <c:v>48318</c:v>
                </c:pt>
                <c:pt idx="5949">
                  <c:v>48319</c:v>
                </c:pt>
                <c:pt idx="5950">
                  <c:v>48320</c:v>
                </c:pt>
                <c:pt idx="5951">
                  <c:v>48321</c:v>
                </c:pt>
                <c:pt idx="5952">
                  <c:v>48322</c:v>
                </c:pt>
                <c:pt idx="5953">
                  <c:v>48323</c:v>
                </c:pt>
                <c:pt idx="5954">
                  <c:v>48324</c:v>
                </c:pt>
                <c:pt idx="5955">
                  <c:v>48325</c:v>
                </c:pt>
                <c:pt idx="5956">
                  <c:v>48326</c:v>
                </c:pt>
                <c:pt idx="5957">
                  <c:v>48327</c:v>
                </c:pt>
                <c:pt idx="5958">
                  <c:v>48328</c:v>
                </c:pt>
                <c:pt idx="5959">
                  <c:v>48329</c:v>
                </c:pt>
                <c:pt idx="5960">
                  <c:v>48330</c:v>
                </c:pt>
                <c:pt idx="5961">
                  <c:v>48331</c:v>
                </c:pt>
                <c:pt idx="5962">
                  <c:v>48332</c:v>
                </c:pt>
                <c:pt idx="5963">
                  <c:v>48333</c:v>
                </c:pt>
                <c:pt idx="5964">
                  <c:v>48334</c:v>
                </c:pt>
                <c:pt idx="5965">
                  <c:v>48335</c:v>
                </c:pt>
                <c:pt idx="5966">
                  <c:v>48336</c:v>
                </c:pt>
                <c:pt idx="5967">
                  <c:v>48337</c:v>
                </c:pt>
                <c:pt idx="5968">
                  <c:v>48338</c:v>
                </c:pt>
                <c:pt idx="5969">
                  <c:v>48339</c:v>
                </c:pt>
                <c:pt idx="5970">
                  <c:v>48340</c:v>
                </c:pt>
                <c:pt idx="5971">
                  <c:v>48341</c:v>
                </c:pt>
                <c:pt idx="5972">
                  <c:v>48342</c:v>
                </c:pt>
                <c:pt idx="5973">
                  <c:v>48343</c:v>
                </c:pt>
                <c:pt idx="5974">
                  <c:v>48344</c:v>
                </c:pt>
                <c:pt idx="5975">
                  <c:v>48345</c:v>
                </c:pt>
                <c:pt idx="5976">
                  <c:v>48346</c:v>
                </c:pt>
                <c:pt idx="5977">
                  <c:v>48347</c:v>
                </c:pt>
                <c:pt idx="5978">
                  <c:v>48348</c:v>
                </c:pt>
                <c:pt idx="5979">
                  <c:v>48349</c:v>
                </c:pt>
                <c:pt idx="5980">
                  <c:v>48350</c:v>
                </c:pt>
                <c:pt idx="5981">
                  <c:v>48351</c:v>
                </c:pt>
                <c:pt idx="5982">
                  <c:v>48352</c:v>
                </c:pt>
                <c:pt idx="5983">
                  <c:v>48353</c:v>
                </c:pt>
                <c:pt idx="5984">
                  <c:v>48354</c:v>
                </c:pt>
                <c:pt idx="5985">
                  <c:v>48355</c:v>
                </c:pt>
                <c:pt idx="5986">
                  <c:v>48356</c:v>
                </c:pt>
                <c:pt idx="5987">
                  <c:v>48357</c:v>
                </c:pt>
                <c:pt idx="5988">
                  <c:v>48358</c:v>
                </c:pt>
                <c:pt idx="5989">
                  <c:v>48359</c:v>
                </c:pt>
                <c:pt idx="5990">
                  <c:v>48360</c:v>
                </c:pt>
                <c:pt idx="5991">
                  <c:v>48361</c:v>
                </c:pt>
                <c:pt idx="5992">
                  <c:v>48362</c:v>
                </c:pt>
                <c:pt idx="5993">
                  <c:v>48363</c:v>
                </c:pt>
                <c:pt idx="5994">
                  <c:v>48364</c:v>
                </c:pt>
                <c:pt idx="5995">
                  <c:v>48365</c:v>
                </c:pt>
                <c:pt idx="5996">
                  <c:v>48366</c:v>
                </c:pt>
                <c:pt idx="5997">
                  <c:v>48367</c:v>
                </c:pt>
                <c:pt idx="5998">
                  <c:v>48368</c:v>
                </c:pt>
                <c:pt idx="5999">
                  <c:v>48369</c:v>
                </c:pt>
                <c:pt idx="6000">
                  <c:v>48370</c:v>
                </c:pt>
                <c:pt idx="6001">
                  <c:v>48371</c:v>
                </c:pt>
                <c:pt idx="6002">
                  <c:v>48372</c:v>
                </c:pt>
                <c:pt idx="6003">
                  <c:v>48373</c:v>
                </c:pt>
                <c:pt idx="6004">
                  <c:v>48374</c:v>
                </c:pt>
                <c:pt idx="6005">
                  <c:v>48375</c:v>
                </c:pt>
                <c:pt idx="6006">
                  <c:v>48376</c:v>
                </c:pt>
                <c:pt idx="6007">
                  <c:v>48377</c:v>
                </c:pt>
                <c:pt idx="6008">
                  <c:v>48378</c:v>
                </c:pt>
                <c:pt idx="6009">
                  <c:v>48379</c:v>
                </c:pt>
                <c:pt idx="6010">
                  <c:v>48380</c:v>
                </c:pt>
                <c:pt idx="6011">
                  <c:v>48381</c:v>
                </c:pt>
                <c:pt idx="6012">
                  <c:v>48382</c:v>
                </c:pt>
                <c:pt idx="6013">
                  <c:v>48383</c:v>
                </c:pt>
                <c:pt idx="6014">
                  <c:v>48384</c:v>
                </c:pt>
                <c:pt idx="6015">
                  <c:v>48385</c:v>
                </c:pt>
                <c:pt idx="6016">
                  <c:v>48386</c:v>
                </c:pt>
                <c:pt idx="6017">
                  <c:v>48387</c:v>
                </c:pt>
                <c:pt idx="6018">
                  <c:v>48388</c:v>
                </c:pt>
                <c:pt idx="6019">
                  <c:v>48389</c:v>
                </c:pt>
                <c:pt idx="6020">
                  <c:v>48390</c:v>
                </c:pt>
                <c:pt idx="6021">
                  <c:v>48391</c:v>
                </c:pt>
                <c:pt idx="6022">
                  <c:v>48392</c:v>
                </c:pt>
                <c:pt idx="6023">
                  <c:v>48393</c:v>
                </c:pt>
                <c:pt idx="6024">
                  <c:v>48394</c:v>
                </c:pt>
                <c:pt idx="6025">
                  <c:v>48395</c:v>
                </c:pt>
                <c:pt idx="6026">
                  <c:v>48396</c:v>
                </c:pt>
                <c:pt idx="6027">
                  <c:v>48397</c:v>
                </c:pt>
                <c:pt idx="6028">
                  <c:v>48398</c:v>
                </c:pt>
                <c:pt idx="6029">
                  <c:v>48399</c:v>
                </c:pt>
                <c:pt idx="6030">
                  <c:v>48400</c:v>
                </c:pt>
                <c:pt idx="6031">
                  <c:v>48401</c:v>
                </c:pt>
                <c:pt idx="6032">
                  <c:v>48402</c:v>
                </c:pt>
                <c:pt idx="6033">
                  <c:v>48403</c:v>
                </c:pt>
                <c:pt idx="6034">
                  <c:v>48404</c:v>
                </c:pt>
                <c:pt idx="6035">
                  <c:v>48405</c:v>
                </c:pt>
                <c:pt idx="6036">
                  <c:v>48406</c:v>
                </c:pt>
                <c:pt idx="6037">
                  <c:v>48407</c:v>
                </c:pt>
                <c:pt idx="6038">
                  <c:v>48408</c:v>
                </c:pt>
                <c:pt idx="6039">
                  <c:v>48409</c:v>
                </c:pt>
                <c:pt idx="6040">
                  <c:v>48410</c:v>
                </c:pt>
                <c:pt idx="6041">
                  <c:v>48411</c:v>
                </c:pt>
                <c:pt idx="6042">
                  <c:v>48412</c:v>
                </c:pt>
                <c:pt idx="6043">
                  <c:v>48413</c:v>
                </c:pt>
                <c:pt idx="6044">
                  <c:v>48414</c:v>
                </c:pt>
                <c:pt idx="6045">
                  <c:v>48415</c:v>
                </c:pt>
                <c:pt idx="6046">
                  <c:v>48416</c:v>
                </c:pt>
                <c:pt idx="6047">
                  <c:v>48417</c:v>
                </c:pt>
                <c:pt idx="6048">
                  <c:v>48418</c:v>
                </c:pt>
                <c:pt idx="6049">
                  <c:v>48419</c:v>
                </c:pt>
                <c:pt idx="6050">
                  <c:v>48420</c:v>
                </c:pt>
                <c:pt idx="6051">
                  <c:v>48421</c:v>
                </c:pt>
                <c:pt idx="6052">
                  <c:v>48422</c:v>
                </c:pt>
                <c:pt idx="6053">
                  <c:v>48423</c:v>
                </c:pt>
                <c:pt idx="6054">
                  <c:v>48424</c:v>
                </c:pt>
                <c:pt idx="6055">
                  <c:v>48425</c:v>
                </c:pt>
                <c:pt idx="6056">
                  <c:v>48426</c:v>
                </c:pt>
                <c:pt idx="6057">
                  <c:v>48427</c:v>
                </c:pt>
                <c:pt idx="6058">
                  <c:v>48428</c:v>
                </c:pt>
                <c:pt idx="6059">
                  <c:v>48429</c:v>
                </c:pt>
                <c:pt idx="6060">
                  <c:v>48430</c:v>
                </c:pt>
                <c:pt idx="6061">
                  <c:v>48431</c:v>
                </c:pt>
                <c:pt idx="6062">
                  <c:v>48432</c:v>
                </c:pt>
                <c:pt idx="6063">
                  <c:v>48433</c:v>
                </c:pt>
                <c:pt idx="6064">
                  <c:v>48434</c:v>
                </c:pt>
                <c:pt idx="6065">
                  <c:v>48435</c:v>
                </c:pt>
                <c:pt idx="6066">
                  <c:v>48436</c:v>
                </c:pt>
                <c:pt idx="6067">
                  <c:v>48437</c:v>
                </c:pt>
                <c:pt idx="6068">
                  <c:v>48438</c:v>
                </c:pt>
                <c:pt idx="6069">
                  <c:v>48439</c:v>
                </c:pt>
                <c:pt idx="6070">
                  <c:v>48440</c:v>
                </c:pt>
                <c:pt idx="6071">
                  <c:v>48441</c:v>
                </c:pt>
                <c:pt idx="6072">
                  <c:v>48442</c:v>
                </c:pt>
                <c:pt idx="6073">
                  <c:v>48443</c:v>
                </c:pt>
                <c:pt idx="6074">
                  <c:v>48444</c:v>
                </c:pt>
                <c:pt idx="6075">
                  <c:v>48445</c:v>
                </c:pt>
                <c:pt idx="6076">
                  <c:v>48446</c:v>
                </c:pt>
                <c:pt idx="6077">
                  <c:v>48447</c:v>
                </c:pt>
                <c:pt idx="6078">
                  <c:v>48448</c:v>
                </c:pt>
                <c:pt idx="6079">
                  <c:v>48449</c:v>
                </c:pt>
                <c:pt idx="6080">
                  <c:v>48450</c:v>
                </c:pt>
                <c:pt idx="6081">
                  <c:v>48451</c:v>
                </c:pt>
                <c:pt idx="6082">
                  <c:v>48452</c:v>
                </c:pt>
                <c:pt idx="6083">
                  <c:v>48453</c:v>
                </c:pt>
                <c:pt idx="6084">
                  <c:v>48454</c:v>
                </c:pt>
                <c:pt idx="6085">
                  <c:v>48455</c:v>
                </c:pt>
                <c:pt idx="6086">
                  <c:v>48456</c:v>
                </c:pt>
                <c:pt idx="6087">
                  <c:v>48457</c:v>
                </c:pt>
                <c:pt idx="6088">
                  <c:v>48458</c:v>
                </c:pt>
                <c:pt idx="6089">
                  <c:v>48459</c:v>
                </c:pt>
                <c:pt idx="6090">
                  <c:v>48460</c:v>
                </c:pt>
                <c:pt idx="6091">
                  <c:v>48461</c:v>
                </c:pt>
                <c:pt idx="6092">
                  <c:v>48462</c:v>
                </c:pt>
                <c:pt idx="6093">
                  <c:v>48463</c:v>
                </c:pt>
                <c:pt idx="6094">
                  <c:v>48464</c:v>
                </c:pt>
                <c:pt idx="6095">
                  <c:v>48465</c:v>
                </c:pt>
                <c:pt idx="6096">
                  <c:v>48466</c:v>
                </c:pt>
                <c:pt idx="6097">
                  <c:v>48467</c:v>
                </c:pt>
                <c:pt idx="6098">
                  <c:v>48468</c:v>
                </c:pt>
                <c:pt idx="6099">
                  <c:v>48469</c:v>
                </c:pt>
                <c:pt idx="6100">
                  <c:v>48470</c:v>
                </c:pt>
                <c:pt idx="6101">
                  <c:v>48471</c:v>
                </c:pt>
                <c:pt idx="6102">
                  <c:v>48472</c:v>
                </c:pt>
                <c:pt idx="6103">
                  <c:v>48473</c:v>
                </c:pt>
                <c:pt idx="6104">
                  <c:v>48474</c:v>
                </c:pt>
                <c:pt idx="6105">
                  <c:v>48475</c:v>
                </c:pt>
                <c:pt idx="6106">
                  <c:v>48476</c:v>
                </c:pt>
                <c:pt idx="6107">
                  <c:v>48477</c:v>
                </c:pt>
                <c:pt idx="6108">
                  <c:v>48478</c:v>
                </c:pt>
                <c:pt idx="6109">
                  <c:v>48479</c:v>
                </c:pt>
                <c:pt idx="6110">
                  <c:v>48480</c:v>
                </c:pt>
                <c:pt idx="6111">
                  <c:v>48481</c:v>
                </c:pt>
                <c:pt idx="6112">
                  <c:v>48482</c:v>
                </c:pt>
                <c:pt idx="6113">
                  <c:v>48483</c:v>
                </c:pt>
                <c:pt idx="6114">
                  <c:v>48484</c:v>
                </c:pt>
                <c:pt idx="6115">
                  <c:v>48485</c:v>
                </c:pt>
                <c:pt idx="6116">
                  <c:v>48486</c:v>
                </c:pt>
                <c:pt idx="6117">
                  <c:v>48487</c:v>
                </c:pt>
                <c:pt idx="6118">
                  <c:v>48488</c:v>
                </c:pt>
                <c:pt idx="6119">
                  <c:v>48489</c:v>
                </c:pt>
                <c:pt idx="6120">
                  <c:v>48490</c:v>
                </c:pt>
                <c:pt idx="6121">
                  <c:v>48491</c:v>
                </c:pt>
                <c:pt idx="6122">
                  <c:v>48492</c:v>
                </c:pt>
                <c:pt idx="6123">
                  <c:v>48493</c:v>
                </c:pt>
                <c:pt idx="6124">
                  <c:v>48494</c:v>
                </c:pt>
                <c:pt idx="6125">
                  <c:v>48495</c:v>
                </c:pt>
                <c:pt idx="6126">
                  <c:v>48496</c:v>
                </c:pt>
                <c:pt idx="6127">
                  <c:v>48497</c:v>
                </c:pt>
                <c:pt idx="6128">
                  <c:v>48498</c:v>
                </c:pt>
                <c:pt idx="6129">
                  <c:v>48499</c:v>
                </c:pt>
                <c:pt idx="6130">
                  <c:v>48500</c:v>
                </c:pt>
                <c:pt idx="6131">
                  <c:v>48501</c:v>
                </c:pt>
                <c:pt idx="6132">
                  <c:v>48502</c:v>
                </c:pt>
                <c:pt idx="6133">
                  <c:v>48503</c:v>
                </c:pt>
                <c:pt idx="6134">
                  <c:v>48504</c:v>
                </c:pt>
                <c:pt idx="6135">
                  <c:v>48505</c:v>
                </c:pt>
                <c:pt idx="6136">
                  <c:v>48506</c:v>
                </c:pt>
                <c:pt idx="6137">
                  <c:v>48507</c:v>
                </c:pt>
                <c:pt idx="6138">
                  <c:v>48508</c:v>
                </c:pt>
                <c:pt idx="6139">
                  <c:v>48509</c:v>
                </c:pt>
                <c:pt idx="6140">
                  <c:v>48510</c:v>
                </c:pt>
                <c:pt idx="6141">
                  <c:v>48511</c:v>
                </c:pt>
                <c:pt idx="6142">
                  <c:v>48512</c:v>
                </c:pt>
                <c:pt idx="6143">
                  <c:v>48513</c:v>
                </c:pt>
                <c:pt idx="6144">
                  <c:v>48514</c:v>
                </c:pt>
                <c:pt idx="6145">
                  <c:v>48515</c:v>
                </c:pt>
                <c:pt idx="6146">
                  <c:v>48516</c:v>
                </c:pt>
                <c:pt idx="6147">
                  <c:v>48517</c:v>
                </c:pt>
                <c:pt idx="6148">
                  <c:v>48518</c:v>
                </c:pt>
                <c:pt idx="6149">
                  <c:v>48519</c:v>
                </c:pt>
                <c:pt idx="6150">
                  <c:v>48520</c:v>
                </c:pt>
                <c:pt idx="6151">
                  <c:v>48521</c:v>
                </c:pt>
                <c:pt idx="6152">
                  <c:v>48522</c:v>
                </c:pt>
                <c:pt idx="6153">
                  <c:v>48523</c:v>
                </c:pt>
                <c:pt idx="6154">
                  <c:v>48524</c:v>
                </c:pt>
                <c:pt idx="6155">
                  <c:v>48525</c:v>
                </c:pt>
                <c:pt idx="6156">
                  <c:v>48526</c:v>
                </c:pt>
                <c:pt idx="6157">
                  <c:v>48527</c:v>
                </c:pt>
                <c:pt idx="6158">
                  <c:v>48528</c:v>
                </c:pt>
                <c:pt idx="6159">
                  <c:v>48529</c:v>
                </c:pt>
                <c:pt idx="6160">
                  <c:v>48530</c:v>
                </c:pt>
                <c:pt idx="6161">
                  <c:v>48531</c:v>
                </c:pt>
                <c:pt idx="6162">
                  <c:v>48532</c:v>
                </c:pt>
                <c:pt idx="6163">
                  <c:v>48533</c:v>
                </c:pt>
                <c:pt idx="6164">
                  <c:v>48534</c:v>
                </c:pt>
                <c:pt idx="6165">
                  <c:v>48535</c:v>
                </c:pt>
                <c:pt idx="6166">
                  <c:v>48536</c:v>
                </c:pt>
                <c:pt idx="6167">
                  <c:v>48537</c:v>
                </c:pt>
                <c:pt idx="6168">
                  <c:v>48538</c:v>
                </c:pt>
                <c:pt idx="6169">
                  <c:v>48539</c:v>
                </c:pt>
                <c:pt idx="6170">
                  <c:v>48540</c:v>
                </c:pt>
                <c:pt idx="6171">
                  <c:v>48541</c:v>
                </c:pt>
                <c:pt idx="6172">
                  <c:v>48542</c:v>
                </c:pt>
                <c:pt idx="6173">
                  <c:v>48543</c:v>
                </c:pt>
                <c:pt idx="6174">
                  <c:v>48544</c:v>
                </c:pt>
                <c:pt idx="6175">
                  <c:v>48545</c:v>
                </c:pt>
                <c:pt idx="6176">
                  <c:v>48546</c:v>
                </c:pt>
                <c:pt idx="6177">
                  <c:v>48547</c:v>
                </c:pt>
                <c:pt idx="6178">
                  <c:v>48548</c:v>
                </c:pt>
                <c:pt idx="6179">
                  <c:v>48549</c:v>
                </c:pt>
                <c:pt idx="6180">
                  <c:v>48550</c:v>
                </c:pt>
                <c:pt idx="6181">
                  <c:v>48551</c:v>
                </c:pt>
                <c:pt idx="6182">
                  <c:v>48552</c:v>
                </c:pt>
                <c:pt idx="6183">
                  <c:v>48553</c:v>
                </c:pt>
                <c:pt idx="6184">
                  <c:v>48554</c:v>
                </c:pt>
                <c:pt idx="6185">
                  <c:v>48555</c:v>
                </c:pt>
                <c:pt idx="6186">
                  <c:v>48556</c:v>
                </c:pt>
                <c:pt idx="6187">
                  <c:v>48557</c:v>
                </c:pt>
                <c:pt idx="6188">
                  <c:v>48558</c:v>
                </c:pt>
                <c:pt idx="6189">
                  <c:v>48559</c:v>
                </c:pt>
                <c:pt idx="6190">
                  <c:v>48560</c:v>
                </c:pt>
                <c:pt idx="6191">
                  <c:v>48561</c:v>
                </c:pt>
                <c:pt idx="6192">
                  <c:v>48562</c:v>
                </c:pt>
                <c:pt idx="6193">
                  <c:v>48563</c:v>
                </c:pt>
                <c:pt idx="6194">
                  <c:v>48564</c:v>
                </c:pt>
                <c:pt idx="6195">
                  <c:v>48565</c:v>
                </c:pt>
                <c:pt idx="6196">
                  <c:v>48566</c:v>
                </c:pt>
                <c:pt idx="6197">
                  <c:v>48567</c:v>
                </c:pt>
                <c:pt idx="6198">
                  <c:v>48568</c:v>
                </c:pt>
                <c:pt idx="6199">
                  <c:v>48569</c:v>
                </c:pt>
                <c:pt idx="6200">
                  <c:v>48570</c:v>
                </c:pt>
                <c:pt idx="6201">
                  <c:v>48571</c:v>
                </c:pt>
                <c:pt idx="6202">
                  <c:v>48572</c:v>
                </c:pt>
                <c:pt idx="6203">
                  <c:v>48573</c:v>
                </c:pt>
                <c:pt idx="6204">
                  <c:v>48574</c:v>
                </c:pt>
                <c:pt idx="6205">
                  <c:v>48575</c:v>
                </c:pt>
                <c:pt idx="6206">
                  <c:v>48576</c:v>
                </c:pt>
                <c:pt idx="6207">
                  <c:v>48577</c:v>
                </c:pt>
                <c:pt idx="6208">
                  <c:v>48578</c:v>
                </c:pt>
                <c:pt idx="6209">
                  <c:v>48579</c:v>
                </c:pt>
                <c:pt idx="6210">
                  <c:v>48580</c:v>
                </c:pt>
                <c:pt idx="6211">
                  <c:v>48581</c:v>
                </c:pt>
                <c:pt idx="6212">
                  <c:v>48582</c:v>
                </c:pt>
                <c:pt idx="6213">
                  <c:v>48583</c:v>
                </c:pt>
                <c:pt idx="6214">
                  <c:v>48584</c:v>
                </c:pt>
                <c:pt idx="6215">
                  <c:v>48585</c:v>
                </c:pt>
                <c:pt idx="6216">
                  <c:v>48586</c:v>
                </c:pt>
                <c:pt idx="6217">
                  <c:v>48587</c:v>
                </c:pt>
                <c:pt idx="6218">
                  <c:v>48588</c:v>
                </c:pt>
                <c:pt idx="6219">
                  <c:v>48589</c:v>
                </c:pt>
                <c:pt idx="6220">
                  <c:v>48590</c:v>
                </c:pt>
                <c:pt idx="6221">
                  <c:v>48591</c:v>
                </c:pt>
                <c:pt idx="6222">
                  <c:v>48592</c:v>
                </c:pt>
                <c:pt idx="6223">
                  <c:v>48593</c:v>
                </c:pt>
                <c:pt idx="6224">
                  <c:v>48594</c:v>
                </c:pt>
                <c:pt idx="6225">
                  <c:v>48595</c:v>
                </c:pt>
                <c:pt idx="6226">
                  <c:v>48596</c:v>
                </c:pt>
                <c:pt idx="6227">
                  <c:v>48597</c:v>
                </c:pt>
                <c:pt idx="6228">
                  <c:v>48598</c:v>
                </c:pt>
                <c:pt idx="6229">
                  <c:v>48599</c:v>
                </c:pt>
                <c:pt idx="6230">
                  <c:v>48600</c:v>
                </c:pt>
                <c:pt idx="6231">
                  <c:v>48601</c:v>
                </c:pt>
                <c:pt idx="6232">
                  <c:v>48602</c:v>
                </c:pt>
                <c:pt idx="6233">
                  <c:v>48603</c:v>
                </c:pt>
                <c:pt idx="6234">
                  <c:v>48604</c:v>
                </c:pt>
                <c:pt idx="6235">
                  <c:v>48605</c:v>
                </c:pt>
                <c:pt idx="6236">
                  <c:v>48606</c:v>
                </c:pt>
                <c:pt idx="6237">
                  <c:v>48607</c:v>
                </c:pt>
                <c:pt idx="6238">
                  <c:v>48608</c:v>
                </c:pt>
                <c:pt idx="6239">
                  <c:v>48609</c:v>
                </c:pt>
                <c:pt idx="6240">
                  <c:v>48610</c:v>
                </c:pt>
                <c:pt idx="6241">
                  <c:v>48611</c:v>
                </c:pt>
                <c:pt idx="6242">
                  <c:v>48612</c:v>
                </c:pt>
                <c:pt idx="6243">
                  <c:v>48613</c:v>
                </c:pt>
                <c:pt idx="6244">
                  <c:v>48614</c:v>
                </c:pt>
                <c:pt idx="6245">
                  <c:v>48615</c:v>
                </c:pt>
                <c:pt idx="6246">
                  <c:v>48616</c:v>
                </c:pt>
                <c:pt idx="6247">
                  <c:v>48617</c:v>
                </c:pt>
                <c:pt idx="6248">
                  <c:v>48618</c:v>
                </c:pt>
                <c:pt idx="6249">
                  <c:v>48619</c:v>
                </c:pt>
                <c:pt idx="6250">
                  <c:v>48620</c:v>
                </c:pt>
                <c:pt idx="6251">
                  <c:v>48621</c:v>
                </c:pt>
                <c:pt idx="6252">
                  <c:v>48622</c:v>
                </c:pt>
                <c:pt idx="6253">
                  <c:v>48623</c:v>
                </c:pt>
                <c:pt idx="6254">
                  <c:v>48624</c:v>
                </c:pt>
                <c:pt idx="6255">
                  <c:v>48625</c:v>
                </c:pt>
                <c:pt idx="6256">
                  <c:v>48626</c:v>
                </c:pt>
                <c:pt idx="6257">
                  <c:v>48627</c:v>
                </c:pt>
                <c:pt idx="6258">
                  <c:v>48628</c:v>
                </c:pt>
                <c:pt idx="6259">
                  <c:v>48629</c:v>
                </c:pt>
                <c:pt idx="6260">
                  <c:v>48630</c:v>
                </c:pt>
                <c:pt idx="6261">
                  <c:v>48631</c:v>
                </c:pt>
                <c:pt idx="6262">
                  <c:v>48632</c:v>
                </c:pt>
                <c:pt idx="6263">
                  <c:v>48633</c:v>
                </c:pt>
                <c:pt idx="6264">
                  <c:v>48634</c:v>
                </c:pt>
                <c:pt idx="6265">
                  <c:v>48635</c:v>
                </c:pt>
                <c:pt idx="6266">
                  <c:v>48636</c:v>
                </c:pt>
                <c:pt idx="6267">
                  <c:v>48637</c:v>
                </c:pt>
                <c:pt idx="6268">
                  <c:v>48638</c:v>
                </c:pt>
                <c:pt idx="6269">
                  <c:v>48639</c:v>
                </c:pt>
                <c:pt idx="6270">
                  <c:v>48640</c:v>
                </c:pt>
                <c:pt idx="6271">
                  <c:v>48641</c:v>
                </c:pt>
                <c:pt idx="6272">
                  <c:v>48642</c:v>
                </c:pt>
                <c:pt idx="6273">
                  <c:v>48643</c:v>
                </c:pt>
                <c:pt idx="6274">
                  <c:v>48644</c:v>
                </c:pt>
                <c:pt idx="6275">
                  <c:v>48645</c:v>
                </c:pt>
                <c:pt idx="6276">
                  <c:v>48646</c:v>
                </c:pt>
                <c:pt idx="6277">
                  <c:v>48647</c:v>
                </c:pt>
                <c:pt idx="6278">
                  <c:v>48648</c:v>
                </c:pt>
                <c:pt idx="6279">
                  <c:v>48649</c:v>
                </c:pt>
                <c:pt idx="6280">
                  <c:v>48650</c:v>
                </c:pt>
                <c:pt idx="6281">
                  <c:v>48651</c:v>
                </c:pt>
                <c:pt idx="6282">
                  <c:v>48652</c:v>
                </c:pt>
                <c:pt idx="6283">
                  <c:v>48653</c:v>
                </c:pt>
                <c:pt idx="6284">
                  <c:v>48654</c:v>
                </c:pt>
                <c:pt idx="6285">
                  <c:v>48655</c:v>
                </c:pt>
                <c:pt idx="6286">
                  <c:v>48656</c:v>
                </c:pt>
                <c:pt idx="6287">
                  <c:v>48657</c:v>
                </c:pt>
                <c:pt idx="6288">
                  <c:v>48658</c:v>
                </c:pt>
                <c:pt idx="6289">
                  <c:v>48659</c:v>
                </c:pt>
                <c:pt idx="6290">
                  <c:v>48660</c:v>
                </c:pt>
                <c:pt idx="6291">
                  <c:v>48661</c:v>
                </c:pt>
                <c:pt idx="6292">
                  <c:v>48662</c:v>
                </c:pt>
                <c:pt idx="6293">
                  <c:v>48663</c:v>
                </c:pt>
                <c:pt idx="6294">
                  <c:v>48664</c:v>
                </c:pt>
                <c:pt idx="6295">
                  <c:v>48665</c:v>
                </c:pt>
                <c:pt idx="6296">
                  <c:v>48666</c:v>
                </c:pt>
                <c:pt idx="6297">
                  <c:v>48667</c:v>
                </c:pt>
                <c:pt idx="6298">
                  <c:v>48668</c:v>
                </c:pt>
                <c:pt idx="6299">
                  <c:v>48669</c:v>
                </c:pt>
                <c:pt idx="6300">
                  <c:v>48670</c:v>
                </c:pt>
                <c:pt idx="6301">
                  <c:v>48671</c:v>
                </c:pt>
                <c:pt idx="6302">
                  <c:v>48672</c:v>
                </c:pt>
                <c:pt idx="6303">
                  <c:v>48673</c:v>
                </c:pt>
                <c:pt idx="6304">
                  <c:v>48674</c:v>
                </c:pt>
                <c:pt idx="6305">
                  <c:v>48675</c:v>
                </c:pt>
                <c:pt idx="6306">
                  <c:v>48676</c:v>
                </c:pt>
                <c:pt idx="6307">
                  <c:v>48677</c:v>
                </c:pt>
                <c:pt idx="6308">
                  <c:v>48678</c:v>
                </c:pt>
                <c:pt idx="6309">
                  <c:v>48679</c:v>
                </c:pt>
                <c:pt idx="6310">
                  <c:v>48680</c:v>
                </c:pt>
                <c:pt idx="6311">
                  <c:v>48681</c:v>
                </c:pt>
                <c:pt idx="6312">
                  <c:v>48682</c:v>
                </c:pt>
                <c:pt idx="6313">
                  <c:v>48683</c:v>
                </c:pt>
                <c:pt idx="6314">
                  <c:v>48684</c:v>
                </c:pt>
                <c:pt idx="6315">
                  <c:v>48685</c:v>
                </c:pt>
                <c:pt idx="6316">
                  <c:v>48686</c:v>
                </c:pt>
                <c:pt idx="6317">
                  <c:v>48687</c:v>
                </c:pt>
                <c:pt idx="6318">
                  <c:v>48688</c:v>
                </c:pt>
                <c:pt idx="6319">
                  <c:v>48689</c:v>
                </c:pt>
                <c:pt idx="6320">
                  <c:v>48690</c:v>
                </c:pt>
                <c:pt idx="6321">
                  <c:v>48691</c:v>
                </c:pt>
                <c:pt idx="6322">
                  <c:v>48692</c:v>
                </c:pt>
                <c:pt idx="6323">
                  <c:v>48693</c:v>
                </c:pt>
                <c:pt idx="6324">
                  <c:v>48694</c:v>
                </c:pt>
                <c:pt idx="6325">
                  <c:v>48695</c:v>
                </c:pt>
                <c:pt idx="6326">
                  <c:v>48696</c:v>
                </c:pt>
                <c:pt idx="6327">
                  <c:v>48697</c:v>
                </c:pt>
                <c:pt idx="6328">
                  <c:v>48698</c:v>
                </c:pt>
                <c:pt idx="6329">
                  <c:v>48699</c:v>
                </c:pt>
                <c:pt idx="6330">
                  <c:v>48700</c:v>
                </c:pt>
                <c:pt idx="6331">
                  <c:v>48701</c:v>
                </c:pt>
                <c:pt idx="6332">
                  <c:v>48702</c:v>
                </c:pt>
                <c:pt idx="6333">
                  <c:v>48703</c:v>
                </c:pt>
                <c:pt idx="6334">
                  <c:v>48704</c:v>
                </c:pt>
                <c:pt idx="6335">
                  <c:v>48705</c:v>
                </c:pt>
                <c:pt idx="6336">
                  <c:v>48706</c:v>
                </c:pt>
                <c:pt idx="6337">
                  <c:v>48707</c:v>
                </c:pt>
                <c:pt idx="6338">
                  <c:v>48708</c:v>
                </c:pt>
                <c:pt idx="6339">
                  <c:v>48709</c:v>
                </c:pt>
                <c:pt idx="6340">
                  <c:v>48710</c:v>
                </c:pt>
                <c:pt idx="6341">
                  <c:v>48711</c:v>
                </c:pt>
                <c:pt idx="6342">
                  <c:v>48712</c:v>
                </c:pt>
                <c:pt idx="6343">
                  <c:v>48713</c:v>
                </c:pt>
                <c:pt idx="6344">
                  <c:v>48714</c:v>
                </c:pt>
                <c:pt idx="6345">
                  <c:v>48715</c:v>
                </c:pt>
                <c:pt idx="6346">
                  <c:v>48716</c:v>
                </c:pt>
                <c:pt idx="6347">
                  <c:v>48717</c:v>
                </c:pt>
                <c:pt idx="6348">
                  <c:v>48718</c:v>
                </c:pt>
                <c:pt idx="6349">
                  <c:v>48719</c:v>
                </c:pt>
                <c:pt idx="6350">
                  <c:v>48720</c:v>
                </c:pt>
                <c:pt idx="6351">
                  <c:v>48721</c:v>
                </c:pt>
                <c:pt idx="6352">
                  <c:v>48722</c:v>
                </c:pt>
                <c:pt idx="6353">
                  <c:v>48723</c:v>
                </c:pt>
                <c:pt idx="6354">
                  <c:v>48724</c:v>
                </c:pt>
                <c:pt idx="6355">
                  <c:v>48725</c:v>
                </c:pt>
                <c:pt idx="6356">
                  <c:v>48726</c:v>
                </c:pt>
                <c:pt idx="6357">
                  <c:v>48727</c:v>
                </c:pt>
                <c:pt idx="6358">
                  <c:v>48728</c:v>
                </c:pt>
                <c:pt idx="6359">
                  <c:v>48729</c:v>
                </c:pt>
                <c:pt idx="6360">
                  <c:v>48730</c:v>
                </c:pt>
                <c:pt idx="6361">
                  <c:v>48731</c:v>
                </c:pt>
                <c:pt idx="6362">
                  <c:v>48732</c:v>
                </c:pt>
                <c:pt idx="6363">
                  <c:v>48733</c:v>
                </c:pt>
                <c:pt idx="6364">
                  <c:v>48734</c:v>
                </c:pt>
                <c:pt idx="6365">
                  <c:v>48735</c:v>
                </c:pt>
                <c:pt idx="6366">
                  <c:v>48736</c:v>
                </c:pt>
                <c:pt idx="6367">
                  <c:v>48737</c:v>
                </c:pt>
                <c:pt idx="6368">
                  <c:v>48738</c:v>
                </c:pt>
                <c:pt idx="6369">
                  <c:v>48739</c:v>
                </c:pt>
                <c:pt idx="6370">
                  <c:v>48740</c:v>
                </c:pt>
                <c:pt idx="6371">
                  <c:v>48741</c:v>
                </c:pt>
                <c:pt idx="6372">
                  <c:v>48742</c:v>
                </c:pt>
                <c:pt idx="6373">
                  <c:v>48743</c:v>
                </c:pt>
                <c:pt idx="6374">
                  <c:v>48744</c:v>
                </c:pt>
                <c:pt idx="6375">
                  <c:v>48745</c:v>
                </c:pt>
                <c:pt idx="6376">
                  <c:v>48746</c:v>
                </c:pt>
                <c:pt idx="6377">
                  <c:v>48747</c:v>
                </c:pt>
                <c:pt idx="6378">
                  <c:v>48748</c:v>
                </c:pt>
                <c:pt idx="6379">
                  <c:v>48749</c:v>
                </c:pt>
                <c:pt idx="6380">
                  <c:v>48750</c:v>
                </c:pt>
                <c:pt idx="6381">
                  <c:v>48751</c:v>
                </c:pt>
                <c:pt idx="6382">
                  <c:v>48752</c:v>
                </c:pt>
                <c:pt idx="6383">
                  <c:v>48753</c:v>
                </c:pt>
                <c:pt idx="6384">
                  <c:v>48754</c:v>
                </c:pt>
                <c:pt idx="6385">
                  <c:v>48755</c:v>
                </c:pt>
                <c:pt idx="6386">
                  <c:v>48756</c:v>
                </c:pt>
                <c:pt idx="6387">
                  <c:v>48757</c:v>
                </c:pt>
                <c:pt idx="6388">
                  <c:v>48758</c:v>
                </c:pt>
                <c:pt idx="6389">
                  <c:v>48759</c:v>
                </c:pt>
                <c:pt idx="6390">
                  <c:v>48760</c:v>
                </c:pt>
                <c:pt idx="6391">
                  <c:v>48761</c:v>
                </c:pt>
                <c:pt idx="6392">
                  <c:v>48762</c:v>
                </c:pt>
                <c:pt idx="6393">
                  <c:v>48763</c:v>
                </c:pt>
                <c:pt idx="6394">
                  <c:v>48764</c:v>
                </c:pt>
                <c:pt idx="6395">
                  <c:v>48765</c:v>
                </c:pt>
                <c:pt idx="6396">
                  <c:v>48766</c:v>
                </c:pt>
                <c:pt idx="6397">
                  <c:v>48767</c:v>
                </c:pt>
                <c:pt idx="6398">
                  <c:v>48768</c:v>
                </c:pt>
                <c:pt idx="6399">
                  <c:v>48769</c:v>
                </c:pt>
                <c:pt idx="6400">
                  <c:v>48770</c:v>
                </c:pt>
                <c:pt idx="6401">
                  <c:v>48771</c:v>
                </c:pt>
                <c:pt idx="6402">
                  <c:v>48772</c:v>
                </c:pt>
                <c:pt idx="6403">
                  <c:v>48773</c:v>
                </c:pt>
                <c:pt idx="6404">
                  <c:v>48774</c:v>
                </c:pt>
                <c:pt idx="6405">
                  <c:v>48775</c:v>
                </c:pt>
                <c:pt idx="6406">
                  <c:v>48776</c:v>
                </c:pt>
                <c:pt idx="6407">
                  <c:v>48777</c:v>
                </c:pt>
                <c:pt idx="6408">
                  <c:v>48778</c:v>
                </c:pt>
                <c:pt idx="6409">
                  <c:v>48779</c:v>
                </c:pt>
                <c:pt idx="6410">
                  <c:v>48780</c:v>
                </c:pt>
                <c:pt idx="6411">
                  <c:v>48781</c:v>
                </c:pt>
                <c:pt idx="6412">
                  <c:v>48782</c:v>
                </c:pt>
                <c:pt idx="6413">
                  <c:v>48783</c:v>
                </c:pt>
                <c:pt idx="6414">
                  <c:v>48784</c:v>
                </c:pt>
                <c:pt idx="6415">
                  <c:v>48785</c:v>
                </c:pt>
                <c:pt idx="6416">
                  <c:v>48786</c:v>
                </c:pt>
                <c:pt idx="6417">
                  <c:v>48787</c:v>
                </c:pt>
                <c:pt idx="6418">
                  <c:v>48788</c:v>
                </c:pt>
                <c:pt idx="6419">
                  <c:v>48789</c:v>
                </c:pt>
                <c:pt idx="6420">
                  <c:v>48790</c:v>
                </c:pt>
                <c:pt idx="6421">
                  <c:v>48791</c:v>
                </c:pt>
                <c:pt idx="6422">
                  <c:v>48792</c:v>
                </c:pt>
                <c:pt idx="6423">
                  <c:v>48793</c:v>
                </c:pt>
                <c:pt idx="6424">
                  <c:v>48794</c:v>
                </c:pt>
                <c:pt idx="6425">
                  <c:v>48795</c:v>
                </c:pt>
                <c:pt idx="6426">
                  <c:v>48796</c:v>
                </c:pt>
                <c:pt idx="6427">
                  <c:v>48797</c:v>
                </c:pt>
                <c:pt idx="6428">
                  <c:v>48798</c:v>
                </c:pt>
                <c:pt idx="6429">
                  <c:v>48799</c:v>
                </c:pt>
                <c:pt idx="6430">
                  <c:v>48800</c:v>
                </c:pt>
                <c:pt idx="6431">
                  <c:v>48801</c:v>
                </c:pt>
                <c:pt idx="6432">
                  <c:v>48802</c:v>
                </c:pt>
                <c:pt idx="6433">
                  <c:v>48803</c:v>
                </c:pt>
                <c:pt idx="6434">
                  <c:v>48804</c:v>
                </c:pt>
                <c:pt idx="6435">
                  <c:v>48805</c:v>
                </c:pt>
                <c:pt idx="6436">
                  <c:v>48806</c:v>
                </c:pt>
                <c:pt idx="6437">
                  <c:v>48807</c:v>
                </c:pt>
                <c:pt idx="6438">
                  <c:v>48808</c:v>
                </c:pt>
                <c:pt idx="6439">
                  <c:v>48809</c:v>
                </c:pt>
                <c:pt idx="6440">
                  <c:v>48810</c:v>
                </c:pt>
                <c:pt idx="6441">
                  <c:v>48811</c:v>
                </c:pt>
                <c:pt idx="6442">
                  <c:v>48812</c:v>
                </c:pt>
                <c:pt idx="6443">
                  <c:v>48813</c:v>
                </c:pt>
                <c:pt idx="6444">
                  <c:v>48814</c:v>
                </c:pt>
                <c:pt idx="6445">
                  <c:v>48815</c:v>
                </c:pt>
                <c:pt idx="6446">
                  <c:v>48816</c:v>
                </c:pt>
                <c:pt idx="6447">
                  <c:v>48817</c:v>
                </c:pt>
                <c:pt idx="6448">
                  <c:v>48818</c:v>
                </c:pt>
                <c:pt idx="6449">
                  <c:v>48819</c:v>
                </c:pt>
                <c:pt idx="6450">
                  <c:v>48820</c:v>
                </c:pt>
                <c:pt idx="6451">
                  <c:v>48821</c:v>
                </c:pt>
                <c:pt idx="6452">
                  <c:v>48822</c:v>
                </c:pt>
                <c:pt idx="6453">
                  <c:v>48823</c:v>
                </c:pt>
                <c:pt idx="6454">
                  <c:v>48824</c:v>
                </c:pt>
                <c:pt idx="6455">
                  <c:v>48825</c:v>
                </c:pt>
                <c:pt idx="6456">
                  <c:v>48826</c:v>
                </c:pt>
                <c:pt idx="6457">
                  <c:v>48827</c:v>
                </c:pt>
                <c:pt idx="6458">
                  <c:v>48828</c:v>
                </c:pt>
                <c:pt idx="6459">
                  <c:v>48829</c:v>
                </c:pt>
                <c:pt idx="6460">
                  <c:v>48830</c:v>
                </c:pt>
                <c:pt idx="6461">
                  <c:v>48831</c:v>
                </c:pt>
                <c:pt idx="6462">
                  <c:v>48832</c:v>
                </c:pt>
                <c:pt idx="6463">
                  <c:v>48833</c:v>
                </c:pt>
                <c:pt idx="6464">
                  <c:v>48834</c:v>
                </c:pt>
                <c:pt idx="6465">
                  <c:v>48835</c:v>
                </c:pt>
                <c:pt idx="6466">
                  <c:v>48836</c:v>
                </c:pt>
                <c:pt idx="6467">
                  <c:v>48837</c:v>
                </c:pt>
                <c:pt idx="6468">
                  <c:v>48838</c:v>
                </c:pt>
                <c:pt idx="6469">
                  <c:v>48839</c:v>
                </c:pt>
                <c:pt idx="6470">
                  <c:v>48840</c:v>
                </c:pt>
                <c:pt idx="6471">
                  <c:v>48841</c:v>
                </c:pt>
                <c:pt idx="6472">
                  <c:v>48842</c:v>
                </c:pt>
                <c:pt idx="6473">
                  <c:v>48843</c:v>
                </c:pt>
                <c:pt idx="6474">
                  <c:v>48844</c:v>
                </c:pt>
                <c:pt idx="6475">
                  <c:v>48845</c:v>
                </c:pt>
                <c:pt idx="6476">
                  <c:v>48846</c:v>
                </c:pt>
                <c:pt idx="6477">
                  <c:v>48847</c:v>
                </c:pt>
                <c:pt idx="6478">
                  <c:v>48848</c:v>
                </c:pt>
                <c:pt idx="6479">
                  <c:v>48849</c:v>
                </c:pt>
                <c:pt idx="6480">
                  <c:v>48850</c:v>
                </c:pt>
                <c:pt idx="6481">
                  <c:v>48851</c:v>
                </c:pt>
                <c:pt idx="6482">
                  <c:v>48852</c:v>
                </c:pt>
                <c:pt idx="6483">
                  <c:v>48853</c:v>
                </c:pt>
                <c:pt idx="6484">
                  <c:v>48854</c:v>
                </c:pt>
                <c:pt idx="6485">
                  <c:v>48855</c:v>
                </c:pt>
                <c:pt idx="6486">
                  <c:v>48856</c:v>
                </c:pt>
                <c:pt idx="6487">
                  <c:v>48857</c:v>
                </c:pt>
                <c:pt idx="6488">
                  <c:v>48858</c:v>
                </c:pt>
                <c:pt idx="6489">
                  <c:v>48859</c:v>
                </c:pt>
                <c:pt idx="6490">
                  <c:v>48860</c:v>
                </c:pt>
                <c:pt idx="6491">
                  <c:v>48861</c:v>
                </c:pt>
                <c:pt idx="6492">
                  <c:v>48862</c:v>
                </c:pt>
                <c:pt idx="6493">
                  <c:v>48863</c:v>
                </c:pt>
                <c:pt idx="6494">
                  <c:v>48864</c:v>
                </c:pt>
                <c:pt idx="6495">
                  <c:v>48865</c:v>
                </c:pt>
                <c:pt idx="6496">
                  <c:v>48866</c:v>
                </c:pt>
                <c:pt idx="6497">
                  <c:v>48867</c:v>
                </c:pt>
                <c:pt idx="6498">
                  <c:v>48868</c:v>
                </c:pt>
                <c:pt idx="6499">
                  <c:v>48869</c:v>
                </c:pt>
                <c:pt idx="6500">
                  <c:v>48870</c:v>
                </c:pt>
                <c:pt idx="6501">
                  <c:v>48871</c:v>
                </c:pt>
                <c:pt idx="6502">
                  <c:v>48872</c:v>
                </c:pt>
                <c:pt idx="6503">
                  <c:v>48873</c:v>
                </c:pt>
                <c:pt idx="6504">
                  <c:v>48874</c:v>
                </c:pt>
                <c:pt idx="6505">
                  <c:v>48875</c:v>
                </c:pt>
                <c:pt idx="6506">
                  <c:v>48876</c:v>
                </c:pt>
                <c:pt idx="6507">
                  <c:v>48877</c:v>
                </c:pt>
                <c:pt idx="6508">
                  <c:v>48878</c:v>
                </c:pt>
                <c:pt idx="6509">
                  <c:v>48879</c:v>
                </c:pt>
                <c:pt idx="6510">
                  <c:v>48880</c:v>
                </c:pt>
                <c:pt idx="6511">
                  <c:v>48881</c:v>
                </c:pt>
                <c:pt idx="6512">
                  <c:v>48882</c:v>
                </c:pt>
                <c:pt idx="6513">
                  <c:v>48883</c:v>
                </c:pt>
                <c:pt idx="6514">
                  <c:v>48884</c:v>
                </c:pt>
                <c:pt idx="6515">
                  <c:v>48885</c:v>
                </c:pt>
                <c:pt idx="6516">
                  <c:v>48886</c:v>
                </c:pt>
                <c:pt idx="6517">
                  <c:v>48887</c:v>
                </c:pt>
                <c:pt idx="6518">
                  <c:v>48888</c:v>
                </c:pt>
                <c:pt idx="6519">
                  <c:v>48889</c:v>
                </c:pt>
                <c:pt idx="6520">
                  <c:v>48890</c:v>
                </c:pt>
                <c:pt idx="6521">
                  <c:v>48891</c:v>
                </c:pt>
                <c:pt idx="6522">
                  <c:v>48892</c:v>
                </c:pt>
                <c:pt idx="6523">
                  <c:v>48893</c:v>
                </c:pt>
                <c:pt idx="6524">
                  <c:v>48894</c:v>
                </c:pt>
                <c:pt idx="6525">
                  <c:v>48895</c:v>
                </c:pt>
                <c:pt idx="6526">
                  <c:v>48896</c:v>
                </c:pt>
                <c:pt idx="6527">
                  <c:v>48897</c:v>
                </c:pt>
                <c:pt idx="6528">
                  <c:v>48898</c:v>
                </c:pt>
                <c:pt idx="6529">
                  <c:v>48899</c:v>
                </c:pt>
                <c:pt idx="6530">
                  <c:v>48900</c:v>
                </c:pt>
                <c:pt idx="6531">
                  <c:v>48901</c:v>
                </c:pt>
                <c:pt idx="6532">
                  <c:v>48902</c:v>
                </c:pt>
                <c:pt idx="6533">
                  <c:v>48903</c:v>
                </c:pt>
                <c:pt idx="6534">
                  <c:v>48904</c:v>
                </c:pt>
                <c:pt idx="6535">
                  <c:v>48905</c:v>
                </c:pt>
                <c:pt idx="6536">
                  <c:v>48906</c:v>
                </c:pt>
                <c:pt idx="6537">
                  <c:v>48907</c:v>
                </c:pt>
                <c:pt idx="6538">
                  <c:v>48908</c:v>
                </c:pt>
                <c:pt idx="6539">
                  <c:v>48909</c:v>
                </c:pt>
                <c:pt idx="6540">
                  <c:v>48910</c:v>
                </c:pt>
                <c:pt idx="6541">
                  <c:v>48911</c:v>
                </c:pt>
                <c:pt idx="6542">
                  <c:v>48912</c:v>
                </c:pt>
                <c:pt idx="6543">
                  <c:v>48913</c:v>
                </c:pt>
                <c:pt idx="6544">
                  <c:v>48914</c:v>
                </c:pt>
                <c:pt idx="6545">
                  <c:v>48915</c:v>
                </c:pt>
                <c:pt idx="6546">
                  <c:v>48916</c:v>
                </c:pt>
                <c:pt idx="6547">
                  <c:v>48917</c:v>
                </c:pt>
                <c:pt idx="6548">
                  <c:v>48918</c:v>
                </c:pt>
                <c:pt idx="6549">
                  <c:v>48919</c:v>
                </c:pt>
                <c:pt idx="6550">
                  <c:v>48920</c:v>
                </c:pt>
                <c:pt idx="6551">
                  <c:v>48921</c:v>
                </c:pt>
                <c:pt idx="6552">
                  <c:v>48922</c:v>
                </c:pt>
                <c:pt idx="6553">
                  <c:v>48923</c:v>
                </c:pt>
                <c:pt idx="6554">
                  <c:v>48924</c:v>
                </c:pt>
                <c:pt idx="6555">
                  <c:v>48925</c:v>
                </c:pt>
                <c:pt idx="6556">
                  <c:v>48926</c:v>
                </c:pt>
                <c:pt idx="6557">
                  <c:v>48927</c:v>
                </c:pt>
                <c:pt idx="6558">
                  <c:v>48928</c:v>
                </c:pt>
                <c:pt idx="6559">
                  <c:v>48929</c:v>
                </c:pt>
                <c:pt idx="6560">
                  <c:v>48930</c:v>
                </c:pt>
                <c:pt idx="6561">
                  <c:v>48931</c:v>
                </c:pt>
                <c:pt idx="6562">
                  <c:v>48932</c:v>
                </c:pt>
                <c:pt idx="6563">
                  <c:v>48933</c:v>
                </c:pt>
                <c:pt idx="6564">
                  <c:v>48934</c:v>
                </c:pt>
                <c:pt idx="6565">
                  <c:v>48935</c:v>
                </c:pt>
                <c:pt idx="6566">
                  <c:v>48936</c:v>
                </c:pt>
                <c:pt idx="6567">
                  <c:v>48937</c:v>
                </c:pt>
                <c:pt idx="6568">
                  <c:v>48938</c:v>
                </c:pt>
                <c:pt idx="6569">
                  <c:v>48939</c:v>
                </c:pt>
                <c:pt idx="6570">
                  <c:v>48940</c:v>
                </c:pt>
                <c:pt idx="6571">
                  <c:v>48941</c:v>
                </c:pt>
                <c:pt idx="6572">
                  <c:v>48942</c:v>
                </c:pt>
                <c:pt idx="6573">
                  <c:v>48943</c:v>
                </c:pt>
                <c:pt idx="6574">
                  <c:v>48944</c:v>
                </c:pt>
                <c:pt idx="6575">
                  <c:v>48945</c:v>
                </c:pt>
                <c:pt idx="6576">
                  <c:v>48946</c:v>
                </c:pt>
                <c:pt idx="6577">
                  <c:v>48947</c:v>
                </c:pt>
                <c:pt idx="6578">
                  <c:v>48948</c:v>
                </c:pt>
                <c:pt idx="6579">
                  <c:v>48949</c:v>
                </c:pt>
                <c:pt idx="6580">
                  <c:v>48950</c:v>
                </c:pt>
                <c:pt idx="6581">
                  <c:v>48951</c:v>
                </c:pt>
                <c:pt idx="6582">
                  <c:v>48952</c:v>
                </c:pt>
                <c:pt idx="6583">
                  <c:v>48953</c:v>
                </c:pt>
                <c:pt idx="6584">
                  <c:v>48954</c:v>
                </c:pt>
                <c:pt idx="6585">
                  <c:v>48955</c:v>
                </c:pt>
                <c:pt idx="6586">
                  <c:v>48956</c:v>
                </c:pt>
                <c:pt idx="6587">
                  <c:v>48957</c:v>
                </c:pt>
                <c:pt idx="6588">
                  <c:v>48958</c:v>
                </c:pt>
                <c:pt idx="6589">
                  <c:v>48959</c:v>
                </c:pt>
                <c:pt idx="6590">
                  <c:v>48960</c:v>
                </c:pt>
                <c:pt idx="6591">
                  <c:v>48961</c:v>
                </c:pt>
                <c:pt idx="6592">
                  <c:v>48962</c:v>
                </c:pt>
                <c:pt idx="6593">
                  <c:v>48963</c:v>
                </c:pt>
                <c:pt idx="6594">
                  <c:v>48964</c:v>
                </c:pt>
                <c:pt idx="6595">
                  <c:v>48965</c:v>
                </c:pt>
                <c:pt idx="6596">
                  <c:v>48966</c:v>
                </c:pt>
                <c:pt idx="6597">
                  <c:v>48967</c:v>
                </c:pt>
                <c:pt idx="6598">
                  <c:v>48968</c:v>
                </c:pt>
                <c:pt idx="6599">
                  <c:v>48969</c:v>
                </c:pt>
                <c:pt idx="6600">
                  <c:v>48970</c:v>
                </c:pt>
                <c:pt idx="6601">
                  <c:v>48971</c:v>
                </c:pt>
                <c:pt idx="6602">
                  <c:v>48972</c:v>
                </c:pt>
                <c:pt idx="6603">
                  <c:v>48973</c:v>
                </c:pt>
                <c:pt idx="6604">
                  <c:v>48974</c:v>
                </c:pt>
                <c:pt idx="6605">
                  <c:v>48975</c:v>
                </c:pt>
                <c:pt idx="6606">
                  <c:v>48976</c:v>
                </c:pt>
                <c:pt idx="6607">
                  <c:v>48977</c:v>
                </c:pt>
                <c:pt idx="6608">
                  <c:v>48978</c:v>
                </c:pt>
                <c:pt idx="6609">
                  <c:v>48979</c:v>
                </c:pt>
                <c:pt idx="6610">
                  <c:v>48980</c:v>
                </c:pt>
                <c:pt idx="6611">
                  <c:v>48981</c:v>
                </c:pt>
                <c:pt idx="6612">
                  <c:v>48982</c:v>
                </c:pt>
                <c:pt idx="6613">
                  <c:v>48983</c:v>
                </c:pt>
                <c:pt idx="6614">
                  <c:v>48984</c:v>
                </c:pt>
                <c:pt idx="6615">
                  <c:v>48985</c:v>
                </c:pt>
                <c:pt idx="6616">
                  <c:v>48986</c:v>
                </c:pt>
                <c:pt idx="6617">
                  <c:v>48987</c:v>
                </c:pt>
                <c:pt idx="6618">
                  <c:v>48988</c:v>
                </c:pt>
                <c:pt idx="6619">
                  <c:v>48989</c:v>
                </c:pt>
                <c:pt idx="6620">
                  <c:v>48990</c:v>
                </c:pt>
                <c:pt idx="6621">
                  <c:v>48991</c:v>
                </c:pt>
                <c:pt idx="6622">
                  <c:v>48992</c:v>
                </c:pt>
                <c:pt idx="6623">
                  <c:v>48993</c:v>
                </c:pt>
                <c:pt idx="6624">
                  <c:v>48994</c:v>
                </c:pt>
                <c:pt idx="6625">
                  <c:v>48995</c:v>
                </c:pt>
                <c:pt idx="6626">
                  <c:v>48996</c:v>
                </c:pt>
                <c:pt idx="6627">
                  <c:v>48997</c:v>
                </c:pt>
                <c:pt idx="6628">
                  <c:v>48998</c:v>
                </c:pt>
                <c:pt idx="6629">
                  <c:v>48999</c:v>
                </c:pt>
                <c:pt idx="6630">
                  <c:v>49000</c:v>
                </c:pt>
                <c:pt idx="6631">
                  <c:v>49001</c:v>
                </c:pt>
                <c:pt idx="6632">
                  <c:v>49002</c:v>
                </c:pt>
                <c:pt idx="6633">
                  <c:v>49003</c:v>
                </c:pt>
                <c:pt idx="6634">
                  <c:v>49004</c:v>
                </c:pt>
                <c:pt idx="6635">
                  <c:v>49005</c:v>
                </c:pt>
                <c:pt idx="6636">
                  <c:v>49006</c:v>
                </c:pt>
                <c:pt idx="6637">
                  <c:v>49007</c:v>
                </c:pt>
                <c:pt idx="6638">
                  <c:v>49008</c:v>
                </c:pt>
                <c:pt idx="6639">
                  <c:v>49009</c:v>
                </c:pt>
                <c:pt idx="6640">
                  <c:v>49010</c:v>
                </c:pt>
                <c:pt idx="6641">
                  <c:v>49011</c:v>
                </c:pt>
                <c:pt idx="6642">
                  <c:v>49012</c:v>
                </c:pt>
                <c:pt idx="6643">
                  <c:v>49013</c:v>
                </c:pt>
                <c:pt idx="6644">
                  <c:v>49014</c:v>
                </c:pt>
                <c:pt idx="6645">
                  <c:v>49015</c:v>
                </c:pt>
                <c:pt idx="6646">
                  <c:v>49016</c:v>
                </c:pt>
                <c:pt idx="6647">
                  <c:v>49017</c:v>
                </c:pt>
                <c:pt idx="6648">
                  <c:v>49018</c:v>
                </c:pt>
                <c:pt idx="6649">
                  <c:v>49019</c:v>
                </c:pt>
                <c:pt idx="6650">
                  <c:v>49020</c:v>
                </c:pt>
                <c:pt idx="6651">
                  <c:v>49021</c:v>
                </c:pt>
                <c:pt idx="6652">
                  <c:v>49022</c:v>
                </c:pt>
                <c:pt idx="6653">
                  <c:v>49023</c:v>
                </c:pt>
                <c:pt idx="6654">
                  <c:v>49024</c:v>
                </c:pt>
                <c:pt idx="6655">
                  <c:v>49025</c:v>
                </c:pt>
                <c:pt idx="6656">
                  <c:v>49026</c:v>
                </c:pt>
                <c:pt idx="6657">
                  <c:v>49027</c:v>
                </c:pt>
                <c:pt idx="6658">
                  <c:v>49028</c:v>
                </c:pt>
                <c:pt idx="6659">
                  <c:v>49029</c:v>
                </c:pt>
                <c:pt idx="6660">
                  <c:v>49030</c:v>
                </c:pt>
                <c:pt idx="6661">
                  <c:v>49031</c:v>
                </c:pt>
                <c:pt idx="6662">
                  <c:v>49032</c:v>
                </c:pt>
                <c:pt idx="6663">
                  <c:v>49033</c:v>
                </c:pt>
                <c:pt idx="6664">
                  <c:v>49034</c:v>
                </c:pt>
                <c:pt idx="6665">
                  <c:v>49035</c:v>
                </c:pt>
                <c:pt idx="6666">
                  <c:v>49036</c:v>
                </c:pt>
                <c:pt idx="6667">
                  <c:v>49037</c:v>
                </c:pt>
                <c:pt idx="6668">
                  <c:v>49038</c:v>
                </c:pt>
                <c:pt idx="6669">
                  <c:v>49039</c:v>
                </c:pt>
                <c:pt idx="6670">
                  <c:v>49040</c:v>
                </c:pt>
                <c:pt idx="6671">
                  <c:v>49041</c:v>
                </c:pt>
                <c:pt idx="6672">
                  <c:v>49042</c:v>
                </c:pt>
                <c:pt idx="6673">
                  <c:v>49043</c:v>
                </c:pt>
                <c:pt idx="6674">
                  <c:v>49044</c:v>
                </c:pt>
                <c:pt idx="6675">
                  <c:v>49045</c:v>
                </c:pt>
                <c:pt idx="6676">
                  <c:v>49046</c:v>
                </c:pt>
                <c:pt idx="6677">
                  <c:v>49047</c:v>
                </c:pt>
                <c:pt idx="6678">
                  <c:v>49048</c:v>
                </c:pt>
                <c:pt idx="6679">
                  <c:v>49049</c:v>
                </c:pt>
                <c:pt idx="6680">
                  <c:v>49050</c:v>
                </c:pt>
                <c:pt idx="6681">
                  <c:v>49051</c:v>
                </c:pt>
                <c:pt idx="6682">
                  <c:v>49052</c:v>
                </c:pt>
                <c:pt idx="6683">
                  <c:v>49053</c:v>
                </c:pt>
                <c:pt idx="6684">
                  <c:v>49054</c:v>
                </c:pt>
                <c:pt idx="6685">
                  <c:v>49055</c:v>
                </c:pt>
                <c:pt idx="6686">
                  <c:v>49056</c:v>
                </c:pt>
                <c:pt idx="6687">
                  <c:v>49057</c:v>
                </c:pt>
                <c:pt idx="6688">
                  <c:v>49058</c:v>
                </c:pt>
                <c:pt idx="6689">
                  <c:v>49059</c:v>
                </c:pt>
                <c:pt idx="6690">
                  <c:v>49060</c:v>
                </c:pt>
                <c:pt idx="6691">
                  <c:v>49061</c:v>
                </c:pt>
                <c:pt idx="6692">
                  <c:v>49062</c:v>
                </c:pt>
                <c:pt idx="6693">
                  <c:v>49063</c:v>
                </c:pt>
                <c:pt idx="6694">
                  <c:v>49064</c:v>
                </c:pt>
                <c:pt idx="6695">
                  <c:v>49065</c:v>
                </c:pt>
                <c:pt idx="6696">
                  <c:v>49066</c:v>
                </c:pt>
                <c:pt idx="6697">
                  <c:v>49067</c:v>
                </c:pt>
                <c:pt idx="6698">
                  <c:v>49068</c:v>
                </c:pt>
                <c:pt idx="6699">
                  <c:v>49069</c:v>
                </c:pt>
                <c:pt idx="6700">
                  <c:v>49070</c:v>
                </c:pt>
                <c:pt idx="6701">
                  <c:v>49071</c:v>
                </c:pt>
                <c:pt idx="6702">
                  <c:v>49072</c:v>
                </c:pt>
                <c:pt idx="6703">
                  <c:v>49073</c:v>
                </c:pt>
                <c:pt idx="6704">
                  <c:v>49074</c:v>
                </c:pt>
                <c:pt idx="6705">
                  <c:v>49075</c:v>
                </c:pt>
                <c:pt idx="6706">
                  <c:v>49076</c:v>
                </c:pt>
                <c:pt idx="6707">
                  <c:v>49077</c:v>
                </c:pt>
                <c:pt idx="6708">
                  <c:v>49078</c:v>
                </c:pt>
                <c:pt idx="6709">
                  <c:v>49079</c:v>
                </c:pt>
                <c:pt idx="6710">
                  <c:v>49080</c:v>
                </c:pt>
                <c:pt idx="6711">
                  <c:v>49081</c:v>
                </c:pt>
                <c:pt idx="6712">
                  <c:v>49082</c:v>
                </c:pt>
                <c:pt idx="6713">
                  <c:v>49083</c:v>
                </c:pt>
                <c:pt idx="6714">
                  <c:v>49084</c:v>
                </c:pt>
                <c:pt idx="6715">
                  <c:v>49085</c:v>
                </c:pt>
                <c:pt idx="6716">
                  <c:v>49086</c:v>
                </c:pt>
                <c:pt idx="6717">
                  <c:v>49087</c:v>
                </c:pt>
                <c:pt idx="6718">
                  <c:v>49088</c:v>
                </c:pt>
                <c:pt idx="6719">
                  <c:v>49089</c:v>
                </c:pt>
                <c:pt idx="6720">
                  <c:v>49090</c:v>
                </c:pt>
                <c:pt idx="6721">
                  <c:v>49091</c:v>
                </c:pt>
                <c:pt idx="6722">
                  <c:v>49092</c:v>
                </c:pt>
                <c:pt idx="6723">
                  <c:v>49093</c:v>
                </c:pt>
                <c:pt idx="6724">
                  <c:v>49094</c:v>
                </c:pt>
                <c:pt idx="6725">
                  <c:v>49095</c:v>
                </c:pt>
                <c:pt idx="6726">
                  <c:v>49096</c:v>
                </c:pt>
                <c:pt idx="6727">
                  <c:v>49097</c:v>
                </c:pt>
                <c:pt idx="6728">
                  <c:v>49098</c:v>
                </c:pt>
                <c:pt idx="6729">
                  <c:v>49099</c:v>
                </c:pt>
                <c:pt idx="6730">
                  <c:v>49100</c:v>
                </c:pt>
                <c:pt idx="6731">
                  <c:v>49101</c:v>
                </c:pt>
                <c:pt idx="6732">
                  <c:v>49102</c:v>
                </c:pt>
                <c:pt idx="6733">
                  <c:v>49103</c:v>
                </c:pt>
                <c:pt idx="6734">
                  <c:v>49104</c:v>
                </c:pt>
                <c:pt idx="6735">
                  <c:v>49105</c:v>
                </c:pt>
                <c:pt idx="6736">
                  <c:v>49106</c:v>
                </c:pt>
                <c:pt idx="6737">
                  <c:v>49107</c:v>
                </c:pt>
                <c:pt idx="6738">
                  <c:v>49108</c:v>
                </c:pt>
                <c:pt idx="6739">
                  <c:v>49109</c:v>
                </c:pt>
                <c:pt idx="6740">
                  <c:v>49110</c:v>
                </c:pt>
                <c:pt idx="6741">
                  <c:v>49111</c:v>
                </c:pt>
                <c:pt idx="6742">
                  <c:v>49112</c:v>
                </c:pt>
                <c:pt idx="6743">
                  <c:v>49113</c:v>
                </c:pt>
                <c:pt idx="6744">
                  <c:v>49114</c:v>
                </c:pt>
                <c:pt idx="6745">
                  <c:v>49115</c:v>
                </c:pt>
                <c:pt idx="6746">
                  <c:v>49116</c:v>
                </c:pt>
                <c:pt idx="6747">
                  <c:v>49117</c:v>
                </c:pt>
                <c:pt idx="6748">
                  <c:v>49118</c:v>
                </c:pt>
                <c:pt idx="6749">
                  <c:v>49119</c:v>
                </c:pt>
                <c:pt idx="6750">
                  <c:v>49120</c:v>
                </c:pt>
                <c:pt idx="6751">
                  <c:v>49121</c:v>
                </c:pt>
                <c:pt idx="6752">
                  <c:v>49122</c:v>
                </c:pt>
                <c:pt idx="6753">
                  <c:v>49123</c:v>
                </c:pt>
                <c:pt idx="6754">
                  <c:v>49124</c:v>
                </c:pt>
                <c:pt idx="6755">
                  <c:v>49125</c:v>
                </c:pt>
                <c:pt idx="6756">
                  <c:v>49126</c:v>
                </c:pt>
                <c:pt idx="6757">
                  <c:v>49127</c:v>
                </c:pt>
                <c:pt idx="6758">
                  <c:v>49128</c:v>
                </c:pt>
                <c:pt idx="6759">
                  <c:v>49129</c:v>
                </c:pt>
                <c:pt idx="6760">
                  <c:v>49130</c:v>
                </c:pt>
                <c:pt idx="6761">
                  <c:v>49131</c:v>
                </c:pt>
                <c:pt idx="6762">
                  <c:v>49132</c:v>
                </c:pt>
                <c:pt idx="6763">
                  <c:v>49133</c:v>
                </c:pt>
                <c:pt idx="6764">
                  <c:v>49134</c:v>
                </c:pt>
                <c:pt idx="6765">
                  <c:v>49135</c:v>
                </c:pt>
                <c:pt idx="6766">
                  <c:v>49136</c:v>
                </c:pt>
                <c:pt idx="6767">
                  <c:v>49137</c:v>
                </c:pt>
                <c:pt idx="6768">
                  <c:v>49138</c:v>
                </c:pt>
                <c:pt idx="6769">
                  <c:v>49139</c:v>
                </c:pt>
                <c:pt idx="6770">
                  <c:v>49140</c:v>
                </c:pt>
                <c:pt idx="6771">
                  <c:v>49141</c:v>
                </c:pt>
                <c:pt idx="6772">
                  <c:v>49142</c:v>
                </c:pt>
                <c:pt idx="6773">
                  <c:v>49143</c:v>
                </c:pt>
                <c:pt idx="6774">
                  <c:v>49144</c:v>
                </c:pt>
                <c:pt idx="6775">
                  <c:v>49145</c:v>
                </c:pt>
                <c:pt idx="6776">
                  <c:v>49146</c:v>
                </c:pt>
                <c:pt idx="6777">
                  <c:v>49147</c:v>
                </c:pt>
                <c:pt idx="6778">
                  <c:v>49148</c:v>
                </c:pt>
                <c:pt idx="6779">
                  <c:v>49149</c:v>
                </c:pt>
                <c:pt idx="6780">
                  <c:v>49150</c:v>
                </c:pt>
                <c:pt idx="6781">
                  <c:v>49151</c:v>
                </c:pt>
                <c:pt idx="6782">
                  <c:v>49152</c:v>
                </c:pt>
                <c:pt idx="6783">
                  <c:v>49153</c:v>
                </c:pt>
                <c:pt idx="6784">
                  <c:v>49154</c:v>
                </c:pt>
                <c:pt idx="6785">
                  <c:v>49155</c:v>
                </c:pt>
                <c:pt idx="6786">
                  <c:v>49156</c:v>
                </c:pt>
                <c:pt idx="6787">
                  <c:v>49157</c:v>
                </c:pt>
                <c:pt idx="6788">
                  <c:v>49158</c:v>
                </c:pt>
                <c:pt idx="6789">
                  <c:v>49159</c:v>
                </c:pt>
                <c:pt idx="6790">
                  <c:v>49160</c:v>
                </c:pt>
                <c:pt idx="6791">
                  <c:v>49161</c:v>
                </c:pt>
                <c:pt idx="6792">
                  <c:v>49162</c:v>
                </c:pt>
                <c:pt idx="6793">
                  <c:v>49163</c:v>
                </c:pt>
                <c:pt idx="6794">
                  <c:v>49164</c:v>
                </c:pt>
                <c:pt idx="6795">
                  <c:v>49165</c:v>
                </c:pt>
                <c:pt idx="6796">
                  <c:v>49166</c:v>
                </c:pt>
                <c:pt idx="6797">
                  <c:v>49167</c:v>
                </c:pt>
                <c:pt idx="6798">
                  <c:v>49168</c:v>
                </c:pt>
                <c:pt idx="6799">
                  <c:v>49169</c:v>
                </c:pt>
                <c:pt idx="6800">
                  <c:v>49170</c:v>
                </c:pt>
                <c:pt idx="6801">
                  <c:v>49171</c:v>
                </c:pt>
                <c:pt idx="6802">
                  <c:v>49172</c:v>
                </c:pt>
                <c:pt idx="6803">
                  <c:v>49173</c:v>
                </c:pt>
                <c:pt idx="6804">
                  <c:v>49174</c:v>
                </c:pt>
                <c:pt idx="6805">
                  <c:v>49175</c:v>
                </c:pt>
                <c:pt idx="6806">
                  <c:v>49176</c:v>
                </c:pt>
                <c:pt idx="6807">
                  <c:v>49177</c:v>
                </c:pt>
                <c:pt idx="6808">
                  <c:v>49178</c:v>
                </c:pt>
                <c:pt idx="6809">
                  <c:v>49179</c:v>
                </c:pt>
                <c:pt idx="6810">
                  <c:v>49180</c:v>
                </c:pt>
                <c:pt idx="6811">
                  <c:v>49181</c:v>
                </c:pt>
                <c:pt idx="6812">
                  <c:v>49182</c:v>
                </c:pt>
                <c:pt idx="6813">
                  <c:v>49183</c:v>
                </c:pt>
                <c:pt idx="6814">
                  <c:v>49184</c:v>
                </c:pt>
                <c:pt idx="6815">
                  <c:v>49185</c:v>
                </c:pt>
                <c:pt idx="6816">
                  <c:v>49186</c:v>
                </c:pt>
                <c:pt idx="6817">
                  <c:v>49187</c:v>
                </c:pt>
                <c:pt idx="6818">
                  <c:v>49188</c:v>
                </c:pt>
                <c:pt idx="6819">
                  <c:v>49189</c:v>
                </c:pt>
                <c:pt idx="6820">
                  <c:v>49190</c:v>
                </c:pt>
                <c:pt idx="6821">
                  <c:v>49191</c:v>
                </c:pt>
                <c:pt idx="6822">
                  <c:v>49192</c:v>
                </c:pt>
                <c:pt idx="6823">
                  <c:v>49193</c:v>
                </c:pt>
                <c:pt idx="6824">
                  <c:v>49194</c:v>
                </c:pt>
                <c:pt idx="6825">
                  <c:v>49195</c:v>
                </c:pt>
                <c:pt idx="6826">
                  <c:v>49196</c:v>
                </c:pt>
                <c:pt idx="6827">
                  <c:v>49197</c:v>
                </c:pt>
                <c:pt idx="6828">
                  <c:v>49198</c:v>
                </c:pt>
                <c:pt idx="6829">
                  <c:v>49199</c:v>
                </c:pt>
                <c:pt idx="6830">
                  <c:v>49200</c:v>
                </c:pt>
                <c:pt idx="6831">
                  <c:v>49201</c:v>
                </c:pt>
                <c:pt idx="6832">
                  <c:v>49202</c:v>
                </c:pt>
                <c:pt idx="6833">
                  <c:v>49203</c:v>
                </c:pt>
                <c:pt idx="6834">
                  <c:v>49204</c:v>
                </c:pt>
                <c:pt idx="6835">
                  <c:v>49205</c:v>
                </c:pt>
                <c:pt idx="6836">
                  <c:v>49206</c:v>
                </c:pt>
                <c:pt idx="6837">
                  <c:v>49207</c:v>
                </c:pt>
                <c:pt idx="6838">
                  <c:v>49208</c:v>
                </c:pt>
                <c:pt idx="6839">
                  <c:v>49209</c:v>
                </c:pt>
                <c:pt idx="6840">
                  <c:v>49210</c:v>
                </c:pt>
                <c:pt idx="6841">
                  <c:v>49211</c:v>
                </c:pt>
                <c:pt idx="6842">
                  <c:v>49212</c:v>
                </c:pt>
                <c:pt idx="6843">
                  <c:v>49213</c:v>
                </c:pt>
                <c:pt idx="6844">
                  <c:v>49214</c:v>
                </c:pt>
                <c:pt idx="6845">
                  <c:v>49215</c:v>
                </c:pt>
                <c:pt idx="6846">
                  <c:v>49216</c:v>
                </c:pt>
                <c:pt idx="6847">
                  <c:v>49217</c:v>
                </c:pt>
                <c:pt idx="6848">
                  <c:v>49218</c:v>
                </c:pt>
                <c:pt idx="6849">
                  <c:v>49219</c:v>
                </c:pt>
                <c:pt idx="6850">
                  <c:v>49220</c:v>
                </c:pt>
                <c:pt idx="6851">
                  <c:v>49221</c:v>
                </c:pt>
                <c:pt idx="6852">
                  <c:v>49222</c:v>
                </c:pt>
                <c:pt idx="6853">
                  <c:v>49223</c:v>
                </c:pt>
                <c:pt idx="6854">
                  <c:v>49224</c:v>
                </c:pt>
                <c:pt idx="6855">
                  <c:v>49225</c:v>
                </c:pt>
                <c:pt idx="6856">
                  <c:v>49226</c:v>
                </c:pt>
                <c:pt idx="6857">
                  <c:v>49227</c:v>
                </c:pt>
                <c:pt idx="6858">
                  <c:v>49228</c:v>
                </c:pt>
                <c:pt idx="6859">
                  <c:v>49229</c:v>
                </c:pt>
                <c:pt idx="6860">
                  <c:v>49230</c:v>
                </c:pt>
                <c:pt idx="6861">
                  <c:v>49231</c:v>
                </c:pt>
                <c:pt idx="6862">
                  <c:v>49232</c:v>
                </c:pt>
                <c:pt idx="6863">
                  <c:v>49233</c:v>
                </c:pt>
                <c:pt idx="6864">
                  <c:v>49234</c:v>
                </c:pt>
                <c:pt idx="6865">
                  <c:v>49235</c:v>
                </c:pt>
                <c:pt idx="6866">
                  <c:v>49236</c:v>
                </c:pt>
                <c:pt idx="6867">
                  <c:v>49237</c:v>
                </c:pt>
                <c:pt idx="6868">
                  <c:v>49238</c:v>
                </c:pt>
                <c:pt idx="6869">
                  <c:v>49239</c:v>
                </c:pt>
                <c:pt idx="6870">
                  <c:v>49240</c:v>
                </c:pt>
                <c:pt idx="6871">
                  <c:v>49241</c:v>
                </c:pt>
                <c:pt idx="6872">
                  <c:v>49242</c:v>
                </c:pt>
                <c:pt idx="6873">
                  <c:v>49243</c:v>
                </c:pt>
                <c:pt idx="6874">
                  <c:v>49244</c:v>
                </c:pt>
                <c:pt idx="6875">
                  <c:v>49245</c:v>
                </c:pt>
                <c:pt idx="6876">
                  <c:v>49246</c:v>
                </c:pt>
                <c:pt idx="6877">
                  <c:v>49247</c:v>
                </c:pt>
                <c:pt idx="6878">
                  <c:v>49248</c:v>
                </c:pt>
                <c:pt idx="6879">
                  <c:v>49249</c:v>
                </c:pt>
                <c:pt idx="6880">
                  <c:v>49250</c:v>
                </c:pt>
                <c:pt idx="6881">
                  <c:v>49251</c:v>
                </c:pt>
                <c:pt idx="6882">
                  <c:v>49252</c:v>
                </c:pt>
                <c:pt idx="6883">
                  <c:v>49253</c:v>
                </c:pt>
                <c:pt idx="6884">
                  <c:v>49254</c:v>
                </c:pt>
                <c:pt idx="6885">
                  <c:v>49255</c:v>
                </c:pt>
                <c:pt idx="6886">
                  <c:v>49256</c:v>
                </c:pt>
                <c:pt idx="6887">
                  <c:v>49257</c:v>
                </c:pt>
                <c:pt idx="6888">
                  <c:v>49258</c:v>
                </c:pt>
                <c:pt idx="6889">
                  <c:v>49259</c:v>
                </c:pt>
                <c:pt idx="6890">
                  <c:v>49260</c:v>
                </c:pt>
                <c:pt idx="6891">
                  <c:v>49261</c:v>
                </c:pt>
                <c:pt idx="6892">
                  <c:v>49262</c:v>
                </c:pt>
                <c:pt idx="6893">
                  <c:v>49263</c:v>
                </c:pt>
                <c:pt idx="6894">
                  <c:v>49264</c:v>
                </c:pt>
                <c:pt idx="6895">
                  <c:v>49265</c:v>
                </c:pt>
                <c:pt idx="6896">
                  <c:v>49266</c:v>
                </c:pt>
                <c:pt idx="6897">
                  <c:v>49267</c:v>
                </c:pt>
                <c:pt idx="6898">
                  <c:v>49268</c:v>
                </c:pt>
                <c:pt idx="6899">
                  <c:v>49269</c:v>
                </c:pt>
                <c:pt idx="6900">
                  <c:v>49270</c:v>
                </c:pt>
                <c:pt idx="6901">
                  <c:v>49271</c:v>
                </c:pt>
                <c:pt idx="6902">
                  <c:v>49272</c:v>
                </c:pt>
                <c:pt idx="6903">
                  <c:v>49273</c:v>
                </c:pt>
                <c:pt idx="6904">
                  <c:v>49274</c:v>
                </c:pt>
                <c:pt idx="6905">
                  <c:v>49275</c:v>
                </c:pt>
                <c:pt idx="6906">
                  <c:v>49276</c:v>
                </c:pt>
                <c:pt idx="6907">
                  <c:v>49277</c:v>
                </c:pt>
                <c:pt idx="6908">
                  <c:v>49278</c:v>
                </c:pt>
                <c:pt idx="6909">
                  <c:v>49279</c:v>
                </c:pt>
                <c:pt idx="6910">
                  <c:v>49280</c:v>
                </c:pt>
                <c:pt idx="6911">
                  <c:v>49281</c:v>
                </c:pt>
                <c:pt idx="6912">
                  <c:v>49282</c:v>
                </c:pt>
                <c:pt idx="6913">
                  <c:v>49283</c:v>
                </c:pt>
                <c:pt idx="6914">
                  <c:v>49284</c:v>
                </c:pt>
                <c:pt idx="6915">
                  <c:v>49285</c:v>
                </c:pt>
                <c:pt idx="6916">
                  <c:v>49286</c:v>
                </c:pt>
                <c:pt idx="6917">
                  <c:v>49287</c:v>
                </c:pt>
                <c:pt idx="6918">
                  <c:v>49288</c:v>
                </c:pt>
                <c:pt idx="6919">
                  <c:v>49289</c:v>
                </c:pt>
                <c:pt idx="6920">
                  <c:v>49290</c:v>
                </c:pt>
                <c:pt idx="6921">
                  <c:v>49291</c:v>
                </c:pt>
                <c:pt idx="6922">
                  <c:v>49292</c:v>
                </c:pt>
                <c:pt idx="6923">
                  <c:v>49293</c:v>
                </c:pt>
                <c:pt idx="6924">
                  <c:v>49294</c:v>
                </c:pt>
                <c:pt idx="6925">
                  <c:v>49295</c:v>
                </c:pt>
                <c:pt idx="6926">
                  <c:v>49296</c:v>
                </c:pt>
                <c:pt idx="6927">
                  <c:v>49297</c:v>
                </c:pt>
                <c:pt idx="6928">
                  <c:v>49298</c:v>
                </c:pt>
                <c:pt idx="6929">
                  <c:v>49299</c:v>
                </c:pt>
                <c:pt idx="6930">
                  <c:v>49300</c:v>
                </c:pt>
                <c:pt idx="6931">
                  <c:v>49301</c:v>
                </c:pt>
                <c:pt idx="6932">
                  <c:v>49302</c:v>
                </c:pt>
                <c:pt idx="6933">
                  <c:v>49303</c:v>
                </c:pt>
                <c:pt idx="6934">
                  <c:v>49304</c:v>
                </c:pt>
                <c:pt idx="6935">
                  <c:v>49305</c:v>
                </c:pt>
                <c:pt idx="6936">
                  <c:v>49306</c:v>
                </c:pt>
                <c:pt idx="6937">
                  <c:v>49307</c:v>
                </c:pt>
                <c:pt idx="6938">
                  <c:v>49308</c:v>
                </c:pt>
                <c:pt idx="6939">
                  <c:v>49309</c:v>
                </c:pt>
                <c:pt idx="6940">
                  <c:v>49310</c:v>
                </c:pt>
                <c:pt idx="6941">
                  <c:v>49311</c:v>
                </c:pt>
                <c:pt idx="6942">
                  <c:v>49312</c:v>
                </c:pt>
                <c:pt idx="6943">
                  <c:v>49313</c:v>
                </c:pt>
                <c:pt idx="6944">
                  <c:v>49314</c:v>
                </c:pt>
                <c:pt idx="6945">
                  <c:v>49315</c:v>
                </c:pt>
                <c:pt idx="6946">
                  <c:v>49316</c:v>
                </c:pt>
                <c:pt idx="6947">
                  <c:v>49317</c:v>
                </c:pt>
                <c:pt idx="6948">
                  <c:v>49318</c:v>
                </c:pt>
                <c:pt idx="6949">
                  <c:v>49319</c:v>
                </c:pt>
                <c:pt idx="6950">
                  <c:v>49320</c:v>
                </c:pt>
                <c:pt idx="6951">
                  <c:v>49321</c:v>
                </c:pt>
                <c:pt idx="6952">
                  <c:v>49322</c:v>
                </c:pt>
                <c:pt idx="6953">
                  <c:v>49323</c:v>
                </c:pt>
                <c:pt idx="6954">
                  <c:v>49324</c:v>
                </c:pt>
                <c:pt idx="6955">
                  <c:v>49325</c:v>
                </c:pt>
                <c:pt idx="6956">
                  <c:v>49326</c:v>
                </c:pt>
                <c:pt idx="6957">
                  <c:v>49327</c:v>
                </c:pt>
                <c:pt idx="6958">
                  <c:v>49328</c:v>
                </c:pt>
                <c:pt idx="6959">
                  <c:v>49329</c:v>
                </c:pt>
                <c:pt idx="6960">
                  <c:v>49330</c:v>
                </c:pt>
                <c:pt idx="6961">
                  <c:v>49331</c:v>
                </c:pt>
                <c:pt idx="6962">
                  <c:v>49332</c:v>
                </c:pt>
                <c:pt idx="6963">
                  <c:v>49333</c:v>
                </c:pt>
                <c:pt idx="6964">
                  <c:v>49334</c:v>
                </c:pt>
                <c:pt idx="6965">
                  <c:v>49335</c:v>
                </c:pt>
                <c:pt idx="6966">
                  <c:v>49336</c:v>
                </c:pt>
                <c:pt idx="6967">
                  <c:v>49337</c:v>
                </c:pt>
                <c:pt idx="6968">
                  <c:v>49338</c:v>
                </c:pt>
                <c:pt idx="6969">
                  <c:v>49339</c:v>
                </c:pt>
                <c:pt idx="6970">
                  <c:v>49340</c:v>
                </c:pt>
                <c:pt idx="6971">
                  <c:v>49341</c:v>
                </c:pt>
                <c:pt idx="6972">
                  <c:v>49342</c:v>
                </c:pt>
                <c:pt idx="6973">
                  <c:v>49343</c:v>
                </c:pt>
                <c:pt idx="6974">
                  <c:v>49344</c:v>
                </c:pt>
                <c:pt idx="6975">
                  <c:v>49345</c:v>
                </c:pt>
                <c:pt idx="6976">
                  <c:v>49346</c:v>
                </c:pt>
                <c:pt idx="6977">
                  <c:v>49347</c:v>
                </c:pt>
                <c:pt idx="6978">
                  <c:v>49348</c:v>
                </c:pt>
                <c:pt idx="6979">
                  <c:v>49349</c:v>
                </c:pt>
                <c:pt idx="6980">
                  <c:v>49350</c:v>
                </c:pt>
                <c:pt idx="6981">
                  <c:v>49351</c:v>
                </c:pt>
                <c:pt idx="6982">
                  <c:v>49352</c:v>
                </c:pt>
                <c:pt idx="6983">
                  <c:v>49353</c:v>
                </c:pt>
                <c:pt idx="6984">
                  <c:v>49354</c:v>
                </c:pt>
                <c:pt idx="6985">
                  <c:v>49355</c:v>
                </c:pt>
                <c:pt idx="6986">
                  <c:v>49356</c:v>
                </c:pt>
                <c:pt idx="6987">
                  <c:v>49357</c:v>
                </c:pt>
                <c:pt idx="6988">
                  <c:v>49358</c:v>
                </c:pt>
                <c:pt idx="6989">
                  <c:v>49359</c:v>
                </c:pt>
                <c:pt idx="6990">
                  <c:v>49360</c:v>
                </c:pt>
                <c:pt idx="6991">
                  <c:v>49361</c:v>
                </c:pt>
                <c:pt idx="6992">
                  <c:v>49362</c:v>
                </c:pt>
                <c:pt idx="6993">
                  <c:v>49363</c:v>
                </c:pt>
                <c:pt idx="6994">
                  <c:v>49364</c:v>
                </c:pt>
                <c:pt idx="6995">
                  <c:v>49365</c:v>
                </c:pt>
                <c:pt idx="6996">
                  <c:v>49366</c:v>
                </c:pt>
                <c:pt idx="6997">
                  <c:v>49367</c:v>
                </c:pt>
                <c:pt idx="6998">
                  <c:v>49368</c:v>
                </c:pt>
                <c:pt idx="6999">
                  <c:v>49369</c:v>
                </c:pt>
                <c:pt idx="7000">
                  <c:v>49370</c:v>
                </c:pt>
                <c:pt idx="7001">
                  <c:v>49371</c:v>
                </c:pt>
                <c:pt idx="7002">
                  <c:v>49372</c:v>
                </c:pt>
                <c:pt idx="7003">
                  <c:v>49373</c:v>
                </c:pt>
                <c:pt idx="7004">
                  <c:v>49374</c:v>
                </c:pt>
                <c:pt idx="7005">
                  <c:v>49375</c:v>
                </c:pt>
                <c:pt idx="7006">
                  <c:v>49376</c:v>
                </c:pt>
                <c:pt idx="7007">
                  <c:v>49377</c:v>
                </c:pt>
                <c:pt idx="7008">
                  <c:v>49378</c:v>
                </c:pt>
                <c:pt idx="7009">
                  <c:v>49379</c:v>
                </c:pt>
                <c:pt idx="7010">
                  <c:v>49380</c:v>
                </c:pt>
                <c:pt idx="7011">
                  <c:v>49381</c:v>
                </c:pt>
                <c:pt idx="7012">
                  <c:v>49382</c:v>
                </c:pt>
                <c:pt idx="7013">
                  <c:v>49383</c:v>
                </c:pt>
                <c:pt idx="7014">
                  <c:v>49384</c:v>
                </c:pt>
                <c:pt idx="7015">
                  <c:v>49385</c:v>
                </c:pt>
                <c:pt idx="7016">
                  <c:v>49386</c:v>
                </c:pt>
                <c:pt idx="7017">
                  <c:v>49387</c:v>
                </c:pt>
                <c:pt idx="7018">
                  <c:v>49388</c:v>
                </c:pt>
                <c:pt idx="7019">
                  <c:v>49389</c:v>
                </c:pt>
                <c:pt idx="7020">
                  <c:v>49390</c:v>
                </c:pt>
                <c:pt idx="7021">
                  <c:v>49391</c:v>
                </c:pt>
                <c:pt idx="7022">
                  <c:v>49392</c:v>
                </c:pt>
                <c:pt idx="7023">
                  <c:v>49393</c:v>
                </c:pt>
                <c:pt idx="7024">
                  <c:v>49394</c:v>
                </c:pt>
                <c:pt idx="7025">
                  <c:v>49395</c:v>
                </c:pt>
                <c:pt idx="7026">
                  <c:v>49396</c:v>
                </c:pt>
                <c:pt idx="7027">
                  <c:v>49397</c:v>
                </c:pt>
                <c:pt idx="7028">
                  <c:v>49398</c:v>
                </c:pt>
                <c:pt idx="7029">
                  <c:v>49399</c:v>
                </c:pt>
                <c:pt idx="7030">
                  <c:v>49400</c:v>
                </c:pt>
                <c:pt idx="7031">
                  <c:v>49401</c:v>
                </c:pt>
                <c:pt idx="7032">
                  <c:v>49402</c:v>
                </c:pt>
                <c:pt idx="7033">
                  <c:v>49403</c:v>
                </c:pt>
                <c:pt idx="7034">
                  <c:v>49404</c:v>
                </c:pt>
                <c:pt idx="7035">
                  <c:v>49405</c:v>
                </c:pt>
                <c:pt idx="7036">
                  <c:v>49406</c:v>
                </c:pt>
                <c:pt idx="7037">
                  <c:v>49407</c:v>
                </c:pt>
                <c:pt idx="7038">
                  <c:v>49408</c:v>
                </c:pt>
                <c:pt idx="7039">
                  <c:v>49409</c:v>
                </c:pt>
                <c:pt idx="7040">
                  <c:v>49410</c:v>
                </c:pt>
                <c:pt idx="7041">
                  <c:v>49411</c:v>
                </c:pt>
                <c:pt idx="7042">
                  <c:v>49412</c:v>
                </c:pt>
                <c:pt idx="7043">
                  <c:v>49413</c:v>
                </c:pt>
                <c:pt idx="7044">
                  <c:v>49414</c:v>
                </c:pt>
                <c:pt idx="7045">
                  <c:v>49415</c:v>
                </c:pt>
                <c:pt idx="7046">
                  <c:v>49416</c:v>
                </c:pt>
                <c:pt idx="7047">
                  <c:v>49417</c:v>
                </c:pt>
                <c:pt idx="7048">
                  <c:v>49418</c:v>
                </c:pt>
                <c:pt idx="7049">
                  <c:v>49419</c:v>
                </c:pt>
                <c:pt idx="7050">
                  <c:v>49420</c:v>
                </c:pt>
                <c:pt idx="7051">
                  <c:v>49421</c:v>
                </c:pt>
                <c:pt idx="7052">
                  <c:v>49422</c:v>
                </c:pt>
                <c:pt idx="7053">
                  <c:v>49423</c:v>
                </c:pt>
                <c:pt idx="7054">
                  <c:v>49424</c:v>
                </c:pt>
                <c:pt idx="7055">
                  <c:v>49425</c:v>
                </c:pt>
                <c:pt idx="7056">
                  <c:v>49426</c:v>
                </c:pt>
                <c:pt idx="7057">
                  <c:v>49427</c:v>
                </c:pt>
                <c:pt idx="7058">
                  <c:v>49428</c:v>
                </c:pt>
                <c:pt idx="7059">
                  <c:v>49429</c:v>
                </c:pt>
                <c:pt idx="7060">
                  <c:v>49430</c:v>
                </c:pt>
                <c:pt idx="7061">
                  <c:v>49431</c:v>
                </c:pt>
                <c:pt idx="7062">
                  <c:v>49432</c:v>
                </c:pt>
                <c:pt idx="7063">
                  <c:v>49433</c:v>
                </c:pt>
                <c:pt idx="7064">
                  <c:v>49434</c:v>
                </c:pt>
                <c:pt idx="7065">
                  <c:v>49435</c:v>
                </c:pt>
                <c:pt idx="7066">
                  <c:v>49436</c:v>
                </c:pt>
                <c:pt idx="7067">
                  <c:v>49437</c:v>
                </c:pt>
                <c:pt idx="7068">
                  <c:v>49438</c:v>
                </c:pt>
                <c:pt idx="7069">
                  <c:v>49439</c:v>
                </c:pt>
                <c:pt idx="7070">
                  <c:v>49440</c:v>
                </c:pt>
                <c:pt idx="7071">
                  <c:v>49441</c:v>
                </c:pt>
                <c:pt idx="7072">
                  <c:v>49442</c:v>
                </c:pt>
                <c:pt idx="7073">
                  <c:v>49443</c:v>
                </c:pt>
                <c:pt idx="7074">
                  <c:v>49444</c:v>
                </c:pt>
                <c:pt idx="7075">
                  <c:v>49445</c:v>
                </c:pt>
                <c:pt idx="7076">
                  <c:v>49446</c:v>
                </c:pt>
                <c:pt idx="7077">
                  <c:v>49447</c:v>
                </c:pt>
                <c:pt idx="7078">
                  <c:v>49448</c:v>
                </c:pt>
                <c:pt idx="7079">
                  <c:v>49449</c:v>
                </c:pt>
                <c:pt idx="7080">
                  <c:v>49450</c:v>
                </c:pt>
                <c:pt idx="7081">
                  <c:v>49451</c:v>
                </c:pt>
                <c:pt idx="7082">
                  <c:v>49452</c:v>
                </c:pt>
                <c:pt idx="7083">
                  <c:v>49453</c:v>
                </c:pt>
                <c:pt idx="7084">
                  <c:v>49454</c:v>
                </c:pt>
                <c:pt idx="7085">
                  <c:v>49455</c:v>
                </c:pt>
                <c:pt idx="7086">
                  <c:v>49456</c:v>
                </c:pt>
                <c:pt idx="7087">
                  <c:v>49457</c:v>
                </c:pt>
                <c:pt idx="7088">
                  <c:v>49458</c:v>
                </c:pt>
                <c:pt idx="7089">
                  <c:v>49459</c:v>
                </c:pt>
                <c:pt idx="7090">
                  <c:v>49460</c:v>
                </c:pt>
                <c:pt idx="7091">
                  <c:v>49461</c:v>
                </c:pt>
                <c:pt idx="7092">
                  <c:v>49462</c:v>
                </c:pt>
                <c:pt idx="7093">
                  <c:v>49463</c:v>
                </c:pt>
                <c:pt idx="7094">
                  <c:v>49464</c:v>
                </c:pt>
                <c:pt idx="7095">
                  <c:v>49465</c:v>
                </c:pt>
                <c:pt idx="7096">
                  <c:v>49466</c:v>
                </c:pt>
                <c:pt idx="7097">
                  <c:v>49467</c:v>
                </c:pt>
                <c:pt idx="7098">
                  <c:v>49468</c:v>
                </c:pt>
                <c:pt idx="7099">
                  <c:v>49469</c:v>
                </c:pt>
                <c:pt idx="7100">
                  <c:v>49470</c:v>
                </c:pt>
                <c:pt idx="7101">
                  <c:v>49471</c:v>
                </c:pt>
                <c:pt idx="7102">
                  <c:v>49472</c:v>
                </c:pt>
                <c:pt idx="7103">
                  <c:v>49473</c:v>
                </c:pt>
                <c:pt idx="7104">
                  <c:v>49474</c:v>
                </c:pt>
                <c:pt idx="7105">
                  <c:v>49475</c:v>
                </c:pt>
                <c:pt idx="7106">
                  <c:v>49476</c:v>
                </c:pt>
                <c:pt idx="7107">
                  <c:v>49477</c:v>
                </c:pt>
                <c:pt idx="7108">
                  <c:v>49478</c:v>
                </c:pt>
                <c:pt idx="7109">
                  <c:v>49479</c:v>
                </c:pt>
                <c:pt idx="7110">
                  <c:v>49480</c:v>
                </c:pt>
                <c:pt idx="7111">
                  <c:v>49481</c:v>
                </c:pt>
                <c:pt idx="7112">
                  <c:v>49482</c:v>
                </c:pt>
                <c:pt idx="7113">
                  <c:v>49483</c:v>
                </c:pt>
                <c:pt idx="7114">
                  <c:v>49484</c:v>
                </c:pt>
                <c:pt idx="7115">
                  <c:v>49485</c:v>
                </c:pt>
                <c:pt idx="7116">
                  <c:v>49486</c:v>
                </c:pt>
                <c:pt idx="7117">
                  <c:v>49487</c:v>
                </c:pt>
                <c:pt idx="7118">
                  <c:v>49488</c:v>
                </c:pt>
                <c:pt idx="7119">
                  <c:v>49489</c:v>
                </c:pt>
                <c:pt idx="7120">
                  <c:v>49490</c:v>
                </c:pt>
                <c:pt idx="7121">
                  <c:v>49491</c:v>
                </c:pt>
                <c:pt idx="7122">
                  <c:v>49492</c:v>
                </c:pt>
                <c:pt idx="7123">
                  <c:v>49493</c:v>
                </c:pt>
                <c:pt idx="7124">
                  <c:v>49494</c:v>
                </c:pt>
                <c:pt idx="7125">
                  <c:v>49495</c:v>
                </c:pt>
                <c:pt idx="7126">
                  <c:v>49496</c:v>
                </c:pt>
                <c:pt idx="7127">
                  <c:v>49497</c:v>
                </c:pt>
                <c:pt idx="7128">
                  <c:v>49498</c:v>
                </c:pt>
                <c:pt idx="7129">
                  <c:v>49499</c:v>
                </c:pt>
                <c:pt idx="7130">
                  <c:v>49500</c:v>
                </c:pt>
                <c:pt idx="7131">
                  <c:v>49501</c:v>
                </c:pt>
                <c:pt idx="7132">
                  <c:v>49502</c:v>
                </c:pt>
                <c:pt idx="7133">
                  <c:v>49503</c:v>
                </c:pt>
                <c:pt idx="7134">
                  <c:v>49504</c:v>
                </c:pt>
                <c:pt idx="7135">
                  <c:v>49505</c:v>
                </c:pt>
                <c:pt idx="7136">
                  <c:v>49506</c:v>
                </c:pt>
                <c:pt idx="7137">
                  <c:v>49507</c:v>
                </c:pt>
                <c:pt idx="7138">
                  <c:v>49508</c:v>
                </c:pt>
                <c:pt idx="7139">
                  <c:v>49509</c:v>
                </c:pt>
                <c:pt idx="7140">
                  <c:v>49510</c:v>
                </c:pt>
                <c:pt idx="7141">
                  <c:v>49511</c:v>
                </c:pt>
                <c:pt idx="7142">
                  <c:v>49512</c:v>
                </c:pt>
                <c:pt idx="7143">
                  <c:v>49513</c:v>
                </c:pt>
                <c:pt idx="7144">
                  <c:v>49514</c:v>
                </c:pt>
                <c:pt idx="7145">
                  <c:v>49515</c:v>
                </c:pt>
                <c:pt idx="7146">
                  <c:v>49516</c:v>
                </c:pt>
                <c:pt idx="7147">
                  <c:v>49517</c:v>
                </c:pt>
                <c:pt idx="7148">
                  <c:v>49518</c:v>
                </c:pt>
                <c:pt idx="7149">
                  <c:v>49519</c:v>
                </c:pt>
                <c:pt idx="7150">
                  <c:v>49520</c:v>
                </c:pt>
                <c:pt idx="7151">
                  <c:v>49521</c:v>
                </c:pt>
                <c:pt idx="7152">
                  <c:v>49522</c:v>
                </c:pt>
                <c:pt idx="7153">
                  <c:v>49523</c:v>
                </c:pt>
                <c:pt idx="7154">
                  <c:v>49524</c:v>
                </c:pt>
                <c:pt idx="7155">
                  <c:v>49525</c:v>
                </c:pt>
                <c:pt idx="7156">
                  <c:v>49526</c:v>
                </c:pt>
                <c:pt idx="7157">
                  <c:v>49527</c:v>
                </c:pt>
                <c:pt idx="7158">
                  <c:v>49528</c:v>
                </c:pt>
                <c:pt idx="7159">
                  <c:v>49529</c:v>
                </c:pt>
                <c:pt idx="7160">
                  <c:v>49530</c:v>
                </c:pt>
                <c:pt idx="7161">
                  <c:v>49531</c:v>
                </c:pt>
                <c:pt idx="7162">
                  <c:v>49532</c:v>
                </c:pt>
                <c:pt idx="7163">
                  <c:v>49533</c:v>
                </c:pt>
                <c:pt idx="7164">
                  <c:v>49534</c:v>
                </c:pt>
                <c:pt idx="7165">
                  <c:v>49535</c:v>
                </c:pt>
                <c:pt idx="7166">
                  <c:v>49536</c:v>
                </c:pt>
                <c:pt idx="7167">
                  <c:v>49537</c:v>
                </c:pt>
                <c:pt idx="7168">
                  <c:v>49538</c:v>
                </c:pt>
                <c:pt idx="7169">
                  <c:v>49539</c:v>
                </c:pt>
                <c:pt idx="7170">
                  <c:v>49540</c:v>
                </c:pt>
                <c:pt idx="7171">
                  <c:v>49541</c:v>
                </c:pt>
                <c:pt idx="7172">
                  <c:v>49542</c:v>
                </c:pt>
                <c:pt idx="7173">
                  <c:v>49543</c:v>
                </c:pt>
                <c:pt idx="7174">
                  <c:v>49544</c:v>
                </c:pt>
                <c:pt idx="7175">
                  <c:v>49545</c:v>
                </c:pt>
                <c:pt idx="7176">
                  <c:v>49546</c:v>
                </c:pt>
                <c:pt idx="7177">
                  <c:v>49547</c:v>
                </c:pt>
                <c:pt idx="7178">
                  <c:v>49548</c:v>
                </c:pt>
                <c:pt idx="7179">
                  <c:v>49549</c:v>
                </c:pt>
                <c:pt idx="7180">
                  <c:v>49550</c:v>
                </c:pt>
                <c:pt idx="7181">
                  <c:v>49551</c:v>
                </c:pt>
                <c:pt idx="7182">
                  <c:v>49552</c:v>
                </c:pt>
                <c:pt idx="7183">
                  <c:v>49553</c:v>
                </c:pt>
                <c:pt idx="7184">
                  <c:v>49554</c:v>
                </c:pt>
                <c:pt idx="7185">
                  <c:v>49555</c:v>
                </c:pt>
                <c:pt idx="7186">
                  <c:v>49556</c:v>
                </c:pt>
                <c:pt idx="7187">
                  <c:v>49557</c:v>
                </c:pt>
                <c:pt idx="7188">
                  <c:v>49558</c:v>
                </c:pt>
                <c:pt idx="7189">
                  <c:v>49559</c:v>
                </c:pt>
                <c:pt idx="7190">
                  <c:v>49560</c:v>
                </c:pt>
                <c:pt idx="7191">
                  <c:v>49561</c:v>
                </c:pt>
                <c:pt idx="7192">
                  <c:v>49562</c:v>
                </c:pt>
                <c:pt idx="7193">
                  <c:v>49563</c:v>
                </c:pt>
                <c:pt idx="7194">
                  <c:v>49564</c:v>
                </c:pt>
                <c:pt idx="7195">
                  <c:v>49565</c:v>
                </c:pt>
                <c:pt idx="7196">
                  <c:v>49566</c:v>
                </c:pt>
                <c:pt idx="7197">
                  <c:v>49567</c:v>
                </c:pt>
                <c:pt idx="7198">
                  <c:v>49568</c:v>
                </c:pt>
                <c:pt idx="7199">
                  <c:v>49569</c:v>
                </c:pt>
                <c:pt idx="7200">
                  <c:v>49570</c:v>
                </c:pt>
                <c:pt idx="7201">
                  <c:v>49571</c:v>
                </c:pt>
                <c:pt idx="7202">
                  <c:v>49572</c:v>
                </c:pt>
                <c:pt idx="7203">
                  <c:v>49573</c:v>
                </c:pt>
                <c:pt idx="7204">
                  <c:v>49574</c:v>
                </c:pt>
                <c:pt idx="7205">
                  <c:v>49575</c:v>
                </c:pt>
                <c:pt idx="7206">
                  <c:v>49576</c:v>
                </c:pt>
                <c:pt idx="7207">
                  <c:v>49577</c:v>
                </c:pt>
                <c:pt idx="7208">
                  <c:v>49578</c:v>
                </c:pt>
                <c:pt idx="7209">
                  <c:v>49579</c:v>
                </c:pt>
                <c:pt idx="7210">
                  <c:v>49580</c:v>
                </c:pt>
                <c:pt idx="7211">
                  <c:v>49581</c:v>
                </c:pt>
                <c:pt idx="7212">
                  <c:v>49582</c:v>
                </c:pt>
                <c:pt idx="7213">
                  <c:v>49583</c:v>
                </c:pt>
                <c:pt idx="7214">
                  <c:v>49584</c:v>
                </c:pt>
                <c:pt idx="7215">
                  <c:v>49585</c:v>
                </c:pt>
                <c:pt idx="7216">
                  <c:v>49586</c:v>
                </c:pt>
                <c:pt idx="7217">
                  <c:v>49587</c:v>
                </c:pt>
                <c:pt idx="7218">
                  <c:v>49588</c:v>
                </c:pt>
                <c:pt idx="7219">
                  <c:v>49589</c:v>
                </c:pt>
                <c:pt idx="7220">
                  <c:v>49590</c:v>
                </c:pt>
                <c:pt idx="7221">
                  <c:v>49591</c:v>
                </c:pt>
                <c:pt idx="7222">
                  <c:v>49592</c:v>
                </c:pt>
                <c:pt idx="7223">
                  <c:v>49593</c:v>
                </c:pt>
                <c:pt idx="7224">
                  <c:v>49594</c:v>
                </c:pt>
                <c:pt idx="7225">
                  <c:v>49595</c:v>
                </c:pt>
                <c:pt idx="7226">
                  <c:v>49596</c:v>
                </c:pt>
                <c:pt idx="7227">
                  <c:v>49597</c:v>
                </c:pt>
                <c:pt idx="7228">
                  <c:v>49598</c:v>
                </c:pt>
                <c:pt idx="7229">
                  <c:v>49599</c:v>
                </c:pt>
                <c:pt idx="7230">
                  <c:v>49600</c:v>
                </c:pt>
                <c:pt idx="7231">
                  <c:v>49601</c:v>
                </c:pt>
                <c:pt idx="7232">
                  <c:v>49602</c:v>
                </c:pt>
                <c:pt idx="7233">
                  <c:v>49603</c:v>
                </c:pt>
                <c:pt idx="7234">
                  <c:v>49604</c:v>
                </c:pt>
                <c:pt idx="7235">
                  <c:v>49605</c:v>
                </c:pt>
                <c:pt idx="7236">
                  <c:v>49606</c:v>
                </c:pt>
                <c:pt idx="7237">
                  <c:v>49607</c:v>
                </c:pt>
                <c:pt idx="7238">
                  <c:v>49608</c:v>
                </c:pt>
                <c:pt idx="7239">
                  <c:v>49609</c:v>
                </c:pt>
                <c:pt idx="7240">
                  <c:v>49610</c:v>
                </c:pt>
                <c:pt idx="7241">
                  <c:v>49611</c:v>
                </c:pt>
                <c:pt idx="7242">
                  <c:v>49612</c:v>
                </c:pt>
                <c:pt idx="7243">
                  <c:v>49613</c:v>
                </c:pt>
                <c:pt idx="7244">
                  <c:v>49614</c:v>
                </c:pt>
                <c:pt idx="7245">
                  <c:v>49615</c:v>
                </c:pt>
                <c:pt idx="7246">
                  <c:v>49616</c:v>
                </c:pt>
                <c:pt idx="7247">
                  <c:v>49617</c:v>
                </c:pt>
                <c:pt idx="7248">
                  <c:v>49618</c:v>
                </c:pt>
                <c:pt idx="7249">
                  <c:v>49619</c:v>
                </c:pt>
                <c:pt idx="7250">
                  <c:v>49620</c:v>
                </c:pt>
                <c:pt idx="7251">
                  <c:v>49621</c:v>
                </c:pt>
                <c:pt idx="7252">
                  <c:v>49622</c:v>
                </c:pt>
                <c:pt idx="7253">
                  <c:v>49623</c:v>
                </c:pt>
                <c:pt idx="7254">
                  <c:v>49624</c:v>
                </c:pt>
                <c:pt idx="7255">
                  <c:v>49625</c:v>
                </c:pt>
                <c:pt idx="7256">
                  <c:v>49626</c:v>
                </c:pt>
                <c:pt idx="7257">
                  <c:v>49627</c:v>
                </c:pt>
                <c:pt idx="7258">
                  <c:v>49628</c:v>
                </c:pt>
                <c:pt idx="7259">
                  <c:v>49629</c:v>
                </c:pt>
                <c:pt idx="7260">
                  <c:v>49630</c:v>
                </c:pt>
                <c:pt idx="7261">
                  <c:v>49631</c:v>
                </c:pt>
                <c:pt idx="7262">
                  <c:v>49632</c:v>
                </c:pt>
                <c:pt idx="7263">
                  <c:v>49633</c:v>
                </c:pt>
                <c:pt idx="7264">
                  <c:v>49634</c:v>
                </c:pt>
                <c:pt idx="7265">
                  <c:v>49635</c:v>
                </c:pt>
                <c:pt idx="7266">
                  <c:v>49636</c:v>
                </c:pt>
                <c:pt idx="7267">
                  <c:v>49637</c:v>
                </c:pt>
                <c:pt idx="7268">
                  <c:v>49638</c:v>
                </c:pt>
                <c:pt idx="7269">
                  <c:v>49639</c:v>
                </c:pt>
                <c:pt idx="7270">
                  <c:v>49640</c:v>
                </c:pt>
                <c:pt idx="7271">
                  <c:v>49641</c:v>
                </c:pt>
                <c:pt idx="7272">
                  <c:v>49642</c:v>
                </c:pt>
                <c:pt idx="7273">
                  <c:v>49643</c:v>
                </c:pt>
                <c:pt idx="7274">
                  <c:v>49644</c:v>
                </c:pt>
                <c:pt idx="7275">
                  <c:v>49645</c:v>
                </c:pt>
                <c:pt idx="7276">
                  <c:v>49646</c:v>
                </c:pt>
                <c:pt idx="7277">
                  <c:v>49647</c:v>
                </c:pt>
                <c:pt idx="7278">
                  <c:v>49648</c:v>
                </c:pt>
                <c:pt idx="7279">
                  <c:v>49649</c:v>
                </c:pt>
                <c:pt idx="7280">
                  <c:v>49650</c:v>
                </c:pt>
                <c:pt idx="7281">
                  <c:v>49651</c:v>
                </c:pt>
                <c:pt idx="7282">
                  <c:v>49652</c:v>
                </c:pt>
                <c:pt idx="7283">
                  <c:v>49653</c:v>
                </c:pt>
                <c:pt idx="7284">
                  <c:v>49654</c:v>
                </c:pt>
                <c:pt idx="7285">
                  <c:v>49655</c:v>
                </c:pt>
                <c:pt idx="7286">
                  <c:v>49656</c:v>
                </c:pt>
                <c:pt idx="7287">
                  <c:v>49657</c:v>
                </c:pt>
                <c:pt idx="7288">
                  <c:v>49658</c:v>
                </c:pt>
                <c:pt idx="7289">
                  <c:v>49659</c:v>
                </c:pt>
                <c:pt idx="7290">
                  <c:v>49660</c:v>
                </c:pt>
                <c:pt idx="7291">
                  <c:v>49661</c:v>
                </c:pt>
                <c:pt idx="7292">
                  <c:v>49662</c:v>
                </c:pt>
                <c:pt idx="7293">
                  <c:v>49663</c:v>
                </c:pt>
                <c:pt idx="7294">
                  <c:v>49664</c:v>
                </c:pt>
                <c:pt idx="7295">
                  <c:v>49665</c:v>
                </c:pt>
                <c:pt idx="7296">
                  <c:v>49666</c:v>
                </c:pt>
                <c:pt idx="7297">
                  <c:v>49667</c:v>
                </c:pt>
                <c:pt idx="7298">
                  <c:v>49668</c:v>
                </c:pt>
                <c:pt idx="7299">
                  <c:v>49669</c:v>
                </c:pt>
                <c:pt idx="7300">
                  <c:v>49670</c:v>
                </c:pt>
                <c:pt idx="7301">
                  <c:v>49671</c:v>
                </c:pt>
                <c:pt idx="7302">
                  <c:v>49672</c:v>
                </c:pt>
                <c:pt idx="7303">
                  <c:v>49673</c:v>
                </c:pt>
                <c:pt idx="7304">
                  <c:v>49674</c:v>
                </c:pt>
                <c:pt idx="7305">
                  <c:v>49675</c:v>
                </c:pt>
                <c:pt idx="7306">
                  <c:v>49676</c:v>
                </c:pt>
                <c:pt idx="7307">
                  <c:v>49677</c:v>
                </c:pt>
                <c:pt idx="7308">
                  <c:v>49678</c:v>
                </c:pt>
                <c:pt idx="7309">
                  <c:v>49679</c:v>
                </c:pt>
                <c:pt idx="7310">
                  <c:v>49680</c:v>
                </c:pt>
                <c:pt idx="7311">
                  <c:v>49681</c:v>
                </c:pt>
                <c:pt idx="7312">
                  <c:v>49682</c:v>
                </c:pt>
                <c:pt idx="7313">
                  <c:v>49683</c:v>
                </c:pt>
                <c:pt idx="7314">
                  <c:v>49684</c:v>
                </c:pt>
                <c:pt idx="7315">
                  <c:v>49685</c:v>
                </c:pt>
                <c:pt idx="7316">
                  <c:v>49686</c:v>
                </c:pt>
                <c:pt idx="7317">
                  <c:v>49687</c:v>
                </c:pt>
                <c:pt idx="7318">
                  <c:v>49688</c:v>
                </c:pt>
                <c:pt idx="7319">
                  <c:v>49689</c:v>
                </c:pt>
                <c:pt idx="7320">
                  <c:v>49690</c:v>
                </c:pt>
                <c:pt idx="7321">
                  <c:v>49691</c:v>
                </c:pt>
                <c:pt idx="7322">
                  <c:v>49692</c:v>
                </c:pt>
                <c:pt idx="7323">
                  <c:v>49693</c:v>
                </c:pt>
                <c:pt idx="7324">
                  <c:v>49694</c:v>
                </c:pt>
                <c:pt idx="7325">
                  <c:v>49695</c:v>
                </c:pt>
                <c:pt idx="7326">
                  <c:v>49696</c:v>
                </c:pt>
                <c:pt idx="7327">
                  <c:v>49697</c:v>
                </c:pt>
                <c:pt idx="7328">
                  <c:v>49698</c:v>
                </c:pt>
                <c:pt idx="7329">
                  <c:v>49699</c:v>
                </c:pt>
                <c:pt idx="7330">
                  <c:v>49700</c:v>
                </c:pt>
                <c:pt idx="7331">
                  <c:v>49701</c:v>
                </c:pt>
                <c:pt idx="7332">
                  <c:v>49702</c:v>
                </c:pt>
                <c:pt idx="7333">
                  <c:v>49703</c:v>
                </c:pt>
                <c:pt idx="7334">
                  <c:v>49704</c:v>
                </c:pt>
                <c:pt idx="7335">
                  <c:v>49705</c:v>
                </c:pt>
                <c:pt idx="7336">
                  <c:v>49706</c:v>
                </c:pt>
                <c:pt idx="7337">
                  <c:v>49707</c:v>
                </c:pt>
                <c:pt idx="7338">
                  <c:v>49708</c:v>
                </c:pt>
                <c:pt idx="7339">
                  <c:v>49709</c:v>
                </c:pt>
                <c:pt idx="7340">
                  <c:v>49710</c:v>
                </c:pt>
                <c:pt idx="7341">
                  <c:v>49711</c:v>
                </c:pt>
                <c:pt idx="7342">
                  <c:v>49712</c:v>
                </c:pt>
                <c:pt idx="7343">
                  <c:v>49713</c:v>
                </c:pt>
                <c:pt idx="7344">
                  <c:v>49714</c:v>
                </c:pt>
                <c:pt idx="7345">
                  <c:v>49715</c:v>
                </c:pt>
                <c:pt idx="7346">
                  <c:v>49716</c:v>
                </c:pt>
                <c:pt idx="7347">
                  <c:v>49717</c:v>
                </c:pt>
                <c:pt idx="7348">
                  <c:v>49718</c:v>
                </c:pt>
                <c:pt idx="7349">
                  <c:v>49719</c:v>
                </c:pt>
                <c:pt idx="7350">
                  <c:v>49720</c:v>
                </c:pt>
                <c:pt idx="7351">
                  <c:v>49721</c:v>
                </c:pt>
                <c:pt idx="7352">
                  <c:v>49722</c:v>
                </c:pt>
                <c:pt idx="7353">
                  <c:v>49723</c:v>
                </c:pt>
                <c:pt idx="7354">
                  <c:v>49724</c:v>
                </c:pt>
                <c:pt idx="7355">
                  <c:v>49725</c:v>
                </c:pt>
                <c:pt idx="7356">
                  <c:v>49726</c:v>
                </c:pt>
                <c:pt idx="7357">
                  <c:v>49727</c:v>
                </c:pt>
                <c:pt idx="7358">
                  <c:v>49728</c:v>
                </c:pt>
                <c:pt idx="7359">
                  <c:v>49729</c:v>
                </c:pt>
                <c:pt idx="7360">
                  <c:v>49730</c:v>
                </c:pt>
                <c:pt idx="7361">
                  <c:v>49731</c:v>
                </c:pt>
                <c:pt idx="7362">
                  <c:v>49732</c:v>
                </c:pt>
                <c:pt idx="7363">
                  <c:v>49733</c:v>
                </c:pt>
                <c:pt idx="7364">
                  <c:v>49734</c:v>
                </c:pt>
                <c:pt idx="7365">
                  <c:v>49735</c:v>
                </c:pt>
                <c:pt idx="7366">
                  <c:v>49736</c:v>
                </c:pt>
                <c:pt idx="7367">
                  <c:v>49737</c:v>
                </c:pt>
                <c:pt idx="7368">
                  <c:v>49738</c:v>
                </c:pt>
                <c:pt idx="7369">
                  <c:v>49739</c:v>
                </c:pt>
                <c:pt idx="7370">
                  <c:v>49740</c:v>
                </c:pt>
                <c:pt idx="7371">
                  <c:v>49741</c:v>
                </c:pt>
                <c:pt idx="7372">
                  <c:v>49742</c:v>
                </c:pt>
                <c:pt idx="7373">
                  <c:v>49743</c:v>
                </c:pt>
                <c:pt idx="7374">
                  <c:v>49744</c:v>
                </c:pt>
                <c:pt idx="7375">
                  <c:v>49745</c:v>
                </c:pt>
                <c:pt idx="7376">
                  <c:v>49746</c:v>
                </c:pt>
                <c:pt idx="7377">
                  <c:v>49747</c:v>
                </c:pt>
                <c:pt idx="7378">
                  <c:v>49748</c:v>
                </c:pt>
                <c:pt idx="7379">
                  <c:v>49749</c:v>
                </c:pt>
                <c:pt idx="7380">
                  <c:v>49750</c:v>
                </c:pt>
                <c:pt idx="7381">
                  <c:v>49751</c:v>
                </c:pt>
                <c:pt idx="7382">
                  <c:v>49752</c:v>
                </c:pt>
                <c:pt idx="7383">
                  <c:v>49753</c:v>
                </c:pt>
                <c:pt idx="7384">
                  <c:v>49754</c:v>
                </c:pt>
                <c:pt idx="7385">
                  <c:v>49755</c:v>
                </c:pt>
                <c:pt idx="7386">
                  <c:v>49756</c:v>
                </c:pt>
                <c:pt idx="7387">
                  <c:v>49757</c:v>
                </c:pt>
                <c:pt idx="7388">
                  <c:v>49758</c:v>
                </c:pt>
                <c:pt idx="7389">
                  <c:v>49759</c:v>
                </c:pt>
                <c:pt idx="7390">
                  <c:v>49760</c:v>
                </c:pt>
                <c:pt idx="7391">
                  <c:v>49761</c:v>
                </c:pt>
                <c:pt idx="7392">
                  <c:v>49762</c:v>
                </c:pt>
                <c:pt idx="7393">
                  <c:v>49763</c:v>
                </c:pt>
                <c:pt idx="7394">
                  <c:v>49764</c:v>
                </c:pt>
                <c:pt idx="7395">
                  <c:v>49765</c:v>
                </c:pt>
                <c:pt idx="7396">
                  <c:v>49766</c:v>
                </c:pt>
                <c:pt idx="7397">
                  <c:v>49767</c:v>
                </c:pt>
                <c:pt idx="7398">
                  <c:v>49768</c:v>
                </c:pt>
                <c:pt idx="7399">
                  <c:v>49769</c:v>
                </c:pt>
                <c:pt idx="7400">
                  <c:v>49770</c:v>
                </c:pt>
                <c:pt idx="7401">
                  <c:v>49771</c:v>
                </c:pt>
                <c:pt idx="7402">
                  <c:v>49772</c:v>
                </c:pt>
                <c:pt idx="7403">
                  <c:v>49773</c:v>
                </c:pt>
                <c:pt idx="7404">
                  <c:v>49774</c:v>
                </c:pt>
                <c:pt idx="7405">
                  <c:v>49775</c:v>
                </c:pt>
                <c:pt idx="7406">
                  <c:v>49776</c:v>
                </c:pt>
                <c:pt idx="7407">
                  <c:v>49777</c:v>
                </c:pt>
                <c:pt idx="7408">
                  <c:v>49778</c:v>
                </c:pt>
                <c:pt idx="7409">
                  <c:v>49779</c:v>
                </c:pt>
                <c:pt idx="7410">
                  <c:v>49780</c:v>
                </c:pt>
                <c:pt idx="7411">
                  <c:v>49781</c:v>
                </c:pt>
                <c:pt idx="7412">
                  <c:v>49782</c:v>
                </c:pt>
                <c:pt idx="7413">
                  <c:v>49783</c:v>
                </c:pt>
                <c:pt idx="7414">
                  <c:v>49784</c:v>
                </c:pt>
                <c:pt idx="7415">
                  <c:v>49785</c:v>
                </c:pt>
                <c:pt idx="7416">
                  <c:v>49786</c:v>
                </c:pt>
                <c:pt idx="7417">
                  <c:v>49787</c:v>
                </c:pt>
                <c:pt idx="7418">
                  <c:v>49788</c:v>
                </c:pt>
                <c:pt idx="7419">
                  <c:v>49789</c:v>
                </c:pt>
                <c:pt idx="7420">
                  <c:v>49790</c:v>
                </c:pt>
                <c:pt idx="7421">
                  <c:v>49791</c:v>
                </c:pt>
                <c:pt idx="7422">
                  <c:v>49792</c:v>
                </c:pt>
                <c:pt idx="7423">
                  <c:v>49793</c:v>
                </c:pt>
                <c:pt idx="7424">
                  <c:v>49794</c:v>
                </c:pt>
                <c:pt idx="7425">
                  <c:v>49795</c:v>
                </c:pt>
                <c:pt idx="7426">
                  <c:v>49796</c:v>
                </c:pt>
                <c:pt idx="7427">
                  <c:v>49797</c:v>
                </c:pt>
                <c:pt idx="7428">
                  <c:v>49798</c:v>
                </c:pt>
                <c:pt idx="7429">
                  <c:v>49799</c:v>
                </c:pt>
                <c:pt idx="7430">
                  <c:v>49800</c:v>
                </c:pt>
                <c:pt idx="7431">
                  <c:v>49801</c:v>
                </c:pt>
                <c:pt idx="7432">
                  <c:v>49802</c:v>
                </c:pt>
                <c:pt idx="7433">
                  <c:v>49803</c:v>
                </c:pt>
                <c:pt idx="7434">
                  <c:v>49804</c:v>
                </c:pt>
                <c:pt idx="7435">
                  <c:v>49805</c:v>
                </c:pt>
                <c:pt idx="7436">
                  <c:v>49806</c:v>
                </c:pt>
                <c:pt idx="7437">
                  <c:v>49807</c:v>
                </c:pt>
                <c:pt idx="7438">
                  <c:v>49808</c:v>
                </c:pt>
                <c:pt idx="7439">
                  <c:v>49809</c:v>
                </c:pt>
                <c:pt idx="7440">
                  <c:v>49810</c:v>
                </c:pt>
                <c:pt idx="7441">
                  <c:v>49811</c:v>
                </c:pt>
                <c:pt idx="7442">
                  <c:v>49812</c:v>
                </c:pt>
                <c:pt idx="7443">
                  <c:v>49813</c:v>
                </c:pt>
                <c:pt idx="7444">
                  <c:v>49814</c:v>
                </c:pt>
                <c:pt idx="7445">
                  <c:v>49815</c:v>
                </c:pt>
                <c:pt idx="7446">
                  <c:v>49816</c:v>
                </c:pt>
                <c:pt idx="7447">
                  <c:v>49817</c:v>
                </c:pt>
                <c:pt idx="7448">
                  <c:v>49818</c:v>
                </c:pt>
                <c:pt idx="7449">
                  <c:v>49819</c:v>
                </c:pt>
                <c:pt idx="7450">
                  <c:v>49820</c:v>
                </c:pt>
                <c:pt idx="7451">
                  <c:v>49821</c:v>
                </c:pt>
                <c:pt idx="7452">
                  <c:v>49822</c:v>
                </c:pt>
                <c:pt idx="7453">
                  <c:v>49823</c:v>
                </c:pt>
                <c:pt idx="7454">
                  <c:v>49824</c:v>
                </c:pt>
                <c:pt idx="7455">
                  <c:v>49825</c:v>
                </c:pt>
                <c:pt idx="7456">
                  <c:v>49826</c:v>
                </c:pt>
                <c:pt idx="7457">
                  <c:v>49827</c:v>
                </c:pt>
                <c:pt idx="7458">
                  <c:v>49828</c:v>
                </c:pt>
                <c:pt idx="7459">
                  <c:v>49829</c:v>
                </c:pt>
                <c:pt idx="7460">
                  <c:v>49830</c:v>
                </c:pt>
                <c:pt idx="7461">
                  <c:v>49831</c:v>
                </c:pt>
                <c:pt idx="7462">
                  <c:v>49832</c:v>
                </c:pt>
                <c:pt idx="7463">
                  <c:v>49833</c:v>
                </c:pt>
                <c:pt idx="7464">
                  <c:v>49834</c:v>
                </c:pt>
                <c:pt idx="7465">
                  <c:v>49835</c:v>
                </c:pt>
                <c:pt idx="7466">
                  <c:v>49836</c:v>
                </c:pt>
                <c:pt idx="7467">
                  <c:v>49837</c:v>
                </c:pt>
                <c:pt idx="7468">
                  <c:v>49838</c:v>
                </c:pt>
                <c:pt idx="7469">
                  <c:v>49839</c:v>
                </c:pt>
                <c:pt idx="7470">
                  <c:v>49840</c:v>
                </c:pt>
                <c:pt idx="7471">
                  <c:v>49841</c:v>
                </c:pt>
                <c:pt idx="7472">
                  <c:v>49842</c:v>
                </c:pt>
                <c:pt idx="7473">
                  <c:v>49843</c:v>
                </c:pt>
                <c:pt idx="7474">
                  <c:v>49844</c:v>
                </c:pt>
                <c:pt idx="7475">
                  <c:v>49845</c:v>
                </c:pt>
                <c:pt idx="7476">
                  <c:v>49846</c:v>
                </c:pt>
                <c:pt idx="7477">
                  <c:v>49847</c:v>
                </c:pt>
                <c:pt idx="7478">
                  <c:v>49848</c:v>
                </c:pt>
                <c:pt idx="7479">
                  <c:v>49849</c:v>
                </c:pt>
                <c:pt idx="7480">
                  <c:v>49850</c:v>
                </c:pt>
                <c:pt idx="7481">
                  <c:v>49851</c:v>
                </c:pt>
                <c:pt idx="7482">
                  <c:v>49852</c:v>
                </c:pt>
                <c:pt idx="7483">
                  <c:v>49853</c:v>
                </c:pt>
                <c:pt idx="7484">
                  <c:v>49854</c:v>
                </c:pt>
                <c:pt idx="7485">
                  <c:v>49855</c:v>
                </c:pt>
                <c:pt idx="7486">
                  <c:v>49856</c:v>
                </c:pt>
                <c:pt idx="7487">
                  <c:v>49857</c:v>
                </c:pt>
                <c:pt idx="7488">
                  <c:v>49858</c:v>
                </c:pt>
                <c:pt idx="7489">
                  <c:v>49859</c:v>
                </c:pt>
                <c:pt idx="7490">
                  <c:v>49860</c:v>
                </c:pt>
                <c:pt idx="7491">
                  <c:v>49861</c:v>
                </c:pt>
                <c:pt idx="7492">
                  <c:v>49862</c:v>
                </c:pt>
                <c:pt idx="7493">
                  <c:v>49863</c:v>
                </c:pt>
                <c:pt idx="7494">
                  <c:v>49864</c:v>
                </c:pt>
                <c:pt idx="7495">
                  <c:v>49865</c:v>
                </c:pt>
                <c:pt idx="7496">
                  <c:v>49866</c:v>
                </c:pt>
                <c:pt idx="7497">
                  <c:v>49867</c:v>
                </c:pt>
                <c:pt idx="7498">
                  <c:v>49868</c:v>
                </c:pt>
                <c:pt idx="7499">
                  <c:v>49869</c:v>
                </c:pt>
                <c:pt idx="7500">
                  <c:v>49870</c:v>
                </c:pt>
                <c:pt idx="7501">
                  <c:v>49871</c:v>
                </c:pt>
                <c:pt idx="7502">
                  <c:v>49872</c:v>
                </c:pt>
                <c:pt idx="7503">
                  <c:v>49873</c:v>
                </c:pt>
                <c:pt idx="7504">
                  <c:v>49874</c:v>
                </c:pt>
                <c:pt idx="7505">
                  <c:v>49875</c:v>
                </c:pt>
                <c:pt idx="7506">
                  <c:v>49876</c:v>
                </c:pt>
                <c:pt idx="7507">
                  <c:v>49877</c:v>
                </c:pt>
                <c:pt idx="7508">
                  <c:v>49878</c:v>
                </c:pt>
                <c:pt idx="7509">
                  <c:v>49879</c:v>
                </c:pt>
                <c:pt idx="7510">
                  <c:v>49880</c:v>
                </c:pt>
                <c:pt idx="7511">
                  <c:v>49881</c:v>
                </c:pt>
                <c:pt idx="7512">
                  <c:v>49882</c:v>
                </c:pt>
                <c:pt idx="7513">
                  <c:v>49883</c:v>
                </c:pt>
                <c:pt idx="7514">
                  <c:v>49884</c:v>
                </c:pt>
                <c:pt idx="7515">
                  <c:v>49885</c:v>
                </c:pt>
                <c:pt idx="7516">
                  <c:v>49886</c:v>
                </c:pt>
                <c:pt idx="7517">
                  <c:v>49887</c:v>
                </c:pt>
                <c:pt idx="7518">
                  <c:v>49888</c:v>
                </c:pt>
                <c:pt idx="7519">
                  <c:v>49889</c:v>
                </c:pt>
                <c:pt idx="7520">
                  <c:v>49890</c:v>
                </c:pt>
                <c:pt idx="7521">
                  <c:v>49891</c:v>
                </c:pt>
                <c:pt idx="7522">
                  <c:v>49892</c:v>
                </c:pt>
                <c:pt idx="7523">
                  <c:v>49893</c:v>
                </c:pt>
                <c:pt idx="7524">
                  <c:v>49894</c:v>
                </c:pt>
                <c:pt idx="7525">
                  <c:v>49895</c:v>
                </c:pt>
                <c:pt idx="7526">
                  <c:v>49896</c:v>
                </c:pt>
                <c:pt idx="7527">
                  <c:v>49897</c:v>
                </c:pt>
                <c:pt idx="7528">
                  <c:v>49898</c:v>
                </c:pt>
                <c:pt idx="7529">
                  <c:v>49899</c:v>
                </c:pt>
                <c:pt idx="7530">
                  <c:v>49900</c:v>
                </c:pt>
                <c:pt idx="7531">
                  <c:v>49901</c:v>
                </c:pt>
                <c:pt idx="7532">
                  <c:v>49902</c:v>
                </c:pt>
                <c:pt idx="7533">
                  <c:v>49903</c:v>
                </c:pt>
                <c:pt idx="7534">
                  <c:v>49904</c:v>
                </c:pt>
                <c:pt idx="7535">
                  <c:v>49905</c:v>
                </c:pt>
                <c:pt idx="7536">
                  <c:v>49906</c:v>
                </c:pt>
                <c:pt idx="7537">
                  <c:v>49907</c:v>
                </c:pt>
                <c:pt idx="7538">
                  <c:v>49908</c:v>
                </c:pt>
                <c:pt idx="7539">
                  <c:v>49909</c:v>
                </c:pt>
                <c:pt idx="7540">
                  <c:v>49910</c:v>
                </c:pt>
                <c:pt idx="7541">
                  <c:v>49911</c:v>
                </c:pt>
                <c:pt idx="7542">
                  <c:v>49912</c:v>
                </c:pt>
                <c:pt idx="7543">
                  <c:v>49913</c:v>
                </c:pt>
                <c:pt idx="7544">
                  <c:v>49914</c:v>
                </c:pt>
                <c:pt idx="7545">
                  <c:v>49915</c:v>
                </c:pt>
                <c:pt idx="7546">
                  <c:v>49916</c:v>
                </c:pt>
                <c:pt idx="7547">
                  <c:v>49917</c:v>
                </c:pt>
                <c:pt idx="7548">
                  <c:v>49918</c:v>
                </c:pt>
                <c:pt idx="7549">
                  <c:v>49919</c:v>
                </c:pt>
                <c:pt idx="7550">
                  <c:v>49920</c:v>
                </c:pt>
                <c:pt idx="7551">
                  <c:v>49921</c:v>
                </c:pt>
                <c:pt idx="7552">
                  <c:v>49922</c:v>
                </c:pt>
                <c:pt idx="7553">
                  <c:v>49923</c:v>
                </c:pt>
                <c:pt idx="7554">
                  <c:v>49924</c:v>
                </c:pt>
                <c:pt idx="7555">
                  <c:v>49925</c:v>
                </c:pt>
                <c:pt idx="7556">
                  <c:v>49926</c:v>
                </c:pt>
                <c:pt idx="7557">
                  <c:v>49927</c:v>
                </c:pt>
                <c:pt idx="7558">
                  <c:v>49928</c:v>
                </c:pt>
                <c:pt idx="7559">
                  <c:v>49929</c:v>
                </c:pt>
                <c:pt idx="7560">
                  <c:v>49930</c:v>
                </c:pt>
                <c:pt idx="7561">
                  <c:v>49931</c:v>
                </c:pt>
                <c:pt idx="7562">
                  <c:v>49932</c:v>
                </c:pt>
                <c:pt idx="7563">
                  <c:v>49933</c:v>
                </c:pt>
                <c:pt idx="7564">
                  <c:v>49934</c:v>
                </c:pt>
                <c:pt idx="7565">
                  <c:v>49935</c:v>
                </c:pt>
                <c:pt idx="7566">
                  <c:v>49936</c:v>
                </c:pt>
                <c:pt idx="7567">
                  <c:v>49937</c:v>
                </c:pt>
                <c:pt idx="7568">
                  <c:v>49938</c:v>
                </c:pt>
                <c:pt idx="7569">
                  <c:v>49939</c:v>
                </c:pt>
                <c:pt idx="7570">
                  <c:v>49940</c:v>
                </c:pt>
                <c:pt idx="7571">
                  <c:v>49941</c:v>
                </c:pt>
                <c:pt idx="7572">
                  <c:v>49942</c:v>
                </c:pt>
                <c:pt idx="7573">
                  <c:v>49943</c:v>
                </c:pt>
                <c:pt idx="7574">
                  <c:v>49944</c:v>
                </c:pt>
                <c:pt idx="7575">
                  <c:v>49945</c:v>
                </c:pt>
                <c:pt idx="7576">
                  <c:v>49946</c:v>
                </c:pt>
                <c:pt idx="7577">
                  <c:v>49947</c:v>
                </c:pt>
                <c:pt idx="7578">
                  <c:v>49948</c:v>
                </c:pt>
                <c:pt idx="7579">
                  <c:v>49949</c:v>
                </c:pt>
                <c:pt idx="7580">
                  <c:v>49950</c:v>
                </c:pt>
                <c:pt idx="7581">
                  <c:v>49951</c:v>
                </c:pt>
                <c:pt idx="7582">
                  <c:v>49952</c:v>
                </c:pt>
                <c:pt idx="7583">
                  <c:v>49953</c:v>
                </c:pt>
                <c:pt idx="7584">
                  <c:v>49954</c:v>
                </c:pt>
                <c:pt idx="7585">
                  <c:v>49955</c:v>
                </c:pt>
                <c:pt idx="7586">
                  <c:v>49956</c:v>
                </c:pt>
                <c:pt idx="7587">
                  <c:v>49957</c:v>
                </c:pt>
                <c:pt idx="7588">
                  <c:v>49958</c:v>
                </c:pt>
                <c:pt idx="7589">
                  <c:v>49959</c:v>
                </c:pt>
                <c:pt idx="7590">
                  <c:v>49960</c:v>
                </c:pt>
                <c:pt idx="7591">
                  <c:v>49961</c:v>
                </c:pt>
                <c:pt idx="7592">
                  <c:v>49962</c:v>
                </c:pt>
                <c:pt idx="7593">
                  <c:v>49963</c:v>
                </c:pt>
                <c:pt idx="7594">
                  <c:v>49964</c:v>
                </c:pt>
                <c:pt idx="7595">
                  <c:v>49965</c:v>
                </c:pt>
                <c:pt idx="7596">
                  <c:v>49966</c:v>
                </c:pt>
                <c:pt idx="7597">
                  <c:v>49967</c:v>
                </c:pt>
                <c:pt idx="7598">
                  <c:v>49968</c:v>
                </c:pt>
                <c:pt idx="7599">
                  <c:v>49969</c:v>
                </c:pt>
                <c:pt idx="7600">
                  <c:v>49970</c:v>
                </c:pt>
                <c:pt idx="7601">
                  <c:v>49971</c:v>
                </c:pt>
                <c:pt idx="7602">
                  <c:v>49972</c:v>
                </c:pt>
                <c:pt idx="7603">
                  <c:v>49973</c:v>
                </c:pt>
                <c:pt idx="7604">
                  <c:v>49974</c:v>
                </c:pt>
                <c:pt idx="7605">
                  <c:v>49975</c:v>
                </c:pt>
                <c:pt idx="7606">
                  <c:v>49976</c:v>
                </c:pt>
                <c:pt idx="7607">
                  <c:v>49977</c:v>
                </c:pt>
                <c:pt idx="7608">
                  <c:v>49978</c:v>
                </c:pt>
                <c:pt idx="7609">
                  <c:v>49979</c:v>
                </c:pt>
                <c:pt idx="7610">
                  <c:v>49980</c:v>
                </c:pt>
                <c:pt idx="7611">
                  <c:v>49981</c:v>
                </c:pt>
                <c:pt idx="7612">
                  <c:v>49982</c:v>
                </c:pt>
                <c:pt idx="7613">
                  <c:v>49983</c:v>
                </c:pt>
                <c:pt idx="7614">
                  <c:v>49984</c:v>
                </c:pt>
                <c:pt idx="7615">
                  <c:v>49985</c:v>
                </c:pt>
                <c:pt idx="7616">
                  <c:v>49986</c:v>
                </c:pt>
                <c:pt idx="7617">
                  <c:v>49987</c:v>
                </c:pt>
                <c:pt idx="7618">
                  <c:v>49988</c:v>
                </c:pt>
                <c:pt idx="7619">
                  <c:v>49989</c:v>
                </c:pt>
                <c:pt idx="7620">
                  <c:v>49990</c:v>
                </c:pt>
                <c:pt idx="7621">
                  <c:v>49991</c:v>
                </c:pt>
                <c:pt idx="7622">
                  <c:v>49992</c:v>
                </c:pt>
                <c:pt idx="7623">
                  <c:v>49993</c:v>
                </c:pt>
                <c:pt idx="7624">
                  <c:v>49994</c:v>
                </c:pt>
                <c:pt idx="7625">
                  <c:v>49995</c:v>
                </c:pt>
                <c:pt idx="7626">
                  <c:v>49996</c:v>
                </c:pt>
                <c:pt idx="7627">
                  <c:v>49997</c:v>
                </c:pt>
                <c:pt idx="7628">
                  <c:v>49998</c:v>
                </c:pt>
                <c:pt idx="7629">
                  <c:v>49999</c:v>
                </c:pt>
                <c:pt idx="7630">
                  <c:v>50000</c:v>
                </c:pt>
                <c:pt idx="7631">
                  <c:v>50001</c:v>
                </c:pt>
                <c:pt idx="7632">
                  <c:v>50002</c:v>
                </c:pt>
                <c:pt idx="7633">
                  <c:v>50003</c:v>
                </c:pt>
                <c:pt idx="7634">
                  <c:v>50004</c:v>
                </c:pt>
                <c:pt idx="7635">
                  <c:v>50005</c:v>
                </c:pt>
                <c:pt idx="7636">
                  <c:v>50006</c:v>
                </c:pt>
                <c:pt idx="7637">
                  <c:v>50007</c:v>
                </c:pt>
                <c:pt idx="7638">
                  <c:v>50008</c:v>
                </c:pt>
                <c:pt idx="7639">
                  <c:v>50009</c:v>
                </c:pt>
                <c:pt idx="7640">
                  <c:v>50010</c:v>
                </c:pt>
                <c:pt idx="7641">
                  <c:v>50011</c:v>
                </c:pt>
                <c:pt idx="7642">
                  <c:v>50012</c:v>
                </c:pt>
                <c:pt idx="7643">
                  <c:v>50013</c:v>
                </c:pt>
                <c:pt idx="7644">
                  <c:v>50014</c:v>
                </c:pt>
                <c:pt idx="7645">
                  <c:v>50015</c:v>
                </c:pt>
                <c:pt idx="7646">
                  <c:v>50016</c:v>
                </c:pt>
                <c:pt idx="7647">
                  <c:v>50017</c:v>
                </c:pt>
                <c:pt idx="7648">
                  <c:v>50018</c:v>
                </c:pt>
                <c:pt idx="7649">
                  <c:v>50019</c:v>
                </c:pt>
                <c:pt idx="7650">
                  <c:v>50020</c:v>
                </c:pt>
                <c:pt idx="7651">
                  <c:v>50021</c:v>
                </c:pt>
                <c:pt idx="7652">
                  <c:v>50022</c:v>
                </c:pt>
                <c:pt idx="7653">
                  <c:v>50023</c:v>
                </c:pt>
                <c:pt idx="7654">
                  <c:v>50024</c:v>
                </c:pt>
                <c:pt idx="7655">
                  <c:v>50025</c:v>
                </c:pt>
                <c:pt idx="7656">
                  <c:v>50026</c:v>
                </c:pt>
                <c:pt idx="7657">
                  <c:v>50027</c:v>
                </c:pt>
                <c:pt idx="7658">
                  <c:v>50028</c:v>
                </c:pt>
                <c:pt idx="7659">
                  <c:v>50029</c:v>
                </c:pt>
                <c:pt idx="7660">
                  <c:v>50030</c:v>
                </c:pt>
                <c:pt idx="7661">
                  <c:v>50031</c:v>
                </c:pt>
                <c:pt idx="7662">
                  <c:v>50032</c:v>
                </c:pt>
                <c:pt idx="7663">
                  <c:v>50033</c:v>
                </c:pt>
                <c:pt idx="7664">
                  <c:v>50034</c:v>
                </c:pt>
                <c:pt idx="7665">
                  <c:v>50035</c:v>
                </c:pt>
                <c:pt idx="7666">
                  <c:v>50036</c:v>
                </c:pt>
                <c:pt idx="7667">
                  <c:v>50037</c:v>
                </c:pt>
                <c:pt idx="7668">
                  <c:v>50038</c:v>
                </c:pt>
                <c:pt idx="7669">
                  <c:v>50039</c:v>
                </c:pt>
                <c:pt idx="7670">
                  <c:v>50040</c:v>
                </c:pt>
                <c:pt idx="7671">
                  <c:v>50041</c:v>
                </c:pt>
                <c:pt idx="7672">
                  <c:v>50042</c:v>
                </c:pt>
                <c:pt idx="7673">
                  <c:v>50043</c:v>
                </c:pt>
                <c:pt idx="7674">
                  <c:v>50044</c:v>
                </c:pt>
                <c:pt idx="7675">
                  <c:v>50045</c:v>
                </c:pt>
                <c:pt idx="7676">
                  <c:v>50046</c:v>
                </c:pt>
                <c:pt idx="7677">
                  <c:v>50047</c:v>
                </c:pt>
                <c:pt idx="7678">
                  <c:v>50048</c:v>
                </c:pt>
                <c:pt idx="7679">
                  <c:v>50049</c:v>
                </c:pt>
                <c:pt idx="7680">
                  <c:v>50050</c:v>
                </c:pt>
                <c:pt idx="7681">
                  <c:v>50051</c:v>
                </c:pt>
                <c:pt idx="7682">
                  <c:v>50052</c:v>
                </c:pt>
                <c:pt idx="7683">
                  <c:v>50053</c:v>
                </c:pt>
                <c:pt idx="7684">
                  <c:v>50054</c:v>
                </c:pt>
                <c:pt idx="7685">
                  <c:v>50055</c:v>
                </c:pt>
                <c:pt idx="7686">
                  <c:v>50056</c:v>
                </c:pt>
                <c:pt idx="7687">
                  <c:v>50057</c:v>
                </c:pt>
                <c:pt idx="7688">
                  <c:v>50058</c:v>
                </c:pt>
                <c:pt idx="7689">
                  <c:v>50059</c:v>
                </c:pt>
                <c:pt idx="7690">
                  <c:v>50060</c:v>
                </c:pt>
                <c:pt idx="7691">
                  <c:v>50061</c:v>
                </c:pt>
                <c:pt idx="7692">
                  <c:v>50062</c:v>
                </c:pt>
                <c:pt idx="7693">
                  <c:v>50063</c:v>
                </c:pt>
                <c:pt idx="7694">
                  <c:v>50064</c:v>
                </c:pt>
                <c:pt idx="7695">
                  <c:v>50065</c:v>
                </c:pt>
                <c:pt idx="7696">
                  <c:v>50066</c:v>
                </c:pt>
                <c:pt idx="7697">
                  <c:v>50067</c:v>
                </c:pt>
                <c:pt idx="7698">
                  <c:v>50068</c:v>
                </c:pt>
                <c:pt idx="7699">
                  <c:v>50069</c:v>
                </c:pt>
                <c:pt idx="7700">
                  <c:v>50070</c:v>
                </c:pt>
                <c:pt idx="7701">
                  <c:v>50071</c:v>
                </c:pt>
                <c:pt idx="7702">
                  <c:v>50072</c:v>
                </c:pt>
                <c:pt idx="7703">
                  <c:v>50073</c:v>
                </c:pt>
                <c:pt idx="7704">
                  <c:v>50074</c:v>
                </c:pt>
                <c:pt idx="7705">
                  <c:v>50075</c:v>
                </c:pt>
                <c:pt idx="7706">
                  <c:v>50076</c:v>
                </c:pt>
                <c:pt idx="7707">
                  <c:v>50077</c:v>
                </c:pt>
                <c:pt idx="7708">
                  <c:v>50078</c:v>
                </c:pt>
                <c:pt idx="7709">
                  <c:v>50079</c:v>
                </c:pt>
                <c:pt idx="7710">
                  <c:v>50080</c:v>
                </c:pt>
                <c:pt idx="7711">
                  <c:v>50081</c:v>
                </c:pt>
                <c:pt idx="7712">
                  <c:v>50082</c:v>
                </c:pt>
                <c:pt idx="7713">
                  <c:v>50083</c:v>
                </c:pt>
                <c:pt idx="7714">
                  <c:v>50084</c:v>
                </c:pt>
                <c:pt idx="7715">
                  <c:v>50085</c:v>
                </c:pt>
                <c:pt idx="7716">
                  <c:v>50086</c:v>
                </c:pt>
                <c:pt idx="7717">
                  <c:v>50087</c:v>
                </c:pt>
                <c:pt idx="7718">
                  <c:v>50088</c:v>
                </c:pt>
                <c:pt idx="7719">
                  <c:v>50089</c:v>
                </c:pt>
                <c:pt idx="7720">
                  <c:v>50090</c:v>
                </c:pt>
                <c:pt idx="7721">
                  <c:v>50091</c:v>
                </c:pt>
                <c:pt idx="7722">
                  <c:v>50092</c:v>
                </c:pt>
                <c:pt idx="7723">
                  <c:v>50093</c:v>
                </c:pt>
                <c:pt idx="7724">
                  <c:v>50094</c:v>
                </c:pt>
                <c:pt idx="7725">
                  <c:v>50095</c:v>
                </c:pt>
                <c:pt idx="7726">
                  <c:v>50096</c:v>
                </c:pt>
                <c:pt idx="7727">
                  <c:v>50097</c:v>
                </c:pt>
                <c:pt idx="7728">
                  <c:v>50098</c:v>
                </c:pt>
                <c:pt idx="7729">
                  <c:v>50099</c:v>
                </c:pt>
                <c:pt idx="7730">
                  <c:v>50100</c:v>
                </c:pt>
                <c:pt idx="7731">
                  <c:v>50101</c:v>
                </c:pt>
                <c:pt idx="7732">
                  <c:v>50102</c:v>
                </c:pt>
                <c:pt idx="7733">
                  <c:v>50103</c:v>
                </c:pt>
                <c:pt idx="7734">
                  <c:v>50104</c:v>
                </c:pt>
                <c:pt idx="7735">
                  <c:v>50105</c:v>
                </c:pt>
                <c:pt idx="7736">
                  <c:v>50106</c:v>
                </c:pt>
                <c:pt idx="7737">
                  <c:v>50107</c:v>
                </c:pt>
                <c:pt idx="7738">
                  <c:v>50108</c:v>
                </c:pt>
                <c:pt idx="7739">
                  <c:v>50109</c:v>
                </c:pt>
                <c:pt idx="7740">
                  <c:v>50110</c:v>
                </c:pt>
                <c:pt idx="7741">
                  <c:v>50111</c:v>
                </c:pt>
                <c:pt idx="7742">
                  <c:v>50112</c:v>
                </c:pt>
                <c:pt idx="7743">
                  <c:v>50113</c:v>
                </c:pt>
                <c:pt idx="7744">
                  <c:v>50114</c:v>
                </c:pt>
                <c:pt idx="7745">
                  <c:v>50115</c:v>
                </c:pt>
                <c:pt idx="7746">
                  <c:v>50116</c:v>
                </c:pt>
                <c:pt idx="7747">
                  <c:v>50117</c:v>
                </c:pt>
                <c:pt idx="7748">
                  <c:v>50118</c:v>
                </c:pt>
                <c:pt idx="7749">
                  <c:v>50119</c:v>
                </c:pt>
                <c:pt idx="7750">
                  <c:v>50120</c:v>
                </c:pt>
                <c:pt idx="7751">
                  <c:v>50121</c:v>
                </c:pt>
                <c:pt idx="7752">
                  <c:v>50122</c:v>
                </c:pt>
                <c:pt idx="7753">
                  <c:v>50123</c:v>
                </c:pt>
                <c:pt idx="7754">
                  <c:v>50124</c:v>
                </c:pt>
                <c:pt idx="7755">
                  <c:v>50125</c:v>
                </c:pt>
                <c:pt idx="7756">
                  <c:v>50126</c:v>
                </c:pt>
                <c:pt idx="7757">
                  <c:v>50127</c:v>
                </c:pt>
                <c:pt idx="7758">
                  <c:v>50128</c:v>
                </c:pt>
                <c:pt idx="7759">
                  <c:v>50129</c:v>
                </c:pt>
                <c:pt idx="7760">
                  <c:v>50130</c:v>
                </c:pt>
                <c:pt idx="7761">
                  <c:v>50131</c:v>
                </c:pt>
                <c:pt idx="7762">
                  <c:v>50132</c:v>
                </c:pt>
                <c:pt idx="7763">
                  <c:v>50133</c:v>
                </c:pt>
                <c:pt idx="7764">
                  <c:v>50134</c:v>
                </c:pt>
                <c:pt idx="7765">
                  <c:v>50135</c:v>
                </c:pt>
                <c:pt idx="7766">
                  <c:v>50136</c:v>
                </c:pt>
                <c:pt idx="7767">
                  <c:v>50137</c:v>
                </c:pt>
                <c:pt idx="7768">
                  <c:v>50138</c:v>
                </c:pt>
                <c:pt idx="7769">
                  <c:v>50139</c:v>
                </c:pt>
                <c:pt idx="7770">
                  <c:v>50140</c:v>
                </c:pt>
                <c:pt idx="7771">
                  <c:v>50141</c:v>
                </c:pt>
                <c:pt idx="7772">
                  <c:v>50142</c:v>
                </c:pt>
                <c:pt idx="7773">
                  <c:v>50143</c:v>
                </c:pt>
                <c:pt idx="7774">
                  <c:v>50144</c:v>
                </c:pt>
                <c:pt idx="7775">
                  <c:v>50145</c:v>
                </c:pt>
                <c:pt idx="7776">
                  <c:v>50146</c:v>
                </c:pt>
                <c:pt idx="7777">
                  <c:v>50147</c:v>
                </c:pt>
                <c:pt idx="7778">
                  <c:v>50148</c:v>
                </c:pt>
                <c:pt idx="7779">
                  <c:v>50149</c:v>
                </c:pt>
                <c:pt idx="7780">
                  <c:v>50150</c:v>
                </c:pt>
                <c:pt idx="7781">
                  <c:v>50151</c:v>
                </c:pt>
                <c:pt idx="7782">
                  <c:v>50152</c:v>
                </c:pt>
                <c:pt idx="7783">
                  <c:v>50153</c:v>
                </c:pt>
                <c:pt idx="7784">
                  <c:v>50154</c:v>
                </c:pt>
                <c:pt idx="7785">
                  <c:v>50155</c:v>
                </c:pt>
                <c:pt idx="7786">
                  <c:v>50156</c:v>
                </c:pt>
                <c:pt idx="7787">
                  <c:v>50157</c:v>
                </c:pt>
                <c:pt idx="7788">
                  <c:v>50158</c:v>
                </c:pt>
                <c:pt idx="7789">
                  <c:v>50159</c:v>
                </c:pt>
                <c:pt idx="7790">
                  <c:v>50160</c:v>
                </c:pt>
                <c:pt idx="7791">
                  <c:v>50161</c:v>
                </c:pt>
                <c:pt idx="7792">
                  <c:v>50162</c:v>
                </c:pt>
                <c:pt idx="7793">
                  <c:v>50163</c:v>
                </c:pt>
                <c:pt idx="7794">
                  <c:v>50164</c:v>
                </c:pt>
                <c:pt idx="7795">
                  <c:v>50165</c:v>
                </c:pt>
                <c:pt idx="7796">
                  <c:v>50166</c:v>
                </c:pt>
                <c:pt idx="7797">
                  <c:v>50167</c:v>
                </c:pt>
                <c:pt idx="7798">
                  <c:v>50168</c:v>
                </c:pt>
                <c:pt idx="7799">
                  <c:v>50169</c:v>
                </c:pt>
                <c:pt idx="7800">
                  <c:v>50170</c:v>
                </c:pt>
                <c:pt idx="7801">
                  <c:v>50171</c:v>
                </c:pt>
                <c:pt idx="7802">
                  <c:v>50172</c:v>
                </c:pt>
                <c:pt idx="7803">
                  <c:v>50173</c:v>
                </c:pt>
                <c:pt idx="7804">
                  <c:v>50174</c:v>
                </c:pt>
                <c:pt idx="7805">
                  <c:v>50175</c:v>
                </c:pt>
                <c:pt idx="7806">
                  <c:v>50176</c:v>
                </c:pt>
                <c:pt idx="7807">
                  <c:v>50177</c:v>
                </c:pt>
                <c:pt idx="7808">
                  <c:v>50178</c:v>
                </c:pt>
                <c:pt idx="7809">
                  <c:v>50179</c:v>
                </c:pt>
                <c:pt idx="7810">
                  <c:v>50180</c:v>
                </c:pt>
                <c:pt idx="7811">
                  <c:v>50181</c:v>
                </c:pt>
                <c:pt idx="7812">
                  <c:v>50182</c:v>
                </c:pt>
                <c:pt idx="7813">
                  <c:v>50183</c:v>
                </c:pt>
                <c:pt idx="7814">
                  <c:v>50184</c:v>
                </c:pt>
                <c:pt idx="7815">
                  <c:v>50185</c:v>
                </c:pt>
                <c:pt idx="7816">
                  <c:v>50186</c:v>
                </c:pt>
                <c:pt idx="7817">
                  <c:v>50187</c:v>
                </c:pt>
                <c:pt idx="7818">
                  <c:v>50188</c:v>
                </c:pt>
                <c:pt idx="7819">
                  <c:v>50189</c:v>
                </c:pt>
                <c:pt idx="7820">
                  <c:v>50190</c:v>
                </c:pt>
                <c:pt idx="7821">
                  <c:v>50191</c:v>
                </c:pt>
                <c:pt idx="7822">
                  <c:v>50192</c:v>
                </c:pt>
                <c:pt idx="7823">
                  <c:v>50193</c:v>
                </c:pt>
                <c:pt idx="7824">
                  <c:v>50194</c:v>
                </c:pt>
                <c:pt idx="7825">
                  <c:v>50195</c:v>
                </c:pt>
                <c:pt idx="7826">
                  <c:v>50196</c:v>
                </c:pt>
                <c:pt idx="7827">
                  <c:v>50197</c:v>
                </c:pt>
                <c:pt idx="7828">
                  <c:v>50198</c:v>
                </c:pt>
                <c:pt idx="7829">
                  <c:v>50199</c:v>
                </c:pt>
                <c:pt idx="7830">
                  <c:v>50200</c:v>
                </c:pt>
                <c:pt idx="7831">
                  <c:v>50201</c:v>
                </c:pt>
                <c:pt idx="7832">
                  <c:v>50202</c:v>
                </c:pt>
                <c:pt idx="7833">
                  <c:v>50203</c:v>
                </c:pt>
                <c:pt idx="7834">
                  <c:v>50204</c:v>
                </c:pt>
                <c:pt idx="7835">
                  <c:v>50205</c:v>
                </c:pt>
                <c:pt idx="7836">
                  <c:v>50206</c:v>
                </c:pt>
                <c:pt idx="7837">
                  <c:v>50207</c:v>
                </c:pt>
                <c:pt idx="7838">
                  <c:v>50208</c:v>
                </c:pt>
                <c:pt idx="7839">
                  <c:v>50209</c:v>
                </c:pt>
                <c:pt idx="7840">
                  <c:v>50210</c:v>
                </c:pt>
                <c:pt idx="7841">
                  <c:v>50211</c:v>
                </c:pt>
                <c:pt idx="7842">
                  <c:v>50212</c:v>
                </c:pt>
                <c:pt idx="7843">
                  <c:v>50213</c:v>
                </c:pt>
                <c:pt idx="7844">
                  <c:v>50214</c:v>
                </c:pt>
                <c:pt idx="7845">
                  <c:v>50215</c:v>
                </c:pt>
                <c:pt idx="7846">
                  <c:v>50216</c:v>
                </c:pt>
                <c:pt idx="7847">
                  <c:v>50217</c:v>
                </c:pt>
                <c:pt idx="7848">
                  <c:v>50218</c:v>
                </c:pt>
                <c:pt idx="7849">
                  <c:v>50219</c:v>
                </c:pt>
                <c:pt idx="7850">
                  <c:v>50220</c:v>
                </c:pt>
                <c:pt idx="7851">
                  <c:v>50221</c:v>
                </c:pt>
                <c:pt idx="7852">
                  <c:v>50222</c:v>
                </c:pt>
                <c:pt idx="7853">
                  <c:v>50223</c:v>
                </c:pt>
                <c:pt idx="7854">
                  <c:v>50224</c:v>
                </c:pt>
                <c:pt idx="7855">
                  <c:v>50225</c:v>
                </c:pt>
                <c:pt idx="7856">
                  <c:v>50226</c:v>
                </c:pt>
                <c:pt idx="7857">
                  <c:v>50227</c:v>
                </c:pt>
                <c:pt idx="7858">
                  <c:v>50228</c:v>
                </c:pt>
                <c:pt idx="7859">
                  <c:v>50229</c:v>
                </c:pt>
                <c:pt idx="7860">
                  <c:v>50230</c:v>
                </c:pt>
                <c:pt idx="7861">
                  <c:v>50231</c:v>
                </c:pt>
                <c:pt idx="7862">
                  <c:v>50232</c:v>
                </c:pt>
                <c:pt idx="7863">
                  <c:v>50233</c:v>
                </c:pt>
                <c:pt idx="7864">
                  <c:v>50234</c:v>
                </c:pt>
                <c:pt idx="7865">
                  <c:v>50235</c:v>
                </c:pt>
                <c:pt idx="7866">
                  <c:v>50236</c:v>
                </c:pt>
                <c:pt idx="7867">
                  <c:v>50237</c:v>
                </c:pt>
                <c:pt idx="7868">
                  <c:v>50238</c:v>
                </c:pt>
                <c:pt idx="7869">
                  <c:v>50239</c:v>
                </c:pt>
                <c:pt idx="7870">
                  <c:v>50240</c:v>
                </c:pt>
                <c:pt idx="7871">
                  <c:v>50241</c:v>
                </c:pt>
                <c:pt idx="7872">
                  <c:v>50242</c:v>
                </c:pt>
                <c:pt idx="7873">
                  <c:v>50243</c:v>
                </c:pt>
                <c:pt idx="7874">
                  <c:v>50244</c:v>
                </c:pt>
                <c:pt idx="7875">
                  <c:v>50245</c:v>
                </c:pt>
                <c:pt idx="7876">
                  <c:v>50246</c:v>
                </c:pt>
                <c:pt idx="7877">
                  <c:v>50247</c:v>
                </c:pt>
                <c:pt idx="7878">
                  <c:v>50248</c:v>
                </c:pt>
                <c:pt idx="7879">
                  <c:v>50249</c:v>
                </c:pt>
                <c:pt idx="7880">
                  <c:v>50250</c:v>
                </c:pt>
                <c:pt idx="7881">
                  <c:v>50251</c:v>
                </c:pt>
                <c:pt idx="7882">
                  <c:v>50252</c:v>
                </c:pt>
                <c:pt idx="7883">
                  <c:v>50253</c:v>
                </c:pt>
                <c:pt idx="7884">
                  <c:v>50254</c:v>
                </c:pt>
                <c:pt idx="7885">
                  <c:v>50255</c:v>
                </c:pt>
                <c:pt idx="7886">
                  <c:v>50256</c:v>
                </c:pt>
                <c:pt idx="7887">
                  <c:v>50257</c:v>
                </c:pt>
                <c:pt idx="7888">
                  <c:v>50258</c:v>
                </c:pt>
                <c:pt idx="7889">
                  <c:v>50259</c:v>
                </c:pt>
                <c:pt idx="7890">
                  <c:v>50260</c:v>
                </c:pt>
                <c:pt idx="7891">
                  <c:v>50261</c:v>
                </c:pt>
                <c:pt idx="7892">
                  <c:v>50262</c:v>
                </c:pt>
                <c:pt idx="7893">
                  <c:v>50263</c:v>
                </c:pt>
                <c:pt idx="7894">
                  <c:v>50264</c:v>
                </c:pt>
                <c:pt idx="7895">
                  <c:v>50265</c:v>
                </c:pt>
                <c:pt idx="7896">
                  <c:v>50266</c:v>
                </c:pt>
                <c:pt idx="7897">
                  <c:v>50267</c:v>
                </c:pt>
                <c:pt idx="7898">
                  <c:v>50268</c:v>
                </c:pt>
                <c:pt idx="7899">
                  <c:v>50269</c:v>
                </c:pt>
                <c:pt idx="7900">
                  <c:v>50270</c:v>
                </c:pt>
                <c:pt idx="7901">
                  <c:v>50271</c:v>
                </c:pt>
                <c:pt idx="7902">
                  <c:v>50272</c:v>
                </c:pt>
                <c:pt idx="7903">
                  <c:v>50273</c:v>
                </c:pt>
                <c:pt idx="7904">
                  <c:v>50274</c:v>
                </c:pt>
                <c:pt idx="7905">
                  <c:v>50275</c:v>
                </c:pt>
                <c:pt idx="7906">
                  <c:v>50276</c:v>
                </c:pt>
                <c:pt idx="7907">
                  <c:v>50277</c:v>
                </c:pt>
                <c:pt idx="7908">
                  <c:v>50278</c:v>
                </c:pt>
                <c:pt idx="7909">
                  <c:v>50279</c:v>
                </c:pt>
                <c:pt idx="7910">
                  <c:v>50280</c:v>
                </c:pt>
                <c:pt idx="7911">
                  <c:v>50281</c:v>
                </c:pt>
                <c:pt idx="7912">
                  <c:v>50282</c:v>
                </c:pt>
                <c:pt idx="7913">
                  <c:v>50283</c:v>
                </c:pt>
                <c:pt idx="7914">
                  <c:v>50284</c:v>
                </c:pt>
                <c:pt idx="7915">
                  <c:v>50285</c:v>
                </c:pt>
                <c:pt idx="7916">
                  <c:v>50286</c:v>
                </c:pt>
                <c:pt idx="7917">
                  <c:v>50287</c:v>
                </c:pt>
                <c:pt idx="7918">
                  <c:v>50288</c:v>
                </c:pt>
                <c:pt idx="7919">
                  <c:v>50289</c:v>
                </c:pt>
                <c:pt idx="7920">
                  <c:v>50290</c:v>
                </c:pt>
                <c:pt idx="7921">
                  <c:v>50291</c:v>
                </c:pt>
                <c:pt idx="7922">
                  <c:v>50292</c:v>
                </c:pt>
                <c:pt idx="7923">
                  <c:v>50293</c:v>
                </c:pt>
                <c:pt idx="7924">
                  <c:v>50294</c:v>
                </c:pt>
                <c:pt idx="7925">
                  <c:v>50295</c:v>
                </c:pt>
                <c:pt idx="7926">
                  <c:v>50296</c:v>
                </c:pt>
                <c:pt idx="7927">
                  <c:v>50297</c:v>
                </c:pt>
                <c:pt idx="7928">
                  <c:v>50298</c:v>
                </c:pt>
                <c:pt idx="7929">
                  <c:v>50299</c:v>
                </c:pt>
                <c:pt idx="7930">
                  <c:v>50300</c:v>
                </c:pt>
                <c:pt idx="7931">
                  <c:v>50301</c:v>
                </c:pt>
                <c:pt idx="7932">
                  <c:v>50302</c:v>
                </c:pt>
                <c:pt idx="7933">
                  <c:v>50303</c:v>
                </c:pt>
                <c:pt idx="7934">
                  <c:v>50304</c:v>
                </c:pt>
                <c:pt idx="7935">
                  <c:v>50305</c:v>
                </c:pt>
                <c:pt idx="7936">
                  <c:v>50306</c:v>
                </c:pt>
                <c:pt idx="7937">
                  <c:v>50307</c:v>
                </c:pt>
                <c:pt idx="7938">
                  <c:v>50308</c:v>
                </c:pt>
                <c:pt idx="7939">
                  <c:v>50309</c:v>
                </c:pt>
                <c:pt idx="7940">
                  <c:v>50310</c:v>
                </c:pt>
                <c:pt idx="7941">
                  <c:v>50311</c:v>
                </c:pt>
                <c:pt idx="7942">
                  <c:v>50312</c:v>
                </c:pt>
                <c:pt idx="7943">
                  <c:v>50313</c:v>
                </c:pt>
                <c:pt idx="7944">
                  <c:v>50314</c:v>
                </c:pt>
                <c:pt idx="7945">
                  <c:v>50315</c:v>
                </c:pt>
                <c:pt idx="7946">
                  <c:v>50316</c:v>
                </c:pt>
                <c:pt idx="7947">
                  <c:v>50317</c:v>
                </c:pt>
                <c:pt idx="7948">
                  <c:v>50318</c:v>
                </c:pt>
                <c:pt idx="7949">
                  <c:v>50319</c:v>
                </c:pt>
                <c:pt idx="7950">
                  <c:v>50320</c:v>
                </c:pt>
                <c:pt idx="7951">
                  <c:v>50321</c:v>
                </c:pt>
                <c:pt idx="7952">
                  <c:v>50322</c:v>
                </c:pt>
                <c:pt idx="7953">
                  <c:v>50323</c:v>
                </c:pt>
                <c:pt idx="7954">
                  <c:v>50324</c:v>
                </c:pt>
                <c:pt idx="7955">
                  <c:v>50325</c:v>
                </c:pt>
                <c:pt idx="7956">
                  <c:v>50326</c:v>
                </c:pt>
                <c:pt idx="7957">
                  <c:v>50327</c:v>
                </c:pt>
                <c:pt idx="7958">
                  <c:v>50328</c:v>
                </c:pt>
                <c:pt idx="7959">
                  <c:v>50329</c:v>
                </c:pt>
                <c:pt idx="7960">
                  <c:v>50330</c:v>
                </c:pt>
                <c:pt idx="7961">
                  <c:v>50331</c:v>
                </c:pt>
                <c:pt idx="7962">
                  <c:v>50332</c:v>
                </c:pt>
                <c:pt idx="7963">
                  <c:v>50333</c:v>
                </c:pt>
                <c:pt idx="7964">
                  <c:v>50334</c:v>
                </c:pt>
                <c:pt idx="7965">
                  <c:v>50335</c:v>
                </c:pt>
                <c:pt idx="7966">
                  <c:v>50336</c:v>
                </c:pt>
                <c:pt idx="7967">
                  <c:v>50337</c:v>
                </c:pt>
                <c:pt idx="7968">
                  <c:v>50338</c:v>
                </c:pt>
                <c:pt idx="7969">
                  <c:v>50339</c:v>
                </c:pt>
                <c:pt idx="7970">
                  <c:v>50340</c:v>
                </c:pt>
                <c:pt idx="7971">
                  <c:v>50341</c:v>
                </c:pt>
                <c:pt idx="7972">
                  <c:v>50342</c:v>
                </c:pt>
                <c:pt idx="7973">
                  <c:v>50343</c:v>
                </c:pt>
                <c:pt idx="7974">
                  <c:v>50344</c:v>
                </c:pt>
                <c:pt idx="7975">
                  <c:v>50345</c:v>
                </c:pt>
                <c:pt idx="7976">
                  <c:v>50346</c:v>
                </c:pt>
                <c:pt idx="7977">
                  <c:v>50347</c:v>
                </c:pt>
                <c:pt idx="7978">
                  <c:v>50348</c:v>
                </c:pt>
                <c:pt idx="7979">
                  <c:v>50349</c:v>
                </c:pt>
                <c:pt idx="7980">
                  <c:v>50350</c:v>
                </c:pt>
                <c:pt idx="7981">
                  <c:v>50351</c:v>
                </c:pt>
                <c:pt idx="7982">
                  <c:v>50352</c:v>
                </c:pt>
                <c:pt idx="7983">
                  <c:v>50353</c:v>
                </c:pt>
                <c:pt idx="7984">
                  <c:v>50354</c:v>
                </c:pt>
                <c:pt idx="7985">
                  <c:v>50355</c:v>
                </c:pt>
                <c:pt idx="7986">
                  <c:v>50356</c:v>
                </c:pt>
                <c:pt idx="7987">
                  <c:v>50357</c:v>
                </c:pt>
                <c:pt idx="7988">
                  <c:v>50358</c:v>
                </c:pt>
                <c:pt idx="7989">
                  <c:v>50359</c:v>
                </c:pt>
                <c:pt idx="7990">
                  <c:v>50360</c:v>
                </c:pt>
                <c:pt idx="7991">
                  <c:v>50361</c:v>
                </c:pt>
                <c:pt idx="7992">
                  <c:v>50362</c:v>
                </c:pt>
                <c:pt idx="7993">
                  <c:v>50363</c:v>
                </c:pt>
                <c:pt idx="7994">
                  <c:v>50364</c:v>
                </c:pt>
                <c:pt idx="7995">
                  <c:v>50365</c:v>
                </c:pt>
                <c:pt idx="7996">
                  <c:v>50366</c:v>
                </c:pt>
                <c:pt idx="7997">
                  <c:v>50367</c:v>
                </c:pt>
                <c:pt idx="7998">
                  <c:v>50368</c:v>
                </c:pt>
                <c:pt idx="7999">
                  <c:v>50369</c:v>
                </c:pt>
                <c:pt idx="8000">
                  <c:v>50370</c:v>
                </c:pt>
                <c:pt idx="8001">
                  <c:v>50371</c:v>
                </c:pt>
                <c:pt idx="8002">
                  <c:v>50372</c:v>
                </c:pt>
                <c:pt idx="8003">
                  <c:v>50373</c:v>
                </c:pt>
                <c:pt idx="8004">
                  <c:v>50374</c:v>
                </c:pt>
                <c:pt idx="8005">
                  <c:v>50375</c:v>
                </c:pt>
                <c:pt idx="8006">
                  <c:v>50376</c:v>
                </c:pt>
                <c:pt idx="8007">
                  <c:v>50377</c:v>
                </c:pt>
                <c:pt idx="8008">
                  <c:v>50378</c:v>
                </c:pt>
                <c:pt idx="8009">
                  <c:v>50379</c:v>
                </c:pt>
                <c:pt idx="8010">
                  <c:v>50380</c:v>
                </c:pt>
                <c:pt idx="8011">
                  <c:v>50381</c:v>
                </c:pt>
                <c:pt idx="8012">
                  <c:v>50382</c:v>
                </c:pt>
                <c:pt idx="8013">
                  <c:v>50383</c:v>
                </c:pt>
                <c:pt idx="8014">
                  <c:v>50384</c:v>
                </c:pt>
                <c:pt idx="8015">
                  <c:v>50385</c:v>
                </c:pt>
                <c:pt idx="8016">
                  <c:v>50386</c:v>
                </c:pt>
                <c:pt idx="8017">
                  <c:v>50387</c:v>
                </c:pt>
                <c:pt idx="8018">
                  <c:v>50388</c:v>
                </c:pt>
                <c:pt idx="8019">
                  <c:v>50389</c:v>
                </c:pt>
                <c:pt idx="8020">
                  <c:v>50390</c:v>
                </c:pt>
                <c:pt idx="8021">
                  <c:v>50391</c:v>
                </c:pt>
                <c:pt idx="8022">
                  <c:v>50392</c:v>
                </c:pt>
                <c:pt idx="8023">
                  <c:v>50393</c:v>
                </c:pt>
                <c:pt idx="8024">
                  <c:v>50394</c:v>
                </c:pt>
                <c:pt idx="8025">
                  <c:v>50395</c:v>
                </c:pt>
                <c:pt idx="8026">
                  <c:v>50396</c:v>
                </c:pt>
                <c:pt idx="8027">
                  <c:v>50397</c:v>
                </c:pt>
                <c:pt idx="8028">
                  <c:v>50398</c:v>
                </c:pt>
                <c:pt idx="8029">
                  <c:v>50399</c:v>
                </c:pt>
                <c:pt idx="8030">
                  <c:v>50400</c:v>
                </c:pt>
                <c:pt idx="8031">
                  <c:v>50401</c:v>
                </c:pt>
                <c:pt idx="8032">
                  <c:v>50402</c:v>
                </c:pt>
                <c:pt idx="8033">
                  <c:v>50403</c:v>
                </c:pt>
                <c:pt idx="8034">
                  <c:v>50404</c:v>
                </c:pt>
                <c:pt idx="8035">
                  <c:v>50405</c:v>
                </c:pt>
                <c:pt idx="8036">
                  <c:v>50406</c:v>
                </c:pt>
                <c:pt idx="8037">
                  <c:v>50407</c:v>
                </c:pt>
                <c:pt idx="8038">
                  <c:v>50408</c:v>
                </c:pt>
                <c:pt idx="8039">
                  <c:v>50409</c:v>
                </c:pt>
                <c:pt idx="8040">
                  <c:v>50410</c:v>
                </c:pt>
                <c:pt idx="8041">
                  <c:v>50411</c:v>
                </c:pt>
                <c:pt idx="8042">
                  <c:v>50412</c:v>
                </c:pt>
                <c:pt idx="8043">
                  <c:v>50413</c:v>
                </c:pt>
                <c:pt idx="8044">
                  <c:v>50414</c:v>
                </c:pt>
                <c:pt idx="8045">
                  <c:v>50415</c:v>
                </c:pt>
                <c:pt idx="8046">
                  <c:v>50416</c:v>
                </c:pt>
                <c:pt idx="8047">
                  <c:v>50417</c:v>
                </c:pt>
                <c:pt idx="8048">
                  <c:v>50418</c:v>
                </c:pt>
                <c:pt idx="8049">
                  <c:v>50419</c:v>
                </c:pt>
                <c:pt idx="8050">
                  <c:v>50420</c:v>
                </c:pt>
                <c:pt idx="8051">
                  <c:v>50421</c:v>
                </c:pt>
                <c:pt idx="8052">
                  <c:v>50422</c:v>
                </c:pt>
                <c:pt idx="8053">
                  <c:v>50423</c:v>
                </c:pt>
                <c:pt idx="8054">
                  <c:v>50424</c:v>
                </c:pt>
                <c:pt idx="8055">
                  <c:v>50425</c:v>
                </c:pt>
                <c:pt idx="8056">
                  <c:v>50426</c:v>
                </c:pt>
                <c:pt idx="8057">
                  <c:v>50427</c:v>
                </c:pt>
                <c:pt idx="8058">
                  <c:v>50428</c:v>
                </c:pt>
                <c:pt idx="8059">
                  <c:v>50429</c:v>
                </c:pt>
                <c:pt idx="8060">
                  <c:v>50430</c:v>
                </c:pt>
                <c:pt idx="8061">
                  <c:v>50431</c:v>
                </c:pt>
                <c:pt idx="8062">
                  <c:v>50432</c:v>
                </c:pt>
                <c:pt idx="8063">
                  <c:v>50433</c:v>
                </c:pt>
                <c:pt idx="8064">
                  <c:v>50434</c:v>
                </c:pt>
                <c:pt idx="8065">
                  <c:v>50435</c:v>
                </c:pt>
                <c:pt idx="8066">
                  <c:v>50436</c:v>
                </c:pt>
                <c:pt idx="8067">
                  <c:v>50437</c:v>
                </c:pt>
                <c:pt idx="8068">
                  <c:v>50438</c:v>
                </c:pt>
                <c:pt idx="8069">
                  <c:v>50439</c:v>
                </c:pt>
                <c:pt idx="8070">
                  <c:v>50440</c:v>
                </c:pt>
                <c:pt idx="8071">
                  <c:v>50441</c:v>
                </c:pt>
                <c:pt idx="8072">
                  <c:v>50442</c:v>
                </c:pt>
                <c:pt idx="8073">
                  <c:v>50443</c:v>
                </c:pt>
                <c:pt idx="8074">
                  <c:v>50444</c:v>
                </c:pt>
                <c:pt idx="8075">
                  <c:v>50445</c:v>
                </c:pt>
                <c:pt idx="8076">
                  <c:v>50446</c:v>
                </c:pt>
                <c:pt idx="8077">
                  <c:v>50447</c:v>
                </c:pt>
                <c:pt idx="8078">
                  <c:v>50448</c:v>
                </c:pt>
                <c:pt idx="8079">
                  <c:v>50449</c:v>
                </c:pt>
                <c:pt idx="8080">
                  <c:v>50450</c:v>
                </c:pt>
                <c:pt idx="8081">
                  <c:v>50451</c:v>
                </c:pt>
                <c:pt idx="8082">
                  <c:v>50452</c:v>
                </c:pt>
                <c:pt idx="8083">
                  <c:v>50453</c:v>
                </c:pt>
                <c:pt idx="8084">
                  <c:v>50454</c:v>
                </c:pt>
                <c:pt idx="8085">
                  <c:v>50455</c:v>
                </c:pt>
                <c:pt idx="8086">
                  <c:v>50456</c:v>
                </c:pt>
                <c:pt idx="8087">
                  <c:v>50457</c:v>
                </c:pt>
                <c:pt idx="8088">
                  <c:v>50458</c:v>
                </c:pt>
                <c:pt idx="8089">
                  <c:v>50459</c:v>
                </c:pt>
                <c:pt idx="8090">
                  <c:v>50460</c:v>
                </c:pt>
                <c:pt idx="8091">
                  <c:v>50461</c:v>
                </c:pt>
                <c:pt idx="8092">
                  <c:v>50462</c:v>
                </c:pt>
                <c:pt idx="8093">
                  <c:v>50463</c:v>
                </c:pt>
                <c:pt idx="8094">
                  <c:v>50464</c:v>
                </c:pt>
                <c:pt idx="8095">
                  <c:v>50465</c:v>
                </c:pt>
                <c:pt idx="8096">
                  <c:v>50466</c:v>
                </c:pt>
                <c:pt idx="8097">
                  <c:v>50467</c:v>
                </c:pt>
                <c:pt idx="8098">
                  <c:v>50468</c:v>
                </c:pt>
                <c:pt idx="8099">
                  <c:v>50469</c:v>
                </c:pt>
                <c:pt idx="8100">
                  <c:v>50470</c:v>
                </c:pt>
                <c:pt idx="8101">
                  <c:v>50471</c:v>
                </c:pt>
                <c:pt idx="8102">
                  <c:v>50472</c:v>
                </c:pt>
                <c:pt idx="8103">
                  <c:v>50473</c:v>
                </c:pt>
                <c:pt idx="8104">
                  <c:v>50474</c:v>
                </c:pt>
                <c:pt idx="8105">
                  <c:v>50475</c:v>
                </c:pt>
                <c:pt idx="8106">
                  <c:v>50476</c:v>
                </c:pt>
                <c:pt idx="8107">
                  <c:v>50477</c:v>
                </c:pt>
                <c:pt idx="8108">
                  <c:v>50478</c:v>
                </c:pt>
                <c:pt idx="8109">
                  <c:v>50479</c:v>
                </c:pt>
                <c:pt idx="8110">
                  <c:v>50480</c:v>
                </c:pt>
                <c:pt idx="8111">
                  <c:v>50481</c:v>
                </c:pt>
                <c:pt idx="8112">
                  <c:v>50482</c:v>
                </c:pt>
                <c:pt idx="8113">
                  <c:v>50483</c:v>
                </c:pt>
                <c:pt idx="8114">
                  <c:v>50484</c:v>
                </c:pt>
                <c:pt idx="8115">
                  <c:v>50485</c:v>
                </c:pt>
                <c:pt idx="8116">
                  <c:v>50486</c:v>
                </c:pt>
                <c:pt idx="8117">
                  <c:v>50487</c:v>
                </c:pt>
                <c:pt idx="8118">
                  <c:v>50488</c:v>
                </c:pt>
                <c:pt idx="8119">
                  <c:v>50489</c:v>
                </c:pt>
                <c:pt idx="8120">
                  <c:v>50490</c:v>
                </c:pt>
                <c:pt idx="8121">
                  <c:v>50491</c:v>
                </c:pt>
                <c:pt idx="8122">
                  <c:v>50492</c:v>
                </c:pt>
                <c:pt idx="8123">
                  <c:v>50493</c:v>
                </c:pt>
                <c:pt idx="8124">
                  <c:v>50494</c:v>
                </c:pt>
                <c:pt idx="8125">
                  <c:v>50495</c:v>
                </c:pt>
                <c:pt idx="8126">
                  <c:v>50496</c:v>
                </c:pt>
                <c:pt idx="8127">
                  <c:v>50497</c:v>
                </c:pt>
                <c:pt idx="8128">
                  <c:v>50498</c:v>
                </c:pt>
                <c:pt idx="8129">
                  <c:v>50499</c:v>
                </c:pt>
                <c:pt idx="8130">
                  <c:v>50500</c:v>
                </c:pt>
                <c:pt idx="8131">
                  <c:v>50501</c:v>
                </c:pt>
                <c:pt idx="8132">
                  <c:v>50502</c:v>
                </c:pt>
                <c:pt idx="8133">
                  <c:v>50503</c:v>
                </c:pt>
                <c:pt idx="8134">
                  <c:v>50504</c:v>
                </c:pt>
                <c:pt idx="8135">
                  <c:v>50505</c:v>
                </c:pt>
                <c:pt idx="8136">
                  <c:v>50506</c:v>
                </c:pt>
                <c:pt idx="8137">
                  <c:v>50507</c:v>
                </c:pt>
                <c:pt idx="8138">
                  <c:v>50508</c:v>
                </c:pt>
                <c:pt idx="8139">
                  <c:v>50509</c:v>
                </c:pt>
                <c:pt idx="8140">
                  <c:v>50510</c:v>
                </c:pt>
                <c:pt idx="8141">
                  <c:v>50511</c:v>
                </c:pt>
                <c:pt idx="8142">
                  <c:v>50512</c:v>
                </c:pt>
                <c:pt idx="8143">
                  <c:v>50513</c:v>
                </c:pt>
                <c:pt idx="8144">
                  <c:v>50514</c:v>
                </c:pt>
                <c:pt idx="8145">
                  <c:v>50515</c:v>
                </c:pt>
                <c:pt idx="8146">
                  <c:v>50516</c:v>
                </c:pt>
                <c:pt idx="8147">
                  <c:v>50517</c:v>
                </c:pt>
                <c:pt idx="8148">
                  <c:v>50518</c:v>
                </c:pt>
                <c:pt idx="8149">
                  <c:v>50519</c:v>
                </c:pt>
                <c:pt idx="8150">
                  <c:v>50520</c:v>
                </c:pt>
                <c:pt idx="8151">
                  <c:v>50521</c:v>
                </c:pt>
                <c:pt idx="8152">
                  <c:v>50522</c:v>
                </c:pt>
                <c:pt idx="8153">
                  <c:v>50523</c:v>
                </c:pt>
                <c:pt idx="8154">
                  <c:v>50524</c:v>
                </c:pt>
                <c:pt idx="8155">
                  <c:v>50525</c:v>
                </c:pt>
                <c:pt idx="8156">
                  <c:v>50526</c:v>
                </c:pt>
                <c:pt idx="8157">
                  <c:v>50527</c:v>
                </c:pt>
                <c:pt idx="8158">
                  <c:v>50528</c:v>
                </c:pt>
                <c:pt idx="8159">
                  <c:v>50529</c:v>
                </c:pt>
                <c:pt idx="8160">
                  <c:v>50530</c:v>
                </c:pt>
                <c:pt idx="8161">
                  <c:v>50531</c:v>
                </c:pt>
                <c:pt idx="8162">
                  <c:v>50532</c:v>
                </c:pt>
                <c:pt idx="8163">
                  <c:v>50533</c:v>
                </c:pt>
                <c:pt idx="8164">
                  <c:v>50534</c:v>
                </c:pt>
                <c:pt idx="8165">
                  <c:v>50535</c:v>
                </c:pt>
                <c:pt idx="8166">
                  <c:v>50536</c:v>
                </c:pt>
                <c:pt idx="8167">
                  <c:v>50537</c:v>
                </c:pt>
                <c:pt idx="8168">
                  <c:v>50538</c:v>
                </c:pt>
                <c:pt idx="8169">
                  <c:v>50539</c:v>
                </c:pt>
                <c:pt idx="8170">
                  <c:v>50540</c:v>
                </c:pt>
                <c:pt idx="8171">
                  <c:v>50541</c:v>
                </c:pt>
                <c:pt idx="8172">
                  <c:v>50542</c:v>
                </c:pt>
                <c:pt idx="8173">
                  <c:v>50543</c:v>
                </c:pt>
                <c:pt idx="8174">
                  <c:v>50544</c:v>
                </c:pt>
                <c:pt idx="8175">
                  <c:v>50545</c:v>
                </c:pt>
                <c:pt idx="8176">
                  <c:v>50546</c:v>
                </c:pt>
                <c:pt idx="8177">
                  <c:v>50547</c:v>
                </c:pt>
                <c:pt idx="8178">
                  <c:v>50548</c:v>
                </c:pt>
                <c:pt idx="8179">
                  <c:v>50549</c:v>
                </c:pt>
                <c:pt idx="8180">
                  <c:v>50550</c:v>
                </c:pt>
                <c:pt idx="8181">
                  <c:v>50551</c:v>
                </c:pt>
                <c:pt idx="8182">
                  <c:v>50552</c:v>
                </c:pt>
                <c:pt idx="8183">
                  <c:v>50553</c:v>
                </c:pt>
                <c:pt idx="8184">
                  <c:v>50554</c:v>
                </c:pt>
                <c:pt idx="8185">
                  <c:v>50555</c:v>
                </c:pt>
                <c:pt idx="8186">
                  <c:v>50556</c:v>
                </c:pt>
                <c:pt idx="8187">
                  <c:v>50557</c:v>
                </c:pt>
                <c:pt idx="8188">
                  <c:v>50558</c:v>
                </c:pt>
                <c:pt idx="8189">
                  <c:v>50559</c:v>
                </c:pt>
                <c:pt idx="8190">
                  <c:v>50560</c:v>
                </c:pt>
                <c:pt idx="8191">
                  <c:v>50561</c:v>
                </c:pt>
                <c:pt idx="8192">
                  <c:v>50562</c:v>
                </c:pt>
                <c:pt idx="8193">
                  <c:v>50563</c:v>
                </c:pt>
                <c:pt idx="8194">
                  <c:v>50564</c:v>
                </c:pt>
                <c:pt idx="8195">
                  <c:v>50565</c:v>
                </c:pt>
                <c:pt idx="8196">
                  <c:v>50566</c:v>
                </c:pt>
                <c:pt idx="8197">
                  <c:v>50567</c:v>
                </c:pt>
                <c:pt idx="8198">
                  <c:v>50568</c:v>
                </c:pt>
                <c:pt idx="8199">
                  <c:v>50569</c:v>
                </c:pt>
                <c:pt idx="8200">
                  <c:v>50570</c:v>
                </c:pt>
                <c:pt idx="8201">
                  <c:v>50571</c:v>
                </c:pt>
                <c:pt idx="8202">
                  <c:v>50572</c:v>
                </c:pt>
                <c:pt idx="8203">
                  <c:v>50573</c:v>
                </c:pt>
                <c:pt idx="8204">
                  <c:v>50574</c:v>
                </c:pt>
                <c:pt idx="8205">
                  <c:v>50575</c:v>
                </c:pt>
                <c:pt idx="8206">
                  <c:v>50576</c:v>
                </c:pt>
                <c:pt idx="8207">
                  <c:v>50577</c:v>
                </c:pt>
                <c:pt idx="8208">
                  <c:v>50578</c:v>
                </c:pt>
                <c:pt idx="8209">
                  <c:v>50579</c:v>
                </c:pt>
                <c:pt idx="8210">
                  <c:v>50580</c:v>
                </c:pt>
                <c:pt idx="8211">
                  <c:v>50581</c:v>
                </c:pt>
                <c:pt idx="8212">
                  <c:v>50582</c:v>
                </c:pt>
                <c:pt idx="8213">
                  <c:v>50583</c:v>
                </c:pt>
                <c:pt idx="8214">
                  <c:v>50584</c:v>
                </c:pt>
                <c:pt idx="8215">
                  <c:v>50585</c:v>
                </c:pt>
                <c:pt idx="8216">
                  <c:v>50586</c:v>
                </c:pt>
                <c:pt idx="8217">
                  <c:v>50587</c:v>
                </c:pt>
                <c:pt idx="8218">
                  <c:v>50588</c:v>
                </c:pt>
                <c:pt idx="8219">
                  <c:v>50589</c:v>
                </c:pt>
                <c:pt idx="8220">
                  <c:v>50590</c:v>
                </c:pt>
                <c:pt idx="8221">
                  <c:v>50591</c:v>
                </c:pt>
                <c:pt idx="8222">
                  <c:v>50592</c:v>
                </c:pt>
                <c:pt idx="8223">
                  <c:v>50593</c:v>
                </c:pt>
                <c:pt idx="8224">
                  <c:v>50594</c:v>
                </c:pt>
                <c:pt idx="8225">
                  <c:v>50595</c:v>
                </c:pt>
                <c:pt idx="8226">
                  <c:v>50596</c:v>
                </c:pt>
                <c:pt idx="8227">
                  <c:v>50597</c:v>
                </c:pt>
                <c:pt idx="8228">
                  <c:v>50598</c:v>
                </c:pt>
                <c:pt idx="8229">
                  <c:v>50599</c:v>
                </c:pt>
                <c:pt idx="8230">
                  <c:v>50600</c:v>
                </c:pt>
                <c:pt idx="8231">
                  <c:v>50601</c:v>
                </c:pt>
                <c:pt idx="8232">
                  <c:v>50602</c:v>
                </c:pt>
                <c:pt idx="8233">
                  <c:v>50603</c:v>
                </c:pt>
                <c:pt idx="8234">
                  <c:v>50604</c:v>
                </c:pt>
                <c:pt idx="8235">
                  <c:v>50605</c:v>
                </c:pt>
                <c:pt idx="8236">
                  <c:v>50606</c:v>
                </c:pt>
                <c:pt idx="8237">
                  <c:v>50607</c:v>
                </c:pt>
                <c:pt idx="8238">
                  <c:v>50608</c:v>
                </c:pt>
                <c:pt idx="8239">
                  <c:v>50609</c:v>
                </c:pt>
                <c:pt idx="8240">
                  <c:v>50610</c:v>
                </c:pt>
                <c:pt idx="8241">
                  <c:v>50611</c:v>
                </c:pt>
                <c:pt idx="8242">
                  <c:v>50612</c:v>
                </c:pt>
                <c:pt idx="8243">
                  <c:v>50613</c:v>
                </c:pt>
                <c:pt idx="8244">
                  <c:v>50614</c:v>
                </c:pt>
                <c:pt idx="8245">
                  <c:v>50615</c:v>
                </c:pt>
                <c:pt idx="8246">
                  <c:v>50616</c:v>
                </c:pt>
                <c:pt idx="8247">
                  <c:v>50617</c:v>
                </c:pt>
                <c:pt idx="8248">
                  <c:v>50618</c:v>
                </c:pt>
                <c:pt idx="8249">
                  <c:v>50619</c:v>
                </c:pt>
                <c:pt idx="8250">
                  <c:v>50620</c:v>
                </c:pt>
                <c:pt idx="8251">
                  <c:v>50621</c:v>
                </c:pt>
                <c:pt idx="8252">
                  <c:v>50622</c:v>
                </c:pt>
                <c:pt idx="8253">
                  <c:v>50623</c:v>
                </c:pt>
                <c:pt idx="8254">
                  <c:v>50624</c:v>
                </c:pt>
                <c:pt idx="8255">
                  <c:v>50625</c:v>
                </c:pt>
                <c:pt idx="8256">
                  <c:v>50626</c:v>
                </c:pt>
                <c:pt idx="8257">
                  <c:v>50627</c:v>
                </c:pt>
                <c:pt idx="8258">
                  <c:v>50628</c:v>
                </c:pt>
                <c:pt idx="8259">
                  <c:v>50629</c:v>
                </c:pt>
                <c:pt idx="8260">
                  <c:v>50630</c:v>
                </c:pt>
                <c:pt idx="8261">
                  <c:v>50631</c:v>
                </c:pt>
                <c:pt idx="8262">
                  <c:v>50632</c:v>
                </c:pt>
                <c:pt idx="8263">
                  <c:v>50633</c:v>
                </c:pt>
                <c:pt idx="8264">
                  <c:v>50634</c:v>
                </c:pt>
                <c:pt idx="8265">
                  <c:v>50635</c:v>
                </c:pt>
                <c:pt idx="8266">
                  <c:v>50636</c:v>
                </c:pt>
                <c:pt idx="8267">
                  <c:v>50637</c:v>
                </c:pt>
                <c:pt idx="8268">
                  <c:v>50638</c:v>
                </c:pt>
                <c:pt idx="8269">
                  <c:v>50639</c:v>
                </c:pt>
                <c:pt idx="8270">
                  <c:v>50640</c:v>
                </c:pt>
                <c:pt idx="8271">
                  <c:v>50641</c:v>
                </c:pt>
                <c:pt idx="8272">
                  <c:v>50642</c:v>
                </c:pt>
                <c:pt idx="8273">
                  <c:v>50643</c:v>
                </c:pt>
                <c:pt idx="8274">
                  <c:v>50644</c:v>
                </c:pt>
                <c:pt idx="8275">
                  <c:v>50645</c:v>
                </c:pt>
                <c:pt idx="8276">
                  <c:v>50646</c:v>
                </c:pt>
                <c:pt idx="8277">
                  <c:v>50647</c:v>
                </c:pt>
                <c:pt idx="8278">
                  <c:v>50648</c:v>
                </c:pt>
                <c:pt idx="8279">
                  <c:v>50649</c:v>
                </c:pt>
                <c:pt idx="8280">
                  <c:v>50650</c:v>
                </c:pt>
                <c:pt idx="8281">
                  <c:v>50651</c:v>
                </c:pt>
                <c:pt idx="8282">
                  <c:v>50652</c:v>
                </c:pt>
                <c:pt idx="8283">
                  <c:v>50653</c:v>
                </c:pt>
                <c:pt idx="8284">
                  <c:v>50654</c:v>
                </c:pt>
                <c:pt idx="8285">
                  <c:v>50655</c:v>
                </c:pt>
                <c:pt idx="8286">
                  <c:v>50656</c:v>
                </c:pt>
                <c:pt idx="8287">
                  <c:v>50657</c:v>
                </c:pt>
                <c:pt idx="8288">
                  <c:v>50658</c:v>
                </c:pt>
                <c:pt idx="8289">
                  <c:v>50659</c:v>
                </c:pt>
                <c:pt idx="8290">
                  <c:v>50660</c:v>
                </c:pt>
                <c:pt idx="8291">
                  <c:v>50661</c:v>
                </c:pt>
                <c:pt idx="8292">
                  <c:v>50662</c:v>
                </c:pt>
                <c:pt idx="8293">
                  <c:v>50663</c:v>
                </c:pt>
                <c:pt idx="8294">
                  <c:v>50664</c:v>
                </c:pt>
                <c:pt idx="8295">
                  <c:v>50665</c:v>
                </c:pt>
                <c:pt idx="8296">
                  <c:v>50666</c:v>
                </c:pt>
                <c:pt idx="8297">
                  <c:v>50667</c:v>
                </c:pt>
                <c:pt idx="8298">
                  <c:v>50668</c:v>
                </c:pt>
                <c:pt idx="8299">
                  <c:v>50669</c:v>
                </c:pt>
                <c:pt idx="8300">
                  <c:v>50670</c:v>
                </c:pt>
                <c:pt idx="8301">
                  <c:v>50671</c:v>
                </c:pt>
                <c:pt idx="8302">
                  <c:v>50672</c:v>
                </c:pt>
                <c:pt idx="8303">
                  <c:v>50673</c:v>
                </c:pt>
                <c:pt idx="8304">
                  <c:v>50674</c:v>
                </c:pt>
                <c:pt idx="8305">
                  <c:v>50675</c:v>
                </c:pt>
                <c:pt idx="8306">
                  <c:v>50676</c:v>
                </c:pt>
                <c:pt idx="8307">
                  <c:v>50677</c:v>
                </c:pt>
                <c:pt idx="8308">
                  <c:v>50678</c:v>
                </c:pt>
                <c:pt idx="8309">
                  <c:v>50679</c:v>
                </c:pt>
                <c:pt idx="8310">
                  <c:v>50680</c:v>
                </c:pt>
                <c:pt idx="8311">
                  <c:v>50681</c:v>
                </c:pt>
                <c:pt idx="8312">
                  <c:v>50682</c:v>
                </c:pt>
                <c:pt idx="8313">
                  <c:v>50683</c:v>
                </c:pt>
                <c:pt idx="8314">
                  <c:v>50684</c:v>
                </c:pt>
                <c:pt idx="8315">
                  <c:v>50685</c:v>
                </c:pt>
                <c:pt idx="8316">
                  <c:v>50686</c:v>
                </c:pt>
                <c:pt idx="8317">
                  <c:v>50687</c:v>
                </c:pt>
                <c:pt idx="8318">
                  <c:v>50688</c:v>
                </c:pt>
                <c:pt idx="8319">
                  <c:v>50689</c:v>
                </c:pt>
                <c:pt idx="8320">
                  <c:v>50690</c:v>
                </c:pt>
                <c:pt idx="8321">
                  <c:v>50691</c:v>
                </c:pt>
                <c:pt idx="8322">
                  <c:v>50692</c:v>
                </c:pt>
                <c:pt idx="8323">
                  <c:v>50693</c:v>
                </c:pt>
                <c:pt idx="8324">
                  <c:v>50694</c:v>
                </c:pt>
                <c:pt idx="8325">
                  <c:v>50695</c:v>
                </c:pt>
                <c:pt idx="8326">
                  <c:v>50696</c:v>
                </c:pt>
                <c:pt idx="8327">
                  <c:v>50697</c:v>
                </c:pt>
                <c:pt idx="8328">
                  <c:v>50698</c:v>
                </c:pt>
                <c:pt idx="8329">
                  <c:v>50699</c:v>
                </c:pt>
                <c:pt idx="8330">
                  <c:v>50700</c:v>
                </c:pt>
                <c:pt idx="8331">
                  <c:v>50701</c:v>
                </c:pt>
                <c:pt idx="8332">
                  <c:v>50702</c:v>
                </c:pt>
                <c:pt idx="8333">
                  <c:v>50703</c:v>
                </c:pt>
                <c:pt idx="8334">
                  <c:v>50704</c:v>
                </c:pt>
                <c:pt idx="8335">
                  <c:v>50705</c:v>
                </c:pt>
                <c:pt idx="8336">
                  <c:v>50706</c:v>
                </c:pt>
                <c:pt idx="8337">
                  <c:v>50707</c:v>
                </c:pt>
                <c:pt idx="8338">
                  <c:v>50708</c:v>
                </c:pt>
                <c:pt idx="8339">
                  <c:v>50709</c:v>
                </c:pt>
                <c:pt idx="8340">
                  <c:v>50710</c:v>
                </c:pt>
                <c:pt idx="8341">
                  <c:v>50711</c:v>
                </c:pt>
                <c:pt idx="8342">
                  <c:v>50712</c:v>
                </c:pt>
                <c:pt idx="8343">
                  <c:v>50713</c:v>
                </c:pt>
                <c:pt idx="8344">
                  <c:v>50714</c:v>
                </c:pt>
                <c:pt idx="8345">
                  <c:v>50715</c:v>
                </c:pt>
                <c:pt idx="8346">
                  <c:v>50716</c:v>
                </c:pt>
                <c:pt idx="8347">
                  <c:v>50717</c:v>
                </c:pt>
                <c:pt idx="8348">
                  <c:v>50718</c:v>
                </c:pt>
                <c:pt idx="8349">
                  <c:v>50719</c:v>
                </c:pt>
                <c:pt idx="8350">
                  <c:v>50720</c:v>
                </c:pt>
                <c:pt idx="8351">
                  <c:v>50721</c:v>
                </c:pt>
                <c:pt idx="8352">
                  <c:v>50722</c:v>
                </c:pt>
                <c:pt idx="8353">
                  <c:v>50723</c:v>
                </c:pt>
                <c:pt idx="8354">
                  <c:v>50724</c:v>
                </c:pt>
                <c:pt idx="8355">
                  <c:v>50725</c:v>
                </c:pt>
                <c:pt idx="8356">
                  <c:v>50726</c:v>
                </c:pt>
                <c:pt idx="8357">
                  <c:v>50727</c:v>
                </c:pt>
                <c:pt idx="8358">
                  <c:v>50728</c:v>
                </c:pt>
                <c:pt idx="8359">
                  <c:v>50729</c:v>
                </c:pt>
                <c:pt idx="8360">
                  <c:v>50730</c:v>
                </c:pt>
                <c:pt idx="8361">
                  <c:v>50731</c:v>
                </c:pt>
                <c:pt idx="8362">
                  <c:v>50732</c:v>
                </c:pt>
                <c:pt idx="8363">
                  <c:v>50733</c:v>
                </c:pt>
                <c:pt idx="8364">
                  <c:v>50734</c:v>
                </c:pt>
                <c:pt idx="8365">
                  <c:v>50735</c:v>
                </c:pt>
                <c:pt idx="8366">
                  <c:v>50736</c:v>
                </c:pt>
                <c:pt idx="8367">
                  <c:v>50737</c:v>
                </c:pt>
                <c:pt idx="8368">
                  <c:v>50738</c:v>
                </c:pt>
                <c:pt idx="8369">
                  <c:v>50739</c:v>
                </c:pt>
                <c:pt idx="8370">
                  <c:v>50740</c:v>
                </c:pt>
                <c:pt idx="8371">
                  <c:v>50741</c:v>
                </c:pt>
                <c:pt idx="8372">
                  <c:v>50742</c:v>
                </c:pt>
                <c:pt idx="8373">
                  <c:v>50743</c:v>
                </c:pt>
                <c:pt idx="8374">
                  <c:v>50744</c:v>
                </c:pt>
                <c:pt idx="8375">
                  <c:v>50745</c:v>
                </c:pt>
                <c:pt idx="8376">
                  <c:v>50746</c:v>
                </c:pt>
                <c:pt idx="8377">
                  <c:v>50747</c:v>
                </c:pt>
                <c:pt idx="8378">
                  <c:v>50748</c:v>
                </c:pt>
                <c:pt idx="8379">
                  <c:v>50749</c:v>
                </c:pt>
                <c:pt idx="8380">
                  <c:v>50750</c:v>
                </c:pt>
                <c:pt idx="8381">
                  <c:v>50751</c:v>
                </c:pt>
                <c:pt idx="8382">
                  <c:v>50752</c:v>
                </c:pt>
                <c:pt idx="8383">
                  <c:v>50753</c:v>
                </c:pt>
                <c:pt idx="8384">
                  <c:v>50754</c:v>
                </c:pt>
                <c:pt idx="8385">
                  <c:v>50755</c:v>
                </c:pt>
                <c:pt idx="8386">
                  <c:v>50756</c:v>
                </c:pt>
                <c:pt idx="8387">
                  <c:v>50757</c:v>
                </c:pt>
                <c:pt idx="8388">
                  <c:v>50758</c:v>
                </c:pt>
                <c:pt idx="8389">
                  <c:v>50759</c:v>
                </c:pt>
                <c:pt idx="8390">
                  <c:v>50760</c:v>
                </c:pt>
                <c:pt idx="8391">
                  <c:v>50761</c:v>
                </c:pt>
                <c:pt idx="8392">
                  <c:v>50762</c:v>
                </c:pt>
                <c:pt idx="8393">
                  <c:v>50763</c:v>
                </c:pt>
                <c:pt idx="8394">
                  <c:v>50764</c:v>
                </c:pt>
                <c:pt idx="8395">
                  <c:v>50765</c:v>
                </c:pt>
                <c:pt idx="8396">
                  <c:v>50766</c:v>
                </c:pt>
                <c:pt idx="8397">
                  <c:v>50767</c:v>
                </c:pt>
                <c:pt idx="8398">
                  <c:v>50768</c:v>
                </c:pt>
                <c:pt idx="8399">
                  <c:v>50769</c:v>
                </c:pt>
                <c:pt idx="8400">
                  <c:v>50770</c:v>
                </c:pt>
                <c:pt idx="8401">
                  <c:v>50771</c:v>
                </c:pt>
                <c:pt idx="8402">
                  <c:v>50772</c:v>
                </c:pt>
                <c:pt idx="8403">
                  <c:v>50773</c:v>
                </c:pt>
                <c:pt idx="8404">
                  <c:v>50774</c:v>
                </c:pt>
                <c:pt idx="8405">
                  <c:v>50775</c:v>
                </c:pt>
                <c:pt idx="8406">
                  <c:v>50776</c:v>
                </c:pt>
                <c:pt idx="8407">
                  <c:v>50777</c:v>
                </c:pt>
                <c:pt idx="8408">
                  <c:v>50778</c:v>
                </c:pt>
                <c:pt idx="8409">
                  <c:v>50779</c:v>
                </c:pt>
                <c:pt idx="8410">
                  <c:v>50780</c:v>
                </c:pt>
                <c:pt idx="8411">
                  <c:v>50781</c:v>
                </c:pt>
                <c:pt idx="8412">
                  <c:v>50782</c:v>
                </c:pt>
                <c:pt idx="8413">
                  <c:v>50783</c:v>
                </c:pt>
                <c:pt idx="8414">
                  <c:v>50784</c:v>
                </c:pt>
                <c:pt idx="8415">
                  <c:v>50785</c:v>
                </c:pt>
                <c:pt idx="8416">
                  <c:v>50786</c:v>
                </c:pt>
                <c:pt idx="8417">
                  <c:v>50787</c:v>
                </c:pt>
                <c:pt idx="8418">
                  <c:v>50788</c:v>
                </c:pt>
                <c:pt idx="8419">
                  <c:v>50789</c:v>
                </c:pt>
                <c:pt idx="8420">
                  <c:v>50790</c:v>
                </c:pt>
                <c:pt idx="8421">
                  <c:v>50791</c:v>
                </c:pt>
                <c:pt idx="8422">
                  <c:v>50792</c:v>
                </c:pt>
                <c:pt idx="8423">
                  <c:v>50793</c:v>
                </c:pt>
                <c:pt idx="8424">
                  <c:v>50794</c:v>
                </c:pt>
                <c:pt idx="8425">
                  <c:v>50795</c:v>
                </c:pt>
                <c:pt idx="8426">
                  <c:v>50796</c:v>
                </c:pt>
                <c:pt idx="8427">
                  <c:v>50797</c:v>
                </c:pt>
                <c:pt idx="8428">
                  <c:v>50798</c:v>
                </c:pt>
                <c:pt idx="8429">
                  <c:v>50799</c:v>
                </c:pt>
                <c:pt idx="8430">
                  <c:v>50800</c:v>
                </c:pt>
                <c:pt idx="8431">
                  <c:v>50801</c:v>
                </c:pt>
                <c:pt idx="8432">
                  <c:v>50802</c:v>
                </c:pt>
                <c:pt idx="8433">
                  <c:v>50803</c:v>
                </c:pt>
                <c:pt idx="8434">
                  <c:v>50804</c:v>
                </c:pt>
                <c:pt idx="8435">
                  <c:v>50805</c:v>
                </c:pt>
                <c:pt idx="8436">
                  <c:v>50806</c:v>
                </c:pt>
                <c:pt idx="8437">
                  <c:v>50807</c:v>
                </c:pt>
                <c:pt idx="8438">
                  <c:v>50808</c:v>
                </c:pt>
                <c:pt idx="8439">
                  <c:v>50809</c:v>
                </c:pt>
                <c:pt idx="8440">
                  <c:v>50810</c:v>
                </c:pt>
                <c:pt idx="8441">
                  <c:v>50811</c:v>
                </c:pt>
                <c:pt idx="8442">
                  <c:v>50812</c:v>
                </c:pt>
                <c:pt idx="8443">
                  <c:v>50813</c:v>
                </c:pt>
                <c:pt idx="8444">
                  <c:v>50814</c:v>
                </c:pt>
                <c:pt idx="8445">
                  <c:v>50815</c:v>
                </c:pt>
                <c:pt idx="8446">
                  <c:v>50816</c:v>
                </c:pt>
                <c:pt idx="8447">
                  <c:v>50817</c:v>
                </c:pt>
                <c:pt idx="8448">
                  <c:v>50818</c:v>
                </c:pt>
                <c:pt idx="8449">
                  <c:v>50819</c:v>
                </c:pt>
                <c:pt idx="8450">
                  <c:v>50820</c:v>
                </c:pt>
                <c:pt idx="8451">
                  <c:v>50821</c:v>
                </c:pt>
                <c:pt idx="8452">
                  <c:v>50822</c:v>
                </c:pt>
                <c:pt idx="8453">
                  <c:v>50823</c:v>
                </c:pt>
                <c:pt idx="8454">
                  <c:v>50824</c:v>
                </c:pt>
                <c:pt idx="8455">
                  <c:v>50825</c:v>
                </c:pt>
                <c:pt idx="8456">
                  <c:v>50826</c:v>
                </c:pt>
                <c:pt idx="8457">
                  <c:v>50827</c:v>
                </c:pt>
                <c:pt idx="8458">
                  <c:v>50828</c:v>
                </c:pt>
                <c:pt idx="8459">
                  <c:v>50829</c:v>
                </c:pt>
                <c:pt idx="8460">
                  <c:v>50830</c:v>
                </c:pt>
                <c:pt idx="8461">
                  <c:v>50831</c:v>
                </c:pt>
                <c:pt idx="8462">
                  <c:v>50832</c:v>
                </c:pt>
                <c:pt idx="8463">
                  <c:v>50833</c:v>
                </c:pt>
                <c:pt idx="8464">
                  <c:v>50834</c:v>
                </c:pt>
                <c:pt idx="8465">
                  <c:v>50835</c:v>
                </c:pt>
                <c:pt idx="8466">
                  <c:v>50836</c:v>
                </c:pt>
                <c:pt idx="8467">
                  <c:v>50837</c:v>
                </c:pt>
                <c:pt idx="8468">
                  <c:v>50838</c:v>
                </c:pt>
                <c:pt idx="8469">
                  <c:v>50839</c:v>
                </c:pt>
                <c:pt idx="8470">
                  <c:v>50840</c:v>
                </c:pt>
                <c:pt idx="8471">
                  <c:v>50841</c:v>
                </c:pt>
                <c:pt idx="8472">
                  <c:v>50842</c:v>
                </c:pt>
                <c:pt idx="8473">
                  <c:v>50843</c:v>
                </c:pt>
                <c:pt idx="8474">
                  <c:v>50844</c:v>
                </c:pt>
                <c:pt idx="8475">
                  <c:v>50845</c:v>
                </c:pt>
                <c:pt idx="8476">
                  <c:v>50846</c:v>
                </c:pt>
                <c:pt idx="8477">
                  <c:v>50847</c:v>
                </c:pt>
                <c:pt idx="8478">
                  <c:v>50848</c:v>
                </c:pt>
                <c:pt idx="8479">
                  <c:v>50849</c:v>
                </c:pt>
                <c:pt idx="8480">
                  <c:v>50850</c:v>
                </c:pt>
                <c:pt idx="8481">
                  <c:v>50851</c:v>
                </c:pt>
                <c:pt idx="8482">
                  <c:v>50852</c:v>
                </c:pt>
                <c:pt idx="8483">
                  <c:v>50853</c:v>
                </c:pt>
                <c:pt idx="8484">
                  <c:v>50854</c:v>
                </c:pt>
                <c:pt idx="8485">
                  <c:v>50855</c:v>
                </c:pt>
                <c:pt idx="8486">
                  <c:v>50856</c:v>
                </c:pt>
                <c:pt idx="8487">
                  <c:v>50857</c:v>
                </c:pt>
                <c:pt idx="8488">
                  <c:v>50858</c:v>
                </c:pt>
                <c:pt idx="8489">
                  <c:v>50859</c:v>
                </c:pt>
                <c:pt idx="8490">
                  <c:v>50860</c:v>
                </c:pt>
                <c:pt idx="8491">
                  <c:v>50861</c:v>
                </c:pt>
                <c:pt idx="8492">
                  <c:v>50862</c:v>
                </c:pt>
                <c:pt idx="8493">
                  <c:v>50863</c:v>
                </c:pt>
                <c:pt idx="8494">
                  <c:v>50864</c:v>
                </c:pt>
                <c:pt idx="8495">
                  <c:v>50865</c:v>
                </c:pt>
                <c:pt idx="8496">
                  <c:v>50866</c:v>
                </c:pt>
                <c:pt idx="8497">
                  <c:v>50867</c:v>
                </c:pt>
                <c:pt idx="8498">
                  <c:v>50868</c:v>
                </c:pt>
                <c:pt idx="8499">
                  <c:v>50869</c:v>
                </c:pt>
                <c:pt idx="8500">
                  <c:v>50870</c:v>
                </c:pt>
                <c:pt idx="8501">
                  <c:v>50871</c:v>
                </c:pt>
                <c:pt idx="8502">
                  <c:v>50872</c:v>
                </c:pt>
                <c:pt idx="8503">
                  <c:v>50873</c:v>
                </c:pt>
                <c:pt idx="8504">
                  <c:v>50874</c:v>
                </c:pt>
                <c:pt idx="8505">
                  <c:v>50875</c:v>
                </c:pt>
                <c:pt idx="8506">
                  <c:v>50876</c:v>
                </c:pt>
                <c:pt idx="8507">
                  <c:v>50877</c:v>
                </c:pt>
                <c:pt idx="8508">
                  <c:v>50878</c:v>
                </c:pt>
                <c:pt idx="8509">
                  <c:v>50879</c:v>
                </c:pt>
                <c:pt idx="8510">
                  <c:v>50880</c:v>
                </c:pt>
                <c:pt idx="8511">
                  <c:v>50881</c:v>
                </c:pt>
                <c:pt idx="8512">
                  <c:v>50882</c:v>
                </c:pt>
                <c:pt idx="8513">
                  <c:v>50883</c:v>
                </c:pt>
                <c:pt idx="8514">
                  <c:v>50884</c:v>
                </c:pt>
                <c:pt idx="8515">
                  <c:v>50885</c:v>
                </c:pt>
                <c:pt idx="8516">
                  <c:v>50886</c:v>
                </c:pt>
                <c:pt idx="8517">
                  <c:v>50887</c:v>
                </c:pt>
                <c:pt idx="8518">
                  <c:v>50888</c:v>
                </c:pt>
                <c:pt idx="8519">
                  <c:v>50889</c:v>
                </c:pt>
                <c:pt idx="8520">
                  <c:v>50890</c:v>
                </c:pt>
                <c:pt idx="8521">
                  <c:v>50891</c:v>
                </c:pt>
                <c:pt idx="8522">
                  <c:v>50892</c:v>
                </c:pt>
                <c:pt idx="8523">
                  <c:v>50893</c:v>
                </c:pt>
                <c:pt idx="8524">
                  <c:v>50894</c:v>
                </c:pt>
                <c:pt idx="8525">
                  <c:v>50895</c:v>
                </c:pt>
                <c:pt idx="8526">
                  <c:v>50896</c:v>
                </c:pt>
                <c:pt idx="8527">
                  <c:v>50897</c:v>
                </c:pt>
                <c:pt idx="8528">
                  <c:v>50898</c:v>
                </c:pt>
                <c:pt idx="8529">
                  <c:v>50899</c:v>
                </c:pt>
                <c:pt idx="8530">
                  <c:v>50900</c:v>
                </c:pt>
                <c:pt idx="8531">
                  <c:v>50901</c:v>
                </c:pt>
                <c:pt idx="8532">
                  <c:v>50902</c:v>
                </c:pt>
                <c:pt idx="8533">
                  <c:v>50903</c:v>
                </c:pt>
                <c:pt idx="8534">
                  <c:v>50904</c:v>
                </c:pt>
                <c:pt idx="8535">
                  <c:v>50905</c:v>
                </c:pt>
                <c:pt idx="8536">
                  <c:v>50906</c:v>
                </c:pt>
                <c:pt idx="8537">
                  <c:v>50907</c:v>
                </c:pt>
                <c:pt idx="8538">
                  <c:v>50908</c:v>
                </c:pt>
                <c:pt idx="8539">
                  <c:v>50909</c:v>
                </c:pt>
                <c:pt idx="8540">
                  <c:v>50910</c:v>
                </c:pt>
                <c:pt idx="8541">
                  <c:v>50911</c:v>
                </c:pt>
                <c:pt idx="8542">
                  <c:v>50912</c:v>
                </c:pt>
                <c:pt idx="8543">
                  <c:v>50913</c:v>
                </c:pt>
                <c:pt idx="8544">
                  <c:v>50914</c:v>
                </c:pt>
                <c:pt idx="8545">
                  <c:v>50915</c:v>
                </c:pt>
                <c:pt idx="8546">
                  <c:v>50916</c:v>
                </c:pt>
                <c:pt idx="8547">
                  <c:v>50917</c:v>
                </c:pt>
                <c:pt idx="8548">
                  <c:v>50918</c:v>
                </c:pt>
                <c:pt idx="8549">
                  <c:v>50919</c:v>
                </c:pt>
                <c:pt idx="8550">
                  <c:v>50920</c:v>
                </c:pt>
                <c:pt idx="8551">
                  <c:v>50921</c:v>
                </c:pt>
                <c:pt idx="8552">
                  <c:v>50922</c:v>
                </c:pt>
                <c:pt idx="8553">
                  <c:v>50923</c:v>
                </c:pt>
                <c:pt idx="8554">
                  <c:v>50924</c:v>
                </c:pt>
                <c:pt idx="8555">
                  <c:v>50925</c:v>
                </c:pt>
                <c:pt idx="8556">
                  <c:v>50926</c:v>
                </c:pt>
                <c:pt idx="8557">
                  <c:v>50927</c:v>
                </c:pt>
                <c:pt idx="8558">
                  <c:v>50928</c:v>
                </c:pt>
                <c:pt idx="8559">
                  <c:v>50929</c:v>
                </c:pt>
                <c:pt idx="8560">
                  <c:v>50930</c:v>
                </c:pt>
                <c:pt idx="8561">
                  <c:v>50931</c:v>
                </c:pt>
                <c:pt idx="8562">
                  <c:v>50932</c:v>
                </c:pt>
                <c:pt idx="8563">
                  <c:v>50933</c:v>
                </c:pt>
                <c:pt idx="8564">
                  <c:v>50934</c:v>
                </c:pt>
                <c:pt idx="8565">
                  <c:v>50935</c:v>
                </c:pt>
                <c:pt idx="8566">
                  <c:v>50936</c:v>
                </c:pt>
                <c:pt idx="8567">
                  <c:v>50937</c:v>
                </c:pt>
                <c:pt idx="8568">
                  <c:v>50938</c:v>
                </c:pt>
                <c:pt idx="8569">
                  <c:v>50939</c:v>
                </c:pt>
                <c:pt idx="8570">
                  <c:v>50940</c:v>
                </c:pt>
                <c:pt idx="8571">
                  <c:v>50941</c:v>
                </c:pt>
                <c:pt idx="8572">
                  <c:v>50942</c:v>
                </c:pt>
                <c:pt idx="8573">
                  <c:v>50943</c:v>
                </c:pt>
                <c:pt idx="8574">
                  <c:v>50944</c:v>
                </c:pt>
                <c:pt idx="8575">
                  <c:v>50945</c:v>
                </c:pt>
                <c:pt idx="8576">
                  <c:v>50946</c:v>
                </c:pt>
                <c:pt idx="8577">
                  <c:v>50947</c:v>
                </c:pt>
                <c:pt idx="8578">
                  <c:v>50948</c:v>
                </c:pt>
                <c:pt idx="8579">
                  <c:v>50949</c:v>
                </c:pt>
                <c:pt idx="8580">
                  <c:v>50950</c:v>
                </c:pt>
                <c:pt idx="8581">
                  <c:v>50951</c:v>
                </c:pt>
                <c:pt idx="8582">
                  <c:v>50952</c:v>
                </c:pt>
                <c:pt idx="8583">
                  <c:v>50953</c:v>
                </c:pt>
                <c:pt idx="8584">
                  <c:v>50954</c:v>
                </c:pt>
                <c:pt idx="8585">
                  <c:v>50955</c:v>
                </c:pt>
                <c:pt idx="8586">
                  <c:v>50956</c:v>
                </c:pt>
                <c:pt idx="8587">
                  <c:v>50957</c:v>
                </c:pt>
                <c:pt idx="8588">
                  <c:v>50958</c:v>
                </c:pt>
                <c:pt idx="8589">
                  <c:v>50959</c:v>
                </c:pt>
                <c:pt idx="8590">
                  <c:v>50960</c:v>
                </c:pt>
                <c:pt idx="8591">
                  <c:v>50961</c:v>
                </c:pt>
                <c:pt idx="8592">
                  <c:v>50962</c:v>
                </c:pt>
                <c:pt idx="8593">
                  <c:v>50963</c:v>
                </c:pt>
                <c:pt idx="8594">
                  <c:v>50964</c:v>
                </c:pt>
                <c:pt idx="8595">
                  <c:v>50965</c:v>
                </c:pt>
                <c:pt idx="8596">
                  <c:v>50966</c:v>
                </c:pt>
                <c:pt idx="8597">
                  <c:v>50967</c:v>
                </c:pt>
                <c:pt idx="8598">
                  <c:v>50968</c:v>
                </c:pt>
                <c:pt idx="8599">
                  <c:v>50969</c:v>
                </c:pt>
                <c:pt idx="8600">
                  <c:v>50970</c:v>
                </c:pt>
                <c:pt idx="8601">
                  <c:v>50971</c:v>
                </c:pt>
                <c:pt idx="8602">
                  <c:v>50972</c:v>
                </c:pt>
                <c:pt idx="8603">
                  <c:v>50973</c:v>
                </c:pt>
                <c:pt idx="8604">
                  <c:v>50974</c:v>
                </c:pt>
                <c:pt idx="8605">
                  <c:v>50975</c:v>
                </c:pt>
                <c:pt idx="8606">
                  <c:v>50976</c:v>
                </c:pt>
                <c:pt idx="8607">
                  <c:v>50977</c:v>
                </c:pt>
                <c:pt idx="8608">
                  <c:v>50978</c:v>
                </c:pt>
                <c:pt idx="8609">
                  <c:v>50979</c:v>
                </c:pt>
                <c:pt idx="8610">
                  <c:v>50980</c:v>
                </c:pt>
                <c:pt idx="8611">
                  <c:v>50981</c:v>
                </c:pt>
                <c:pt idx="8612">
                  <c:v>50982</c:v>
                </c:pt>
                <c:pt idx="8613">
                  <c:v>50983</c:v>
                </c:pt>
                <c:pt idx="8614">
                  <c:v>50984</c:v>
                </c:pt>
                <c:pt idx="8615">
                  <c:v>50985</c:v>
                </c:pt>
                <c:pt idx="8616">
                  <c:v>50986</c:v>
                </c:pt>
                <c:pt idx="8617">
                  <c:v>50987</c:v>
                </c:pt>
                <c:pt idx="8618">
                  <c:v>50988</c:v>
                </c:pt>
                <c:pt idx="8619">
                  <c:v>50989</c:v>
                </c:pt>
                <c:pt idx="8620">
                  <c:v>50990</c:v>
                </c:pt>
                <c:pt idx="8621">
                  <c:v>50991</c:v>
                </c:pt>
                <c:pt idx="8622">
                  <c:v>50992</c:v>
                </c:pt>
                <c:pt idx="8623">
                  <c:v>50993</c:v>
                </c:pt>
                <c:pt idx="8624">
                  <c:v>50994</c:v>
                </c:pt>
                <c:pt idx="8625">
                  <c:v>50995</c:v>
                </c:pt>
                <c:pt idx="8626">
                  <c:v>50996</c:v>
                </c:pt>
                <c:pt idx="8627">
                  <c:v>50997</c:v>
                </c:pt>
                <c:pt idx="8628">
                  <c:v>50998</c:v>
                </c:pt>
                <c:pt idx="8629">
                  <c:v>50999</c:v>
                </c:pt>
                <c:pt idx="8630">
                  <c:v>51000</c:v>
                </c:pt>
                <c:pt idx="8631">
                  <c:v>51001</c:v>
                </c:pt>
                <c:pt idx="8632">
                  <c:v>51002</c:v>
                </c:pt>
                <c:pt idx="8633">
                  <c:v>51003</c:v>
                </c:pt>
                <c:pt idx="8634">
                  <c:v>51004</c:v>
                </c:pt>
                <c:pt idx="8635">
                  <c:v>51005</c:v>
                </c:pt>
                <c:pt idx="8636">
                  <c:v>51006</c:v>
                </c:pt>
                <c:pt idx="8637">
                  <c:v>51007</c:v>
                </c:pt>
                <c:pt idx="8638">
                  <c:v>51008</c:v>
                </c:pt>
                <c:pt idx="8639">
                  <c:v>51009</c:v>
                </c:pt>
                <c:pt idx="8640">
                  <c:v>51010</c:v>
                </c:pt>
                <c:pt idx="8641">
                  <c:v>51011</c:v>
                </c:pt>
                <c:pt idx="8642">
                  <c:v>51012</c:v>
                </c:pt>
                <c:pt idx="8643">
                  <c:v>51013</c:v>
                </c:pt>
                <c:pt idx="8644">
                  <c:v>51014</c:v>
                </c:pt>
                <c:pt idx="8645">
                  <c:v>51015</c:v>
                </c:pt>
                <c:pt idx="8646">
                  <c:v>51016</c:v>
                </c:pt>
                <c:pt idx="8647">
                  <c:v>51017</c:v>
                </c:pt>
                <c:pt idx="8648">
                  <c:v>51018</c:v>
                </c:pt>
                <c:pt idx="8649">
                  <c:v>51019</c:v>
                </c:pt>
                <c:pt idx="8650">
                  <c:v>51020</c:v>
                </c:pt>
                <c:pt idx="8651">
                  <c:v>51021</c:v>
                </c:pt>
                <c:pt idx="8652">
                  <c:v>51022</c:v>
                </c:pt>
                <c:pt idx="8653">
                  <c:v>51023</c:v>
                </c:pt>
                <c:pt idx="8654">
                  <c:v>51024</c:v>
                </c:pt>
                <c:pt idx="8655">
                  <c:v>51025</c:v>
                </c:pt>
                <c:pt idx="8656">
                  <c:v>51026</c:v>
                </c:pt>
                <c:pt idx="8657">
                  <c:v>51027</c:v>
                </c:pt>
                <c:pt idx="8658">
                  <c:v>51028</c:v>
                </c:pt>
                <c:pt idx="8659">
                  <c:v>51029</c:v>
                </c:pt>
                <c:pt idx="8660">
                  <c:v>51030</c:v>
                </c:pt>
                <c:pt idx="8661">
                  <c:v>51031</c:v>
                </c:pt>
                <c:pt idx="8662">
                  <c:v>51032</c:v>
                </c:pt>
                <c:pt idx="8663">
                  <c:v>51033</c:v>
                </c:pt>
                <c:pt idx="8664">
                  <c:v>51034</c:v>
                </c:pt>
                <c:pt idx="8665">
                  <c:v>51035</c:v>
                </c:pt>
                <c:pt idx="8666">
                  <c:v>51036</c:v>
                </c:pt>
                <c:pt idx="8667">
                  <c:v>51037</c:v>
                </c:pt>
                <c:pt idx="8668">
                  <c:v>51038</c:v>
                </c:pt>
                <c:pt idx="8669">
                  <c:v>51039</c:v>
                </c:pt>
                <c:pt idx="8670">
                  <c:v>51040</c:v>
                </c:pt>
                <c:pt idx="8671">
                  <c:v>51041</c:v>
                </c:pt>
                <c:pt idx="8672">
                  <c:v>51042</c:v>
                </c:pt>
                <c:pt idx="8673">
                  <c:v>51043</c:v>
                </c:pt>
                <c:pt idx="8674">
                  <c:v>51044</c:v>
                </c:pt>
                <c:pt idx="8675">
                  <c:v>51045</c:v>
                </c:pt>
                <c:pt idx="8676">
                  <c:v>51046</c:v>
                </c:pt>
                <c:pt idx="8677">
                  <c:v>51047</c:v>
                </c:pt>
                <c:pt idx="8678">
                  <c:v>51048</c:v>
                </c:pt>
                <c:pt idx="8679">
                  <c:v>51049</c:v>
                </c:pt>
                <c:pt idx="8680">
                  <c:v>51050</c:v>
                </c:pt>
                <c:pt idx="8681">
                  <c:v>51051</c:v>
                </c:pt>
                <c:pt idx="8682">
                  <c:v>51052</c:v>
                </c:pt>
                <c:pt idx="8683">
                  <c:v>51053</c:v>
                </c:pt>
                <c:pt idx="8684">
                  <c:v>51054</c:v>
                </c:pt>
                <c:pt idx="8685">
                  <c:v>51055</c:v>
                </c:pt>
                <c:pt idx="8686">
                  <c:v>51056</c:v>
                </c:pt>
                <c:pt idx="8687">
                  <c:v>51057</c:v>
                </c:pt>
                <c:pt idx="8688">
                  <c:v>51058</c:v>
                </c:pt>
                <c:pt idx="8689">
                  <c:v>51059</c:v>
                </c:pt>
                <c:pt idx="8690">
                  <c:v>51060</c:v>
                </c:pt>
                <c:pt idx="8691">
                  <c:v>51061</c:v>
                </c:pt>
                <c:pt idx="8692">
                  <c:v>51062</c:v>
                </c:pt>
                <c:pt idx="8693">
                  <c:v>51063</c:v>
                </c:pt>
                <c:pt idx="8694">
                  <c:v>51064</c:v>
                </c:pt>
                <c:pt idx="8695">
                  <c:v>51065</c:v>
                </c:pt>
                <c:pt idx="8696">
                  <c:v>51066</c:v>
                </c:pt>
                <c:pt idx="8697">
                  <c:v>51067</c:v>
                </c:pt>
                <c:pt idx="8698">
                  <c:v>51068</c:v>
                </c:pt>
                <c:pt idx="8699">
                  <c:v>51069</c:v>
                </c:pt>
                <c:pt idx="8700">
                  <c:v>51070</c:v>
                </c:pt>
                <c:pt idx="8701">
                  <c:v>51071</c:v>
                </c:pt>
                <c:pt idx="8702">
                  <c:v>51072</c:v>
                </c:pt>
                <c:pt idx="8703">
                  <c:v>51073</c:v>
                </c:pt>
                <c:pt idx="8704">
                  <c:v>51074</c:v>
                </c:pt>
                <c:pt idx="8705">
                  <c:v>51075</c:v>
                </c:pt>
                <c:pt idx="8706">
                  <c:v>51076</c:v>
                </c:pt>
                <c:pt idx="8707">
                  <c:v>51077</c:v>
                </c:pt>
                <c:pt idx="8708">
                  <c:v>51078</c:v>
                </c:pt>
                <c:pt idx="8709">
                  <c:v>51079</c:v>
                </c:pt>
                <c:pt idx="8710">
                  <c:v>51080</c:v>
                </c:pt>
                <c:pt idx="8711">
                  <c:v>51081</c:v>
                </c:pt>
                <c:pt idx="8712">
                  <c:v>51082</c:v>
                </c:pt>
                <c:pt idx="8713">
                  <c:v>51083</c:v>
                </c:pt>
                <c:pt idx="8714">
                  <c:v>51084</c:v>
                </c:pt>
                <c:pt idx="8715">
                  <c:v>51085</c:v>
                </c:pt>
                <c:pt idx="8716">
                  <c:v>51086</c:v>
                </c:pt>
                <c:pt idx="8717">
                  <c:v>51087</c:v>
                </c:pt>
                <c:pt idx="8718">
                  <c:v>51088</c:v>
                </c:pt>
                <c:pt idx="8719">
                  <c:v>51089</c:v>
                </c:pt>
                <c:pt idx="8720">
                  <c:v>51090</c:v>
                </c:pt>
                <c:pt idx="8721">
                  <c:v>51091</c:v>
                </c:pt>
                <c:pt idx="8722">
                  <c:v>51092</c:v>
                </c:pt>
                <c:pt idx="8723">
                  <c:v>51093</c:v>
                </c:pt>
                <c:pt idx="8724">
                  <c:v>51094</c:v>
                </c:pt>
                <c:pt idx="8725">
                  <c:v>51095</c:v>
                </c:pt>
                <c:pt idx="8726">
                  <c:v>51096</c:v>
                </c:pt>
                <c:pt idx="8727">
                  <c:v>51097</c:v>
                </c:pt>
                <c:pt idx="8728">
                  <c:v>51098</c:v>
                </c:pt>
                <c:pt idx="8729">
                  <c:v>51099</c:v>
                </c:pt>
                <c:pt idx="8730">
                  <c:v>51100</c:v>
                </c:pt>
                <c:pt idx="8731">
                  <c:v>51101</c:v>
                </c:pt>
                <c:pt idx="8732">
                  <c:v>51102</c:v>
                </c:pt>
                <c:pt idx="8733">
                  <c:v>51103</c:v>
                </c:pt>
                <c:pt idx="8734">
                  <c:v>51104</c:v>
                </c:pt>
                <c:pt idx="8735">
                  <c:v>51105</c:v>
                </c:pt>
                <c:pt idx="8736">
                  <c:v>51106</c:v>
                </c:pt>
                <c:pt idx="8737">
                  <c:v>51107</c:v>
                </c:pt>
                <c:pt idx="8738">
                  <c:v>51108</c:v>
                </c:pt>
                <c:pt idx="8739">
                  <c:v>51109</c:v>
                </c:pt>
                <c:pt idx="8740">
                  <c:v>51110</c:v>
                </c:pt>
                <c:pt idx="8741">
                  <c:v>51111</c:v>
                </c:pt>
                <c:pt idx="8742">
                  <c:v>51112</c:v>
                </c:pt>
                <c:pt idx="8743">
                  <c:v>51113</c:v>
                </c:pt>
                <c:pt idx="8744">
                  <c:v>51114</c:v>
                </c:pt>
                <c:pt idx="8745">
                  <c:v>51115</c:v>
                </c:pt>
                <c:pt idx="8746">
                  <c:v>51116</c:v>
                </c:pt>
                <c:pt idx="8747">
                  <c:v>51117</c:v>
                </c:pt>
                <c:pt idx="8748">
                  <c:v>51118</c:v>
                </c:pt>
                <c:pt idx="8749">
                  <c:v>51119</c:v>
                </c:pt>
                <c:pt idx="8750">
                  <c:v>51120</c:v>
                </c:pt>
                <c:pt idx="8751">
                  <c:v>51121</c:v>
                </c:pt>
                <c:pt idx="8752">
                  <c:v>51122</c:v>
                </c:pt>
                <c:pt idx="8753">
                  <c:v>51123</c:v>
                </c:pt>
                <c:pt idx="8754">
                  <c:v>51124</c:v>
                </c:pt>
                <c:pt idx="8755">
                  <c:v>51125</c:v>
                </c:pt>
                <c:pt idx="8756">
                  <c:v>51126</c:v>
                </c:pt>
                <c:pt idx="8757">
                  <c:v>51127</c:v>
                </c:pt>
                <c:pt idx="8758">
                  <c:v>51128</c:v>
                </c:pt>
                <c:pt idx="8759">
                  <c:v>51129</c:v>
                </c:pt>
                <c:pt idx="8760">
                  <c:v>51130</c:v>
                </c:pt>
                <c:pt idx="8761">
                  <c:v>51131</c:v>
                </c:pt>
                <c:pt idx="8762">
                  <c:v>51132</c:v>
                </c:pt>
                <c:pt idx="8763">
                  <c:v>51133</c:v>
                </c:pt>
                <c:pt idx="8764">
                  <c:v>51134</c:v>
                </c:pt>
                <c:pt idx="8765">
                  <c:v>51135</c:v>
                </c:pt>
                <c:pt idx="8766">
                  <c:v>51136</c:v>
                </c:pt>
                <c:pt idx="8767">
                  <c:v>51137</c:v>
                </c:pt>
                <c:pt idx="8768">
                  <c:v>51138</c:v>
                </c:pt>
                <c:pt idx="8769">
                  <c:v>51139</c:v>
                </c:pt>
                <c:pt idx="8770">
                  <c:v>51140</c:v>
                </c:pt>
                <c:pt idx="8771">
                  <c:v>51141</c:v>
                </c:pt>
                <c:pt idx="8772">
                  <c:v>51142</c:v>
                </c:pt>
                <c:pt idx="8773">
                  <c:v>51143</c:v>
                </c:pt>
                <c:pt idx="8774">
                  <c:v>51144</c:v>
                </c:pt>
                <c:pt idx="8775">
                  <c:v>51145</c:v>
                </c:pt>
                <c:pt idx="8776">
                  <c:v>51146</c:v>
                </c:pt>
                <c:pt idx="8777">
                  <c:v>51147</c:v>
                </c:pt>
                <c:pt idx="8778">
                  <c:v>51148</c:v>
                </c:pt>
                <c:pt idx="8779">
                  <c:v>51149</c:v>
                </c:pt>
                <c:pt idx="8780">
                  <c:v>51150</c:v>
                </c:pt>
                <c:pt idx="8781">
                  <c:v>51151</c:v>
                </c:pt>
                <c:pt idx="8782">
                  <c:v>51152</c:v>
                </c:pt>
                <c:pt idx="8783">
                  <c:v>51153</c:v>
                </c:pt>
                <c:pt idx="8784">
                  <c:v>51154</c:v>
                </c:pt>
                <c:pt idx="8785">
                  <c:v>51155</c:v>
                </c:pt>
                <c:pt idx="8786">
                  <c:v>51156</c:v>
                </c:pt>
                <c:pt idx="8787">
                  <c:v>51157</c:v>
                </c:pt>
                <c:pt idx="8788">
                  <c:v>51158</c:v>
                </c:pt>
                <c:pt idx="8789">
                  <c:v>51159</c:v>
                </c:pt>
                <c:pt idx="8790">
                  <c:v>51160</c:v>
                </c:pt>
                <c:pt idx="8791">
                  <c:v>51161</c:v>
                </c:pt>
                <c:pt idx="8792">
                  <c:v>51162</c:v>
                </c:pt>
                <c:pt idx="8793">
                  <c:v>51163</c:v>
                </c:pt>
                <c:pt idx="8794">
                  <c:v>51164</c:v>
                </c:pt>
                <c:pt idx="8795">
                  <c:v>51165</c:v>
                </c:pt>
                <c:pt idx="8796">
                  <c:v>51166</c:v>
                </c:pt>
                <c:pt idx="8797">
                  <c:v>51167</c:v>
                </c:pt>
                <c:pt idx="8798">
                  <c:v>51168</c:v>
                </c:pt>
                <c:pt idx="8799">
                  <c:v>51169</c:v>
                </c:pt>
                <c:pt idx="8800">
                  <c:v>51170</c:v>
                </c:pt>
                <c:pt idx="8801">
                  <c:v>51171</c:v>
                </c:pt>
                <c:pt idx="8802">
                  <c:v>51172</c:v>
                </c:pt>
                <c:pt idx="8803">
                  <c:v>51173</c:v>
                </c:pt>
                <c:pt idx="8804">
                  <c:v>51174</c:v>
                </c:pt>
                <c:pt idx="8805">
                  <c:v>51175</c:v>
                </c:pt>
                <c:pt idx="8806">
                  <c:v>51176</c:v>
                </c:pt>
                <c:pt idx="8807">
                  <c:v>51177</c:v>
                </c:pt>
                <c:pt idx="8808">
                  <c:v>51178</c:v>
                </c:pt>
                <c:pt idx="8809">
                  <c:v>51179</c:v>
                </c:pt>
                <c:pt idx="8810">
                  <c:v>51180</c:v>
                </c:pt>
                <c:pt idx="8811">
                  <c:v>51181</c:v>
                </c:pt>
                <c:pt idx="8812">
                  <c:v>51182</c:v>
                </c:pt>
                <c:pt idx="8813">
                  <c:v>51183</c:v>
                </c:pt>
                <c:pt idx="8814">
                  <c:v>51184</c:v>
                </c:pt>
                <c:pt idx="8815">
                  <c:v>51185</c:v>
                </c:pt>
                <c:pt idx="8816">
                  <c:v>51186</c:v>
                </c:pt>
                <c:pt idx="8817">
                  <c:v>51187</c:v>
                </c:pt>
                <c:pt idx="8818">
                  <c:v>51188</c:v>
                </c:pt>
                <c:pt idx="8819">
                  <c:v>51189</c:v>
                </c:pt>
                <c:pt idx="8820">
                  <c:v>51190</c:v>
                </c:pt>
                <c:pt idx="8821">
                  <c:v>51191</c:v>
                </c:pt>
                <c:pt idx="8822">
                  <c:v>51192</c:v>
                </c:pt>
                <c:pt idx="8823">
                  <c:v>51193</c:v>
                </c:pt>
                <c:pt idx="8824">
                  <c:v>51194</c:v>
                </c:pt>
                <c:pt idx="8825">
                  <c:v>51195</c:v>
                </c:pt>
                <c:pt idx="8826">
                  <c:v>51196</c:v>
                </c:pt>
                <c:pt idx="8827">
                  <c:v>51197</c:v>
                </c:pt>
                <c:pt idx="8828">
                  <c:v>51198</c:v>
                </c:pt>
                <c:pt idx="8829">
                  <c:v>51199</c:v>
                </c:pt>
                <c:pt idx="8830">
                  <c:v>51200</c:v>
                </c:pt>
                <c:pt idx="8831">
                  <c:v>51201</c:v>
                </c:pt>
                <c:pt idx="8832">
                  <c:v>51202</c:v>
                </c:pt>
                <c:pt idx="8833">
                  <c:v>51203</c:v>
                </c:pt>
                <c:pt idx="8834">
                  <c:v>51204</c:v>
                </c:pt>
                <c:pt idx="8835">
                  <c:v>51205</c:v>
                </c:pt>
                <c:pt idx="8836">
                  <c:v>51206</c:v>
                </c:pt>
                <c:pt idx="8837">
                  <c:v>51207</c:v>
                </c:pt>
                <c:pt idx="8838">
                  <c:v>51208</c:v>
                </c:pt>
                <c:pt idx="8839">
                  <c:v>51209</c:v>
                </c:pt>
                <c:pt idx="8840">
                  <c:v>51210</c:v>
                </c:pt>
                <c:pt idx="8841">
                  <c:v>51211</c:v>
                </c:pt>
                <c:pt idx="8842">
                  <c:v>51212</c:v>
                </c:pt>
                <c:pt idx="8843">
                  <c:v>51213</c:v>
                </c:pt>
                <c:pt idx="8844">
                  <c:v>51214</c:v>
                </c:pt>
                <c:pt idx="8845">
                  <c:v>51215</c:v>
                </c:pt>
                <c:pt idx="8846">
                  <c:v>51216</c:v>
                </c:pt>
                <c:pt idx="8847">
                  <c:v>51217</c:v>
                </c:pt>
                <c:pt idx="8848">
                  <c:v>51218</c:v>
                </c:pt>
                <c:pt idx="8849">
                  <c:v>51219</c:v>
                </c:pt>
                <c:pt idx="8850">
                  <c:v>51220</c:v>
                </c:pt>
                <c:pt idx="8851">
                  <c:v>51221</c:v>
                </c:pt>
                <c:pt idx="8852">
                  <c:v>51222</c:v>
                </c:pt>
                <c:pt idx="8853">
                  <c:v>51223</c:v>
                </c:pt>
                <c:pt idx="8854">
                  <c:v>51224</c:v>
                </c:pt>
                <c:pt idx="8855">
                  <c:v>51225</c:v>
                </c:pt>
                <c:pt idx="8856">
                  <c:v>51226</c:v>
                </c:pt>
                <c:pt idx="8857">
                  <c:v>51227</c:v>
                </c:pt>
                <c:pt idx="8858">
                  <c:v>51228</c:v>
                </c:pt>
                <c:pt idx="8859">
                  <c:v>51229</c:v>
                </c:pt>
                <c:pt idx="8860">
                  <c:v>51230</c:v>
                </c:pt>
                <c:pt idx="8861">
                  <c:v>51231</c:v>
                </c:pt>
                <c:pt idx="8862">
                  <c:v>51232</c:v>
                </c:pt>
                <c:pt idx="8863">
                  <c:v>51233</c:v>
                </c:pt>
                <c:pt idx="8864">
                  <c:v>51234</c:v>
                </c:pt>
                <c:pt idx="8865">
                  <c:v>51235</c:v>
                </c:pt>
                <c:pt idx="8866">
                  <c:v>51236</c:v>
                </c:pt>
                <c:pt idx="8867">
                  <c:v>51237</c:v>
                </c:pt>
                <c:pt idx="8868">
                  <c:v>51238</c:v>
                </c:pt>
                <c:pt idx="8869">
                  <c:v>51239</c:v>
                </c:pt>
                <c:pt idx="8870">
                  <c:v>51240</c:v>
                </c:pt>
                <c:pt idx="8871">
                  <c:v>51241</c:v>
                </c:pt>
                <c:pt idx="8872">
                  <c:v>51242</c:v>
                </c:pt>
                <c:pt idx="8873">
                  <c:v>51243</c:v>
                </c:pt>
                <c:pt idx="8874">
                  <c:v>51244</c:v>
                </c:pt>
                <c:pt idx="8875">
                  <c:v>51245</c:v>
                </c:pt>
                <c:pt idx="8876">
                  <c:v>51246</c:v>
                </c:pt>
                <c:pt idx="8877">
                  <c:v>51247</c:v>
                </c:pt>
                <c:pt idx="8878">
                  <c:v>51248</c:v>
                </c:pt>
                <c:pt idx="8879">
                  <c:v>51249</c:v>
                </c:pt>
                <c:pt idx="8880">
                  <c:v>51250</c:v>
                </c:pt>
                <c:pt idx="8881">
                  <c:v>51251</c:v>
                </c:pt>
                <c:pt idx="8882">
                  <c:v>51252</c:v>
                </c:pt>
                <c:pt idx="8883">
                  <c:v>51253</c:v>
                </c:pt>
                <c:pt idx="8884">
                  <c:v>51254</c:v>
                </c:pt>
                <c:pt idx="8885">
                  <c:v>51255</c:v>
                </c:pt>
                <c:pt idx="8886">
                  <c:v>51256</c:v>
                </c:pt>
                <c:pt idx="8887">
                  <c:v>51257</c:v>
                </c:pt>
                <c:pt idx="8888">
                  <c:v>51258</c:v>
                </c:pt>
                <c:pt idx="8889">
                  <c:v>51259</c:v>
                </c:pt>
                <c:pt idx="8890">
                  <c:v>51260</c:v>
                </c:pt>
                <c:pt idx="8891">
                  <c:v>51261</c:v>
                </c:pt>
                <c:pt idx="8892">
                  <c:v>51262</c:v>
                </c:pt>
                <c:pt idx="8893">
                  <c:v>51263</c:v>
                </c:pt>
                <c:pt idx="8894">
                  <c:v>51264</c:v>
                </c:pt>
                <c:pt idx="8895">
                  <c:v>51265</c:v>
                </c:pt>
                <c:pt idx="8896">
                  <c:v>51266</c:v>
                </c:pt>
                <c:pt idx="8897">
                  <c:v>51267</c:v>
                </c:pt>
                <c:pt idx="8898">
                  <c:v>51268</c:v>
                </c:pt>
                <c:pt idx="8899">
                  <c:v>51269</c:v>
                </c:pt>
                <c:pt idx="8900">
                  <c:v>51270</c:v>
                </c:pt>
                <c:pt idx="8901">
                  <c:v>51271</c:v>
                </c:pt>
                <c:pt idx="8902">
                  <c:v>51272</c:v>
                </c:pt>
                <c:pt idx="8903">
                  <c:v>51273</c:v>
                </c:pt>
                <c:pt idx="8904">
                  <c:v>51274</c:v>
                </c:pt>
                <c:pt idx="8905">
                  <c:v>51275</c:v>
                </c:pt>
                <c:pt idx="8906">
                  <c:v>51276</c:v>
                </c:pt>
                <c:pt idx="8907">
                  <c:v>51277</c:v>
                </c:pt>
                <c:pt idx="8908">
                  <c:v>51278</c:v>
                </c:pt>
                <c:pt idx="8909">
                  <c:v>51279</c:v>
                </c:pt>
                <c:pt idx="8910">
                  <c:v>51280</c:v>
                </c:pt>
                <c:pt idx="8911">
                  <c:v>51281</c:v>
                </c:pt>
                <c:pt idx="8912">
                  <c:v>51282</c:v>
                </c:pt>
                <c:pt idx="8913">
                  <c:v>51283</c:v>
                </c:pt>
                <c:pt idx="8914">
                  <c:v>51284</c:v>
                </c:pt>
                <c:pt idx="8915">
                  <c:v>51285</c:v>
                </c:pt>
                <c:pt idx="8916">
                  <c:v>51286</c:v>
                </c:pt>
                <c:pt idx="8917">
                  <c:v>51287</c:v>
                </c:pt>
                <c:pt idx="8918">
                  <c:v>51288</c:v>
                </c:pt>
                <c:pt idx="8919">
                  <c:v>51289</c:v>
                </c:pt>
                <c:pt idx="8920">
                  <c:v>51290</c:v>
                </c:pt>
                <c:pt idx="8921">
                  <c:v>51291</c:v>
                </c:pt>
                <c:pt idx="8922">
                  <c:v>51292</c:v>
                </c:pt>
                <c:pt idx="8923">
                  <c:v>51293</c:v>
                </c:pt>
                <c:pt idx="8924">
                  <c:v>51294</c:v>
                </c:pt>
                <c:pt idx="8925">
                  <c:v>51295</c:v>
                </c:pt>
                <c:pt idx="8926">
                  <c:v>51296</c:v>
                </c:pt>
                <c:pt idx="8927">
                  <c:v>51297</c:v>
                </c:pt>
                <c:pt idx="8928">
                  <c:v>51298</c:v>
                </c:pt>
                <c:pt idx="8929">
                  <c:v>51299</c:v>
                </c:pt>
                <c:pt idx="8930">
                  <c:v>51300</c:v>
                </c:pt>
                <c:pt idx="8931">
                  <c:v>51301</c:v>
                </c:pt>
                <c:pt idx="8932">
                  <c:v>51302</c:v>
                </c:pt>
                <c:pt idx="8933">
                  <c:v>51303</c:v>
                </c:pt>
                <c:pt idx="8934">
                  <c:v>51304</c:v>
                </c:pt>
                <c:pt idx="8935">
                  <c:v>51305</c:v>
                </c:pt>
                <c:pt idx="8936">
                  <c:v>51306</c:v>
                </c:pt>
                <c:pt idx="8937">
                  <c:v>51307</c:v>
                </c:pt>
                <c:pt idx="8938">
                  <c:v>51308</c:v>
                </c:pt>
                <c:pt idx="8939">
                  <c:v>51309</c:v>
                </c:pt>
                <c:pt idx="8940">
                  <c:v>51310</c:v>
                </c:pt>
                <c:pt idx="8941">
                  <c:v>51311</c:v>
                </c:pt>
                <c:pt idx="8942">
                  <c:v>51312</c:v>
                </c:pt>
                <c:pt idx="8943">
                  <c:v>51313</c:v>
                </c:pt>
                <c:pt idx="8944">
                  <c:v>51314</c:v>
                </c:pt>
                <c:pt idx="8945">
                  <c:v>51315</c:v>
                </c:pt>
                <c:pt idx="8946">
                  <c:v>51316</c:v>
                </c:pt>
                <c:pt idx="8947">
                  <c:v>51317</c:v>
                </c:pt>
                <c:pt idx="8948">
                  <c:v>51318</c:v>
                </c:pt>
                <c:pt idx="8949">
                  <c:v>51319</c:v>
                </c:pt>
                <c:pt idx="8950">
                  <c:v>51320</c:v>
                </c:pt>
                <c:pt idx="8951">
                  <c:v>51321</c:v>
                </c:pt>
                <c:pt idx="8952">
                  <c:v>51322</c:v>
                </c:pt>
                <c:pt idx="8953">
                  <c:v>51323</c:v>
                </c:pt>
                <c:pt idx="8954">
                  <c:v>51324</c:v>
                </c:pt>
                <c:pt idx="8955">
                  <c:v>51325</c:v>
                </c:pt>
                <c:pt idx="8956">
                  <c:v>51326</c:v>
                </c:pt>
                <c:pt idx="8957">
                  <c:v>51327</c:v>
                </c:pt>
                <c:pt idx="8958">
                  <c:v>51328</c:v>
                </c:pt>
                <c:pt idx="8959">
                  <c:v>51329</c:v>
                </c:pt>
                <c:pt idx="8960">
                  <c:v>51330</c:v>
                </c:pt>
                <c:pt idx="8961">
                  <c:v>51331</c:v>
                </c:pt>
                <c:pt idx="8962">
                  <c:v>51332</c:v>
                </c:pt>
                <c:pt idx="8963">
                  <c:v>51333</c:v>
                </c:pt>
                <c:pt idx="8964">
                  <c:v>51334</c:v>
                </c:pt>
                <c:pt idx="8965">
                  <c:v>51335</c:v>
                </c:pt>
                <c:pt idx="8966">
                  <c:v>51336</c:v>
                </c:pt>
                <c:pt idx="8967">
                  <c:v>51337</c:v>
                </c:pt>
                <c:pt idx="8968">
                  <c:v>51338</c:v>
                </c:pt>
                <c:pt idx="8969">
                  <c:v>51339</c:v>
                </c:pt>
                <c:pt idx="8970">
                  <c:v>51340</c:v>
                </c:pt>
                <c:pt idx="8971">
                  <c:v>51341</c:v>
                </c:pt>
                <c:pt idx="8972">
                  <c:v>51342</c:v>
                </c:pt>
                <c:pt idx="8973">
                  <c:v>51343</c:v>
                </c:pt>
                <c:pt idx="8974">
                  <c:v>51344</c:v>
                </c:pt>
                <c:pt idx="8975">
                  <c:v>51345</c:v>
                </c:pt>
                <c:pt idx="8976">
                  <c:v>51346</c:v>
                </c:pt>
                <c:pt idx="8977">
                  <c:v>51347</c:v>
                </c:pt>
                <c:pt idx="8978">
                  <c:v>51348</c:v>
                </c:pt>
                <c:pt idx="8979">
                  <c:v>51349</c:v>
                </c:pt>
                <c:pt idx="8980">
                  <c:v>51350</c:v>
                </c:pt>
                <c:pt idx="8981">
                  <c:v>51351</c:v>
                </c:pt>
                <c:pt idx="8982">
                  <c:v>51352</c:v>
                </c:pt>
                <c:pt idx="8983">
                  <c:v>51353</c:v>
                </c:pt>
                <c:pt idx="8984">
                  <c:v>51354</c:v>
                </c:pt>
                <c:pt idx="8985">
                  <c:v>51355</c:v>
                </c:pt>
                <c:pt idx="8986">
                  <c:v>51356</c:v>
                </c:pt>
                <c:pt idx="8987">
                  <c:v>51357</c:v>
                </c:pt>
                <c:pt idx="8988">
                  <c:v>51358</c:v>
                </c:pt>
                <c:pt idx="8989">
                  <c:v>51359</c:v>
                </c:pt>
                <c:pt idx="8990">
                  <c:v>51360</c:v>
                </c:pt>
                <c:pt idx="8991">
                  <c:v>51361</c:v>
                </c:pt>
                <c:pt idx="8992">
                  <c:v>51362</c:v>
                </c:pt>
                <c:pt idx="8993">
                  <c:v>51363</c:v>
                </c:pt>
                <c:pt idx="8994">
                  <c:v>51364</c:v>
                </c:pt>
                <c:pt idx="8995">
                  <c:v>51365</c:v>
                </c:pt>
                <c:pt idx="8996">
                  <c:v>51366</c:v>
                </c:pt>
                <c:pt idx="8997">
                  <c:v>51367</c:v>
                </c:pt>
                <c:pt idx="8998">
                  <c:v>51368</c:v>
                </c:pt>
                <c:pt idx="8999">
                  <c:v>51369</c:v>
                </c:pt>
                <c:pt idx="9000">
                  <c:v>51370</c:v>
                </c:pt>
                <c:pt idx="9001">
                  <c:v>51371</c:v>
                </c:pt>
                <c:pt idx="9002">
                  <c:v>51372</c:v>
                </c:pt>
                <c:pt idx="9003">
                  <c:v>51373</c:v>
                </c:pt>
                <c:pt idx="9004">
                  <c:v>51374</c:v>
                </c:pt>
                <c:pt idx="9005">
                  <c:v>51375</c:v>
                </c:pt>
                <c:pt idx="9006">
                  <c:v>51376</c:v>
                </c:pt>
                <c:pt idx="9007">
                  <c:v>51377</c:v>
                </c:pt>
                <c:pt idx="9008">
                  <c:v>51378</c:v>
                </c:pt>
                <c:pt idx="9009">
                  <c:v>51379</c:v>
                </c:pt>
                <c:pt idx="9010">
                  <c:v>51380</c:v>
                </c:pt>
                <c:pt idx="9011">
                  <c:v>51381</c:v>
                </c:pt>
                <c:pt idx="9012">
                  <c:v>51382</c:v>
                </c:pt>
                <c:pt idx="9013">
                  <c:v>51383</c:v>
                </c:pt>
                <c:pt idx="9014">
                  <c:v>51384</c:v>
                </c:pt>
                <c:pt idx="9015">
                  <c:v>51385</c:v>
                </c:pt>
                <c:pt idx="9016">
                  <c:v>51386</c:v>
                </c:pt>
                <c:pt idx="9017">
                  <c:v>51387</c:v>
                </c:pt>
                <c:pt idx="9018">
                  <c:v>51388</c:v>
                </c:pt>
                <c:pt idx="9019">
                  <c:v>51389</c:v>
                </c:pt>
                <c:pt idx="9020">
                  <c:v>51390</c:v>
                </c:pt>
                <c:pt idx="9021">
                  <c:v>51391</c:v>
                </c:pt>
                <c:pt idx="9022">
                  <c:v>51392</c:v>
                </c:pt>
                <c:pt idx="9023">
                  <c:v>51393</c:v>
                </c:pt>
                <c:pt idx="9024">
                  <c:v>51394</c:v>
                </c:pt>
                <c:pt idx="9025">
                  <c:v>51395</c:v>
                </c:pt>
                <c:pt idx="9026">
                  <c:v>51396</c:v>
                </c:pt>
                <c:pt idx="9027">
                  <c:v>51397</c:v>
                </c:pt>
                <c:pt idx="9028">
                  <c:v>51398</c:v>
                </c:pt>
                <c:pt idx="9029">
                  <c:v>51399</c:v>
                </c:pt>
                <c:pt idx="9030">
                  <c:v>51400</c:v>
                </c:pt>
                <c:pt idx="9031">
                  <c:v>51401</c:v>
                </c:pt>
                <c:pt idx="9032">
                  <c:v>51402</c:v>
                </c:pt>
                <c:pt idx="9033">
                  <c:v>51403</c:v>
                </c:pt>
                <c:pt idx="9034">
                  <c:v>51404</c:v>
                </c:pt>
                <c:pt idx="9035">
                  <c:v>51405</c:v>
                </c:pt>
                <c:pt idx="9036">
                  <c:v>51406</c:v>
                </c:pt>
                <c:pt idx="9037">
                  <c:v>51407</c:v>
                </c:pt>
                <c:pt idx="9038">
                  <c:v>51408</c:v>
                </c:pt>
                <c:pt idx="9039">
                  <c:v>51409</c:v>
                </c:pt>
                <c:pt idx="9040">
                  <c:v>51410</c:v>
                </c:pt>
                <c:pt idx="9041">
                  <c:v>51411</c:v>
                </c:pt>
                <c:pt idx="9042">
                  <c:v>51412</c:v>
                </c:pt>
                <c:pt idx="9043">
                  <c:v>51413</c:v>
                </c:pt>
                <c:pt idx="9044">
                  <c:v>51414</c:v>
                </c:pt>
                <c:pt idx="9045">
                  <c:v>51415</c:v>
                </c:pt>
                <c:pt idx="9046">
                  <c:v>51416</c:v>
                </c:pt>
                <c:pt idx="9047">
                  <c:v>51417</c:v>
                </c:pt>
                <c:pt idx="9048">
                  <c:v>51418</c:v>
                </c:pt>
                <c:pt idx="9049">
                  <c:v>51419</c:v>
                </c:pt>
                <c:pt idx="9050">
                  <c:v>51420</c:v>
                </c:pt>
                <c:pt idx="9051">
                  <c:v>51421</c:v>
                </c:pt>
                <c:pt idx="9052">
                  <c:v>51422</c:v>
                </c:pt>
                <c:pt idx="9053">
                  <c:v>51423</c:v>
                </c:pt>
                <c:pt idx="9054">
                  <c:v>51424</c:v>
                </c:pt>
                <c:pt idx="9055">
                  <c:v>51425</c:v>
                </c:pt>
                <c:pt idx="9056">
                  <c:v>51426</c:v>
                </c:pt>
                <c:pt idx="9057">
                  <c:v>51427</c:v>
                </c:pt>
                <c:pt idx="9058">
                  <c:v>51428</c:v>
                </c:pt>
                <c:pt idx="9059">
                  <c:v>51429</c:v>
                </c:pt>
                <c:pt idx="9060">
                  <c:v>51430</c:v>
                </c:pt>
                <c:pt idx="9061">
                  <c:v>51431</c:v>
                </c:pt>
                <c:pt idx="9062">
                  <c:v>51432</c:v>
                </c:pt>
                <c:pt idx="9063">
                  <c:v>51433</c:v>
                </c:pt>
                <c:pt idx="9064">
                  <c:v>51434</c:v>
                </c:pt>
                <c:pt idx="9065">
                  <c:v>51435</c:v>
                </c:pt>
                <c:pt idx="9066">
                  <c:v>51436</c:v>
                </c:pt>
                <c:pt idx="9067">
                  <c:v>51437</c:v>
                </c:pt>
                <c:pt idx="9068">
                  <c:v>51438</c:v>
                </c:pt>
                <c:pt idx="9069">
                  <c:v>51439</c:v>
                </c:pt>
                <c:pt idx="9070">
                  <c:v>51440</c:v>
                </c:pt>
                <c:pt idx="9071">
                  <c:v>51441</c:v>
                </c:pt>
                <c:pt idx="9072">
                  <c:v>51442</c:v>
                </c:pt>
                <c:pt idx="9073">
                  <c:v>51443</c:v>
                </c:pt>
                <c:pt idx="9074">
                  <c:v>51444</c:v>
                </c:pt>
                <c:pt idx="9075">
                  <c:v>51445</c:v>
                </c:pt>
                <c:pt idx="9076">
                  <c:v>51446</c:v>
                </c:pt>
                <c:pt idx="9077">
                  <c:v>51447</c:v>
                </c:pt>
                <c:pt idx="9078">
                  <c:v>51448</c:v>
                </c:pt>
                <c:pt idx="9079">
                  <c:v>51449</c:v>
                </c:pt>
                <c:pt idx="9080">
                  <c:v>51450</c:v>
                </c:pt>
                <c:pt idx="9081">
                  <c:v>51451</c:v>
                </c:pt>
                <c:pt idx="9082">
                  <c:v>51452</c:v>
                </c:pt>
                <c:pt idx="9083">
                  <c:v>51453</c:v>
                </c:pt>
                <c:pt idx="9084">
                  <c:v>51454</c:v>
                </c:pt>
                <c:pt idx="9085">
                  <c:v>51455</c:v>
                </c:pt>
                <c:pt idx="9086">
                  <c:v>51456</c:v>
                </c:pt>
                <c:pt idx="9087">
                  <c:v>51457</c:v>
                </c:pt>
                <c:pt idx="9088">
                  <c:v>51458</c:v>
                </c:pt>
                <c:pt idx="9089">
                  <c:v>51459</c:v>
                </c:pt>
                <c:pt idx="9090">
                  <c:v>51460</c:v>
                </c:pt>
                <c:pt idx="9091">
                  <c:v>51461</c:v>
                </c:pt>
                <c:pt idx="9092">
                  <c:v>51462</c:v>
                </c:pt>
                <c:pt idx="9093">
                  <c:v>51463</c:v>
                </c:pt>
                <c:pt idx="9094">
                  <c:v>51464</c:v>
                </c:pt>
                <c:pt idx="9095">
                  <c:v>51465</c:v>
                </c:pt>
                <c:pt idx="9096">
                  <c:v>51466</c:v>
                </c:pt>
                <c:pt idx="9097">
                  <c:v>51467</c:v>
                </c:pt>
                <c:pt idx="9098">
                  <c:v>51468</c:v>
                </c:pt>
                <c:pt idx="9099">
                  <c:v>51469</c:v>
                </c:pt>
                <c:pt idx="9100">
                  <c:v>51470</c:v>
                </c:pt>
                <c:pt idx="9101">
                  <c:v>51471</c:v>
                </c:pt>
                <c:pt idx="9102">
                  <c:v>51472</c:v>
                </c:pt>
                <c:pt idx="9103">
                  <c:v>51473</c:v>
                </c:pt>
                <c:pt idx="9104">
                  <c:v>51474</c:v>
                </c:pt>
                <c:pt idx="9105">
                  <c:v>51475</c:v>
                </c:pt>
                <c:pt idx="9106">
                  <c:v>51476</c:v>
                </c:pt>
                <c:pt idx="9107">
                  <c:v>51477</c:v>
                </c:pt>
                <c:pt idx="9108">
                  <c:v>51478</c:v>
                </c:pt>
                <c:pt idx="9109">
                  <c:v>51479</c:v>
                </c:pt>
                <c:pt idx="9110">
                  <c:v>51480</c:v>
                </c:pt>
                <c:pt idx="9111">
                  <c:v>51481</c:v>
                </c:pt>
                <c:pt idx="9112">
                  <c:v>51482</c:v>
                </c:pt>
                <c:pt idx="9113">
                  <c:v>51483</c:v>
                </c:pt>
                <c:pt idx="9114">
                  <c:v>51484</c:v>
                </c:pt>
                <c:pt idx="9115">
                  <c:v>51485</c:v>
                </c:pt>
                <c:pt idx="9116">
                  <c:v>51486</c:v>
                </c:pt>
                <c:pt idx="9117">
                  <c:v>51487</c:v>
                </c:pt>
                <c:pt idx="9118">
                  <c:v>51488</c:v>
                </c:pt>
                <c:pt idx="9119">
                  <c:v>51489</c:v>
                </c:pt>
                <c:pt idx="9120">
                  <c:v>51490</c:v>
                </c:pt>
                <c:pt idx="9121">
                  <c:v>51491</c:v>
                </c:pt>
                <c:pt idx="9122">
                  <c:v>51492</c:v>
                </c:pt>
                <c:pt idx="9123">
                  <c:v>51493</c:v>
                </c:pt>
                <c:pt idx="9124">
                  <c:v>51494</c:v>
                </c:pt>
                <c:pt idx="9125">
                  <c:v>51495</c:v>
                </c:pt>
                <c:pt idx="9126">
                  <c:v>51496</c:v>
                </c:pt>
                <c:pt idx="9127">
                  <c:v>51497</c:v>
                </c:pt>
                <c:pt idx="9128">
                  <c:v>51498</c:v>
                </c:pt>
                <c:pt idx="9129">
                  <c:v>51499</c:v>
                </c:pt>
                <c:pt idx="9130">
                  <c:v>51500</c:v>
                </c:pt>
                <c:pt idx="9131">
                  <c:v>51501</c:v>
                </c:pt>
                <c:pt idx="9132">
                  <c:v>51502</c:v>
                </c:pt>
                <c:pt idx="9133">
                  <c:v>51503</c:v>
                </c:pt>
                <c:pt idx="9134">
                  <c:v>51504</c:v>
                </c:pt>
                <c:pt idx="9135">
                  <c:v>51505</c:v>
                </c:pt>
                <c:pt idx="9136">
                  <c:v>51506</c:v>
                </c:pt>
                <c:pt idx="9137">
                  <c:v>51507</c:v>
                </c:pt>
                <c:pt idx="9138">
                  <c:v>51508</c:v>
                </c:pt>
                <c:pt idx="9139">
                  <c:v>51509</c:v>
                </c:pt>
                <c:pt idx="9140">
                  <c:v>51510</c:v>
                </c:pt>
                <c:pt idx="9141">
                  <c:v>51511</c:v>
                </c:pt>
                <c:pt idx="9142">
                  <c:v>51512</c:v>
                </c:pt>
                <c:pt idx="9143">
                  <c:v>51513</c:v>
                </c:pt>
                <c:pt idx="9144">
                  <c:v>51514</c:v>
                </c:pt>
                <c:pt idx="9145">
                  <c:v>51515</c:v>
                </c:pt>
                <c:pt idx="9146">
                  <c:v>51516</c:v>
                </c:pt>
                <c:pt idx="9147">
                  <c:v>51517</c:v>
                </c:pt>
                <c:pt idx="9148">
                  <c:v>51518</c:v>
                </c:pt>
                <c:pt idx="9149">
                  <c:v>51519</c:v>
                </c:pt>
                <c:pt idx="9150">
                  <c:v>51520</c:v>
                </c:pt>
                <c:pt idx="9151">
                  <c:v>51521</c:v>
                </c:pt>
                <c:pt idx="9152">
                  <c:v>51522</c:v>
                </c:pt>
                <c:pt idx="9153">
                  <c:v>51523</c:v>
                </c:pt>
                <c:pt idx="9154">
                  <c:v>51524</c:v>
                </c:pt>
                <c:pt idx="9155">
                  <c:v>51525</c:v>
                </c:pt>
                <c:pt idx="9156">
                  <c:v>51526</c:v>
                </c:pt>
                <c:pt idx="9157">
                  <c:v>51527</c:v>
                </c:pt>
                <c:pt idx="9158">
                  <c:v>51528</c:v>
                </c:pt>
                <c:pt idx="9159">
                  <c:v>51529</c:v>
                </c:pt>
                <c:pt idx="9160">
                  <c:v>51530</c:v>
                </c:pt>
                <c:pt idx="9161">
                  <c:v>51531</c:v>
                </c:pt>
                <c:pt idx="9162">
                  <c:v>51532</c:v>
                </c:pt>
                <c:pt idx="9163">
                  <c:v>51533</c:v>
                </c:pt>
                <c:pt idx="9164">
                  <c:v>51534</c:v>
                </c:pt>
                <c:pt idx="9165">
                  <c:v>51535</c:v>
                </c:pt>
                <c:pt idx="9166">
                  <c:v>51536</c:v>
                </c:pt>
                <c:pt idx="9167">
                  <c:v>51537</c:v>
                </c:pt>
                <c:pt idx="9168">
                  <c:v>51538</c:v>
                </c:pt>
                <c:pt idx="9169">
                  <c:v>51539</c:v>
                </c:pt>
                <c:pt idx="9170">
                  <c:v>51540</c:v>
                </c:pt>
                <c:pt idx="9171">
                  <c:v>51541</c:v>
                </c:pt>
                <c:pt idx="9172">
                  <c:v>51542</c:v>
                </c:pt>
                <c:pt idx="9173">
                  <c:v>51543</c:v>
                </c:pt>
                <c:pt idx="9174">
                  <c:v>51544</c:v>
                </c:pt>
                <c:pt idx="9175">
                  <c:v>51545</c:v>
                </c:pt>
                <c:pt idx="9176">
                  <c:v>51546</c:v>
                </c:pt>
                <c:pt idx="9177">
                  <c:v>51547</c:v>
                </c:pt>
                <c:pt idx="9178">
                  <c:v>51548</c:v>
                </c:pt>
                <c:pt idx="9179">
                  <c:v>51549</c:v>
                </c:pt>
                <c:pt idx="9180">
                  <c:v>51550</c:v>
                </c:pt>
                <c:pt idx="9181">
                  <c:v>51551</c:v>
                </c:pt>
                <c:pt idx="9182">
                  <c:v>51552</c:v>
                </c:pt>
                <c:pt idx="9183">
                  <c:v>51553</c:v>
                </c:pt>
                <c:pt idx="9184">
                  <c:v>51554</c:v>
                </c:pt>
                <c:pt idx="9185">
                  <c:v>51555</c:v>
                </c:pt>
                <c:pt idx="9186">
                  <c:v>51556</c:v>
                </c:pt>
                <c:pt idx="9187">
                  <c:v>51557</c:v>
                </c:pt>
                <c:pt idx="9188">
                  <c:v>51558</c:v>
                </c:pt>
                <c:pt idx="9189">
                  <c:v>51559</c:v>
                </c:pt>
                <c:pt idx="9190">
                  <c:v>51560</c:v>
                </c:pt>
                <c:pt idx="9191">
                  <c:v>51561</c:v>
                </c:pt>
                <c:pt idx="9192">
                  <c:v>51562</c:v>
                </c:pt>
                <c:pt idx="9193">
                  <c:v>51563</c:v>
                </c:pt>
                <c:pt idx="9194">
                  <c:v>51564</c:v>
                </c:pt>
                <c:pt idx="9195">
                  <c:v>51565</c:v>
                </c:pt>
                <c:pt idx="9196">
                  <c:v>51566</c:v>
                </c:pt>
                <c:pt idx="9197">
                  <c:v>51567</c:v>
                </c:pt>
                <c:pt idx="9198">
                  <c:v>51568</c:v>
                </c:pt>
                <c:pt idx="9199">
                  <c:v>51569</c:v>
                </c:pt>
                <c:pt idx="9200">
                  <c:v>51570</c:v>
                </c:pt>
                <c:pt idx="9201">
                  <c:v>51571</c:v>
                </c:pt>
                <c:pt idx="9202">
                  <c:v>51572</c:v>
                </c:pt>
                <c:pt idx="9203">
                  <c:v>51573</c:v>
                </c:pt>
                <c:pt idx="9204">
                  <c:v>51574</c:v>
                </c:pt>
                <c:pt idx="9205">
                  <c:v>51575</c:v>
                </c:pt>
                <c:pt idx="9206">
                  <c:v>51576</c:v>
                </c:pt>
                <c:pt idx="9207">
                  <c:v>51577</c:v>
                </c:pt>
                <c:pt idx="9208">
                  <c:v>51578</c:v>
                </c:pt>
                <c:pt idx="9209">
                  <c:v>51579</c:v>
                </c:pt>
                <c:pt idx="9210">
                  <c:v>51580</c:v>
                </c:pt>
                <c:pt idx="9211">
                  <c:v>51581</c:v>
                </c:pt>
                <c:pt idx="9212">
                  <c:v>51582</c:v>
                </c:pt>
                <c:pt idx="9213">
                  <c:v>51583</c:v>
                </c:pt>
                <c:pt idx="9214">
                  <c:v>51584</c:v>
                </c:pt>
                <c:pt idx="9215">
                  <c:v>51585</c:v>
                </c:pt>
                <c:pt idx="9216">
                  <c:v>51586</c:v>
                </c:pt>
                <c:pt idx="9217">
                  <c:v>51587</c:v>
                </c:pt>
                <c:pt idx="9218">
                  <c:v>51588</c:v>
                </c:pt>
                <c:pt idx="9219">
                  <c:v>51589</c:v>
                </c:pt>
                <c:pt idx="9220">
                  <c:v>51590</c:v>
                </c:pt>
                <c:pt idx="9221">
                  <c:v>51591</c:v>
                </c:pt>
                <c:pt idx="9222">
                  <c:v>51592</c:v>
                </c:pt>
                <c:pt idx="9223">
                  <c:v>51593</c:v>
                </c:pt>
                <c:pt idx="9224">
                  <c:v>51594</c:v>
                </c:pt>
                <c:pt idx="9225">
                  <c:v>51595</c:v>
                </c:pt>
                <c:pt idx="9226">
                  <c:v>51596</c:v>
                </c:pt>
                <c:pt idx="9227">
                  <c:v>51597</c:v>
                </c:pt>
                <c:pt idx="9228">
                  <c:v>51598</c:v>
                </c:pt>
                <c:pt idx="9229">
                  <c:v>51599</c:v>
                </c:pt>
                <c:pt idx="9230">
                  <c:v>51600</c:v>
                </c:pt>
                <c:pt idx="9231">
                  <c:v>51601</c:v>
                </c:pt>
                <c:pt idx="9232">
                  <c:v>51602</c:v>
                </c:pt>
                <c:pt idx="9233">
                  <c:v>51603</c:v>
                </c:pt>
                <c:pt idx="9234">
                  <c:v>51604</c:v>
                </c:pt>
                <c:pt idx="9235">
                  <c:v>51605</c:v>
                </c:pt>
                <c:pt idx="9236">
                  <c:v>51606</c:v>
                </c:pt>
                <c:pt idx="9237">
                  <c:v>51607</c:v>
                </c:pt>
                <c:pt idx="9238">
                  <c:v>51608</c:v>
                </c:pt>
                <c:pt idx="9239">
                  <c:v>51609</c:v>
                </c:pt>
                <c:pt idx="9240">
                  <c:v>51610</c:v>
                </c:pt>
                <c:pt idx="9241">
                  <c:v>51611</c:v>
                </c:pt>
                <c:pt idx="9242">
                  <c:v>51612</c:v>
                </c:pt>
                <c:pt idx="9243">
                  <c:v>51613</c:v>
                </c:pt>
                <c:pt idx="9244">
                  <c:v>51614</c:v>
                </c:pt>
                <c:pt idx="9245">
                  <c:v>51615</c:v>
                </c:pt>
                <c:pt idx="9246">
                  <c:v>51616</c:v>
                </c:pt>
                <c:pt idx="9247">
                  <c:v>51617</c:v>
                </c:pt>
                <c:pt idx="9248">
                  <c:v>51618</c:v>
                </c:pt>
                <c:pt idx="9249">
                  <c:v>51619</c:v>
                </c:pt>
                <c:pt idx="9250">
                  <c:v>51620</c:v>
                </c:pt>
                <c:pt idx="9251">
                  <c:v>51621</c:v>
                </c:pt>
                <c:pt idx="9252">
                  <c:v>51622</c:v>
                </c:pt>
                <c:pt idx="9253">
                  <c:v>51623</c:v>
                </c:pt>
                <c:pt idx="9254">
                  <c:v>51624</c:v>
                </c:pt>
                <c:pt idx="9255">
                  <c:v>51625</c:v>
                </c:pt>
                <c:pt idx="9256">
                  <c:v>51626</c:v>
                </c:pt>
                <c:pt idx="9257">
                  <c:v>51627</c:v>
                </c:pt>
                <c:pt idx="9258">
                  <c:v>51628</c:v>
                </c:pt>
                <c:pt idx="9259">
                  <c:v>51629</c:v>
                </c:pt>
                <c:pt idx="9260">
                  <c:v>51630</c:v>
                </c:pt>
                <c:pt idx="9261">
                  <c:v>51631</c:v>
                </c:pt>
                <c:pt idx="9262">
                  <c:v>51632</c:v>
                </c:pt>
                <c:pt idx="9263">
                  <c:v>51633</c:v>
                </c:pt>
                <c:pt idx="9264">
                  <c:v>51634</c:v>
                </c:pt>
                <c:pt idx="9265">
                  <c:v>51635</c:v>
                </c:pt>
                <c:pt idx="9266">
                  <c:v>51636</c:v>
                </c:pt>
                <c:pt idx="9267">
                  <c:v>51637</c:v>
                </c:pt>
                <c:pt idx="9268">
                  <c:v>51638</c:v>
                </c:pt>
                <c:pt idx="9269">
                  <c:v>51639</c:v>
                </c:pt>
                <c:pt idx="9270">
                  <c:v>51640</c:v>
                </c:pt>
                <c:pt idx="9271">
                  <c:v>51641</c:v>
                </c:pt>
                <c:pt idx="9272">
                  <c:v>51642</c:v>
                </c:pt>
                <c:pt idx="9273">
                  <c:v>51643</c:v>
                </c:pt>
                <c:pt idx="9274">
                  <c:v>51644</c:v>
                </c:pt>
                <c:pt idx="9275">
                  <c:v>51645</c:v>
                </c:pt>
                <c:pt idx="9276">
                  <c:v>51646</c:v>
                </c:pt>
                <c:pt idx="9277">
                  <c:v>51647</c:v>
                </c:pt>
                <c:pt idx="9278">
                  <c:v>51648</c:v>
                </c:pt>
                <c:pt idx="9279">
                  <c:v>51649</c:v>
                </c:pt>
                <c:pt idx="9280">
                  <c:v>51650</c:v>
                </c:pt>
                <c:pt idx="9281">
                  <c:v>51651</c:v>
                </c:pt>
                <c:pt idx="9282">
                  <c:v>51652</c:v>
                </c:pt>
                <c:pt idx="9283">
                  <c:v>51653</c:v>
                </c:pt>
                <c:pt idx="9284">
                  <c:v>51654</c:v>
                </c:pt>
                <c:pt idx="9285">
                  <c:v>51655</c:v>
                </c:pt>
                <c:pt idx="9286">
                  <c:v>51656</c:v>
                </c:pt>
                <c:pt idx="9287">
                  <c:v>51657</c:v>
                </c:pt>
                <c:pt idx="9288">
                  <c:v>51658</c:v>
                </c:pt>
                <c:pt idx="9289">
                  <c:v>51659</c:v>
                </c:pt>
                <c:pt idx="9290">
                  <c:v>51660</c:v>
                </c:pt>
                <c:pt idx="9291">
                  <c:v>51661</c:v>
                </c:pt>
                <c:pt idx="9292">
                  <c:v>51662</c:v>
                </c:pt>
                <c:pt idx="9293">
                  <c:v>51663</c:v>
                </c:pt>
                <c:pt idx="9294">
                  <c:v>51664</c:v>
                </c:pt>
                <c:pt idx="9295">
                  <c:v>51665</c:v>
                </c:pt>
                <c:pt idx="9296">
                  <c:v>51666</c:v>
                </c:pt>
                <c:pt idx="9297">
                  <c:v>51667</c:v>
                </c:pt>
                <c:pt idx="9298">
                  <c:v>51668</c:v>
                </c:pt>
                <c:pt idx="9299">
                  <c:v>51669</c:v>
                </c:pt>
                <c:pt idx="9300">
                  <c:v>51670</c:v>
                </c:pt>
                <c:pt idx="9301">
                  <c:v>51671</c:v>
                </c:pt>
                <c:pt idx="9302">
                  <c:v>51672</c:v>
                </c:pt>
                <c:pt idx="9303">
                  <c:v>51673</c:v>
                </c:pt>
                <c:pt idx="9304">
                  <c:v>51674</c:v>
                </c:pt>
                <c:pt idx="9305">
                  <c:v>51675</c:v>
                </c:pt>
                <c:pt idx="9306">
                  <c:v>51676</c:v>
                </c:pt>
                <c:pt idx="9307">
                  <c:v>51677</c:v>
                </c:pt>
                <c:pt idx="9308">
                  <c:v>51678</c:v>
                </c:pt>
                <c:pt idx="9309">
                  <c:v>51679</c:v>
                </c:pt>
                <c:pt idx="9310">
                  <c:v>51680</c:v>
                </c:pt>
                <c:pt idx="9311">
                  <c:v>51681</c:v>
                </c:pt>
                <c:pt idx="9312">
                  <c:v>51682</c:v>
                </c:pt>
                <c:pt idx="9313">
                  <c:v>51683</c:v>
                </c:pt>
                <c:pt idx="9314">
                  <c:v>51684</c:v>
                </c:pt>
                <c:pt idx="9315">
                  <c:v>51685</c:v>
                </c:pt>
                <c:pt idx="9316">
                  <c:v>51686</c:v>
                </c:pt>
                <c:pt idx="9317">
                  <c:v>51687</c:v>
                </c:pt>
                <c:pt idx="9318">
                  <c:v>51688</c:v>
                </c:pt>
                <c:pt idx="9319">
                  <c:v>51689</c:v>
                </c:pt>
                <c:pt idx="9320">
                  <c:v>51690</c:v>
                </c:pt>
                <c:pt idx="9321">
                  <c:v>51691</c:v>
                </c:pt>
                <c:pt idx="9322">
                  <c:v>51692</c:v>
                </c:pt>
                <c:pt idx="9323">
                  <c:v>51693</c:v>
                </c:pt>
                <c:pt idx="9324">
                  <c:v>51694</c:v>
                </c:pt>
                <c:pt idx="9325">
                  <c:v>51695</c:v>
                </c:pt>
                <c:pt idx="9326">
                  <c:v>51696</c:v>
                </c:pt>
                <c:pt idx="9327">
                  <c:v>51697</c:v>
                </c:pt>
                <c:pt idx="9328">
                  <c:v>51698</c:v>
                </c:pt>
                <c:pt idx="9329">
                  <c:v>51699</c:v>
                </c:pt>
                <c:pt idx="9330">
                  <c:v>51700</c:v>
                </c:pt>
                <c:pt idx="9331">
                  <c:v>51701</c:v>
                </c:pt>
                <c:pt idx="9332">
                  <c:v>51702</c:v>
                </c:pt>
                <c:pt idx="9333">
                  <c:v>51703</c:v>
                </c:pt>
                <c:pt idx="9334">
                  <c:v>51704</c:v>
                </c:pt>
                <c:pt idx="9335">
                  <c:v>51705</c:v>
                </c:pt>
                <c:pt idx="9336">
                  <c:v>51706</c:v>
                </c:pt>
                <c:pt idx="9337">
                  <c:v>51707</c:v>
                </c:pt>
                <c:pt idx="9338">
                  <c:v>51708</c:v>
                </c:pt>
                <c:pt idx="9339">
                  <c:v>51709</c:v>
                </c:pt>
                <c:pt idx="9340">
                  <c:v>51710</c:v>
                </c:pt>
                <c:pt idx="9341">
                  <c:v>51711</c:v>
                </c:pt>
                <c:pt idx="9342">
                  <c:v>51712</c:v>
                </c:pt>
                <c:pt idx="9343">
                  <c:v>51713</c:v>
                </c:pt>
                <c:pt idx="9344">
                  <c:v>51714</c:v>
                </c:pt>
                <c:pt idx="9345">
                  <c:v>51715</c:v>
                </c:pt>
                <c:pt idx="9346">
                  <c:v>51716</c:v>
                </c:pt>
                <c:pt idx="9347">
                  <c:v>51717</c:v>
                </c:pt>
                <c:pt idx="9348">
                  <c:v>51718</c:v>
                </c:pt>
                <c:pt idx="9349">
                  <c:v>51719</c:v>
                </c:pt>
                <c:pt idx="9350">
                  <c:v>51720</c:v>
                </c:pt>
                <c:pt idx="9351">
                  <c:v>51721</c:v>
                </c:pt>
                <c:pt idx="9352">
                  <c:v>51722</c:v>
                </c:pt>
                <c:pt idx="9353">
                  <c:v>51723</c:v>
                </c:pt>
                <c:pt idx="9354">
                  <c:v>51724</c:v>
                </c:pt>
                <c:pt idx="9355">
                  <c:v>51725</c:v>
                </c:pt>
                <c:pt idx="9356">
                  <c:v>51726</c:v>
                </c:pt>
                <c:pt idx="9357">
                  <c:v>51727</c:v>
                </c:pt>
                <c:pt idx="9358">
                  <c:v>51728</c:v>
                </c:pt>
                <c:pt idx="9359">
                  <c:v>51729</c:v>
                </c:pt>
                <c:pt idx="9360">
                  <c:v>51730</c:v>
                </c:pt>
                <c:pt idx="9361">
                  <c:v>51731</c:v>
                </c:pt>
                <c:pt idx="9362">
                  <c:v>51732</c:v>
                </c:pt>
                <c:pt idx="9363">
                  <c:v>51733</c:v>
                </c:pt>
                <c:pt idx="9364">
                  <c:v>51734</c:v>
                </c:pt>
                <c:pt idx="9365">
                  <c:v>51735</c:v>
                </c:pt>
                <c:pt idx="9366">
                  <c:v>51736</c:v>
                </c:pt>
                <c:pt idx="9367">
                  <c:v>51737</c:v>
                </c:pt>
                <c:pt idx="9368">
                  <c:v>51738</c:v>
                </c:pt>
                <c:pt idx="9369">
                  <c:v>51739</c:v>
                </c:pt>
                <c:pt idx="9370">
                  <c:v>51740</c:v>
                </c:pt>
                <c:pt idx="9371">
                  <c:v>51741</c:v>
                </c:pt>
                <c:pt idx="9372">
                  <c:v>51742</c:v>
                </c:pt>
                <c:pt idx="9373">
                  <c:v>51743</c:v>
                </c:pt>
                <c:pt idx="9374">
                  <c:v>51744</c:v>
                </c:pt>
                <c:pt idx="9375">
                  <c:v>51745</c:v>
                </c:pt>
                <c:pt idx="9376">
                  <c:v>51746</c:v>
                </c:pt>
                <c:pt idx="9377">
                  <c:v>51747</c:v>
                </c:pt>
                <c:pt idx="9378">
                  <c:v>51748</c:v>
                </c:pt>
                <c:pt idx="9379">
                  <c:v>51749</c:v>
                </c:pt>
                <c:pt idx="9380">
                  <c:v>51750</c:v>
                </c:pt>
                <c:pt idx="9381">
                  <c:v>51751</c:v>
                </c:pt>
                <c:pt idx="9382">
                  <c:v>51752</c:v>
                </c:pt>
                <c:pt idx="9383">
                  <c:v>51753</c:v>
                </c:pt>
                <c:pt idx="9384">
                  <c:v>51754</c:v>
                </c:pt>
                <c:pt idx="9385">
                  <c:v>51755</c:v>
                </c:pt>
                <c:pt idx="9386">
                  <c:v>51756</c:v>
                </c:pt>
                <c:pt idx="9387">
                  <c:v>51757</c:v>
                </c:pt>
                <c:pt idx="9388">
                  <c:v>51758</c:v>
                </c:pt>
                <c:pt idx="9389">
                  <c:v>51759</c:v>
                </c:pt>
                <c:pt idx="9390">
                  <c:v>51760</c:v>
                </c:pt>
                <c:pt idx="9391">
                  <c:v>51761</c:v>
                </c:pt>
                <c:pt idx="9392">
                  <c:v>51762</c:v>
                </c:pt>
                <c:pt idx="9393">
                  <c:v>51763</c:v>
                </c:pt>
                <c:pt idx="9394">
                  <c:v>51764</c:v>
                </c:pt>
                <c:pt idx="9395">
                  <c:v>51765</c:v>
                </c:pt>
                <c:pt idx="9396">
                  <c:v>51766</c:v>
                </c:pt>
                <c:pt idx="9397">
                  <c:v>51767</c:v>
                </c:pt>
                <c:pt idx="9398">
                  <c:v>51768</c:v>
                </c:pt>
                <c:pt idx="9399">
                  <c:v>51769</c:v>
                </c:pt>
                <c:pt idx="9400">
                  <c:v>51770</c:v>
                </c:pt>
                <c:pt idx="9401">
                  <c:v>51771</c:v>
                </c:pt>
                <c:pt idx="9402">
                  <c:v>51772</c:v>
                </c:pt>
                <c:pt idx="9403">
                  <c:v>51773</c:v>
                </c:pt>
                <c:pt idx="9404">
                  <c:v>51774</c:v>
                </c:pt>
                <c:pt idx="9405">
                  <c:v>51775</c:v>
                </c:pt>
                <c:pt idx="9406">
                  <c:v>51776</c:v>
                </c:pt>
                <c:pt idx="9407">
                  <c:v>51777</c:v>
                </c:pt>
                <c:pt idx="9408">
                  <c:v>51778</c:v>
                </c:pt>
                <c:pt idx="9409">
                  <c:v>51779</c:v>
                </c:pt>
                <c:pt idx="9410">
                  <c:v>51780</c:v>
                </c:pt>
                <c:pt idx="9411">
                  <c:v>51781</c:v>
                </c:pt>
                <c:pt idx="9412">
                  <c:v>51782</c:v>
                </c:pt>
                <c:pt idx="9413">
                  <c:v>51783</c:v>
                </c:pt>
                <c:pt idx="9414">
                  <c:v>51784</c:v>
                </c:pt>
                <c:pt idx="9415">
                  <c:v>51785</c:v>
                </c:pt>
                <c:pt idx="9416">
                  <c:v>51786</c:v>
                </c:pt>
                <c:pt idx="9417">
                  <c:v>51787</c:v>
                </c:pt>
                <c:pt idx="9418">
                  <c:v>51788</c:v>
                </c:pt>
                <c:pt idx="9419">
                  <c:v>51789</c:v>
                </c:pt>
                <c:pt idx="9420">
                  <c:v>51790</c:v>
                </c:pt>
                <c:pt idx="9421">
                  <c:v>51791</c:v>
                </c:pt>
                <c:pt idx="9422">
                  <c:v>51792</c:v>
                </c:pt>
                <c:pt idx="9423">
                  <c:v>51793</c:v>
                </c:pt>
                <c:pt idx="9424">
                  <c:v>51794</c:v>
                </c:pt>
                <c:pt idx="9425">
                  <c:v>51795</c:v>
                </c:pt>
                <c:pt idx="9426">
                  <c:v>51796</c:v>
                </c:pt>
                <c:pt idx="9427">
                  <c:v>51797</c:v>
                </c:pt>
                <c:pt idx="9428">
                  <c:v>51798</c:v>
                </c:pt>
                <c:pt idx="9429">
                  <c:v>51799</c:v>
                </c:pt>
                <c:pt idx="9430">
                  <c:v>51800</c:v>
                </c:pt>
                <c:pt idx="9431">
                  <c:v>51801</c:v>
                </c:pt>
                <c:pt idx="9432">
                  <c:v>51802</c:v>
                </c:pt>
                <c:pt idx="9433">
                  <c:v>51803</c:v>
                </c:pt>
                <c:pt idx="9434">
                  <c:v>51804</c:v>
                </c:pt>
                <c:pt idx="9435">
                  <c:v>51805</c:v>
                </c:pt>
                <c:pt idx="9436">
                  <c:v>51806</c:v>
                </c:pt>
                <c:pt idx="9437">
                  <c:v>51807</c:v>
                </c:pt>
                <c:pt idx="9438">
                  <c:v>51808</c:v>
                </c:pt>
                <c:pt idx="9439">
                  <c:v>51809</c:v>
                </c:pt>
                <c:pt idx="9440">
                  <c:v>51810</c:v>
                </c:pt>
                <c:pt idx="9441">
                  <c:v>51811</c:v>
                </c:pt>
                <c:pt idx="9442">
                  <c:v>51812</c:v>
                </c:pt>
                <c:pt idx="9443">
                  <c:v>51813</c:v>
                </c:pt>
                <c:pt idx="9444">
                  <c:v>51814</c:v>
                </c:pt>
                <c:pt idx="9445">
                  <c:v>51815</c:v>
                </c:pt>
                <c:pt idx="9446">
                  <c:v>51816</c:v>
                </c:pt>
                <c:pt idx="9447">
                  <c:v>51817</c:v>
                </c:pt>
                <c:pt idx="9448">
                  <c:v>51818</c:v>
                </c:pt>
                <c:pt idx="9449">
                  <c:v>51819</c:v>
                </c:pt>
                <c:pt idx="9450">
                  <c:v>51820</c:v>
                </c:pt>
                <c:pt idx="9451">
                  <c:v>51821</c:v>
                </c:pt>
                <c:pt idx="9452">
                  <c:v>51822</c:v>
                </c:pt>
                <c:pt idx="9453">
                  <c:v>51823</c:v>
                </c:pt>
                <c:pt idx="9454">
                  <c:v>51824</c:v>
                </c:pt>
                <c:pt idx="9455">
                  <c:v>51825</c:v>
                </c:pt>
                <c:pt idx="9456">
                  <c:v>51826</c:v>
                </c:pt>
                <c:pt idx="9457">
                  <c:v>51827</c:v>
                </c:pt>
                <c:pt idx="9458">
                  <c:v>51828</c:v>
                </c:pt>
                <c:pt idx="9459">
                  <c:v>51829</c:v>
                </c:pt>
                <c:pt idx="9460">
                  <c:v>51830</c:v>
                </c:pt>
                <c:pt idx="9461">
                  <c:v>51831</c:v>
                </c:pt>
                <c:pt idx="9462">
                  <c:v>51832</c:v>
                </c:pt>
                <c:pt idx="9463">
                  <c:v>51833</c:v>
                </c:pt>
                <c:pt idx="9464">
                  <c:v>51834</c:v>
                </c:pt>
                <c:pt idx="9465">
                  <c:v>51835</c:v>
                </c:pt>
                <c:pt idx="9466">
                  <c:v>51836</c:v>
                </c:pt>
                <c:pt idx="9467">
                  <c:v>51837</c:v>
                </c:pt>
                <c:pt idx="9468">
                  <c:v>51838</c:v>
                </c:pt>
                <c:pt idx="9469">
                  <c:v>51839</c:v>
                </c:pt>
                <c:pt idx="9470">
                  <c:v>51840</c:v>
                </c:pt>
                <c:pt idx="9471">
                  <c:v>51841</c:v>
                </c:pt>
                <c:pt idx="9472">
                  <c:v>51842</c:v>
                </c:pt>
                <c:pt idx="9473">
                  <c:v>51843</c:v>
                </c:pt>
                <c:pt idx="9474">
                  <c:v>51844</c:v>
                </c:pt>
                <c:pt idx="9475">
                  <c:v>51845</c:v>
                </c:pt>
                <c:pt idx="9476">
                  <c:v>51846</c:v>
                </c:pt>
                <c:pt idx="9477">
                  <c:v>51847</c:v>
                </c:pt>
                <c:pt idx="9478">
                  <c:v>51848</c:v>
                </c:pt>
                <c:pt idx="9479">
                  <c:v>51849</c:v>
                </c:pt>
                <c:pt idx="9480">
                  <c:v>51850</c:v>
                </c:pt>
                <c:pt idx="9481">
                  <c:v>51851</c:v>
                </c:pt>
                <c:pt idx="9482">
                  <c:v>51852</c:v>
                </c:pt>
                <c:pt idx="9483">
                  <c:v>51853</c:v>
                </c:pt>
                <c:pt idx="9484">
                  <c:v>51854</c:v>
                </c:pt>
                <c:pt idx="9485">
                  <c:v>51855</c:v>
                </c:pt>
                <c:pt idx="9486">
                  <c:v>51856</c:v>
                </c:pt>
                <c:pt idx="9487">
                  <c:v>51857</c:v>
                </c:pt>
                <c:pt idx="9488">
                  <c:v>51858</c:v>
                </c:pt>
                <c:pt idx="9489">
                  <c:v>51859</c:v>
                </c:pt>
                <c:pt idx="9490">
                  <c:v>51860</c:v>
                </c:pt>
                <c:pt idx="9491">
                  <c:v>51861</c:v>
                </c:pt>
                <c:pt idx="9492">
                  <c:v>51862</c:v>
                </c:pt>
                <c:pt idx="9493">
                  <c:v>51863</c:v>
                </c:pt>
                <c:pt idx="9494">
                  <c:v>51864</c:v>
                </c:pt>
                <c:pt idx="9495">
                  <c:v>51865</c:v>
                </c:pt>
                <c:pt idx="9496">
                  <c:v>51866</c:v>
                </c:pt>
                <c:pt idx="9497">
                  <c:v>51867</c:v>
                </c:pt>
                <c:pt idx="9498">
                  <c:v>51868</c:v>
                </c:pt>
                <c:pt idx="9499">
                  <c:v>51869</c:v>
                </c:pt>
                <c:pt idx="9500">
                  <c:v>51870</c:v>
                </c:pt>
                <c:pt idx="9501">
                  <c:v>51871</c:v>
                </c:pt>
                <c:pt idx="9502">
                  <c:v>51872</c:v>
                </c:pt>
                <c:pt idx="9503">
                  <c:v>51873</c:v>
                </c:pt>
                <c:pt idx="9504">
                  <c:v>51874</c:v>
                </c:pt>
                <c:pt idx="9505">
                  <c:v>51875</c:v>
                </c:pt>
                <c:pt idx="9506">
                  <c:v>51876</c:v>
                </c:pt>
                <c:pt idx="9507">
                  <c:v>51877</c:v>
                </c:pt>
                <c:pt idx="9508">
                  <c:v>51878</c:v>
                </c:pt>
                <c:pt idx="9509">
                  <c:v>51879</c:v>
                </c:pt>
                <c:pt idx="9510">
                  <c:v>51880</c:v>
                </c:pt>
                <c:pt idx="9511">
                  <c:v>51881</c:v>
                </c:pt>
                <c:pt idx="9512">
                  <c:v>51882</c:v>
                </c:pt>
                <c:pt idx="9513">
                  <c:v>51883</c:v>
                </c:pt>
                <c:pt idx="9514">
                  <c:v>51884</c:v>
                </c:pt>
                <c:pt idx="9515">
                  <c:v>51885</c:v>
                </c:pt>
                <c:pt idx="9516">
                  <c:v>51886</c:v>
                </c:pt>
                <c:pt idx="9517">
                  <c:v>51887</c:v>
                </c:pt>
                <c:pt idx="9518">
                  <c:v>51888</c:v>
                </c:pt>
                <c:pt idx="9519">
                  <c:v>51889</c:v>
                </c:pt>
                <c:pt idx="9520">
                  <c:v>51890</c:v>
                </c:pt>
                <c:pt idx="9521">
                  <c:v>51891</c:v>
                </c:pt>
                <c:pt idx="9522">
                  <c:v>51892</c:v>
                </c:pt>
                <c:pt idx="9523">
                  <c:v>51893</c:v>
                </c:pt>
                <c:pt idx="9524">
                  <c:v>51894</c:v>
                </c:pt>
                <c:pt idx="9525">
                  <c:v>51895</c:v>
                </c:pt>
                <c:pt idx="9526">
                  <c:v>51896</c:v>
                </c:pt>
                <c:pt idx="9527">
                  <c:v>51897</c:v>
                </c:pt>
                <c:pt idx="9528">
                  <c:v>51898</c:v>
                </c:pt>
                <c:pt idx="9529">
                  <c:v>51899</c:v>
                </c:pt>
                <c:pt idx="9530">
                  <c:v>51900</c:v>
                </c:pt>
                <c:pt idx="9531">
                  <c:v>51901</c:v>
                </c:pt>
                <c:pt idx="9532">
                  <c:v>51902</c:v>
                </c:pt>
                <c:pt idx="9533">
                  <c:v>51903</c:v>
                </c:pt>
                <c:pt idx="9534">
                  <c:v>51904</c:v>
                </c:pt>
                <c:pt idx="9535">
                  <c:v>51905</c:v>
                </c:pt>
                <c:pt idx="9536">
                  <c:v>51906</c:v>
                </c:pt>
                <c:pt idx="9537">
                  <c:v>51907</c:v>
                </c:pt>
                <c:pt idx="9538">
                  <c:v>51908</c:v>
                </c:pt>
                <c:pt idx="9539">
                  <c:v>51909</c:v>
                </c:pt>
                <c:pt idx="9540">
                  <c:v>51910</c:v>
                </c:pt>
                <c:pt idx="9541">
                  <c:v>51911</c:v>
                </c:pt>
                <c:pt idx="9542">
                  <c:v>51912</c:v>
                </c:pt>
                <c:pt idx="9543">
                  <c:v>51913</c:v>
                </c:pt>
                <c:pt idx="9544">
                  <c:v>51914</c:v>
                </c:pt>
                <c:pt idx="9545">
                  <c:v>51915</c:v>
                </c:pt>
                <c:pt idx="9546">
                  <c:v>51916</c:v>
                </c:pt>
                <c:pt idx="9547">
                  <c:v>51917</c:v>
                </c:pt>
                <c:pt idx="9548">
                  <c:v>51918</c:v>
                </c:pt>
                <c:pt idx="9549">
                  <c:v>51919</c:v>
                </c:pt>
                <c:pt idx="9550">
                  <c:v>51920</c:v>
                </c:pt>
                <c:pt idx="9551">
                  <c:v>51921</c:v>
                </c:pt>
                <c:pt idx="9552">
                  <c:v>51922</c:v>
                </c:pt>
                <c:pt idx="9553">
                  <c:v>51923</c:v>
                </c:pt>
                <c:pt idx="9554">
                  <c:v>51924</c:v>
                </c:pt>
                <c:pt idx="9555">
                  <c:v>51925</c:v>
                </c:pt>
                <c:pt idx="9556">
                  <c:v>51926</c:v>
                </c:pt>
                <c:pt idx="9557">
                  <c:v>51927</c:v>
                </c:pt>
                <c:pt idx="9558">
                  <c:v>51928</c:v>
                </c:pt>
                <c:pt idx="9559">
                  <c:v>51929</c:v>
                </c:pt>
                <c:pt idx="9560">
                  <c:v>51930</c:v>
                </c:pt>
                <c:pt idx="9561">
                  <c:v>51931</c:v>
                </c:pt>
                <c:pt idx="9562">
                  <c:v>51932</c:v>
                </c:pt>
                <c:pt idx="9563">
                  <c:v>51933</c:v>
                </c:pt>
                <c:pt idx="9564">
                  <c:v>51934</c:v>
                </c:pt>
                <c:pt idx="9565">
                  <c:v>51935</c:v>
                </c:pt>
                <c:pt idx="9566">
                  <c:v>51936</c:v>
                </c:pt>
                <c:pt idx="9567">
                  <c:v>51937</c:v>
                </c:pt>
                <c:pt idx="9568">
                  <c:v>51938</c:v>
                </c:pt>
                <c:pt idx="9569">
                  <c:v>51939</c:v>
                </c:pt>
                <c:pt idx="9570">
                  <c:v>51940</c:v>
                </c:pt>
                <c:pt idx="9571">
                  <c:v>51941</c:v>
                </c:pt>
                <c:pt idx="9572">
                  <c:v>51942</c:v>
                </c:pt>
                <c:pt idx="9573">
                  <c:v>51943</c:v>
                </c:pt>
                <c:pt idx="9574">
                  <c:v>51944</c:v>
                </c:pt>
                <c:pt idx="9575">
                  <c:v>51945</c:v>
                </c:pt>
                <c:pt idx="9576">
                  <c:v>51946</c:v>
                </c:pt>
                <c:pt idx="9577">
                  <c:v>51947</c:v>
                </c:pt>
                <c:pt idx="9578">
                  <c:v>51948</c:v>
                </c:pt>
                <c:pt idx="9579">
                  <c:v>51949</c:v>
                </c:pt>
                <c:pt idx="9580">
                  <c:v>51950</c:v>
                </c:pt>
                <c:pt idx="9581">
                  <c:v>51951</c:v>
                </c:pt>
                <c:pt idx="9582">
                  <c:v>51952</c:v>
                </c:pt>
                <c:pt idx="9583">
                  <c:v>51953</c:v>
                </c:pt>
                <c:pt idx="9584">
                  <c:v>51954</c:v>
                </c:pt>
                <c:pt idx="9585">
                  <c:v>51955</c:v>
                </c:pt>
                <c:pt idx="9586">
                  <c:v>51956</c:v>
                </c:pt>
                <c:pt idx="9587">
                  <c:v>51957</c:v>
                </c:pt>
                <c:pt idx="9588">
                  <c:v>51958</c:v>
                </c:pt>
                <c:pt idx="9589">
                  <c:v>51959</c:v>
                </c:pt>
                <c:pt idx="9590">
                  <c:v>51960</c:v>
                </c:pt>
                <c:pt idx="9591">
                  <c:v>51961</c:v>
                </c:pt>
                <c:pt idx="9592">
                  <c:v>51962</c:v>
                </c:pt>
                <c:pt idx="9593">
                  <c:v>51963</c:v>
                </c:pt>
                <c:pt idx="9594">
                  <c:v>51964</c:v>
                </c:pt>
                <c:pt idx="9595">
                  <c:v>51965</c:v>
                </c:pt>
                <c:pt idx="9596">
                  <c:v>51966</c:v>
                </c:pt>
                <c:pt idx="9597">
                  <c:v>51967</c:v>
                </c:pt>
                <c:pt idx="9598">
                  <c:v>51968</c:v>
                </c:pt>
                <c:pt idx="9599">
                  <c:v>51969</c:v>
                </c:pt>
                <c:pt idx="9600">
                  <c:v>51970</c:v>
                </c:pt>
                <c:pt idx="9601">
                  <c:v>51971</c:v>
                </c:pt>
                <c:pt idx="9602">
                  <c:v>51972</c:v>
                </c:pt>
                <c:pt idx="9603">
                  <c:v>51973</c:v>
                </c:pt>
                <c:pt idx="9604">
                  <c:v>51974</c:v>
                </c:pt>
                <c:pt idx="9605">
                  <c:v>51975</c:v>
                </c:pt>
                <c:pt idx="9606">
                  <c:v>51976</c:v>
                </c:pt>
                <c:pt idx="9607">
                  <c:v>51977</c:v>
                </c:pt>
                <c:pt idx="9608">
                  <c:v>51978</c:v>
                </c:pt>
                <c:pt idx="9609">
                  <c:v>51979</c:v>
                </c:pt>
                <c:pt idx="9610">
                  <c:v>51980</c:v>
                </c:pt>
                <c:pt idx="9611">
                  <c:v>51981</c:v>
                </c:pt>
                <c:pt idx="9612">
                  <c:v>51982</c:v>
                </c:pt>
                <c:pt idx="9613">
                  <c:v>51983</c:v>
                </c:pt>
                <c:pt idx="9614">
                  <c:v>51984</c:v>
                </c:pt>
                <c:pt idx="9615">
                  <c:v>51985</c:v>
                </c:pt>
                <c:pt idx="9616">
                  <c:v>51986</c:v>
                </c:pt>
                <c:pt idx="9617">
                  <c:v>51987</c:v>
                </c:pt>
                <c:pt idx="9618">
                  <c:v>51988</c:v>
                </c:pt>
                <c:pt idx="9619">
                  <c:v>51989</c:v>
                </c:pt>
                <c:pt idx="9620">
                  <c:v>51990</c:v>
                </c:pt>
                <c:pt idx="9621">
                  <c:v>51991</c:v>
                </c:pt>
                <c:pt idx="9622">
                  <c:v>51992</c:v>
                </c:pt>
                <c:pt idx="9623">
                  <c:v>51993</c:v>
                </c:pt>
                <c:pt idx="9624">
                  <c:v>51994</c:v>
                </c:pt>
                <c:pt idx="9625">
                  <c:v>51995</c:v>
                </c:pt>
                <c:pt idx="9626">
                  <c:v>51996</c:v>
                </c:pt>
                <c:pt idx="9627">
                  <c:v>51997</c:v>
                </c:pt>
                <c:pt idx="9628">
                  <c:v>51998</c:v>
                </c:pt>
                <c:pt idx="9629">
                  <c:v>51999</c:v>
                </c:pt>
                <c:pt idx="9630">
                  <c:v>52000</c:v>
                </c:pt>
                <c:pt idx="9631">
                  <c:v>52001</c:v>
                </c:pt>
                <c:pt idx="9632">
                  <c:v>52002</c:v>
                </c:pt>
                <c:pt idx="9633">
                  <c:v>52003</c:v>
                </c:pt>
                <c:pt idx="9634">
                  <c:v>52004</c:v>
                </c:pt>
                <c:pt idx="9635">
                  <c:v>52005</c:v>
                </c:pt>
                <c:pt idx="9636">
                  <c:v>52006</c:v>
                </c:pt>
                <c:pt idx="9637">
                  <c:v>52007</c:v>
                </c:pt>
                <c:pt idx="9638">
                  <c:v>52008</c:v>
                </c:pt>
                <c:pt idx="9639">
                  <c:v>52009</c:v>
                </c:pt>
                <c:pt idx="9640">
                  <c:v>52010</c:v>
                </c:pt>
                <c:pt idx="9641">
                  <c:v>52011</c:v>
                </c:pt>
                <c:pt idx="9642">
                  <c:v>52012</c:v>
                </c:pt>
                <c:pt idx="9643">
                  <c:v>52013</c:v>
                </c:pt>
                <c:pt idx="9644">
                  <c:v>52014</c:v>
                </c:pt>
                <c:pt idx="9645">
                  <c:v>52015</c:v>
                </c:pt>
                <c:pt idx="9646">
                  <c:v>52016</c:v>
                </c:pt>
                <c:pt idx="9647">
                  <c:v>52017</c:v>
                </c:pt>
                <c:pt idx="9648">
                  <c:v>52018</c:v>
                </c:pt>
                <c:pt idx="9649">
                  <c:v>52019</c:v>
                </c:pt>
                <c:pt idx="9650">
                  <c:v>52020</c:v>
                </c:pt>
                <c:pt idx="9651">
                  <c:v>52021</c:v>
                </c:pt>
                <c:pt idx="9652">
                  <c:v>52022</c:v>
                </c:pt>
                <c:pt idx="9653">
                  <c:v>52023</c:v>
                </c:pt>
                <c:pt idx="9654">
                  <c:v>52024</c:v>
                </c:pt>
                <c:pt idx="9655">
                  <c:v>52025</c:v>
                </c:pt>
                <c:pt idx="9656">
                  <c:v>52026</c:v>
                </c:pt>
                <c:pt idx="9657">
                  <c:v>52027</c:v>
                </c:pt>
                <c:pt idx="9658">
                  <c:v>52028</c:v>
                </c:pt>
                <c:pt idx="9659">
                  <c:v>52029</c:v>
                </c:pt>
                <c:pt idx="9660">
                  <c:v>52030</c:v>
                </c:pt>
                <c:pt idx="9661">
                  <c:v>52031</c:v>
                </c:pt>
                <c:pt idx="9662">
                  <c:v>52032</c:v>
                </c:pt>
                <c:pt idx="9663">
                  <c:v>52033</c:v>
                </c:pt>
                <c:pt idx="9664">
                  <c:v>52034</c:v>
                </c:pt>
                <c:pt idx="9665">
                  <c:v>52035</c:v>
                </c:pt>
                <c:pt idx="9666">
                  <c:v>52036</c:v>
                </c:pt>
                <c:pt idx="9667">
                  <c:v>52037</c:v>
                </c:pt>
                <c:pt idx="9668">
                  <c:v>52038</c:v>
                </c:pt>
                <c:pt idx="9669">
                  <c:v>52039</c:v>
                </c:pt>
                <c:pt idx="9670">
                  <c:v>52040</c:v>
                </c:pt>
                <c:pt idx="9671">
                  <c:v>52041</c:v>
                </c:pt>
                <c:pt idx="9672">
                  <c:v>52042</c:v>
                </c:pt>
                <c:pt idx="9673">
                  <c:v>52043</c:v>
                </c:pt>
                <c:pt idx="9674">
                  <c:v>52044</c:v>
                </c:pt>
                <c:pt idx="9675">
                  <c:v>52045</c:v>
                </c:pt>
                <c:pt idx="9676">
                  <c:v>52046</c:v>
                </c:pt>
                <c:pt idx="9677">
                  <c:v>52047</c:v>
                </c:pt>
                <c:pt idx="9678">
                  <c:v>52048</c:v>
                </c:pt>
                <c:pt idx="9679">
                  <c:v>52049</c:v>
                </c:pt>
                <c:pt idx="9680">
                  <c:v>52050</c:v>
                </c:pt>
                <c:pt idx="9681">
                  <c:v>52051</c:v>
                </c:pt>
                <c:pt idx="9682">
                  <c:v>52052</c:v>
                </c:pt>
                <c:pt idx="9683">
                  <c:v>52053</c:v>
                </c:pt>
                <c:pt idx="9684">
                  <c:v>52054</c:v>
                </c:pt>
                <c:pt idx="9685">
                  <c:v>52055</c:v>
                </c:pt>
                <c:pt idx="9686">
                  <c:v>52056</c:v>
                </c:pt>
                <c:pt idx="9687">
                  <c:v>52057</c:v>
                </c:pt>
                <c:pt idx="9688">
                  <c:v>52058</c:v>
                </c:pt>
                <c:pt idx="9689">
                  <c:v>52059</c:v>
                </c:pt>
                <c:pt idx="9690">
                  <c:v>52060</c:v>
                </c:pt>
                <c:pt idx="9691">
                  <c:v>52061</c:v>
                </c:pt>
                <c:pt idx="9692">
                  <c:v>52062</c:v>
                </c:pt>
                <c:pt idx="9693">
                  <c:v>52063</c:v>
                </c:pt>
                <c:pt idx="9694">
                  <c:v>52064</c:v>
                </c:pt>
                <c:pt idx="9695">
                  <c:v>52065</c:v>
                </c:pt>
                <c:pt idx="9696">
                  <c:v>52066</c:v>
                </c:pt>
                <c:pt idx="9697">
                  <c:v>52067</c:v>
                </c:pt>
                <c:pt idx="9698">
                  <c:v>52068</c:v>
                </c:pt>
                <c:pt idx="9699">
                  <c:v>52069</c:v>
                </c:pt>
                <c:pt idx="9700">
                  <c:v>52070</c:v>
                </c:pt>
                <c:pt idx="9701">
                  <c:v>52071</c:v>
                </c:pt>
                <c:pt idx="9702">
                  <c:v>52072</c:v>
                </c:pt>
                <c:pt idx="9703">
                  <c:v>52073</c:v>
                </c:pt>
                <c:pt idx="9704">
                  <c:v>52074</c:v>
                </c:pt>
                <c:pt idx="9705">
                  <c:v>52075</c:v>
                </c:pt>
                <c:pt idx="9706">
                  <c:v>52076</c:v>
                </c:pt>
                <c:pt idx="9707">
                  <c:v>52077</c:v>
                </c:pt>
                <c:pt idx="9708">
                  <c:v>52078</c:v>
                </c:pt>
                <c:pt idx="9709">
                  <c:v>52079</c:v>
                </c:pt>
                <c:pt idx="9710">
                  <c:v>52080</c:v>
                </c:pt>
                <c:pt idx="9711">
                  <c:v>52081</c:v>
                </c:pt>
                <c:pt idx="9712">
                  <c:v>52082</c:v>
                </c:pt>
                <c:pt idx="9713">
                  <c:v>52083</c:v>
                </c:pt>
                <c:pt idx="9714">
                  <c:v>52084</c:v>
                </c:pt>
                <c:pt idx="9715">
                  <c:v>52085</c:v>
                </c:pt>
                <c:pt idx="9716">
                  <c:v>52086</c:v>
                </c:pt>
                <c:pt idx="9717">
                  <c:v>52087</c:v>
                </c:pt>
                <c:pt idx="9718">
                  <c:v>52088</c:v>
                </c:pt>
                <c:pt idx="9719">
                  <c:v>52089</c:v>
                </c:pt>
                <c:pt idx="9720">
                  <c:v>52090</c:v>
                </c:pt>
                <c:pt idx="9721">
                  <c:v>52091</c:v>
                </c:pt>
                <c:pt idx="9722">
                  <c:v>52092</c:v>
                </c:pt>
                <c:pt idx="9723">
                  <c:v>52093</c:v>
                </c:pt>
                <c:pt idx="9724">
                  <c:v>52094</c:v>
                </c:pt>
                <c:pt idx="9725">
                  <c:v>52095</c:v>
                </c:pt>
                <c:pt idx="9726">
                  <c:v>52096</c:v>
                </c:pt>
                <c:pt idx="9727">
                  <c:v>52097</c:v>
                </c:pt>
                <c:pt idx="9728">
                  <c:v>52098</c:v>
                </c:pt>
                <c:pt idx="9729">
                  <c:v>52099</c:v>
                </c:pt>
                <c:pt idx="9730">
                  <c:v>52100</c:v>
                </c:pt>
                <c:pt idx="9731">
                  <c:v>52101</c:v>
                </c:pt>
                <c:pt idx="9732">
                  <c:v>52102</c:v>
                </c:pt>
                <c:pt idx="9733">
                  <c:v>52103</c:v>
                </c:pt>
                <c:pt idx="9734">
                  <c:v>52104</c:v>
                </c:pt>
                <c:pt idx="9735">
                  <c:v>52105</c:v>
                </c:pt>
                <c:pt idx="9736">
                  <c:v>52106</c:v>
                </c:pt>
                <c:pt idx="9737">
                  <c:v>52107</c:v>
                </c:pt>
                <c:pt idx="9738">
                  <c:v>52108</c:v>
                </c:pt>
                <c:pt idx="9739">
                  <c:v>52109</c:v>
                </c:pt>
                <c:pt idx="9740">
                  <c:v>52110</c:v>
                </c:pt>
                <c:pt idx="9741">
                  <c:v>52111</c:v>
                </c:pt>
                <c:pt idx="9742">
                  <c:v>52112</c:v>
                </c:pt>
                <c:pt idx="9743">
                  <c:v>52113</c:v>
                </c:pt>
                <c:pt idx="9744">
                  <c:v>52114</c:v>
                </c:pt>
                <c:pt idx="9745">
                  <c:v>52115</c:v>
                </c:pt>
                <c:pt idx="9746">
                  <c:v>52116</c:v>
                </c:pt>
                <c:pt idx="9747">
                  <c:v>52117</c:v>
                </c:pt>
                <c:pt idx="9748">
                  <c:v>52118</c:v>
                </c:pt>
                <c:pt idx="9749">
                  <c:v>52119</c:v>
                </c:pt>
                <c:pt idx="9750">
                  <c:v>52120</c:v>
                </c:pt>
                <c:pt idx="9751">
                  <c:v>52121</c:v>
                </c:pt>
                <c:pt idx="9752">
                  <c:v>52122</c:v>
                </c:pt>
                <c:pt idx="9753">
                  <c:v>52123</c:v>
                </c:pt>
                <c:pt idx="9754">
                  <c:v>52124</c:v>
                </c:pt>
                <c:pt idx="9755">
                  <c:v>52125</c:v>
                </c:pt>
                <c:pt idx="9756">
                  <c:v>52126</c:v>
                </c:pt>
                <c:pt idx="9757">
                  <c:v>52127</c:v>
                </c:pt>
                <c:pt idx="9758">
                  <c:v>52128</c:v>
                </c:pt>
                <c:pt idx="9759">
                  <c:v>52129</c:v>
                </c:pt>
                <c:pt idx="9760">
                  <c:v>52130</c:v>
                </c:pt>
                <c:pt idx="9761">
                  <c:v>52131</c:v>
                </c:pt>
                <c:pt idx="9762">
                  <c:v>52132</c:v>
                </c:pt>
                <c:pt idx="9763">
                  <c:v>52133</c:v>
                </c:pt>
                <c:pt idx="9764">
                  <c:v>52134</c:v>
                </c:pt>
                <c:pt idx="9765">
                  <c:v>52135</c:v>
                </c:pt>
                <c:pt idx="9766">
                  <c:v>52136</c:v>
                </c:pt>
                <c:pt idx="9767">
                  <c:v>52137</c:v>
                </c:pt>
                <c:pt idx="9768">
                  <c:v>52138</c:v>
                </c:pt>
                <c:pt idx="9769">
                  <c:v>52139</c:v>
                </c:pt>
                <c:pt idx="9770">
                  <c:v>52140</c:v>
                </c:pt>
                <c:pt idx="9771">
                  <c:v>52141</c:v>
                </c:pt>
                <c:pt idx="9772">
                  <c:v>52142</c:v>
                </c:pt>
                <c:pt idx="9773">
                  <c:v>52143</c:v>
                </c:pt>
                <c:pt idx="9774">
                  <c:v>52144</c:v>
                </c:pt>
                <c:pt idx="9775">
                  <c:v>52145</c:v>
                </c:pt>
                <c:pt idx="9776">
                  <c:v>52146</c:v>
                </c:pt>
                <c:pt idx="9777">
                  <c:v>52147</c:v>
                </c:pt>
                <c:pt idx="9778">
                  <c:v>52148</c:v>
                </c:pt>
                <c:pt idx="9779">
                  <c:v>52149</c:v>
                </c:pt>
                <c:pt idx="9780">
                  <c:v>52150</c:v>
                </c:pt>
                <c:pt idx="9781">
                  <c:v>52151</c:v>
                </c:pt>
                <c:pt idx="9782">
                  <c:v>52152</c:v>
                </c:pt>
                <c:pt idx="9783">
                  <c:v>52153</c:v>
                </c:pt>
                <c:pt idx="9784">
                  <c:v>52154</c:v>
                </c:pt>
                <c:pt idx="9785">
                  <c:v>52155</c:v>
                </c:pt>
                <c:pt idx="9786">
                  <c:v>52156</c:v>
                </c:pt>
                <c:pt idx="9787">
                  <c:v>52157</c:v>
                </c:pt>
                <c:pt idx="9788">
                  <c:v>52158</c:v>
                </c:pt>
                <c:pt idx="9789">
                  <c:v>52159</c:v>
                </c:pt>
                <c:pt idx="9790">
                  <c:v>52160</c:v>
                </c:pt>
                <c:pt idx="9791">
                  <c:v>52161</c:v>
                </c:pt>
                <c:pt idx="9792">
                  <c:v>52162</c:v>
                </c:pt>
                <c:pt idx="9793">
                  <c:v>52163</c:v>
                </c:pt>
                <c:pt idx="9794">
                  <c:v>52164</c:v>
                </c:pt>
                <c:pt idx="9795">
                  <c:v>52165</c:v>
                </c:pt>
                <c:pt idx="9796">
                  <c:v>52166</c:v>
                </c:pt>
                <c:pt idx="9797">
                  <c:v>52167</c:v>
                </c:pt>
                <c:pt idx="9798">
                  <c:v>52168</c:v>
                </c:pt>
                <c:pt idx="9799">
                  <c:v>52169</c:v>
                </c:pt>
                <c:pt idx="9800">
                  <c:v>52170</c:v>
                </c:pt>
                <c:pt idx="9801">
                  <c:v>52171</c:v>
                </c:pt>
                <c:pt idx="9802">
                  <c:v>52172</c:v>
                </c:pt>
                <c:pt idx="9803">
                  <c:v>52173</c:v>
                </c:pt>
                <c:pt idx="9804">
                  <c:v>52174</c:v>
                </c:pt>
                <c:pt idx="9805">
                  <c:v>52175</c:v>
                </c:pt>
                <c:pt idx="9806">
                  <c:v>52176</c:v>
                </c:pt>
                <c:pt idx="9807">
                  <c:v>52177</c:v>
                </c:pt>
                <c:pt idx="9808">
                  <c:v>52178</c:v>
                </c:pt>
                <c:pt idx="9809">
                  <c:v>52179</c:v>
                </c:pt>
                <c:pt idx="9810">
                  <c:v>52180</c:v>
                </c:pt>
                <c:pt idx="9811">
                  <c:v>52181</c:v>
                </c:pt>
                <c:pt idx="9812">
                  <c:v>52182</c:v>
                </c:pt>
                <c:pt idx="9813">
                  <c:v>52183</c:v>
                </c:pt>
                <c:pt idx="9814">
                  <c:v>52184</c:v>
                </c:pt>
                <c:pt idx="9815">
                  <c:v>52185</c:v>
                </c:pt>
                <c:pt idx="9816">
                  <c:v>52186</c:v>
                </c:pt>
                <c:pt idx="9817">
                  <c:v>52187</c:v>
                </c:pt>
                <c:pt idx="9818">
                  <c:v>52188</c:v>
                </c:pt>
                <c:pt idx="9819">
                  <c:v>52189</c:v>
                </c:pt>
                <c:pt idx="9820">
                  <c:v>52190</c:v>
                </c:pt>
                <c:pt idx="9821">
                  <c:v>52191</c:v>
                </c:pt>
                <c:pt idx="9822">
                  <c:v>52192</c:v>
                </c:pt>
                <c:pt idx="9823">
                  <c:v>52193</c:v>
                </c:pt>
                <c:pt idx="9824">
                  <c:v>52194</c:v>
                </c:pt>
                <c:pt idx="9825">
                  <c:v>52195</c:v>
                </c:pt>
                <c:pt idx="9826">
                  <c:v>52196</c:v>
                </c:pt>
                <c:pt idx="9827">
                  <c:v>52197</c:v>
                </c:pt>
                <c:pt idx="9828">
                  <c:v>52198</c:v>
                </c:pt>
                <c:pt idx="9829">
                  <c:v>52199</c:v>
                </c:pt>
                <c:pt idx="9830">
                  <c:v>52200</c:v>
                </c:pt>
                <c:pt idx="9831">
                  <c:v>52201</c:v>
                </c:pt>
                <c:pt idx="9832">
                  <c:v>52202</c:v>
                </c:pt>
                <c:pt idx="9833">
                  <c:v>52203</c:v>
                </c:pt>
                <c:pt idx="9834">
                  <c:v>52204</c:v>
                </c:pt>
                <c:pt idx="9835">
                  <c:v>52205</c:v>
                </c:pt>
                <c:pt idx="9836">
                  <c:v>52206</c:v>
                </c:pt>
                <c:pt idx="9837">
                  <c:v>52207</c:v>
                </c:pt>
                <c:pt idx="9838">
                  <c:v>52208</c:v>
                </c:pt>
                <c:pt idx="9839">
                  <c:v>52209</c:v>
                </c:pt>
                <c:pt idx="9840">
                  <c:v>52210</c:v>
                </c:pt>
                <c:pt idx="9841">
                  <c:v>52211</c:v>
                </c:pt>
                <c:pt idx="9842">
                  <c:v>52212</c:v>
                </c:pt>
                <c:pt idx="9843">
                  <c:v>52213</c:v>
                </c:pt>
                <c:pt idx="9844">
                  <c:v>52214</c:v>
                </c:pt>
                <c:pt idx="9845">
                  <c:v>52215</c:v>
                </c:pt>
                <c:pt idx="9846">
                  <c:v>52216</c:v>
                </c:pt>
                <c:pt idx="9847">
                  <c:v>52217</c:v>
                </c:pt>
                <c:pt idx="9848">
                  <c:v>52218</c:v>
                </c:pt>
                <c:pt idx="9849">
                  <c:v>52219</c:v>
                </c:pt>
                <c:pt idx="9850">
                  <c:v>52220</c:v>
                </c:pt>
                <c:pt idx="9851">
                  <c:v>52221</c:v>
                </c:pt>
                <c:pt idx="9852">
                  <c:v>52222</c:v>
                </c:pt>
                <c:pt idx="9853">
                  <c:v>52223</c:v>
                </c:pt>
                <c:pt idx="9854">
                  <c:v>52224</c:v>
                </c:pt>
                <c:pt idx="9855">
                  <c:v>52225</c:v>
                </c:pt>
                <c:pt idx="9856">
                  <c:v>52226</c:v>
                </c:pt>
                <c:pt idx="9857">
                  <c:v>52227</c:v>
                </c:pt>
                <c:pt idx="9858">
                  <c:v>52228</c:v>
                </c:pt>
                <c:pt idx="9859">
                  <c:v>52229</c:v>
                </c:pt>
                <c:pt idx="9860">
                  <c:v>52230</c:v>
                </c:pt>
                <c:pt idx="9861">
                  <c:v>52231</c:v>
                </c:pt>
                <c:pt idx="9862">
                  <c:v>52232</c:v>
                </c:pt>
                <c:pt idx="9863">
                  <c:v>52233</c:v>
                </c:pt>
                <c:pt idx="9864">
                  <c:v>52234</c:v>
                </c:pt>
                <c:pt idx="9865">
                  <c:v>52235</c:v>
                </c:pt>
                <c:pt idx="9866">
                  <c:v>52236</c:v>
                </c:pt>
                <c:pt idx="9867">
                  <c:v>52237</c:v>
                </c:pt>
                <c:pt idx="9868">
                  <c:v>52238</c:v>
                </c:pt>
                <c:pt idx="9869">
                  <c:v>52239</c:v>
                </c:pt>
                <c:pt idx="9870">
                  <c:v>52240</c:v>
                </c:pt>
                <c:pt idx="9871">
                  <c:v>52241</c:v>
                </c:pt>
                <c:pt idx="9872">
                  <c:v>52242</c:v>
                </c:pt>
                <c:pt idx="9873">
                  <c:v>52243</c:v>
                </c:pt>
                <c:pt idx="9874">
                  <c:v>52244</c:v>
                </c:pt>
                <c:pt idx="9875">
                  <c:v>52245</c:v>
                </c:pt>
                <c:pt idx="9876">
                  <c:v>52246</c:v>
                </c:pt>
                <c:pt idx="9877">
                  <c:v>52247</c:v>
                </c:pt>
                <c:pt idx="9878">
                  <c:v>52248</c:v>
                </c:pt>
                <c:pt idx="9879">
                  <c:v>52249</c:v>
                </c:pt>
                <c:pt idx="9880">
                  <c:v>52250</c:v>
                </c:pt>
                <c:pt idx="9881">
                  <c:v>52251</c:v>
                </c:pt>
                <c:pt idx="9882">
                  <c:v>52252</c:v>
                </c:pt>
                <c:pt idx="9883">
                  <c:v>52253</c:v>
                </c:pt>
                <c:pt idx="9884">
                  <c:v>52254</c:v>
                </c:pt>
                <c:pt idx="9885">
                  <c:v>52255</c:v>
                </c:pt>
                <c:pt idx="9886">
                  <c:v>52256</c:v>
                </c:pt>
                <c:pt idx="9887">
                  <c:v>52257</c:v>
                </c:pt>
                <c:pt idx="9888">
                  <c:v>52258</c:v>
                </c:pt>
                <c:pt idx="9889">
                  <c:v>52259</c:v>
                </c:pt>
                <c:pt idx="9890">
                  <c:v>52260</c:v>
                </c:pt>
                <c:pt idx="9891">
                  <c:v>52261</c:v>
                </c:pt>
                <c:pt idx="9892">
                  <c:v>52262</c:v>
                </c:pt>
                <c:pt idx="9893">
                  <c:v>52263</c:v>
                </c:pt>
                <c:pt idx="9894">
                  <c:v>52264</c:v>
                </c:pt>
                <c:pt idx="9895">
                  <c:v>52265</c:v>
                </c:pt>
                <c:pt idx="9896">
                  <c:v>52266</c:v>
                </c:pt>
                <c:pt idx="9897">
                  <c:v>52267</c:v>
                </c:pt>
                <c:pt idx="9898">
                  <c:v>52268</c:v>
                </c:pt>
                <c:pt idx="9899">
                  <c:v>52269</c:v>
                </c:pt>
                <c:pt idx="9900">
                  <c:v>52270</c:v>
                </c:pt>
                <c:pt idx="9901">
                  <c:v>52271</c:v>
                </c:pt>
                <c:pt idx="9902">
                  <c:v>52272</c:v>
                </c:pt>
                <c:pt idx="9903">
                  <c:v>52273</c:v>
                </c:pt>
                <c:pt idx="9904">
                  <c:v>52274</c:v>
                </c:pt>
                <c:pt idx="9905">
                  <c:v>52275</c:v>
                </c:pt>
                <c:pt idx="9906">
                  <c:v>52276</c:v>
                </c:pt>
                <c:pt idx="9907">
                  <c:v>52277</c:v>
                </c:pt>
                <c:pt idx="9908">
                  <c:v>52278</c:v>
                </c:pt>
                <c:pt idx="9909">
                  <c:v>52279</c:v>
                </c:pt>
                <c:pt idx="9910">
                  <c:v>52280</c:v>
                </c:pt>
                <c:pt idx="9911">
                  <c:v>52281</c:v>
                </c:pt>
                <c:pt idx="9912">
                  <c:v>52282</c:v>
                </c:pt>
                <c:pt idx="9913">
                  <c:v>52283</c:v>
                </c:pt>
                <c:pt idx="9914">
                  <c:v>52284</c:v>
                </c:pt>
                <c:pt idx="9915">
                  <c:v>52285</c:v>
                </c:pt>
                <c:pt idx="9916">
                  <c:v>52286</c:v>
                </c:pt>
                <c:pt idx="9917">
                  <c:v>52287</c:v>
                </c:pt>
                <c:pt idx="9918">
                  <c:v>52288</c:v>
                </c:pt>
                <c:pt idx="9919">
                  <c:v>52289</c:v>
                </c:pt>
                <c:pt idx="9920">
                  <c:v>52290</c:v>
                </c:pt>
                <c:pt idx="9921">
                  <c:v>52291</c:v>
                </c:pt>
                <c:pt idx="9922">
                  <c:v>52292</c:v>
                </c:pt>
                <c:pt idx="9923">
                  <c:v>52293</c:v>
                </c:pt>
                <c:pt idx="9924">
                  <c:v>52294</c:v>
                </c:pt>
                <c:pt idx="9925">
                  <c:v>52295</c:v>
                </c:pt>
                <c:pt idx="9926">
                  <c:v>52296</c:v>
                </c:pt>
                <c:pt idx="9927">
                  <c:v>52297</c:v>
                </c:pt>
                <c:pt idx="9928">
                  <c:v>52298</c:v>
                </c:pt>
                <c:pt idx="9929">
                  <c:v>52299</c:v>
                </c:pt>
                <c:pt idx="9930">
                  <c:v>52300</c:v>
                </c:pt>
                <c:pt idx="9931">
                  <c:v>52301</c:v>
                </c:pt>
                <c:pt idx="9932">
                  <c:v>52302</c:v>
                </c:pt>
                <c:pt idx="9933">
                  <c:v>52303</c:v>
                </c:pt>
                <c:pt idx="9934">
                  <c:v>52304</c:v>
                </c:pt>
                <c:pt idx="9935">
                  <c:v>52305</c:v>
                </c:pt>
                <c:pt idx="9936">
                  <c:v>52306</c:v>
                </c:pt>
                <c:pt idx="9937">
                  <c:v>52307</c:v>
                </c:pt>
                <c:pt idx="9938">
                  <c:v>52308</c:v>
                </c:pt>
                <c:pt idx="9939">
                  <c:v>52309</c:v>
                </c:pt>
                <c:pt idx="9940">
                  <c:v>52310</c:v>
                </c:pt>
                <c:pt idx="9941">
                  <c:v>52311</c:v>
                </c:pt>
                <c:pt idx="9942">
                  <c:v>52312</c:v>
                </c:pt>
                <c:pt idx="9943">
                  <c:v>52313</c:v>
                </c:pt>
                <c:pt idx="9944">
                  <c:v>52314</c:v>
                </c:pt>
                <c:pt idx="9945">
                  <c:v>52315</c:v>
                </c:pt>
                <c:pt idx="9946">
                  <c:v>52316</c:v>
                </c:pt>
                <c:pt idx="9947">
                  <c:v>52317</c:v>
                </c:pt>
                <c:pt idx="9948">
                  <c:v>52318</c:v>
                </c:pt>
                <c:pt idx="9949">
                  <c:v>52319</c:v>
                </c:pt>
                <c:pt idx="9950">
                  <c:v>52320</c:v>
                </c:pt>
                <c:pt idx="9951">
                  <c:v>52321</c:v>
                </c:pt>
                <c:pt idx="9952">
                  <c:v>52322</c:v>
                </c:pt>
                <c:pt idx="9953">
                  <c:v>52323</c:v>
                </c:pt>
                <c:pt idx="9954">
                  <c:v>52324</c:v>
                </c:pt>
                <c:pt idx="9955">
                  <c:v>52325</c:v>
                </c:pt>
                <c:pt idx="9956">
                  <c:v>52326</c:v>
                </c:pt>
                <c:pt idx="9957">
                  <c:v>52327</c:v>
                </c:pt>
                <c:pt idx="9958">
                  <c:v>52328</c:v>
                </c:pt>
                <c:pt idx="9959">
                  <c:v>52329</c:v>
                </c:pt>
                <c:pt idx="9960">
                  <c:v>52330</c:v>
                </c:pt>
                <c:pt idx="9961">
                  <c:v>52331</c:v>
                </c:pt>
                <c:pt idx="9962">
                  <c:v>52332</c:v>
                </c:pt>
                <c:pt idx="9963">
                  <c:v>52333</c:v>
                </c:pt>
                <c:pt idx="9964">
                  <c:v>52334</c:v>
                </c:pt>
                <c:pt idx="9965">
                  <c:v>52335</c:v>
                </c:pt>
                <c:pt idx="9966">
                  <c:v>52336</c:v>
                </c:pt>
                <c:pt idx="9967">
                  <c:v>52337</c:v>
                </c:pt>
                <c:pt idx="9968">
                  <c:v>52338</c:v>
                </c:pt>
                <c:pt idx="9969">
                  <c:v>52339</c:v>
                </c:pt>
                <c:pt idx="9970">
                  <c:v>52340</c:v>
                </c:pt>
                <c:pt idx="9971">
                  <c:v>52341</c:v>
                </c:pt>
                <c:pt idx="9972">
                  <c:v>52342</c:v>
                </c:pt>
                <c:pt idx="9973">
                  <c:v>52343</c:v>
                </c:pt>
                <c:pt idx="9974">
                  <c:v>52344</c:v>
                </c:pt>
                <c:pt idx="9975">
                  <c:v>52345</c:v>
                </c:pt>
                <c:pt idx="9976">
                  <c:v>52346</c:v>
                </c:pt>
                <c:pt idx="9977">
                  <c:v>52347</c:v>
                </c:pt>
                <c:pt idx="9978">
                  <c:v>52348</c:v>
                </c:pt>
                <c:pt idx="9979">
                  <c:v>52349</c:v>
                </c:pt>
                <c:pt idx="9980">
                  <c:v>52350</c:v>
                </c:pt>
                <c:pt idx="9981">
                  <c:v>52351</c:v>
                </c:pt>
                <c:pt idx="9982">
                  <c:v>52352</c:v>
                </c:pt>
                <c:pt idx="9983">
                  <c:v>52353</c:v>
                </c:pt>
                <c:pt idx="9984">
                  <c:v>52354</c:v>
                </c:pt>
                <c:pt idx="9985">
                  <c:v>52355</c:v>
                </c:pt>
                <c:pt idx="9986">
                  <c:v>52356</c:v>
                </c:pt>
                <c:pt idx="9987">
                  <c:v>52357</c:v>
                </c:pt>
                <c:pt idx="9988">
                  <c:v>52358</c:v>
                </c:pt>
                <c:pt idx="9989">
                  <c:v>52359</c:v>
                </c:pt>
                <c:pt idx="9990">
                  <c:v>52360</c:v>
                </c:pt>
                <c:pt idx="9991">
                  <c:v>52361</c:v>
                </c:pt>
                <c:pt idx="9992">
                  <c:v>52362</c:v>
                </c:pt>
                <c:pt idx="9993">
                  <c:v>52363</c:v>
                </c:pt>
                <c:pt idx="9994">
                  <c:v>52364</c:v>
                </c:pt>
                <c:pt idx="9995">
                  <c:v>52365</c:v>
                </c:pt>
                <c:pt idx="9996">
                  <c:v>52366</c:v>
                </c:pt>
                <c:pt idx="9997">
                  <c:v>52367</c:v>
                </c:pt>
                <c:pt idx="9998">
                  <c:v>52368</c:v>
                </c:pt>
                <c:pt idx="9999">
                  <c:v>52369</c:v>
                </c:pt>
                <c:pt idx="10000">
                  <c:v>52370</c:v>
                </c:pt>
                <c:pt idx="10001">
                  <c:v>52371</c:v>
                </c:pt>
                <c:pt idx="10002">
                  <c:v>52372</c:v>
                </c:pt>
                <c:pt idx="10003">
                  <c:v>52373</c:v>
                </c:pt>
                <c:pt idx="10004">
                  <c:v>52374</c:v>
                </c:pt>
                <c:pt idx="10005">
                  <c:v>52375</c:v>
                </c:pt>
                <c:pt idx="10006">
                  <c:v>52376</c:v>
                </c:pt>
                <c:pt idx="10007">
                  <c:v>52377</c:v>
                </c:pt>
                <c:pt idx="10008">
                  <c:v>52378</c:v>
                </c:pt>
                <c:pt idx="10009">
                  <c:v>52379</c:v>
                </c:pt>
                <c:pt idx="10010">
                  <c:v>52380</c:v>
                </c:pt>
                <c:pt idx="10011">
                  <c:v>52381</c:v>
                </c:pt>
                <c:pt idx="10012">
                  <c:v>52382</c:v>
                </c:pt>
                <c:pt idx="10013">
                  <c:v>52383</c:v>
                </c:pt>
                <c:pt idx="10014">
                  <c:v>52384</c:v>
                </c:pt>
                <c:pt idx="10015">
                  <c:v>52385</c:v>
                </c:pt>
                <c:pt idx="10016">
                  <c:v>52386</c:v>
                </c:pt>
                <c:pt idx="10017">
                  <c:v>52387</c:v>
                </c:pt>
                <c:pt idx="10018">
                  <c:v>52388</c:v>
                </c:pt>
                <c:pt idx="10019">
                  <c:v>52389</c:v>
                </c:pt>
                <c:pt idx="10020">
                  <c:v>52390</c:v>
                </c:pt>
                <c:pt idx="10021">
                  <c:v>52391</c:v>
                </c:pt>
                <c:pt idx="10022">
                  <c:v>52392</c:v>
                </c:pt>
                <c:pt idx="10023">
                  <c:v>52393</c:v>
                </c:pt>
                <c:pt idx="10024">
                  <c:v>52394</c:v>
                </c:pt>
                <c:pt idx="10025">
                  <c:v>52395</c:v>
                </c:pt>
                <c:pt idx="10026">
                  <c:v>52396</c:v>
                </c:pt>
                <c:pt idx="10027">
                  <c:v>52397</c:v>
                </c:pt>
                <c:pt idx="10028">
                  <c:v>52398</c:v>
                </c:pt>
                <c:pt idx="10029">
                  <c:v>52399</c:v>
                </c:pt>
                <c:pt idx="10030">
                  <c:v>52400</c:v>
                </c:pt>
                <c:pt idx="10031">
                  <c:v>52401</c:v>
                </c:pt>
                <c:pt idx="10032">
                  <c:v>52402</c:v>
                </c:pt>
                <c:pt idx="10033">
                  <c:v>52403</c:v>
                </c:pt>
                <c:pt idx="10034">
                  <c:v>52404</c:v>
                </c:pt>
                <c:pt idx="10035">
                  <c:v>52405</c:v>
                </c:pt>
                <c:pt idx="10036">
                  <c:v>52406</c:v>
                </c:pt>
                <c:pt idx="10037">
                  <c:v>52407</c:v>
                </c:pt>
                <c:pt idx="10038">
                  <c:v>52408</c:v>
                </c:pt>
                <c:pt idx="10039">
                  <c:v>52409</c:v>
                </c:pt>
                <c:pt idx="10040">
                  <c:v>52410</c:v>
                </c:pt>
                <c:pt idx="10041">
                  <c:v>52411</c:v>
                </c:pt>
                <c:pt idx="10042">
                  <c:v>52412</c:v>
                </c:pt>
                <c:pt idx="10043">
                  <c:v>52413</c:v>
                </c:pt>
                <c:pt idx="10044">
                  <c:v>52414</c:v>
                </c:pt>
                <c:pt idx="10045">
                  <c:v>52415</c:v>
                </c:pt>
                <c:pt idx="10046">
                  <c:v>52416</c:v>
                </c:pt>
                <c:pt idx="10047">
                  <c:v>52417</c:v>
                </c:pt>
                <c:pt idx="10048">
                  <c:v>52418</c:v>
                </c:pt>
                <c:pt idx="10049">
                  <c:v>52419</c:v>
                </c:pt>
                <c:pt idx="10050">
                  <c:v>52420</c:v>
                </c:pt>
                <c:pt idx="10051">
                  <c:v>52421</c:v>
                </c:pt>
                <c:pt idx="10052">
                  <c:v>52422</c:v>
                </c:pt>
                <c:pt idx="10053">
                  <c:v>52423</c:v>
                </c:pt>
                <c:pt idx="10054">
                  <c:v>52424</c:v>
                </c:pt>
                <c:pt idx="10055">
                  <c:v>52425</c:v>
                </c:pt>
                <c:pt idx="10056">
                  <c:v>52426</c:v>
                </c:pt>
                <c:pt idx="10057">
                  <c:v>52427</c:v>
                </c:pt>
                <c:pt idx="10058">
                  <c:v>52428</c:v>
                </c:pt>
                <c:pt idx="10059">
                  <c:v>52429</c:v>
                </c:pt>
                <c:pt idx="10060">
                  <c:v>52430</c:v>
                </c:pt>
                <c:pt idx="10061">
                  <c:v>52431</c:v>
                </c:pt>
                <c:pt idx="10062">
                  <c:v>52432</c:v>
                </c:pt>
                <c:pt idx="10063">
                  <c:v>52433</c:v>
                </c:pt>
                <c:pt idx="10064">
                  <c:v>52434</c:v>
                </c:pt>
                <c:pt idx="10065">
                  <c:v>52435</c:v>
                </c:pt>
                <c:pt idx="10066">
                  <c:v>52436</c:v>
                </c:pt>
                <c:pt idx="10067">
                  <c:v>52437</c:v>
                </c:pt>
                <c:pt idx="10068">
                  <c:v>52438</c:v>
                </c:pt>
                <c:pt idx="10069">
                  <c:v>52439</c:v>
                </c:pt>
                <c:pt idx="10070">
                  <c:v>52440</c:v>
                </c:pt>
                <c:pt idx="10071">
                  <c:v>52441</c:v>
                </c:pt>
                <c:pt idx="10072">
                  <c:v>52442</c:v>
                </c:pt>
                <c:pt idx="10073">
                  <c:v>52443</c:v>
                </c:pt>
                <c:pt idx="10074">
                  <c:v>52444</c:v>
                </c:pt>
                <c:pt idx="10075">
                  <c:v>52445</c:v>
                </c:pt>
                <c:pt idx="10076">
                  <c:v>52446</c:v>
                </c:pt>
                <c:pt idx="10077">
                  <c:v>52447</c:v>
                </c:pt>
                <c:pt idx="10078">
                  <c:v>52448</c:v>
                </c:pt>
                <c:pt idx="10079">
                  <c:v>52449</c:v>
                </c:pt>
                <c:pt idx="10080">
                  <c:v>52450</c:v>
                </c:pt>
                <c:pt idx="10081">
                  <c:v>52451</c:v>
                </c:pt>
                <c:pt idx="10082">
                  <c:v>52452</c:v>
                </c:pt>
                <c:pt idx="10083">
                  <c:v>52453</c:v>
                </c:pt>
                <c:pt idx="10084">
                  <c:v>52454</c:v>
                </c:pt>
                <c:pt idx="10085">
                  <c:v>52455</c:v>
                </c:pt>
                <c:pt idx="10086">
                  <c:v>52456</c:v>
                </c:pt>
                <c:pt idx="10087">
                  <c:v>52457</c:v>
                </c:pt>
                <c:pt idx="10088">
                  <c:v>52458</c:v>
                </c:pt>
                <c:pt idx="10089">
                  <c:v>52459</c:v>
                </c:pt>
                <c:pt idx="10090">
                  <c:v>52460</c:v>
                </c:pt>
                <c:pt idx="10091">
                  <c:v>52461</c:v>
                </c:pt>
                <c:pt idx="10092">
                  <c:v>52462</c:v>
                </c:pt>
                <c:pt idx="10093">
                  <c:v>52463</c:v>
                </c:pt>
                <c:pt idx="10094">
                  <c:v>52464</c:v>
                </c:pt>
                <c:pt idx="10095">
                  <c:v>52465</c:v>
                </c:pt>
                <c:pt idx="10096">
                  <c:v>52466</c:v>
                </c:pt>
                <c:pt idx="10097">
                  <c:v>52467</c:v>
                </c:pt>
                <c:pt idx="10098">
                  <c:v>52468</c:v>
                </c:pt>
                <c:pt idx="10099">
                  <c:v>52469</c:v>
                </c:pt>
                <c:pt idx="10100">
                  <c:v>52470</c:v>
                </c:pt>
                <c:pt idx="10101">
                  <c:v>52471</c:v>
                </c:pt>
                <c:pt idx="10102">
                  <c:v>52472</c:v>
                </c:pt>
                <c:pt idx="10103">
                  <c:v>52473</c:v>
                </c:pt>
                <c:pt idx="10104">
                  <c:v>52474</c:v>
                </c:pt>
                <c:pt idx="10105">
                  <c:v>52475</c:v>
                </c:pt>
                <c:pt idx="10106">
                  <c:v>52476</c:v>
                </c:pt>
                <c:pt idx="10107">
                  <c:v>52477</c:v>
                </c:pt>
                <c:pt idx="10108">
                  <c:v>52478</c:v>
                </c:pt>
                <c:pt idx="10109">
                  <c:v>52479</c:v>
                </c:pt>
                <c:pt idx="10110">
                  <c:v>52480</c:v>
                </c:pt>
                <c:pt idx="10111">
                  <c:v>52481</c:v>
                </c:pt>
                <c:pt idx="10112">
                  <c:v>52482</c:v>
                </c:pt>
                <c:pt idx="10113">
                  <c:v>52483</c:v>
                </c:pt>
                <c:pt idx="10114">
                  <c:v>52484</c:v>
                </c:pt>
                <c:pt idx="10115">
                  <c:v>52485</c:v>
                </c:pt>
                <c:pt idx="10116">
                  <c:v>52486</c:v>
                </c:pt>
                <c:pt idx="10117">
                  <c:v>52487</c:v>
                </c:pt>
                <c:pt idx="10118">
                  <c:v>52488</c:v>
                </c:pt>
                <c:pt idx="10119">
                  <c:v>52489</c:v>
                </c:pt>
                <c:pt idx="10120">
                  <c:v>52490</c:v>
                </c:pt>
                <c:pt idx="10121">
                  <c:v>52491</c:v>
                </c:pt>
                <c:pt idx="10122">
                  <c:v>52492</c:v>
                </c:pt>
                <c:pt idx="10123">
                  <c:v>52493</c:v>
                </c:pt>
                <c:pt idx="10124">
                  <c:v>52494</c:v>
                </c:pt>
                <c:pt idx="10125">
                  <c:v>52495</c:v>
                </c:pt>
                <c:pt idx="10126">
                  <c:v>52496</c:v>
                </c:pt>
                <c:pt idx="10127">
                  <c:v>52497</c:v>
                </c:pt>
                <c:pt idx="10128">
                  <c:v>52498</c:v>
                </c:pt>
                <c:pt idx="10129">
                  <c:v>52499</c:v>
                </c:pt>
                <c:pt idx="10130">
                  <c:v>52500</c:v>
                </c:pt>
                <c:pt idx="10131">
                  <c:v>52501</c:v>
                </c:pt>
                <c:pt idx="10132">
                  <c:v>52502</c:v>
                </c:pt>
                <c:pt idx="10133">
                  <c:v>52503</c:v>
                </c:pt>
                <c:pt idx="10134">
                  <c:v>52504</c:v>
                </c:pt>
                <c:pt idx="10135">
                  <c:v>52505</c:v>
                </c:pt>
                <c:pt idx="10136">
                  <c:v>52506</c:v>
                </c:pt>
                <c:pt idx="10137">
                  <c:v>52507</c:v>
                </c:pt>
                <c:pt idx="10138">
                  <c:v>52508</c:v>
                </c:pt>
                <c:pt idx="10139">
                  <c:v>52509</c:v>
                </c:pt>
                <c:pt idx="10140">
                  <c:v>52510</c:v>
                </c:pt>
                <c:pt idx="10141">
                  <c:v>52511</c:v>
                </c:pt>
                <c:pt idx="10142">
                  <c:v>52512</c:v>
                </c:pt>
                <c:pt idx="10143">
                  <c:v>52513</c:v>
                </c:pt>
                <c:pt idx="10144">
                  <c:v>52514</c:v>
                </c:pt>
                <c:pt idx="10145">
                  <c:v>52515</c:v>
                </c:pt>
                <c:pt idx="10146">
                  <c:v>52516</c:v>
                </c:pt>
                <c:pt idx="10147">
                  <c:v>52517</c:v>
                </c:pt>
                <c:pt idx="10148">
                  <c:v>52518</c:v>
                </c:pt>
                <c:pt idx="10149">
                  <c:v>52519</c:v>
                </c:pt>
                <c:pt idx="10150">
                  <c:v>52520</c:v>
                </c:pt>
                <c:pt idx="10151">
                  <c:v>52521</c:v>
                </c:pt>
                <c:pt idx="10152">
                  <c:v>52522</c:v>
                </c:pt>
                <c:pt idx="10153">
                  <c:v>52523</c:v>
                </c:pt>
                <c:pt idx="10154">
                  <c:v>52524</c:v>
                </c:pt>
                <c:pt idx="10155">
                  <c:v>52525</c:v>
                </c:pt>
                <c:pt idx="10156">
                  <c:v>52526</c:v>
                </c:pt>
                <c:pt idx="10157">
                  <c:v>52527</c:v>
                </c:pt>
                <c:pt idx="10158">
                  <c:v>52528</c:v>
                </c:pt>
                <c:pt idx="10159">
                  <c:v>52529</c:v>
                </c:pt>
                <c:pt idx="10160">
                  <c:v>52530</c:v>
                </c:pt>
                <c:pt idx="10161">
                  <c:v>52531</c:v>
                </c:pt>
                <c:pt idx="10162">
                  <c:v>52532</c:v>
                </c:pt>
                <c:pt idx="10163">
                  <c:v>52533</c:v>
                </c:pt>
                <c:pt idx="10164">
                  <c:v>52534</c:v>
                </c:pt>
                <c:pt idx="10165">
                  <c:v>52535</c:v>
                </c:pt>
                <c:pt idx="10166">
                  <c:v>52536</c:v>
                </c:pt>
                <c:pt idx="10167">
                  <c:v>52537</c:v>
                </c:pt>
                <c:pt idx="10168">
                  <c:v>52538</c:v>
                </c:pt>
                <c:pt idx="10169">
                  <c:v>52539</c:v>
                </c:pt>
                <c:pt idx="10170">
                  <c:v>52540</c:v>
                </c:pt>
                <c:pt idx="10171">
                  <c:v>52541</c:v>
                </c:pt>
                <c:pt idx="10172">
                  <c:v>52542</c:v>
                </c:pt>
                <c:pt idx="10173">
                  <c:v>52543</c:v>
                </c:pt>
                <c:pt idx="10174">
                  <c:v>52544</c:v>
                </c:pt>
                <c:pt idx="10175">
                  <c:v>52545</c:v>
                </c:pt>
                <c:pt idx="10176">
                  <c:v>52546</c:v>
                </c:pt>
                <c:pt idx="10177">
                  <c:v>52547</c:v>
                </c:pt>
                <c:pt idx="10178">
                  <c:v>52548</c:v>
                </c:pt>
                <c:pt idx="10179">
                  <c:v>52549</c:v>
                </c:pt>
                <c:pt idx="10180">
                  <c:v>52550</c:v>
                </c:pt>
                <c:pt idx="10181">
                  <c:v>52551</c:v>
                </c:pt>
                <c:pt idx="10182">
                  <c:v>52552</c:v>
                </c:pt>
                <c:pt idx="10183">
                  <c:v>52553</c:v>
                </c:pt>
                <c:pt idx="10184">
                  <c:v>52554</c:v>
                </c:pt>
                <c:pt idx="10185">
                  <c:v>52555</c:v>
                </c:pt>
                <c:pt idx="10186">
                  <c:v>52556</c:v>
                </c:pt>
                <c:pt idx="10187">
                  <c:v>52557</c:v>
                </c:pt>
                <c:pt idx="10188">
                  <c:v>52558</c:v>
                </c:pt>
                <c:pt idx="10189">
                  <c:v>52559</c:v>
                </c:pt>
                <c:pt idx="10190">
                  <c:v>52560</c:v>
                </c:pt>
                <c:pt idx="10191">
                  <c:v>52561</c:v>
                </c:pt>
                <c:pt idx="10192">
                  <c:v>52562</c:v>
                </c:pt>
                <c:pt idx="10193">
                  <c:v>52563</c:v>
                </c:pt>
                <c:pt idx="10194">
                  <c:v>52564</c:v>
                </c:pt>
                <c:pt idx="10195">
                  <c:v>52565</c:v>
                </c:pt>
                <c:pt idx="10196">
                  <c:v>52566</c:v>
                </c:pt>
                <c:pt idx="10197">
                  <c:v>52567</c:v>
                </c:pt>
                <c:pt idx="10198">
                  <c:v>52568</c:v>
                </c:pt>
                <c:pt idx="10199">
                  <c:v>52569</c:v>
                </c:pt>
                <c:pt idx="10200">
                  <c:v>52570</c:v>
                </c:pt>
                <c:pt idx="10201">
                  <c:v>52571</c:v>
                </c:pt>
                <c:pt idx="10202">
                  <c:v>52572</c:v>
                </c:pt>
                <c:pt idx="10203">
                  <c:v>52573</c:v>
                </c:pt>
                <c:pt idx="10204">
                  <c:v>52574</c:v>
                </c:pt>
                <c:pt idx="10205">
                  <c:v>52575</c:v>
                </c:pt>
                <c:pt idx="10206">
                  <c:v>52576</c:v>
                </c:pt>
                <c:pt idx="10207">
                  <c:v>52577</c:v>
                </c:pt>
                <c:pt idx="10208">
                  <c:v>52578</c:v>
                </c:pt>
                <c:pt idx="10209">
                  <c:v>52579</c:v>
                </c:pt>
                <c:pt idx="10210">
                  <c:v>52580</c:v>
                </c:pt>
                <c:pt idx="10211">
                  <c:v>52581</c:v>
                </c:pt>
                <c:pt idx="10212">
                  <c:v>52582</c:v>
                </c:pt>
                <c:pt idx="10213">
                  <c:v>52583</c:v>
                </c:pt>
                <c:pt idx="10214">
                  <c:v>52584</c:v>
                </c:pt>
                <c:pt idx="10215">
                  <c:v>52585</c:v>
                </c:pt>
                <c:pt idx="10216">
                  <c:v>52586</c:v>
                </c:pt>
                <c:pt idx="10217">
                  <c:v>52587</c:v>
                </c:pt>
                <c:pt idx="10218">
                  <c:v>52588</c:v>
                </c:pt>
                <c:pt idx="10219">
                  <c:v>52589</c:v>
                </c:pt>
                <c:pt idx="10220">
                  <c:v>52590</c:v>
                </c:pt>
                <c:pt idx="10221">
                  <c:v>52591</c:v>
                </c:pt>
                <c:pt idx="10222">
                  <c:v>52592</c:v>
                </c:pt>
                <c:pt idx="10223">
                  <c:v>52593</c:v>
                </c:pt>
                <c:pt idx="10224">
                  <c:v>52594</c:v>
                </c:pt>
                <c:pt idx="10225">
                  <c:v>52595</c:v>
                </c:pt>
                <c:pt idx="10226">
                  <c:v>52596</c:v>
                </c:pt>
                <c:pt idx="10227">
                  <c:v>52597</c:v>
                </c:pt>
                <c:pt idx="10228">
                  <c:v>52598</c:v>
                </c:pt>
                <c:pt idx="10229">
                  <c:v>52599</c:v>
                </c:pt>
                <c:pt idx="10230">
                  <c:v>52600</c:v>
                </c:pt>
                <c:pt idx="10231">
                  <c:v>52601</c:v>
                </c:pt>
                <c:pt idx="10232">
                  <c:v>52602</c:v>
                </c:pt>
                <c:pt idx="10233">
                  <c:v>52603</c:v>
                </c:pt>
                <c:pt idx="10234">
                  <c:v>52604</c:v>
                </c:pt>
                <c:pt idx="10235">
                  <c:v>52605</c:v>
                </c:pt>
                <c:pt idx="10236">
                  <c:v>52606</c:v>
                </c:pt>
                <c:pt idx="10237">
                  <c:v>52607</c:v>
                </c:pt>
                <c:pt idx="10238">
                  <c:v>52608</c:v>
                </c:pt>
                <c:pt idx="10239">
                  <c:v>52609</c:v>
                </c:pt>
                <c:pt idx="10240">
                  <c:v>52610</c:v>
                </c:pt>
                <c:pt idx="10241">
                  <c:v>52611</c:v>
                </c:pt>
                <c:pt idx="10242">
                  <c:v>52612</c:v>
                </c:pt>
                <c:pt idx="10243">
                  <c:v>52613</c:v>
                </c:pt>
                <c:pt idx="10244">
                  <c:v>52614</c:v>
                </c:pt>
                <c:pt idx="10245">
                  <c:v>52615</c:v>
                </c:pt>
                <c:pt idx="10246">
                  <c:v>52616</c:v>
                </c:pt>
                <c:pt idx="10247">
                  <c:v>52617</c:v>
                </c:pt>
                <c:pt idx="10248">
                  <c:v>52618</c:v>
                </c:pt>
                <c:pt idx="10249">
                  <c:v>52619</c:v>
                </c:pt>
                <c:pt idx="10250">
                  <c:v>52620</c:v>
                </c:pt>
                <c:pt idx="10251">
                  <c:v>52621</c:v>
                </c:pt>
                <c:pt idx="10252">
                  <c:v>52622</c:v>
                </c:pt>
                <c:pt idx="10253">
                  <c:v>52623</c:v>
                </c:pt>
                <c:pt idx="10254">
                  <c:v>52624</c:v>
                </c:pt>
                <c:pt idx="10255">
                  <c:v>52625</c:v>
                </c:pt>
                <c:pt idx="10256">
                  <c:v>52626</c:v>
                </c:pt>
                <c:pt idx="10257">
                  <c:v>52627</c:v>
                </c:pt>
                <c:pt idx="10258">
                  <c:v>52628</c:v>
                </c:pt>
                <c:pt idx="10259">
                  <c:v>52629</c:v>
                </c:pt>
                <c:pt idx="10260">
                  <c:v>52630</c:v>
                </c:pt>
                <c:pt idx="10261">
                  <c:v>52631</c:v>
                </c:pt>
                <c:pt idx="10262">
                  <c:v>52632</c:v>
                </c:pt>
                <c:pt idx="10263">
                  <c:v>52633</c:v>
                </c:pt>
                <c:pt idx="10264">
                  <c:v>52634</c:v>
                </c:pt>
                <c:pt idx="10265">
                  <c:v>52635</c:v>
                </c:pt>
                <c:pt idx="10266">
                  <c:v>52636</c:v>
                </c:pt>
                <c:pt idx="10267">
                  <c:v>52637</c:v>
                </c:pt>
                <c:pt idx="10268">
                  <c:v>52638</c:v>
                </c:pt>
                <c:pt idx="10269">
                  <c:v>52639</c:v>
                </c:pt>
                <c:pt idx="10270">
                  <c:v>52640</c:v>
                </c:pt>
                <c:pt idx="10271">
                  <c:v>52641</c:v>
                </c:pt>
                <c:pt idx="10272">
                  <c:v>52642</c:v>
                </c:pt>
                <c:pt idx="10273">
                  <c:v>52643</c:v>
                </c:pt>
                <c:pt idx="10274">
                  <c:v>52644</c:v>
                </c:pt>
                <c:pt idx="10275">
                  <c:v>52645</c:v>
                </c:pt>
                <c:pt idx="10276">
                  <c:v>52646</c:v>
                </c:pt>
                <c:pt idx="10277">
                  <c:v>52647</c:v>
                </c:pt>
                <c:pt idx="10278">
                  <c:v>52648</c:v>
                </c:pt>
                <c:pt idx="10279">
                  <c:v>52649</c:v>
                </c:pt>
                <c:pt idx="10280">
                  <c:v>52650</c:v>
                </c:pt>
                <c:pt idx="10281">
                  <c:v>52651</c:v>
                </c:pt>
                <c:pt idx="10282">
                  <c:v>52652</c:v>
                </c:pt>
                <c:pt idx="10283">
                  <c:v>52653</c:v>
                </c:pt>
                <c:pt idx="10284">
                  <c:v>52654</c:v>
                </c:pt>
                <c:pt idx="10285">
                  <c:v>52655</c:v>
                </c:pt>
                <c:pt idx="10286">
                  <c:v>52656</c:v>
                </c:pt>
                <c:pt idx="10287">
                  <c:v>52657</c:v>
                </c:pt>
                <c:pt idx="10288">
                  <c:v>52658</c:v>
                </c:pt>
                <c:pt idx="10289">
                  <c:v>52659</c:v>
                </c:pt>
                <c:pt idx="10290">
                  <c:v>52660</c:v>
                </c:pt>
                <c:pt idx="10291">
                  <c:v>52661</c:v>
                </c:pt>
                <c:pt idx="10292">
                  <c:v>52662</c:v>
                </c:pt>
                <c:pt idx="10293">
                  <c:v>52663</c:v>
                </c:pt>
                <c:pt idx="10294">
                  <c:v>52664</c:v>
                </c:pt>
                <c:pt idx="10295">
                  <c:v>52665</c:v>
                </c:pt>
                <c:pt idx="10296">
                  <c:v>52666</c:v>
                </c:pt>
                <c:pt idx="10297">
                  <c:v>52667</c:v>
                </c:pt>
                <c:pt idx="10298">
                  <c:v>52668</c:v>
                </c:pt>
                <c:pt idx="10299">
                  <c:v>52669</c:v>
                </c:pt>
                <c:pt idx="10300">
                  <c:v>52670</c:v>
                </c:pt>
                <c:pt idx="10301">
                  <c:v>52671</c:v>
                </c:pt>
                <c:pt idx="10302">
                  <c:v>52672</c:v>
                </c:pt>
                <c:pt idx="10303">
                  <c:v>52673</c:v>
                </c:pt>
                <c:pt idx="10304">
                  <c:v>52674</c:v>
                </c:pt>
                <c:pt idx="10305">
                  <c:v>52675</c:v>
                </c:pt>
                <c:pt idx="10306">
                  <c:v>52676</c:v>
                </c:pt>
                <c:pt idx="10307">
                  <c:v>52677</c:v>
                </c:pt>
                <c:pt idx="10308">
                  <c:v>52678</c:v>
                </c:pt>
                <c:pt idx="10309">
                  <c:v>52679</c:v>
                </c:pt>
                <c:pt idx="10310">
                  <c:v>52680</c:v>
                </c:pt>
                <c:pt idx="10311">
                  <c:v>52681</c:v>
                </c:pt>
                <c:pt idx="10312">
                  <c:v>52682</c:v>
                </c:pt>
                <c:pt idx="10313">
                  <c:v>52683</c:v>
                </c:pt>
                <c:pt idx="10314">
                  <c:v>52684</c:v>
                </c:pt>
                <c:pt idx="10315">
                  <c:v>52685</c:v>
                </c:pt>
                <c:pt idx="10316">
                  <c:v>52686</c:v>
                </c:pt>
                <c:pt idx="10317">
                  <c:v>52687</c:v>
                </c:pt>
                <c:pt idx="10318">
                  <c:v>52688</c:v>
                </c:pt>
                <c:pt idx="10319">
                  <c:v>52689</c:v>
                </c:pt>
                <c:pt idx="10320">
                  <c:v>52690</c:v>
                </c:pt>
                <c:pt idx="10321">
                  <c:v>52691</c:v>
                </c:pt>
                <c:pt idx="10322">
                  <c:v>52692</c:v>
                </c:pt>
                <c:pt idx="10323">
                  <c:v>52693</c:v>
                </c:pt>
                <c:pt idx="10324">
                  <c:v>52694</c:v>
                </c:pt>
                <c:pt idx="10325">
                  <c:v>52695</c:v>
                </c:pt>
                <c:pt idx="10326">
                  <c:v>52696</c:v>
                </c:pt>
                <c:pt idx="10327">
                  <c:v>52697</c:v>
                </c:pt>
                <c:pt idx="10328">
                  <c:v>52698</c:v>
                </c:pt>
                <c:pt idx="10329">
                  <c:v>52699</c:v>
                </c:pt>
                <c:pt idx="10330">
                  <c:v>52700</c:v>
                </c:pt>
                <c:pt idx="10331">
                  <c:v>52701</c:v>
                </c:pt>
                <c:pt idx="10332">
                  <c:v>52702</c:v>
                </c:pt>
                <c:pt idx="10333">
                  <c:v>52703</c:v>
                </c:pt>
                <c:pt idx="10334">
                  <c:v>52704</c:v>
                </c:pt>
                <c:pt idx="10335">
                  <c:v>52705</c:v>
                </c:pt>
                <c:pt idx="10336">
                  <c:v>52706</c:v>
                </c:pt>
                <c:pt idx="10337">
                  <c:v>52707</c:v>
                </c:pt>
                <c:pt idx="10338">
                  <c:v>52708</c:v>
                </c:pt>
                <c:pt idx="10339">
                  <c:v>52709</c:v>
                </c:pt>
                <c:pt idx="10340">
                  <c:v>52710</c:v>
                </c:pt>
                <c:pt idx="10341">
                  <c:v>52711</c:v>
                </c:pt>
                <c:pt idx="10342">
                  <c:v>52712</c:v>
                </c:pt>
                <c:pt idx="10343">
                  <c:v>52713</c:v>
                </c:pt>
                <c:pt idx="10344">
                  <c:v>52714</c:v>
                </c:pt>
                <c:pt idx="10345">
                  <c:v>52715</c:v>
                </c:pt>
                <c:pt idx="10346">
                  <c:v>52716</c:v>
                </c:pt>
                <c:pt idx="10347">
                  <c:v>52717</c:v>
                </c:pt>
                <c:pt idx="10348">
                  <c:v>52718</c:v>
                </c:pt>
                <c:pt idx="10349">
                  <c:v>52719</c:v>
                </c:pt>
                <c:pt idx="10350">
                  <c:v>52720</c:v>
                </c:pt>
                <c:pt idx="10351">
                  <c:v>52721</c:v>
                </c:pt>
                <c:pt idx="10352">
                  <c:v>52722</c:v>
                </c:pt>
                <c:pt idx="10353">
                  <c:v>52723</c:v>
                </c:pt>
                <c:pt idx="10354">
                  <c:v>52724</c:v>
                </c:pt>
                <c:pt idx="10355">
                  <c:v>52725</c:v>
                </c:pt>
                <c:pt idx="10356">
                  <c:v>52726</c:v>
                </c:pt>
                <c:pt idx="10357">
                  <c:v>52727</c:v>
                </c:pt>
                <c:pt idx="10358">
                  <c:v>52728</c:v>
                </c:pt>
                <c:pt idx="10359">
                  <c:v>52729</c:v>
                </c:pt>
                <c:pt idx="10360">
                  <c:v>52730</c:v>
                </c:pt>
                <c:pt idx="10361">
                  <c:v>52731</c:v>
                </c:pt>
                <c:pt idx="10362">
                  <c:v>52732</c:v>
                </c:pt>
                <c:pt idx="10363">
                  <c:v>52733</c:v>
                </c:pt>
                <c:pt idx="10364">
                  <c:v>52734</c:v>
                </c:pt>
                <c:pt idx="10365">
                  <c:v>52735</c:v>
                </c:pt>
                <c:pt idx="10366">
                  <c:v>52736</c:v>
                </c:pt>
                <c:pt idx="10367">
                  <c:v>52737</c:v>
                </c:pt>
                <c:pt idx="10368">
                  <c:v>52738</c:v>
                </c:pt>
                <c:pt idx="10369">
                  <c:v>52739</c:v>
                </c:pt>
                <c:pt idx="10370">
                  <c:v>52740</c:v>
                </c:pt>
                <c:pt idx="10371">
                  <c:v>52741</c:v>
                </c:pt>
                <c:pt idx="10372">
                  <c:v>52742</c:v>
                </c:pt>
                <c:pt idx="10373">
                  <c:v>52743</c:v>
                </c:pt>
                <c:pt idx="10374">
                  <c:v>52744</c:v>
                </c:pt>
                <c:pt idx="10375">
                  <c:v>52745</c:v>
                </c:pt>
                <c:pt idx="10376">
                  <c:v>52746</c:v>
                </c:pt>
                <c:pt idx="10377">
                  <c:v>52747</c:v>
                </c:pt>
                <c:pt idx="10378">
                  <c:v>52748</c:v>
                </c:pt>
                <c:pt idx="10379">
                  <c:v>52749</c:v>
                </c:pt>
                <c:pt idx="10380">
                  <c:v>52750</c:v>
                </c:pt>
                <c:pt idx="10381">
                  <c:v>52751</c:v>
                </c:pt>
                <c:pt idx="10382">
                  <c:v>52752</c:v>
                </c:pt>
                <c:pt idx="10383">
                  <c:v>52753</c:v>
                </c:pt>
                <c:pt idx="10384">
                  <c:v>52754</c:v>
                </c:pt>
                <c:pt idx="10385">
                  <c:v>52755</c:v>
                </c:pt>
                <c:pt idx="10386">
                  <c:v>52756</c:v>
                </c:pt>
                <c:pt idx="10387">
                  <c:v>52757</c:v>
                </c:pt>
                <c:pt idx="10388">
                  <c:v>52758</c:v>
                </c:pt>
                <c:pt idx="10389">
                  <c:v>52759</c:v>
                </c:pt>
                <c:pt idx="10390">
                  <c:v>52760</c:v>
                </c:pt>
                <c:pt idx="10391">
                  <c:v>52761</c:v>
                </c:pt>
                <c:pt idx="10392">
                  <c:v>52762</c:v>
                </c:pt>
                <c:pt idx="10393">
                  <c:v>52763</c:v>
                </c:pt>
                <c:pt idx="10394">
                  <c:v>52764</c:v>
                </c:pt>
                <c:pt idx="10395">
                  <c:v>52765</c:v>
                </c:pt>
                <c:pt idx="10396">
                  <c:v>52766</c:v>
                </c:pt>
                <c:pt idx="10397">
                  <c:v>52767</c:v>
                </c:pt>
                <c:pt idx="10398">
                  <c:v>52768</c:v>
                </c:pt>
                <c:pt idx="10399">
                  <c:v>52769</c:v>
                </c:pt>
                <c:pt idx="10400">
                  <c:v>52770</c:v>
                </c:pt>
                <c:pt idx="10401">
                  <c:v>52771</c:v>
                </c:pt>
                <c:pt idx="10402">
                  <c:v>52772</c:v>
                </c:pt>
                <c:pt idx="10403">
                  <c:v>52773</c:v>
                </c:pt>
                <c:pt idx="10404">
                  <c:v>52774</c:v>
                </c:pt>
                <c:pt idx="10405">
                  <c:v>52775</c:v>
                </c:pt>
                <c:pt idx="10406">
                  <c:v>52776</c:v>
                </c:pt>
                <c:pt idx="10407">
                  <c:v>52777</c:v>
                </c:pt>
                <c:pt idx="10408">
                  <c:v>52778</c:v>
                </c:pt>
                <c:pt idx="10409">
                  <c:v>52779</c:v>
                </c:pt>
                <c:pt idx="10410">
                  <c:v>52780</c:v>
                </c:pt>
                <c:pt idx="10411">
                  <c:v>52781</c:v>
                </c:pt>
                <c:pt idx="10412">
                  <c:v>52782</c:v>
                </c:pt>
                <c:pt idx="10413">
                  <c:v>52783</c:v>
                </c:pt>
                <c:pt idx="10414">
                  <c:v>52784</c:v>
                </c:pt>
                <c:pt idx="10415">
                  <c:v>52785</c:v>
                </c:pt>
                <c:pt idx="10416">
                  <c:v>52786</c:v>
                </c:pt>
                <c:pt idx="10417">
                  <c:v>52787</c:v>
                </c:pt>
                <c:pt idx="10418">
                  <c:v>52788</c:v>
                </c:pt>
                <c:pt idx="10419">
                  <c:v>52789</c:v>
                </c:pt>
                <c:pt idx="10420">
                  <c:v>52790</c:v>
                </c:pt>
                <c:pt idx="10421">
                  <c:v>52791</c:v>
                </c:pt>
                <c:pt idx="10422">
                  <c:v>52792</c:v>
                </c:pt>
                <c:pt idx="10423">
                  <c:v>52793</c:v>
                </c:pt>
                <c:pt idx="10424">
                  <c:v>52794</c:v>
                </c:pt>
                <c:pt idx="10425">
                  <c:v>52795</c:v>
                </c:pt>
                <c:pt idx="10426">
                  <c:v>52796</c:v>
                </c:pt>
                <c:pt idx="10427">
                  <c:v>52797</c:v>
                </c:pt>
                <c:pt idx="10428">
                  <c:v>52798</c:v>
                </c:pt>
                <c:pt idx="10429">
                  <c:v>52799</c:v>
                </c:pt>
                <c:pt idx="10430">
                  <c:v>52800</c:v>
                </c:pt>
                <c:pt idx="10431">
                  <c:v>52801</c:v>
                </c:pt>
                <c:pt idx="10432">
                  <c:v>52802</c:v>
                </c:pt>
                <c:pt idx="10433">
                  <c:v>52803</c:v>
                </c:pt>
                <c:pt idx="10434">
                  <c:v>52804</c:v>
                </c:pt>
                <c:pt idx="10435">
                  <c:v>52805</c:v>
                </c:pt>
                <c:pt idx="10436">
                  <c:v>52806</c:v>
                </c:pt>
                <c:pt idx="10437">
                  <c:v>52807</c:v>
                </c:pt>
                <c:pt idx="10438">
                  <c:v>52808</c:v>
                </c:pt>
                <c:pt idx="10439">
                  <c:v>52809</c:v>
                </c:pt>
                <c:pt idx="10440">
                  <c:v>52810</c:v>
                </c:pt>
                <c:pt idx="10441">
                  <c:v>52811</c:v>
                </c:pt>
                <c:pt idx="10442">
                  <c:v>52812</c:v>
                </c:pt>
                <c:pt idx="10443">
                  <c:v>52813</c:v>
                </c:pt>
                <c:pt idx="10444">
                  <c:v>52814</c:v>
                </c:pt>
                <c:pt idx="10445">
                  <c:v>52815</c:v>
                </c:pt>
                <c:pt idx="10446">
                  <c:v>52816</c:v>
                </c:pt>
                <c:pt idx="10447">
                  <c:v>52817</c:v>
                </c:pt>
                <c:pt idx="10448">
                  <c:v>52818</c:v>
                </c:pt>
                <c:pt idx="10449">
                  <c:v>52819</c:v>
                </c:pt>
                <c:pt idx="10450">
                  <c:v>52820</c:v>
                </c:pt>
                <c:pt idx="10451">
                  <c:v>52821</c:v>
                </c:pt>
                <c:pt idx="10452">
                  <c:v>52822</c:v>
                </c:pt>
                <c:pt idx="10453">
                  <c:v>52823</c:v>
                </c:pt>
                <c:pt idx="10454">
                  <c:v>52824</c:v>
                </c:pt>
                <c:pt idx="10455">
                  <c:v>52825</c:v>
                </c:pt>
                <c:pt idx="10456">
                  <c:v>52826</c:v>
                </c:pt>
                <c:pt idx="10457">
                  <c:v>52827</c:v>
                </c:pt>
                <c:pt idx="10458">
                  <c:v>52828</c:v>
                </c:pt>
                <c:pt idx="10459">
                  <c:v>52829</c:v>
                </c:pt>
                <c:pt idx="10460">
                  <c:v>52830</c:v>
                </c:pt>
                <c:pt idx="10461">
                  <c:v>52831</c:v>
                </c:pt>
                <c:pt idx="10462">
                  <c:v>52832</c:v>
                </c:pt>
                <c:pt idx="10463">
                  <c:v>52833</c:v>
                </c:pt>
                <c:pt idx="10464">
                  <c:v>52834</c:v>
                </c:pt>
                <c:pt idx="10465">
                  <c:v>52835</c:v>
                </c:pt>
                <c:pt idx="10466">
                  <c:v>52836</c:v>
                </c:pt>
                <c:pt idx="10467">
                  <c:v>52837</c:v>
                </c:pt>
                <c:pt idx="10468">
                  <c:v>52838</c:v>
                </c:pt>
                <c:pt idx="10469">
                  <c:v>52839</c:v>
                </c:pt>
                <c:pt idx="10470">
                  <c:v>52840</c:v>
                </c:pt>
                <c:pt idx="10471">
                  <c:v>52841</c:v>
                </c:pt>
                <c:pt idx="10472">
                  <c:v>52842</c:v>
                </c:pt>
                <c:pt idx="10473">
                  <c:v>52843</c:v>
                </c:pt>
                <c:pt idx="10474">
                  <c:v>52844</c:v>
                </c:pt>
                <c:pt idx="10475">
                  <c:v>52845</c:v>
                </c:pt>
                <c:pt idx="10476">
                  <c:v>52846</c:v>
                </c:pt>
                <c:pt idx="10477">
                  <c:v>52847</c:v>
                </c:pt>
                <c:pt idx="10478">
                  <c:v>52848</c:v>
                </c:pt>
                <c:pt idx="10479">
                  <c:v>52849</c:v>
                </c:pt>
                <c:pt idx="10480">
                  <c:v>52850</c:v>
                </c:pt>
                <c:pt idx="10481">
                  <c:v>52851</c:v>
                </c:pt>
                <c:pt idx="10482">
                  <c:v>52852</c:v>
                </c:pt>
                <c:pt idx="10483">
                  <c:v>52853</c:v>
                </c:pt>
                <c:pt idx="10484">
                  <c:v>52854</c:v>
                </c:pt>
                <c:pt idx="10485">
                  <c:v>52855</c:v>
                </c:pt>
                <c:pt idx="10486">
                  <c:v>52856</c:v>
                </c:pt>
                <c:pt idx="10487">
                  <c:v>52857</c:v>
                </c:pt>
                <c:pt idx="10488">
                  <c:v>52858</c:v>
                </c:pt>
                <c:pt idx="10489">
                  <c:v>52859</c:v>
                </c:pt>
                <c:pt idx="10490">
                  <c:v>52860</c:v>
                </c:pt>
                <c:pt idx="10491">
                  <c:v>52861</c:v>
                </c:pt>
                <c:pt idx="10492">
                  <c:v>52862</c:v>
                </c:pt>
                <c:pt idx="10493">
                  <c:v>52863</c:v>
                </c:pt>
                <c:pt idx="10494">
                  <c:v>52864</c:v>
                </c:pt>
                <c:pt idx="10495">
                  <c:v>52865</c:v>
                </c:pt>
                <c:pt idx="10496">
                  <c:v>52866</c:v>
                </c:pt>
                <c:pt idx="10497">
                  <c:v>52867</c:v>
                </c:pt>
                <c:pt idx="10498">
                  <c:v>52868</c:v>
                </c:pt>
                <c:pt idx="10499">
                  <c:v>52869</c:v>
                </c:pt>
                <c:pt idx="10500">
                  <c:v>52870</c:v>
                </c:pt>
                <c:pt idx="10501">
                  <c:v>52871</c:v>
                </c:pt>
                <c:pt idx="10502">
                  <c:v>52872</c:v>
                </c:pt>
                <c:pt idx="10503">
                  <c:v>52873</c:v>
                </c:pt>
                <c:pt idx="10504">
                  <c:v>52874</c:v>
                </c:pt>
                <c:pt idx="10505">
                  <c:v>52875</c:v>
                </c:pt>
                <c:pt idx="10506">
                  <c:v>52876</c:v>
                </c:pt>
                <c:pt idx="10507">
                  <c:v>52877</c:v>
                </c:pt>
                <c:pt idx="10508">
                  <c:v>52878</c:v>
                </c:pt>
                <c:pt idx="10509">
                  <c:v>52879</c:v>
                </c:pt>
                <c:pt idx="10510">
                  <c:v>52880</c:v>
                </c:pt>
                <c:pt idx="10511">
                  <c:v>52881</c:v>
                </c:pt>
                <c:pt idx="10512">
                  <c:v>52882</c:v>
                </c:pt>
                <c:pt idx="10513">
                  <c:v>52883</c:v>
                </c:pt>
                <c:pt idx="10514">
                  <c:v>52884</c:v>
                </c:pt>
                <c:pt idx="10515">
                  <c:v>52885</c:v>
                </c:pt>
                <c:pt idx="10516">
                  <c:v>52886</c:v>
                </c:pt>
                <c:pt idx="10517">
                  <c:v>52887</c:v>
                </c:pt>
                <c:pt idx="10518">
                  <c:v>52888</c:v>
                </c:pt>
                <c:pt idx="10519">
                  <c:v>52889</c:v>
                </c:pt>
                <c:pt idx="10520">
                  <c:v>52890</c:v>
                </c:pt>
                <c:pt idx="10521">
                  <c:v>52891</c:v>
                </c:pt>
                <c:pt idx="10522">
                  <c:v>52892</c:v>
                </c:pt>
                <c:pt idx="10523">
                  <c:v>52893</c:v>
                </c:pt>
                <c:pt idx="10524">
                  <c:v>52894</c:v>
                </c:pt>
                <c:pt idx="10525">
                  <c:v>52895</c:v>
                </c:pt>
                <c:pt idx="10526">
                  <c:v>52896</c:v>
                </c:pt>
                <c:pt idx="10527">
                  <c:v>52897</c:v>
                </c:pt>
                <c:pt idx="10528">
                  <c:v>52898</c:v>
                </c:pt>
                <c:pt idx="10529">
                  <c:v>52899</c:v>
                </c:pt>
                <c:pt idx="10530">
                  <c:v>52900</c:v>
                </c:pt>
                <c:pt idx="10531">
                  <c:v>52901</c:v>
                </c:pt>
                <c:pt idx="10532">
                  <c:v>52902</c:v>
                </c:pt>
                <c:pt idx="10533">
                  <c:v>52903</c:v>
                </c:pt>
                <c:pt idx="10534">
                  <c:v>52904</c:v>
                </c:pt>
                <c:pt idx="10535">
                  <c:v>52905</c:v>
                </c:pt>
                <c:pt idx="10536">
                  <c:v>52906</c:v>
                </c:pt>
                <c:pt idx="10537">
                  <c:v>52907</c:v>
                </c:pt>
                <c:pt idx="10538">
                  <c:v>52908</c:v>
                </c:pt>
                <c:pt idx="10539">
                  <c:v>52909</c:v>
                </c:pt>
                <c:pt idx="10540">
                  <c:v>52910</c:v>
                </c:pt>
                <c:pt idx="10541">
                  <c:v>52911</c:v>
                </c:pt>
                <c:pt idx="10542">
                  <c:v>52912</c:v>
                </c:pt>
                <c:pt idx="10543">
                  <c:v>52913</c:v>
                </c:pt>
                <c:pt idx="10544">
                  <c:v>52914</c:v>
                </c:pt>
                <c:pt idx="10545">
                  <c:v>52915</c:v>
                </c:pt>
                <c:pt idx="10546">
                  <c:v>52916</c:v>
                </c:pt>
                <c:pt idx="10547">
                  <c:v>52917</c:v>
                </c:pt>
                <c:pt idx="10548">
                  <c:v>52918</c:v>
                </c:pt>
                <c:pt idx="10549">
                  <c:v>52919</c:v>
                </c:pt>
                <c:pt idx="10550">
                  <c:v>52920</c:v>
                </c:pt>
                <c:pt idx="10551">
                  <c:v>52921</c:v>
                </c:pt>
                <c:pt idx="10552">
                  <c:v>52922</c:v>
                </c:pt>
                <c:pt idx="10553">
                  <c:v>52923</c:v>
                </c:pt>
                <c:pt idx="10554">
                  <c:v>52924</c:v>
                </c:pt>
                <c:pt idx="10555">
                  <c:v>52925</c:v>
                </c:pt>
                <c:pt idx="10556">
                  <c:v>52926</c:v>
                </c:pt>
                <c:pt idx="10557">
                  <c:v>52927</c:v>
                </c:pt>
                <c:pt idx="10558">
                  <c:v>52928</c:v>
                </c:pt>
                <c:pt idx="10559">
                  <c:v>52929</c:v>
                </c:pt>
                <c:pt idx="10560">
                  <c:v>52930</c:v>
                </c:pt>
                <c:pt idx="10561">
                  <c:v>52931</c:v>
                </c:pt>
                <c:pt idx="10562">
                  <c:v>52932</c:v>
                </c:pt>
                <c:pt idx="10563">
                  <c:v>52933</c:v>
                </c:pt>
                <c:pt idx="10564">
                  <c:v>52934</c:v>
                </c:pt>
                <c:pt idx="10565">
                  <c:v>52935</c:v>
                </c:pt>
                <c:pt idx="10566">
                  <c:v>52936</c:v>
                </c:pt>
                <c:pt idx="10567">
                  <c:v>52937</c:v>
                </c:pt>
                <c:pt idx="10568">
                  <c:v>52938</c:v>
                </c:pt>
                <c:pt idx="10569">
                  <c:v>52939</c:v>
                </c:pt>
                <c:pt idx="10570">
                  <c:v>52940</c:v>
                </c:pt>
                <c:pt idx="10571">
                  <c:v>52941</c:v>
                </c:pt>
                <c:pt idx="10572">
                  <c:v>52942</c:v>
                </c:pt>
                <c:pt idx="10573">
                  <c:v>52943</c:v>
                </c:pt>
                <c:pt idx="10574">
                  <c:v>52944</c:v>
                </c:pt>
                <c:pt idx="10575">
                  <c:v>52945</c:v>
                </c:pt>
                <c:pt idx="10576">
                  <c:v>52946</c:v>
                </c:pt>
                <c:pt idx="10577">
                  <c:v>52947</c:v>
                </c:pt>
                <c:pt idx="10578">
                  <c:v>52948</c:v>
                </c:pt>
                <c:pt idx="10579">
                  <c:v>52949</c:v>
                </c:pt>
                <c:pt idx="10580">
                  <c:v>52950</c:v>
                </c:pt>
                <c:pt idx="10581">
                  <c:v>52951</c:v>
                </c:pt>
                <c:pt idx="10582">
                  <c:v>52952</c:v>
                </c:pt>
                <c:pt idx="10583">
                  <c:v>52953</c:v>
                </c:pt>
                <c:pt idx="10584">
                  <c:v>52954</c:v>
                </c:pt>
                <c:pt idx="10585">
                  <c:v>52955</c:v>
                </c:pt>
                <c:pt idx="10586">
                  <c:v>52956</c:v>
                </c:pt>
                <c:pt idx="10587">
                  <c:v>52957</c:v>
                </c:pt>
                <c:pt idx="10588">
                  <c:v>52958</c:v>
                </c:pt>
                <c:pt idx="10589">
                  <c:v>52959</c:v>
                </c:pt>
                <c:pt idx="10590">
                  <c:v>52960</c:v>
                </c:pt>
                <c:pt idx="10591">
                  <c:v>52961</c:v>
                </c:pt>
                <c:pt idx="10592">
                  <c:v>52962</c:v>
                </c:pt>
                <c:pt idx="10593">
                  <c:v>52963</c:v>
                </c:pt>
                <c:pt idx="10594">
                  <c:v>52964</c:v>
                </c:pt>
                <c:pt idx="10595">
                  <c:v>52965</c:v>
                </c:pt>
                <c:pt idx="10596">
                  <c:v>52966</c:v>
                </c:pt>
                <c:pt idx="10597">
                  <c:v>52967</c:v>
                </c:pt>
                <c:pt idx="10598">
                  <c:v>52968</c:v>
                </c:pt>
                <c:pt idx="10599">
                  <c:v>52969</c:v>
                </c:pt>
                <c:pt idx="10600">
                  <c:v>52970</c:v>
                </c:pt>
                <c:pt idx="10601">
                  <c:v>52971</c:v>
                </c:pt>
                <c:pt idx="10602">
                  <c:v>52972</c:v>
                </c:pt>
                <c:pt idx="10603">
                  <c:v>52973</c:v>
                </c:pt>
                <c:pt idx="10604">
                  <c:v>52974</c:v>
                </c:pt>
                <c:pt idx="10605">
                  <c:v>52975</c:v>
                </c:pt>
                <c:pt idx="10606">
                  <c:v>52976</c:v>
                </c:pt>
                <c:pt idx="10607">
                  <c:v>52977</c:v>
                </c:pt>
                <c:pt idx="10608">
                  <c:v>52978</c:v>
                </c:pt>
                <c:pt idx="10609">
                  <c:v>52979</c:v>
                </c:pt>
                <c:pt idx="10610">
                  <c:v>52980</c:v>
                </c:pt>
                <c:pt idx="10611">
                  <c:v>52981</c:v>
                </c:pt>
                <c:pt idx="10612">
                  <c:v>52982</c:v>
                </c:pt>
                <c:pt idx="10613">
                  <c:v>52983</c:v>
                </c:pt>
                <c:pt idx="10614">
                  <c:v>52984</c:v>
                </c:pt>
                <c:pt idx="10615">
                  <c:v>52985</c:v>
                </c:pt>
                <c:pt idx="10616">
                  <c:v>52986</c:v>
                </c:pt>
                <c:pt idx="10617">
                  <c:v>52987</c:v>
                </c:pt>
                <c:pt idx="10618">
                  <c:v>52988</c:v>
                </c:pt>
                <c:pt idx="10619">
                  <c:v>52989</c:v>
                </c:pt>
                <c:pt idx="10620">
                  <c:v>52990</c:v>
                </c:pt>
                <c:pt idx="10621">
                  <c:v>52991</c:v>
                </c:pt>
                <c:pt idx="10622">
                  <c:v>52992</c:v>
                </c:pt>
                <c:pt idx="10623">
                  <c:v>52993</c:v>
                </c:pt>
                <c:pt idx="10624">
                  <c:v>52994</c:v>
                </c:pt>
                <c:pt idx="10625">
                  <c:v>52995</c:v>
                </c:pt>
                <c:pt idx="10626">
                  <c:v>52996</c:v>
                </c:pt>
                <c:pt idx="10627">
                  <c:v>52997</c:v>
                </c:pt>
                <c:pt idx="10628">
                  <c:v>52998</c:v>
                </c:pt>
                <c:pt idx="10629">
                  <c:v>52999</c:v>
                </c:pt>
                <c:pt idx="10630">
                  <c:v>53000</c:v>
                </c:pt>
                <c:pt idx="10631">
                  <c:v>53001</c:v>
                </c:pt>
                <c:pt idx="10632">
                  <c:v>53002</c:v>
                </c:pt>
                <c:pt idx="10633">
                  <c:v>53003</c:v>
                </c:pt>
                <c:pt idx="10634">
                  <c:v>53004</c:v>
                </c:pt>
                <c:pt idx="10635">
                  <c:v>53005</c:v>
                </c:pt>
                <c:pt idx="10636">
                  <c:v>53006</c:v>
                </c:pt>
                <c:pt idx="10637">
                  <c:v>53007</c:v>
                </c:pt>
                <c:pt idx="10638">
                  <c:v>53008</c:v>
                </c:pt>
                <c:pt idx="10639">
                  <c:v>53009</c:v>
                </c:pt>
                <c:pt idx="10640">
                  <c:v>53010</c:v>
                </c:pt>
                <c:pt idx="10641">
                  <c:v>53011</c:v>
                </c:pt>
                <c:pt idx="10642">
                  <c:v>53012</c:v>
                </c:pt>
                <c:pt idx="10643">
                  <c:v>53013</c:v>
                </c:pt>
                <c:pt idx="10644">
                  <c:v>53014</c:v>
                </c:pt>
                <c:pt idx="10645">
                  <c:v>53015</c:v>
                </c:pt>
                <c:pt idx="10646">
                  <c:v>53016</c:v>
                </c:pt>
                <c:pt idx="10647">
                  <c:v>53017</c:v>
                </c:pt>
                <c:pt idx="10648">
                  <c:v>53018</c:v>
                </c:pt>
                <c:pt idx="10649">
                  <c:v>53019</c:v>
                </c:pt>
                <c:pt idx="10650">
                  <c:v>53020</c:v>
                </c:pt>
                <c:pt idx="10651">
                  <c:v>53021</c:v>
                </c:pt>
                <c:pt idx="10652">
                  <c:v>53022</c:v>
                </c:pt>
                <c:pt idx="10653">
                  <c:v>53023</c:v>
                </c:pt>
                <c:pt idx="10654">
                  <c:v>53024</c:v>
                </c:pt>
                <c:pt idx="10655">
                  <c:v>53025</c:v>
                </c:pt>
                <c:pt idx="10656">
                  <c:v>53026</c:v>
                </c:pt>
                <c:pt idx="10657">
                  <c:v>53027</c:v>
                </c:pt>
                <c:pt idx="10658">
                  <c:v>53028</c:v>
                </c:pt>
                <c:pt idx="10659">
                  <c:v>53029</c:v>
                </c:pt>
                <c:pt idx="10660">
                  <c:v>53030</c:v>
                </c:pt>
                <c:pt idx="10661">
                  <c:v>53031</c:v>
                </c:pt>
                <c:pt idx="10662">
                  <c:v>53032</c:v>
                </c:pt>
                <c:pt idx="10663">
                  <c:v>53033</c:v>
                </c:pt>
                <c:pt idx="10664">
                  <c:v>53034</c:v>
                </c:pt>
                <c:pt idx="10665">
                  <c:v>53035</c:v>
                </c:pt>
                <c:pt idx="10666">
                  <c:v>53036</c:v>
                </c:pt>
                <c:pt idx="10667">
                  <c:v>53037</c:v>
                </c:pt>
                <c:pt idx="10668">
                  <c:v>53038</c:v>
                </c:pt>
                <c:pt idx="10669">
                  <c:v>53039</c:v>
                </c:pt>
                <c:pt idx="10670">
                  <c:v>53040</c:v>
                </c:pt>
                <c:pt idx="10671">
                  <c:v>53041</c:v>
                </c:pt>
                <c:pt idx="10672">
                  <c:v>53042</c:v>
                </c:pt>
                <c:pt idx="10673">
                  <c:v>53043</c:v>
                </c:pt>
                <c:pt idx="10674">
                  <c:v>53044</c:v>
                </c:pt>
                <c:pt idx="10675">
                  <c:v>53045</c:v>
                </c:pt>
                <c:pt idx="10676">
                  <c:v>53046</c:v>
                </c:pt>
                <c:pt idx="10677">
                  <c:v>53047</c:v>
                </c:pt>
                <c:pt idx="10678">
                  <c:v>53048</c:v>
                </c:pt>
                <c:pt idx="10679">
                  <c:v>53049</c:v>
                </c:pt>
                <c:pt idx="10680">
                  <c:v>53050</c:v>
                </c:pt>
                <c:pt idx="10681">
                  <c:v>53051</c:v>
                </c:pt>
                <c:pt idx="10682">
                  <c:v>53052</c:v>
                </c:pt>
                <c:pt idx="10683">
                  <c:v>53053</c:v>
                </c:pt>
                <c:pt idx="10684">
                  <c:v>53054</c:v>
                </c:pt>
                <c:pt idx="10685">
                  <c:v>53055</c:v>
                </c:pt>
                <c:pt idx="10686">
                  <c:v>53056</c:v>
                </c:pt>
                <c:pt idx="10687">
                  <c:v>53057</c:v>
                </c:pt>
                <c:pt idx="10688">
                  <c:v>53058</c:v>
                </c:pt>
                <c:pt idx="10689">
                  <c:v>53059</c:v>
                </c:pt>
                <c:pt idx="10690">
                  <c:v>53060</c:v>
                </c:pt>
                <c:pt idx="10691">
                  <c:v>53061</c:v>
                </c:pt>
                <c:pt idx="10692">
                  <c:v>53062</c:v>
                </c:pt>
                <c:pt idx="10693">
                  <c:v>53063</c:v>
                </c:pt>
                <c:pt idx="10694">
                  <c:v>53064</c:v>
                </c:pt>
                <c:pt idx="10695">
                  <c:v>53065</c:v>
                </c:pt>
                <c:pt idx="10696">
                  <c:v>53066</c:v>
                </c:pt>
                <c:pt idx="10697">
                  <c:v>53067</c:v>
                </c:pt>
                <c:pt idx="10698">
                  <c:v>53068</c:v>
                </c:pt>
                <c:pt idx="10699">
                  <c:v>53069</c:v>
                </c:pt>
                <c:pt idx="10700">
                  <c:v>53070</c:v>
                </c:pt>
                <c:pt idx="10701">
                  <c:v>53071</c:v>
                </c:pt>
                <c:pt idx="10702">
                  <c:v>53072</c:v>
                </c:pt>
                <c:pt idx="10703">
                  <c:v>53073</c:v>
                </c:pt>
                <c:pt idx="10704">
                  <c:v>53074</c:v>
                </c:pt>
                <c:pt idx="10705">
                  <c:v>53075</c:v>
                </c:pt>
                <c:pt idx="10706">
                  <c:v>53076</c:v>
                </c:pt>
                <c:pt idx="10707">
                  <c:v>53077</c:v>
                </c:pt>
                <c:pt idx="10708">
                  <c:v>53078</c:v>
                </c:pt>
                <c:pt idx="10709">
                  <c:v>53079</c:v>
                </c:pt>
                <c:pt idx="10710">
                  <c:v>53080</c:v>
                </c:pt>
                <c:pt idx="10711">
                  <c:v>53081</c:v>
                </c:pt>
                <c:pt idx="10712">
                  <c:v>53082</c:v>
                </c:pt>
                <c:pt idx="10713">
                  <c:v>53083</c:v>
                </c:pt>
                <c:pt idx="10714">
                  <c:v>53084</c:v>
                </c:pt>
                <c:pt idx="10715">
                  <c:v>53085</c:v>
                </c:pt>
                <c:pt idx="10716">
                  <c:v>53086</c:v>
                </c:pt>
                <c:pt idx="10717">
                  <c:v>53087</c:v>
                </c:pt>
                <c:pt idx="10718">
                  <c:v>53088</c:v>
                </c:pt>
                <c:pt idx="10719">
                  <c:v>53089</c:v>
                </c:pt>
                <c:pt idx="10720">
                  <c:v>53090</c:v>
                </c:pt>
                <c:pt idx="10721">
                  <c:v>53091</c:v>
                </c:pt>
                <c:pt idx="10722">
                  <c:v>53092</c:v>
                </c:pt>
                <c:pt idx="10723">
                  <c:v>53093</c:v>
                </c:pt>
                <c:pt idx="10724">
                  <c:v>53094</c:v>
                </c:pt>
                <c:pt idx="10725">
                  <c:v>53095</c:v>
                </c:pt>
                <c:pt idx="10726">
                  <c:v>53096</c:v>
                </c:pt>
                <c:pt idx="10727">
                  <c:v>53097</c:v>
                </c:pt>
                <c:pt idx="10728">
                  <c:v>53098</c:v>
                </c:pt>
                <c:pt idx="10729">
                  <c:v>53099</c:v>
                </c:pt>
                <c:pt idx="10730">
                  <c:v>53100</c:v>
                </c:pt>
                <c:pt idx="10731">
                  <c:v>53101</c:v>
                </c:pt>
                <c:pt idx="10732">
                  <c:v>53102</c:v>
                </c:pt>
                <c:pt idx="10733">
                  <c:v>53103</c:v>
                </c:pt>
                <c:pt idx="10734">
                  <c:v>53104</c:v>
                </c:pt>
                <c:pt idx="10735">
                  <c:v>53105</c:v>
                </c:pt>
                <c:pt idx="10736">
                  <c:v>53106</c:v>
                </c:pt>
                <c:pt idx="10737">
                  <c:v>53107</c:v>
                </c:pt>
                <c:pt idx="10738">
                  <c:v>53108</c:v>
                </c:pt>
                <c:pt idx="10739">
                  <c:v>53109</c:v>
                </c:pt>
                <c:pt idx="10740">
                  <c:v>53110</c:v>
                </c:pt>
                <c:pt idx="10741">
                  <c:v>53111</c:v>
                </c:pt>
                <c:pt idx="10742">
                  <c:v>53112</c:v>
                </c:pt>
                <c:pt idx="10743">
                  <c:v>53113</c:v>
                </c:pt>
                <c:pt idx="10744">
                  <c:v>53114</c:v>
                </c:pt>
                <c:pt idx="10745">
                  <c:v>53115</c:v>
                </c:pt>
                <c:pt idx="10746">
                  <c:v>53116</c:v>
                </c:pt>
                <c:pt idx="10747">
                  <c:v>53117</c:v>
                </c:pt>
                <c:pt idx="10748">
                  <c:v>53118</c:v>
                </c:pt>
                <c:pt idx="10749">
                  <c:v>53119</c:v>
                </c:pt>
                <c:pt idx="10750">
                  <c:v>53120</c:v>
                </c:pt>
                <c:pt idx="10751">
                  <c:v>53121</c:v>
                </c:pt>
                <c:pt idx="10752">
                  <c:v>53122</c:v>
                </c:pt>
                <c:pt idx="10753">
                  <c:v>53123</c:v>
                </c:pt>
                <c:pt idx="10754">
                  <c:v>53124</c:v>
                </c:pt>
                <c:pt idx="10755">
                  <c:v>53125</c:v>
                </c:pt>
                <c:pt idx="10756">
                  <c:v>53126</c:v>
                </c:pt>
                <c:pt idx="10757">
                  <c:v>53127</c:v>
                </c:pt>
                <c:pt idx="10758">
                  <c:v>53128</c:v>
                </c:pt>
                <c:pt idx="10759">
                  <c:v>53129</c:v>
                </c:pt>
                <c:pt idx="10760">
                  <c:v>53130</c:v>
                </c:pt>
                <c:pt idx="10761">
                  <c:v>53131</c:v>
                </c:pt>
                <c:pt idx="10762">
                  <c:v>53132</c:v>
                </c:pt>
                <c:pt idx="10763">
                  <c:v>53133</c:v>
                </c:pt>
                <c:pt idx="10764">
                  <c:v>53134</c:v>
                </c:pt>
                <c:pt idx="10765">
                  <c:v>53135</c:v>
                </c:pt>
                <c:pt idx="10766">
                  <c:v>53136</c:v>
                </c:pt>
                <c:pt idx="10767">
                  <c:v>53137</c:v>
                </c:pt>
                <c:pt idx="10768">
                  <c:v>53138</c:v>
                </c:pt>
                <c:pt idx="10769">
                  <c:v>53139</c:v>
                </c:pt>
                <c:pt idx="10770">
                  <c:v>53140</c:v>
                </c:pt>
                <c:pt idx="10771">
                  <c:v>53141</c:v>
                </c:pt>
                <c:pt idx="10772">
                  <c:v>53142</c:v>
                </c:pt>
                <c:pt idx="10773">
                  <c:v>53143</c:v>
                </c:pt>
                <c:pt idx="10774">
                  <c:v>53144</c:v>
                </c:pt>
                <c:pt idx="10775">
                  <c:v>53145</c:v>
                </c:pt>
                <c:pt idx="10776">
                  <c:v>53146</c:v>
                </c:pt>
                <c:pt idx="10777">
                  <c:v>53147</c:v>
                </c:pt>
                <c:pt idx="10778">
                  <c:v>53148</c:v>
                </c:pt>
                <c:pt idx="10779">
                  <c:v>53149</c:v>
                </c:pt>
                <c:pt idx="10780">
                  <c:v>53150</c:v>
                </c:pt>
                <c:pt idx="10781">
                  <c:v>53151</c:v>
                </c:pt>
                <c:pt idx="10782">
                  <c:v>53152</c:v>
                </c:pt>
                <c:pt idx="10783">
                  <c:v>53153</c:v>
                </c:pt>
                <c:pt idx="10784">
                  <c:v>53154</c:v>
                </c:pt>
                <c:pt idx="10785">
                  <c:v>53155</c:v>
                </c:pt>
                <c:pt idx="10786">
                  <c:v>53156</c:v>
                </c:pt>
                <c:pt idx="10787">
                  <c:v>53157</c:v>
                </c:pt>
                <c:pt idx="10788">
                  <c:v>53158</c:v>
                </c:pt>
                <c:pt idx="10789">
                  <c:v>53159</c:v>
                </c:pt>
                <c:pt idx="10790">
                  <c:v>53160</c:v>
                </c:pt>
                <c:pt idx="10791">
                  <c:v>53161</c:v>
                </c:pt>
                <c:pt idx="10792">
                  <c:v>53162</c:v>
                </c:pt>
                <c:pt idx="10793">
                  <c:v>53163</c:v>
                </c:pt>
                <c:pt idx="10794">
                  <c:v>53164</c:v>
                </c:pt>
                <c:pt idx="10795">
                  <c:v>53165</c:v>
                </c:pt>
                <c:pt idx="10796">
                  <c:v>53166</c:v>
                </c:pt>
                <c:pt idx="10797">
                  <c:v>53167</c:v>
                </c:pt>
                <c:pt idx="10798">
                  <c:v>53168</c:v>
                </c:pt>
                <c:pt idx="10799">
                  <c:v>53169</c:v>
                </c:pt>
                <c:pt idx="10800">
                  <c:v>53170</c:v>
                </c:pt>
                <c:pt idx="10801">
                  <c:v>53171</c:v>
                </c:pt>
                <c:pt idx="10802">
                  <c:v>53172</c:v>
                </c:pt>
                <c:pt idx="10803">
                  <c:v>53173</c:v>
                </c:pt>
                <c:pt idx="10804">
                  <c:v>53174</c:v>
                </c:pt>
                <c:pt idx="10805">
                  <c:v>53175</c:v>
                </c:pt>
                <c:pt idx="10806">
                  <c:v>53176</c:v>
                </c:pt>
                <c:pt idx="10807">
                  <c:v>53177</c:v>
                </c:pt>
                <c:pt idx="10808">
                  <c:v>53178</c:v>
                </c:pt>
                <c:pt idx="10809">
                  <c:v>53179</c:v>
                </c:pt>
                <c:pt idx="10810">
                  <c:v>53180</c:v>
                </c:pt>
                <c:pt idx="10811">
                  <c:v>53181</c:v>
                </c:pt>
                <c:pt idx="10812">
                  <c:v>53182</c:v>
                </c:pt>
                <c:pt idx="10813">
                  <c:v>53183</c:v>
                </c:pt>
                <c:pt idx="10814">
                  <c:v>53184</c:v>
                </c:pt>
                <c:pt idx="10815">
                  <c:v>53185</c:v>
                </c:pt>
                <c:pt idx="10816">
                  <c:v>53186</c:v>
                </c:pt>
                <c:pt idx="10817">
                  <c:v>53187</c:v>
                </c:pt>
                <c:pt idx="10818">
                  <c:v>53188</c:v>
                </c:pt>
                <c:pt idx="10819">
                  <c:v>53189</c:v>
                </c:pt>
                <c:pt idx="10820">
                  <c:v>53190</c:v>
                </c:pt>
                <c:pt idx="10821">
                  <c:v>53191</c:v>
                </c:pt>
                <c:pt idx="10822">
                  <c:v>53192</c:v>
                </c:pt>
                <c:pt idx="10823">
                  <c:v>53193</c:v>
                </c:pt>
                <c:pt idx="10824">
                  <c:v>53194</c:v>
                </c:pt>
                <c:pt idx="10825">
                  <c:v>53195</c:v>
                </c:pt>
                <c:pt idx="10826">
                  <c:v>53196</c:v>
                </c:pt>
                <c:pt idx="10827">
                  <c:v>53197</c:v>
                </c:pt>
                <c:pt idx="10828">
                  <c:v>53198</c:v>
                </c:pt>
                <c:pt idx="10829">
                  <c:v>53199</c:v>
                </c:pt>
                <c:pt idx="10830">
                  <c:v>53200</c:v>
                </c:pt>
                <c:pt idx="10831">
                  <c:v>53201</c:v>
                </c:pt>
                <c:pt idx="10832">
                  <c:v>53202</c:v>
                </c:pt>
                <c:pt idx="10833">
                  <c:v>53203</c:v>
                </c:pt>
                <c:pt idx="10834">
                  <c:v>53204</c:v>
                </c:pt>
                <c:pt idx="10835">
                  <c:v>53205</c:v>
                </c:pt>
                <c:pt idx="10836">
                  <c:v>53206</c:v>
                </c:pt>
                <c:pt idx="10837">
                  <c:v>53207</c:v>
                </c:pt>
                <c:pt idx="10838">
                  <c:v>53208</c:v>
                </c:pt>
                <c:pt idx="10839">
                  <c:v>53209</c:v>
                </c:pt>
                <c:pt idx="10840">
                  <c:v>53210</c:v>
                </c:pt>
                <c:pt idx="10841">
                  <c:v>53211</c:v>
                </c:pt>
                <c:pt idx="10842">
                  <c:v>53212</c:v>
                </c:pt>
                <c:pt idx="10843">
                  <c:v>53213</c:v>
                </c:pt>
                <c:pt idx="10844">
                  <c:v>53214</c:v>
                </c:pt>
                <c:pt idx="10845">
                  <c:v>53215</c:v>
                </c:pt>
                <c:pt idx="10846">
                  <c:v>53216</c:v>
                </c:pt>
                <c:pt idx="10847">
                  <c:v>53217</c:v>
                </c:pt>
                <c:pt idx="10848">
                  <c:v>53218</c:v>
                </c:pt>
                <c:pt idx="10849">
                  <c:v>53219</c:v>
                </c:pt>
                <c:pt idx="10850">
                  <c:v>53220</c:v>
                </c:pt>
                <c:pt idx="10851">
                  <c:v>53221</c:v>
                </c:pt>
                <c:pt idx="10852">
                  <c:v>53222</c:v>
                </c:pt>
                <c:pt idx="10853">
                  <c:v>53223</c:v>
                </c:pt>
                <c:pt idx="10854">
                  <c:v>53224</c:v>
                </c:pt>
                <c:pt idx="10855">
                  <c:v>53225</c:v>
                </c:pt>
                <c:pt idx="10856">
                  <c:v>53226</c:v>
                </c:pt>
                <c:pt idx="10857">
                  <c:v>53227</c:v>
                </c:pt>
                <c:pt idx="10858">
                  <c:v>53228</c:v>
                </c:pt>
                <c:pt idx="10859">
                  <c:v>53229</c:v>
                </c:pt>
                <c:pt idx="10860">
                  <c:v>53230</c:v>
                </c:pt>
                <c:pt idx="10861">
                  <c:v>53231</c:v>
                </c:pt>
                <c:pt idx="10862">
                  <c:v>53232</c:v>
                </c:pt>
                <c:pt idx="10863">
                  <c:v>53233</c:v>
                </c:pt>
                <c:pt idx="10864">
                  <c:v>53234</c:v>
                </c:pt>
                <c:pt idx="10865">
                  <c:v>53235</c:v>
                </c:pt>
                <c:pt idx="10866">
                  <c:v>53236</c:v>
                </c:pt>
                <c:pt idx="10867">
                  <c:v>53237</c:v>
                </c:pt>
                <c:pt idx="10868">
                  <c:v>53238</c:v>
                </c:pt>
                <c:pt idx="10869">
                  <c:v>53239</c:v>
                </c:pt>
                <c:pt idx="10870">
                  <c:v>53240</c:v>
                </c:pt>
                <c:pt idx="10871">
                  <c:v>53241</c:v>
                </c:pt>
                <c:pt idx="10872">
                  <c:v>53242</c:v>
                </c:pt>
                <c:pt idx="10873">
                  <c:v>53243</c:v>
                </c:pt>
                <c:pt idx="10874">
                  <c:v>53244</c:v>
                </c:pt>
                <c:pt idx="10875">
                  <c:v>53245</c:v>
                </c:pt>
                <c:pt idx="10876">
                  <c:v>53246</c:v>
                </c:pt>
                <c:pt idx="10877">
                  <c:v>53247</c:v>
                </c:pt>
                <c:pt idx="10878">
                  <c:v>53248</c:v>
                </c:pt>
                <c:pt idx="10879">
                  <c:v>53249</c:v>
                </c:pt>
                <c:pt idx="10880">
                  <c:v>53250</c:v>
                </c:pt>
                <c:pt idx="10881">
                  <c:v>53251</c:v>
                </c:pt>
                <c:pt idx="10882">
                  <c:v>53252</c:v>
                </c:pt>
                <c:pt idx="10883">
                  <c:v>53253</c:v>
                </c:pt>
                <c:pt idx="10884">
                  <c:v>53254</c:v>
                </c:pt>
                <c:pt idx="10885">
                  <c:v>53255</c:v>
                </c:pt>
                <c:pt idx="10886">
                  <c:v>53256</c:v>
                </c:pt>
                <c:pt idx="10887">
                  <c:v>53257</c:v>
                </c:pt>
                <c:pt idx="10888">
                  <c:v>53258</c:v>
                </c:pt>
                <c:pt idx="10889">
                  <c:v>53259</c:v>
                </c:pt>
                <c:pt idx="10890">
                  <c:v>53260</c:v>
                </c:pt>
                <c:pt idx="10891">
                  <c:v>53261</c:v>
                </c:pt>
                <c:pt idx="10892">
                  <c:v>53262</c:v>
                </c:pt>
                <c:pt idx="10893">
                  <c:v>53263</c:v>
                </c:pt>
                <c:pt idx="10894">
                  <c:v>53264</c:v>
                </c:pt>
                <c:pt idx="10895">
                  <c:v>53265</c:v>
                </c:pt>
                <c:pt idx="10896">
                  <c:v>53266</c:v>
                </c:pt>
                <c:pt idx="10897">
                  <c:v>53267</c:v>
                </c:pt>
                <c:pt idx="10898">
                  <c:v>53268</c:v>
                </c:pt>
                <c:pt idx="10899">
                  <c:v>53269</c:v>
                </c:pt>
                <c:pt idx="10900">
                  <c:v>53270</c:v>
                </c:pt>
                <c:pt idx="10901">
                  <c:v>53271</c:v>
                </c:pt>
                <c:pt idx="10902">
                  <c:v>53272</c:v>
                </c:pt>
                <c:pt idx="10903">
                  <c:v>53273</c:v>
                </c:pt>
                <c:pt idx="10904">
                  <c:v>53274</c:v>
                </c:pt>
                <c:pt idx="10905">
                  <c:v>53275</c:v>
                </c:pt>
                <c:pt idx="10906">
                  <c:v>53276</c:v>
                </c:pt>
                <c:pt idx="10907">
                  <c:v>53277</c:v>
                </c:pt>
                <c:pt idx="10908">
                  <c:v>53278</c:v>
                </c:pt>
                <c:pt idx="10909">
                  <c:v>53279</c:v>
                </c:pt>
                <c:pt idx="10910">
                  <c:v>53280</c:v>
                </c:pt>
                <c:pt idx="10911">
                  <c:v>53281</c:v>
                </c:pt>
                <c:pt idx="10912">
                  <c:v>53282</c:v>
                </c:pt>
                <c:pt idx="10913">
                  <c:v>53283</c:v>
                </c:pt>
                <c:pt idx="10914">
                  <c:v>53284</c:v>
                </c:pt>
                <c:pt idx="10915">
                  <c:v>53285</c:v>
                </c:pt>
                <c:pt idx="10916">
                  <c:v>53286</c:v>
                </c:pt>
                <c:pt idx="10917">
                  <c:v>53287</c:v>
                </c:pt>
                <c:pt idx="10918">
                  <c:v>53288</c:v>
                </c:pt>
                <c:pt idx="10919">
                  <c:v>53289</c:v>
                </c:pt>
                <c:pt idx="10920">
                  <c:v>53290</c:v>
                </c:pt>
                <c:pt idx="10921">
                  <c:v>53291</c:v>
                </c:pt>
                <c:pt idx="10922">
                  <c:v>53292</c:v>
                </c:pt>
                <c:pt idx="10923">
                  <c:v>53293</c:v>
                </c:pt>
                <c:pt idx="10924">
                  <c:v>53294</c:v>
                </c:pt>
                <c:pt idx="10925">
                  <c:v>53295</c:v>
                </c:pt>
                <c:pt idx="10926">
                  <c:v>53296</c:v>
                </c:pt>
                <c:pt idx="10927">
                  <c:v>53297</c:v>
                </c:pt>
                <c:pt idx="10928">
                  <c:v>53298</c:v>
                </c:pt>
                <c:pt idx="10929">
                  <c:v>53299</c:v>
                </c:pt>
                <c:pt idx="10930">
                  <c:v>53300</c:v>
                </c:pt>
                <c:pt idx="10931">
                  <c:v>53301</c:v>
                </c:pt>
                <c:pt idx="10932">
                  <c:v>53302</c:v>
                </c:pt>
                <c:pt idx="10933">
                  <c:v>53303</c:v>
                </c:pt>
                <c:pt idx="10934">
                  <c:v>53304</c:v>
                </c:pt>
                <c:pt idx="10935">
                  <c:v>53305</c:v>
                </c:pt>
                <c:pt idx="10936">
                  <c:v>53306</c:v>
                </c:pt>
                <c:pt idx="10937">
                  <c:v>53307</c:v>
                </c:pt>
                <c:pt idx="10938">
                  <c:v>53308</c:v>
                </c:pt>
                <c:pt idx="10939">
                  <c:v>53309</c:v>
                </c:pt>
                <c:pt idx="10940">
                  <c:v>53310</c:v>
                </c:pt>
                <c:pt idx="10941">
                  <c:v>53311</c:v>
                </c:pt>
                <c:pt idx="10942">
                  <c:v>53312</c:v>
                </c:pt>
                <c:pt idx="10943">
                  <c:v>53313</c:v>
                </c:pt>
                <c:pt idx="10944">
                  <c:v>53314</c:v>
                </c:pt>
                <c:pt idx="10945">
                  <c:v>53315</c:v>
                </c:pt>
                <c:pt idx="10946">
                  <c:v>53316</c:v>
                </c:pt>
                <c:pt idx="10947">
                  <c:v>53317</c:v>
                </c:pt>
                <c:pt idx="10948">
                  <c:v>53318</c:v>
                </c:pt>
                <c:pt idx="10949">
                  <c:v>53319</c:v>
                </c:pt>
                <c:pt idx="10950">
                  <c:v>53320</c:v>
                </c:pt>
                <c:pt idx="10951">
                  <c:v>53321</c:v>
                </c:pt>
                <c:pt idx="10952">
                  <c:v>53322</c:v>
                </c:pt>
                <c:pt idx="10953">
                  <c:v>53323</c:v>
                </c:pt>
                <c:pt idx="10954">
                  <c:v>53324</c:v>
                </c:pt>
                <c:pt idx="10955">
                  <c:v>53325</c:v>
                </c:pt>
                <c:pt idx="10956">
                  <c:v>53326</c:v>
                </c:pt>
                <c:pt idx="10957">
                  <c:v>53327</c:v>
                </c:pt>
                <c:pt idx="10958">
                  <c:v>53328</c:v>
                </c:pt>
                <c:pt idx="10959">
                  <c:v>53329</c:v>
                </c:pt>
                <c:pt idx="10960">
                  <c:v>53330</c:v>
                </c:pt>
                <c:pt idx="10961">
                  <c:v>53331</c:v>
                </c:pt>
                <c:pt idx="10962">
                  <c:v>53332</c:v>
                </c:pt>
                <c:pt idx="10963">
                  <c:v>53333</c:v>
                </c:pt>
                <c:pt idx="10964">
                  <c:v>53334</c:v>
                </c:pt>
                <c:pt idx="10965">
                  <c:v>53335</c:v>
                </c:pt>
                <c:pt idx="10966">
                  <c:v>53336</c:v>
                </c:pt>
                <c:pt idx="10967">
                  <c:v>53337</c:v>
                </c:pt>
                <c:pt idx="10968">
                  <c:v>53338</c:v>
                </c:pt>
                <c:pt idx="10969">
                  <c:v>53339</c:v>
                </c:pt>
                <c:pt idx="10970">
                  <c:v>53340</c:v>
                </c:pt>
                <c:pt idx="10971">
                  <c:v>53341</c:v>
                </c:pt>
                <c:pt idx="10972">
                  <c:v>53342</c:v>
                </c:pt>
                <c:pt idx="10973">
                  <c:v>53343</c:v>
                </c:pt>
                <c:pt idx="10974">
                  <c:v>53344</c:v>
                </c:pt>
                <c:pt idx="10975">
                  <c:v>53345</c:v>
                </c:pt>
                <c:pt idx="10976">
                  <c:v>53346</c:v>
                </c:pt>
                <c:pt idx="10977">
                  <c:v>53347</c:v>
                </c:pt>
                <c:pt idx="10978">
                  <c:v>53348</c:v>
                </c:pt>
                <c:pt idx="10979">
                  <c:v>53349</c:v>
                </c:pt>
                <c:pt idx="10980">
                  <c:v>53350</c:v>
                </c:pt>
                <c:pt idx="10981">
                  <c:v>53351</c:v>
                </c:pt>
                <c:pt idx="10982">
                  <c:v>53352</c:v>
                </c:pt>
                <c:pt idx="10983">
                  <c:v>53353</c:v>
                </c:pt>
                <c:pt idx="10984">
                  <c:v>53354</c:v>
                </c:pt>
                <c:pt idx="10985">
                  <c:v>53355</c:v>
                </c:pt>
                <c:pt idx="10986">
                  <c:v>53356</c:v>
                </c:pt>
                <c:pt idx="10987">
                  <c:v>53357</c:v>
                </c:pt>
                <c:pt idx="10988">
                  <c:v>53358</c:v>
                </c:pt>
                <c:pt idx="10989">
                  <c:v>53359</c:v>
                </c:pt>
                <c:pt idx="10990">
                  <c:v>53360</c:v>
                </c:pt>
                <c:pt idx="10991">
                  <c:v>53361</c:v>
                </c:pt>
                <c:pt idx="10992">
                  <c:v>53362</c:v>
                </c:pt>
                <c:pt idx="10993">
                  <c:v>53363</c:v>
                </c:pt>
                <c:pt idx="10994">
                  <c:v>53364</c:v>
                </c:pt>
                <c:pt idx="10995">
                  <c:v>53365</c:v>
                </c:pt>
                <c:pt idx="10996">
                  <c:v>53366</c:v>
                </c:pt>
                <c:pt idx="10997">
                  <c:v>53367</c:v>
                </c:pt>
                <c:pt idx="10998">
                  <c:v>53368</c:v>
                </c:pt>
                <c:pt idx="10999">
                  <c:v>53369</c:v>
                </c:pt>
                <c:pt idx="11000">
                  <c:v>53370</c:v>
                </c:pt>
                <c:pt idx="11001">
                  <c:v>53371</c:v>
                </c:pt>
                <c:pt idx="11002">
                  <c:v>53372</c:v>
                </c:pt>
                <c:pt idx="11003">
                  <c:v>53373</c:v>
                </c:pt>
                <c:pt idx="11004">
                  <c:v>53374</c:v>
                </c:pt>
                <c:pt idx="11005">
                  <c:v>53375</c:v>
                </c:pt>
                <c:pt idx="11006">
                  <c:v>53376</c:v>
                </c:pt>
                <c:pt idx="11007">
                  <c:v>53377</c:v>
                </c:pt>
                <c:pt idx="11008">
                  <c:v>53378</c:v>
                </c:pt>
                <c:pt idx="11009">
                  <c:v>53379</c:v>
                </c:pt>
                <c:pt idx="11010">
                  <c:v>53380</c:v>
                </c:pt>
                <c:pt idx="11011">
                  <c:v>53381</c:v>
                </c:pt>
                <c:pt idx="11012">
                  <c:v>53382</c:v>
                </c:pt>
                <c:pt idx="11013">
                  <c:v>53383</c:v>
                </c:pt>
                <c:pt idx="11014">
                  <c:v>53384</c:v>
                </c:pt>
                <c:pt idx="11015">
                  <c:v>53385</c:v>
                </c:pt>
                <c:pt idx="11016">
                  <c:v>53386</c:v>
                </c:pt>
                <c:pt idx="11017">
                  <c:v>53387</c:v>
                </c:pt>
                <c:pt idx="11018">
                  <c:v>53388</c:v>
                </c:pt>
                <c:pt idx="11019">
                  <c:v>53389</c:v>
                </c:pt>
                <c:pt idx="11020">
                  <c:v>53390</c:v>
                </c:pt>
                <c:pt idx="11021">
                  <c:v>53391</c:v>
                </c:pt>
                <c:pt idx="11022">
                  <c:v>53392</c:v>
                </c:pt>
                <c:pt idx="11023">
                  <c:v>53393</c:v>
                </c:pt>
                <c:pt idx="11024">
                  <c:v>53394</c:v>
                </c:pt>
                <c:pt idx="11025">
                  <c:v>53395</c:v>
                </c:pt>
                <c:pt idx="11026">
                  <c:v>53396</c:v>
                </c:pt>
                <c:pt idx="11027">
                  <c:v>53397</c:v>
                </c:pt>
                <c:pt idx="11028">
                  <c:v>53398</c:v>
                </c:pt>
                <c:pt idx="11029">
                  <c:v>53399</c:v>
                </c:pt>
                <c:pt idx="11030">
                  <c:v>53400</c:v>
                </c:pt>
                <c:pt idx="11031">
                  <c:v>53401</c:v>
                </c:pt>
                <c:pt idx="11032">
                  <c:v>53402</c:v>
                </c:pt>
                <c:pt idx="11033">
                  <c:v>53403</c:v>
                </c:pt>
                <c:pt idx="11034">
                  <c:v>53404</c:v>
                </c:pt>
                <c:pt idx="11035">
                  <c:v>53405</c:v>
                </c:pt>
                <c:pt idx="11036">
                  <c:v>53406</c:v>
                </c:pt>
                <c:pt idx="11037">
                  <c:v>53407</c:v>
                </c:pt>
                <c:pt idx="11038">
                  <c:v>53408</c:v>
                </c:pt>
                <c:pt idx="11039">
                  <c:v>53409</c:v>
                </c:pt>
                <c:pt idx="11040">
                  <c:v>53410</c:v>
                </c:pt>
                <c:pt idx="11041">
                  <c:v>53411</c:v>
                </c:pt>
                <c:pt idx="11042">
                  <c:v>53412</c:v>
                </c:pt>
                <c:pt idx="11043">
                  <c:v>53413</c:v>
                </c:pt>
                <c:pt idx="11044">
                  <c:v>53414</c:v>
                </c:pt>
                <c:pt idx="11045">
                  <c:v>53415</c:v>
                </c:pt>
                <c:pt idx="11046">
                  <c:v>53416</c:v>
                </c:pt>
                <c:pt idx="11047">
                  <c:v>53417</c:v>
                </c:pt>
                <c:pt idx="11048">
                  <c:v>53418</c:v>
                </c:pt>
                <c:pt idx="11049">
                  <c:v>53419</c:v>
                </c:pt>
                <c:pt idx="11050">
                  <c:v>53420</c:v>
                </c:pt>
                <c:pt idx="11051">
                  <c:v>53421</c:v>
                </c:pt>
                <c:pt idx="11052">
                  <c:v>53422</c:v>
                </c:pt>
                <c:pt idx="11053">
                  <c:v>53423</c:v>
                </c:pt>
                <c:pt idx="11054">
                  <c:v>53424</c:v>
                </c:pt>
                <c:pt idx="11055">
                  <c:v>53425</c:v>
                </c:pt>
                <c:pt idx="11056">
                  <c:v>53426</c:v>
                </c:pt>
                <c:pt idx="11057">
                  <c:v>53427</c:v>
                </c:pt>
                <c:pt idx="11058">
                  <c:v>53428</c:v>
                </c:pt>
                <c:pt idx="11059">
                  <c:v>53429</c:v>
                </c:pt>
                <c:pt idx="11060">
                  <c:v>53430</c:v>
                </c:pt>
                <c:pt idx="11061">
                  <c:v>53431</c:v>
                </c:pt>
                <c:pt idx="11062">
                  <c:v>53432</c:v>
                </c:pt>
                <c:pt idx="11063">
                  <c:v>53433</c:v>
                </c:pt>
                <c:pt idx="11064">
                  <c:v>53434</c:v>
                </c:pt>
                <c:pt idx="11065">
                  <c:v>53435</c:v>
                </c:pt>
                <c:pt idx="11066">
                  <c:v>53436</c:v>
                </c:pt>
                <c:pt idx="11067">
                  <c:v>53437</c:v>
                </c:pt>
                <c:pt idx="11068">
                  <c:v>53438</c:v>
                </c:pt>
                <c:pt idx="11069">
                  <c:v>53439</c:v>
                </c:pt>
                <c:pt idx="11070">
                  <c:v>53440</c:v>
                </c:pt>
                <c:pt idx="11071">
                  <c:v>53441</c:v>
                </c:pt>
                <c:pt idx="11072">
                  <c:v>53442</c:v>
                </c:pt>
                <c:pt idx="11073">
                  <c:v>53443</c:v>
                </c:pt>
                <c:pt idx="11074">
                  <c:v>53444</c:v>
                </c:pt>
                <c:pt idx="11075">
                  <c:v>53445</c:v>
                </c:pt>
                <c:pt idx="11076">
                  <c:v>53446</c:v>
                </c:pt>
                <c:pt idx="11077">
                  <c:v>53447</c:v>
                </c:pt>
                <c:pt idx="11078">
                  <c:v>53448</c:v>
                </c:pt>
                <c:pt idx="11079">
                  <c:v>53449</c:v>
                </c:pt>
                <c:pt idx="11080">
                  <c:v>53450</c:v>
                </c:pt>
                <c:pt idx="11081">
                  <c:v>53451</c:v>
                </c:pt>
                <c:pt idx="11082">
                  <c:v>53452</c:v>
                </c:pt>
                <c:pt idx="11083">
                  <c:v>53453</c:v>
                </c:pt>
                <c:pt idx="11084">
                  <c:v>53454</c:v>
                </c:pt>
                <c:pt idx="11085">
                  <c:v>53455</c:v>
                </c:pt>
                <c:pt idx="11086">
                  <c:v>53456</c:v>
                </c:pt>
                <c:pt idx="11087">
                  <c:v>53457</c:v>
                </c:pt>
                <c:pt idx="11088">
                  <c:v>53458</c:v>
                </c:pt>
                <c:pt idx="11089">
                  <c:v>53459</c:v>
                </c:pt>
                <c:pt idx="11090">
                  <c:v>53460</c:v>
                </c:pt>
                <c:pt idx="11091">
                  <c:v>53461</c:v>
                </c:pt>
                <c:pt idx="11092">
                  <c:v>53462</c:v>
                </c:pt>
                <c:pt idx="11093">
                  <c:v>53463</c:v>
                </c:pt>
                <c:pt idx="11094">
                  <c:v>53464</c:v>
                </c:pt>
                <c:pt idx="11095">
                  <c:v>53465</c:v>
                </c:pt>
                <c:pt idx="11096">
                  <c:v>53466</c:v>
                </c:pt>
                <c:pt idx="11097">
                  <c:v>53467</c:v>
                </c:pt>
                <c:pt idx="11098">
                  <c:v>53468</c:v>
                </c:pt>
                <c:pt idx="11099">
                  <c:v>53469</c:v>
                </c:pt>
                <c:pt idx="11100">
                  <c:v>53470</c:v>
                </c:pt>
                <c:pt idx="11101">
                  <c:v>53471</c:v>
                </c:pt>
                <c:pt idx="11102">
                  <c:v>53472</c:v>
                </c:pt>
                <c:pt idx="11103">
                  <c:v>53473</c:v>
                </c:pt>
                <c:pt idx="11104">
                  <c:v>53474</c:v>
                </c:pt>
                <c:pt idx="11105">
                  <c:v>53475</c:v>
                </c:pt>
                <c:pt idx="11106">
                  <c:v>53476</c:v>
                </c:pt>
                <c:pt idx="11107">
                  <c:v>53477</c:v>
                </c:pt>
                <c:pt idx="11108">
                  <c:v>53478</c:v>
                </c:pt>
                <c:pt idx="11109">
                  <c:v>53479</c:v>
                </c:pt>
                <c:pt idx="11110">
                  <c:v>53480</c:v>
                </c:pt>
                <c:pt idx="11111">
                  <c:v>53481</c:v>
                </c:pt>
                <c:pt idx="11112">
                  <c:v>53482</c:v>
                </c:pt>
                <c:pt idx="11113">
                  <c:v>53483</c:v>
                </c:pt>
                <c:pt idx="11114">
                  <c:v>53484</c:v>
                </c:pt>
                <c:pt idx="11115">
                  <c:v>53485</c:v>
                </c:pt>
                <c:pt idx="11116">
                  <c:v>53486</c:v>
                </c:pt>
                <c:pt idx="11117">
                  <c:v>53487</c:v>
                </c:pt>
                <c:pt idx="11118">
                  <c:v>53488</c:v>
                </c:pt>
                <c:pt idx="11119">
                  <c:v>53489</c:v>
                </c:pt>
                <c:pt idx="11120">
                  <c:v>53490</c:v>
                </c:pt>
                <c:pt idx="11121">
                  <c:v>53491</c:v>
                </c:pt>
                <c:pt idx="11122">
                  <c:v>53492</c:v>
                </c:pt>
                <c:pt idx="11123">
                  <c:v>53493</c:v>
                </c:pt>
                <c:pt idx="11124">
                  <c:v>53494</c:v>
                </c:pt>
                <c:pt idx="11125">
                  <c:v>53495</c:v>
                </c:pt>
                <c:pt idx="11126">
                  <c:v>53496</c:v>
                </c:pt>
                <c:pt idx="11127">
                  <c:v>53497</c:v>
                </c:pt>
                <c:pt idx="11128">
                  <c:v>53498</c:v>
                </c:pt>
                <c:pt idx="11129">
                  <c:v>53499</c:v>
                </c:pt>
                <c:pt idx="11130">
                  <c:v>53500</c:v>
                </c:pt>
                <c:pt idx="11131">
                  <c:v>53501</c:v>
                </c:pt>
                <c:pt idx="11132">
                  <c:v>53502</c:v>
                </c:pt>
                <c:pt idx="11133">
                  <c:v>53503</c:v>
                </c:pt>
                <c:pt idx="11134">
                  <c:v>53504</c:v>
                </c:pt>
                <c:pt idx="11135">
                  <c:v>53505</c:v>
                </c:pt>
                <c:pt idx="11136">
                  <c:v>53506</c:v>
                </c:pt>
                <c:pt idx="11137">
                  <c:v>53507</c:v>
                </c:pt>
                <c:pt idx="11138">
                  <c:v>53508</c:v>
                </c:pt>
                <c:pt idx="11139">
                  <c:v>53509</c:v>
                </c:pt>
                <c:pt idx="11140">
                  <c:v>53510</c:v>
                </c:pt>
                <c:pt idx="11141">
                  <c:v>53511</c:v>
                </c:pt>
                <c:pt idx="11142">
                  <c:v>53512</c:v>
                </c:pt>
                <c:pt idx="11143">
                  <c:v>53513</c:v>
                </c:pt>
                <c:pt idx="11144">
                  <c:v>53514</c:v>
                </c:pt>
                <c:pt idx="11145">
                  <c:v>53515</c:v>
                </c:pt>
                <c:pt idx="11146">
                  <c:v>53516</c:v>
                </c:pt>
                <c:pt idx="11147">
                  <c:v>53517</c:v>
                </c:pt>
                <c:pt idx="11148">
                  <c:v>53518</c:v>
                </c:pt>
                <c:pt idx="11149">
                  <c:v>53519</c:v>
                </c:pt>
                <c:pt idx="11150">
                  <c:v>53520</c:v>
                </c:pt>
                <c:pt idx="11151">
                  <c:v>53521</c:v>
                </c:pt>
                <c:pt idx="11152">
                  <c:v>53522</c:v>
                </c:pt>
                <c:pt idx="11153">
                  <c:v>53523</c:v>
                </c:pt>
                <c:pt idx="11154">
                  <c:v>53524</c:v>
                </c:pt>
                <c:pt idx="11155">
                  <c:v>53525</c:v>
                </c:pt>
                <c:pt idx="11156">
                  <c:v>53526</c:v>
                </c:pt>
                <c:pt idx="11157">
                  <c:v>53527</c:v>
                </c:pt>
                <c:pt idx="11158">
                  <c:v>53528</c:v>
                </c:pt>
                <c:pt idx="11159">
                  <c:v>53529</c:v>
                </c:pt>
                <c:pt idx="11160">
                  <c:v>53530</c:v>
                </c:pt>
                <c:pt idx="11161">
                  <c:v>53531</c:v>
                </c:pt>
                <c:pt idx="11162">
                  <c:v>53532</c:v>
                </c:pt>
                <c:pt idx="11163">
                  <c:v>53533</c:v>
                </c:pt>
                <c:pt idx="11164">
                  <c:v>53534</c:v>
                </c:pt>
                <c:pt idx="11165">
                  <c:v>53535</c:v>
                </c:pt>
                <c:pt idx="11166">
                  <c:v>53536</c:v>
                </c:pt>
                <c:pt idx="11167">
                  <c:v>53537</c:v>
                </c:pt>
                <c:pt idx="11168">
                  <c:v>53538</c:v>
                </c:pt>
                <c:pt idx="11169">
                  <c:v>53539</c:v>
                </c:pt>
                <c:pt idx="11170">
                  <c:v>53540</c:v>
                </c:pt>
                <c:pt idx="11171">
                  <c:v>53541</c:v>
                </c:pt>
                <c:pt idx="11172">
                  <c:v>53542</c:v>
                </c:pt>
                <c:pt idx="11173">
                  <c:v>53543</c:v>
                </c:pt>
                <c:pt idx="11174">
                  <c:v>53544</c:v>
                </c:pt>
                <c:pt idx="11175">
                  <c:v>53545</c:v>
                </c:pt>
                <c:pt idx="11176">
                  <c:v>53546</c:v>
                </c:pt>
                <c:pt idx="11177">
                  <c:v>53547</c:v>
                </c:pt>
                <c:pt idx="11178">
                  <c:v>53548</c:v>
                </c:pt>
                <c:pt idx="11179">
                  <c:v>53549</c:v>
                </c:pt>
                <c:pt idx="11180">
                  <c:v>53550</c:v>
                </c:pt>
                <c:pt idx="11181">
                  <c:v>53551</c:v>
                </c:pt>
                <c:pt idx="11182">
                  <c:v>53552</c:v>
                </c:pt>
                <c:pt idx="11183">
                  <c:v>53553</c:v>
                </c:pt>
                <c:pt idx="11184">
                  <c:v>53554</c:v>
                </c:pt>
                <c:pt idx="11185">
                  <c:v>53555</c:v>
                </c:pt>
                <c:pt idx="11186">
                  <c:v>53556</c:v>
                </c:pt>
                <c:pt idx="11187">
                  <c:v>53557</c:v>
                </c:pt>
                <c:pt idx="11188">
                  <c:v>53558</c:v>
                </c:pt>
                <c:pt idx="11189">
                  <c:v>53559</c:v>
                </c:pt>
                <c:pt idx="11190">
                  <c:v>53560</c:v>
                </c:pt>
                <c:pt idx="11191">
                  <c:v>53561</c:v>
                </c:pt>
                <c:pt idx="11192">
                  <c:v>53562</c:v>
                </c:pt>
                <c:pt idx="11193">
                  <c:v>53563</c:v>
                </c:pt>
                <c:pt idx="11194">
                  <c:v>53564</c:v>
                </c:pt>
                <c:pt idx="11195">
                  <c:v>53565</c:v>
                </c:pt>
                <c:pt idx="11196">
                  <c:v>53566</c:v>
                </c:pt>
                <c:pt idx="11197">
                  <c:v>53567</c:v>
                </c:pt>
                <c:pt idx="11198">
                  <c:v>53568</c:v>
                </c:pt>
                <c:pt idx="11199">
                  <c:v>53569</c:v>
                </c:pt>
                <c:pt idx="11200">
                  <c:v>53570</c:v>
                </c:pt>
                <c:pt idx="11201">
                  <c:v>53571</c:v>
                </c:pt>
                <c:pt idx="11202">
                  <c:v>53572</c:v>
                </c:pt>
                <c:pt idx="11203">
                  <c:v>53573</c:v>
                </c:pt>
                <c:pt idx="11204">
                  <c:v>53574</c:v>
                </c:pt>
                <c:pt idx="11205">
                  <c:v>53575</c:v>
                </c:pt>
                <c:pt idx="11206">
                  <c:v>53576</c:v>
                </c:pt>
                <c:pt idx="11207">
                  <c:v>53577</c:v>
                </c:pt>
                <c:pt idx="11208">
                  <c:v>53578</c:v>
                </c:pt>
                <c:pt idx="11209">
                  <c:v>53579</c:v>
                </c:pt>
                <c:pt idx="11210">
                  <c:v>53580</c:v>
                </c:pt>
                <c:pt idx="11211">
                  <c:v>53581</c:v>
                </c:pt>
                <c:pt idx="11212">
                  <c:v>53582</c:v>
                </c:pt>
                <c:pt idx="11213">
                  <c:v>53583</c:v>
                </c:pt>
                <c:pt idx="11214">
                  <c:v>53584</c:v>
                </c:pt>
                <c:pt idx="11215">
                  <c:v>53585</c:v>
                </c:pt>
                <c:pt idx="11216">
                  <c:v>53586</c:v>
                </c:pt>
                <c:pt idx="11217">
                  <c:v>53587</c:v>
                </c:pt>
                <c:pt idx="11218">
                  <c:v>53588</c:v>
                </c:pt>
                <c:pt idx="11219">
                  <c:v>53589</c:v>
                </c:pt>
                <c:pt idx="11220">
                  <c:v>53590</c:v>
                </c:pt>
                <c:pt idx="11221">
                  <c:v>53591</c:v>
                </c:pt>
                <c:pt idx="11222">
                  <c:v>53592</c:v>
                </c:pt>
                <c:pt idx="11223">
                  <c:v>53593</c:v>
                </c:pt>
                <c:pt idx="11224">
                  <c:v>53594</c:v>
                </c:pt>
                <c:pt idx="11225">
                  <c:v>53595</c:v>
                </c:pt>
                <c:pt idx="11226">
                  <c:v>53596</c:v>
                </c:pt>
                <c:pt idx="11227">
                  <c:v>53597</c:v>
                </c:pt>
                <c:pt idx="11228">
                  <c:v>53598</c:v>
                </c:pt>
                <c:pt idx="11229">
                  <c:v>53599</c:v>
                </c:pt>
                <c:pt idx="11230">
                  <c:v>53600</c:v>
                </c:pt>
                <c:pt idx="11231">
                  <c:v>53601</c:v>
                </c:pt>
                <c:pt idx="11232">
                  <c:v>53602</c:v>
                </c:pt>
                <c:pt idx="11233">
                  <c:v>53603</c:v>
                </c:pt>
                <c:pt idx="11234">
                  <c:v>53604</c:v>
                </c:pt>
                <c:pt idx="11235">
                  <c:v>53605</c:v>
                </c:pt>
                <c:pt idx="11236">
                  <c:v>53606</c:v>
                </c:pt>
                <c:pt idx="11237">
                  <c:v>53607</c:v>
                </c:pt>
                <c:pt idx="11238">
                  <c:v>53608</c:v>
                </c:pt>
                <c:pt idx="11239">
                  <c:v>53609</c:v>
                </c:pt>
                <c:pt idx="11240">
                  <c:v>53610</c:v>
                </c:pt>
                <c:pt idx="11241">
                  <c:v>53611</c:v>
                </c:pt>
                <c:pt idx="11242">
                  <c:v>53612</c:v>
                </c:pt>
                <c:pt idx="11243">
                  <c:v>53613</c:v>
                </c:pt>
                <c:pt idx="11244">
                  <c:v>53614</c:v>
                </c:pt>
                <c:pt idx="11245">
                  <c:v>53615</c:v>
                </c:pt>
                <c:pt idx="11246">
                  <c:v>53616</c:v>
                </c:pt>
                <c:pt idx="11247">
                  <c:v>53617</c:v>
                </c:pt>
                <c:pt idx="11248">
                  <c:v>53618</c:v>
                </c:pt>
                <c:pt idx="11249">
                  <c:v>53619</c:v>
                </c:pt>
                <c:pt idx="11250">
                  <c:v>53620</c:v>
                </c:pt>
                <c:pt idx="11251">
                  <c:v>53621</c:v>
                </c:pt>
                <c:pt idx="11252">
                  <c:v>53622</c:v>
                </c:pt>
                <c:pt idx="11253">
                  <c:v>53623</c:v>
                </c:pt>
                <c:pt idx="11254">
                  <c:v>53624</c:v>
                </c:pt>
                <c:pt idx="11255">
                  <c:v>53625</c:v>
                </c:pt>
                <c:pt idx="11256">
                  <c:v>53626</c:v>
                </c:pt>
                <c:pt idx="11257">
                  <c:v>53627</c:v>
                </c:pt>
                <c:pt idx="11258">
                  <c:v>53628</c:v>
                </c:pt>
                <c:pt idx="11259">
                  <c:v>53629</c:v>
                </c:pt>
                <c:pt idx="11260">
                  <c:v>53630</c:v>
                </c:pt>
                <c:pt idx="11261">
                  <c:v>53631</c:v>
                </c:pt>
                <c:pt idx="11262">
                  <c:v>53632</c:v>
                </c:pt>
                <c:pt idx="11263">
                  <c:v>53633</c:v>
                </c:pt>
                <c:pt idx="11264">
                  <c:v>53634</c:v>
                </c:pt>
                <c:pt idx="11265">
                  <c:v>53635</c:v>
                </c:pt>
                <c:pt idx="11266">
                  <c:v>53636</c:v>
                </c:pt>
                <c:pt idx="11267">
                  <c:v>53637</c:v>
                </c:pt>
                <c:pt idx="11268">
                  <c:v>53638</c:v>
                </c:pt>
                <c:pt idx="11269">
                  <c:v>53639</c:v>
                </c:pt>
                <c:pt idx="11270">
                  <c:v>53640</c:v>
                </c:pt>
                <c:pt idx="11271">
                  <c:v>53641</c:v>
                </c:pt>
                <c:pt idx="11272">
                  <c:v>53642</c:v>
                </c:pt>
                <c:pt idx="11273">
                  <c:v>53643</c:v>
                </c:pt>
                <c:pt idx="11274">
                  <c:v>53644</c:v>
                </c:pt>
                <c:pt idx="11275">
                  <c:v>53645</c:v>
                </c:pt>
                <c:pt idx="11276">
                  <c:v>53646</c:v>
                </c:pt>
                <c:pt idx="11277">
                  <c:v>53647</c:v>
                </c:pt>
                <c:pt idx="11278">
                  <c:v>53648</c:v>
                </c:pt>
                <c:pt idx="11279">
                  <c:v>53649</c:v>
                </c:pt>
                <c:pt idx="11280">
                  <c:v>53650</c:v>
                </c:pt>
                <c:pt idx="11281">
                  <c:v>53651</c:v>
                </c:pt>
                <c:pt idx="11282">
                  <c:v>53652</c:v>
                </c:pt>
                <c:pt idx="11283">
                  <c:v>53653</c:v>
                </c:pt>
                <c:pt idx="11284">
                  <c:v>53654</c:v>
                </c:pt>
                <c:pt idx="11285">
                  <c:v>53655</c:v>
                </c:pt>
                <c:pt idx="11286">
                  <c:v>53656</c:v>
                </c:pt>
                <c:pt idx="11287">
                  <c:v>53657</c:v>
                </c:pt>
                <c:pt idx="11288">
                  <c:v>53658</c:v>
                </c:pt>
                <c:pt idx="11289">
                  <c:v>53659</c:v>
                </c:pt>
                <c:pt idx="11290">
                  <c:v>53660</c:v>
                </c:pt>
                <c:pt idx="11291">
                  <c:v>53661</c:v>
                </c:pt>
                <c:pt idx="11292">
                  <c:v>53662</c:v>
                </c:pt>
                <c:pt idx="11293">
                  <c:v>53663</c:v>
                </c:pt>
                <c:pt idx="11294">
                  <c:v>53664</c:v>
                </c:pt>
                <c:pt idx="11295">
                  <c:v>53665</c:v>
                </c:pt>
                <c:pt idx="11296">
                  <c:v>53666</c:v>
                </c:pt>
                <c:pt idx="11297">
                  <c:v>53667</c:v>
                </c:pt>
                <c:pt idx="11298">
                  <c:v>53668</c:v>
                </c:pt>
                <c:pt idx="11299">
                  <c:v>53669</c:v>
                </c:pt>
                <c:pt idx="11300">
                  <c:v>53670</c:v>
                </c:pt>
                <c:pt idx="11301">
                  <c:v>53671</c:v>
                </c:pt>
                <c:pt idx="11302">
                  <c:v>53672</c:v>
                </c:pt>
                <c:pt idx="11303">
                  <c:v>53673</c:v>
                </c:pt>
                <c:pt idx="11304">
                  <c:v>53674</c:v>
                </c:pt>
                <c:pt idx="11305">
                  <c:v>53675</c:v>
                </c:pt>
                <c:pt idx="11306">
                  <c:v>53676</c:v>
                </c:pt>
                <c:pt idx="11307">
                  <c:v>53677</c:v>
                </c:pt>
                <c:pt idx="11308">
                  <c:v>53678</c:v>
                </c:pt>
                <c:pt idx="11309">
                  <c:v>53679</c:v>
                </c:pt>
                <c:pt idx="11310">
                  <c:v>53680</c:v>
                </c:pt>
                <c:pt idx="11311">
                  <c:v>53681</c:v>
                </c:pt>
                <c:pt idx="11312">
                  <c:v>53682</c:v>
                </c:pt>
                <c:pt idx="11313">
                  <c:v>53683</c:v>
                </c:pt>
                <c:pt idx="11314">
                  <c:v>53684</c:v>
                </c:pt>
                <c:pt idx="11315">
                  <c:v>53685</c:v>
                </c:pt>
                <c:pt idx="11316">
                  <c:v>53686</c:v>
                </c:pt>
                <c:pt idx="11317">
                  <c:v>53687</c:v>
                </c:pt>
                <c:pt idx="11318">
                  <c:v>53688</c:v>
                </c:pt>
                <c:pt idx="11319">
                  <c:v>53689</c:v>
                </c:pt>
                <c:pt idx="11320">
                  <c:v>53690</c:v>
                </c:pt>
                <c:pt idx="11321">
                  <c:v>53691</c:v>
                </c:pt>
                <c:pt idx="11322">
                  <c:v>53692</c:v>
                </c:pt>
                <c:pt idx="11323">
                  <c:v>53693</c:v>
                </c:pt>
                <c:pt idx="11324">
                  <c:v>53694</c:v>
                </c:pt>
                <c:pt idx="11325">
                  <c:v>53695</c:v>
                </c:pt>
                <c:pt idx="11326">
                  <c:v>53696</c:v>
                </c:pt>
                <c:pt idx="11327">
                  <c:v>53697</c:v>
                </c:pt>
                <c:pt idx="11328">
                  <c:v>53698</c:v>
                </c:pt>
                <c:pt idx="11329">
                  <c:v>53699</c:v>
                </c:pt>
                <c:pt idx="11330">
                  <c:v>53700</c:v>
                </c:pt>
                <c:pt idx="11331">
                  <c:v>53701</c:v>
                </c:pt>
                <c:pt idx="11332">
                  <c:v>53702</c:v>
                </c:pt>
                <c:pt idx="11333">
                  <c:v>53703</c:v>
                </c:pt>
                <c:pt idx="11334">
                  <c:v>53704</c:v>
                </c:pt>
                <c:pt idx="11335">
                  <c:v>53705</c:v>
                </c:pt>
                <c:pt idx="11336">
                  <c:v>53706</c:v>
                </c:pt>
                <c:pt idx="11337">
                  <c:v>53707</c:v>
                </c:pt>
                <c:pt idx="11338">
                  <c:v>53708</c:v>
                </c:pt>
                <c:pt idx="11339">
                  <c:v>53709</c:v>
                </c:pt>
                <c:pt idx="11340">
                  <c:v>53710</c:v>
                </c:pt>
                <c:pt idx="11341">
                  <c:v>53711</c:v>
                </c:pt>
                <c:pt idx="11342">
                  <c:v>53712</c:v>
                </c:pt>
                <c:pt idx="11343">
                  <c:v>53713</c:v>
                </c:pt>
                <c:pt idx="11344">
                  <c:v>53714</c:v>
                </c:pt>
                <c:pt idx="11345">
                  <c:v>53715</c:v>
                </c:pt>
                <c:pt idx="11346">
                  <c:v>53716</c:v>
                </c:pt>
                <c:pt idx="11347">
                  <c:v>53717</c:v>
                </c:pt>
                <c:pt idx="11348">
                  <c:v>53718</c:v>
                </c:pt>
                <c:pt idx="11349">
                  <c:v>53719</c:v>
                </c:pt>
                <c:pt idx="11350">
                  <c:v>53720</c:v>
                </c:pt>
                <c:pt idx="11351">
                  <c:v>53721</c:v>
                </c:pt>
                <c:pt idx="11352">
                  <c:v>53722</c:v>
                </c:pt>
                <c:pt idx="11353">
                  <c:v>53723</c:v>
                </c:pt>
                <c:pt idx="11354">
                  <c:v>53724</c:v>
                </c:pt>
                <c:pt idx="11355">
                  <c:v>53725</c:v>
                </c:pt>
                <c:pt idx="11356">
                  <c:v>53726</c:v>
                </c:pt>
                <c:pt idx="11357">
                  <c:v>53727</c:v>
                </c:pt>
                <c:pt idx="11358">
                  <c:v>53728</c:v>
                </c:pt>
                <c:pt idx="11359">
                  <c:v>53729</c:v>
                </c:pt>
                <c:pt idx="11360">
                  <c:v>53730</c:v>
                </c:pt>
                <c:pt idx="11361">
                  <c:v>53731</c:v>
                </c:pt>
                <c:pt idx="11362">
                  <c:v>53732</c:v>
                </c:pt>
                <c:pt idx="11363">
                  <c:v>53733</c:v>
                </c:pt>
                <c:pt idx="11364">
                  <c:v>53734</c:v>
                </c:pt>
                <c:pt idx="11365">
                  <c:v>53735</c:v>
                </c:pt>
                <c:pt idx="11366">
                  <c:v>53736</c:v>
                </c:pt>
                <c:pt idx="11367">
                  <c:v>53737</c:v>
                </c:pt>
                <c:pt idx="11368">
                  <c:v>53738</c:v>
                </c:pt>
                <c:pt idx="11369">
                  <c:v>53739</c:v>
                </c:pt>
                <c:pt idx="11370">
                  <c:v>53740</c:v>
                </c:pt>
                <c:pt idx="11371">
                  <c:v>53741</c:v>
                </c:pt>
                <c:pt idx="11372">
                  <c:v>53742</c:v>
                </c:pt>
                <c:pt idx="11373">
                  <c:v>53743</c:v>
                </c:pt>
                <c:pt idx="11374">
                  <c:v>53744</c:v>
                </c:pt>
                <c:pt idx="11375">
                  <c:v>53745</c:v>
                </c:pt>
                <c:pt idx="11376">
                  <c:v>53746</c:v>
                </c:pt>
                <c:pt idx="11377">
                  <c:v>53747</c:v>
                </c:pt>
                <c:pt idx="11378">
                  <c:v>53748</c:v>
                </c:pt>
                <c:pt idx="11379">
                  <c:v>53749</c:v>
                </c:pt>
                <c:pt idx="11380">
                  <c:v>53750</c:v>
                </c:pt>
                <c:pt idx="11381">
                  <c:v>53751</c:v>
                </c:pt>
                <c:pt idx="11382">
                  <c:v>53752</c:v>
                </c:pt>
                <c:pt idx="11383">
                  <c:v>53753</c:v>
                </c:pt>
                <c:pt idx="11384">
                  <c:v>53754</c:v>
                </c:pt>
                <c:pt idx="11385">
                  <c:v>53755</c:v>
                </c:pt>
                <c:pt idx="11386">
                  <c:v>53756</c:v>
                </c:pt>
                <c:pt idx="11387">
                  <c:v>53757</c:v>
                </c:pt>
                <c:pt idx="11388">
                  <c:v>53758</c:v>
                </c:pt>
                <c:pt idx="11389">
                  <c:v>53759</c:v>
                </c:pt>
                <c:pt idx="11390">
                  <c:v>53760</c:v>
                </c:pt>
                <c:pt idx="11391">
                  <c:v>53761</c:v>
                </c:pt>
                <c:pt idx="11392">
                  <c:v>53762</c:v>
                </c:pt>
                <c:pt idx="11393">
                  <c:v>53763</c:v>
                </c:pt>
                <c:pt idx="11394">
                  <c:v>53764</c:v>
                </c:pt>
                <c:pt idx="11395">
                  <c:v>53765</c:v>
                </c:pt>
                <c:pt idx="11396">
                  <c:v>53766</c:v>
                </c:pt>
                <c:pt idx="11397">
                  <c:v>53767</c:v>
                </c:pt>
                <c:pt idx="11398">
                  <c:v>53768</c:v>
                </c:pt>
                <c:pt idx="11399">
                  <c:v>53769</c:v>
                </c:pt>
                <c:pt idx="11400">
                  <c:v>53770</c:v>
                </c:pt>
                <c:pt idx="11401">
                  <c:v>53771</c:v>
                </c:pt>
                <c:pt idx="11402">
                  <c:v>53772</c:v>
                </c:pt>
                <c:pt idx="11403">
                  <c:v>53773</c:v>
                </c:pt>
                <c:pt idx="11404">
                  <c:v>53774</c:v>
                </c:pt>
                <c:pt idx="11405">
                  <c:v>53775</c:v>
                </c:pt>
                <c:pt idx="11406">
                  <c:v>53776</c:v>
                </c:pt>
                <c:pt idx="11407">
                  <c:v>53777</c:v>
                </c:pt>
                <c:pt idx="11408">
                  <c:v>53778</c:v>
                </c:pt>
                <c:pt idx="11409">
                  <c:v>53779</c:v>
                </c:pt>
                <c:pt idx="11410">
                  <c:v>53780</c:v>
                </c:pt>
                <c:pt idx="11411">
                  <c:v>53781</c:v>
                </c:pt>
                <c:pt idx="11412">
                  <c:v>53782</c:v>
                </c:pt>
                <c:pt idx="11413">
                  <c:v>53783</c:v>
                </c:pt>
                <c:pt idx="11414">
                  <c:v>53784</c:v>
                </c:pt>
                <c:pt idx="11415">
                  <c:v>53785</c:v>
                </c:pt>
                <c:pt idx="11416">
                  <c:v>53786</c:v>
                </c:pt>
                <c:pt idx="11417">
                  <c:v>53787</c:v>
                </c:pt>
                <c:pt idx="11418">
                  <c:v>53788</c:v>
                </c:pt>
                <c:pt idx="11419">
                  <c:v>53789</c:v>
                </c:pt>
                <c:pt idx="11420">
                  <c:v>53790</c:v>
                </c:pt>
                <c:pt idx="11421">
                  <c:v>53791</c:v>
                </c:pt>
                <c:pt idx="11422">
                  <c:v>53792</c:v>
                </c:pt>
                <c:pt idx="11423">
                  <c:v>53793</c:v>
                </c:pt>
                <c:pt idx="11424">
                  <c:v>53794</c:v>
                </c:pt>
                <c:pt idx="11425">
                  <c:v>53795</c:v>
                </c:pt>
                <c:pt idx="11426">
                  <c:v>53796</c:v>
                </c:pt>
                <c:pt idx="11427">
                  <c:v>53797</c:v>
                </c:pt>
                <c:pt idx="11428">
                  <c:v>53798</c:v>
                </c:pt>
                <c:pt idx="11429">
                  <c:v>53799</c:v>
                </c:pt>
                <c:pt idx="11430">
                  <c:v>53800</c:v>
                </c:pt>
                <c:pt idx="11431">
                  <c:v>53801</c:v>
                </c:pt>
                <c:pt idx="11432">
                  <c:v>53802</c:v>
                </c:pt>
                <c:pt idx="11433">
                  <c:v>53803</c:v>
                </c:pt>
                <c:pt idx="11434">
                  <c:v>53804</c:v>
                </c:pt>
                <c:pt idx="11435">
                  <c:v>53805</c:v>
                </c:pt>
                <c:pt idx="11436">
                  <c:v>53806</c:v>
                </c:pt>
                <c:pt idx="11437">
                  <c:v>53807</c:v>
                </c:pt>
                <c:pt idx="11438">
                  <c:v>53808</c:v>
                </c:pt>
                <c:pt idx="11439">
                  <c:v>53809</c:v>
                </c:pt>
                <c:pt idx="11440">
                  <c:v>53810</c:v>
                </c:pt>
                <c:pt idx="11441">
                  <c:v>53811</c:v>
                </c:pt>
                <c:pt idx="11442">
                  <c:v>53812</c:v>
                </c:pt>
                <c:pt idx="11443">
                  <c:v>53813</c:v>
                </c:pt>
                <c:pt idx="11444">
                  <c:v>53814</c:v>
                </c:pt>
                <c:pt idx="11445">
                  <c:v>53815</c:v>
                </c:pt>
                <c:pt idx="11446">
                  <c:v>53816</c:v>
                </c:pt>
                <c:pt idx="11447">
                  <c:v>53817</c:v>
                </c:pt>
                <c:pt idx="11448">
                  <c:v>53818</c:v>
                </c:pt>
                <c:pt idx="11449">
                  <c:v>53819</c:v>
                </c:pt>
                <c:pt idx="11450">
                  <c:v>53820</c:v>
                </c:pt>
                <c:pt idx="11451">
                  <c:v>53821</c:v>
                </c:pt>
                <c:pt idx="11452">
                  <c:v>53822</c:v>
                </c:pt>
                <c:pt idx="11453">
                  <c:v>53823</c:v>
                </c:pt>
                <c:pt idx="11454">
                  <c:v>53824</c:v>
                </c:pt>
                <c:pt idx="11455">
                  <c:v>53825</c:v>
                </c:pt>
                <c:pt idx="11456">
                  <c:v>53826</c:v>
                </c:pt>
                <c:pt idx="11457">
                  <c:v>53827</c:v>
                </c:pt>
                <c:pt idx="11458">
                  <c:v>53828</c:v>
                </c:pt>
                <c:pt idx="11459">
                  <c:v>53829</c:v>
                </c:pt>
                <c:pt idx="11460">
                  <c:v>53830</c:v>
                </c:pt>
                <c:pt idx="11461">
                  <c:v>53831</c:v>
                </c:pt>
                <c:pt idx="11462">
                  <c:v>53832</c:v>
                </c:pt>
                <c:pt idx="11463">
                  <c:v>53833</c:v>
                </c:pt>
                <c:pt idx="11464">
                  <c:v>53834</c:v>
                </c:pt>
                <c:pt idx="11465">
                  <c:v>53835</c:v>
                </c:pt>
                <c:pt idx="11466">
                  <c:v>53836</c:v>
                </c:pt>
                <c:pt idx="11467">
                  <c:v>53837</c:v>
                </c:pt>
                <c:pt idx="11468">
                  <c:v>53838</c:v>
                </c:pt>
                <c:pt idx="11469">
                  <c:v>53839</c:v>
                </c:pt>
                <c:pt idx="11470">
                  <c:v>53840</c:v>
                </c:pt>
                <c:pt idx="11471">
                  <c:v>53841</c:v>
                </c:pt>
                <c:pt idx="11472">
                  <c:v>53842</c:v>
                </c:pt>
                <c:pt idx="11473">
                  <c:v>53843</c:v>
                </c:pt>
                <c:pt idx="11474">
                  <c:v>53844</c:v>
                </c:pt>
                <c:pt idx="11475">
                  <c:v>53845</c:v>
                </c:pt>
                <c:pt idx="11476">
                  <c:v>53846</c:v>
                </c:pt>
                <c:pt idx="11477">
                  <c:v>53847</c:v>
                </c:pt>
                <c:pt idx="11478">
                  <c:v>53848</c:v>
                </c:pt>
                <c:pt idx="11479">
                  <c:v>53849</c:v>
                </c:pt>
                <c:pt idx="11480">
                  <c:v>53850</c:v>
                </c:pt>
                <c:pt idx="11481">
                  <c:v>53851</c:v>
                </c:pt>
                <c:pt idx="11482">
                  <c:v>53852</c:v>
                </c:pt>
                <c:pt idx="11483">
                  <c:v>53853</c:v>
                </c:pt>
                <c:pt idx="11484">
                  <c:v>53854</c:v>
                </c:pt>
                <c:pt idx="11485">
                  <c:v>53855</c:v>
                </c:pt>
                <c:pt idx="11486">
                  <c:v>53856</c:v>
                </c:pt>
                <c:pt idx="11487">
                  <c:v>53857</c:v>
                </c:pt>
                <c:pt idx="11488">
                  <c:v>53858</c:v>
                </c:pt>
                <c:pt idx="11489">
                  <c:v>53859</c:v>
                </c:pt>
                <c:pt idx="11490">
                  <c:v>53860</c:v>
                </c:pt>
                <c:pt idx="11491">
                  <c:v>53861</c:v>
                </c:pt>
                <c:pt idx="11492">
                  <c:v>53862</c:v>
                </c:pt>
                <c:pt idx="11493">
                  <c:v>53863</c:v>
                </c:pt>
                <c:pt idx="11494">
                  <c:v>53864</c:v>
                </c:pt>
                <c:pt idx="11495">
                  <c:v>53865</c:v>
                </c:pt>
                <c:pt idx="11496">
                  <c:v>53866</c:v>
                </c:pt>
                <c:pt idx="11497">
                  <c:v>53867</c:v>
                </c:pt>
                <c:pt idx="11498">
                  <c:v>53868</c:v>
                </c:pt>
                <c:pt idx="11499">
                  <c:v>53869</c:v>
                </c:pt>
                <c:pt idx="11500">
                  <c:v>53870</c:v>
                </c:pt>
                <c:pt idx="11501">
                  <c:v>53871</c:v>
                </c:pt>
                <c:pt idx="11502">
                  <c:v>53872</c:v>
                </c:pt>
                <c:pt idx="11503">
                  <c:v>53873</c:v>
                </c:pt>
                <c:pt idx="11504">
                  <c:v>53874</c:v>
                </c:pt>
                <c:pt idx="11505">
                  <c:v>53875</c:v>
                </c:pt>
                <c:pt idx="11506">
                  <c:v>53876</c:v>
                </c:pt>
                <c:pt idx="11507">
                  <c:v>53877</c:v>
                </c:pt>
                <c:pt idx="11508">
                  <c:v>53878</c:v>
                </c:pt>
                <c:pt idx="11509">
                  <c:v>53879</c:v>
                </c:pt>
                <c:pt idx="11510">
                  <c:v>53880</c:v>
                </c:pt>
                <c:pt idx="11511">
                  <c:v>53881</c:v>
                </c:pt>
                <c:pt idx="11512">
                  <c:v>53882</c:v>
                </c:pt>
                <c:pt idx="11513">
                  <c:v>53883</c:v>
                </c:pt>
                <c:pt idx="11514">
                  <c:v>53884</c:v>
                </c:pt>
                <c:pt idx="11515">
                  <c:v>53885</c:v>
                </c:pt>
                <c:pt idx="11516">
                  <c:v>53886</c:v>
                </c:pt>
                <c:pt idx="11517">
                  <c:v>53887</c:v>
                </c:pt>
                <c:pt idx="11518">
                  <c:v>53888</c:v>
                </c:pt>
                <c:pt idx="11519">
                  <c:v>53889</c:v>
                </c:pt>
                <c:pt idx="11520">
                  <c:v>53890</c:v>
                </c:pt>
                <c:pt idx="11521">
                  <c:v>53891</c:v>
                </c:pt>
                <c:pt idx="11522">
                  <c:v>53892</c:v>
                </c:pt>
                <c:pt idx="11523">
                  <c:v>53893</c:v>
                </c:pt>
                <c:pt idx="11524">
                  <c:v>53894</c:v>
                </c:pt>
                <c:pt idx="11525">
                  <c:v>53895</c:v>
                </c:pt>
                <c:pt idx="11526">
                  <c:v>53896</c:v>
                </c:pt>
                <c:pt idx="11527">
                  <c:v>53897</c:v>
                </c:pt>
                <c:pt idx="11528">
                  <c:v>53898</c:v>
                </c:pt>
                <c:pt idx="11529">
                  <c:v>53899</c:v>
                </c:pt>
                <c:pt idx="11530">
                  <c:v>53900</c:v>
                </c:pt>
                <c:pt idx="11531">
                  <c:v>53901</c:v>
                </c:pt>
                <c:pt idx="11532">
                  <c:v>53902</c:v>
                </c:pt>
                <c:pt idx="11533">
                  <c:v>53903</c:v>
                </c:pt>
                <c:pt idx="11534">
                  <c:v>53904</c:v>
                </c:pt>
                <c:pt idx="11535">
                  <c:v>53905</c:v>
                </c:pt>
                <c:pt idx="11536">
                  <c:v>53906</c:v>
                </c:pt>
                <c:pt idx="11537">
                  <c:v>53907</c:v>
                </c:pt>
                <c:pt idx="11538">
                  <c:v>53908</c:v>
                </c:pt>
                <c:pt idx="11539">
                  <c:v>53909</c:v>
                </c:pt>
                <c:pt idx="11540">
                  <c:v>53910</c:v>
                </c:pt>
                <c:pt idx="11541">
                  <c:v>53911</c:v>
                </c:pt>
                <c:pt idx="11542">
                  <c:v>53912</c:v>
                </c:pt>
                <c:pt idx="11543">
                  <c:v>53913</c:v>
                </c:pt>
                <c:pt idx="11544">
                  <c:v>53914</c:v>
                </c:pt>
                <c:pt idx="11545">
                  <c:v>53915</c:v>
                </c:pt>
                <c:pt idx="11546">
                  <c:v>53916</c:v>
                </c:pt>
                <c:pt idx="11547">
                  <c:v>53917</c:v>
                </c:pt>
                <c:pt idx="11548">
                  <c:v>53918</c:v>
                </c:pt>
                <c:pt idx="11549">
                  <c:v>53919</c:v>
                </c:pt>
                <c:pt idx="11550">
                  <c:v>53920</c:v>
                </c:pt>
                <c:pt idx="11551">
                  <c:v>53921</c:v>
                </c:pt>
                <c:pt idx="11552">
                  <c:v>53922</c:v>
                </c:pt>
                <c:pt idx="11553">
                  <c:v>53923</c:v>
                </c:pt>
                <c:pt idx="11554">
                  <c:v>53924</c:v>
                </c:pt>
                <c:pt idx="11555">
                  <c:v>53925</c:v>
                </c:pt>
                <c:pt idx="11556">
                  <c:v>53926</c:v>
                </c:pt>
                <c:pt idx="11557">
                  <c:v>53927</c:v>
                </c:pt>
                <c:pt idx="11558">
                  <c:v>53928</c:v>
                </c:pt>
                <c:pt idx="11559">
                  <c:v>53929</c:v>
                </c:pt>
                <c:pt idx="11560">
                  <c:v>53930</c:v>
                </c:pt>
                <c:pt idx="11561">
                  <c:v>53931</c:v>
                </c:pt>
                <c:pt idx="11562">
                  <c:v>53932</c:v>
                </c:pt>
                <c:pt idx="11563">
                  <c:v>53933</c:v>
                </c:pt>
                <c:pt idx="11564">
                  <c:v>53934</c:v>
                </c:pt>
                <c:pt idx="11565">
                  <c:v>53935</c:v>
                </c:pt>
                <c:pt idx="11566">
                  <c:v>53936</c:v>
                </c:pt>
                <c:pt idx="11567">
                  <c:v>53937</c:v>
                </c:pt>
                <c:pt idx="11568">
                  <c:v>53938</c:v>
                </c:pt>
                <c:pt idx="11569">
                  <c:v>53939</c:v>
                </c:pt>
                <c:pt idx="11570">
                  <c:v>53940</c:v>
                </c:pt>
                <c:pt idx="11571">
                  <c:v>53941</c:v>
                </c:pt>
                <c:pt idx="11572">
                  <c:v>53942</c:v>
                </c:pt>
                <c:pt idx="11573">
                  <c:v>53943</c:v>
                </c:pt>
                <c:pt idx="11574">
                  <c:v>53944</c:v>
                </c:pt>
                <c:pt idx="11575">
                  <c:v>53945</c:v>
                </c:pt>
                <c:pt idx="11576">
                  <c:v>53946</c:v>
                </c:pt>
                <c:pt idx="11577">
                  <c:v>53947</c:v>
                </c:pt>
                <c:pt idx="11578">
                  <c:v>53948</c:v>
                </c:pt>
                <c:pt idx="11579">
                  <c:v>53949</c:v>
                </c:pt>
                <c:pt idx="11580">
                  <c:v>53950</c:v>
                </c:pt>
                <c:pt idx="11581">
                  <c:v>53951</c:v>
                </c:pt>
                <c:pt idx="11582">
                  <c:v>53952</c:v>
                </c:pt>
                <c:pt idx="11583">
                  <c:v>53953</c:v>
                </c:pt>
                <c:pt idx="11584">
                  <c:v>53954</c:v>
                </c:pt>
                <c:pt idx="11585">
                  <c:v>53955</c:v>
                </c:pt>
                <c:pt idx="11586">
                  <c:v>53956</c:v>
                </c:pt>
                <c:pt idx="11587">
                  <c:v>53957</c:v>
                </c:pt>
                <c:pt idx="11588">
                  <c:v>53958</c:v>
                </c:pt>
                <c:pt idx="11589">
                  <c:v>53959</c:v>
                </c:pt>
                <c:pt idx="11590">
                  <c:v>53960</c:v>
                </c:pt>
                <c:pt idx="11591">
                  <c:v>53961</c:v>
                </c:pt>
                <c:pt idx="11592">
                  <c:v>53962</c:v>
                </c:pt>
                <c:pt idx="11593">
                  <c:v>53963</c:v>
                </c:pt>
                <c:pt idx="11594">
                  <c:v>53964</c:v>
                </c:pt>
                <c:pt idx="11595">
                  <c:v>53965</c:v>
                </c:pt>
                <c:pt idx="11596">
                  <c:v>53966</c:v>
                </c:pt>
                <c:pt idx="11597">
                  <c:v>53967</c:v>
                </c:pt>
                <c:pt idx="11598">
                  <c:v>53968</c:v>
                </c:pt>
                <c:pt idx="11599">
                  <c:v>53969</c:v>
                </c:pt>
                <c:pt idx="11600">
                  <c:v>53970</c:v>
                </c:pt>
                <c:pt idx="11601">
                  <c:v>53971</c:v>
                </c:pt>
                <c:pt idx="11602">
                  <c:v>53972</c:v>
                </c:pt>
                <c:pt idx="11603">
                  <c:v>53973</c:v>
                </c:pt>
                <c:pt idx="11604">
                  <c:v>53974</c:v>
                </c:pt>
                <c:pt idx="11605">
                  <c:v>53975</c:v>
                </c:pt>
                <c:pt idx="11606">
                  <c:v>53976</c:v>
                </c:pt>
                <c:pt idx="11607">
                  <c:v>53977</c:v>
                </c:pt>
                <c:pt idx="11608">
                  <c:v>53978</c:v>
                </c:pt>
                <c:pt idx="11609">
                  <c:v>53979</c:v>
                </c:pt>
                <c:pt idx="11610">
                  <c:v>53980</c:v>
                </c:pt>
                <c:pt idx="11611">
                  <c:v>53981</c:v>
                </c:pt>
                <c:pt idx="11612">
                  <c:v>53982</c:v>
                </c:pt>
                <c:pt idx="11613">
                  <c:v>53983</c:v>
                </c:pt>
                <c:pt idx="11614">
                  <c:v>53984</c:v>
                </c:pt>
                <c:pt idx="11615">
                  <c:v>53985</c:v>
                </c:pt>
                <c:pt idx="11616">
                  <c:v>53986</c:v>
                </c:pt>
                <c:pt idx="11617">
                  <c:v>53987</c:v>
                </c:pt>
                <c:pt idx="11618">
                  <c:v>53988</c:v>
                </c:pt>
                <c:pt idx="11619">
                  <c:v>53989</c:v>
                </c:pt>
                <c:pt idx="11620">
                  <c:v>53990</c:v>
                </c:pt>
                <c:pt idx="11621">
                  <c:v>53991</c:v>
                </c:pt>
                <c:pt idx="11622">
                  <c:v>53992</c:v>
                </c:pt>
                <c:pt idx="11623">
                  <c:v>53993</c:v>
                </c:pt>
                <c:pt idx="11624">
                  <c:v>53994</c:v>
                </c:pt>
                <c:pt idx="11625">
                  <c:v>53995</c:v>
                </c:pt>
                <c:pt idx="11626">
                  <c:v>53996</c:v>
                </c:pt>
                <c:pt idx="11627">
                  <c:v>53997</c:v>
                </c:pt>
                <c:pt idx="11628">
                  <c:v>53998</c:v>
                </c:pt>
                <c:pt idx="11629">
                  <c:v>53999</c:v>
                </c:pt>
                <c:pt idx="11630">
                  <c:v>54000</c:v>
                </c:pt>
                <c:pt idx="11631">
                  <c:v>54001</c:v>
                </c:pt>
                <c:pt idx="11632">
                  <c:v>54002</c:v>
                </c:pt>
                <c:pt idx="11633">
                  <c:v>54003</c:v>
                </c:pt>
                <c:pt idx="11634">
                  <c:v>54004</c:v>
                </c:pt>
                <c:pt idx="11635">
                  <c:v>54005</c:v>
                </c:pt>
                <c:pt idx="11636">
                  <c:v>54006</c:v>
                </c:pt>
                <c:pt idx="11637">
                  <c:v>54007</c:v>
                </c:pt>
                <c:pt idx="11638">
                  <c:v>54008</c:v>
                </c:pt>
                <c:pt idx="11639">
                  <c:v>54009</c:v>
                </c:pt>
                <c:pt idx="11640">
                  <c:v>54010</c:v>
                </c:pt>
                <c:pt idx="11641">
                  <c:v>54011</c:v>
                </c:pt>
                <c:pt idx="11642">
                  <c:v>54012</c:v>
                </c:pt>
                <c:pt idx="11643">
                  <c:v>54013</c:v>
                </c:pt>
                <c:pt idx="11644">
                  <c:v>54014</c:v>
                </c:pt>
                <c:pt idx="11645">
                  <c:v>54015</c:v>
                </c:pt>
                <c:pt idx="11646">
                  <c:v>54016</c:v>
                </c:pt>
                <c:pt idx="11647">
                  <c:v>54017</c:v>
                </c:pt>
                <c:pt idx="11648">
                  <c:v>54018</c:v>
                </c:pt>
                <c:pt idx="11649">
                  <c:v>54019</c:v>
                </c:pt>
                <c:pt idx="11650">
                  <c:v>54020</c:v>
                </c:pt>
                <c:pt idx="11651">
                  <c:v>54021</c:v>
                </c:pt>
                <c:pt idx="11652">
                  <c:v>54022</c:v>
                </c:pt>
                <c:pt idx="11653">
                  <c:v>54023</c:v>
                </c:pt>
                <c:pt idx="11654">
                  <c:v>54024</c:v>
                </c:pt>
                <c:pt idx="11655">
                  <c:v>54025</c:v>
                </c:pt>
                <c:pt idx="11656">
                  <c:v>54026</c:v>
                </c:pt>
                <c:pt idx="11657">
                  <c:v>54027</c:v>
                </c:pt>
                <c:pt idx="11658">
                  <c:v>54028</c:v>
                </c:pt>
                <c:pt idx="11659">
                  <c:v>54029</c:v>
                </c:pt>
                <c:pt idx="11660">
                  <c:v>54030</c:v>
                </c:pt>
                <c:pt idx="11661">
                  <c:v>54031</c:v>
                </c:pt>
                <c:pt idx="11662">
                  <c:v>54032</c:v>
                </c:pt>
                <c:pt idx="11663">
                  <c:v>54033</c:v>
                </c:pt>
                <c:pt idx="11664">
                  <c:v>54034</c:v>
                </c:pt>
                <c:pt idx="11665">
                  <c:v>54035</c:v>
                </c:pt>
                <c:pt idx="11666">
                  <c:v>54036</c:v>
                </c:pt>
                <c:pt idx="11667">
                  <c:v>54037</c:v>
                </c:pt>
                <c:pt idx="11668">
                  <c:v>54038</c:v>
                </c:pt>
                <c:pt idx="11669">
                  <c:v>54039</c:v>
                </c:pt>
                <c:pt idx="11670">
                  <c:v>54040</c:v>
                </c:pt>
                <c:pt idx="11671">
                  <c:v>54041</c:v>
                </c:pt>
                <c:pt idx="11672">
                  <c:v>54042</c:v>
                </c:pt>
                <c:pt idx="11673">
                  <c:v>54043</c:v>
                </c:pt>
                <c:pt idx="11674">
                  <c:v>54044</c:v>
                </c:pt>
                <c:pt idx="11675">
                  <c:v>54045</c:v>
                </c:pt>
                <c:pt idx="11676">
                  <c:v>54046</c:v>
                </c:pt>
                <c:pt idx="11677">
                  <c:v>54047</c:v>
                </c:pt>
                <c:pt idx="11678">
                  <c:v>54048</c:v>
                </c:pt>
                <c:pt idx="11679">
                  <c:v>54049</c:v>
                </c:pt>
                <c:pt idx="11680">
                  <c:v>54050</c:v>
                </c:pt>
                <c:pt idx="11681">
                  <c:v>54051</c:v>
                </c:pt>
                <c:pt idx="11682">
                  <c:v>54052</c:v>
                </c:pt>
                <c:pt idx="11683">
                  <c:v>54053</c:v>
                </c:pt>
                <c:pt idx="11684">
                  <c:v>54054</c:v>
                </c:pt>
                <c:pt idx="11685">
                  <c:v>54055</c:v>
                </c:pt>
                <c:pt idx="11686">
                  <c:v>54056</c:v>
                </c:pt>
                <c:pt idx="11687">
                  <c:v>54057</c:v>
                </c:pt>
                <c:pt idx="11688">
                  <c:v>54058</c:v>
                </c:pt>
                <c:pt idx="11689">
                  <c:v>54059</c:v>
                </c:pt>
                <c:pt idx="11690">
                  <c:v>54060</c:v>
                </c:pt>
                <c:pt idx="11691">
                  <c:v>54061</c:v>
                </c:pt>
                <c:pt idx="11692">
                  <c:v>54062</c:v>
                </c:pt>
                <c:pt idx="11693">
                  <c:v>54063</c:v>
                </c:pt>
                <c:pt idx="11694">
                  <c:v>54064</c:v>
                </c:pt>
                <c:pt idx="11695">
                  <c:v>54065</c:v>
                </c:pt>
                <c:pt idx="11696">
                  <c:v>54066</c:v>
                </c:pt>
                <c:pt idx="11697">
                  <c:v>54067</c:v>
                </c:pt>
                <c:pt idx="11698">
                  <c:v>54068</c:v>
                </c:pt>
                <c:pt idx="11699">
                  <c:v>54069</c:v>
                </c:pt>
                <c:pt idx="11700">
                  <c:v>54070</c:v>
                </c:pt>
                <c:pt idx="11701">
                  <c:v>54071</c:v>
                </c:pt>
                <c:pt idx="11702">
                  <c:v>54072</c:v>
                </c:pt>
                <c:pt idx="11703">
                  <c:v>54073</c:v>
                </c:pt>
                <c:pt idx="11704">
                  <c:v>54074</c:v>
                </c:pt>
                <c:pt idx="11705">
                  <c:v>54075</c:v>
                </c:pt>
                <c:pt idx="11706">
                  <c:v>54076</c:v>
                </c:pt>
                <c:pt idx="11707">
                  <c:v>54077</c:v>
                </c:pt>
                <c:pt idx="11708">
                  <c:v>54078</c:v>
                </c:pt>
                <c:pt idx="11709">
                  <c:v>54079</c:v>
                </c:pt>
                <c:pt idx="11710">
                  <c:v>54080</c:v>
                </c:pt>
                <c:pt idx="11711">
                  <c:v>54081</c:v>
                </c:pt>
                <c:pt idx="11712">
                  <c:v>54082</c:v>
                </c:pt>
                <c:pt idx="11713">
                  <c:v>54083</c:v>
                </c:pt>
                <c:pt idx="11714">
                  <c:v>54084</c:v>
                </c:pt>
                <c:pt idx="11715">
                  <c:v>54085</c:v>
                </c:pt>
                <c:pt idx="11716">
                  <c:v>54086</c:v>
                </c:pt>
                <c:pt idx="11717">
                  <c:v>54087</c:v>
                </c:pt>
                <c:pt idx="11718">
                  <c:v>54088</c:v>
                </c:pt>
                <c:pt idx="11719">
                  <c:v>54089</c:v>
                </c:pt>
                <c:pt idx="11720">
                  <c:v>54090</c:v>
                </c:pt>
                <c:pt idx="11721">
                  <c:v>54091</c:v>
                </c:pt>
                <c:pt idx="11722">
                  <c:v>54092</c:v>
                </c:pt>
                <c:pt idx="11723">
                  <c:v>54093</c:v>
                </c:pt>
                <c:pt idx="11724">
                  <c:v>54094</c:v>
                </c:pt>
                <c:pt idx="11725">
                  <c:v>54095</c:v>
                </c:pt>
                <c:pt idx="11726">
                  <c:v>54096</c:v>
                </c:pt>
                <c:pt idx="11727">
                  <c:v>54097</c:v>
                </c:pt>
                <c:pt idx="11728">
                  <c:v>54098</c:v>
                </c:pt>
                <c:pt idx="11729">
                  <c:v>54099</c:v>
                </c:pt>
                <c:pt idx="11730">
                  <c:v>54100</c:v>
                </c:pt>
                <c:pt idx="11731">
                  <c:v>54101</c:v>
                </c:pt>
                <c:pt idx="11732">
                  <c:v>54102</c:v>
                </c:pt>
                <c:pt idx="11733">
                  <c:v>54103</c:v>
                </c:pt>
                <c:pt idx="11734">
                  <c:v>54104</c:v>
                </c:pt>
                <c:pt idx="11735">
                  <c:v>54105</c:v>
                </c:pt>
                <c:pt idx="11736">
                  <c:v>54106</c:v>
                </c:pt>
                <c:pt idx="11737">
                  <c:v>54107</c:v>
                </c:pt>
                <c:pt idx="11738">
                  <c:v>54108</c:v>
                </c:pt>
                <c:pt idx="11739">
                  <c:v>54109</c:v>
                </c:pt>
                <c:pt idx="11740">
                  <c:v>54110</c:v>
                </c:pt>
                <c:pt idx="11741">
                  <c:v>54111</c:v>
                </c:pt>
                <c:pt idx="11742">
                  <c:v>54112</c:v>
                </c:pt>
                <c:pt idx="11743">
                  <c:v>54113</c:v>
                </c:pt>
                <c:pt idx="11744">
                  <c:v>54114</c:v>
                </c:pt>
                <c:pt idx="11745">
                  <c:v>54115</c:v>
                </c:pt>
                <c:pt idx="11746">
                  <c:v>54116</c:v>
                </c:pt>
                <c:pt idx="11747">
                  <c:v>54117</c:v>
                </c:pt>
                <c:pt idx="11748">
                  <c:v>54118</c:v>
                </c:pt>
                <c:pt idx="11749">
                  <c:v>54119</c:v>
                </c:pt>
                <c:pt idx="11750">
                  <c:v>54120</c:v>
                </c:pt>
                <c:pt idx="11751">
                  <c:v>54121</c:v>
                </c:pt>
                <c:pt idx="11752">
                  <c:v>54122</c:v>
                </c:pt>
                <c:pt idx="11753">
                  <c:v>54123</c:v>
                </c:pt>
                <c:pt idx="11754">
                  <c:v>54124</c:v>
                </c:pt>
                <c:pt idx="11755">
                  <c:v>54125</c:v>
                </c:pt>
                <c:pt idx="11756">
                  <c:v>54126</c:v>
                </c:pt>
                <c:pt idx="11757">
                  <c:v>54127</c:v>
                </c:pt>
                <c:pt idx="11758">
                  <c:v>54128</c:v>
                </c:pt>
                <c:pt idx="11759">
                  <c:v>54129</c:v>
                </c:pt>
                <c:pt idx="11760">
                  <c:v>54130</c:v>
                </c:pt>
                <c:pt idx="11761">
                  <c:v>54131</c:v>
                </c:pt>
                <c:pt idx="11762">
                  <c:v>54132</c:v>
                </c:pt>
                <c:pt idx="11763">
                  <c:v>54133</c:v>
                </c:pt>
                <c:pt idx="11764">
                  <c:v>54134</c:v>
                </c:pt>
                <c:pt idx="11765">
                  <c:v>54135</c:v>
                </c:pt>
                <c:pt idx="11766">
                  <c:v>54136</c:v>
                </c:pt>
                <c:pt idx="11767">
                  <c:v>54137</c:v>
                </c:pt>
                <c:pt idx="11768">
                  <c:v>54138</c:v>
                </c:pt>
                <c:pt idx="11769">
                  <c:v>54139</c:v>
                </c:pt>
                <c:pt idx="11770">
                  <c:v>54140</c:v>
                </c:pt>
                <c:pt idx="11771">
                  <c:v>54141</c:v>
                </c:pt>
                <c:pt idx="11772">
                  <c:v>54142</c:v>
                </c:pt>
                <c:pt idx="11773">
                  <c:v>54143</c:v>
                </c:pt>
                <c:pt idx="11774">
                  <c:v>54144</c:v>
                </c:pt>
                <c:pt idx="11775">
                  <c:v>54145</c:v>
                </c:pt>
                <c:pt idx="11776">
                  <c:v>54146</c:v>
                </c:pt>
                <c:pt idx="11777">
                  <c:v>54147</c:v>
                </c:pt>
                <c:pt idx="11778">
                  <c:v>54148</c:v>
                </c:pt>
                <c:pt idx="11779">
                  <c:v>54149</c:v>
                </c:pt>
                <c:pt idx="11780">
                  <c:v>54150</c:v>
                </c:pt>
                <c:pt idx="11781">
                  <c:v>54151</c:v>
                </c:pt>
                <c:pt idx="11782">
                  <c:v>54152</c:v>
                </c:pt>
                <c:pt idx="11783">
                  <c:v>54153</c:v>
                </c:pt>
                <c:pt idx="11784">
                  <c:v>54154</c:v>
                </c:pt>
                <c:pt idx="11785">
                  <c:v>54155</c:v>
                </c:pt>
                <c:pt idx="11786">
                  <c:v>54156</c:v>
                </c:pt>
                <c:pt idx="11787">
                  <c:v>54157</c:v>
                </c:pt>
                <c:pt idx="11788">
                  <c:v>54158</c:v>
                </c:pt>
                <c:pt idx="11789">
                  <c:v>54159</c:v>
                </c:pt>
                <c:pt idx="11790">
                  <c:v>54160</c:v>
                </c:pt>
                <c:pt idx="11791">
                  <c:v>54161</c:v>
                </c:pt>
                <c:pt idx="11792">
                  <c:v>54162</c:v>
                </c:pt>
                <c:pt idx="11793">
                  <c:v>54163</c:v>
                </c:pt>
                <c:pt idx="11794">
                  <c:v>54164</c:v>
                </c:pt>
                <c:pt idx="11795">
                  <c:v>54165</c:v>
                </c:pt>
                <c:pt idx="11796">
                  <c:v>54166</c:v>
                </c:pt>
                <c:pt idx="11797">
                  <c:v>54167</c:v>
                </c:pt>
                <c:pt idx="11798">
                  <c:v>54168</c:v>
                </c:pt>
                <c:pt idx="11799">
                  <c:v>54169</c:v>
                </c:pt>
                <c:pt idx="11800">
                  <c:v>54170</c:v>
                </c:pt>
                <c:pt idx="11801">
                  <c:v>54171</c:v>
                </c:pt>
                <c:pt idx="11802">
                  <c:v>54172</c:v>
                </c:pt>
                <c:pt idx="11803">
                  <c:v>54173</c:v>
                </c:pt>
                <c:pt idx="11804">
                  <c:v>54174</c:v>
                </c:pt>
                <c:pt idx="11805">
                  <c:v>54175</c:v>
                </c:pt>
                <c:pt idx="11806">
                  <c:v>54176</c:v>
                </c:pt>
                <c:pt idx="11807">
                  <c:v>54177</c:v>
                </c:pt>
                <c:pt idx="11808">
                  <c:v>54178</c:v>
                </c:pt>
                <c:pt idx="11809">
                  <c:v>54179</c:v>
                </c:pt>
                <c:pt idx="11810">
                  <c:v>54180</c:v>
                </c:pt>
                <c:pt idx="11811">
                  <c:v>54181</c:v>
                </c:pt>
                <c:pt idx="11812">
                  <c:v>54182</c:v>
                </c:pt>
                <c:pt idx="11813">
                  <c:v>54183</c:v>
                </c:pt>
                <c:pt idx="11814">
                  <c:v>54184</c:v>
                </c:pt>
                <c:pt idx="11815">
                  <c:v>54185</c:v>
                </c:pt>
                <c:pt idx="11816">
                  <c:v>54186</c:v>
                </c:pt>
                <c:pt idx="11817">
                  <c:v>54187</c:v>
                </c:pt>
                <c:pt idx="11818">
                  <c:v>54188</c:v>
                </c:pt>
                <c:pt idx="11819">
                  <c:v>54189</c:v>
                </c:pt>
                <c:pt idx="11820">
                  <c:v>54190</c:v>
                </c:pt>
                <c:pt idx="11821">
                  <c:v>54191</c:v>
                </c:pt>
                <c:pt idx="11822">
                  <c:v>54192</c:v>
                </c:pt>
                <c:pt idx="11823">
                  <c:v>54193</c:v>
                </c:pt>
                <c:pt idx="11824">
                  <c:v>54194</c:v>
                </c:pt>
                <c:pt idx="11825">
                  <c:v>54195</c:v>
                </c:pt>
                <c:pt idx="11826">
                  <c:v>54196</c:v>
                </c:pt>
                <c:pt idx="11827">
                  <c:v>54197</c:v>
                </c:pt>
                <c:pt idx="11828">
                  <c:v>54198</c:v>
                </c:pt>
                <c:pt idx="11829">
                  <c:v>54199</c:v>
                </c:pt>
                <c:pt idx="11830">
                  <c:v>54200</c:v>
                </c:pt>
                <c:pt idx="11831">
                  <c:v>54201</c:v>
                </c:pt>
                <c:pt idx="11832">
                  <c:v>54202</c:v>
                </c:pt>
                <c:pt idx="11833">
                  <c:v>54203</c:v>
                </c:pt>
                <c:pt idx="11834">
                  <c:v>54204</c:v>
                </c:pt>
                <c:pt idx="11835">
                  <c:v>54205</c:v>
                </c:pt>
                <c:pt idx="11836">
                  <c:v>54206</c:v>
                </c:pt>
                <c:pt idx="11837">
                  <c:v>54207</c:v>
                </c:pt>
                <c:pt idx="11838">
                  <c:v>54208</c:v>
                </c:pt>
                <c:pt idx="11839">
                  <c:v>54209</c:v>
                </c:pt>
                <c:pt idx="11840">
                  <c:v>54210</c:v>
                </c:pt>
                <c:pt idx="11841">
                  <c:v>54211</c:v>
                </c:pt>
                <c:pt idx="11842">
                  <c:v>54212</c:v>
                </c:pt>
                <c:pt idx="11843">
                  <c:v>54213</c:v>
                </c:pt>
                <c:pt idx="11844">
                  <c:v>54214</c:v>
                </c:pt>
                <c:pt idx="11845">
                  <c:v>54215</c:v>
                </c:pt>
                <c:pt idx="11846">
                  <c:v>54216</c:v>
                </c:pt>
                <c:pt idx="11847">
                  <c:v>54217</c:v>
                </c:pt>
                <c:pt idx="11848">
                  <c:v>54218</c:v>
                </c:pt>
                <c:pt idx="11849">
                  <c:v>54219</c:v>
                </c:pt>
                <c:pt idx="11850">
                  <c:v>54220</c:v>
                </c:pt>
                <c:pt idx="11851">
                  <c:v>54221</c:v>
                </c:pt>
                <c:pt idx="11852">
                  <c:v>54222</c:v>
                </c:pt>
                <c:pt idx="11853">
                  <c:v>54223</c:v>
                </c:pt>
                <c:pt idx="11854">
                  <c:v>54224</c:v>
                </c:pt>
                <c:pt idx="11855">
                  <c:v>54225</c:v>
                </c:pt>
                <c:pt idx="11856">
                  <c:v>54226</c:v>
                </c:pt>
                <c:pt idx="11857">
                  <c:v>54227</c:v>
                </c:pt>
                <c:pt idx="11858">
                  <c:v>54228</c:v>
                </c:pt>
                <c:pt idx="11859">
                  <c:v>54229</c:v>
                </c:pt>
                <c:pt idx="11860">
                  <c:v>54230</c:v>
                </c:pt>
                <c:pt idx="11861">
                  <c:v>54231</c:v>
                </c:pt>
                <c:pt idx="11862">
                  <c:v>54232</c:v>
                </c:pt>
                <c:pt idx="11863">
                  <c:v>54233</c:v>
                </c:pt>
                <c:pt idx="11864">
                  <c:v>54234</c:v>
                </c:pt>
                <c:pt idx="11865">
                  <c:v>54235</c:v>
                </c:pt>
                <c:pt idx="11866">
                  <c:v>54236</c:v>
                </c:pt>
                <c:pt idx="11867">
                  <c:v>54237</c:v>
                </c:pt>
                <c:pt idx="11868">
                  <c:v>54238</c:v>
                </c:pt>
                <c:pt idx="11869">
                  <c:v>54239</c:v>
                </c:pt>
                <c:pt idx="11870">
                  <c:v>54240</c:v>
                </c:pt>
                <c:pt idx="11871">
                  <c:v>54241</c:v>
                </c:pt>
                <c:pt idx="11872">
                  <c:v>54242</c:v>
                </c:pt>
                <c:pt idx="11873">
                  <c:v>54243</c:v>
                </c:pt>
                <c:pt idx="11874">
                  <c:v>54244</c:v>
                </c:pt>
                <c:pt idx="11875">
                  <c:v>54245</c:v>
                </c:pt>
                <c:pt idx="11876">
                  <c:v>54246</c:v>
                </c:pt>
                <c:pt idx="11877">
                  <c:v>54247</c:v>
                </c:pt>
                <c:pt idx="11878">
                  <c:v>54248</c:v>
                </c:pt>
                <c:pt idx="11879">
                  <c:v>54249</c:v>
                </c:pt>
                <c:pt idx="11880">
                  <c:v>54250</c:v>
                </c:pt>
                <c:pt idx="11881">
                  <c:v>54251</c:v>
                </c:pt>
                <c:pt idx="11882">
                  <c:v>54252</c:v>
                </c:pt>
                <c:pt idx="11883">
                  <c:v>54253</c:v>
                </c:pt>
                <c:pt idx="11884">
                  <c:v>54254</c:v>
                </c:pt>
                <c:pt idx="11885">
                  <c:v>54255</c:v>
                </c:pt>
                <c:pt idx="11886">
                  <c:v>54256</c:v>
                </c:pt>
                <c:pt idx="11887">
                  <c:v>54257</c:v>
                </c:pt>
                <c:pt idx="11888">
                  <c:v>54258</c:v>
                </c:pt>
                <c:pt idx="11889">
                  <c:v>54259</c:v>
                </c:pt>
                <c:pt idx="11890">
                  <c:v>54260</c:v>
                </c:pt>
                <c:pt idx="11891">
                  <c:v>54261</c:v>
                </c:pt>
                <c:pt idx="11892">
                  <c:v>54262</c:v>
                </c:pt>
                <c:pt idx="11893">
                  <c:v>54263</c:v>
                </c:pt>
                <c:pt idx="11894">
                  <c:v>54264</c:v>
                </c:pt>
                <c:pt idx="11895">
                  <c:v>54265</c:v>
                </c:pt>
                <c:pt idx="11896">
                  <c:v>54266</c:v>
                </c:pt>
                <c:pt idx="11897">
                  <c:v>54267</c:v>
                </c:pt>
                <c:pt idx="11898">
                  <c:v>54268</c:v>
                </c:pt>
                <c:pt idx="11899">
                  <c:v>54269</c:v>
                </c:pt>
                <c:pt idx="11900">
                  <c:v>54270</c:v>
                </c:pt>
                <c:pt idx="11901">
                  <c:v>54271</c:v>
                </c:pt>
                <c:pt idx="11902">
                  <c:v>54272</c:v>
                </c:pt>
                <c:pt idx="11903">
                  <c:v>54273</c:v>
                </c:pt>
                <c:pt idx="11904">
                  <c:v>54274</c:v>
                </c:pt>
                <c:pt idx="11905">
                  <c:v>54275</c:v>
                </c:pt>
                <c:pt idx="11906">
                  <c:v>54276</c:v>
                </c:pt>
                <c:pt idx="11907">
                  <c:v>54277</c:v>
                </c:pt>
                <c:pt idx="11908">
                  <c:v>54278</c:v>
                </c:pt>
                <c:pt idx="11909">
                  <c:v>54279</c:v>
                </c:pt>
                <c:pt idx="11910">
                  <c:v>54280</c:v>
                </c:pt>
                <c:pt idx="11911">
                  <c:v>54281</c:v>
                </c:pt>
                <c:pt idx="11912">
                  <c:v>54282</c:v>
                </c:pt>
                <c:pt idx="11913">
                  <c:v>54283</c:v>
                </c:pt>
                <c:pt idx="11914">
                  <c:v>54284</c:v>
                </c:pt>
                <c:pt idx="11915">
                  <c:v>54285</c:v>
                </c:pt>
                <c:pt idx="11916">
                  <c:v>54286</c:v>
                </c:pt>
                <c:pt idx="11917">
                  <c:v>54287</c:v>
                </c:pt>
                <c:pt idx="11918">
                  <c:v>54288</c:v>
                </c:pt>
                <c:pt idx="11919">
                  <c:v>54289</c:v>
                </c:pt>
                <c:pt idx="11920">
                  <c:v>54290</c:v>
                </c:pt>
                <c:pt idx="11921">
                  <c:v>54291</c:v>
                </c:pt>
                <c:pt idx="11922">
                  <c:v>54292</c:v>
                </c:pt>
                <c:pt idx="11923">
                  <c:v>54293</c:v>
                </c:pt>
                <c:pt idx="11924">
                  <c:v>54294</c:v>
                </c:pt>
                <c:pt idx="11925">
                  <c:v>54295</c:v>
                </c:pt>
                <c:pt idx="11926">
                  <c:v>54296</c:v>
                </c:pt>
                <c:pt idx="11927">
                  <c:v>54297</c:v>
                </c:pt>
                <c:pt idx="11928">
                  <c:v>54298</c:v>
                </c:pt>
                <c:pt idx="11929">
                  <c:v>54299</c:v>
                </c:pt>
                <c:pt idx="11930">
                  <c:v>54300</c:v>
                </c:pt>
                <c:pt idx="11931">
                  <c:v>54301</c:v>
                </c:pt>
                <c:pt idx="11932">
                  <c:v>54302</c:v>
                </c:pt>
                <c:pt idx="11933">
                  <c:v>54303</c:v>
                </c:pt>
                <c:pt idx="11934">
                  <c:v>54304</c:v>
                </c:pt>
                <c:pt idx="11935">
                  <c:v>54305</c:v>
                </c:pt>
                <c:pt idx="11936">
                  <c:v>54306</c:v>
                </c:pt>
                <c:pt idx="11937">
                  <c:v>54307</c:v>
                </c:pt>
                <c:pt idx="11938">
                  <c:v>54308</c:v>
                </c:pt>
                <c:pt idx="11939">
                  <c:v>54309</c:v>
                </c:pt>
                <c:pt idx="11940">
                  <c:v>54310</c:v>
                </c:pt>
                <c:pt idx="11941">
                  <c:v>54311</c:v>
                </c:pt>
                <c:pt idx="11942">
                  <c:v>54312</c:v>
                </c:pt>
                <c:pt idx="11943">
                  <c:v>54313</c:v>
                </c:pt>
                <c:pt idx="11944">
                  <c:v>54314</c:v>
                </c:pt>
                <c:pt idx="11945">
                  <c:v>54315</c:v>
                </c:pt>
                <c:pt idx="11946">
                  <c:v>54316</c:v>
                </c:pt>
                <c:pt idx="11947">
                  <c:v>54317</c:v>
                </c:pt>
                <c:pt idx="11948">
                  <c:v>54318</c:v>
                </c:pt>
                <c:pt idx="11949">
                  <c:v>54319</c:v>
                </c:pt>
                <c:pt idx="11950">
                  <c:v>54320</c:v>
                </c:pt>
                <c:pt idx="11951">
                  <c:v>54321</c:v>
                </c:pt>
                <c:pt idx="11952">
                  <c:v>54322</c:v>
                </c:pt>
                <c:pt idx="11953">
                  <c:v>54323</c:v>
                </c:pt>
                <c:pt idx="11954">
                  <c:v>54324</c:v>
                </c:pt>
                <c:pt idx="11955">
                  <c:v>54325</c:v>
                </c:pt>
                <c:pt idx="11956">
                  <c:v>54326</c:v>
                </c:pt>
                <c:pt idx="11957">
                  <c:v>54327</c:v>
                </c:pt>
                <c:pt idx="11958">
                  <c:v>54328</c:v>
                </c:pt>
                <c:pt idx="11959">
                  <c:v>54329</c:v>
                </c:pt>
                <c:pt idx="11960">
                  <c:v>54330</c:v>
                </c:pt>
                <c:pt idx="11961">
                  <c:v>54331</c:v>
                </c:pt>
                <c:pt idx="11962">
                  <c:v>54332</c:v>
                </c:pt>
                <c:pt idx="11963">
                  <c:v>54333</c:v>
                </c:pt>
                <c:pt idx="11964">
                  <c:v>54334</c:v>
                </c:pt>
                <c:pt idx="11965">
                  <c:v>54335</c:v>
                </c:pt>
                <c:pt idx="11966">
                  <c:v>54336</c:v>
                </c:pt>
                <c:pt idx="11967">
                  <c:v>54337</c:v>
                </c:pt>
                <c:pt idx="11968">
                  <c:v>54338</c:v>
                </c:pt>
                <c:pt idx="11969">
                  <c:v>54339</c:v>
                </c:pt>
                <c:pt idx="11970">
                  <c:v>54340</c:v>
                </c:pt>
                <c:pt idx="11971">
                  <c:v>54341</c:v>
                </c:pt>
                <c:pt idx="11972">
                  <c:v>54342</c:v>
                </c:pt>
                <c:pt idx="11973">
                  <c:v>54343</c:v>
                </c:pt>
                <c:pt idx="11974">
                  <c:v>54344</c:v>
                </c:pt>
                <c:pt idx="11975">
                  <c:v>54345</c:v>
                </c:pt>
                <c:pt idx="11976">
                  <c:v>54346</c:v>
                </c:pt>
                <c:pt idx="11977">
                  <c:v>54347</c:v>
                </c:pt>
                <c:pt idx="11978">
                  <c:v>54348</c:v>
                </c:pt>
                <c:pt idx="11979">
                  <c:v>54349</c:v>
                </c:pt>
                <c:pt idx="11980">
                  <c:v>54350</c:v>
                </c:pt>
                <c:pt idx="11981">
                  <c:v>54351</c:v>
                </c:pt>
                <c:pt idx="11982">
                  <c:v>54352</c:v>
                </c:pt>
                <c:pt idx="11983">
                  <c:v>54353</c:v>
                </c:pt>
                <c:pt idx="11984">
                  <c:v>54354</c:v>
                </c:pt>
                <c:pt idx="11985">
                  <c:v>54355</c:v>
                </c:pt>
                <c:pt idx="11986">
                  <c:v>54356</c:v>
                </c:pt>
                <c:pt idx="11987">
                  <c:v>54357</c:v>
                </c:pt>
                <c:pt idx="11988">
                  <c:v>54358</c:v>
                </c:pt>
                <c:pt idx="11989">
                  <c:v>54359</c:v>
                </c:pt>
                <c:pt idx="11990">
                  <c:v>54360</c:v>
                </c:pt>
                <c:pt idx="11991">
                  <c:v>54361</c:v>
                </c:pt>
                <c:pt idx="11992">
                  <c:v>54362</c:v>
                </c:pt>
                <c:pt idx="11993">
                  <c:v>54363</c:v>
                </c:pt>
                <c:pt idx="11994">
                  <c:v>54364</c:v>
                </c:pt>
                <c:pt idx="11995">
                  <c:v>54365</c:v>
                </c:pt>
                <c:pt idx="11996">
                  <c:v>54366</c:v>
                </c:pt>
                <c:pt idx="11997">
                  <c:v>54367</c:v>
                </c:pt>
                <c:pt idx="11998">
                  <c:v>54368</c:v>
                </c:pt>
                <c:pt idx="11999">
                  <c:v>54369</c:v>
                </c:pt>
                <c:pt idx="12000">
                  <c:v>54370</c:v>
                </c:pt>
                <c:pt idx="12001">
                  <c:v>54371</c:v>
                </c:pt>
                <c:pt idx="12002">
                  <c:v>54372</c:v>
                </c:pt>
                <c:pt idx="12003">
                  <c:v>54373</c:v>
                </c:pt>
                <c:pt idx="12004">
                  <c:v>54374</c:v>
                </c:pt>
                <c:pt idx="12005">
                  <c:v>54375</c:v>
                </c:pt>
                <c:pt idx="12006">
                  <c:v>54376</c:v>
                </c:pt>
                <c:pt idx="12007">
                  <c:v>54377</c:v>
                </c:pt>
                <c:pt idx="12008">
                  <c:v>54378</c:v>
                </c:pt>
                <c:pt idx="12009">
                  <c:v>54379</c:v>
                </c:pt>
                <c:pt idx="12010">
                  <c:v>54380</c:v>
                </c:pt>
                <c:pt idx="12011">
                  <c:v>54381</c:v>
                </c:pt>
                <c:pt idx="12012">
                  <c:v>54382</c:v>
                </c:pt>
                <c:pt idx="12013">
                  <c:v>54383</c:v>
                </c:pt>
                <c:pt idx="12014">
                  <c:v>54384</c:v>
                </c:pt>
                <c:pt idx="12015">
                  <c:v>54385</c:v>
                </c:pt>
                <c:pt idx="12016">
                  <c:v>54386</c:v>
                </c:pt>
                <c:pt idx="12017">
                  <c:v>54387</c:v>
                </c:pt>
                <c:pt idx="12018">
                  <c:v>54388</c:v>
                </c:pt>
                <c:pt idx="12019">
                  <c:v>54389</c:v>
                </c:pt>
                <c:pt idx="12020">
                  <c:v>54390</c:v>
                </c:pt>
                <c:pt idx="12021">
                  <c:v>54391</c:v>
                </c:pt>
                <c:pt idx="12022">
                  <c:v>54392</c:v>
                </c:pt>
                <c:pt idx="12023">
                  <c:v>54393</c:v>
                </c:pt>
                <c:pt idx="12024">
                  <c:v>54394</c:v>
                </c:pt>
                <c:pt idx="12025">
                  <c:v>54395</c:v>
                </c:pt>
                <c:pt idx="12026">
                  <c:v>54396</c:v>
                </c:pt>
                <c:pt idx="12027">
                  <c:v>54397</c:v>
                </c:pt>
                <c:pt idx="12028">
                  <c:v>54398</c:v>
                </c:pt>
                <c:pt idx="12029">
                  <c:v>54399</c:v>
                </c:pt>
                <c:pt idx="12030">
                  <c:v>54400</c:v>
                </c:pt>
                <c:pt idx="12031">
                  <c:v>54401</c:v>
                </c:pt>
                <c:pt idx="12032">
                  <c:v>54402</c:v>
                </c:pt>
                <c:pt idx="12033">
                  <c:v>54403</c:v>
                </c:pt>
                <c:pt idx="12034">
                  <c:v>54404</c:v>
                </c:pt>
                <c:pt idx="12035">
                  <c:v>54405</c:v>
                </c:pt>
                <c:pt idx="12036">
                  <c:v>54406</c:v>
                </c:pt>
                <c:pt idx="12037">
                  <c:v>54407</c:v>
                </c:pt>
                <c:pt idx="12038">
                  <c:v>54408</c:v>
                </c:pt>
                <c:pt idx="12039">
                  <c:v>54409</c:v>
                </c:pt>
                <c:pt idx="12040">
                  <c:v>54410</c:v>
                </c:pt>
                <c:pt idx="12041">
                  <c:v>54411</c:v>
                </c:pt>
                <c:pt idx="12042">
                  <c:v>54412</c:v>
                </c:pt>
                <c:pt idx="12043">
                  <c:v>54413</c:v>
                </c:pt>
                <c:pt idx="12044">
                  <c:v>54414</c:v>
                </c:pt>
                <c:pt idx="12045">
                  <c:v>54415</c:v>
                </c:pt>
                <c:pt idx="12046">
                  <c:v>54416</c:v>
                </c:pt>
                <c:pt idx="12047">
                  <c:v>54417</c:v>
                </c:pt>
                <c:pt idx="12048">
                  <c:v>54418</c:v>
                </c:pt>
                <c:pt idx="12049">
                  <c:v>54419</c:v>
                </c:pt>
                <c:pt idx="12050">
                  <c:v>54420</c:v>
                </c:pt>
                <c:pt idx="12051">
                  <c:v>54421</c:v>
                </c:pt>
                <c:pt idx="12052">
                  <c:v>54422</c:v>
                </c:pt>
                <c:pt idx="12053">
                  <c:v>54423</c:v>
                </c:pt>
                <c:pt idx="12054">
                  <c:v>54424</c:v>
                </c:pt>
                <c:pt idx="12055">
                  <c:v>54425</c:v>
                </c:pt>
                <c:pt idx="12056">
                  <c:v>54426</c:v>
                </c:pt>
                <c:pt idx="12057">
                  <c:v>54427</c:v>
                </c:pt>
                <c:pt idx="12058">
                  <c:v>54428</c:v>
                </c:pt>
                <c:pt idx="12059">
                  <c:v>54429</c:v>
                </c:pt>
                <c:pt idx="12060">
                  <c:v>54430</c:v>
                </c:pt>
                <c:pt idx="12061">
                  <c:v>54431</c:v>
                </c:pt>
                <c:pt idx="12062">
                  <c:v>54432</c:v>
                </c:pt>
                <c:pt idx="12063">
                  <c:v>54433</c:v>
                </c:pt>
                <c:pt idx="12064">
                  <c:v>54434</c:v>
                </c:pt>
                <c:pt idx="12065">
                  <c:v>54435</c:v>
                </c:pt>
                <c:pt idx="12066">
                  <c:v>54436</c:v>
                </c:pt>
                <c:pt idx="12067">
                  <c:v>54437</c:v>
                </c:pt>
                <c:pt idx="12068">
                  <c:v>54438</c:v>
                </c:pt>
                <c:pt idx="12069">
                  <c:v>54439</c:v>
                </c:pt>
                <c:pt idx="12070">
                  <c:v>54440</c:v>
                </c:pt>
                <c:pt idx="12071">
                  <c:v>54441</c:v>
                </c:pt>
                <c:pt idx="12072">
                  <c:v>54442</c:v>
                </c:pt>
                <c:pt idx="12073">
                  <c:v>54443</c:v>
                </c:pt>
                <c:pt idx="12074">
                  <c:v>54444</c:v>
                </c:pt>
                <c:pt idx="12075">
                  <c:v>54445</c:v>
                </c:pt>
                <c:pt idx="12076">
                  <c:v>54446</c:v>
                </c:pt>
                <c:pt idx="12077">
                  <c:v>54447</c:v>
                </c:pt>
                <c:pt idx="12078">
                  <c:v>54448</c:v>
                </c:pt>
                <c:pt idx="12079">
                  <c:v>54449</c:v>
                </c:pt>
                <c:pt idx="12080">
                  <c:v>54450</c:v>
                </c:pt>
                <c:pt idx="12081">
                  <c:v>54451</c:v>
                </c:pt>
                <c:pt idx="12082">
                  <c:v>54452</c:v>
                </c:pt>
                <c:pt idx="12083">
                  <c:v>54453</c:v>
                </c:pt>
                <c:pt idx="12084">
                  <c:v>54454</c:v>
                </c:pt>
                <c:pt idx="12085">
                  <c:v>54455</c:v>
                </c:pt>
                <c:pt idx="12086">
                  <c:v>54456</c:v>
                </c:pt>
                <c:pt idx="12087">
                  <c:v>54457</c:v>
                </c:pt>
                <c:pt idx="12088">
                  <c:v>54458</c:v>
                </c:pt>
                <c:pt idx="12089">
                  <c:v>54459</c:v>
                </c:pt>
                <c:pt idx="12090">
                  <c:v>54460</c:v>
                </c:pt>
                <c:pt idx="12091">
                  <c:v>54461</c:v>
                </c:pt>
                <c:pt idx="12092">
                  <c:v>54462</c:v>
                </c:pt>
                <c:pt idx="12093">
                  <c:v>54463</c:v>
                </c:pt>
                <c:pt idx="12094">
                  <c:v>54464</c:v>
                </c:pt>
                <c:pt idx="12095">
                  <c:v>54465</c:v>
                </c:pt>
                <c:pt idx="12096">
                  <c:v>54466</c:v>
                </c:pt>
                <c:pt idx="12097">
                  <c:v>54467</c:v>
                </c:pt>
                <c:pt idx="12098">
                  <c:v>54468</c:v>
                </c:pt>
                <c:pt idx="12099">
                  <c:v>54469</c:v>
                </c:pt>
                <c:pt idx="12100">
                  <c:v>54470</c:v>
                </c:pt>
                <c:pt idx="12101">
                  <c:v>54471</c:v>
                </c:pt>
                <c:pt idx="12102">
                  <c:v>54472</c:v>
                </c:pt>
                <c:pt idx="12103">
                  <c:v>54473</c:v>
                </c:pt>
                <c:pt idx="12104">
                  <c:v>54474</c:v>
                </c:pt>
                <c:pt idx="12105">
                  <c:v>54475</c:v>
                </c:pt>
                <c:pt idx="12106">
                  <c:v>54476</c:v>
                </c:pt>
                <c:pt idx="12107">
                  <c:v>54477</c:v>
                </c:pt>
                <c:pt idx="12108">
                  <c:v>54478</c:v>
                </c:pt>
                <c:pt idx="12109">
                  <c:v>54479</c:v>
                </c:pt>
                <c:pt idx="12110">
                  <c:v>54480</c:v>
                </c:pt>
                <c:pt idx="12111">
                  <c:v>54481</c:v>
                </c:pt>
                <c:pt idx="12112">
                  <c:v>54482</c:v>
                </c:pt>
                <c:pt idx="12113">
                  <c:v>54483</c:v>
                </c:pt>
                <c:pt idx="12114">
                  <c:v>54484</c:v>
                </c:pt>
                <c:pt idx="12115">
                  <c:v>54485</c:v>
                </c:pt>
                <c:pt idx="12116">
                  <c:v>54486</c:v>
                </c:pt>
                <c:pt idx="12117">
                  <c:v>54487</c:v>
                </c:pt>
                <c:pt idx="12118">
                  <c:v>54488</c:v>
                </c:pt>
                <c:pt idx="12119">
                  <c:v>54489</c:v>
                </c:pt>
                <c:pt idx="12120">
                  <c:v>54490</c:v>
                </c:pt>
                <c:pt idx="12121">
                  <c:v>54491</c:v>
                </c:pt>
                <c:pt idx="12122">
                  <c:v>54492</c:v>
                </c:pt>
                <c:pt idx="12123">
                  <c:v>54493</c:v>
                </c:pt>
                <c:pt idx="12124">
                  <c:v>54494</c:v>
                </c:pt>
                <c:pt idx="12125">
                  <c:v>54495</c:v>
                </c:pt>
                <c:pt idx="12126">
                  <c:v>54496</c:v>
                </c:pt>
                <c:pt idx="12127">
                  <c:v>54497</c:v>
                </c:pt>
                <c:pt idx="12128">
                  <c:v>54498</c:v>
                </c:pt>
                <c:pt idx="12129">
                  <c:v>54499</c:v>
                </c:pt>
                <c:pt idx="12130">
                  <c:v>54500</c:v>
                </c:pt>
                <c:pt idx="12131">
                  <c:v>54501</c:v>
                </c:pt>
                <c:pt idx="12132">
                  <c:v>54502</c:v>
                </c:pt>
                <c:pt idx="12133">
                  <c:v>54503</c:v>
                </c:pt>
                <c:pt idx="12134">
                  <c:v>54504</c:v>
                </c:pt>
                <c:pt idx="12135">
                  <c:v>54505</c:v>
                </c:pt>
                <c:pt idx="12136">
                  <c:v>54506</c:v>
                </c:pt>
                <c:pt idx="12137">
                  <c:v>54507</c:v>
                </c:pt>
                <c:pt idx="12138">
                  <c:v>54508</c:v>
                </c:pt>
                <c:pt idx="12139">
                  <c:v>54509</c:v>
                </c:pt>
                <c:pt idx="12140">
                  <c:v>54510</c:v>
                </c:pt>
                <c:pt idx="12141">
                  <c:v>54511</c:v>
                </c:pt>
                <c:pt idx="12142">
                  <c:v>54512</c:v>
                </c:pt>
                <c:pt idx="12143">
                  <c:v>54513</c:v>
                </c:pt>
                <c:pt idx="12144">
                  <c:v>54514</c:v>
                </c:pt>
                <c:pt idx="12145">
                  <c:v>54515</c:v>
                </c:pt>
                <c:pt idx="12146">
                  <c:v>54516</c:v>
                </c:pt>
                <c:pt idx="12147">
                  <c:v>54517</c:v>
                </c:pt>
                <c:pt idx="12148">
                  <c:v>54518</c:v>
                </c:pt>
                <c:pt idx="12149">
                  <c:v>54519</c:v>
                </c:pt>
                <c:pt idx="12150">
                  <c:v>54520</c:v>
                </c:pt>
                <c:pt idx="12151">
                  <c:v>54521</c:v>
                </c:pt>
                <c:pt idx="12152">
                  <c:v>54522</c:v>
                </c:pt>
                <c:pt idx="12153">
                  <c:v>54523</c:v>
                </c:pt>
                <c:pt idx="12154">
                  <c:v>54524</c:v>
                </c:pt>
                <c:pt idx="12155">
                  <c:v>54525</c:v>
                </c:pt>
                <c:pt idx="12156">
                  <c:v>54526</c:v>
                </c:pt>
                <c:pt idx="12157">
                  <c:v>54527</c:v>
                </c:pt>
                <c:pt idx="12158">
                  <c:v>54528</c:v>
                </c:pt>
                <c:pt idx="12159">
                  <c:v>54529</c:v>
                </c:pt>
                <c:pt idx="12160">
                  <c:v>54530</c:v>
                </c:pt>
                <c:pt idx="12161">
                  <c:v>54531</c:v>
                </c:pt>
                <c:pt idx="12162">
                  <c:v>54532</c:v>
                </c:pt>
                <c:pt idx="12163">
                  <c:v>54533</c:v>
                </c:pt>
                <c:pt idx="12164">
                  <c:v>54534</c:v>
                </c:pt>
                <c:pt idx="12165">
                  <c:v>54535</c:v>
                </c:pt>
                <c:pt idx="12166">
                  <c:v>54536</c:v>
                </c:pt>
                <c:pt idx="12167">
                  <c:v>54537</c:v>
                </c:pt>
                <c:pt idx="12168">
                  <c:v>54538</c:v>
                </c:pt>
                <c:pt idx="12169">
                  <c:v>54539</c:v>
                </c:pt>
                <c:pt idx="12170">
                  <c:v>54540</c:v>
                </c:pt>
                <c:pt idx="12171">
                  <c:v>54541</c:v>
                </c:pt>
                <c:pt idx="12172">
                  <c:v>54542</c:v>
                </c:pt>
                <c:pt idx="12173">
                  <c:v>54543</c:v>
                </c:pt>
                <c:pt idx="12174">
                  <c:v>54544</c:v>
                </c:pt>
                <c:pt idx="12175">
                  <c:v>54545</c:v>
                </c:pt>
                <c:pt idx="12176">
                  <c:v>54546</c:v>
                </c:pt>
                <c:pt idx="12177">
                  <c:v>54547</c:v>
                </c:pt>
                <c:pt idx="12178">
                  <c:v>54548</c:v>
                </c:pt>
                <c:pt idx="12179">
                  <c:v>54549</c:v>
                </c:pt>
                <c:pt idx="12180">
                  <c:v>54550</c:v>
                </c:pt>
                <c:pt idx="12181">
                  <c:v>54551</c:v>
                </c:pt>
                <c:pt idx="12182">
                  <c:v>54552</c:v>
                </c:pt>
                <c:pt idx="12183">
                  <c:v>54553</c:v>
                </c:pt>
                <c:pt idx="12184">
                  <c:v>54554</c:v>
                </c:pt>
                <c:pt idx="12185">
                  <c:v>54555</c:v>
                </c:pt>
                <c:pt idx="12186">
                  <c:v>54556</c:v>
                </c:pt>
                <c:pt idx="12187">
                  <c:v>54557</c:v>
                </c:pt>
                <c:pt idx="12188">
                  <c:v>54558</c:v>
                </c:pt>
                <c:pt idx="12189">
                  <c:v>54559</c:v>
                </c:pt>
                <c:pt idx="12190">
                  <c:v>54560</c:v>
                </c:pt>
                <c:pt idx="12191">
                  <c:v>54561</c:v>
                </c:pt>
                <c:pt idx="12192">
                  <c:v>54562</c:v>
                </c:pt>
                <c:pt idx="12193">
                  <c:v>54563</c:v>
                </c:pt>
                <c:pt idx="12194">
                  <c:v>54564</c:v>
                </c:pt>
                <c:pt idx="12195">
                  <c:v>54565</c:v>
                </c:pt>
                <c:pt idx="12196">
                  <c:v>54566</c:v>
                </c:pt>
                <c:pt idx="12197">
                  <c:v>54567</c:v>
                </c:pt>
                <c:pt idx="12198">
                  <c:v>54568</c:v>
                </c:pt>
                <c:pt idx="12199">
                  <c:v>54569</c:v>
                </c:pt>
                <c:pt idx="12200">
                  <c:v>54570</c:v>
                </c:pt>
                <c:pt idx="12201">
                  <c:v>54571</c:v>
                </c:pt>
                <c:pt idx="12202">
                  <c:v>54572</c:v>
                </c:pt>
                <c:pt idx="12203">
                  <c:v>54573</c:v>
                </c:pt>
                <c:pt idx="12204">
                  <c:v>54574</c:v>
                </c:pt>
                <c:pt idx="12205">
                  <c:v>54575</c:v>
                </c:pt>
                <c:pt idx="12206">
                  <c:v>54576</c:v>
                </c:pt>
                <c:pt idx="12207">
                  <c:v>54577</c:v>
                </c:pt>
                <c:pt idx="12208">
                  <c:v>54578</c:v>
                </c:pt>
                <c:pt idx="12209">
                  <c:v>54579</c:v>
                </c:pt>
                <c:pt idx="12210">
                  <c:v>54580</c:v>
                </c:pt>
                <c:pt idx="12211">
                  <c:v>54581</c:v>
                </c:pt>
                <c:pt idx="12212">
                  <c:v>54582</c:v>
                </c:pt>
                <c:pt idx="12213">
                  <c:v>54583</c:v>
                </c:pt>
                <c:pt idx="12214">
                  <c:v>54584</c:v>
                </c:pt>
                <c:pt idx="12215">
                  <c:v>54585</c:v>
                </c:pt>
                <c:pt idx="12216">
                  <c:v>54586</c:v>
                </c:pt>
                <c:pt idx="12217">
                  <c:v>54587</c:v>
                </c:pt>
                <c:pt idx="12218">
                  <c:v>54588</c:v>
                </c:pt>
                <c:pt idx="12219">
                  <c:v>54589</c:v>
                </c:pt>
                <c:pt idx="12220">
                  <c:v>54590</c:v>
                </c:pt>
                <c:pt idx="12221">
                  <c:v>54591</c:v>
                </c:pt>
                <c:pt idx="12222">
                  <c:v>54592</c:v>
                </c:pt>
                <c:pt idx="12223">
                  <c:v>54593</c:v>
                </c:pt>
                <c:pt idx="12224">
                  <c:v>54594</c:v>
                </c:pt>
                <c:pt idx="12225">
                  <c:v>54595</c:v>
                </c:pt>
                <c:pt idx="12226">
                  <c:v>54596</c:v>
                </c:pt>
                <c:pt idx="12227">
                  <c:v>54597</c:v>
                </c:pt>
                <c:pt idx="12228">
                  <c:v>54598</c:v>
                </c:pt>
                <c:pt idx="12229">
                  <c:v>54599</c:v>
                </c:pt>
                <c:pt idx="12230">
                  <c:v>54600</c:v>
                </c:pt>
                <c:pt idx="12231">
                  <c:v>54601</c:v>
                </c:pt>
                <c:pt idx="12232">
                  <c:v>54602</c:v>
                </c:pt>
                <c:pt idx="12233">
                  <c:v>54603</c:v>
                </c:pt>
                <c:pt idx="12234">
                  <c:v>54604</c:v>
                </c:pt>
                <c:pt idx="12235">
                  <c:v>54605</c:v>
                </c:pt>
                <c:pt idx="12236">
                  <c:v>54606</c:v>
                </c:pt>
                <c:pt idx="12237">
                  <c:v>54607</c:v>
                </c:pt>
                <c:pt idx="12238">
                  <c:v>54608</c:v>
                </c:pt>
                <c:pt idx="12239">
                  <c:v>54609</c:v>
                </c:pt>
                <c:pt idx="12240">
                  <c:v>54610</c:v>
                </c:pt>
                <c:pt idx="12241">
                  <c:v>54611</c:v>
                </c:pt>
                <c:pt idx="12242">
                  <c:v>54612</c:v>
                </c:pt>
                <c:pt idx="12243">
                  <c:v>54613</c:v>
                </c:pt>
                <c:pt idx="12244">
                  <c:v>54614</c:v>
                </c:pt>
                <c:pt idx="12245">
                  <c:v>54615</c:v>
                </c:pt>
                <c:pt idx="12246">
                  <c:v>54616</c:v>
                </c:pt>
                <c:pt idx="12247">
                  <c:v>54617</c:v>
                </c:pt>
                <c:pt idx="12248">
                  <c:v>54618</c:v>
                </c:pt>
                <c:pt idx="12249">
                  <c:v>54619</c:v>
                </c:pt>
                <c:pt idx="12250">
                  <c:v>54620</c:v>
                </c:pt>
                <c:pt idx="12251">
                  <c:v>54621</c:v>
                </c:pt>
                <c:pt idx="12252">
                  <c:v>54622</c:v>
                </c:pt>
                <c:pt idx="12253">
                  <c:v>54623</c:v>
                </c:pt>
                <c:pt idx="12254">
                  <c:v>54624</c:v>
                </c:pt>
                <c:pt idx="12255">
                  <c:v>54625</c:v>
                </c:pt>
                <c:pt idx="12256">
                  <c:v>54626</c:v>
                </c:pt>
                <c:pt idx="12257">
                  <c:v>54627</c:v>
                </c:pt>
                <c:pt idx="12258">
                  <c:v>54628</c:v>
                </c:pt>
                <c:pt idx="12259">
                  <c:v>54629</c:v>
                </c:pt>
                <c:pt idx="12260">
                  <c:v>54630</c:v>
                </c:pt>
                <c:pt idx="12261">
                  <c:v>54631</c:v>
                </c:pt>
                <c:pt idx="12262">
                  <c:v>54632</c:v>
                </c:pt>
                <c:pt idx="12263">
                  <c:v>54633</c:v>
                </c:pt>
                <c:pt idx="12264">
                  <c:v>54634</c:v>
                </c:pt>
                <c:pt idx="12265">
                  <c:v>54635</c:v>
                </c:pt>
                <c:pt idx="12266">
                  <c:v>54636</c:v>
                </c:pt>
                <c:pt idx="12267">
                  <c:v>54637</c:v>
                </c:pt>
                <c:pt idx="12268">
                  <c:v>54638</c:v>
                </c:pt>
                <c:pt idx="12269">
                  <c:v>54639</c:v>
                </c:pt>
                <c:pt idx="12270">
                  <c:v>54640</c:v>
                </c:pt>
                <c:pt idx="12271">
                  <c:v>54641</c:v>
                </c:pt>
                <c:pt idx="12272">
                  <c:v>54642</c:v>
                </c:pt>
                <c:pt idx="12273">
                  <c:v>54643</c:v>
                </c:pt>
                <c:pt idx="12274">
                  <c:v>54644</c:v>
                </c:pt>
                <c:pt idx="12275">
                  <c:v>54645</c:v>
                </c:pt>
                <c:pt idx="12276">
                  <c:v>54646</c:v>
                </c:pt>
                <c:pt idx="12277">
                  <c:v>54647</c:v>
                </c:pt>
                <c:pt idx="12278">
                  <c:v>54648</c:v>
                </c:pt>
                <c:pt idx="12279">
                  <c:v>54649</c:v>
                </c:pt>
                <c:pt idx="12280">
                  <c:v>54650</c:v>
                </c:pt>
                <c:pt idx="12281">
                  <c:v>54651</c:v>
                </c:pt>
                <c:pt idx="12282">
                  <c:v>54652</c:v>
                </c:pt>
                <c:pt idx="12283">
                  <c:v>54653</c:v>
                </c:pt>
                <c:pt idx="12284">
                  <c:v>54654</c:v>
                </c:pt>
                <c:pt idx="12285">
                  <c:v>54655</c:v>
                </c:pt>
                <c:pt idx="12286">
                  <c:v>54656</c:v>
                </c:pt>
                <c:pt idx="12287">
                  <c:v>54657</c:v>
                </c:pt>
                <c:pt idx="12288">
                  <c:v>54658</c:v>
                </c:pt>
                <c:pt idx="12289">
                  <c:v>54659</c:v>
                </c:pt>
                <c:pt idx="12290">
                  <c:v>54660</c:v>
                </c:pt>
                <c:pt idx="12291">
                  <c:v>54661</c:v>
                </c:pt>
                <c:pt idx="12292">
                  <c:v>54662</c:v>
                </c:pt>
                <c:pt idx="12293">
                  <c:v>54663</c:v>
                </c:pt>
                <c:pt idx="12294">
                  <c:v>54664</c:v>
                </c:pt>
                <c:pt idx="12295">
                  <c:v>54665</c:v>
                </c:pt>
                <c:pt idx="12296">
                  <c:v>54666</c:v>
                </c:pt>
                <c:pt idx="12297">
                  <c:v>54667</c:v>
                </c:pt>
                <c:pt idx="12298">
                  <c:v>54668</c:v>
                </c:pt>
                <c:pt idx="12299">
                  <c:v>54669</c:v>
                </c:pt>
                <c:pt idx="12300">
                  <c:v>54670</c:v>
                </c:pt>
                <c:pt idx="12301">
                  <c:v>54671</c:v>
                </c:pt>
                <c:pt idx="12302">
                  <c:v>54672</c:v>
                </c:pt>
                <c:pt idx="12303">
                  <c:v>54673</c:v>
                </c:pt>
                <c:pt idx="12304">
                  <c:v>54674</c:v>
                </c:pt>
                <c:pt idx="12305">
                  <c:v>54675</c:v>
                </c:pt>
                <c:pt idx="12306">
                  <c:v>54676</c:v>
                </c:pt>
                <c:pt idx="12307">
                  <c:v>54677</c:v>
                </c:pt>
                <c:pt idx="12308">
                  <c:v>54678</c:v>
                </c:pt>
                <c:pt idx="12309">
                  <c:v>54679</c:v>
                </c:pt>
                <c:pt idx="12310">
                  <c:v>54680</c:v>
                </c:pt>
                <c:pt idx="12311">
                  <c:v>54681</c:v>
                </c:pt>
                <c:pt idx="12312">
                  <c:v>54682</c:v>
                </c:pt>
                <c:pt idx="12313">
                  <c:v>54683</c:v>
                </c:pt>
                <c:pt idx="12314">
                  <c:v>54684</c:v>
                </c:pt>
                <c:pt idx="12315">
                  <c:v>54685</c:v>
                </c:pt>
                <c:pt idx="12316">
                  <c:v>54686</c:v>
                </c:pt>
                <c:pt idx="12317">
                  <c:v>54687</c:v>
                </c:pt>
                <c:pt idx="12318">
                  <c:v>54688</c:v>
                </c:pt>
                <c:pt idx="12319">
                  <c:v>54689</c:v>
                </c:pt>
                <c:pt idx="12320">
                  <c:v>54690</c:v>
                </c:pt>
                <c:pt idx="12321">
                  <c:v>54691</c:v>
                </c:pt>
                <c:pt idx="12322">
                  <c:v>54692</c:v>
                </c:pt>
                <c:pt idx="12323">
                  <c:v>54693</c:v>
                </c:pt>
                <c:pt idx="12324">
                  <c:v>54694</c:v>
                </c:pt>
                <c:pt idx="12325">
                  <c:v>54695</c:v>
                </c:pt>
                <c:pt idx="12326">
                  <c:v>54696</c:v>
                </c:pt>
                <c:pt idx="12327">
                  <c:v>54697</c:v>
                </c:pt>
                <c:pt idx="12328">
                  <c:v>54698</c:v>
                </c:pt>
                <c:pt idx="12329">
                  <c:v>54699</c:v>
                </c:pt>
                <c:pt idx="12330">
                  <c:v>54700</c:v>
                </c:pt>
                <c:pt idx="12331">
                  <c:v>54701</c:v>
                </c:pt>
                <c:pt idx="12332">
                  <c:v>54702</c:v>
                </c:pt>
                <c:pt idx="12333">
                  <c:v>54703</c:v>
                </c:pt>
                <c:pt idx="12334">
                  <c:v>54704</c:v>
                </c:pt>
                <c:pt idx="12335">
                  <c:v>54705</c:v>
                </c:pt>
                <c:pt idx="12336">
                  <c:v>54706</c:v>
                </c:pt>
                <c:pt idx="12337">
                  <c:v>54707</c:v>
                </c:pt>
                <c:pt idx="12338">
                  <c:v>54708</c:v>
                </c:pt>
                <c:pt idx="12339">
                  <c:v>54709</c:v>
                </c:pt>
                <c:pt idx="12340">
                  <c:v>54710</c:v>
                </c:pt>
                <c:pt idx="12341">
                  <c:v>54711</c:v>
                </c:pt>
                <c:pt idx="12342">
                  <c:v>54712</c:v>
                </c:pt>
                <c:pt idx="12343">
                  <c:v>54713</c:v>
                </c:pt>
                <c:pt idx="12344">
                  <c:v>54714</c:v>
                </c:pt>
                <c:pt idx="12345">
                  <c:v>54715</c:v>
                </c:pt>
                <c:pt idx="12346">
                  <c:v>54716</c:v>
                </c:pt>
                <c:pt idx="12347">
                  <c:v>54717</c:v>
                </c:pt>
                <c:pt idx="12348">
                  <c:v>54718</c:v>
                </c:pt>
                <c:pt idx="12349">
                  <c:v>54719</c:v>
                </c:pt>
                <c:pt idx="12350">
                  <c:v>54720</c:v>
                </c:pt>
                <c:pt idx="12351">
                  <c:v>54721</c:v>
                </c:pt>
                <c:pt idx="12352">
                  <c:v>54722</c:v>
                </c:pt>
                <c:pt idx="12353">
                  <c:v>54723</c:v>
                </c:pt>
                <c:pt idx="12354">
                  <c:v>54724</c:v>
                </c:pt>
                <c:pt idx="12355">
                  <c:v>54725</c:v>
                </c:pt>
                <c:pt idx="12356">
                  <c:v>54726</c:v>
                </c:pt>
                <c:pt idx="12357">
                  <c:v>54727</c:v>
                </c:pt>
                <c:pt idx="12358">
                  <c:v>54728</c:v>
                </c:pt>
                <c:pt idx="12359">
                  <c:v>54729</c:v>
                </c:pt>
                <c:pt idx="12360">
                  <c:v>54730</c:v>
                </c:pt>
                <c:pt idx="12361">
                  <c:v>54731</c:v>
                </c:pt>
                <c:pt idx="12362">
                  <c:v>54732</c:v>
                </c:pt>
                <c:pt idx="12363">
                  <c:v>54733</c:v>
                </c:pt>
                <c:pt idx="12364">
                  <c:v>54734</c:v>
                </c:pt>
                <c:pt idx="12365">
                  <c:v>54735</c:v>
                </c:pt>
                <c:pt idx="12366">
                  <c:v>54736</c:v>
                </c:pt>
                <c:pt idx="12367">
                  <c:v>54737</c:v>
                </c:pt>
                <c:pt idx="12368">
                  <c:v>54738</c:v>
                </c:pt>
                <c:pt idx="12369">
                  <c:v>54739</c:v>
                </c:pt>
                <c:pt idx="12370">
                  <c:v>54740</c:v>
                </c:pt>
                <c:pt idx="12371">
                  <c:v>54741</c:v>
                </c:pt>
                <c:pt idx="12372">
                  <c:v>54742</c:v>
                </c:pt>
                <c:pt idx="12373">
                  <c:v>54743</c:v>
                </c:pt>
                <c:pt idx="12374">
                  <c:v>54744</c:v>
                </c:pt>
                <c:pt idx="12375">
                  <c:v>54745</c:v>
                </c:pt>
                <c:pt idx="12376">
                  <c:v>54746</c:v>
                </c:pt>
                <c:pt idx="12377">
                  <c:v>54747</c:v>
                </c:pt>
                <c:pt idx="12378">
                  <c:v>54748</c:v>
                </c:pt>
                <c:pt idx="12379">
                  <c:v>54749</c:v>
                </c:pt>
                <c:pt idx="12380">
                  <c:v>54750</c:v>
                </c:pt>
                <c:pt idx="12381">
                  <c:v>54751</c:v>
                </c:pt>
                <c:pt idx="12382">
                  <c:v>54752</c:v>
                </c:pt>
                <c:pt idx="12383">
                  <c:v>54753</c:v>
                </c:pt>
                <c:pt idx="12384">
                  <c:v>54754</c:v>
                </c:pt>
                <c:pt idx="12385">
                  <c:v>54755</c:v>
                </c:pt>
                <c:pt idx="12386">
                  <c:v>54756</c:v>
                </c:pt>
                <c:pt idx="12387">
                  <c:v>54757</c:v>
                </c:pt>
                <c:pt idx="12388">
                  <c:v>54758</c:v>
                </c:pt>
                <c:pt idx="12389">
                  <c:v>54759</c:v>
                </c:pt>
                <c:pt idx="12390">
                  <c:v>54760</c:v>
                </c:pt>
                <c:pt idx="12391">
                  <c:v>54761</c:v>
                </c:pt>
                <c:pt idx="12392">
                  <c:v>54762</c:v>
                </c:pt>
                <c:pt idx="12393">
                  <c:v>54763</c:v>
                </c:pt>
                <c:pt idx="12394">
                  <c:v>54764</c:v>
                </c:pt>
                <c:pt idx="12395">
                  <c:v>54765</c:v>
                </c:pt>
                <c:pt idx="12396">
                  <c:v>54766</c:v>
                </c:pt>
                <c:pt idx="12397">
                  <c:v>54767</c:v>
                </c:pt>
                <c:pt idx="12398">
                  <c:v>54768</c:v>
                </c:pt>
                <c:pt idx="12399">
                  <c:v>54769</c:v>
                </c:pt>
                <c:pt idx="12400">
                  <c:v>54770</c:v>
                </c:pt>
                <c:pt idx="12401">
                  <c:v>54771</c:v>
                </c:pt>
                <c:pt idx="12402">
                  <c:v>54772</c:v>
                </c:pt>
                <c:pt idx="12403">
                  <c:v>54773</c:v>
                </c:pt>
                <c:pt idx="12404">
                  <c:v>54774</c:v>
                </c:pt>
                <c:pt idx="12405">
                  <c:v>54775</c:v>
                </c:pt>
                <c:pt idx="12406">
                  <c:v>54776</c:v>
                </c:pt>
                <c:pt idx="12407">
                  <c:v>54777</c:v>
                </c:pt>
                <c:pt idx="12408">
                  <c:v>54778</c:v>
                </c:pt>
                <c:pt idx="12409">
                  <c:v>54779</c:v>
                </c:pt>
                <c:pt idx="12410">
                  <c:v>54780</c:v>
                </c:pt>
                <c:pt idx="12411">
                  <c:v>54781</c:v>
                </c:pt>
                <c:pt idx="12412">
                  <c:v>54782</c:v>
                </c:pt>
                <c:pt idx="12413">
                  <c:v>54783</c:v>
                </c:pt>
                <c:pt idx="12414">
                  <c:v>54784</c:v>
                </c:pt>
                <c:pt idx="12415">
                  <c:v>54785</c:v>
                </c:pt>
                <c:pt idx="12416">
                  <c:v>54786</c:v>
                </c:pt>
                <c:pt idx="12417">
                  <c:v>54787</c:v>
                </c:pt>
                <c:pt idx="12418">
                  <c:v>54788</c:v>
                </c:pt>
                <c:pt idx="12419">
                  <c:v>54789</c:v>
                </c:pt>
                <c:pt idx="12420">
                  <c:v>54790</c:v>
                </c:pt>
                <c:pt idx="12421">
                  <c:v>54791</c:v>
                </c:pt>
                <c:pt idx="12422">
                  <c:v>54792</c:v>
                </c:pt>
                <c:pt idx="12423">
                  <c:v>54793</c:v>
                </c:pt>
                <c:pt idx="12424">
                  <c:v>54794</c:v>
                </c:pt>
                <c:pt idx="12425">
                  <c:v>54795</c:v>
                </c:pt>
                <c:pt idx="12426">
                  <c:v>54796</c:v>
                </c:pt>
                <c:pt idx="12427">
                  <c:v>54797</c:v>
                </c:pt>
                <c:pt idx="12428">
                  <c:v>54798</c:v>
                </c:pt>
                <c:pt idx="12429">
                  <c:v>54799</c:v>
                </c:pt>
                <c:pt idx="12430">
                  <c:v>54800</c:v>
                </c:pt>
                <c:pt idx="12431">
                  <c:v>54801</c:v>
                </c:pt>
                <c:pt idx="12432">
                  <c:v>54802</c:v>
                </c:pt>
                <c:pt idx="12433">
                  <c:v>54803</c:v>
                </c:pt>
                <c:pt idx="12434">
                  <c:v>54804</c:v>
                </c:pt>
                <c:pt idx="12435">
                  <c:v>54805</c:v>
                </c:pt>
                <c:pt idx="12436">
                  <c:v>54806</c:v>
                </c:pt>
                <c:pt idx="12437">
                  <c:v>54807</c:v>
                </c:pt>
                <c:pt idx="12438">
                  <c:v>54808</c:v>
                </c:pt>
                <c:pt idx="12439">
                  <c:v>54809</c:v>
                </c:pt>
                <c:pt idx="12440">
                  <c:v>54810</c:v>
                </c:pt>
                <c:pt idx="12441">
                  <c:v>54811</c:v>
                </c:pt>
                <c:pt idx="12442">
                  <c:v>54812</c:v>
                </c:pt>
                <c:pt idx="12443">
                  <c:v>54813</c:v>
                </c:pt>
                <c:pt idx="12444">
                  <c:v>54814</c:v>
                </c:pt>
                <c:pt idx="12445">
                  <c:v>54815</c:v>
                </c:pt>
                <c:pt idx="12446">
                  <c:v>54816</c:v>
                </c:pt>
                <c:pt idx="12447">
                  <c:v>54817</c:v>
                </c:pt>
                <c:pt idx="12448">
                  <c:v>54818</c:v>
                </c:pt>
                <c:pt idx="12449">
                  <c:v>54819</c:v>
                </c:pt>
                <c:pt idx="12450">
                  <c:v>54820</c:v>
                </c:pt>
                <c:pt idx="12451">
                  <c:v>54821</c:v>
                </c:pt>
                <c:pt idx="12452">
                  <c:v>54822</c:v>
                </c:pt>
                <c:pt idx="12453">
                  <c:v>54823</c:v>
                </c:pt>
                <c:pt idx="12454">
                  <c:v>54824</c:v>
                </c:pt>
                <c:pt idx="12455">
                  <c:v>54825</c:v>
                </c:pt>
                <c:pt idx="12456">
                  <c:v>54826</c:v>
                </c:pt>
                <c:pt idx="12457">
                  <c:v>54827</c:v>
                </c:pt>
                <c:pt idx="12458">
                  <c:v>54828</c:v>
                </c:pt>
                <c:pt idx="12459">
                  <c:v>54829</c:v>
                </c:pt>
                <c:pt idx="12460">
                  <c:v>54830</c:v>
                </c:pt>
                <c:pt idx="12461">
                  <c:v>54831</c:v>
                </c:pt>
                <c:pt idx="12462">
                  <c:v>54832</c:v>
                </c:pt>
                <c:pt idx="12463">
                  <c:v>54833</c:v>
                </c:pt>
                <c:pt idx="12464">
                  <c:v>54834</c:v>
                </c:pt>
                <c:pt idx="12465">
                  <c:v>54835</c:v>
                </c:pt>
                <c:pt idx="12466">
                  <c:v>54836</c:v>
                </c:pt>
                <c:pt idx="12467">
                  <c:v>54837</c:v>
                </c:pt>
                <c:pt idx="12468">
                  <c:v>54838</c:v>
                </c:pt>
                <c:pt idx="12469">
                  <c:v>54839</c:v>
                </c:pt>
                <c:pt idx="12470">
                  <c:v>54840</c:v>
                </c:pt>
                <c:pt idx="12471">
                  <c:v>54841</c:v>
                </c:pt>
                <c:pt idx="12472">
                  <c:v>54842</c:v>
                </c:pt>
                <c:pt idx="12473">
                  <c:v>54843</c:v>
                </c:pt>
                <c:pt idx="12474">
                  <c:v>54844</c:v>
                </c:pt>
                <c:pt idx="12475">
                  <c:v>54845</c:v>
                </c:pt>
                <c:pt idx="12476">
                  <c:v>54846</c:v>
                </c:pt>
                <c:pt idx="12477">
                  <c:v>54847</c:v>
                </c:pt>
                <c:pt idx="12478">
                  <c:v>54848</c:v>
                </c:pt>
                <c:pt idx="12479">
                  <c:v>54849</c:v>
                </c:pt>
                <c:pt idx="12480">
                  <c:v>54850</c:v>
                </c:pt>
                <c:pt idx="12481">
                  <c:v>54851</c:v>
                </c:pt>
                <c:pt idx="12482">
                  <c:v>54852</c:v>
                </c:pt>
                <c:pt idx="12483">
                  <c:v>54853</c:v>
                </c:pt>
                <c:pt idx="12484">
                  <c:v>54854</c:v>
                </c:pt>
                <c:pt idx="12485">
                  <c:v>54855</c:v>
                </c:pt>
                <c:pt idx="12486">
                  <c:v>54856</c:v>
                </c:pt>
                <c:pt idx="12487">
                  <c:v>54857</c:v>
                </c:pt>
                <c:pt idx="12488">
                  <c:v>54858</c:v>
                </c:pt>
                <c:pt idx="12489">
                  <c:v>54859</c:v>
                </c:pt>
                <c:pt idx="12490">
                  <c:v>54860</c:v>
                </c:pt>
                <c:pt idx="12491">
                  <c:v>54861</c:v>
                </c:pt>
                <c:pt idx="12492">
                  <c:v>54862</c:v>
                </c:pt>
                <c:pt idx="12493">
                  <c:v>54863</c:v>
                </c:pt>
                <c:pt idx="12494">
                  <c:v>54864</c:v>
                </c:pt>
                <c:pt idx="12495">
                  <c:v>54865</c:v>
                </c:pt>
                <c:pt idx="12496">
                  <c:v>54866</c:v>
                </c:pt>
                <c:pt idx="12497">
                  <c:v>54867</c:v>
                </c:pt>
                <c:pt idx="12498">
                  <c:v>54868</c:v>
                </c:pt>
                <c:pt idx="12499">
                  <c:v>54869</c:v>
                </c:pt>
                <c:pt idx="12500">
                  <c:v>54870</c:v>
                </c:pt>
                <c:pt idx="12501">
                  <c:v>54871</c:v>
                </c:pt>
                <c:pt idx="12502">
                  <c:v>54872</c:v>
                </c:pt>
                <c:pt idx="12503">
                  <c:v>54873</c:v>
                </c:pt>
                <c:pt idx="12504">
                  <c:v>54874</c:v>
                </c:pt>
                <c:pt idx="12505">
                  <c:v>54875</c:v>
                </c:pt>
                <c:pt idx="12506">
                  <c:v>54876</c:v>
                </c:pt>
                <c:pt idx="12507">
                  <c:v>54877</c:v>
                </c:pt>
                <c:pt idx="12508">
                  <c:v>54878</c:v>
                </c:pt>
                <c:pt idx="12509">
                  <c:v>54879</c:v>
                </c:pt>
                <c:pt idx="12510">
                  <c:v>54880</c:v>
                </c:pt>
                <c:pt idx="12511">
                  <c:v>54881</c:v>
                </c:pt>
                <c:pt idx="12512">
                  <c:v>54882</c:v>
                </c:pt>
                <c:pt idx="12513">
                  <c:v>54883</c:v>
                </c:pt>
                <c:pt idx="12514">
                  <c:v>54884</c:v>
                </c:pt>
                <c:pt idx="12515">
                  <c:v>54885</c:v>
                </c:pt>
                <c:pt idx="12516">
                  <c:v>54886</c:v>
                </c:pt>
                <c:pt idx="12517">
                  <c:v>54887</c:v>
                </c:pt>
                <c:pt idx="12518">
                  <c:v>54888</c:v>
                </c:pt>
                <c:pt idx="12519">
                  <c:v>54889</c:v>
                </c:pt>
                <c:pt idx="12520">
                  <c:v>54890</c:v>
                </c:pt>
                <c:pt idx="12521">
                  <c:v>54891</c:v>
                </c:pt>
                <c:pt idx="12522">
                  <c:v>54892</c:v>
                </c:pt>
                <c:pt idx="12523">
                  <c:v>54893</c:v>
                </c:pt>
                <c:pt idx="12524">
                  <c:v>54894</c:v>
                </c:pt>
                <c:pt idx="12525">
                  <c:v>54895</c:v>
                </c:pt>
                <c:pt idx="12526">
                  <c:v>54896</c:v>
                </c:pt>
                <c:pt idx="12527">
                  <c:v>54897</c:v>
                </c:pt>
                <c:pt idx="12528">
                  <c:v>54898</c:v>
                </c:pt>
                <c:pt idx="12529">
                  <c:v>54899</c:v>
                </c:pt>
                <c:pt idx="12530">
                  <c:v>54900</c:v>
                </c:pt>
                <c:pt idx="12531">
                  <c:v>54901</c:v>
                </c:pt>
                <c:pt idx="12532">
                  <c:v>54902</c:v>
                </c:pt>
                <c:pt idx="12533">
                  <c:v>54903</c:v>
                </c:pt>
                <c:pt idx="12534">
                  <c:v>54904</c:v>
                </c:pt>
                <c:pt idx="12535">
                  <c:v>54905</c:v>
                </c:pt>
                <c:pt idx="12536">
                  <c:v>54906</c:v>
                </c:pt>
                <c:pt idx="12537">
                  <c:v>54907</c:v>
                </c:pt>
                <c:pt idx="12538">
                  <c:v>54908</c:v>
                </c:pt>
                <c:pt idx="12539">
                  <c:v>54909</c:v>
                </c:pt>
                <c:pt idx="12540">
                  <c:v>54910</c:v>
                </c:pt>
                <c:pt idx="12541">
                  <c:v>54911</c:v>
                </c:pt>
                <c:pt idx="12542">
                  <c:v>54912</c:v>
                </c:pt>
                <c:pt idx="12543">
                  <c:v>54913</c:v>
                </c:pt>
                <c:pt idx="12544">
                  <c:v>54914</c:v>
                </c:pt>
                <c:pt idx="12545">
                  <c:v>54915</c:v>
                </c:pt>
                <c:pt idx="12546">
                  <c:v>54916</c:v>
                </c:pt>
                <c:pt idx="12547">
                  <c:v>54917</c:v>
                </c:pt>
                <c:pt idx="12548">
                  <c:v>54918</c:v>
                </c:pt>
                <c:pt idx="12549">
                  <c:v>54919</c:v>
                </c:pt>
                <c:pt idx="12550">
                  <c:v>54920</c:v>
                </c:pt>
                <c:pt idx="12551">
                  <c:v>54921</c:v>
                </c:pt>
                <c:pt idx="12552">
                  <c:v>54922</c:v>
                </c:pt>
                <c:pt idx="12553">
                  <c:v>54923</c:v>
                </c:pt>
                <c:pt idx="12554">
                  <c:v>54924</c:v>
                </c:pt>
                <c:pt idx="12555">
                  <c:v>54925</c:v>
                </c:pt>
                <c:pt idx="12556">
                  <c:v>54926</c:v>
                </c:pt>
                <c:pt idx="12557">
                  <c:v>54927</c:v>
                </c:pt>
                <c:pt idx="12558">
                  <c:v>54928</c:v>
                </c:pt>
                <c:pt idx="12559">
                  <c:v>54929</c:v>
                </c:pt>
                <c:pt idx="12560">
                  <c:v>54930</c:v>
                </c:pt>
                <c:pt idx="12561">
                  <c:v>54931</c:v>
                </c:pt>
                <c:pt idx="12562">
                  <c:v>54932</c:v>
                </c:pt>
                <c:pt idx="12563">
                  <c:v>54933</c:v>
                </c:pt>
                <c:pt idx="12564">
                  <c:v>54934</c:v>
                </c:pt>
                <c:pt idx="12565">
                  <c:v>54935</c:v>
                </c:pt>
                <c:pt idx="12566">
                  <c:v>54936</c:v>
                </c:pt>
                <c:pt idx="12567">
                  <c:v>54937</c:v>
                </c:pt>
                <c:pt idx="12568">
                  <c:v>54938</c:v>
                </c:pt>
                <c:pt idx="12569">
                  <c:v>54939</c:v>
                </c:pt>
                <c:pt idx="12570">
                  <c:v>54940</c:v>
                </c:pt>
                <c:pt idx="12571">
                  <c:v>54941</c:v>
                </c:pt>
                <c:pt idx="12572">
                  <c:v>54942</c:v>
                </c:pt>
                <c:pt idx="12573">
                  <c:v>54943</c:v>
                </c:pt>
                <c:pt idx="12574">
                  <c:v>54944</c:v>
                </c:pt>
                <c:pt idx="12575">
                  <c:v>54945</c:v>
                </c:pt>
                <c:pt idx="12576">
                  <c:v>54946</c:v>
                </c:pt>
                <c:pt idx="12577">
                  <c:v>54947</c:v>
                </c:pt>
                <c:pt idx="12578">
                  <c:v>54948</c:v>
                </c:pt>
                <c:pt idx="12579">
                  <c:v>54949</c:v>
                </c:pt>
                <c:pt idx="12580">
                  <c:v>54950</c:v>
                </c:pt>
                <c:pt idx="12581">
                  <c:v>54951</c:v>
                </c:pt>
                <c:pt idx="12582">
                  <c:v>54952</c:v>
                </c:pt>
                <c:pt idx="12583">
                  <c:v>54953</c:v>
                </c:pt>
                <c:pt idx="12584">
                  <c:v>54954</c:v>
                </c:pt>
                <c:pt idx="12585">
                  <c:v>54955</c:v>
                </c:pt>
                <c:pt idx="12586">
                  <c:v>54956</c:v>
                </c:pt>
                <c:pt idx="12587">
                  <c:v>54957</c:v>
                </c:pt>
                <c:pt idx="12588">
                  <c:v>54958</c:v>
                </c:pt>
                <c:pt idx="12589">
                  <c:v>54959</c:v>
                </c:pt>
                <c:pt idx="12590">
                  <c:v>54960</c:v>
                </c:pt>
                <c:pt idx="12591">
                  <c:v>54961</c:v>
                </c:pt>
                <c:pt idx="12592">
                  <c:v>54962</c:v>
                </c:pt>
                <c:pt idx="12593">
                  <c:v>54963</c:v>
                </c:pt>
                <c:pt idx="12594">
                  <c:v>54964</c:v>
                </c:pt>
                <c:pt idx="12595">
                  <c:v>54965</c:v>
                </c:pt>
                <c:pt idx="12596">
                  <c:v>54966</c:v>
                </c:pt>
                <c:pt idx="12597">
                  <c:v>54967</c:v>
                </c:pt>
                <c:pt idx="12598">
                  <c:v>54968</c:v>
                </c:pt>
                <c:pt idx="12599">
                  <c:v>54969</c:v>
                </c:pt>
                <c:pt idx="12600">
                  <c:v>54970</c:v>
                </c:pt>
                <c:pt idx="12601">
                  <c:v>54971</c:v>
                </c:pt>
                <c:pt idx="12602">
                  <c:v>54972</c:v>
                </c:pt>
                <c:pt idx="12603">
                  <c:v>54973</c:v>
                </c:pt>
                <c:pt idx="12604">
                  <c:v>54974</c:v>
                </c:pt>
                <c:pt idx="12605">
                  <c:v>54975</c:v>
                </c:pt>
                <c:pt idx="12606">
                  <c:v>54976</c:v>
                </c:pt>
                <c:pt idx="12607">
                  <c:v>54977</c:v>
                </c:pt>
                <c:pt idx="12608">
                  <c:v>54978</c:v>
                </c:pt>
                <c:pt idx="12609">
                  <c:v>54979</c:v>
                </c:pt>
                <c:pt idx="12610">
                  <c:v>54980</c:v>
                </c:pt>
                <c:pt idx="12611">
                  <c:v>54981</c:v>
                </c:pt>
                <c:pt idx="12612">
                  <c:v>54982</c:v>
                </c:pt>
                <c:pt idx="12613">
                  <c:v>54983</c:v>
                </c:pt>
                <c:pt idx="12614">
                  <c:v>54984</c:v>
                </c:pt>
                <c:pt idx="12615">
                  <c:v>54985</c:v>
                </c:pt>
                <c:pt idx="12616">
                  <c:v>54986</c:v>
                </c:pt>
                <c:pt idx="12617">
                  <c:v>54987</c:v>
                </c:pt>
                <c:pt idx="12618">
                  <c:v>54988</c:v>
                </c:pt>
                <c:pt idx="12619">
                  <c:v>54989</c:v>
                </c:pt>
                <c:pt idx="12620">
                  <c:v>54990</c:v>
                </c:pt>
                <c:pt idx="12621">
                  <c:v>54991</c:v>
                </c:pt>
                <c:pt idx="12622">
                  <c:v>54992</c:v>
                </c:pt>
                <c:pt idx="12623">
                  <c:v>54993</c:v>
                </c:pt>
                <c:pt idx="12624">
                  <c:v>54994</c:v>
                </c:pt>
                <c:pt idx="12625">
                  <c:v>54995</c:v>
                </c:pt>
                <c:pt idx="12626">
                  <c:v>54996</c:v>
                </c:pt>
                <c:pt idx="12627">
                  <c:v>54997</c:v>
                </c:pt>
                <c:pt idx="12628">
                  <c:v>54998</c:v>
                </c:pt>
                <c:pt idx="12629">
                  <c:v>54999</c:v>
                </c:pt>
                <c:pt idx="12630">
                  <c:v>55000</c:v>
                </c:pt>
                <c:pt idx="12631">
                  <c:v>55001</c:v>
                </c:pt>
                <c:pt idx="12632">
                  <c:v>55002</c:v>
                </c:pt>
                <c:pt idx="12633">
                  <c:v>55003</c:v>
                </c:pt>
                <c:pt idx="12634">
                  <c:v>55004</c:v>
                </c:pt>
                <c:pt idx="12635">
                  <c:v>55005</c:v>
                </c:pt>
                <c:pt idx="12636">
                  <c:v>55006</c:v>
                </c:pt>
                <c:pt idx="12637">
                  <c:v>55007</c:v>
                </c:pt>
                <c:pt idx="12638">
                  <c:v>55008</c:v>
                </c:pt>
                <c:pt idx="12639">
                  <c:v>55009</c:v>
                </c:pt>
                <c:pt idx="12640">
                  <c:v>55010</c:v>
                </c:pt>
                <c:pt idx="12641">
                  <c:v>55011</c:v>
                </c:pt>
                <c:pt idx="12642">
                  <c:v>55012</c:v>
                </c:pt>
                <c:pt idx="12643">
                  <c:v>55013</c:v>
                </c:pt>
                <c:pt idx="12644">
                  <c:v>55014</c:v>
                </c:pt>
                <c:pt idx="12645">
                  <c:v>55015</c:v>
                </c:pt>
                <c:pt idx="12646">
                  <c:v>55016</c:v>
                </c:pt>
                <c:pt idx="12647">
                  <c:v>55017</c:v>
                </c:pt>
                <c:pt idx="12648">
                  <c:v>55018</c:v>
                </c:pt>
                <c:pt idx="12649">
                  <c:v>55019</c:v>
                </c:pt>
                <c:pt idx="12650">
                  <c:v>55020</c:v>
                </c:pt>
                <c:pt idx="12651">
                  <c:v>55021</c:v>
                </c:pt>
                <c:pt idx="12652">
                  <c:v>55022</c:v>
                </c:pt>
                <c:pt idx="12653">
                  <c:v>55023</c:v>
                </c:pt>
                <c:pt idx="12654">
                  <c:v>55024</c:v>
                </c:pt>
                <c:pt idx="12655">
                  <c:v>55025</c:v>
                </c:pt>
                <c:pt idx="12656">
                  <c:v>55026</c:v>
                </c:pt>
                <c:pt idx="12657">
                  <c:v>55027</c:v>
                </c:pt>
                <c:pt idx="12658">
                  <c:v>55028</c:v>
                </c:pt>
                <c:pt idx="12659">
                  <c:v>55029</c:v>
                </c:pt>
                <c:pt idx="12660">
                  <c:v>55030</c:v>
                </c:pt>
                <c:pt idx="12661">
                  <c:v>55031</c:v>
                </c:pt>
                <c:pt idx="12662">
                  <c:v>55032</c:v>
                </c:pt>
                <c:pt idx="12663">
                  <c:v>55033</c:v>
                </c:pt>
                <c:pt idx="12664">
                  <c:v>55034</c:v>
                </c:pt>
                <c:pt idx="12665">
                  <c:v>55035</c:v>
                </c:pt>
                <c:pt idx="12666">
                  <c:v>55036</c:v>
                </c:pt>
                <c:pt idx="12667">
                  <c:v>55037</c:v>
                </c:pt>
                <c:pt idx="12668">
                  <c:v>55038</c:v>
                </c:pt>
                <c:pt idx="12669">
                  <c:v>55039</c:v>
                </c:pt>
                <c:pt idx="12670">
                  <c:v>55040</c:v>
                </c:pt>
                <c:pt idx="12671">
                  <c:v>55041</c:v>
                </c:pt>
                <c:pt idx="12672">
                  <c:v>55042</c:v>
                </c:pt>
                <c:pt idx="12673">
                  <c:v>55043</c:v>
                </c:pt>
                <c:pt idx="12674">
                  <c:v>55044</c:v>
                </c:pt>
                <c:pt idx="12675">
                  <c:v>55045</c:v>
                </c:pt>
                <c:pt idx="12676">
                  <c:v>55046</c:v>
                </c:pt>
                <c:pt idx="12677">
                  <c:v>55047</c:v>
                </c:pt>
                <c:pt idx="12678">
                  <c:v>55048</c:v>
                </c:pt>
                <c:pt idx="12679">
                  <c:v>55049</c:v>
                </c:pt>
                <c:pt idx="12680">
                  <c:v>55050</c:v>
                </c:pt>
                <c:pt idx="12681">
                  <c:v>55051</c:v>
                </c:pt>
                <c:pt idx="12682">
                  <c:v>55052</c:v>
                </c:pt>
                <c:pt idx="12683">
                  <c:v>55053</c:v>
                </c:pt>
                <c:pt idx="12684">
                  <c:v>55054</c:v>
                </c:pt>
                <c:pt idx="12685">
                  <c:v>55055</c:v>
                </c:pt>
                <c:pt idx="12686">
                  <c:v>55056</c:v>
                </c:pt>
                <c:pt idx="12687">
                  <c:v>55057</c:v>
                </c:pt>
                <c:pt idx="12688">
                  <c:v>55058</c:v>
                </c:pt>
                <c:pt idx="12689">
                  <c:v>55059</c:v>
                </c:pt>
                <c:pt idx="12690">
                  <c:v>55060</c:v>
                </c:pt>
                <c:pt idx="12691">
                  <c:v>55061</c:v>
                </c:pt>
                <c:pt idx="12692">
                  <c:v>55062</c:v>
                </c:pt>
                <c:pt idx="12693">
                  <c:v>55063</c:v>
                </c:pt>
                <c:pt idx="12694">
                  <c:v>55064</c:v>
                </c:pt>
                <c:pt idx="12695">
                  <c:v>55065</c:v>
                </c:pt>
                <c:pt idx="12696">
                  <c:v>55066</c:v>
                </c:pt>
                <c:pt idx="12697">
                  <c:v>55067</c:v>
                </c:pt>
                <c:pt idx="12698">
                  <c:v>55068</c:v>
                </c:pt>
                <c:pt idx="12699">
                  <c:v>55069</c:v>
                </c:pt>
                <c:pt idx="12700">
                  <c:v>55070</c:v>
                </c:pt>
                <c:pt idx="12701">
                  <c:v>55071</c:v>
                </c:pt>
                <c:pt idx="12702">
                  <c:v>55072</c:v>
                </c:pt>
                <c:pt idx="12703">
                  <c:v>55073</c:v>
                </c:pt>
                <c:pt idx="12704">
                  <c:v>55074</c:v>
                </c:pt>
                <c:pt idx="12705">
                  <c:v>55075</c:v>
                </c:pt>
                <c:pt idx="12706">
                  <c:v>55076</c:v>
                </c:pt>
                <c:pt idx="12707">
                  <c:v>55077</c:v>
                </c:pt>
                <c:pt idx="12708">
                  <c:v>55078</c:v>
                </c:pt>
                <c:pt idx="12709">
                  <c:v>55079</c:v>
                </c:pt>
                <c:pt idx="12710">
                  <c:v>55080</c:v>
                </c:pt>
                <c:pt idx="12711">
                  <c:v>55081</c:v>
                </c:pt>
                <c:pt idx="12712">
                  <c:v>55082</c:v>
                </c:pt>
                <c:pt idx="12713">
                  <c:v>55083</c:v>
                </c:pt>
                <c:pt idx="12714">
                  <c:v>55084</c:v>
                </c:pt>
                <c:pt idx="12715">
                  <c:v>55085</c:v>
                </c:pt>
                <c:pt idx="12716">
                  <c:v>55086</c:v>
                </c:pt>
                <c:pt idx="12717">
                  <c:v>55087</c:v>
                </c:pt>
                <c:pt idx="12718">
                  <c:v>55088</c:v>
                </c:pt>
                <c:pt idx="12719">
                  <c:v>55089</c:v>
                </c:pt>
                <c:pt idx="12720">
                  <c:v>55090</c:v>
                </c:pt>
                <c:pt idx="12721">
                  <c:v>55091</c:v>
                </c:pt>
                <c:pt idx="12722">
                  <c:v>55092</c:v>
                </c:pt>
                <c:pt idx="12723">
                  <c:v>55093</c:v>
                </c:pt>
                <c:pt idx="12724">
                  <c:v>55094</c:v>
                </c:pt>
                <c:pt idx="12725">
                  <c:v>55095</c:v>
                </c:pt>
                <c:pt idx="12726">
                  <c:v>55096</c:v>
                </c:pt>
                <c:pt idx="12727">
                  <c:v>55097</c:v>
                </c:pt>
                <c:pt idx="12728">
                  <c:v>55098</c:v>
                </c:pt>
                <c:pt idx="12729">
                  <c:v>55099</c:v>
                </c:pt>
                <c:pt idx="12730">
                  <c:v>55100</c:v>
                </c:pt>
                <c:pt idx="12731">
                  <c:v>55101</c:v>
                </c:pt>
                <c:pt idx="12732">
                  <c:v>55102</c:v>
                </c:pt>
                <c:pt idx="12733">
                  <c:v>55103</c:v>
                </c:pt>
                <c:pt idx="12734">
                  <c:v>55104</c:v>
                </c:pt>
                <c:pt idx="12735">
                  <c:v>55105</c:v>
                </c:pt>
                <c:pt idx="12736">
                  <c:v>55106</c:v>
                </c:pt>
                <c:pt idx="12737">
                  <c:v>55107</c:v>
                </c:pt>
                <c:pt idx="12738">
                  <c:v>55108</c:v>
                </c:pt>
                <c:pt idx="12739">
                  <c:v>55109</c:v>
                </c:pt>
                <c:pt idx="12740">
                  <c:v>55110</c:v>
                </c:pt>
                <c:pt idx="12741">
                  <c:v>55111</c:v>
                </c:pt>
                <c:pt idx="12742">
                  <c:v>55112</c:v>
                </c:pt>
                <c:pt idx="12743">
                  <c:v>55113</c:v>
                </c:pt>
                <c:pt idx="12744">
                  <c:v>55114</c:v>
                </c:pt>
                <c:pt idx="12745">
                  <c:v>55115</c:v>
                </c:pt>
                <c:pt idx="12746">
                  <c:v>55116</c:v>
                </c:pt>
                <c:pt idx="12747">
                  <c:v>55117</c:v>
                </c:pt>
                <c:pt idx="12748">
                  <c:v>55118</c:v>
                </c:pt>
                <c:pt idx="12749">
                  <c:v>55119</c:v>
                </c:pt>
                <c:pt idx="12750">
                  <c:v>55120</c:v>
                </c:pt>
                <c:pt idx="12751">
                  <c:v>55121</c:v>
                </c:pt>
                <c:pt idx="12752">
                  <c:v>55122</c:v>
                </c:pt>
                <c:pt idx="12753">
                  <c:v>55123</c:v>
                </c:pt>
                <c:pt idx="12754">
                  <c:v>55124</c:v>
                </c:pt>
                <c:pt idx="12755">
                  <c:v>55125</c:v>
                </c:pt>
                <c:pt idx="12756">
                  <c:v>55126</c:v>
                </c:pt>
                <c:pt idx="12757">
                  <c:v>55127</c:v>
                </c:pt>
                <c:pt idx="12758">
                  <c:v>55128</c:v>
                </c:pt>
                <c:pt idx="12759">
                  <c:v>55129</c:v>
                </c:pt>
                <c:pt idx="12760">
                  <c:v>55130</c:v>
                </c:pt>
                <c:pt idx="12761">
                  <c:v>55131</c:v>
                </c:pt>
                <c:pt idx="12762">
                  <c:v>55132</c:v>
                </c:pt>
                <c:pt idx="12763">
                  <c:v>55133</c:v>
                </c:pt>
                <c:pt idx="12764">
                  <c:v>55134</c:v>
                </c:pt>
                <c:pt idx="12765">
                  <c:v>55135</c:v>
                </c:pt>
                <c:pt idx="12766">
                  <c:v>55136</c:v>
                </c:pt>
                <c:pt idx="12767">
                  <c:v>55137</c:v>
                </c:pt>
                <c:pt idx="12768">
                  <c:v>55138</c:v>
                </c:pt>
                <c:pt idx="12769">
                  <c:v>55139</c:v>
                </c:pt>
                <c:pt idx="12770">
                  <c:v>55140</c:v>
                </c:pt>
                <c:pt idx="12771">
                  <c:v>55141</c:v>
                </c:pt>
                <c:pt idx="12772">
                  <c:v>55142</c:v>
                </c:pt>
                <c:pt idx="12773">
                  <c:v>55143</c:v>
                </c:pt>
                <c:pt idx="12774">
                  <c:v>55144</c:v>
                </c:pt>
                <c:pt idx="12775">
                  <c:v>55145</c:v>
                </c:pt>
                <c:pt idx="12776">
                  <c:v>55146</c:v>
                </c:pt>
                <c:pt idx="12777">
                  <c:v>55147</c:v>
                </c:pt>
                <c:pt idx="12778">
                  <c:v>55148</c:v>
                </c:pt>
                <c:pt idx="12779">
                  <c:v>55149</c:v>
                </c:pt>
                <c:pt idx="12780">
                  <c:v>55150</c:v>
                </c:pt>
                <c:pt idx="12781">
                  <c:v>55151</c:v>
                </c:pt>
                <c:pt idx="12782">
                  <c:v>55152</c:v>
                </c:pt>
                <c:pt idx="12783">
                  <c:v>55153</c:v>
                </c:pt>
                <c:pt idx="12784">
                  <c:v>55154</c:v>
                </c:pt>
                <c:pt idx="12785">
                  <c:v>55155</c:v>
                </c:pt>
                <c:pt idx="12786">
                  <c:v>55156</c:v>
                </c:pt>
                <c:pt idx="12787">
                  <c:v>55157</c:v>
                </c:pt>
                <c:pt idx="12788">
                  <c:v>55158</c:v>
                </c:pt>
                <c:pt idx="12789">
                  <c:v>55159</c:v>
                </c:pt>
                <c:pt idx="12790">
                  <c:v>55160</c:v>
                </c:pt>
                <c:pt idx="12791">
                  <c:v>55161</c:v>
                </c:pt>
                <c:pt idx="12792">
                  <c:v>55162</c:v>
                </c:pt>
                <c:pt idx="12793">
                  <c:v>55163</c:v>
                </c:pt>
                <c:pt idx="12794">
                  <c:v>55164</c:v>
                </c:pt>
                <c:pt idx="12795">
                  <c:v>55165</c:v>
                </c:pt>
                <c:pt idx="12796">
                  <c:v>55166</c:v>
                </c:pt>
                <c:pt idx="12797">
                  <c:v>55167</c:v>
                </c:pt>
                <c:pt idx="12798">
                  <c:v>55168</c:v>
                </c:pt>
                <c:pt idx="12799">
                  <c:v>55169</c:v>
                </c:pt>
                <c:pt idx="12800">
                  <c:v>55170</c:v>
                </c:pt>
                <c:pt idx="12801">
                  <c:v>55171</c:v>
                </c:pt>
                <c:pt idx="12802">
                  <c:v>55172</c:v>
                </c:pt>
                <c:pt idx="12803">
                  <c:v>55173</c:v>
                </c:pt>
                <c:pt idx="12804">
                  <c:v>55174</c:v>
                </c:pt>
                <c:pt idx="12805">
                  <c:v>55175</c:v>
                </c:pt>
                <c:pt idx="12806">
                  <c:v>55176</c:v>
                </c:pt>
                <c:pt idx="12807">
                  <c:v>55177</c:v>
                </c:pt>
                <c:pt idx="12808">
                  <c:v>55178</c:v>
                </c:pt>
                <c:pt idx="12809">
                  <c:v>55179</c:v>
                </c:pt>
                <c:pt idx="12810">
                  <c:v>55180</c:v>
                </c:pt>
                <c:pt idx="12811">
                  <c:v>55181</c:v>
                </c:pt>
                <c:pt idx="12812">
                  <c:v>55182</c:v>
                </c:pt>
                <c:pt idx="12813">
                  <c:v>55183</c:v>
                </c:pt>
                <c:pt idx="12814">
                  <c:v>55184</c:v>
                </c:pt>
                <c:pt idx="12815">
                  <c:v>55185</c:v>
                </c:pt>
                <c:pt idx="12816">
                  <c:v>55186</c:v>
                </c:pt>
                <c:pt idx="12817">
                  <c:v>55187</c:v>
                </c:pt>
                <c:pt idx="12818">
                  <c:v>55188</c:v>
                </c:pt>
                <c:pt idx="12819">
                  <c:v>55189</c:v>
                </c:pt>
                <c:pt idx="12820">
                  <c:v>55190</c:v>
                </c:pt>
                <c:pt idx="12821">
                  <c:v>55191</c:v>
                </c:pt>
                <c:pt idx="12822">
                  <c:v>55192</c:v>
                </c:pt>
                <c:pt idx="12823">
                  <c:v>55193</c:v>
                </c:pt>
                <c:pt idx="12824">
                  <c:v>55194</c:v>
                </c:pt>
                <c:pt idx="12825">
                  <c:v>55195</c:v>
                </c:pt>
                <c:pt idx="12826">
                  <c:v>55196</c:v>
                </c:pt>
                <c:pt idx="12827">
                  <c:v>55197</c:v>
                </c:pt>
                <c:pt idx="12828">
                  <c:v>55198</c:v>
                </c:pt>
                <c:pt idx="12829">
                  <c:v>55199</c:v>
                </c:pt>
                <c:pt idx="12830">
                  <c:v>55200</c:v>
                </c:pt>
                <c:pt idx="12831">
                  <c:v>55201</c:v>
                </c:pt>
                <c:pt idx="12832">
                  <c:v>55202</c:v>
                </c:pt>
                <c:pt idx="12833">
                  <c:v>55203</c:v>
                </c:pt>
                <c:pt idx="12834">
                  <c:v>55204</c:v>
                </c:pt>
                <c:pt idx="12835">
                  <c:v>55205</c:v>
                </c:pt>
                <c:pt idx="12836">
                  <c:v>55206</c:v>
                </c:pt>
                <c:pt idx="12837">
                  <c:v>55207</c:v>
                </c:pt>
                <c:pt idx="12838">
                  <c:v>55208</c:v>
                </c:pt>
                <c:pt idx="12839">
                  <c:v>55209</c:v>
                </c:pt>
                <c:pt idx="12840">
                  <c:v>55210</c:v>
                </c:pt>
                <c:pt idx="12841">
                  <c:v>55211</c:v>
                </c:pt>
                <c:pt idx="12842">
                  <c:v>55212</c:v>
                </c:pt>
                <c:pt idx="12843">
                  <c:v>55213</c:v>
                </c:pt>
                <c:pt idx="12844">
                  <c:v>55214</c:v>
                </c:pt>
                <c:pt idx="12845">
                  <c:v>55215</c:v>
                </c:pt>
                <c:pt idx="12846">
                  <c:v>55216</c:v>
                </c:pt>
                <c:pt idx="12847">
                  <c:v>55217</c:v>
                </c:pt>
                <c:pt idx="12848">
                  <c:v>55218</c:v>
                </c:pt>
                <c:pt idx="12849">
                  <c:v>55219</c:v>
                </c:pt>
                <c:pt idx="12850">
                  <c:v>55220</c:v>
                </c:pt>
                <c:pt idx="12851">
                  <c:v>55221</c:v>
                </c:pt>
                <c:pt idx="12852">
                  <c:v>55222</c:v>
                </c:pt>
                <c:pt idx="12853">
                  <c:v>55223</c:v>
                </c:pt>
                <c:pt idx="12854">
                  <c:v>55224</c:v>
                </c:pt>
                <c:pt idx="12855">
                  <c:v>55225</c:v>
                </c:pt>
                <c:pt idx="12856">
                  <c:v>55226</c:v>
                </c:pt>
                <c:pt idx="12857">
                  <c:v>55227</c:v>
                </c:pt>
                <c:pt idx="12858">
                  <c:v>55228</c:v>
                </c:pt>
                <c:pt idx="12859">
                  <c:v>55229</c:v>
                </c:pt>
                <c:pt idx="12860">
                  <c:v>55230</c:v>
                </c:pt>
                <c:pt idx="12861">
                  <c:v>55231</c:v>
                </c:pt>
                <c:pt idx="12862">
                  <c:v>55232</c:v>
                </c:pt>
                <c:pt idx="12863">
                  <c:v>55233</c:v>
                </c:pt>
                <c:pt idx="12864">
                  <c:v>55234</c:v>
                </c:pt>
                <c:pt idx="12865">
                  <c:v>55235</c:v>
                </c:pt>
                <c:pt idx="12866">
                  <c:v>55236</c:v>
                </c:pt>
                <c:pt idx="12867">
                  <c:v>55237</c:v>
                </c:pt>
                <c:pt idx="12868">
                  <c:v>55238</c:v>
                </c:pt>
                <c:pt idx="12869">
                  <c:v>55239</c:v>
                </c:pt>
                <c:pt idx="12870">
                  <c:v>55240</c:v>
                </c:pt>
                <c:pt idx="12871">
                  <c:v>55241</c:v>
                </c:pt>
                <c:pt idx="12872">
                  <c:v>55242</c:v>
                </c:pt>
                <c:pt idx="12873">
                  <c:v>55243</c:v>
                </c:pt>
                <c:pt idx="12874">
                  <c:v>55244</c:v>
                </c:pt>
                <c:pt idx="12875">
                  <c:v>55245</c:v>
                </c:pt>
                <c:pt idx="12876">
                  <c:v>55246</c:v>
                </c:pt>
                <c:pt idx="12877">
                  <c:v>55247</c:v>
                </c:pt>
                <c:pt idx="12878">
                  <c:v>55248</c:v>
                </c:pt>
                <c:pt idx="12879">
                  <c:v>55249</c:v>
                </c:pt>
                <c:pt idx="12880">
                  <c:v>55250</c:v>
                </c:pt>
                <c:pt idx="12881">
                  <c:v>55251</c:v>
                </c:pt>
                <c:pt idx="12882">
                  <c:v>55252</c:v>
                </c:pt>
                <c:pt idx="12883">
                  <c:v>55253</c:v>
                </c:pt>
                <c:pt idx="12884">
                  <c:v>55254</c:v>
                </c:pt>
                <c:pt idx="12885">
                  <c:v>55255</c:v>
                </c:pt>
                <c:pt idx="12886">
                  <c:v>55256</c:v>
                </c:pt>
                <c:pt idx="12887">
                  <c:v>55257</c:v>
                </c:pt>
                <c:pt idx="12888">
                  <c:v>55258</c:v>
                </c:pt>
                <c:pt idx="12889">
                  <c:v>55259</c:v>
                </c:pt>
                <c:pt idx="12890">
                  <c:v>55260</c:v>
                </c:pt>
                <c:pt idx="12891">
                  <c:v>55261</c:v>
                </c:pt>
                <c:pt idx="12892">
                  <c:v>55262</c:v>
                </c:pt>
                <c:pt idx="12893">
                  <c:v>55263</c:v>
                </c:pt>
                <c:pt idx="12894">
                  <c:v>55264</c:v>
                </c:pt>
                <c:pt idx="12895">
                  <c:v>55265</c:v>
                </c:pt>
                <c:pt idx="12896">
                  <c:v>55266</c:v>
                </c:pt>
                <c:pt idx="12897">
                  <c:v>55267</c:v>
                </c:pt>
                <c:pt idx="12898">
                  <c:v>55268</c:v>
                </c:pt>
                <c:pt idx="12899">
                  <c:v>55269</c:v>
                </c:pt>
                <c:pt idx="12900">
                  <c:v>55270</c:v>
                </c:pt>
                <c:pt idx="12901">
                  <c:v>55271</c:v>
                </c:pt>
                <c:pt idx="12902">
                  <c:v>55272</c:v>
                </c:pt>
                <c:pt idx="12903">
                  <c:v>55273</c:v>
                </c:pt>
                <c:pt idx="12904">
                  <c:v>55274</c:v>
                </c:pt>
                <c:pt idx="12905">
                  <c:v>55275</c:v>
                </c:pt>
                <c:pt idx="12906">
                  <c:v>55276</c:v>
                </c:pt>
                <c:pt idx="12907">
                  <c:v>55277</c:v>
                </c:pt>
                <c:pt idx="12908">
                  <c:v>55278</c:v>
                </c:pt>
                <c:pt idx="12909">
                  <c:v>55279</c:v>
                </c:pt>
                <c:pt idx="12910">
                  <c:v>55280</c:v>
                </c:pt>
                <c:pt idx="12911">
                  <c:v>55281</c:v>
                </c:pt>
                <c:pt idx="12912">
                  <c:v>55282</c:v>
                </c:pt>
                <c:pt idx="12913">
                  <c:v>55283</c:v>
                </c:pt>
                <c:pt idx="12914">
                  <c:v>55284</c:v>
                </c:pt>
                <c:pt idx="12915">
                  <c:v>55285</c:v>
                </c:pt>
                <c:pt idx="12916">
                  <c:v>55286</c:v>
                </c:pt>
                <c:pt idx="12917">
                  <c:v>55287</c:v>
                </c:pt>
                <c:pt idx="12918">
                  <c:v>55288</c:v>
                </c:pt>
                <c:pt idx="12919">
                  <c:v>55289</c:v>
                </c:pt>
                <c:pt idx="12920">
                  <c:v>55290</c:v>
                </c:pt>
                <c:pt idx="12921">
                  <c:v>55291</c:v>
                </c:pt>
                <c:pt idx="12922">
                  <c:v>55292</c:v>
                </c:pt>
                <c:pt idx="12923">
                  <c:v>55293</c:v>
                </c:pt>
                <c:pt idx="12924">
                  <c:v>55294</c:v>
                </c:pt>
                <c:pt idx="12925">
                  <c:v>55295</c:v>
                </c:pt>
                <c:pt idx="12926">
                  <c:v>55296</c:v>
                </c:pt>
                <c:pt idx="12927">
                  <c:v>55297</c:v>
                </c:pt>
                <c:pt idx="12928">
                  <c:v>55298</c:v>
                </c:pt>
                <c:pt idx="12929">
                  <c:v>55299</c:v>
                </c:pt>
                <c:pt idx="12930">
                  <c:v>55300</c:v>
                </c:pt>
                <c:pt idx="12931">
                  <c:v>55301</c:v>
                </c:pt>
                <c:pt idx="12932">
                  <c:v>55302</c:v>
                </c:pt>
                <c:pt idx="12933">
                  <c:v>55303</c:v>
                </c:pt>
                <c:pt idx="12934">
                  <c:v>55304</c:v>
                </c:pt>
                <c:pt idx="12935">
                  <c:v>55305</c:v>
                </c:pt>
                <c:pt idx="12936">
                  <c:v>55306</c:v>
                </c:pt>
                <c:pt idx="12937">
                  <c:v>55307</c:v>
                </c:pt>
                <c:pt idx="12938">
                  <c:v>55308</c:v>
                </c:pt>
                <c:pt idx="12939">
                  <c:v>55309</c:v>
                </c:pt>
                <c:pt idx="12940">
                  <c:v>55310</c:v>
                </c:pt>
                <c:pt idx="12941">
                  <c:v>55311</c:v>
                </c:pt>
                <c:pt idx="12942">
                  <c:v>55312</c:v>
                </c:pt>
                <c:pt idx="12943">
                  <c:v>55313</c:v>
                </c:pt>
                <c:pt idx="12944">
                  <c:v>55314</c:v>
                </c:pt>
                <c:pt idx="12945">
                  <c:v>55315</c:v>
                </c:pt>
                <c:pt idx="12946">
                  <c:v>55316</c:v>
                </c:pt>
                <c:pt idx="12947">
                  <c:v>55317</c:v>
                </c:pt>
                <c:pt idx="12948">
                  <c:v>55318</c:v>
                </c:pt>
                <c:pt idx="12949">
                  <c:v>55319</c:v>
                </c:pt>
                <c:pt idx="12950">
                  <c:v>55320</c:v>
                </c:pt>
                <c:pt idx="12951">
                  <c:v>55321</c:v>
                </c:pt>
                <c:pt idx="12952">
                  <c:v>55322</c:v>
                </c:pt>
                <c:pt idx="12953">
                  <c:v>55323</c:v>
                </c:pt>
                <c:pt idx="12954">
                  <c:v>55324</c:v>
                </c:pt>
                <c:pt idx="12955">
                  <c:v>55325</c:v>
                </c:pt>
                <c:pt idx="12956">
                  <c:v>55326</c:v>
                </c:pt>
                <c:pt idx="12957">
                  <c:v>55327</c:v>
                </c:pt>
                <c:pt idx="12958">
                  <c:v>55328</c:v>
                </c:pt>
                <c:pt idx="12959">
                  <c:v>55329</c:v>
                </c:pt>
                <c:pt idx="12960">
                  <c:v>55330</c:v>
                </c:pt>
                <c:pt idx="12961">
                  <c:v>55331</c:v>
                </c:pt>
                <c:pt idx="12962">
                  <c:v>55332</c:v>
                </c:pt>
                <c:pt idx="12963">
                  <c:v>55333</c:v>
                </c:pt>
                <c:pt idx="12964">
                  <c:v>55334</c:v>
                </c:pt>
                <c:pt idx="12965">
                  <c:v>55335</c:v>
                </c:pt>
                <c:pt idx="12966">
                  <c:v>55336</c:v>
                </c:pt>
                <c:pt idx="12967">
                  <c:v>55337</c:v>
                </c:pt>
                <c:pt idx="12968">
                  <c:v>55338</c:v>
                </c:pt>
                <c:pt idx="12969">
                  <c:v>55339</c:v>
                </c:pt>
                <c:pt idx="12970">
                  <c:v>55340</c:v>
                </c:pt>
                <c:pt idx="12971">
                  <c:v>55341</c:v>
                </c:pt>
                <c:pt idx="12972">
                  <c:v>55342</c:v>
                </c:pt>
                <c:pt idx="12973">
                  <c:v>55343</c:v>
                </c:pt>
                <c:pt idx="12974">
                  <c:v>55344</c:v>
                </c:pt>
                <c:pt idx="12975">
                  <c:v>55345</c:v>
                </c:pt>
                <c:pt idx="12976">
                  <c:v>55346</c:v>
                </c:pt>
                <c:pt idx="12977">
                  <c:v>55347</c:v>
                </c:pt>
                <c:pt idx="12978">
                  <c:v>55348</c:v>
                </c:pt>
                <c:pt idx="12979">
                  <c:v>55349</c:v>
                </c:pt>
                <c:pt idx="12980">
                  <c:v>55350</c:v>
                </c:pt>
                <c:pt idx="12981">
                  <c:v>55351</c:v>
                </c:pt>
                <c:pt idx="12982">
                  <c:v>55352</c:v>
                </c:pt>
                <c:pt idx="12983">
                  <c:v>55353</c:v>
                </c:pt>
                <c:pt idx="12984">
                  <c:v>55354</c:v>
                </c:pt>
                <c:pt idx="12985">
                  <c:v>55355</c:v>
                </c:pt>
                <c:pt idx="12986">
                  <c:v>55356</c:v>
                </c:pt>
                <c:pt idx="12987">
                  <c:v>55357</c:v>
                </c:pt>
                <c:pt idx="12988">
                  <c:v>55358</c:v>
                </c:pt>
                <c:pt idx="12989">
                  <c:v>55359</c:v>
                </c:pt>
                <c:pt idx="12990">
                  <c:v>55360</c:v>
                </c:pt>
                <c:pt idx="12991">
                  <c:v>55361</c:v>
                </c:pt>
                <c:pt idx="12992">
                  <c:v>55362</c:v>
                </c:pt>
                <c:pt idx="12993">
                  <c:v>55363</c:v>
                </c:pt>
                <c:pt idx="12994">
                  <c:v>55364</c:v>
                </c:pt>
                <c:pt idx="12995">
                  <c:v>55365</c:v>
                </c:pt>
                <c:pt idx="12996">
                  <c:v>55366</c:v>
                </c:pt>
                <c:pt idx="12997">
                  <c:v>55367</c:v>
                </c:pt>
                <c:pt idx="12998">
                  <c:v>55368</c:v>
                </c:pt>
                <c:pt idx="12999">
                  <c:v>55369</c:v>
                </c:pt>
                <c:pt idx="13000">
                  <c:v>55370</c:v>
                </c:pt>
                <c:pt idx="13001">
                  <c:v>55371</c:v>
                </c:pt>
                <c:pt idx="13002">
                  <c:v>55372</c:v>
                </c:pt>
                <c:pt idx="13003">
                  <c:v>55373</c:v>
                </c:pt>
                <c:pt idx="13004">
                  <c:v>55374</c:v>
                </c:pt>
                <c:pt idx="13005">
                  <c:v>55375</c:v>
                </c:pt>
                <c:pt idx="13006">
                  <c:v>55376</c:v>
                </c:pt>
                <c:pt idx="13007">
                  <c:v>55377</c:v>
                </c:pt>
                <c:pt idx="13008">
                  <c:v>55378</c:v>
                </c:pt>
                <c:pt idx="13009">
                  <c:v>55379</c:v>
                </c:pt>
                <c:pt idx="13010">
                  <c:v>55380</c:v>
                </c:pt>
                <c:pt idx="13011">
                  <c:v>55381</c:v>
                </c:pt>
                <c:pt idx="13012">
                  <c:v>55382</c:v>
                </c:pt>
                <c:pt idx="13013">
                  <c:v>55383</c:v>
                </c:pt>
                <c:pt idx="13014">
                  <c:v>55384</c:v>
                </c:pt>
                <c:pt idx="13015">
                  <c:v>55385</c:v>
                </c:pt>
                <c:pt idx="13016">
                  <c:v>55386</c:v>
                </c:pt>
                <c:pt idx="13017">
                  <c:v>55387</c:v>
                </c:pt>
                <c:pt idx="13018">
                  <c:v>55388</c:v>
                </c:pt>
                <c:pt idx="13019">
                  <c:v>55389</c:v>
                </c:pt>
                <c:pt idx="13020">
                  <c:v>55390</c:v>
                </c:pt>
                <c:pt idx="13021">
                  <c:v>55391</c:v>
                </c:pt>
                <c:pt idx="13022">
                  <c:v>55392</c:v>
                </c:pt>
                <c:pt idx="13023">
                  <c:v>55393</c:v>
                </c:pt>
                <c:pt idx="13024">
                  <c:v>55394</c:v>
                </c:pt>
                <c:pt idx="13025">
                  <c:v>55395</c:v>
                </c:pt>
                <c:pt idx="13026">
                  <c:v>55396</c:v>
                </c:pt>
                <c:pt idx="13027">
                  <c:v>55397</c:v>
                </c:pt>
                <c:pt idx="13028">
                  <c:v>55398</c:v>
                </c:pt>
                <c:pt idx="13029">
                  <c:v>55399</c:v>
                </c:pt>
                <c:pt idx="13030">
                  <c:v>55400</c:v>
                </c:pt>
                <c:pt idx="13031">
                  <c:v>55401</c:v>
                </c:pt>
                <c:pt idx="13032">
                  <c:v>55402</c:v>
                </c:pt>
                <c:pt idx="13033">
                  <c:v>55403</c:v>
                </c:pt>
                <c:pt idx="13034">
                  <c:v>55404</c:v>
                </c:pt>
                <c:pt idx="13035">
                  <c:v>55405</c:v>
                </c:pt>
                <c:pt idx="13036">
                  <c:v>55406</c:v>
                </c:pt>
                <c:pt idx="13037">
                  <c:v>55407</c:v>
                </c:pt>
                <c:pt idx="13038">
                  <c:v>55408</c:v>
                </c:pt>
                <c:pt idx="13039">
                  <c:v>55409</c:v>
                </c:pt>
                <c:pt idx="13040">
                  <c:v>55410</c:v>
                </c:pt>
                <c:pt idx="13041">
                  <c:v>55411</c:v>
                </c:pt>
                <c:pt idx="13042">
                  <c:v>55412</c:v>
                </c:pt>
                <c:pt idx="13043">
                  <c:v>55413</c:v>
                </c:pt>
                <c:pt idx="13044">
                  <c:v>55414</c:v>
                </c:pt>
                <c:pt idx="13045">
                  <c:v>55415</c:v>
                </c:pt>
                <c:pt idx="13046">
                  <c:v>55416</c:v>
                </c:pt>
                <c:pt idx="13047">
                  <c:v>55417</c:v>
                </c:pt>
                <c:pt idx="13048">
                  <c:v>55418</c:v>
                </c:pt>
                <c:pt idx="13049">
                  <c:v>55419</c:v>
                </c:pt>
                <c:pt idx="13050">
                  <c:v>55420</c:v>
                </c:pt>
                <c:pt idx="13051">
                  <c:v>55421</c:v>
                </c:pt>
                <c:pt idx="13052">
                  <c:v>55422</c:v>
                </c:pt>
                <c:pt idx="13053">
                  <c:v>55423</c:v>
                </c:pt>
                <c:pt idx="13054">
                  <c:v>55424</c:v>
                </c:pt>
                <c:pt idx="13055">
                  <c:v>55425</c:v>
                </c:pt>
                <c:pt idx="13056">
                  <c:v>55426</c:v>
                </c:pt>
                <c:pt idx="13057">
                  <c:v>55427</c:v>
                </c:pt>
                <c:pt idx="13058">
                  <c:v>55428</c:v>
                </c:pt>
                <c:pt idx="13059">
                  <c:v>55429</c:v>
                </c:pt>
                <c:pt idx="13060">
                  <c:v>55430</c:v>
                </c:pt>
                <c:pt idx="13061">
                  <c:v>55431</c:v>
                </c:pt>
                <c:pt idx="13062">
                  <c:v>55432</c:v>
                </c:pt>
                <c:pt idx="13063">
                  <c:v>55433</c:v>
                </c:pt>
                <c:pt idx="13064">
                  <c:v>55434</c:v>
                </c:pt>
                <c:pt idx="13065">
                  <c:v>55435</c:v>
                </c:pt>
                <c:pt idx="13066">
                  <c:v>55436</c:v>
                </c:pt>
                <c:pt idx="13067">
                  <c:v>55437</c:v>
                </c:pt>
                <c:pt idx="13068">
                  <c:v>55438</c:v>
                </c:pt>
                <c:pt idx="13069">
                  <c:v>55439</c:v>
                </c:pt>
                <c:pt idx="13070">
                  <c:v>55440</c:v>
                </c:pt>
                <c:pt idx="13071">
                  <c:v>55441</c:v>
                </c:pt>
                <c:pt idx="13072">
                  <c:v>55442</c:v>
                </c:pt>
                <c:pt idx="13073">
                  <c:v>55443</c:v>
                </c:pt>
                <c:pt idx="13074">
                  <c:v>55444</c:v>
                </c:pt>
                <c:pt idx="13075">
                  <c:v>55445</c:v>
                </c:pt>
                <c:pt idx="13076">
                  <c:v>55446</c:v>
                </c:pt>
                <c:pt idx="13077">
                  <c:v>55447</c:v>
                </c:pt>
                <c:pt idx="13078">
                  <c:v>55448</c:v>
                </c:pt>
                <c:pt idx="13079">
                  <c:v>55449</c:v>
                </c:pt>
                <c:pt idx="13080">
                  <c:v>55450</c:v>
                </c:pt>
                <c:pt idx="13081">
                  <c:v>55451</c:v>
                </c:pt>
                <c:pt idx="13082">
                  <c:v>55452</c:v>
                </c:pt>
                <c:pt idx="13083">
                  <c:v>55453</c:v>
                </c:pt>
                <c:pt idx="13084">
                  <c:v>55454</c:v>
                </c:pt>
                <c:pt idx="13085">
                  <c:v>55455</c:v>
                </c:pt>
                <c:pt idx="13086">
                  <c:v>55456</c:v>
                </c:pt>
                <c:pt idx="13087">
                  <c:v>55457</c:v>
                </c:pt>
                <c:pt idx="13088">
                  <c:v>55458</c:v>
                </c:pt>
                <c:pt idx="13089">
                  <c:v>55459</c:v>
                </c:pt>
                <c:pt idx="13090">
                  <c:v>55460</c:v>
                </c:pt>
                <c:pt idx="13091">
                  <c:v>55461</c:v>
                </c:pt>
                <c:pt idx="13092">
                  <c:v>55462</c:v>
                </c:pt>
                <c:pt idx="13093">
                  <c:v>55463</c:v>
                </c:pt>
                <c:pt idx="13094">
                  <c:v>55464</c:v>
                </c:pt>
                <c:pt idx="13095">
                  <c:v>55465</c:v>
                </c:pt>
                <c:pt idx="13096">
                  <c:v>55466</c:v>
                </c:pt>
                <c:pt idx="13097">
                  <c:v>55467</c:v>
                </c:pt>
                <c:pt idx="13098">
                  <c:v>55468</c:v>
                </c:pt>
                <c:pt idx="13099">
                  <c:v>55469</c:v>
                </c:pt>
                <c:pt idx="13100">
                  <c:v>55470</c:v>
                </c:pt>
                <c:pt idx="13101">
                  <c:v>55471</c:v>
                </c:pt>
                <c:pt idx="13102">
                  <c:v>55472</c:v>
                </c:pt>
                <c:pt idx="13103">
                  <c:v>55473</c:v>
                </c:pt>
                <c:pt idx="13104">
                  <c:v>55474</c:v>
                </c:pt>
                <c:pt idx="13105">
                  <c:v>55475</c:v>
                </c:pt>
                <c:pt idx="13106">
                  <c:v>55476</c:v>
                </c:pt>
                <c:pt idx="13107">
                  <c:v>55477</c:v>
                </c:pt>
                <c:pt idx="13108">
                  <c:v>55478</c:v>
                </c:pt>
                <c:pt idx="13109">
                  <c:v>55479</c:v>
                </c:pt>
                <c:pt idx="13110">
                  <c:v>55480</c:v>
                </c:pt>
                <c:pt idx="13111">
                  <c:v>55481</c:v>
                </c:pt>
                <c:pt idx="13112">
                  <c:v>55482</c:v>
                </c:pt>
                <c:pt idx="13113">
                  <c:v>55483</c:v>
                </c:pt>
                <c:pt idx="13114">
                  <c:v>55484</c:v>
                </c:pt>
                <c:pt idx="13115">
                  <c:v>55485</c:v>
                </c:pt>
                <c:pt idx="13116">
                  <c:v>55486</c:v>
                </c:pt>
                <c:pt idx="13117">
                  <c:v>55487</c:v>
                </c:pt>
                <c:pt idx="13118">
                  <c:v>55488</c:v>
                </c:pt>
                <c:pt idx="13119">
                  <c:v>55489</c:v>
                </c:pt>
                <c:pt idx="13120">
                  <c:v>55490</c:v>
                </c:pt>
                <c:pt idx="13121">
                  <c:v>55491</c:v>
                </c:pt>
                <c:pt idx="13122">
                  <c:v>55492</c:v>
                </c:pt>
                <c:pt idx="13123">
                  <c:v>55493</c:v>
                </c:pt>
                <c:pt idx="13124">
                  <c:v>55494</c:v>
                </c:pt>
                <c:pt idx="13125">
                  <c:v>55495</c:v>
                </c:pt>
                <c:pt idx="13126">
                  <c:v>55496</c:v>
                </c:pt>
                <c:pt idx="13127">
                  <c:v>55497</c:v>
                </c:pt>
                <c:pt idx="13128">
                  <c:v>55498</c:v>
                </c:pt>
                <c:pt idx="13129">
                  <c:v>55499</c:v>
                </c:pt>
                <c:pt idx="13130">
                  <c:v>55500</c:v>
                </c:pt>
                <c:pt idx="13131">
                  <c:v>55501</c:v>
                </c:pt>
                <c:pt idx="13132">
                  <c:v>55502</c:v>
                </c:pt>
                <c:pt idx="13133">
                  <c:v>55503</c:v>
                </c:pt>
                <c:pt idx="13134">
                  <c:v>55504</c:v>
                </c:pt>
                <c:pt idx="13135">
                  <c:v>55505</c:v>
                </c:pt>
                <c:pt idx="13136">
                  <c:v>55506</c:v>
                </c:pt>
                <c:pt idx="13137">
                  <c:v>55507</c:v>
                </c:pt>
                <c:pt idx="13138">
                  <c:v>55508</c:v>
                </c:pt>
                <c:pt idx="13139">
                  <c:v>55509</c:v>
                </c:pt>
                <c:pt idx="13140">
                  <c:v>55510</c:v>
                </c:pt>
                <c:pt idx="13141">
                  <c:v>55511</c:v>
                </c:pt>
                <c:pt idx="13142">
                  <c:v>55512</c:v>
                </c:pt>
                <c:pt idx="13143">
                  <c:v>55513</c:v>
                </c:pt>
                <c:pt idx="13144">
                  <c:v>55514</c:v>
                </c:pt>
                <c:pt idx="13145">
                  <c:v>55515</c:v>
                </c:pt>
                <c:pt idx="13146">
                  <c:v>55516</c:v>
                </c:pt>
                <c:pt idx="13147">
                  <c:v>55517</c:v>
                </c:pt>
                <c:pt idx="13148">
                  <c:v>55518</c:v>
                </c:pt>
                <c:pt idx="13149">
                  <c:v>55519</c:v>
                </c:pt>
                <c:pt idx="13150">
                  <c:v>55520</c:v>
                </c:pt>
                <c:pt idx="13151">
                  <c:v>55521</c:v>
                </c:pt>
                <c:pt idx="13152">
                  <c:v>55522</c:v>
                </c:pt>
                <c:pt idx="13153">
                  <c:v>55523</c:v>
                </c:pt>
                <c:pt idx="13154">
                  <c:v>55524</c:v>
                </c:pt>
                <c:pt idx="13155">
                  <c:v>55525</c:v>
                </c:pt>
                <c:pt idx="13156">
                  <c:v>55526</c:v>
                </c:pt>
                <c:pt idx="13157">
                  <c:v>55527</c:v>
                </c:pt>
                <c:pt idx="13158">
                  <c:v>55528</c:v>
                </c:pt>
                <c:pt idx="13159">
                  <c:v>55529</c:v>
                </c:pt>
                <c:pt idx="13160">
                  <c:v>55530</c:v>
                </c:pt>
                <c:pt idx="13161">
                  <c:v>55531</c:v>
                </c:pt>
                <c:pt idx="13162">
                  <c:v>55532</c:v>
                </c:pt>
                <c:pt idx="13163">
                  <c:v>55533</c:v>
                </c:pt>
                <c:pt idx="13164">
                  <c:v>55534</c:v>
                </c:pt>
                <c:pt idx="13165">
                  <c:v>55535</c:v>
                </c:pt>
                <c:pt idx="13166">
                  <c:v>55536</c:v>
                </c:pt>
                <c:pt idx="13167">
                  <c:v>55537</c:v>
                </c:pt>
                <c:pt idx="13168">
                  <c:v>55538</c:v>
                </c:pt>
                <c:pt idx="13169">
                  <c:v>55539</c:v>
                </c:pt>
                <c:pt idx="13170">
                  <c:v>55540</c:v>
                </c:pt>
                <c:pt idx="13171">
                  <c:v>55541</c:v>
                </c:pt>
                <c:pt idx="13172">
                  <c:v>55542</c:v>
                </c:pt>
                <c:pt idx="13173">
                  <c:v>55543</c:v>
                </c:pt>
                <c:pt idx="13174">
                  <c:v>55544</c:v>
                </c:pt>
                <c:pt idx="13175">
                  <c:v>55545</c:v>
                </c:pt>
                <c:pt idx="13176">
                  <c:v>55546</c:v>
                </c:pt>
                <c:pt idx="13177">
                  <c:v>55547</c:v>
                </c:pt>
                <c:pt idx="13178">
                  <c:v>55548</c:v>
                </c:pt>
                <c:pt idx="13179">
                  <c:v>55549</c:v>
                </c:pt>
                <c:pt idx="13180">
                  <c:v>55550</c:v>
                </c:pt>
                <c:pt idx="13181">
                  <c:v>55551</c:v>
                </c:pt>
                <c:pt idx="13182">
                  <c:v>55552</c:v>
                </c:pt>
                <c:pt idx="13183">
                  <c:v>55553</c:v>
                </c:pt>
                <c:pt idx="13184">
                  <c:v>55554</c:v>
                </c:pt>
                <c:pt idx="13185">
                  <c:v>55555</c:v>
                </c:pt>
                <c:pt idx="13186">
                  <c:v>55556</c:v>
                </c:pt>
                <c:pt idx="13187">
                  <c:v>55557</c:v>
                </c:pt>
                <c:pt idx="13188">
                  <c:v>55558</c:v>
                </c:pt>
                <c:pt idx="13189">
                  <c:v>55559</c:v>
                </c:pt>
                <c:pt idx="13190">
                  <c:v>55560</c:v>
                </c:pt>
                <c:pt idx="13191">
                  <c:v>55561</c:v>
                </c:pt>
                <c:pt idx="13192">
                  <c:v>55562</c:v>
                </c:pt>
                <c:pt idx="13193">
                  <c:v>55563</c:v>
                </c:pt>
                <c:pt idx="13194">
                  <c:v>55564</c:v>
                </c:pt>
                <c:pt idx="13195">
                  <c:v>55565</c:v>
                </c:pt>
                <c:pt idx="13196">
                  <c:v>55566</c:v>
                </c:pt>
                <c:pt idx="13197">
                  <c:v>55567</c:v>
                </c:pt>
                <c:pt idx="13198">
                  <c:v>55568</c:v>
                </c:pt>
                <c:pt idx="13199">
                  <c:v>55569</c:v>
                </c:pt>
                <c:pt idx="13200">
                  <c:v>55570</c:v>
                </c:pt>
                <c:pt idx="13201">
                  <c:v>55571</c:v>
                </c:pt>
                <c:pt idx="13202">
                  <c:v>55572</c:v>
                </c:pt>
                <c:pt idx="13203">
                  <c:v>55573</c:v>
                </c:pt>
                <c:pt idx="13204">
                  <c:v>55574</c:v>
                </c:pt>
                <c:pt idx="13205">
                  <c:v>55575</c:v>
                </c:pt>
                <c:pt idx="13206">
                  <c:v>55576</c:v>
                </c:pt>
                <c:pt idx="13207">
                  <c:v>55577</c:v>
                </c:pt>
                <c:pt idx="13208">
                  <c:v>55578</c:v>
                </c:pt>
                <c:pt idx="13209">
                  <c:v>55579</c:v>
                </c:pt>
                <c:pt idx="13210">
                  <c:v>55580</c:v>
                </c:pt>
                <c:pt idx="13211">
                  <c:v>55581</c:v>
                </c:pt>
                <c:pt idx="13212">
                  <c:v>55582</c:v>
                </c:pt>
                <c:pt idx="13213">
                  <c:v>55583</c:v>
                </c:pt>
                <c:pt idx="13214">
                  <c:v>55584</c:v>
                </c:pt>
                <c:pt idx="13215">
                  <c:v>55585</c:v>
                </c:pt>
                <c:pt idx="13216">
                  <c:v>55586</c:v>
                </c:pt>
                <c:pt idx="13217">
                  <c:v>55587</c:v>
                </c:pt>
                <c:pt idx="13218">
                  <c:v>55588</c:v>
                </c:pt>
                <c:pt idx="13219">
                  <c:v>55589</c:v>
                </c:pt>
                <c:pt idx="13220">
                  <c:v>55590</c:v>
                </c:pt>
                <c:pt idx="13221">
                  <c:v>55591</c:v>
                </c:pt>
                <c:pt idx="13222">
                  <c:v>55592</c:v>
                </c:pt>
                <c:pt idx="13223">
                  <c:v>55593</c:v>
                </c:pt>
                <c:pt idx="13224">
                  <c:v>55594</c:v>
                </c:pt>
                <c:pt idx="13225">
                  <c:v>55595</c:v>
                </c:pt>
                <c:pt idx="13226">
                  <c:v>55596</c:v>
                </c:pt>
                <c:pt idx="13227">
                  <c:v>55597</c:v>
                </c:pt>
                <c:pt idx="13228">
                  <c:v>55598</c:v>
                </c:pt>
                <c:pt idx="13229">
                  <c:v>55599</c:v>
                </c:pt>
                <c:pt idx="13230">
                  <c:v>55600</c:v>
                </c:pt>
                <c:pt idx="13231">
                  <c:v>55601</c:v>
                </c:pt>
                <c:pt idx="13232">
                  <c:v>55602</c:v>
                </c:pt>
                <c:pt idx="13233">
                  <c:v>55603</c:v>
                </c:pt>
                <c:pt idx="13234">
                  <c:v>55604</c:v>
                </c:pt>
                <c:pt idx="13235">
                  <c:v>55605</c:v>
                </c:pt>
                <c:pt idx="13236">
                  <c:v>55606</c:v>
                </c:pt>
                <c:pt idx="13237">
                  <c:v>55607</c:v>
                </c:pt>
                <c:pt idx="13238">
                  <c:v>55608</c:v>
                </c:pt>
                <c:pt idx="13239">
                  <c:v>55609</c:v>
                </c:pt>
                <c:pt idx="13240">
                  <c:v>55610</c:v>
                </c:pt>
                <c:pt idx="13241">
                  <c:v>55611</c:v>
                </c:pt>
                <c:pt idx="13242">
                  <c:v>55612</c:v>
                </c:pt>
                <c:pt idx="13243">
                  <c:v>55613</c:v>
                </c:pt>
                <c:pt idx="13244">
                  <c:v>55614</c:v>
                </c:pt>
                <c:pt idx="13245">
                  <c:v>55615</c:v>
                </c:pt>
                <c:pt idx="13246">
                  <c:v>55616</c:v>
                </c:pt>
                <c:pt idx="13247">
                  <c:v>55617</c:v>
                </c:pt>
                <c:pt idx="13248">
                  <c:v>55618</c:v>
                </c:pt>
                <c:pt idx="13249">
                  <c:v>55619</c:v>
                </c:pt>
                <c:pt idx="13250">
                  <c:v>55620</c:v>
                </c:pt>
                <c:pt idx="13251">
                  <c:v>55621</c:v>
                </c:pt>
                <c:pt idx="13252">
                  <c:v>55622</c:v>
                </c:pt>
                <c:pt idx="13253">
                  <c:v>55623</c:v>
                </c:pt>
                <c:pt idx="13254">
                  <c:v>55624</c:v>
                </c:pt>
                <c:pt idx="13255">
                  <c:v>55625</c:v>
                </c:pt>
                <c:pt idx="13256">
                  <c:v>55626</c:v>
                </c:pt>
                <c:pt idx="13257">
                  <c:v>55627</c:v>
                </c:pt>
                <c:pt idx="13258">
                  <c:v>55628</c:v>
                </c:pt>
                <c:pt idx="13259">
                  <c:v>55629</c:v>
                </c:pt>
                <c:pt idx="13260">
                  <c:v>55630</c:v>
                </c:pt>
                <c:pt idx="13261">
                  <c:v>55631</c:v>
                </c:pt>
                <c:pt idx="13262">
                  <c:v>55632</c:v>
                </c:pt>
                <c:pt idx="13263">
                  <c:v>55633</c:v>
                </c:pt>
                <c:pt idx="13264">
                  <c:v>55634</c:v>
                </c:pt>
                <c:pt idx="13265">
                  <c:v>55635</c:v>
                </c:pt>
                <c:pt idx="13266">
                  <c:v>55636</c:v>
                </c:pt>
                <c:pt idx="13267">
                  <c:v>55637</c:v>
                </c:pt>
                <c:pt idx="13268">
                  <c:v>55638</c:v>
                </c:pt>
                <c:pt idx="13269">
                  <c:v>55639</c:v>
                </c:pt>
                <c:pt idx="13270">
                  <c:v>55640</c:v>
                </c:pt>
                <c:pt idx="13271">
                  <c:v>55641</c:v>
                </c:pt>
                <c:pt idx="13272">
                  <c:v>55642</c:v>
                </c:pt>
                <c:pt idx="13273">
                  <c:v>55643</c:v>
                </c:pt>
                <c:pt idx="13274">
                  <c:v>55644</c:v>
                </c:pt>
                <c:pt idx="13275">
                  <c:v>55645</c:v>
                </c:pt>
                <c:pt idx="13276">
                  <c:v>55646</c:v>
                </c:pt>
                <c:pt idx="13277">
                  <c:v>55647</c:v>
                </c:pt>
                <c:pt idx="13278">
                  <c:v>55648</c:v>
                </c:pt>
                <c:pt idx="13279">
                  <c:v>55649</c:v>
                </c:pt>
                <c:pt idx="13280">
                  <c:v>55650</c:v>
                </c:pt>
                <c:pt idx="13281">
                  <c:v>55651</c:v>
                </c:pt>
                <c:pt idx="13282">
                  <c:v>55652</c:v>
                </c:pt>
                <c:pt idx="13283">
                  <c:v>55653</c:v>
                </c:pt>
                <c:pt idx="13284">
                  <c:v>55654</c:v>
                </c:pt>
                <c:pt idx="13285">
                  <c:v>55655</c:v>
                </c:pt>
                <c:pt idx="13286">
                  <c:v>55656</c:v>
                </c:pt>
                <c:pt idx="13287">
                  <c:v>55657</c:v>
                </c:pt>
                <c:pt idx="13288">
                  <c:v>55658</c:v>
                </c:pt>
                <c:pt idx="13289">
                  <c:v>55659</c:v>
                </c:pt>
                <c:pt idx="13290">
                  <c:v>55660</c:v>
                </c:pt>
                <c:pt idx="13291">
                  <c:v>55661</c:v>
                </c:pt>
                <c:pt idx="13292">
                  <c:v>55662</c:v>
                </c:pt>
                <c:pt idx="13293">
                  <c:v>55663</c:v>
                </c:pt>
                <c:pt idx="13294">
                  <c:v>55664</c:v>
                </c:pt>
                <c:pt idx="13295">
                  <c:v>55665</c:v>
                </c:pt>
                <c:pt idx="13296">
                  <c:v>55666</c:v>
                </c:pt>
                <c:pt idx="13297">
                  <c:v>55667</c:v>
                </c:pt>
                <c:pt idx="13298">
                  <c:v>55668</c:v>
                </c:pt>
                <c:pt idx="13299">
                  <c:v>55669</c:v>
                </c:pt>
                <c:pt idx="13300">
                  <c:v>55670</c:v>
                </c:pt>
                <c:pt idx="13301">
                  <c:v>55671</c:v>
                </c:pt>
                <c:pt idx="13302">
                  <c:v>55672</c:v>
                </c:pt>
                <c:pt idx="13303">
                  <c:v>55673</c:v>
                </c:pt>
                <c:pt idx="13304">
                  <c:v>55674</c:v>
                </c:pt>
                <c:pt idx="13305">
                  <c:v>55675</c:v>
                </c:pt>
                <c:pt idx="13306">
                  <c:v>55676</c:v>
                </c:pt>
                <c:pt idx="13307">
                  <c:v>55677</c:v>
                </c:pt>
                <c:pt idx="13308">
                  <c:v>55678</c:v>
                </c:pt>
                <c:pt idx="13309">
                  <c:v>55679</c:v>
                </c:pt>
                <c:pt idx="13310">
                  <c:v>55680</c:v>
                </c:pt>
                <c:pt idx="13311">
                  <c:v>55681</c:v>
                </c:pt>
                <c:pt idx="13312">
                  <c:v>55682</c:v>
                </c:pt>
                <c:pt idx="13313">
                  <c:v>55683</c:v>
                </c:pt>
                <c:pt idx="13314">
                  <c:v>55684</c:v>
                </c:pt>
                <c:pt idx="13315">
                  <c:v>55685</c:v>
                </c:pt>
                <c:pt idx="13316">
                  <c:v>55686</c:v>
                </c:pt>
                <c:pt idx="13317">
                  <c:v>55687</c:v>
                </c:pt>
                <c:pt idx="13318">
                  <c:v>55688</c:v>
                </c:pt>
                <c:pt idx="13319">
                  <c:v>55689</c:v>
                </c:pt>
                <c:pt idx="13320">
                  <c:v>55690</c:v>
                </c:pt>
                <c:pt idx="13321">
                  <c:v>55691</c:v>
                </c:pt>
                <c:pt idx="13322">
                  <c:v>55692</c:v>
                </c:pt>
                <c:pt idx="13323">
                  <c:v>55693</c:v>
                </c:pt>
                <c:pt idx="13324">
                  <c:v>55694</c:v>
                </c:pt>
                <c:pt idx="13325">
                  <c:v>55695</c:v>
                </c:pt>
                <c:pt idx="13326">
                  <c:v>55696</c:v>
                </c:pt>
                <c:pt idx="13327">
                  <c:v>55697</c:v>
                </c:pt>
                <c:pt idx="13328">
                  <c:v>55698</c:v>
                </c:pt>
                <c:pt idx="13329">
                  <c:v>55699</c:v>
                </c:pt>
                <c:pt idx="13330">
                  <c:v>55700</c:v>
                </c:pt>
                <c:pt idx="13331">
                  <c:v>55701</c:v>
                </c:pt>
                <c:pt idx="13332">
                  <c:v>55702</c:v>
                </c:pt>
                <c:pt idx="13333">
                  <c:v>55703</c:v>
                </c:pt>
                <c:pt idx="13334">
                  <c:v>55704</c:v>
                </c:pt>
                <c:pt idx="13335">
                  <c:v>55705</c:v>
                </c:pt>
                <c:pt idx="13336">
                  <c:v>55706</c:v>
                </c:pt>
                <c:pt idx="13337">
                  <c:v>55707</c:v>
                </c:pt>
                <c:pt idx="13338">
                  <c:v>55708</c:v>
                </c:pt>
                <c:pt idx="13339">
                  <c:v>55709</c:v>
                </c:pt>
                <c:pt idx="13340">
                  <c:v>55710</c:v>
                </c:pt>
                <c:pt idx="13341">
                  <c:v>55711</c:v>
                </c:pt>
                <c:pt idx="13342">
                  <c:v>55712</c:v>
                </c:pt>
                <c:pt idx="13343">
                  <c:v>55713</c:v>
                </c:pt>
                <c:pt idx="13344">
                  <c:v>55714</c:v>
                </c:pt>
                <c:pt idx="13345">
                  <c:v>55715</c:v>
                </c:pt>
                <c:pt idx="13346">
                  <c:v>55716</c:v>
                </c:pt>
                <c:pt idx="13347">
                  <c:v>55717</c:v>
                </c:pt>
                <c:pt idx="13348">
                  <c:v>55718</c:v>
                </c:pt>
                <c:pt idx="13349">
                  <c:v>55719</c:v>
                </c:pt>
                <c:pt idx="13350">
                  <c:v>55720</c:v>
                </c:pt>
                <c:pt idx="13351">
                  <c:v>55721</c:v>
                </c:pt>
                <c:pt idx="13352">
                  <c:v>55722</c:v>
                </c:pt>
                <c:pt idx="13353">
                  <c:v>55723</c:v>
                </c:pt>
                <c:pt idx="13354">
                  <c:v>55724</c:v>
                </c:pt>
                <c:pt idx="13355">
                  <c:v>55725</c:v>
                </c:pt>
                <c:pt idx="13356">
                  <c:v>55726</c:v>
                </c:pt>
                <c:pt idx="13357">
                  <c:v>55727</c:v>
                </c:pt>
                <c:pt idx="13358">
                  <c:v>55728</c:v>
                </c:pt>
                <c:pt idx="13359">
                  <c:v>55729</c:v>
                </c:pt>
                <c:pt idx="13360">
                  <c:v>55730</c:v>
                </c:pt>
                <c:pt idx="13361">
                  <c:v>55731</c:v>
                </c:pt>
                <c:pt idx="13362">
                  <c:v>55732</c:v>
                </c:pt>
                <c:pt idx="13363">
                  <c:v>55733</c:v>
                </c:pt>
                <c:pt idx="13364">
                  <c:v>55734</c:v>
                </c:pt>
                <c:pt idx="13365">
                  <c:v>55735</c:v>
                </c:pt>
                <c:pt idx="13366">
                  <c:v>55736</c:v>
                </c:pt>
                <c:pt idx="13367">
                  <c:v>55737</c:v>
                </c:pt>
                <c:pt idx="13368">
                  <c:v>55738</c:v>
                </c:pt>
                <c:pt idx="13369">
                  <c:v>55739</c:v>
                </c:pt>
                <c:pt idx="13370">
                  <c:v>55740</c:v>
                </c:pt>
                <c:pt idx="13371">
                  <c:v>55741</c:v>
                </c:pt>
                <c:pt idx="13372">
                  <c:v>55742</c:v>
                </c:pt>
                <c:pt idx="13373">
                  <c:v>55743</c:v>
                </c:pt>
                <c:pt idx="13374">
                  <c:v>55744</c:v>
                </c:pt>
                <c:pt idx="13375">
                  <c:v>55745</c:v>
                </c:pt>
                <c:pt idx="13376">
                  <c:v>55746</c:v>
                </c:pt>
                <c:pt idx="13377">
                  <c:v>55747</c:v>
                </c:pt>
                <c:pt idx="13378">
                  <c:v>55748</c:v>
                </c:pt>
                <c:pt idx="13379">
                  <c:v>55749</c:v>
                </c:pt>
                <c:pt idx="13380">
                  <c:v>55750</c:v>
                </c:pt>
                <c:pt idx="13381">
                  <c:v>55751</c:v>
                </c:pt>
                <c:pt idx="13382">
                  <c:v>55752</c:v>
                </c:pt>
                <c:pt idx="13383">
                  <c:v>55753</c:v>
                </c:pt>
                <c:pt idx="13384">
                  <c:v>55754</c:v>
                </c:pt>
                <c:pt idx="13385">
                  <c:v>55755</c:v>
                </c:pt>
                <c:pt idx="13386">
                  <c:v>55756</c:v>
                </c:pt>
                <c:pt idx="13387">
                  <c:v>55757</c:v>
                </c:pt>
                <c:pt idx="13388">
                  <c:v>55758</c:v>
                </c:pt>
                <c:pt idx="13389">
                  <c:v>55759</c:v>
                </c:pt>
                <c:pt idx="13390">
                  <c:v>55760</c:v>
                </c:pt>
                <c:pt idx="13391">
                  <c:v>55761</c:v>
                </c:pt>
                <c:pt idx="13392">
                  <c:v>55762</c:v>
                </c:pt>
                <c:pt idx="13393">
                  <c:v>55763</c:v>
                </c:pt>
                <c:pt idx="13394">
                  <c:v>55764</c:v>
                </c:pt>
                <c:pt idx="13395">
                  <c:v>55765</c:v>
                </c:pt>
                <c:pt idx="13396">
                  <c:v>55766</c:v>
                </c:pt>
                <c:pt idx="13397">
                  <c:v>55767</c:v>
                </c:pt>
                <c:pt idx="13398">
                  <c:v>55768</c:v>
                </c:pt>
                <c:pt idx="13399">
                  <c:v>55769</c:v>
                </c:pt>
                <c:pt idx="13400">
                  <c:v>55770</c:v>
                </c:pt>
                <c:pt idx="13401">
                  <c:v>55771</c:v>
                </c:pt>
                <c:pt idx="13402">
                  <c:v>55772</c:v>
                </c:pt>
                <c:pt idx="13403">
                  <c:v>55773</c:v>
                </c:pt>
                <c:pt idx="13404">
                  <c:v>55774</c:v>
                </c:pt>
                <c:pt idx="13405">
                  <c:v>55775</c:v>
                </c:pt>
                <c:pt idx="13406">
                  <c:v>55776</c:v>
                </c:pt>
                <c:pt idx="13407">
                  <c:v>55777</c:v>
                </c:pt>
                <c:pt idx="13408">
                  <c:v>55778</c:v>
                </c:pt>
                <c:pt idx="13409">
                  <c:v>55779</c:v>
                </c:pt>
                <c:pt idx="13410">
                  <c:v>55780</c:v>
                </c:pt>
                <c:pt idx="13411">
                  <c:v>55781</c:v>
                </c:pt>
                <c:pt idx="13412">
                  <c:v>55782</c:v>
                </c:pt>
                <c:pt idx="13413">
                  <c:v>55783</c:v>
                </c:pt>
                <c:pt idx="13414">
                  <c:v>55784</c:v>
                </c:pt>
                <c:pt idx="13415">
                  <c:v>55785</c:v>
                </c:pt>
                <c:pt idx="13416">
                  <c:v>55786</c:v>
                </c:pt>
                <c:pt idx="13417">
                  <c:v>55787</c:v>
                </c:pt>
                <c:pt idx="13418">
                  <c:v>55788</c:v>
                </c:pt>
                <c:pt idx="13419">
                  <c:v>55789</c:v>
                </c:pt>
                <c:pt idx="13420">
                  <c:v>55790</c:v>
                </c:pt>
                <c:pt idx="13421">
                  <c:v>55791</c:v>
                </c:pt>
                <c:pt idx="13422">
                  <c:v>55792</c:v>
                </c:pt>
                <c:pt idx="13423">
                  <c:v>55793</c:v>
                </c:pt>
                <c:pt idx="13424">
                  <c:v>55794</c:v>
                </c:pt>
                <c:pt idx="13425">
                  <c:v>55795</c:v>
                </c:pt>
                <c:pt idx="13426">
                  <c:v>55796</c:v>
                </c:pt>
                <c:pt idx="13427">
                  <c:v>55797</c:v>
                </c:pt>
                <c:pt idx="13428">
                  <c:v>55798</c:v>
                </c:pt>
                <c:pt idx="13429">
                  <c:v>55799</c:v>
                </c:pt>
                <c:pt idx="13430">
                  <c:v>55800</c:v>
                </c:pt>
                <c:pt idx="13431">
                  <c:v>55801</c:v>
                </c:pt>
                <c:pt idx="13432">
                  <c:v>55802</c:v>
                </c:pt>
                <c:pt idx="13433">
                  <c:v>55803</c:v>
                </c:pt>
                <c:pt idx="13434">
                  <c:v>55804</c:v>
                </c:pt>
                <c:pt idx="13435">
                  <c:v>55805</c:v>
                </c:pt>
                <c:pt idx="13436">
                  <c:v>55806</c:v>
                </c:pt>
                <c:pt idx="13437">
                  <c:v>55807</c:v>
                </c:pt>
                <c:pt idx="13438">
                  <c:v>55808</c:v>
                </c:pt>
                <c:pt idx="13439">
                  <c:v>55809</c:v>
                </c:pt>
                <c:pt idx="13440">
                  <c:v>55810</c:v>
                </c:pt>
                <c:pt idx="13441">
                  <c:v>55811</c:v>
                </c:pt>
                <c:pt idx="13442">
                  <c:v>55812</c:v>
                </c:pt>
                <c:pt idx="13443">
                  <c:v>55813</c:v>
                </c:pt>
                <c:pt idx="13444">
                  <c:v>55814</c:v>
                </c:pt>
                <c:pt idx="13445">
                  <c:v>55815</c:v>
                </c:pt>
                <c:pt idx="13446">
                  <c:v>55816</c:v>
                </c:pt>
                <c:pt idx="13447">
                  <c:v>55817</c:v>
                </c:pt>
                <c:pt idx="13448">
                  <c:v>55818</c:v>
                </c:pt>
                <c:pt idx="13449">
                  <c:v>55819</c:v>
                </c:pt>
                <c:pt idx="13450">
                  <c:v>55820</c:v>
                </c:pt>
                <c:pt idx="13451">
                  <c:v>55821</c:v>
                </c:pt>
                <c:pt idx="13452">
                  <c:v>55822</c:v>
                </c:pt>
                <c:pt idx="13453">
                  <c:v>55823</c:v>
                </c:pt>
                <c:pt idx="13454">
                  <c:v>55824</c:v>
                </c:pt>
                <c:pt idx="13455">
                  <c:v>55825</c:v>
                </c:pt>
                <c:pt idx="13456">
                  <c:v>55826</c:v>
                </c:pt>
                <c:pt idx="13457">
                  <c:v>55827</c:v>
                </c:pt>
                <c:pt idx="13458">
                  <c:v>55828</c:v>
                </c:pt>
                <c:pt idx="13459">
                  <c:v>55829</c:v>
                </c:pt>
                <c:pt idx="13460">
                  <c:v>55830</c:v>
                </c:pt>
                <c:pt idx="13461">
                  <c:v>55831</c:v>
                </c:pt>
                <c:pt idx="13462">
                  <c:v>55832</c:v>
                </c:pt>
                <c:pt idx="13463">
                  <c:v>55833</c:v>
                </c:pt>
                <c:pt idx="13464">
                  <c:v>55834</c:v>
                </c:pt>
                <c:pt idx="13465">
                  <c:v>55835</c:v>
                </c:pt>
                <c:pt idx="13466">
                  <c:v>55836</c:v>
                </c:pt>
                <c:pt idx="13467">
                  <c:v>55837</c:v>
                </c:pt>
                <c:pt idx="13468">
                  <c:v>55838</c:v>
                </c:pt>
                <c:pt idx="13469">
                  <c:v>55839</c:v>
                </c:pt>
                <c:pt idx="13470">
                  <c:v>55840</c:v>
                </c:pt>
                <c:pt idx="13471">
                  <c:v>55841</c:v>
                </c:pt>
                <c:pt idx="13472">
                  <c:v>55842</c:v>
                </c:pt>
                <c:pt idx="13473">
                  <c:v>55843</c:v>
                </c:pt>
                <c:pt idx="13474">
                  <c:v>55844</c:v>
                </c:pt>
                <c:pt idx="13475">
                  <c:v>55845</c:v>
                </c:pt>
                <c:pt idx="13476">
                  <c:v>55846</c:v>
                </c:pt>
                <c:pt idx="13477">
                  <c:v>55847</c:v>
                </c:pt>
                <c:pt idx="13478">
                  <c:v>55848</c:v>
                </c:pt>
                <c:pt idx="13479">
                  <c:v>55849</c:v>
                </c:pt>
                <c:pt idx="13480">
                  <c:v>55850</c:v>
                </c:pt>
                <c:pt idx="13481">
                  <c:v>55851</c:v>
                </c:pt>
                <c:pt idx="13482">
                  <c:v>55852</c:v>
                </c:pt>
                <c:pt idx="13483">
                  <c:v>55853</c:v>
                </c:pt>
                <c:pt idx="13484">
                  <c:v>55854</c:v>
                </c:pt>
                <c:pt idx="13485">
                  <c:v>55855</c:v>
                </c:pt>
                <c:pt idx="13486">
                  <c:v>55856</c:v>
                </c:pt>
                <c:pt idx="13487">
                  <c:v>55857</c:v>
                </c:pt>
                <c:pt idx="13488">
                  <c:v>55858</c:v>
                </c:pt>
                <c:pt idx="13489">
                  <c:v>55859</c:v>
                </c:pt>
                <c:pt idx="13490">
                  <c:v>55860</c:v>
                </c:pt>
                <c:pt idx="13491">
                  <c:v>55861</c:v>
                </c:pt>
                <c:pt idx="13492">
                  <c:v>55862</c:v>
                </c:pt>
                <c:pt idx="13493">
                  <c:v>55863</c:v>
                </c:pt>
                <c:pt idx="13494">
                  <c:v>55864</c:v>
                </c:pt>
                <c:pt idx="13495">
                  <c:v>55865</c:v>
                </c:pt>
                <c:pt idx="13496">
                  <c:v>55866</c:v>
                </c:pt>
                <c:pt idx="13497">
                  <c:v>55867</c:v>
                </c:pt>
                <c:pt idx="13498">
                  <c:v>55868</c:v>
                </c:pt>
                <c:pt idx="13499">
                  <c:v>55869</c:v>
                </c:pt>
                <c:pt idx="13500">
                  <c:v>55870</c:v>
                </c:pt>
                <c:pt idx="13501">
                  <c:v>55871</c:v>
                </c:pt>
                <c:pt idx="13502">
                  <c:v>55872</c:v>
                </c:pt>
                <c:pt idx="13503">
                  <c:v>55873</c:v>
                </c:pt>
                <c:pt idx="13504">
                  <c:v>55874</c:v>
                </c:pt>
                <c:pt idx="13505">
                  <c:v>55875</c:v>
                </c:pt>
                <c:pt idx="13506">
                  <c:v>55876</c:v>
                </c:pt>
                <c:pt idx="13507">
                  <c:v>55877</c:v>
                </c:pt>
                <c:pt idx="13508">
                  <c:v>55878</c:v>
                </c:pt>
                <c:pt idx="13509">
                  <c:v>55879</c:v>
                </c:pt>
                <c:pt idx="13510">
                  <c:v>55880</c:v>
                </c:pt>
                <c:pt idx="13511">
                  <c:v>55881</c:v>
                </c:pt>
                <c:pt idx="13512">
                  <c:v>55882</c:v>
                </c:pt>
                <c:pt idx="13513">
                  <c:v>55883</c:v>
                </c:pt>
                <c:pt idx="13514">
                  <c:v>55884</c:v>
                </c:pt>
                <c:pt idx="13515">
                  <c:v>55885</c:v>
                </c:pt>
                <c:pt idx="13516">
                  <c:v>55886</c:v>
                </c:pt>
                <c:pt idx="13517">
                  <c:v>55887</c:v>
                </c:pt>
                <c:pt idx="13518">
                  <c:v>55888</c:v>
                </c:pt>
                <c:pt idx="13519">
                  <c:v>55889</c:v>
                </c:pt>
                <c:pt idx="13520">
                  <c:v>55890</c:v>
                </c:pt>
                <c:pt idx="13521">
                  <c:v>55891</c:v>
                </c:pt>
                <c:pt idx="13522">
                  <c:v>55892</c:v>
                </c:pt>
                <c:pt idx="13523">
                  <c:v>55893</c:v>
                </c:pt>
                <c:pt idx="13524">
                  <c:v>55894</c:v>
                </c:pt>
                <c:pt idx="13525">
                  <c:v>55895</c:v>
                </c:pt>
                <c:pt idx="13526">
                  <c:v>55896</c:v>
                </c:pt>
                <c:pt idx="13527">
                  <c:v>55897</c:v>
                </c:pt>
                <c:pt idx="13528">
                  <c:v>55898</c:v>
                </c:pt>
                <c:pt idx="13529">
                  <c:v>55899</c:v>
                </c:pt>
                <c:pt idx="13530">
                  <c:v>55900</c:v>
                </c:pt>
                <c:pt idx="13531">
                  <c:v>55901</c:v>
                </c:pt>
                <c:pt idx="13532">
                  <c:v>55902</c:v>
                </c:pt>
                <c:pt idx="13533">
                  <c:v>55903</c:v>
                </c:pt>
                <c:pt idx="13534">
                  <c:v>55904</c:v>
                </c:pt>
                <c:pt idx="13535">
                  <c:v>55905</c:v>
                </c:pt>
                <c:pt idx="13536">
                  <c:v>55906</c:v>
                </c:pt>
                <c:pt idx="13537">
                  <c:v>55907</c:v>
                </c:pt>
                <c:pt idx="13538">
                  <c:v>55908</c:v>
                </c:pt>
                <c:pt idx="13539">
                  <c:v>55909</c:v>
                </c:pt>
                <c:pt idx="13540">
                  <c:v>55910</c:v>
                </c:pt>
                <c:pt idx="13541">
                  <c:v>55911</c:v>
                </c:pt>
                <c:pt idx="13542">
                  <c:v>55912</c:v>
                </c:pt>
                <c:pt idx="13543">
                  <c:v>55913</c:v>
                </c:pt>
                <c:pt idx="13544">
                  <c:v>55914</c:v>
                </c:pt>
                <c:pt idx="13545">
                  <c:v>55915</c:v>
                </c:pt>
                <c:pt idx="13546">
                  <c:v>55916</c:v>
                </c:pt>
                <c:pt idx="13547">
                  <c:v>55917</c:v>
                </c:pt>
                <c:pt idx="13548">
                  <c:v>55918</c:v>
                </c:pt>
                <c:pt idx="13549">
                  <c:v>55919</c:v>
                </c:pt>
                <c:pt idx="13550">
                  <c:v>55920</c:v>
                </c:pt>
                <c:pt idx="13551">
                  <c:v>55921</c:v>
                </c:pt>
                <c:pt idx="13552">
                  <c:v>55922</c:v>
                </c:pt>
                <c:pt idx="13553">
                  <c:v>55923</c:v>
                </c:pt>
                <c:pt idx="13554">
                  <c:v>55924</c:v>
                </c:pt>
                <c:pt idx="13555">
                  <c:v>55925</c:v>
                </c:pt>
                <c:pt idx="13556">
                  <c:v>55926</c:v>
                </c:pt>
                <c:pt idx="13557">
                  <c:v>55927</c:v>
                </c:pt>
                <c:pt idx="13558">
                  <c:v>55928</c:v>
                </c:pt>
                <c:pt idx="13559">
                  <c:v>55929</c:v>
                </c:pt>
                <c:pt idx="13560">
                  <c:v>55930</c:v>
                </c:pt>
                <c:pt idx="13561">
                  <c:v>55931</c:v>
                </c:pt>
                <c:pt idx="13562">
                  <c:v>55932</c:v>
                </c:pt>
                <c:pt idx="13563">
                  <c:v>55933</c:v>
                </c:pt>
                <c:pt idx="13564">
                  <c:v>55934</c:v>
                </c:pt>
                <c:pt idx="13565">
                  <c:v>55935</c:v>
                </c:pt>
                <c:pt idx="13566">
                  <c:v>55936</c:v>
                </c:pt>
                <c:pt idx="13567">
                  <c:v>55937</c:v>
                </c:pt>
                <c:pt idx="13568">
                  <c:v>55938</c:v>
                </c:pt>
                <c:pt idx="13569">
                  <c:v>55939</c:v>
                </c:pt>
                <c:pt idx="13570">
                  <c:v>55940</c:v>
                </c:pt>
                <c:pt idx="13571">
                  <c:v>55941</c:v>
                </c:pt>
                <c:pt idx="13572">
                  <c:v>55942</c:v>
                </c:pt>
                <c:pt idx="13573">
                  <c:v>55943</c:v>
                </c:pt>
                <c:pt idx="13574">
                  <c:v>55944</c:v>
                </c:pt>
                <c:pt idx="13575">
                  <c:v>55945</c:v>
                </c:pt>
                <c:pt idx="13576">
                  <c:v>55946</c:v>
                </c:pt>
                <c:pt idx="13577">
                  <c:v>55947</c:v>
                </c:pt>
                <c:pt idx="13578">
                  <c:v>55948</c:v>
                </c:pt>
                <c:pt idx="13579">
                  <c:v>55949</c:v>
                </c:pt>
                <c:pt idx="13580">
                  <c:v>55950</c:v>
                </c:pt>
                <c:pt idx="13581">
                  <c:v>55951</c:v>
                </c:pt>
                <c:pt idx="13582">
                  <c:v>55952</c:v>
                </c:pt>
                <c:pt idx="13583">
                  <c:v>55953</c:v>
                </c:pt>
                <c:pt idx="13584">
                  <c:v>55954</c:v>
                </c:pt>
                <c:pt idx="13585">
                  <c:v>55955</c:v>
                </c:pt>
                <c:pt idx="13586">
                  <c:v>55956</c:v>
                </c:pt>
                <c:pt idx="13587">
                  <c:v>55957</c:v>
                </c:pt>
                <c:pt idx="13588">
                  <c:v>55958</c:v>
                </c:pt>
                <c:pt idx="13589">
                  <c:v>55959</c:v>
                </c:pt>
                <c:pt idx="13590">
                  <c:v>55960</c:v>
                </c:pt>
                <c:pt idx="13591">
                  <c:v>55961</c:v>
                </c:pt>
                <c:pt idx="13592">
                  <c:v>55962</c:v>
                </c:pt>
                <c:pt idx="13593">
                  <c:v>55963</c:v>
                </c:pt>
                <c:pt idx="13594">
                  <c:v>55964</c:v>
                </c:pt>
                <c:pt idx="13595">
                  <c:v>55965</c:v>
                </c:pt>
                <c:pt idx="13596">
                  <c:v>55966</c:v>
                </c:pt>
                <c:pt idx="13597">
                  <c:v>55967</c:v>
                </c:pt>
                <c:pt idx="13598">
                  <c:v>55968</c:v>
                </c:pt>
                <c:pt idx="13599">
                  <c:v>55969</c:v>
                </c:pt>
                <c:pt idx="13600">
                  <c:v>55970</c:v>
                </c:pt>
                <c:pt idx="13601">
                  <c:v>55971</c:v>
                </c:pt>
                <c:pt idx="13602">
                  <c:v>55972</c:v>
                </c:pt>
                <c:pt idx="13603">
                  <c:v>55973</c:v>
                </c:pt>
                <c:pt idx="13604">
                  <c:v>55974</c:v>
                </c:pt>
                <c:pt idx="13605">
                  <c:v>55975</c:v>
                </c:pt>
                <c:pt idx="13606">
                  <c:v>55976</c:v>
                </c:pt>
                <c:pt idx="13607">
                  <c:v>55977</c:v>
                </c:pt>
                <c:pt idx="13608">
                  <c:v>55978</c:v>
                </c:pt>
                <c:pt idx="13609">
                  <c:v>55979</c:v>
                </c:pt>
                <c:pt idx="13610">
                  <c:v>55980</c:v>
                </c:pt>
                <c:pt idx="13611">
                  <c:v>55981</c:v>
                </c:pt>
                <c:pt idx="13612">
                  <c:v>55982</c:v>
                </c:pt>
                <c:pt idx="13613">
                  <c:v>55983</c:v>
                </c:pt>
                <c:pt idx="13614">
                  <c:v>55984</c:v>
                </c:pt>
                <c:pt idx="13615">
                  <c:v>55985</c:v>
                </c:pt>
                <c:pt idx="13616">
                  <c:v>55986</c:v>
                </c:pt>
                <c:pt idx="13617">
                  <c:v>55987</c:v>
                </c:pt>
                <c:pt idx="13618">
                  <c:v>55988</c:v>
                </c:pt>
                <c:pt idx="13619">
                  <c:v>55989</c:v>
                </c:pt>
                <c:pt idx="13620">
                  <c:v>55990</c:v>
                </c:pt>
                <c:pt idx="13621">
                  <c:v>55991</c:v>
                </c:pt>
                <c:pt idx="13622">
                  <c:v>55992</c:v>
                </c:pt>
                <c:pt idx="13623">
                  <c:v>55993</c:v>
                </c:pt>
                <c:pt idx="13624">
                  <c:v>55994</c:v>
                </c:pt>
                <c:pt idx="13625">
                  <c:v>55995</c:v>
                </c:pt>
                <c:pt idx="13626">
                  <c:v>55996</c:v>
                </c:pt>
                <c:pt idx="13627">
                  <c:v>55997</c:v>
                </c:pt>
                <c:pt idx="13628">
                  <c:v>55998</c:v>
                </c:pt>
                <c:pt idx="13629">
                  <c:v>55999</c:v>
                </c:pt>
                <c:pt idx="13630">
                  <c:v>56000</c:v>
                </c:pt>
                <c:pt idx="13631">
                  <c:v>56001</c:v>
                </c:pt>
                <c:pt idx="13632">
                  <c:v>56002</c:v>
                </c:pt>
                <c:pt idx="13633">
                  <c:v>56003</c:v>
                </c:pt>
                <c:pt idx="13634">
                  <c:v>56004</c:v>
                </c:pt>
                <c:pt idx="13635">
                  <c:v>56005</c:v>
                </c:pt>
                <c:pt idx="13636">
                  <c:v>56006</c:v>
                </c:pt>
                <c:pt idx="13637">
                  <c:v>56007</c:v>
                </c:pt>
                <c:pt idx="13638">
                  <c:v>56008</c:v>
                </c:pt>
                <c:pt idx="13639">
                  <c:v>56009</c:v>
                </c:pt>
                <c:pt idx="13640">
                  <c:v>56010</c:v>
                </c:pt>
                <c:pt idx="13641">
                  <c:v>56011</c:v>
                </c:pt>
                <c:pt idx="13642">
                  <c:v>56012</c:v>
                </c:pt>
                <c:pt idx="13643">
                  <c:v>56013</c:v>
                </c:pt>
                <c:pt idx="13644">
                  <c:v>56014</c:v>
                </c:pt>
                <c:pt idx="13645">
                  <c:v>56015</c:v>
                </c:pt>
                <c:pt idx="13646">
                  <c:v>56016</c:v>
                </c:pt>
                <c:pt idx="13647">
                  <c:v>56017</c:v>
                </c:pt>
                <c:pt idx="13648">
                  <c:v>56018</c:v>
                </c:pt>
                <c:pt idx="13649">
                  <c:v>56019</c:v>
                </c:pt>
                <c:pt idx="13650">
                  <c:v>56020</c:v>
                </c:pt>
                <c:pt idx="13651">
                  <c:v>56021</c:v>
                </c:pt>
                <c:pt idx="13652">
                  <c:v>56022</c:v>
                </c:pt>
                <c:pt idx="13653">
                  <c:v>56023</c:v>
                </c:pt>
                <c:pt idx="13654">
                  <c:v>56024</c:v>
                </c:pt>
                <c:pt idx="13655">
                  <c:v>56025</c:v>
                </c:pt>
                <c:pt idx="13656">
                  <c:v>56026</c:v>
                </c:pt>
                <c:pt idx="13657">
                  <c:v>56027</c:v>
                </c:pt>
                <c:pt idx="13658">
                  <c:v>56028</c:v>
                </c:pt>
                <c:pt idx="13659">
                  <c:v>56029</c:v>
                </c:pt>
                <c:pt idx="13660">
                  <c:v>56030</c:v>
                </c:pt>
                <c:pt idx="13661">
                  <c:v>56031</c:v>
                </c:pt>
                <c:pt idx="13662">
                  <c:v>56032</c:v>
                </c:pt>
                <c:pt idx="13663">
                  <c:v>56033</c:v>
                </c:pt>
                <c:pt idx="13664">
                  <c:v>56034</c:v>
                </c:pt>
                <c:pt idx="13665">
                  <c:v>56035</c:v>
                </c:pt>
                <c:pt idx="13666">
                  <c:v>56036</c:v>
                </c:pt>
                <c:pt idx="13667">
                  <c:v>56037</c:v>
                </c:pt>
                <c:pt idx="13668">
                  <c:v>56038</c:v>
                </c:pt>
                <c:pt idx="13669">
                  <c:v>56039</c:v>
                </c:pt>
                <c:pt idx="13670">
                  <c:v>56040</c:v>
                </c:pt>
                <c:pt idx="13671">
                  <c:v>56041</c:v>
                </c:pt>
                <c:pt idx="13672">
                  <c:v>56042</c:v>
                </c:pt>
                <c:pt idx="13673">
                  <c:v>56043</c:v>
                </c:pt>
                <c:pt idx="13674">
                  <c:v>56044</c:v>
                </c:pt>
                <c:pt idx="13675">
                  <c:v>56045</c:v>
                </c:pt>
                <c:pt idx="13676">
                  <c:v>56046</c:v>
                </c:pt>
                <c:pt idx="13677">
                  <c:v>56047</c:v>
                </c:pt>
                <c:pt idx="13678">
                  <c:v>56048</c:v>
                </c:pt>
                <c:pt idx="13679">
                  <c:v>56049</c:v>
                </c:pt>
                <c:pt idx="13680">
                  <c:v>56050</c:v>
                </c:pt>
                <c:pt idx="13681">
                  <c:v>56051</c:v>
                </c:pt>
                <c:pt idx="13682">
                  <c:v>56052</c:v>
                </c:pt>
                <c:pt idx="13683">
                  <c:v>56053</c:v>
                </c:pt>
                <c:pt idx="13684">
                  <c:v>56054</c:v>
                </c:pt>
                <c:pt idx="13685">
                  <c:v>56055</c:v>
                </c:pt>
                <c:pt idx="13686">
                  <c:v>56056</c:v>
                </c:pt>
                <c:pt idx="13687">
                  <c:v>56057</c:v>
                </c:pt>
                <c:pt idx="13688">
                  <c:v>56058</c:v>
                </c:pt>
                <c:pt idx="13689">
                  <c:v>56059</c:v>
                </c:pt>
                <c:pt idx="13690">
                  <c:v>56060</c:v>
                </c:pt>
                <c:pt idx="13691">
                  <c:v>56061</c:v>
                </c:pt>
                <c:pt idx="13692">
                  <c:v>56062</c:v>
                </c:pt>
                <c:pt idx="13693">
                  <c:v>56063</c:v>
                </c:pt>
                <c:pt idx="13694">
                  <c:v>56064</c:v>
                </c:pt>
                <c:pt idx="13695">
                  <c:v>56065</c:v>
                </c:pt>
                <c:pt idx="13696">
                  <c:v>56066</c:v>
                </c:pt>
                <c:pt idx="13697">
                  <c:v>56067</c:v>
                </c:pt>
                <c:pt idx="13698">
                  <c:v>56068</c:v>
                </c:pt>
                <c:pt idx="13699">
                  <c:v>56069</c:v>
                </c:pt>
                <c:pt idx="13700">
                  <c:v>56070</c:v>
                </c:pt>
                <c:pt idx="13701">
                  <c:v>56071</c:v>
                </c:pt>
                <c:pt idx="13702">
                  <c:v>56072</c:v>
                </c:pt>
                <c:pt idx="13703">
                  <c:v>56073</c:v>
                </c:pt>
                <c:pt idx="13704">
                  <c:v>56074</c:v>
                </c:pt>
                <c:pt idx="13705">
                  <c:v>56075</c:v>
                </c:pt>
                <c:pt idx="13706">
                  <c:v>56076</c:v>
                </c:pt>
                <c:pt idx="13707">
                  <c:v>56077</c:v>
                </c:pt>
                <c:pt idx="13708">
                  <c:v>56078</c:v>
                </c:pt>
                <c:pt idx="13709">
                  <c:v>56079</c:v>
                </c:pt>
                <c:pt idx="13710">
                  <c:v>56080</c:v>
                </c:pt>
                <c:pt idx="13711">
                  <c:v>56081</c:v>
                </c:pt>
                <c:pt idx="13712">
                  <c:v>56082</c:v>
                </c:pt>
                <c:pt idx="13713">
                  <c:v>56083</c:v>
                </c:pt>
                <c:pt idx="13714">
                  <c:v>56084</c:v>
                </c:pt>
                <c:pt idx="13715">
                  <c:v>56085</c:v>
                </c:pt>
                <c:pt idx="13716">
                  <c:v>56086</c:v>
                </c:pt>
                <c:pt idx="13717">
                  <c:v>56087</c:v>
                </c:pt>
                <c:pt idx="13718">
                  <c:v>56088</c:v>
                </c:pt>
                <c:pt idx="13719">
                  <c:v>56089</c:v>
                </c:pt>
                <c:pt idx="13720">
                  <c:v>56090</c:v>
                </c:pt>
                <c:pt idx="13721">
                  <c:v>56091</c:v>
                </c:pt>
                <c:pt idx="13722">
                  <c:v>56092</c:v>
                </c:pt>
                <c:pt idx="13723">
                  <c:v>56093</c:v>
                </c:pt>
                <c:pt idx="13724">
                  <c:v>56094</c:v>
                </c:pt>
                <c:pt idx="13725">
                  <c:v>56095</c:v>
                </c:pt>
                <c:pt idx="13726">
                  <c:v>56096</c:v>
                </c:pt>
                <c:pt idx="13727">
                  <c:v>56097</c:v>
                </c:pt>
                <c:pt idx="13728">
                  <c:v>56098</c:v>
                </c:pt>
                <c:pt idx="13729">
                  <c:v>56099</c:v>
                </c:pt>
                <c:pt idx="13730">
                  <c:v>56100</c:v>
                </c:pt>
                <c:pt idx="13731">
                  <c:v>56101</c:v>
                </c:pt>
                <c:pt idx="13732">
                  <c:v>56102</c:v>
                </c:pt>
                <c:pt idx="13733">
                  <c:v>56103</c:v>
                </c:pt>
                <c:pt idx="13734">
                  <c:v>56104</c:v>
                </c:pt>
                <c:pt idx="13735">
                  <c:v>56105</c:v>
                </c:pt>
                <c:pt idx="13736">
                  <c:v>56106</c:v>
                </c:pt>
                <c:pt idx="13737">
                  <c:v>56107</c:v>
                </c:pt>
                <c:pt idx="13738">
                  <c:v>56108</c:v>
                </c:pt>
                <c:pt idx="13739">
                  <c:v>56109</c:v>
                </c:pt>
                <c:pt idx="13740">
                  <c:v>56110</c:v>
                </c:pt>
                <c:pt idx="13741">
                  <c:v>56111</c:v>
                </c:pt>
                <c:pt idx="13742">
                  <c:v>56112</c:v>
                </c:pt>
                <c:pt idx="13743">
                  <c:v>56113</c:v>
                </c:pt>
                <c:pt idx="13744">
                  <c:v>56114</c:v>
                </c:pt>
                <c:pt idx="13745">
                  <c:v>56115</c:v>
                </c:pt>
                <c:pt idx="13746">
                  <c:v>56116</c:v>
                </c:pt>
                <c:pt idx="13747">
                  <c:v>56117</c:v>
                </c:pt>
                <c:pt idx="13748">
                  <c:v>56118</c:v>
                </c:pt>
                <c:pt idx="13749">
                  <c:v>56119</c:v>
                </c:pt>
                <c:pt idx="13750">
                  <c:v>56120</c:v>
                </c:pt>
                <c:pt idx="13751">
                  <c:v>56121</c:v>
                </c:pt>
                <c:pt idx="13752">
                  <c:v>56122</c:v>
                </c:pt>
                <c:pt idx="13753">
                  <c:v>56123</c:v>
                </c:pt>
                <c:pt idx="13754">
                  <c:v>56124</c:v>
                </c:pt>
                <c:pt idx="13755">
                  <c:v>56125</c:v>
                </c:pt>
                <c:pt idx="13756">
                  <c:v>56126</c:v>
                </c:pt>
                <c:pt idx="13757">
                  <c:v>56127</c:v>
                </c:pt>
                <c:pt idx="13758">
                  <c:v>56128</c:v>
                </c:pt>
                <c:pt idx="13759">
                  <c:v>56129</c:v>
                </c:pt>
                <c:pt idx="13760">
                  <c:v>56130</c:v>
                </c:pt>
                <c:pt idx="13761">
                  <c:v>56131</c:v>
                </c:pt>
                <c:pt idx="13762">
                  <c:v>56132</c:v>
                </c:pt>
                <c:pt idx="13763">
                  <c:v>56133</c:v>
                </c:pt>
                <c:pt idx="13764">
                  <c:v>56134</c:v>
                </c:pt>
                <c:pt idx="13765">
                  <c:v>56135</c:v>
                </c:pt>
                <c:pt idx="13766">
                  <c:v>56136</c:v>
                </c:pt>
                <c:pt idx="13767">
                  <c:v>56137</c:v>
                </c:pt>
                <c:pt idx="13768">
                  <c:v>56138</c:v>
                </c:pt>
                <c:pt idx="13769">
                  <c:v>56139</c:v>
                </c:pt>
                <c:pt idx="13770">
                  <c:v>56140</c:v>
                </c:pt>
                <c:pt idx="13771">
                  <c:v>56141</c:v>
                </c:pt>
                <c:pt idx="13772">
                  <c:v>56142</c:v>
                </c:pt>
                <c:pt idx="13773">
                  <c:v>56143</c:v>
                </c:pt>
                <c:pt idx="13774">
                  <c:v>56144</c:v>
                </c:pt>
                <c:pt idx="13775">
                  <c:v>56145</c:v>
                </c:pt>
                <c:pt idx="13776">
                  <c:v>56146</c:v>
                </c:pt>
                <c:pt idx="13777">
                  <c:v>56147</c:v>
                </c:pt>
                <c:pt idx="13778">
                  <c:v>56148</c:v>
                </c:pt>
                <c:pt idx="13779">
                  <c:v>56149</c:v>
                </c:pt>
                <c:pt idx="13780">
                  <c:v>56150</c:v>
                </c:pt>
                <c:pt idx="13781">
                  <c:v>56151</c:v>
                </c:pt>
                <c:pt idx="13782">
                  <c:v>56152</c:v>
                </c:pt>
                <c:pt idx="13783">
                  <c:v>56153</c:v>
                </c:pt>
                <c:pt idx="13784">
                  <c:v>56154</c:v>
                </c:pt>
                <c:pt idx="13785">
                  <c:v>56155</c:v>
                </c:pt>
                <c:pt idx="13786">
                  <c:v>56156</c:v>
                </c:pt>
                <c:pt idx="13787">
                  <c:v>56157</c:v>
                </c:pt>
                <c:pt idx="13788">
                  <c:v>56158</c:v>
                </c:pt>
                <c:pt idx="13789">
                  <c:v>56159</c:v>
                </c:pt>
                <c:pt idx="13790">
                  <c:v>56160</c:v>
                </c:pt>
                <c:pt idx="13791">
                  <c:v>56161</c:v>
                </c:pt>
                <c:pt idx="13792">
                  <c:v>56162</c:v>
                </c:pt>
                <c:pt idx="13793">
                  <c:v>56163</c:v>
                </c:pt>
                <c:pt idx="13794">
                  <c:v>56164</c:v>
                </c:pt>
                <c:pt idx="13795">
                  <c:v>56165</c:v>
                </c:pt>
                <c:pt idx="13796">
                  <c:v>56166</c:v>
                </c:pt>
                <c:pt idx="13797">
                  <c:v>56167</c:v>
                </c:pt>
                <c:pt idx="13798">
                  <c:v>56168</c:v>
                </c:pt>
                <c:pt idx="13799">
                  <c:v>56169</c:v>
                </c:pt>
                <c:pt idx="13800">
                  <c:v>56170</c:v>
                </c:pt>
                <c:pt idx="13801">
                  <c:v>56171</c:v>
                </c:pt>
                <c:pt idx="13802">
                  <c:v>56172</c:v>
                </c:pt>
                <c:pt idx="13803">
                  <c:v>56173</c:v>
                </c:pt>
                <c:pt idx="13804">
                  <c:v>56174</c:v>
                </c:pt>
                <c:pt idx="13805">
                  <c:v>56175</c:v>
                </c:pt>
                <c:pt idx="13806">
                  <c:v>56176</c:v>
                </c:pt>
                <c:pt idx="13807">
                  <c:v>56177</c:v>
                </c:pt>
                <c:pt idx="13808">
                  <c:v>56178</c:v>
                </c:pt>
                <c:pt idx="13809">
                  <c:v>56179</c:v>
                </c:pt>
                <c:pt idx="13810">
                  <c:v>56180</c:v>
                </c:pt>
                <c:pt idx="13811">
                  <c:v>56181</c:v>
                </c:pt>
                <c:pt idx="13812">
                  <c:v>56182</c:v>
                </c:pt>
                <c:pt idx="13813">
                  <c:v>56183</c:v>
                </c:pt>
                <c:pt idx="13814">
                  <c:v>56184</c:v>
                </c:pt>
                <c:pt idx="13815">
                  <c:v>56185</c:v>
                </c:pt>
                <c:pt idx="13816">
                  <c:v>56186</c:v>
                </c:pt>
                <c:pt idx="13817">
                  <c:v>56187</c:v>
                </c:pt>
                <c:pt idx="13818">
                  <c:v>56188</c:v>
                </c:pt>
                <c:pt idx="13819">
                  <c:v>56189</c:v>
                </c:pt>
                <c:pt idx="13820">
                  <c:v>56190</c:v>
                </c:pt>
                <c:pt idx="13821">
                  <c:v>56191</c:v>
                </c:pt>
                <c:pt idx="13822">
                  <c:v>56192</c:v>
                </c:pt>
                <c:pt idx="13823">
                  <c:v>56193</c:v>
                </c:pt>
                <c:pt idx="13824">
                  <c:v>56194</c:v>
                </c:pt>
                <c:pt idx="13825">
                  <c:v>56195</c:v>
                </c:pt>
                <c:pt idx="13826">
                  <c:v>56196</c:v>
                </c:pt>
                <c:pt idx="13827">
                  <c:v>56197</c:v>
                </c:pt>
                <c:pt idx="13828">
                  <c:v>56198</c:v>
                </c:pt>
                <c:pt idx="13829">
                  <c:v>56199</c:v>
                </c:pt>
                <c:pt idx="13830">
                  <c:v>56200</c:v>
                </c:pt>
                <c:pt idx="13831">
                  <c:v>56201</c:v>
                </c:pt>
                <c:pt idx="13832">
                  <c:v>56202</c:v>
                </c:pt>
                <c:pt idx="13833">
                  <c:v>56203</c:v>
                </c:pt>
                <c:pt idx="13834">
                  <c:v>56204</c:v>
                </c:pt>
                <c:pt idx="13835">
                  <c:v>56205</c:v>
                </c:pt>
                <c:pt idx="13836">
                  <c:v>56206</c:v>
                </c:pt>
                <c:pt idx="13837">
                  <c:v>56207</c:v>
                </c:pt>
                <c:pt idx="13838">
                  <c:v>56208</c:v>
                </c:pt>
                <c:pt idx="13839">
                  <c:v>56209</c:v>
                </c:pt>
                <c:pt idx="13840">
                  <c:v>56210</c:v>
                </c:pt>
                <c:pt idx="13841">
                  <c:v>56211</c:v>
                </c:pt>
                <c:pt idx="13842">
                  <c:v>56212</c:v>
                </c:pt>
                <c:pt idx="13843">
                  <c:v>56213</c:v>
                </c:pt>
                <c:pt idx="13844">
                  <c:v>56214</c:v>
                </c:pt>
                <c:pt idx="13845">
                  <c:v>56215</c:v>
                </c:pt>
                <c:pt idx="13846">
                  <c:v>56216</c:v>
                </c:pt>
                <c:pt idx="13847">
                  <c:v>56217</c:v>
                </c:pt>
                <c:pt idx="13848">
                  <c:v>56218</c:v>
                </c:pt>
                <c:pt idx="13849">
                  <c:v>56219</c:v>
                </c:pt>
                <c:pt idx="13850">
                  <c:v>56220</c:v>
                </c:pt>
                <c:pt idx="13851">
                  <c:v>56221</c:v>
                </c:pt>
                <c:pt idx="13852">
                  <c:v>56222</c:v>
                </c:pt>
                <c:pt idx="13853">
                  <c:v>56223</c:v>
                </c:pt>
                <c:pt idx="13854">
                  <c:v>56224</c:v>
                </c:pt>
                <c:pt idx="13855">
                  <c:v>56225</c:v>
                </c:pt>
                <c:pt idx="13856">
                  <c:v>56226</c:v>
                </c:pt>
                <c:pt idx="13857">
                  <c:v>56227</c:v>
                </c:pt>
                <c:pt idx="13858">
                  <c:v>56228</c:v>
                </c:pt>
                <c:pt idx="13859">
                  <c:v>56229</c:v>
                </c:pt>
                <c:pt idx="13860">
                  <c:v>56230</c:v>
                </c:pt>
                <c:pt idx="13861">
                  <c:v>56231</c:v>
                </c:pt>
                <c:pt idx="13862">
                  <c:v>56232</c:v>
                </c:pt>
                <c:pt idx="13863">
                  <c:v>56233</c:v>
                </c:pt>
                <c:pt idx="13864">
                  <c:v>56234</c:v>
                </c:pt>
                <c:pt idx="13865">
                  <c:v>56235</c:v>
                </c:pt>
                <c:pt idx="13866">
                  <c:v>56236</c:v>
                </c:pt>
                <c:pt idx="13867">
                  <c:v>56237</c:v>
                </c:pt>
                <c:pt idx="13868">
                  <c:v>56238</c:v>
                </c:pt>
                <c:pt idx="13869">
                  <c:v>56239</c:v>
                </c:pt>
                <c:pt idx="13870">
                  <c:v>56240</c:v>
                </c:pt>
                <c:pt idx="13871">
                  <c:v>56241</c:v>
                </c:pt>
                <c:pt idx="13872">
                  <c:v>56242</c:v>
                </c:pt>
                <c:pt idx="13873">
                  <c:v>56243</c:v>
                </c:pt>
                <c:pt idx="13874">
                  <c:v>56244</c:v>
                </c:pt>
                <c:pt idx="13875">
                  <c:v>56245</c:v>
                </c:pt>
                <c:pt idx="13876">
                  <c:v>56246</c:v>
                </c:pt>
                <c:pt idx="13877">
                  <c:v>56247</c:v>
                </c:pt>
                <c:pt idx="13878">
                  <c:v>56248</c:v>
                </c:pt>
                <c:pt idx="13879">
                  <c:v>56249</c:v>
                </c:pt>
                <c:pt idx="13880">
                  <c:v>56250</c:v>
                </c:pt>
                <c:pt idx="13881">
                  <c:v>56251</c:v>
                </c:pt>
                <c:pt idx="13882">
                  <c:v>56252</c:v>
                </c:pt>
                <c:pt idx="13883">
                  <c:v>56253</c:v>
                </c:pt>
                <c:pt idx="13884">
                  <c:v>56254</c:v>
                </c:pt>
                <c:pt idx="13885">
                  <c:v>56255</c:v>
                </c:pt>
                <c:pt idx="13886">
                  <c:v>56256</c:v>
                </c:pt>
                <c:pt idx="13887">
                  <c:v>56257</c:v>
                </c:pt>
                <c:pt idx="13888">
                  <c:v>56258</c:v>
                </c:pt>
                <c:pt idx="13889">
                  <c:v>56259</c:v>
                </c:pt>
                <c:pt idx="13890">
                  <c:v>56260</c:v>
                </c:pt>
                <c:pt idx="13891">
                  <c:v>56261</c:v>
                </c:pt>
                <c:pt idx="13892">
                  <c:v>56262</c:v>
                </c:pt>
                <c:pt idx="13893">
                  <c:v>56263</c:v>
                </c:pt>
                <c:pt idx="13894">
                  <c:v>56264</c:v>
                </c:pt>
                <c:pt idx="13895">
                  <c:v>56265</c:v>
                </c:pt>
                <c:pt idx="13896">
                  <c:v>56266</c:v>
                </c:pt>
                <c:pt idx="13897">
                  <c:v>56267</c:v>
                </c:pt>
                <c:pt idx="13898">
                  <c:v>56268</c:v>
                </c:pt>
                <c:pt idx="13899">
                  <c:v>56269</c:v>
                </c:pt>
                <c:pt idx="13900">
                  <c:v>56270</c:v>
                </c:pt>
                <c:pt idx="13901">
                  <c:v>56271</c:v>
                </c:pt>
                <c:pt idx="13902">
                  <c:v>56272</c:v>
                </c:pt>
                <c:pt idx="13903">
                  <c:v>56273</c:v>
                </c:pt>
                <c:pt idx="13904">
                  <c:v>56274</c:v>
                </c:pt>
                <c:pt idx="13905">
                  <c:v>56275</c:v>
                </c:pt>
                <c:pt idx="13906">
                  <c:v>56276</c:v>
                </c:pt>
                <c:pt idx="13907">
                  <c:v>56277</c:v>
                </c:pt>
                <c:pt idx="13908">
                  <c:v>56278</c:v>
                </c:pt>
                <c:pt idx="13909">
                  <c:v>56279</c:v>
                </c:pt>
                <c:pt idx="13910">
                  <c:v>56280</c:v>
                </c:pt>
                <c:pt idx="13911">
                  <c:v>56281</c:v>
                </c:pt>
                <c:pt idx="13912">
                  <c:v>56282</c:v>
                </c:pt>
                <c:pt idx="13913">
                  <c:v>56283</c:v>
                </c:pt>
                <c:pt idx="13914">
                  <c:v>56284</c:v>
                </c:pt>
                <c:pt idx="13915">
                  <c:v>56285</c:v>
                </c:pt>
                <c:pt idx="13916">
                  <c:v>56286</c:v>
                </c:pt>
                <c:pt idx="13917">
                  <c:v>56287</c:v>
                </c:pt>
                <c:pt idx="13918">
                  <c:v>56288</c:v>
                </c:pt>
                <c:pt idx="13919">
                  <c:v>56289</c:v>
                </c:pt>
                <c:pt idx="13920">
                  <c:v>56290</c:v>
                </c:pt>
                <c:pt idx="13921">
                  <c:v>56291</c:v>
                </c:pt>
                <c:pt idx="13922">
                  <c:v>56292</c:v>
                </c:pt>
                <c:pt idx="13923">
                  <c:v>56293</c:v>
                </c:pt>
                <c:pt idx="13924">
                  <c:v>56294</c:v>
                </c:pt>
                <c:pt idx="13925">
                  <c:v>56295</c:v>
                </c:pt>
                <c:pt idx="13926">
                  <c:v>56296</c:v>
                </c:pt>
                <c:pt idx="13927">
                  <c:v>56297</c:v>
                </c:pt>
                <c:pt idx="13928">
                  <c:v>56298</c:v>
                </c:pt>
                <c:pt idx="13929">
                  <c:v>56299</c:v>
                </c:pt>
                <c:pt idx="13930">
                  <c:v>56300</c:v>
                </c:pt>
                <c:pt idx="13931">
                  <c:v>56301</c:v>
                </c:pt>
                <c:pt idx="13932">
                  <c:v>56302</c:v>
                </c:pt>
                <c:pt idx="13933">
                  <c:v>56303</c:v>
                </c:pt>
                <c:pt idx="13934">
                  <c:v>56304</c:v>
                </c:pt>
                <c:pt idx="13935">
                  <c:v>56305</c:v>
                </c:pt>
                <c:pt idx="13936">
                  <c:v>56306</c:v>
                </c:pt>
                <c:pt idx="13937">
                  <c:v>56307</c:v>
                </c:pt>
                <c:pt idx="13938">
                  <c:v>56308</c:v>
                </c:pt>
                <c:pt idx="13939">
                  <c:v>56309</c:v>
                </c:pt>
                <c:pt idx="13940">
                  <c:v>56310</c:v>
                </c:pt>
                <c:pt idx="13941">
                  <c:v>56311</c:v>
                </c:pt>
                <c:pt idx="13942">
                  <c:v>56312</c:v>
                </c:pt>
                <c:pt idx="13943">
                  <c:v>56313</c:v>
                </c:pt>
                <c:pt idx="13944">
                  <c:v>56314</c:v>
                </c:pt>
                <c:pt idx="13945">
                  <c:v>56315</c:v>
                </c:pt>
                <c:pt idx="13946">
                  <c:v>56316</c:v>
                </c:pt>
                <c:pt idx="13947">
                  <c:v>56317</c:v>
                </c:pt>
                <c:pt idx="13948">
                  <c:v>56318</c:v>
                </c:pt>
                <c:pt idx="13949">
                  <c:v>56319</c:v>
                </c:pt>
                <c:pt idx="13950">
                  <c:v>56320</c:v>
                </c:pt>
                <c:pt idx="13951">
                  <c:v>56321</c:v>
                </c:pt>
                <c:pt idx="13952">
                  <c:v>56322</c:v>
                </c:pt>
                <c:pt idx="13953">
                  <c:v>56323</c:v>
                </c:pt>
                <c:pt idx="13954">
                  <c:v>56324</c:v>
                </c:pt>
                <c:pt idx="13955">
                  <c:v>56325</c:v>
                </c:pt>
                <c:pt idx="13956">
                  <c:v>56326</c:v>
                </c:pt>
                <c:pt idx="13957">
                  <c:v>56327</c:v>
                </c:pt>
                <c:pt idx="13958">
                  <c:v>56328</c:v>
                </c:pt>
                <c:pt idx="13959">
                  <c:v>56329</c:v>
                </c:pt>
                <c:pt idx="13960">
                  <c:v>56330</c:v>
                </c:pt>
                <c:pt idx="13961">
                  <c:v>56331</c:v>
                </c:pt>
                <c:pt idx="13962">
                  <c:v>56332</c:v>
                </c:pt>
                <c:pt idx="13963">
                  <c:v>56333</c:v>
                </c:pt>
                <c:pt idx="13964">
                  <c:v>56334</c:v>
                </c:pt>
                <c:pt idx="13965">
                  <c:v>56335</c:v>
                </c:pt>
                <c:pt idx="13966">
                  <c:v>56336</c:v>
                </c:pt>
                <c:pt idx="13967">
                  <c:v>56337</c:v>
                </c:pt>
                <c:pt idx="13968">
                  <c:v>56338</c:v>
                </c:pt>
                <c:pt idx="13969">
                  <c:v>56339</c:v>
                </c:pt>
                <c:pt idx="13970">
                  <c:v>56340</c:v>
                </c:pt>
                <c:pt idx="13971">
                  <c:v>56341</c:v>
                </c:pt>
                <c:pt idx="13972">
                  <c:v>56342</c:v>
                </c:pt>
                <c:pt idx="13973">
                  <c:v>56343</c:v>
                </c:pt>
                <c:pt idx="13974">
                  <c:v>56344</c:v>
                </c:pt>
                <c:pt idx="13975">
                  <c:v>56345</c:v>
                </c:pt>
                <c:pt idx="13976">
                  <c:v>56346</c:v>
                </c:pt>
                <c:pt idx="13977">
                  <c:v>56347</c:v>
                </c:pt>
                <c:pt idx="13978">
                  <c:v>56348</c:v>
                </c:pt>
                <c:pt idx="13979">
                  <c:v>56349</c:v>
                </c:pt>
                <c:pt idx="13980">
                  <c:v>56350</c:v>
                </c:pt>
                <c:pt idx="13981">
                  <c:v>56351</c:v>
                </c:pt>
                <c:pt idx="13982">
                  <c:v>56352</c:v>
                </c:pt>
                <c:pt idx="13983">
                  <c:v>56353</c:v>
                </c:pt>
                <c:pt idx="13984">
                  <c:v>56354</c:v>
                </c:pt>
                <c:pt idx="13985">
                  <c:v>56355</c:v>
                </c:pt>
                <c:pt idx="13986">
                  <c:v>56356</c:v>
                </c:pt>
                <c:pt idx="13987">
                  <c:v>56357</c:v>
                </c:pt>
                <c:pt idx="13988">
                  <c:v>56358</c:v>
                </c:pt>
                <c:pt idx="13989">
                  <c:v>56359</c:v>
                </c:pt>
                <c:pt idx="13990">
                  <c:v>56360</c:v>
                </c:pt>
                <c:pt idx="13991">
                  <c:v>56361</c:v>
                </c:pt>
                <c:pt idx="13992">
                  <c:v>56362</c:v>
                </c:pt>
                <c:pt idx="13993">
                  <c:v>56363</c:v>
                </c:pt>
                <c:pt idx="13994">
                  <c:v>56364</c:v>
                </c:pt>
                <c:pt idx="13995">
                  <c:v>56365</c:v>
                </c:pt>
                <c:pt idx="13996">
                  <c:v>56366</c:v>
                </c:pt>
                <c:pt idx="13997">
                  <c:v>56367</c:v>
                </c:pt>
                <c:pt idx="13998">
                  <c:v>56368</c:v>
                </c:pt>
                <c:pt idx="13999">
                  <c:v>56369</c:v>
                </c:pt>
                <c:pt idx="14000">
                  <c:v>56370</c:v>
                </c:pt>
                <c:pt idx="14001">
                  <c:v>56371</c:v>
                </c:pt>
                <c:pt idx="14002">
                  <c:v>56372</c:v>
                </c:pt>
                <c:pt idx="14003">
                  <c:v>56373</c:v>
                </c:pt>
                <c:pt idx="14004">
                  <c:v>56374</c:v>
                </c:pt>
                <c:pt idx="14005">
                  <c:v>56375</c:v>
                </c:pt>
                <c:pt idx="14006">
                  <c:v>56376</c:v>
                </c:pt>
                <c:pt idx="14007">
                  <c:v>56377</c:v>
                </c:pt>
                <c:pt idx="14008">
                  <c:v>56378</c:v>
                </c:pt>
                <c:pt idx="14009">
                  <c:v>56379</c:v>
                </c:pt>
                <c:pt idx="14010">
                  <c:v>56380</c:v>
                </c:pt>
                <c:pt idx="14011">
                  <c:v>56381</c:v>
                </c:pt>
                <c:pt idx="14012">
                  <c:v>56382</c:v>
                </c:pt>
                <c:pt idx="14013">
                  <c:v>56383</c:v>
                </c:pt>
                <c:pt idx="14014">
                  <c:v>56384</c:v>
                </c:pt>
                <c:pt idx="14015">
                  <c:v>56385</c:v>
                </c:pt>
                <c:pt idx="14016">
                  <c:v>56386</c:v>
                </c:pt>
                <c:pt idx="14017">
                  <c:v>56387</c:v>
                </c:pt>
                <c:pt idx="14018">
                  <c:v>56388</c:v>
                </c:pt>
                <c:pt idx="14019">
                  <c:v>56389</c:v>
                </c:pt>
                <c:pt idx="14020">
                  <c:v>56390</c:v>
                </c:pt>
                <c:pt idx="14021">
                  <c:v>56391</c:v>
                </c:pt>
                <c:pt idx="14022">
                  <c:v>56392</c:v>
                </c:pt>
                <c:pt idx="14023">
                  <c:v>56393</c:v>
                </c:pt>
                <c:pt idx="14024">
                  <c:v>56394</c:v>
                </c:pt>
                <c:pt idx="14025">
                  <c:v>56395</c:v>
                </c:pt>
                <c:pt idx="14026">
                  <c:v>56396</c:v>
                </c:pt>
                <c:pt idx="14027">
                  <c:v>56397</c:v>
                </c:pt>
                <c:pt idx="14028">
                  <c:v>56398</c:v>
                </c:pt>
                <c:pt idx="14029">
                  <c:v>56399</c:v>
                </c:pt>
                <c:pt idx="14030">
                  <c:v>56400</c:v>
                </c:pt>
                <c:pt idx="14031">
                  <c:v>56401</c:v>
                </c:pt>
                <c:pt idx="14032">
                  <c:v>56402</c:v>
                </c:pt>
                <c:pt idx="14033">
                  <c:v>56403</c:v>
                </c:pt>
                <c:pt idx="14034">
                  <c:v>56404</c:v>
                </c:pt>
                <c:pt idx="14035">
                  <c:v>56405</c:v>
                </c:pt>
                <c:pt idx="14036">
                  <c:v>56406</c:v>
                </c:pt>
                <c:pt idx="14037">
                  <c:v>56407</c:v>
                </c:pt>
                <c:pt idx="14038">
                  <c:v>56408</c:v>
                </c:pt>
                <c:pt idx="14039">
                  <c:v>56409</c:v>
                </c:pt>
                <c:pt idx="14040">
                  <c:v>56410</c:v>
                </c:pt>
                <c:pt idx="14041">
                  <c:v>56411</c:v>
                </c:pt>
                <c:pt idx="14042">
                  <c:v>56412</c:v>
                </c:pt>
                <c:pt idx="14043">
                  <c:v>56413</c:v>
                </c:pt>
                <c:pt idx="14044">
                  <c:v>56414</c:v>
                </c:pt>
                <c:pt idx="14045">
                  <c:v>56415</c:v>
                </c:pt>
                <c:pt idx="14046">
                  <c:v>56416</c:v>
                </c:pt>
                <c:pt idx="14047">
                  <c:v>56417</c:v>
                </c:pt>
                <c:pt idx="14048">
                  <c:v>56418</c:v>
                </c:pt>
                <c:pt idx="14049">
                  <c:v>56419</c:v>
                </c:pt>
                <c:pt idx="14050">
                  <c:v>56420</c:v>
                </c:pt>
                <c:pt idx="14051">
                  <c:v>56421</c:v>
                </c:pt>
                <c:pt idx="14052">
                  <c:v>56422</c:v>
                </c:pt>
                <c:pt idx="14053">
                  <c:v>56423</c:v>
                </c:pt>
                <c:pt idx="14054">
                  <c:v>56424</c:v>
                </c:pt>
                <c:pt idx="14055">
                  <c:v>56425</c:v>
                </c:pt>
                <c:pt idx="14056">
                  <c:v>56426</c:v>
                </c:pt>
                <c:pt idx="14057">
                  <c:v>56427</c:v>
                </c:pt>
                <c:pt idx="14058">
                  <c:v>56428</c:v>
                </c:pt>
                <c:pt idx="14059">
                  <c:v>56429</c:v>
                </c:pt>
                <c:pt idx="14060">
                  <c:v>56430</c:v>
                </c:pt>
                <c:pt idx="14061">
                  <c:v>56431</c:v>
                </c:pt>
                <c:pt idx="14062">
                  <c:v>56432</c:v>
                </c:pt>
                <c:pt idx="14063">
                  <c:v>56433</c:v>
                </c:pt>
                <c:pt idx="14064">
                  <c:v>56434</c:v>
                </c:pt>
                <c:pt idx="14065">
                  <c:v>56435</c:v>
                </c:pt>
                <c:pt idx="14066">
                  <c:v>56436</c:v>
                </c:pt>
                <c:pt idx="14067">
                  <c:v>56437</c:v>
                </c:pt>
                <c:pt idx="14068">
                  <c:v>56438</c:v>
                </c:pt>
                <c:pt idx="14069">
                  <c:v>56439</c:v>
                </c:pt>
                <c:pt idx="14070">
                  <c:v>56440</c:v>
                </c:pt>
                <c:pt idx="14071">
                  <c:v>56441</c:v>
                </c:pt>
                <c:pt idx="14072">
                  <c:v>56442</c:v>
                </c:pt>
                <c:pt idx="14073">
                  <c:v>56443</c:v>
                </c:pt>
                <c:pt idx="14074">
                  <c:v>56444</c:v>
                </c:pt>
                <c:pt idx="14075">
                  <c:v>56445</c:v>
                </c:pt>
                <c:pt idx="14076">
                  <c:v>56446</c:v>
                </c:pt>
                <c:pt idx="14077">
                  <c:v>56447</c:v>
                </c:pt>
                <c:pt idx="14078">
                  <c:v>56448</c:v>
                </c:pt>
                <c:pt idx="14079">
                  <c:v>56449</c:v>
                </c:pt>
                <c:pt idx="14080">
                  <c:v>56450</c:v>
                </c:pt>
                <c:pt idx="14081">
                  <c:v>56451</c:v>
                </c:pt>
                <c:pt idx="14082">
                  <c:v>56452</c:v>
                </c:pt>
                <c:pt idx="14083">
                  <c:v>56453</c:v>
                </c:pt>
                <c:pt idx="14084">
                  <c:v>56454</c:v>
                </c:pt>
                <c:pt idx="14085">
                  <c:v>56455</c:v>
                </c:pt>
                <c:pt idx="14086">
                  <c:v>56456</c:v>
                </c:pt>
                <c:pt idx="14087">
                  <c:v>56457</c:v>
                </c:pt>
                <c:pt idx="14088">
                  <c:v>56458</c:v>
                </c:pt>
                <c:pt idx="14089">
                  <c:v>56459</c:v>
                </c:pt>
                <c:pt idx="14090">
                  <c:v>56460</c:v>
                </c:pt>
                <c:pt idx="14091">
                  <c:v>56461</c:v>
                </c:pt>
                <c:pt idx="14092">
                  <c:v>56462</c:v>
                </c:pt>
                <c:pt idx="14093">
                  <c:v>56463</c:v>
                </c:pt>
                <c:pt idx="14094">
                  <c:v>56464</c:v>
                </c:pt>
                <c:pt idx="14095">
                  <c:v>56465</c:v>
                </c:pt>
                <c:pt idx="14096">
                  <c:v>56466</c:v>
                </c:pt>
                <c:pt idx="14097">
                  <c:v>56467</c:v>
                </c:pt>
                <c:pt idx="14098">
                  <c:v>56468</c:v>
                </c:pt>
                <c:pt idx="14099">
                  <c:v>56469</c:v>
                </c:pt>
                <c:pt idx="14100">
                  <c:v>56470</c:v>
                </c:pt>
                <c:pt idx="14101">
                  <c:v>56471</c:v>
                </c:pt>
                <c:pt idx="14102">
                  <c:v>56472</c:v>
                </c:pt>
                <c:pt idx="14103">
                  <c:v>56473</c:v>
                </c:pt>
                <c:pt idx="14104">
                  <c:v>56474</c:v>
                </c:pt>
                <c:pt idx="14105">
                  <c:v>56475</c:v>
                </c:pt>
                <c:pt idx="14106">
                  <c:v>56476</c:v>
                </c:pt>
                <c:pt idx="14107">
                  <c:v>56477</c:v>
                </c:pt>
                <c:pt idx="14108">
                  <c:v>56478</c:v>
                </c:pt>
                <c:pt idx="14109">
                  <c:v>56479</c:v>
                </c:pt>
                <c:pt idx="14110">
                  <c:v>56480</c:v>
                </c:pt>
                <c:pt idx="14111">
                  <c:v>56481</c:v>
                </c:pt>
                <c:pt idx="14112">
                  <c:v>56482</c:v>
                </c:pt>
                <c:pt idx="14113">
                  <c:v>56483</c:v>
                </c:pt>
                <c:pt idx="14114">
                  <c:v>56484</c:v>
                </c:pt>
                <c:pt idx="14115">
                  <c:v>56485</c:v>
                </c:pt>
                <c:pt idx="14116">
                  <c:v>56486</c:v>
                </c:pt>
                <c:pt idx="14117">
                  <c:v>56487</c:v>
                </c:pt>
                <c:pt idx="14118">
                  <c:v>56488</c:v>
                </c:pt>
                <c:pt idx="14119">
                  <c:v>56489</c:v>
                </c:pt>
                <c:pt idx="14120">
                  <c:v>56490</c:v>
                </c:pt>
                <c:pt idx="14121">
                  <c:v>56491</c:v>
                </c:pt>
                <c:pt idx="14122">
                  <c:v>56492</c:v>
                </c:pt>
                <c:pt idx="14123">
                  <c:v>56493</c:v>
                </c:pt>
                <c:pt idx="14124">
                  <c:v>56494</c:v>
                </c:pt>
                <c:pt idx="14125">
                  <c:v>56495</c:v>
                </c:pt>
                <c:pt idx="14126">
                  <c:v>56496</c:v>
                </c:pt>
                <c:pt idx="14127">
                  <c:v>56497</c:v>
                </c:pt>
                <c:pt idx="14128">
                  <c:v>56498</c:v>
                </c:pt>
                <c:pt idx="14129">
                  <c:v>56499</c:v>
                </c:pt>
                <c:pt idx="14130">
                  <c:v>56500</c:v>
                </c:pt>
                <c:pt idx="14131">
                  <c:v>56501</c:v>
                </c:pt>
                <c:pt idx="14132">
                  <c:v>56502</c:v>
                </c:pt>
                <c:pt idx="14133">
                  <c:v>56503</c:v>
                </c:pt>
                <c:pt idx="14134">
                  <c:v>56504</c:v>
                </c:pt>
                <c:pt idx="14135">
                  <c:v>56505</c:v>
                </c:pt>
                <c:pt idx="14136">
                  <c:v>56506</c:v>
                </c:pt>
                <c:pt idx="14137">
                  <c:v>56507</c:v>
                </c:pt>
                <c:pt idx="14138">
                  <c:v>56508</c:v>
                </c:pt>
                <c:pt idx="14139">
                  <c:v>56509</c:v>
                </c:pt>
                <c:pt idx="14140">
                  <c:v>56510</c:v>
                </c:pt>
                <c:pt idx="14141">
                  <c:v>56511</c:v>
                </c:pt>
                <c:pt idx="14142">
                  <c:v>56512</c:v>
                </c:pt>
                <c:pt idx="14143">
                  <c:v>56513</c:v>
                </c:pt>
                <c:pt idx="14144">
                  <c:v>56514</c:v>
                </c:pt>
                <c:pt idx="14145">
                  <c:v>56515</c:v>
                </c:pt>
                <c:pt idx="14146">
                  <c:v>56516</c:v>
                </c:pt>
                <c:pt idx="14147">
                  <c:v>56517</c:v>
                </c:pt>
                <c:pt idx="14148">
                  <c:v>56518</c:v>
                </c:pt>
                <c:pt idx="14149">
                  <c:v>56519</c:v>
                </c:pt>
                <c:pt idx="14150">
                  <c:v>56520</c:v>
                </c:pt>
                <c:pt idx="14151">
                  <c:v>56521</c:v>
                </c:pt>
                <c:pt idx="14152">
                  <c:v>56522</c:v>
                </c:pt>
                <c:pt idx="14153">
                  <c:v>56523</c:v>
                </c:pt>
                <c:pt idx="14154">
                  <c:v>56524</c:v>
                </c:pt>
                <c:pt idx="14155">
                  <c:v>56525</c:v>
                </c:pt>
                <c:pt idx="14156">
                  <c:v>56526</c:v>
                </c:pt>
                <c:pt idx="14157">
                  <c:v>56527</c:v>
                </c:pt>
                <c:pt idx="14158">
                  <c:v>56528</c:v>
                </c:pt>
                <c:pt idx="14159">
                  <c:v>56529</c:v>
                </c:pt>
                <c:pt idx="14160">
                  <c:v>56530</c:v>
                </c:pt>
                <c:pt idx="14161">
                  <c:v>56531</c:v>
                </c:pt>
                <c:pt idx="14162">
                  <c:v>56532</c:v>
                </c:pt>
                <c:pt idx="14163">
                  <c:v>56533</c:v>
                </c:pt>
                <c:pt idx="14164">
                  <c:v>56534</c:v>
                </c:pt>
                <c:pt idx="14165">
                  <c:v>56535</c:v>
                </c:pt>
                <c:pt idx="14166">
                  <c:v>56536</c:v>
                </c:pt>
                <c:pt idx="14167">
                  <c:v>56537</c:v>
                </c:pt>
                <c:pt idx="14168">
                  <c:v>56538</c:v>
                </c:pt>
                <c:pt idx="14169">
                  <c:v>56539</c:v>
                </c:pt>
                <c:pt idx="14170">
                  <c:v>56540</c:v>
                </c:pt>
                <c:pt idx="14171">
                  <c:v>56541</c:v>
                </c:pt>
                <c:pt idx="14172">
                  <c:v>56542</c:v>
                </c:pt>
                <c:pt idx="14173">
                  <c:v>56543</c:v>
                </c:pt>
                <c:pt idx="14174">
                  <c:v>56544</c:v>
                </c:pt>
                <c:pt idx="14175">
                  <c:v>56545</c:v>
                </c:pt>
                <c:pt idx="14176">
                  <c:v>56546</c:v>
                </c:pt>
                <c:pt idx="14177">
                  <c:v>56547</c:v>
                </c:pt>
                <c:pt idx="14178">
                  <c:v>56548</c:v>
                </c:pt>
                <c:pt idx="14179">
                  <c:v>56549</c:v>
                </c:pt>
                <c:pt idx="14180">
                  <c:v>56550</c:v>
                </c:pt>
                <c:pt idx="14181">
                  <c:v>56551</c:v>
                </c:pt>
                <c:pt idx="14182">
                  <c:v>56552</c:v>
                </c:pt>
                <c:pt idx="14183">
                  <c:v>56553</c:v>
                </c:pt>
                <c:pt idx="14184">
                  <c:v>56554</c:v>
                </c:pt>
                <c:pt idx="14185">
                  <c:v>56555</c:v>
                </c:pt>
                <c:pt idx="14186">
                  <c:v>56556</c:v>
                </c:pt>
                <c:pt idx="14187">
                  <c:v>56557</c:v>
                </c:pt>
                <c:pt idx="14188">
                  <c:v>56558</c:v>
                </c:pt>
                <c:pt idx="14189">
                  <c:v>56559</c:v>
                </c:pt>
                <c:pt idx="14190">
                  <c:v>56560</c:v>
                </c:pt>
                <c:pt idx="14191">
                  <c:v>56561</c:v>
                </c:pt>
                <c:pt idx="14192">
                  <c:v>56562</c:v>
                </c:pt>
                <c:pt idx="14193">
                  <c:v>56563</c:v>
                </c:pt>
                <c:pt idx="14194">
                  <c:v>56564</c:v>
                </c:pt>
                <c:pt idx="14195">
                  <c:v>56565</c:v>
                </c:pt>
                <c:pt idx="14196">
                  <c:v>56566</c:v>
                </c:pt>
                <c:pt idx="14197">
                  <c:v>56567</c:v>
                </c:pt>
                <c:pt idx="14198">
                  <c:v>56568</c:v>
                </c:pt>
                <c:pt idx="14199">
                  <c:v>56569</c:v>
                </c:pt>
                <c:pt idx="14200">
                  <c:v>56570</c:v>
                </c:pt>
                <c:pt idx="14201">
                  <c:v>56571</c:v>
                </c:pt>
                <c:pt idx="14202">
                  <c:v>56572</c:v>
                </c:pt>
                <c:pt idx="14203">
                  <c:v>56573</c:v>
                </c:pt>
                <c:pt idx="14204">
                  <c:v>56574</c:v>
                </c:pt>
                <c:pt idx="14205">
                  <c:v>56575</c:v>
                </c:pt>
                <c:pt idx="14206">
                  <c:v>56576</c:v>
                </c:pt>
                <c:pt idx="14207">
                  <c:v>56577</c:v>
                </c:pt>
                <c:pt idx="14208">
                  <c:v>56578</c:v>
                </c:pt>
                <c:pt idx="14209">
                  <c:v>56579</c:v>
                </c:pt>
                <c:pt idx="14210">
                  <c:v>56580</c:v>
                </c:pt>
                <c:pt idx="14211">
                  <c:v>56581</c:v>
                </c:pt>
                <c:pt idx="14212">
                  <c:v>56582</c:v>
                </c:pt>
                <c:pt idx="14213">
                  <c:v>56583</c:v>
                </c:pt>
                <c:pt idx="14214">
                  <c:v>56584</c:v>
                </c:pt>
                <c:pt idx="14215">
                  <c:v>56585</c:v>
                </c:pt>
                <c:pt idx="14216">
                  <c:v>56586</c:v>
                </c:pt>
                <c:pt idx="14217">
                  <c:v>56587</c:v>
                </c:pt>
                <c:pt idx="14218">
                  <c:v>56588</c:v>
                </c:pt>
                <c:pt idx="14219">
                  <c:v>56589</c:v>
                </c:pt>
                <c:pt idx="14220">
                  <c:v>56590</c:v>
                </c:pt>
                <c:pt idx="14221">
                  <c:v>56591</c:v>
                </c:pt>
                <c:pt idx="14222">
                  <c:v>56592</c:v>
                </c:pt>
                <c:pt idx="14223">
                  <c:v>56593</c:v>
                </c:pt>
                <c:pt idx="14224">
                  <c:v>56594</c:v>
                </c:pt>
                <c:pt idx="14225">
                  <c:v>56595</c:v>
                </c:pt>
                <c:pt idx="14226">
                  <c:v>56596</c:v>
                </c:pt>
                <c:pt idx="14227">
                  <c:v>56597</c:v>
                </c:pt>
                <c:pt idx="14228">
                  <c:v>56598</c:v>
                </c:pt>
                <c:pt idx="14229">
                  <c:v>56599</c:v>
                </c:pt>
                <c:pt idx="14230">
                  <c:v>56600</c:v>
                </c:pt>
                <c:pt idx="14231">
                  <c:v>56601</c:v>
                </c:pt>
                <c:pt idx="14232">
                  <c:v>56602</c:v>
                </c:pt>
                <c:pt idx="14233">
                  <c:v>56603</c:v>
                </c:pt>
                <c:pt idx="14234">
                  <c:v>56604</c:v>
                </c:pt>
                <c:pt idx="14235">
                  <c:v>56605</c:v>
                </c:pt>
                <c:pt idx="14236">
                  <c:v>56606</c:v>
                </c:pt>
                <c:pt idx="14237">
                  <c:v>56607</c:v>
                </c:pt>
                <c:pt idx="14238">
                  <c:v>56608</c:v>
                </c:pt>
                <c:pt idx="14239">
                  <c:v>56609</c:v>
                </c:pt>
                <c:pt idx="14240">
                  <c:v>56610</c:v>
                </c:pt>
                <c:pt idx="14241">
                  <c:v>56611</c:v>
                </c:pt>
                <c:pt idx="14242">
                  <c:v>56612</c:v>
                </c:pt>
                <c:pt idx="14243">
                  <c:v>56613</c:v>
                </c:pt>
                <c:pt idx="14244">
                  <c:v>56614</c:v>
                </c:pt>
                <c:pt idx="14245">
                  <c:v>56615</c:v>
                </c:pt>
                <c:pt idx="14246">
                  <c:v>56616</c:v>
                </c:pt>
                <c:pt idx="14247">
                  <c:v>56617</c:v>
                </c:pt>
                <c:pt idx="14248">
                  <c:v>56618</c:v>
                </c:pt>
                <c:pt idx="14249">
                  <c:v>56619</c:v>
                </c:pt>
                <c:pt idx="14250">
                  <c:v>56620</c:v>
                </c:pt>
                <c:pt idx="14251">
                  <c:v>56621</c:v>
                </c:pt>
                <c:pt idx="14252">
                  <c:v>56622</c:v>
                </c:pt>
                <c:pt idx="14253">
                  <c:v>56623</c:v>
                </c:pt>
                <c:pt idx="14254">
                  <c:v>56624</c:v>
                </c:pt>
                <c:pt idx="14255">
                  <c:v>56625</c:v>
                </c:pt>
                <c:pt idx="14256">
                  <c:v>56626</c:v>
                </c:pt>
                <c:pt idx="14257">
                  <c:v>56627</c:v>
                </c:pt>
                <c:pt idx="14258">
                  <c:v>56628</c:v>
                </c:pt>
                <c:pt idx="14259">
                  <c:v>56629</c:v>
                </c:pt>
                <c:pt idx="14260">
                  <c:v>56630</c:v>
                </c:pt>
                <c:pt idx="14261">
                  <c:v>56631</c:v>
                </c:pt>
                <c:pt idx="14262">
                  <c:v>56632</c:v>
                </c:pt>
                <c:pt idx="14263">
                  <c:v>56633</c:v>
                </c:pt>
                <c:pt idx="14264">
                  <c:v>56634</c:v>
                </c:pt>
                <c:pt idx="14265">
                  <c:v>56635</c:v>
                </c:pt>
                <c:pt idx="14266">
                  <c:v>56636</c:v>
                </c:pt>
                <c:pt idx="14267">
                  <c:v>56637</c:v>
                </c:pt>
                <c:pt idx="14268">
                  <c:v>56638</c:v>
                </c:pt>
                <c:pt idx="14269">
                  <c:v>56639</c:v>
                </c:pt>
                <c:pt idx="14270">
                  <c:v>56640</c:v>
                </c:pt>
                <c:pt idx="14271">
                  <c:v>56641</c:v>
                </c:pt>
                <c:pt idx="14272">
                  <c:v>56642</c:v>
                </c:pt>
                <c:pt idx="14273">
                  <c:v>56643</c:v>
                </c:pt>
                <c:pt idx="14274">
                  <c:v>56644</c:v>
                </c:pt>
                <c:pt idx="14275">
                  <c:v>56645</c:v>
                </c:pt>
                <c:pt idx="14276">
                  <c:v>56646</c:v>
                </c:pt>
                <c:pt idx="14277">
                  <c:v>56647</c:v>
                </c:pt>
                <c:pt idx="14278">
                  <c:v>56648</c:v>
                </c:pt>
                <c:pt idx="14279">
                  <c:v>56649</c:v>
                </c:pt>
                <c:pt idx="14280">
                  <c:v>56650</c:v>
                </c:pt>
                <c:pt idx="14281">
                  <c:v>56651</c:v>
                </c:pt>
                <c:pt idx="14282">
                  <c:v>56652</c:v>
                </c:pt>
                <c:pt idx="14283">
                  <c:v>56653</c:v>
                </c:pt>
                <c:pt idx="14284">
                  <c:v>56654</c:v>
                </c:pt>
                <c:pt idx="14285">
                  <c:v>56655</c:v>
                </c:pt>
                <c:pt idx="14286">
                  <c:v>56656</c:v>
                </c:pt>
                <c:pt idx="14287">
                  <c:v>56657</c:v>
                </c:pt>
                <c:pt idx="14288">
                  <c:v>56658</c:v>
                </c:pt>
                <c:pt idx="14289">
                  <c:v>56659</c:v>
                </c:pt>
                <c:pt idx="14290">
                  <c:v>56660</c:v>
                </c:pt>
                <c:pt idx="14291">
                  <c:v>56661</c:v>
                </c:pt>
                <c:pt idx="14292">
                  <c:v>56662</c:v>
                </c:pt>
                <c:pt idx="14293">
                  <c:v>56663</c:v>
                </c:pt>
                <c:pt idx="14294">
                  <c:v>56664</c:v>
                </c:pt>
                <c:pt idx="14295">
                  <c:v>56665</c:v>
                </c:pt>
                <c:pt idx="14296">
                  <c:v>56666</c:v>
                </c:pt>
                <c:pt idx="14297">
                  <c:v>56667</c:v>
                </c:pt>
                <c:pt idx="14298">
                  <c:v>56668</c:v>
                </c:pt>
                <c:pt idx="14299">
                  <c:v>56669</c:v>
                </c:pt>
                <c:pt idx="14300">
                  <c:v>56670</c:v>
                </c:pt>
                <c:pt idx="14301">
                  <c:v>56671</c:v>
                </c:pt>
                <c:pt idx="14302">
                  <c:v>56672</c:v>
                </c:pt>
                <c:pt idx="14303">
                  <c:v>56673</c:v>
                </c:pt>
                <c:pt idx="14304">
                  <c:v>56674</c:v>
                </c:pt>
                <c:pt idx="14305">
                  <c:v>56675</c:v>
                </c:pt>
                <c:pt idx="14306">
                  <c:v>56676</c:v>
                </c:pt>
                <c:pt idx="14307">
                  <c:v>56677</c:v>
                </c:pt>
                <c:pt idx="14308">
                  <c:v>56678</c:v>
                </c:pt>
                <c:pt idx="14309">
                  <c:v>56679</c:v>
                </c:pt>
                <c:pt idx="14310">
                  <c:v>56680</c:v>
                </c:pt>
                <c:pt idx="14311">
                  <c:v>56681</c:v>
                </c:pt>
                <c:pt idx="14312">
                  <c:v>56682</c:v>
                </c:pt>
                <c:pt idx="14313">
                  <c:v>56683</c:v>
                </c:pt>
                <c:pt idx="14314">
                  <c:v>56684</c:v>
                </c:pt>
                <c:pt idx="14315">
                  <c:v>56685</c:v>
                </c:pt>
                <c:pt idx="14316">
                  <c:v>56686</c:v>
                </c:pt>
                <c:pt idx="14317">
                  <c:v>56687</c:v>
                </c:pt>
                <c:pt idx="14318">
                  <c:v>56688</c:v>
                </c:pt>
                <c:pt idx="14319">
                  <c:v>56689</c:v>
                </c:pt>
                <c:pt idx="14320">
                  <c:v>56690</c:v>
                </c:pt>
                <c:pt idx="14321">
                  <c:v>56691</c:v>
                </c:pt>
                <c:pt idx="14322">
                  <c:v>56692</c:v>
                </c:pt>
                <c:pt idx="14323">
                  <c:v>56693</c:v>
                </c:pt>
                <c:pt idx="14324">
                  <c:v>56694</c:v>
                </c:pt>
                <c:pt idx="14325">
                  <c:v>56695</c:v>
                </c:pt>
                <c:pt idx="14326">
                  <c:v>56696</c:v>
                </c:pt>
                <c:pt idx="14327">
                  <c:v>56697</c:v>
                </c:pt>
                <c:pt idx="14328">
                  <c:v>56698</c:v>
                </c:pt>
                <c:pt idx="14329">
                  <c:v>56699</c:v>
                </c:pt>
                <c:pt idx="14330">
                  <c:v>56700</c:v>
                </c:pt>
                <c:pt idx="14331">
                  <c:v>56701</c:v>
                </c:pt>
                <c:pt idx="14332">
                  <c:v>56702</c:v>
                </c:pt>
                <c:pt idx="14333">
                  <c:v>56703</c:v>
                </c:pt>
                <c:pt idx="14334">
                  <c:v>56704</c:v>
                </c:pt>
                <c:pt idx="14335">
                  <c:v>56705</c:v>
                </c:pt>
                <c:pt idx="14336">
                  <c:v>56706</c:v>
                </c:pt>
                <c:pt idx="14337">
                  <c:v>56707</c:v>
                </c:pt>
                <c:pt idx="14338">
                  <c:v>56708</c:v>
                </c:pt>
                <c:pt idx="14339">
                  <c:v>56709</c:v>
                </c:pt>
                <c:pt idx="14340">
                  <c:v>56710</c:v>
                </c:pt>
                <c:pt idx="14341">
                  <c:v>56711</c:v>
                </c:pt>
                <c:pt idx="14342">
                  <c:v>56712</c:v>
                </c:pt>
                <c:pt idx="14343">
                  <c:v>56713</c:v>
                </c:pt>
                <c:pt idx="14344">
                  <c:v>56714</c:v>
                </c:pt>
                <c:pt idx="14345">
                  <c:v>56715</c:v>
                </c:pt>
                <c:pt idx="14346">
                  <c:v>56716</c:v>
                </c:pt>
                <c:pt idx="14347">
                  <c:v>56717</c:v>
                </c:pt>
                <c:pt idx="14348">
                  <c:v>56718</c:v>
                </c:pt>
                <c:pt idx="14349">
                  <c:v>56719</c:v>
                </c:pt>
                <c:pt idx="14350">
                  <c:v>56720</c:v>
                </c:pt>
                <c:pt idx="14351">
                  <c:v>56721</c:v>
                </c:pt>
                <c:pt idx="14352">
                  <c:v>56722</c:v>
                </c:pt>
                <c:pt idx="14353">
                  <c:v>56723</c:v>
                </c:pt>
                <c:pt idx="14354">
                  <c:v>56724</c:v>
                </c:pt>
                <c:pt idx="14355">
                  <c:v>56725</c:v>
                </c:pt>
                <c:pt idx="14356">
                  <c:v>56726</c:v>
                </c:pt>
                <c:pt idx="14357">
                  <c:v>56727</c:v>
                </c:pt>
                <c:pt idx="14358">
                  <c:v>56728</c:v>
                </c:pt>
                <c:pt idx="14359">
                  <c:v>56729</c:v>
                </c:pt>
                <c:pt idx="14360">
                  <c:v>56730</c:v>
                </c:pt>
                <c:pt idx="14361">
                  <c:v>56731</c:v>
                </c:pt>
                <c:pt idx="14362">
                  <c:v>56732</c:v>
                </c:pt>
                <c:pt idx="14363">
                  <c:v>56733</c:v>
                </c:pt>
                <c:pt idx="14364">
                  <c:v>56734</c:v>
                </c:pt>
                <c:pt idx="14365">
                  <c:v>56735</c:v>
                </c:pt>
                <c:pt idx="14366">
                  <c:v>56736</c:v>
                </c:pt>
                <c:pt idx="14367">
                  <c:v>56737</c:v>
                </c:pt>
                <c:pt idx="14368">
                  <c:v>56738</c:v>
                </c:pt>
                <c:pt idx="14369">
                  <c:v>56739</c:v>
                </c:pt>
                <c:pt idx="14370">
                  <c:v>56740</c:v>
                </c:pt>
                <c:pt idx="14371">
                  <c:v>56741</c:v>
                </c:pt>
                <c:pt idx="14372">
                  <c:v>56742</c:v>
                </c:pt>
                <c:pt idx="14373">
                  <c:v>56743</c:v>
                </c:pt>
                <c:pt idx="14374">
                  <c:v>56744</c:v>
                </c:pt>
                <c:pt idx="14375">
                  <c:v>56745</c:v>
                </c:pt>
                <c:pt idx="14376">
                  <c:v>56746</c:v>
                </c:pt>
                <c:pt idx="14377">
                  <c:v>56747</c:v>
                </c:pt>
                <c:pt idx="14378">
                  <c:v>56748</c:v>
                </c:pt>
                <c:pt idx="14379">
                  <c:v>56749</c:v>
                </c:pt>
                <c:pt idx="14380">
                  <c:v>56750</c:v>
                </c:pt>
                <c:pt idx="14381">
                  <c:v>56751</c:v>
                </c:pt>
                <c:pt idx="14382">
                  <c:v>56752</c:v>
                </c:pt>
                <c:pt idx="14383">
                  <c:v>56753</c:v>
                </c:pt>
                <c:pt idx="14384">
                  <c:v>56754</c:v>
                </c:pt>
                <c:pt idx="14385">
                  <c:v>56755</c:v>
                </c:pt>
                <c:pt idx="14386">
                  <c:v>56756</c:v>
                </c:pt>
                <c:pt idx="14387">
                  <c:v>56757</c:v>
                </c:pt>
                <c:pt idx="14388">
                  <c:v>56758</c:v>
                </c:pt>
                <c:pt idx="14389">
                  <c:v>56759</c:v>
                </c:pt>
                <c:pt idx="14390">
                  <c:v>56760</c:v>
                </c:pt>
                <c:pt idx="14391">
                  <c:v>56761</c:v>
                </c:pt>
                <c:pt idx="14392">
                  <c:v>56762</c:v>
                </c:pt>
                <c:pt idx="14393">
                  <c:v>56763</c:v>
                </c:pt>
                <c:pt idx="14394">
                  <c:v>56764</c:v>
                </c:pt>
                <c:pt idx="14395">
                  <c:v>56765</c:v>
                </c:pt>
                <c:pt idx="14396">
                  <c:v>56766</c:v>
                </c:pt>
                <c:pt idx="14397">
                  <c:v>56767</c:v>
                </c:pt>
                <c:pt idx="14398">
                  <c:v>56768</c:v>
                </c:pt>
                <c:pt idx="14399">
                  <c:v>56769</c:v>
                </c:pt>
                <c:pt idx="14400">
                  <c:v>56770</c:v>
                </c:pt>
                <c:pt idx="14401">
                  <c:v>56771</c:v>
                </c:pt>
                <c:pt idx="14402">
                  <c:v>56772</c:v>
                </c:pt>
                <c:pt idx="14403">
                  <c:v>56773</c:v>
                </c:pt>
                <c:pt idx="14404">
                  <c:v>56774</c:v>
                </c:pt>
                <c:pt idx="14405">
                  <c:v>56775</c:v>
                </c:pt>
                <c:pt idx="14406">
                  <c:v>56776</c:v>
                </c:pt>
                <c:pt idx="14407">
                  <c:v>56777</c:v>
                </c:pt>
                <c:pt idx="14408">
                  <c:v>56778</c:v>
                </c:pt>
                <c:pt idx="14409">
                  <c:v>56779</c:v>
                </c:pt>
                <c:pt idx="14410">
                  <c:v>56780</c:v>
                </c:pt>
                <c:pt idx="14411">
                  <c:v>56781</c:v>
                </c:pt>
                <c:pt idx="14412">
                  <c:v>56782</c:v>
                </c:pt>
                <c:pt idx="14413">
                  <c:v>56783</c:v>
                </c:pt>
                <c:pt idx="14414">
                  <c:v>56784</c:v>
                </c:pt>
                <c:pt idx="14415">
                  <c:v>56785</c:v>
                </c:pt>
                <c:pt idx="14416">
                  <c:v>56786</c:v>
                </c:pt>
                <c:pt idx="14417">
                  <c:v>56787</c:v>
                </c:pt>
                <c:pt idx="14418">
                  <c:v>56788</c:v>
                </c:pt>
                <c:pt idx="14419">
                  <c:v>56789</c:v>
                </c:pt>
                <c:pt idx="14420">
                  <c:v>56790</c:v>
                </c:pt>
                <c:pt idx="14421">
                  <c:v>56791</c:v>
                </c:pt>
                <c:pt idx="14422">
                  <c:v>56792</c:v>
                </c:pt>
                <c:pt idx="14423">
                  <c:v>56793</c:v>
                </c:pt>
                <c:pt idx="14424">
                  <c:v>56794</c:v>
                </c:pt>
                <c:pt idx="14425">
                  <c:v>56795</c:v>
                </c:pt>
                <c:pt idx="14426">
                  <c:v>56796</c:v>
                </c:pt>
                <c:pt idx="14427">
                  <c:v>56797</c:v>
                </c:pt>
                <c:pt idx="14428">
                  <c:v>56798</c:v>
                </c:pt>
                <c:pt idx="14429">
                  <c:v>56799</c:v>
                </c:pt>
                <c:pt idx="14430">
                  <c:v>56800</c:v>
                </c:pt>
                <c:pt idx="14431">
                  <c:v>56801</c:v>
                </c:pt>
                <c:pt idx="14432">
                  <c:v>56802</c:v>
                </c:pt>
                <c:pt idx="14433">
                  <c:v>56803</c:v>
                </c:pt>
                <c:pt idx="14434">
                  <c:v>56804</c:v>
                </c:pt>
                <c:pt idx="14435">
                  <c:v>56805</c:v>
                </c:pt>
                <c:pt idx="14436">
                  <c:v>56806</c:v>
                </c:pt>
                <c:pt idx="14437">
                  <c:v>56807</c:v>
                </c:pt>
                <c:pt idx="14438">
                  <c:v>56808</c:v>
                </c:pt>
                <c:pt idx="14439">
                  <c:v>56809</c:v>
                </c:pt>
                <c:pt idx="14440">
                  <c:v>56810</c:v>
                </c:pt>
                <c:pt idx="14441">
                  <c:v>56811</c:v>
                </c:pt>
                <c:pt idx="14442">
                  <c:v>56812</c:v>
                </c:pt>
                <c:pt idx="14443">
                  <c:v>56813</c:v>
                </c:pt>
                <c:pt idx="14444">
                  <c:v>56814</c:v>
                </c:pt>
                <c:pt idx="14445">
                  <c:v>56815</c:v>
                </c:pt>
                <c:pt idx="14446">
                  <c:v>56816</c:v>
                </c:pt>
                <c:pt idx="14447">
                  <c:v>56817</c:v>
                </c:pt>
                <c:pt idx="14448">
                  <c:v>56818</c:v>
                </c:pt>
                <c:pt idx="14449">
                  <c:v>56819</c:v>
                </c:pt>
                <c:pt idx="14450">
                  <c:v>56820</c:v>
                </c:pt>
                <c:pt idx="14451">
                  <c:v>56821</c:v>
                </c:pt>
                <c:pt idx="14452">
                  <c:v>56822</c:v>
                </c:pt>
                <c:pt idx="14453">
                  <c:v>56823</c:v>
                </c:pt>
                <c:pt idx="14454">
                  <c:v>56824</c:v>
                </c:pt>
                <c:pt idx="14455">
                  <c:v>56825</c:v>
                </c:pt>
                <c:pt idx="14456">
                  <c:v>56826</c:v>
                </c:pt>
                <c:pt idx="14457">
                  <c:v>56827</c:v>
                </c:pt>
                <c:pt idx="14458">
                  <c:v>56828</c:v>
                </c:pt>
                <c:pt idx="14459">
                  <c:v>56829</c:v>
                </c:pt>
                <c:pt idx="14460">
                  <c:v>56830</c:v>
                </c:pt>
                <c:pt idx="14461">
                  <c:v>56831</c:v>
                </c:pt>
                <c:pt idx="14462">
                  <c:v>56832</c:v>
                </c:pt>
                <c:pt idx="14463">
                  <c:v>56833</c:v>
                </c:pt>
                <c:pt idx="14464">
                  <c:v>56834</c:v>
                </c:pt>
                <c:pt idx="14465">
                  <c:v>56835</c:v>
                </c:pt>
                <c:pt idx="14466">
                  <c:v>56836</c:v>
                </c:pt>
                <c:pt idx="14467">
                  <c:v>56837</c:v>
                </c:pt>
                <c:pt idx="14468">
                  <c:v>56838</c:v>
                </c:pt>
                <c:pt idx="14469">
                  <c:v>56839</c:v>
                </c:pt>
                <c:pt idx="14470">
                  <c:v>56840</c:v>
                </c:pt>
                <c:pt idx="14471">
                  <c:v>56841</c:v>
                </c:pt>
                <c:pt idx="14472">
                  <c:v>56842</c:v>
                </c:pt>
                <c:pt idx="14473">
                  <c:v>56843</c:v>
                </c:pt>
                <c:pt idx="14474">
                  <c:v>56844</c:v>
                </c:pt>
                <c:pt idx="14475">
                  <c:v>56845</c:v>
                </c:pt>
                <c:pt idx="14476">
                  <c:v>56846</c:v>
                </c:pt>
                <c:pt idx="14477">
                  <c:v>56847</c:v>
                </c:pt>
                <c:pt idx="14478">
                  <c:v>56848</c:v>
                </c:pt>
                <c:pt idx="14479">
                  <c:v>56849</c:v>
                </c:pt>
                <c:pt idx="14480">
                  <c:v>56850</c:v>
                </c:pt>
                <c:pt idx="14481">
                  <c:v>56851</c:v>
                </c:pt>
                <c:pt idx="14482">
                  <c:v>56852</c:v>
                </c:pt>
                <c:pt idx="14483">
                  <c:v>56853</c:v>
                </c:pt>
                <c:pt idx="14484">
                  <c:v>56854</c:v>
                </c:pt>
                <c:pt idx="14485">
                  <c:v>56855</c:v>
                </c:pt>
                <c:pt idx="14486">
                  <c:v>56856</c:v>
                </c:pt>
                <c:pt idx="14487">
                  <c:v>56857</c:v>
                </c:pt>
                <c:pt idx="14488">
                  <c:v>56858</c:v>
                </c:pt>
                <c:pt idx="14489">
                  <c:v>56859</c:v>
                </c:pt>
                <c:pt idx="14490">
                  <c:v>56860</c:v>
                </c:pt>
                <c:pt idx="14491">
                  <c:v>56861</c:v>
                </c:pt>
                <c:pt idx="14492">
                  <c:v>56862</c:v>
                </c:pt>
                <c:pt idx="14493">
                  <c:v>56863</c:v>
                </c:pt>
                <c:pt idx="14494">
                  <c:v>56864</c:v>
                </c:pt>
                <c:pt idx="14495">
                  <c:v>56865</c:v>
                </c:pt>
                <c:pt idx="14496">
                  <c:v>56866</c:v>
                </c:pt>
                <c:pt idx="14497">
                  <c:v>56867</c:v>
                </c:pt>
                <c:pt idx="14498">
                  <c:v>56868</c:v>
                </c:pt>
                <c:pt idx="14499">
                  <c:v>56869</c:v>
                </c:pt>
                <c:pt idx="14500">
                  <c:v>56870</c:v>
                </c:pt>
                <c:pt idx="14501">
                  <c:v>56871</c:v>
                </c:pt>
                <c:pt idx="14502">
                  <c:v>56872</c:v>
                </c:pt>
                <c:pt idx="14503">
                  <c:v>56873</c:v>
                </c:pt>
                <c:pt idx="14504">
                  <c:v>56874</c:v>
                </c:pt>
                <c:pt idx="14505">
                  <c:v>56875</c:v>
                </c:pt>
                <c:pt idx="14506">
                  <c:v>56876</c:v>
                </c:pt>
                <c:pt idx="14507">
                  <c:v>56877</c:v>
                </c:pt>
                <c:pt idx="14508">
                  <c:v>56878</c:v>
                </c:pt>
                <c:pt idx="14509">
                  <c:v>56879</c:v>
                </c:pt>
                <c:pt idx="14510">
                  <c:v>56880</c:v>
                </c:pt>
                <c:pt idx="14511">
                  <c:v>56881</c:v>
                </c:pt>
                <c:pt idx="14512">
                  <c:v>56882</c:v>
                </c:pt>
                <c:pt idx="14513">
                  <c:v>56883</c:v>
                </c:pt>
                <c:pt idx="14514">
                  <c:v>56884</c:v>
                </c:pt>
                <c:pt idx="14515">
                  <c:v>56885</c:v>
                </c:pt>
                <c:pt idx="14516">
                  <c:v>56886</c:v>
                </c:pt>
                <c:pt idx="14517">
                  <c:v>56887</c:v>
                </c:pt>
                <c:pt idx="14518">
                  <c:v>56888</c:v>
                </c:pt>
                <c:pt idx="14519">
                  <c:v>56889</c:v>
                </c:pt>
                <c:pt idx="14520">
                  <c:v>56890</c:v>
                </c:pt>
                <c:pt idx="14521">
                  <c:v>56891</c:v>
                </c:pt>
                <c:pt idx="14522">
                  <c:v>56892</c:v>
                </c:pt>
                <c:pt idx="14523">
                  <c:v>56893</c:v>
                </c:pt>
                <c:pt idx="14524">
                  <c:v>56894</c:v>
                </c:pt>
                <c:pt idx="14525">
                  <c:v>56895</c:v>
                </c:pt>
                <c:pt idx="14526">
                  <c:v>56896</c:v>
                </c:pt>
                <c:pt idx="14527">
                  <c:v>56897</c:v>
                </c:pt>
                <c:pt idx="14528">
                  <c:v>56898</c:v>
                </c:pt>
                <c:pt idx="14529">
                  <c:v>56899</c:v>
                </c:pt>
                <c:pt idx="14530">
                  <c:v>56900</c:v>
                </c:pt>
                <c:pt idx="14531">
                  <c:v>56901</c:v>
                </c:pt>
                <c:pt idx="14532">
                  <c:v>56902</c:v>
                </c:pt>
                <c:pt idx="14533">
                  <c:v>56903</c:v>
                </c:pt>
                <c:pt idx="14534">
                  <c:v>56904</c:v>
                </c:pt>
                <c:pt idx="14535">
                  <c:v>56905</c:v>
                </c:pt>
                <c:pt idx="14536">
                  <c:v>56906</c:v>
                </c:pt>
                <c:pt idx="14537">
                  <c:v>56907</c:v>
                </c:pt>
                <c:pt idx="14538">
                  <c:v>56908</c:v>
                </c:pt>
                <c:pt idx="14539">
                  <c:v>56909</c:v>
                </c:pt>
                <c:pt idx="14540">
                  <c:v>56910</c:v>
                </c:pt>
                <c:pt idx="14541">
                  <c:v>56911</c:v>
                </c:pt>
                <c:pt idx="14542">
                  <c:v>56912</c:v>
                </c:pt>
                <c:pt idx="14543">
                  <c:v>56913</c:v>
                </c:pt>
                <c:pt idx="14544">
                  <c:v>56914</c:v>
                </c:pt>
                <c:pt idx="14545">
                  <c:v>56915</c:v>
                </c:pt>
                <c:pt idx="14546">
                  <c:v>56916</c:v>
                </c:pt>
                <c:pt idx="14547">
                  <c:v>56917</c:v>
                </c:pt>
                <c:pt idx="14548">
                  <c:v>56918</c:v>
                </c:pt>
                <c:pt idx="14549">
                  <c:v>56919</c:v>
                </c:pt>
                <c:pt idx="14550">
                  <c:v>56920</c:v>
                </c:pt>
                <c:pt idx="14551">
                  <c:v>56921</c:v>
                </c:pt>
                <c:pt idx="14552">
                  <c:v>56922</c:v>
                </c:pt>
                <c:pt idx="14553">
                  <c:v>56923</c:v>
                </c:pt>
                <c:pt idx="14554">
                  <c:v>56924</c:v>
                </c:pt>
                <c:pt idx="14555">
                  <c:v>56925</c:v>
                </c:pt>
                <c:pt idx="14556">
                  <c:v>56926</c:v>
                </c:pt>
                <c:pt idx="14557">
                  <c:v>56927</c:v>
                </c:pt>
                <c:pt idx="14558">
                  <c:v>56928</c:v>
                </c:pt>
                <c:pt idx="14559">
                  <c:v>56929</c:v>
                </c:pt>
                <c:pt idx="14560">
                  <c:v>56930</c:v>
                </c:pt>
                <c:pt idx="14561">
                  <c:v>56931</c:v>
                </c:pt>
                <c:pt idx="14562">
                  <c:v>56932</c:v>
                </c:pt>
                <c:pt idx="14563">
                  <c:v>56933</c:v>
                </c:pt>
                <c:pt idx="14564">
                  <c:v>56934</c:v>
                </c:pt>
                <c:pt idx="14565">
                  <c:v>56935</c:v>
                </c:pt>
                <c:pt idx="14566">
                  <c:v>56936</c:v>
                </c:pt>
                <c:pt idx="14567">
                  <c:v>56937</c:v>
                </c:pt>
                <c:pt idx="14568">
                  <c:v>56938</c:v>
                </c:pt>
                <c:pt idx="14569">
                  <c:v>56939</c:v>
                </c:pt>
                <c:pt idx="14570">
                  <c:v>56940</c:v>
                </c:pt>
                <c:pt idx="14571">
                  <c:v>56941</c:v>
                </c:pt>
                <c:pt idx="14572">
                  <c:v>56942</c:v>
                </c:pt>
                <c:pt idx="14573">
                  <c:v>56943</c:v>
                </c:pt>
                <c:pt idx="14574">
                  <c:v>56944</c:v>
                </c:pt>
                <c:pt idx="14575">
                  <c:v>56945</c:v>
                </c:pt>
                <c:pt idx="14576">
                  <c:v>56946</c:v>
                </c:pt>
                <c:pt idx="14577">
                  <c:v>56947</c:v>
                </c:pt>
                <c:pt idx="14578">
                  <c:v>56948</c:v>
                </c:pt>
                <c:pt idx="14579">
                  <c:v>56949</c:v>
                </c:pt>
                <c:pt idx="14580">
                  <c:v>56950</c:v>
                </c:pt>
                <c:pt idx="14581">
                  <c:v>56951</c:v>
                </c:pt>
                <c:pt idx="14582">
                  <c:v>56952</c:v>
                </c:pt>
                <c:pt idx="14583">
                  <c:v>56953</c:v>
                </c:pt>
                <c:pt idx="14584">
                  <c:v>56954</c:v>
                </c:pt>
                <c:pt idx="14585">
                  <c:v>56955</c:v>
                </c:pt>
                <c:pt idx="14586">
                  <c:v>56956</c:v>
                </c:pt>
                <c:pt idx="14587">
                  <c:v>56957</c:v>
                </c:pt>
                <c:pt idx="14588">
                  <c:v>56958</c:v>
                </c:pt>
                <c:pt idx="14589">
                  <c:v>56959</c:v>
                </c:pt>
                <c:pt idx="14590">
                  <c:v>56960</c:v>
                </c:pt>
                <c:pt idx="14591">
                  <c:v>56961</c:v>
                </c:pt>
                <c:pt idx="14592">
                  <c:v>56962</c:v>
                </c:pt>
                <c:pt idx="14593">
                  <c:v>56963</c:v>
                </c:pt>
                <c:pt idx="14594">
                  <c:v>56964</c:v>
                </c:pt>
                <c:pt idx="14595">
                  <c:v>56965</c:v>
                </c:pt>
                <c:pt idx="14596">
                  <c:v>56966</c:v>
                </c:pt>
                <c:pt idx="14597">
                  <c:v>56967</c:v>
                </c:pt>
                <c:pt idx="14598">
                  <c:v>56968</c:v>
                </c:pt>
                <c:pt idx="14599">
                  <c:v>56969</c:v>
                </c:pt>
                <c:pt idx="14600">
                  <c:v>56970</c:v>
                </c:pt>
                <c:pt idx="14601">
                  <c:v>56971</c:v>
                </c:pt>
                <c:pt idx="14602">
                  <c:v>56972</c:v>
                </c:pt>
                <c:pt idx="14603">
                  <c:v>56973</c:v>
                </c:pt>
                <c:pt idx="14604">
                  <c:v>56974</c:v>
                </c:pt>
                <c:pt idx="14605">
                  <c:v>56975</c:v>
                </c:pt>
                <c:pt idx="14606">
                  <c:v>56976</c:v>
                </c:pt>
                <c:pt idx="14607">
                  <c:v>56977</c:v>
                </c:pt>
                <c:pt idx="14608">
                  <c:v>56978</c:v>
                </c:pt>
                <c:pt idx="14609">
                  <c:v>56979</c:v>
                </c:pt>
                <c:pt idx="14610">
                  <c:v>56980</c:v>
                </c:pt>
                <c:pt idx="14611">
                  <c:v>56981</c:v>
                </c:pt>
                <c:pt idx="14612">
                  <c:v>56982</c:v>
                </c:pt>
                <c:pt idx="14613">
                  <c:v>56983</c:v>
                </c:pt>
                <c:pt idx="14614">
                  <c:v>56984</c:v>
                </c:pt>
                <c:pt idx="14615">
                  <c:v>56985</c:v>
                </c:pt>
                <c:pt idx="14616">
                  <c:v>56986</c:v>
                </c:pt>
                <c:pt idx="14617">
                  <c:v>56987</c:v>
                </c:pt>
                <c:pt idx="14618">
                  <c:v>56988</c:v>
                </c:pt>
                <c:pt idx="14619">
                  <c:v>56989</c:v>
                </c:pt>
                <c:pt idx="14620">
                  <c:v>56990</c:v>
                </c:pt>
                <c:pt idx="14621">
                  <c:v>56991</c:v>
                </c:pt>
                <c:pt idx="14622">
                  <c:v>56992</c:v>
                </c:pt>
                <c:pt idx="14623">
                  <c:v>56993</c:v>
                </c:pt>
                <c:pt idx="14624">
                  <c:v>56994</c:v>
                </c:pt>
                <c:pt idx="14625">
                  <c:v>56995</c:v>
                </c:pt>
                <c:pt idx="14626">
                  <c:v>56996</c:v>
                </c:pt>
                <c:pt idx="14627">
                  <c:v>56997</c:v>
                </c:pt>
                <c:pt idx="14628">
                  <c:v>56998</c:v>
                </c:pt>
                <c:pt idx="14629">
                  <c:v>56999</c:v>
                </c:pt>
                <c:pt idx="14630">
                  <c:v>57000</c:v>
                </c:pt>
                <c:pt idx="14631">
                  <c:v>57001</c:v>
                </c:pt>
                <c:pt idx="14632">
                  <c:v>57002</c:v>
                </c:pt>
                <c:pt idx="14633">
                  <c:v>57003</c:v>
                </c:pt>
                <c:pt idx="14634">
                  <c:v>57004</c:v>
                </c:pt>
                <c:pt idx="14635">
                  <c:v>57005</c:v>
                </c:pt>
                <c:pt idx="14636">
                  <c:v>57006</c:v>
                </c:pt>
                <c:pt idx="14637">
                  <c:v>57007</c:v>
                </c:pt>
                <c:pt idx="14638">
                  <c:v>57008</c:v>
                </c:pt>
                <c:pt idx="14639">
                  <c:v>57009</c:v>
                </c:pt>
                <c:pt idx="14640">
                  <c:v>57010</c:v>
                </c:pt>
                <c:pt idx="14641">
                  <c:v>57011</c:v>
                </c:pt>
                <c:pt idx="14642">
                  <c:v>57012</c:v>
                </c:pt>
                <c:pt idx="14643">
                  <c:v>57013</c:v>
                </c:pt>
                <c:pt idx="14644">
                  <c:v>57014</c:v>
                </c:pt>
                <c:pt idx="14645">
                  <c:v>57015</c:v>
                </c:pt>
                <c:pt idx="14646">
                  <c:v>57016</c:v>
                </c:pt>
                <c:pt idx="14647">
                  <c:v>57017</c:v>
                </c:pt>
                <c:pt idx="14648">
                  <c:v>57018</c:v>
                </c:pt>
                <c:pt idx="14649">
                  <c:v>57019</c:v>
                </c:pt>
                <c:pt idx="14650">
                  <c:v>57020</c:v>
                </c:pt>
                <c:pt idx="14651">
                  <c:v>57021</c:v>
                </c:pt>
                <c:pt idx="14652">
                  <c:v>57022</c:v>
                </c:pt>
                <c:pt idx="14653">
                  <c:v>57023</c:v>
                </c:pt>
                <c:pt idx="14654">
                  <c:v>57024</c:v>
                </c:pt>
                <c:pt idx="14655">
                  <c:v>57025</c:v>
                </c:pt>
                <c:pt idx="14656">
                  <c:v>57026</c:v>
                </c:pt>
                <c:pt idx="14657">
                  <c:v>57027</c:v>
                </c:pt>
                <c:pt idx="14658">
                  <c:v>57028</c:v>
                </c:pt>
                <c:pt idx="14659">
                  <c:v>57029</c:v>
                </c:pt>
                <c:pt idx="14660">
                  <c:v>57030</c:v>
                </c:pt>
                <c:pt idx="14661">
                  <c:v>57031</c:v>
                </c:pt>
                <c:pt idx="14662">
                  <c:v>57032</c:v>
                </c:pt>
                <c:pt idx="14663">
                  <c:v>57033</c:v>
                </c:pt>
                <c:pt idx="14664">
                  <c:v>57034</c:v>
                </c:pt>
                <c:pt idx="14665">
                  <c:v>57035</c:v>
                </c:pt>
                <c:pt idx="14666">
                  <c:v>57036</c:v>
                </c:pt>
                <c:pt idx="14667">
                  <c:v>57037</c:v>
                </c:pt>
                <c:pt idx="14668">
                  <c:v>57038</c:v>
                </c:pt>
                <c:pt idx="14669">
                  <c:v>57039</c:v>
                </c:pt>
                <c:pt idx="14670">
                  <c:v>57040</c:v>
                </c:pt>
                <c:pt idx="14671">
                  <c:v>57041</c:v>
                </c:pt>
                <c:pt idx="14672">
                  <c:v>57042</c:v>
                </c:pt>
                <c:pt idx="14673">
                  <c:v>57043</c:v>
                </c:pt>
                <c:pt idx="14674">
                  <c:v>57044</c:v>
                </c:pt>
                <c:pt idx="14675">
                  <c:v>57045</c:v>
                </c:pt>
                <c:pt idx="14676">
                  <c:v>57046</c:v>
                </c:pt>
                <c:pt idx="14677">
                  <c:v>57047</c:v>
                </c:pt>
                <c:pt idx="14678">
                  <c:v>57048</c:v>
                </c:pt>
                <c:pt idx="14679">
                  <c:v>57049</c:v>
                </c:pt>
                <c:pt idx="14680">
                  <c:v>57050</c:v>
                </c:pt>
                <c:pt idx="14681">
                  <c:v>57051</c:v>
                </c:pt>
                <c:pt idx="14682">
                  <c:v>57052</c:v>
                </c:pt>
                <c:pt idx="14683">
                  <c:v>57053</c:v>
                </c:pt>
                <c:pt idx="14684">
                  <c:v>57054</c:v>
                </c:pt>
                <c:pt idx="14685">
                  <c:v>57055</c:v>
                </c:pt>
                <c:pt idx="14686">
                  <c:v>57056</c:v>
                </c:pt>
                <c:pt idx="14687">
                  <c:v>57057</c:v>
                </c:pt>
                <c:pt idx="14688">
                  <c:v>57058</c:v>
                </c:pt>
                <c:pt idx="14689">
                  <c:v>57059</c:v>
                </c:pt>
                <c:pt idx="14690">
                  <c:v>57060</c:v>
                </c:pt>
                <c:pt idx="14691">
                  <c:v>57061</c:v>
                </c:pt>
                <c:pt idx="14692">
                  <c:v>57062</c:v>
                </c:pt>
                <c:pt idx="14693">
                  <c:v>57063</c:v>
                </c:pt>
                <c:pt idx="14694">
                  <c:v>57064</c:v>
                </c:pt>
                <c:pt idx="14695">
                  <c:v>57065</c:v>
                </c:pt>
                <c:pt idx="14696">
                  <c:v>57066</c:v>
                </c:pt>
                <c:pt idx="14697">
                  <c:v>57067</c:v>
                </c:pt>
                <c:pt idx="14698">
                  <c:v>57068</c:v>
                </c:pt>
                <c:pt idx="14699">
                  <c:v>57069</c:v>
                </c:pt>
                <c:pt idx="14700">
                  <c:v>57070</c:v>
                </c:pt>
                <c:pt idx="14701">
                  <c:v>57071</c:v>
                </c:pt>
                <c:pt idx="14702">
                  <c:v>57072</c:v>
                </c:pt>
                <c:pt idx="14703">
                  <c:v>57073</c:v>
                </c:pt>
                <c:pt idx="14704">
                  <c:v>57074</c:v>
                </c:pt>
                <c:pt idx="14705">
                  <c:v>57075</c:v>
                </c:pt>
                <c:pt idx="14706">
                  <c:v>57076</c:v>
                </c:pt>
                <c:pt idx="14707">
                  <c:v>57077</c:v>
                </c:pt>
                <c:pt idx="14708">
                  <c:v>57078</c:v>
                </c:pt>
                <c:pt idx="14709">
                  <c:v>57079</c:v>
                </c:pt>
                <c:pt idx="14710">
                  <c:v>57080</c:v>
                </c:pt>
                <c:pt idx="14711">
                  <c:v>57081</c:v>
                </c:pt>
                <c:pt idx="14712">
                  <c:v>57082</c:v>
                </c:pt>
                <c:pt idx="14713">
                  <c:v>57083</c:v>
                </c:pt>
                <c:pt idx="14714">
                  <c:v>57084</c:v>
                </c:pt>
                <c:pt idx="14715">
                  <c:v>57085</c:v>
                </c:pt>
                <c:pt idx="14716">
                  <c:v>57086</c:v>
                </c:pt>
                <c:pt idx="14717">
                  <c:v>57087</c:v>
                </c:pt>
                <c:pt idx="14718">
                  <c:v>57088</c:v>
                </c:pt>
                <c:pt idx="14719">
                  <c:v>57089</c:v>
                </c:pt>
                <c:pt idx="14720">
                  <c:v>57090</c:v>
                </c:pt>
                <c:pt idx="14721">
                  <c:v>57091</c:v>
                </c:pt>
                <c:pt idx="14722">
                  <c:v>57092</c:v>
                </c:pt>
                <c:pt idx="14723">
                  <c:v>57093</c:v>
                </c:pt>
                <c:pt idx="14724">
                  <c:v>57094</c:v>
                </c:pt>
                <c:pt idx="14725">
                  <c:v>57095</c:v>
                </c:pt>
                <c:pt idx="14726">
                  <c:v>57096</c:v>
                </c:pt>
                <c:pt idx="14727">
                  <c:v>57097</c:v>
                </c:pt>
                <c:pt idx="14728">
                  <c:v>57098</c:v>
                </c:pt>
                <c:pt idx="14729">
                  <c:v>57099</c:v>
                </c:pt>
                <c:pt idx="14730">
                  <c:v>57100</c:v>
                </c:pt>
                <c:pt idx="14731">
                  <c:v>57101</c:v>
                </c:pt>
                <c:pt idx="14732">
                  <c:v>57102</c:v>
                </c:pt>
                <c:pt idx="14733">
                  <c:v>57103</c:v>
                </c:pt>
                <c:pt idx="14734">
                  <c:v>57104</c:v>
                </c:pt>
                <c:pt idx="14735">
                  <c:v>57105</c:v>
                </c:pt>
                <c:pt idx="14736">
                  <c:v>57106</c:v>
                </c:pt>
                <c:pt idx="14737">
                  <c:v>57107</c:v>
                </c:pt>
                <c:pt idx="14738">
                  <c:v>57108</c:v>
                </c:pt>
                <c:pt idx="14739">
                  <c:v>57109</c:v>
                </c:pt>
                <c:pt idx="14740">
                  <c:v>57110</c:v>
                </c:pt>
                <c:pt idx="14741">
                  <c:v>57111</c:v>
                </c:pt>
                <c:pt idx="14742">
                  <c:v>57112</c:v>
                </c:pt>
                <c:pt idx="14743">
                  <c:v>57113</c:v>
                </c:pt>
                <c:pt idx="14744">
                  <c:v>57114</c:v>
                </c:pt>
                <c:pt idx="14745">
                  <c:v>57115</c:v>
                </c:pt>
                <c:pt idx="14746">
                  <c:v>57116</c:v>
                </c:pt>
                <c:pt idx="14747">
                  <c:v>57117</c:v>
                </c:pt>
                <c:pt idx="14748">
                  <c:v>57118</c:v>
                </c:pt>
                <c:pt idx="14749">
                  <c:v>57119</c:v>
                </c:pt>
                <c:pt idx="14750">
                  <c:v>57120</c:v>
                </c:pt>
                <c:pt idx="14751">
                  <c:v>57121</c:v>
                </c:pt>
                <c:pt idx="14752">
                  <c:v>57122</c:v>
                </c:pt>
                <c:pt idx="14753">
                  <c:v>57123</c:v>
                </c:pt>
                <c:pt idx="14754">
                  <c:v>57124</c:v>
                </c:pt>
                <c:pt idx="14755">
                  <c:v>57125</c:v>
                </c:pt>
                <c:pt idx="14756">
                  <c:v>57126</c:v>
                </c:pt>
                <c:pt idx="14757">
                  <c:v>57127</c:v>
                </c:pt>
                <c:pt idx="14758">
                  <c:v>57128</c:v>
                </c:pt>
                <c:pt idx="14759">
                  <c:v>57129</c:v>
                </c:pt>
                <c:pt idx="14760">
                  <c:v>57130</c:v>
                </c:pt>
                <c:pt idx="14761">
                  <c:v>57131</c:v>
                </c:pt>
                <c:pt idx="14762">
                  <c:v>57132</c:v>
                </c:pt>
                <c:pt idx="14763">
                  <c:v>57133</c:v>
                </c:pt>
                <c:pt idx="14764">
                  <c:v>57134</c:v>
                </c:pt>
                <c:pt idx="14765">
                  <c:v>57135</c:v>
                </c:pt>
                <c:pt idx="14766">
                  <c:v>57136</c:v>
                </c:pt>
                <c:pt idx="14767">
                  <c:v>57137</c:v>
                </c:pt>
                <c:pt idx="14768">
                  <c:v>57138</c:v>
                </c:pt>
                <c:pt idx="14769">
                  <c:v>57139</c:v>
                </c:pt>
                <c:pt idx="14770">
                  <c:v>57140</c:v>
                </c:pt>
                <c:pt idx="14771">
                  <c:v>57141</c:v>
                </c:pt>
                <c:pt idx="14772">
                  <c:v>57142</c:v>
                </c:pt>
                <c:pt idx="14773">
                  <c:v>57143</c:v>
                </c:pt>
                <c:pt idx="14774">
                  <c:v>57144</c:v>
                </c:pt>
                <c:pt idx="14775">
                  <c:v>57145</c:v>
                </c:pt>
                <c:pt idx="14776">
                  <c:v>57146</c:v>
                </c:pt>
                <c:pt idx="14777">
                  <c:v>57147</c:v>
                </c:pt>
                <c:pt idx="14778">
                  <c:v>57148</c:v>
                </c:pt>
                <c:pt idx="14779">
                  <c:v>57149</c:v>
                </c:pt>
                <c:pt idx="14780">
                  <c:v>57150</c:v>
                </c:pt>
                <c:pt idx="14781">
                  <c:v>57151</c:v>
                </c:pt>
                <c:pt idx="14782">
                  <c:v>57152</c:v>
                </c:pt>
                <c:pt idx="14783">
                  <c:v>57153</c:v>
                </c:pt>
                <c:pt idx="14784">
                  <c:v>57154</c:v>
                </c:pt>
                <c:pt idx="14785">
                  <c:v>57155</c:v>
                </c:pt>
                <c:pt idx="14786">
                  <c:v>57156</c:v>
                </c:pt>
                <c:pt idx="14787">
                  <c:v>57157</c:v>
                </c:pt>
                <c:pt idx="14788">
                  <c:v>57158</c:v>
                </c:pt>
                <c:pt idx="14789">
                  <c:v>57159</c:v>
                </c:pt>
                <c:pt idx="14790">
                  <c:v>57160</c:v>
                </c:pt>
                <c:pt idx="14791">
                  <c:v>57161</c:v>
                </c:pt>
                <c:pt idx="14792">
                  <c:v>57162</c:v>
                </c:pt>
                <c:pt idx="14793">
                  <c:v>57163</c:v>
                </c:pt>
                <c:pt idx="14794">
                  <c:v>57164</c:v>
                </c:pt>
                <c:pt idx="14795">
                  <c:v>57165</c:v>
                </c:pt>
                <c:pt idx="14796">
                  <c:v>57166</c:v>
                </c:pt>
                <c:pt idx="14797">
                  <c:v>57167</c:v>
                </c:pt>
                <c:pt idx="14798">
                  <c:v>57168</c:v>
                </c:pt>
                <c:pt idx="14799">
                  <c:v>57169</c:v>
                </c:pt>
                <c:pt idx="14800">
                  <c:v>57170</c:v>
                </c:pt>
                <c:pt idx="14801">
                  <c:v>57171</c:v>
                </c:pt>
                <c:pt idx="14802">
                  <c:v>57172</c:v>
                </c:pt>
                <c:pt idx="14803">
                  <c:v>57173</c:v>
                </c:pt>
                <c:pt idx="14804">
                  <c:v>57174</c:v>
                </c:pt>
                <c:pt idx="14805">
                  <c:v>57175</c:v>
                </c:pt>
                <c:pt idx="14806">
                  <c:v>57176</c:v>
                </c:pt>
                <c:pt idx="14807">
                  <c:v>57177</c:v>
                </c:pt>
                <c:pt idx="14808">
                  <c:v>57178</c:v>
                </c:pt>
                <c:pt idx="14809">
                  <c:v>57179</c:v>
                </c:pt>
                <c:pt idx="14810">
                  <c:v>57180</c:v>
                </c:pt>
                <c:pt idx="14811">
                  <c:v>57181</c:v>
                </c:pt>
                <c:pt idx="14812">
                  <c:v>57182</c:v>
                </c:pt>
                <c:pt idx="14813">
                  <c:v>57183</c:v>
                </c:pt>
                <c:pt idx="14814">
                  <c:v>57184</c:v>
                </c:pt>
                <c:pt idx="14815">
                  <c:v>57185</c:v>
                </c:pt>
                <c:pt idx="14816">
                  <c:v>57186</c:v>
                </c:pt>
                <c:pt idx="14817">
                  <c:v>57187</c:v>
                </c:pt>
                <c:pt idx="14818">
                  <c:v>57188</c:v>
                </c:pt>
                <c:pt idx="14819">
                  <c:v>57189</c:v>
                </c:pt>
                <c:pt idx="14820">
                  <c:v>57190</c:v>
                </c:pt>
                <c:pt idx="14821">
                  <c:v>57191</c:v>
                </c:pt>
                <c:pt idx="14822">
                  <c:v>57192</c:v>
                </c:pt>
                <c:pt idx="14823">
                  <c:v>57193</c:v>
                </c:pt>
                <c:pt idx="14824">
                  <c:v>57194</c:v>
                </c:pt>
                <c:pt idx="14825">
                  <c:v>57195</c:v>
                </c:pt>
                <c:pt idx="14826">
                  <c:v>57196</c:v>
                </c:pt>
                <c:pt idx="14827">
                  <c:v>57197</c:v>
                </c:pt>
                <c:pt idx="14828">
                  <c:v>57198</c:v>
                </c:pt>
                <c:pt idx="14829">
                  <c:v>57199</c:v>
                </c:pt>
                <c:pt idx="14830">
                  <c:v>57200</c:v>
                </c:pt>
                <c:pt idx="14831">
                  <c:v>57201</c:v>
                </c:pt>
                <c:pt idx="14832">
                  <c:v>57202</c:v>
                </c:pt>
                <c:pt idx="14833">
                  <c:v>57203</c:v>
                </c:pt>
                <c:pt idx="14834">
                  <c:v>57204</c:v>
                </c:pt>
                <c:pt idx="14835">
                  <c:v>57205</c:v>
                </c:pt>
                <c:pt idx="14836">
                  <c:v>57206</c:v>
                </c:pt>
                <c:pt idx="14837">
                  <c:v>57207</c:v>
                </c:pt>
                <c:pt idx="14838">
                  <c:v>57208</c:v>
                </c:pt>
                <c:pt idx="14839">
                  <c:v>57209</c:v>
                </c:pt>
                <c:pt idx="14840">
                  <c:v>57210</c:v>
                </c:pt>
                <c:pt idx="14841">
                  <c:v>57211</c:v>
                </c:pt>
                <c:pt idx="14842">
                  <c:v>57212</c:v>
                </c:pt>
                <c:pt idx="14843">
                  <c:v>57213</c:v>
                </c:pt>
                <c:pt idx="14844">
                  <c:v>57214</c:v>
                </c:pt>
                <c:pt idx="14845">
                  <c:v>57215</c:v>
                </c:pt>
                <c:pt idx="14846">
                  <c:v>57216</c:v>
                </c:pt>
                <c:pt idx="14847">
                  <c:v>57217</c:v>
                </c:pt>
                <c:pt idx="14848">
                  <c:v>57218</c:v>
                </c:pt>
                <c:pt idx="14849">
                  <c:v>57219</c:v>
                </c:pt>
                <c:pt idx="14850">
                  <c:v>57220</c:v>
                </c:pt>
                <c:pt idx="14851">
                  <c:v>57221</c:v>
                </c:pt>
                <c:pt idx="14852">
                  <c:v>57222</c:v>
                </c:pt>
                <c:pt idx="14853">
                  <c:v>57223</c:v>
                </c:pt>
                <c:pt idx="14854">
                  <c:v>57224</c:v>
                </c:pt>
                <c:pt idx="14855">
                  <c:v>57225</c:v>
                </c:pt>
                <c:pt idx="14856">
                  <c:v>57226</c:v>
                </c:pt>
                <c:pt idx="14857">
                  <c:v>57227</c:v>
                </c:pt>
                <c:pt idx="14858">
                  <c:v>57228</c:v>
                </c:pt>
                <c:pt idx="14859">
                  <c:v>57229</c:v>
                </c:pt>
                <c:pt idx="14860">
                  <c:v>57230</c:v>
                </c:pt>
                <c:pt idx="14861">
                  <c:v>57231</c:v>
                </c:pt>
                <c:pt idx="14862">
                  <c:v>57232</c:v>
                </c:pt>
                <c:pt idx="14863">
                  <c:v>57233</c:v>
                </c:pt>
                <c:pt idx="14864">
                  <c:v>57234</c:v>
                </c:pt>
                <c:pt idx="14865">
                  <c:v>57235</c:v>
                </c:pt>
                <c:pt idx="14866">
                  <c:v>57236</c:v>
                </c:pt>
                <c:pt idx="14867">
                  <c:v>57237</c:v>
                </c:pt>
                <c:pt idx="14868">
                  <c:v>57238</c:v>
                </c:pt>
                <c:pt idx="14869">
                  <c:v>57239</c:v>
                </c:pt>
                <c:pt idx="14870">
                  <c:v>57240</c:v>
                </c:pt>
                <c:pt idx="14871">
                  <c:v>57241</c:v>
                </c:pt>
                <c:pt idx="14872">
                  <c:v>57242</c:v>
                </c:pt>
                <c:pt idx="14873">
                  <c:v>57243</c:v>
                </c:pt>
                <c:pt idx="14874">
                  <c:v>57244</c:v>
                </c:pt>
                <c:pt idx="14875">
                  <c:v>57245</c:v>
                </c:pt>
                <c:pt idx="14876">
                  <c:v>57246</c:v>
                </c:pt>
                <c:pt idx="14877">
                  <c:v>57247</c:v>
                </c:pt>
                <c:pt idx="14878">
                  <c:v>57248</c:v>
                </c:pt>
                <c:pt idx="14879">
                  <c:v>57249</c:v>
                </c:pt>
                <c:pt idx="14880">
                  <c:v>57250</c:v>
                </c:pt>
                <c:pt idx="14881">
                  <c:v>57251</c:v>
                </c:pt>
                <c:pt idx="14882">
                  <c:v>57252</c:v>
                </c:pt>
                <c:pt idx="14883">
                  <c:v>57253</c:v>
                </c:pt>
                <c:pt idx="14884">
                  <c:v>57254</c:v>
                </c:pt>
                <c:pt idx="14885">
                  <c:v>57255</c:v>
                </c:pt>
                <c:pt idx="14886">
                  <c:v>57256</c:v>
                </c:pt>
                <c:pt idx="14887">
                  <c:v>57257</c:v>
                </c:pt>
                <c:pt idx="14888">
                  <c:v>57258</c:v>
                </c:pt>
                <c:pt idx="14889">
                  <c:v>57259</c:v>
                </c:pt>
                <c:pt idx="14890">
                  <c:v>57260</c:v>
                </c:pt>
                <c:pt idx="14891">
                  <c:v>57261</c:v>
                </c:pt>
                <c:pt idx="14892">
                  <c:v>57262</c:v>
                </c:pt>
                <c:pt idx="14893">
                  <c:v>57263</c:v>
                </c:pt>
                <c:pt idx="14894">
                  <c:v>57264</c:v>
                </c:pt>
                <c:pt idx="14895">
                  <c:v>57265</c:v>
                </c:pt>
                <c:pt idx="14896">
                  <c:v>57266</c:v>
                </c:pt>
                <c:pt idx="14897">
                  <c:v>57267</c:v>
                </c:pt>
                <c:pt idx="14898">
                  <c:v>57268</c:v>
                </c:pt>
                <c:pt idx="14899">
                  <c:v>57269</c:v>
                </c:pt>
                <c:pt idx="14900">
                  <c:v>57270</c:v>
                </c:pt>
                <c:pt idx="14901">
                  <c:v>57271</c:v>
                </c:pt>
                <c:pt idx="14902">
                  <c:v>57272</c:v>
                </c:pt>
                <c:pt idx="14903">
                  <c:v>57273</c:v>
                </c:pt>
                <c:pt idx="14904">
                  <c:v>57274</c:v>
                </c:pt>
                <c:pt idx="14905">
                  <c:v>57275</c:v>
                </c:pt>
                <c:pt idx="14906">
                  <c:v>57276</c:v>
                </c:pt>
                <c:pt idx="14907">
                  <c:v>57277</c:v>
                </c:pt>
                <c:pt idx="14908">
                  <c:v>57278</c:v>
                </c:pt>
                <c:pt idx="14909">
                  <c:v>57279</c:v>
                </c:pt>
                <c:pt idx="14910">
                  <c:v>57280</c:v>
                </c:pt>
                <c:pt idx="14911">
                  <c:v>57281</c:v>
                </c:pt>
                <c:pt idx="14912">
                  <c:v>57282</c:v>
                </c:pt>
                <c:pt idx="14913">
                  <c:v>57283</c:v>
                </c:pt>
                <c:pt idx="14914">
                  <c:v>57284</c:v>
                </c:pt>
                <c:pt idx="14915">
                  <c:v>57285</c:v>
                </c:pt>
                <c:pt idx="14916">
                  <c:v>57286</c:v>
                </c:pt>
                <c:pt idx="14917">
                  <c:v>57287</c:v>
                </c:pt>
                <c:pt idx="14918">
                  <c:v>57288</c:v>
                </c:pt>
                <c:pt idx="14919">
                  <c:v>57289</c:v>
                </c:pt>
                <c:pt idx="14920">
                  <c:v>57290</c:v>
                </c:pt>
                <c:pt idx="14921">
                  <c:v>57291</c:v>
                </c:pt>
                <c:pt idx="14922">
                  <c:v>57292</c:v>
                </c:pt>
                <c:pt idx="14923">
                  <c:v>57293</c:v>
                </c:pt>
                <c:pt idx="14924">
                  <c:v>57294</c:v>
                </c:pt>
                <c:pt idx="14925">
                  <c:v>57295</c:v>
                </c:pt>
                <c:pt idx="14926">
                  <c:v>57296</c:v>
                </c:pt>
                <c:pt idx="14927">
                  <c:v>57297</c:v>
                </c:pt>
                <c:pt idx="14928">
                  <c:v>57298</c:v>
                </c:pt>
                <c:pt idx="14929">
                  <c:v>57299</c:v>
                </c:pt>
                <c:pt idx="14930">
                  <c:v>57300</c:v>
                </c:pt>
                <c:pt idx="14931">
                  <c:v>57301</c:v>
                </c:pt>
                <c:pt idx="14932">
                  <c:v>57302</c:v>
                </c:pt>
                <c:pt idx="14933">
                  <c:v>57303</c:v>
                </c:pt>
                <c:pt idx="14934">
                  <c:v>57304</c:v>
                </c:pt>
                <c:pt idx="14935">
                  <c:v>57305</c:v>
                </c:pt>
                <c:pt idx="14936">
                  <c:v>57306</c:v>
                </c:pt>
                <c:pt idx="14937">
                  <c:v>57307</c:v>
                </c:pt>
                <c:pt idx="14938">
                  <c:v>57308</c:v>
                </c:pt>
                <c:pt idx="14939">
                  <c:v>57309</c:v>
                </c:pt>
                <c:pt idx="14940">
                  <c:v>57310</c:v>
                </c:pt>
                <c:pt idx="14941">
                  <c:v>57311</c:v>
                </c:pt>
                <c:pt idx="14942">
                  <c:v>57312</c:v>
                </c:pt>
                <c:pt idx="14943">
                  <c:v>57313</c:v>
                </c:pt>
                <c:pt idx="14944">
                  <c:v>57314</c:v>
                </c:pt>
                <c:pt idx="14945">
                  <c:v>57315</c:v>
                </c:pt>
                <c:pt idx="14946">
                  <c:v>57316</c:v>
                </c:pt>
                <c:pt idx="14947">
                  <c:v>57317</c:v>
                </c:pt>
                <c:pt idx="14948">
                  <c:v>57318</c:v>
                </c:pt>
                <c:pt idx="14949">
                  <c:v>57319</c:v>
                </c:pt>
                <c:pt idx="14950">
                  <c:v>57320</c:v>
                </c:pt>
                <c:pt idx="14951">
                  <c:v>57321</c:v>
                </c:pt>
                <c:pt idx="14952">
                  <c:v>57322</c:v>
                </c:pt>
                <c:pt idx="14953">
                  <c:v>57323</c:v>
                </c:pt>
                <c:pt idx="14954">
                  <c:v>57324</c:v>
                </c:pt>
                <c:pt idx="14955">
                  <c:v>57325</c:v>
                </c:pt>
                <c:pt idx="14956">
                  <c:v>57326</c:v>
                </c:pt>
                <c:pt idx="14957">
                  <c:v>57327</c:v>
                </c:pt>
                <c:pt idx="14958">
                  <c:v>57328</c:v>
                </c:pt>
                <c:pt idx="14959">
                  <c:v>57329</c:v>
                </c:pt>
                <c:pt idx="14960">
                  <c:v>57330</c:v>
                </c:pt>
                <c:pt idx="14961">
                  <c:v>57331</c:v>
                </c:pt>
                <c:pt idx="14962">
                  <c:v>57332</c:v>
                </c:pt>
                <c:pt idx="14963">
                  <c:v>57333</c:v>
                </c:pt>
                <c:pt idx="14964">
                  <c:v>57334</c:v>
                </c:pt>
                <c:pt idx="14965">
                  <c:v>57335</c:v>
                </c:pt>
                <c:pt idx="14966">
                  <c:v>57336</c:v>
                </c:pt>
                <c:pt idx="14967">
                  <c:v>57337</c:v>
                </c:pt>
                <c:pt idx="14968">
                  <c:v>57338</c:v>
                </c:pt>
                <c:pt idx="14969">
                  <c:v>57339</c:v>
                </c:pt>
                <c:pt idx="14970">
                  <c:v>57340</c:v>
                </c:pt>
                <c:pt idx="14971">
                  <c:v>57341</c:v>
                </c:pt>
                <c:pt idx="14972">
                  <c:v>57342</c:v>
                </c:pt>
                <c:pt idx="14973">
                  <c:v>57343</c:v>
                </c:pt>
                <c:pt idx="14974">
                  <c:v>57344</c:v>
                </c:pt>
                <c:pt idx="14975">
                  <c:v>57345</c:v>
                </c:pt>
                <c:pt idx="14976">
                  <c:v>57346</c:v>
                </c:pt>
                <c:pt idx="14977">
                  <c:v>57347</c:v>
                </c:pt>
                <c:pt idx="14978">
                  <c:v>57348</c:v>
                </c:pt>
                <c:pt idx="14979">
                  <c:v>57349</c:v>
                </c:pt>
                <c:pt idx="14980">
                  <c:v>57350</c:v>
                </c:pt>
                <c:pt idx="14981">
                  <c:v>57351</c:v>
                </c:pt>
                <c:pt idx="14982">
                  <c:v>57352</c:v>
                </c:pt>
                <c:pt idx="14983">
                  <c:v>57353</c:v>
                </c:pt>
                <c:pt idx="14984">
                  <c:v>57354</c:v>
                </c:pt>
                <c:pt idx="14985">
                  <c:v>57355</c:v>
                </c:pt>
                <c:pt idx="14986">
                  <c:v>57356</c:v>
                </c:pt>
                <c:pt idx="14987">
                  <c:v>57357</c:v>
                </c:pt>
                <c:pt idx="14988">
                  <c:v>57358</c:v>
                </c:pt>
                <c:pt idx="14989">
                  <c:v>57359</c:v>
                </c:pt>
                <c:pt idx="14990">
                  <c:v>57360</c:v>
                </c:pt>
                <c:pt idx="14991">
                  <c:v>57361</c:v>
                </c:pt>
                <c:pt idx="14992">
                  <c:v>57362</c:v>
                </c:pt>
                <c:pt idx="14993">
                  <c:v>57363</c:v>
                </c:pt>
                <c:pt idx="14994">
                  <c:v>57364</c:v>
                </c:pt>
                <c:pt idx="14995">
                  <c:v>57365</c:v>
                </c:pt>
                <c:pt idx="14996">
                  <c:v>57366</c:v>
                </c:pt>
                <c:pt idx="14997">
                  <c:v>57367</c:v>
                </c:pt>
                <c:pt idx="14998">
                  <c:v>57368</c:v>
                </c:pt>
                <c:pt idx="14999">
                  <c:v>57369</c:v>
                </c:pt>
                <c:pt idx="15000">
                  <c:v>57370</c:v>
                </c:pt>
                <c:pt idx="15001">
                  <c:v>57371</c:v>
                </c:pt>
                <c:pt idx="15002">
                  <c:v>57372</c:v>
                </c:pt>
                <c:pt idx="15003">
                  <c:v>57373</c:v>
                </c:pt>
                <c:pt idx="15004">
                  <c:v>57374</c:v>
                </c:pt>
                <c:pt idx="15005">
                  <c:v>57375</c:v>
                </c:pt>
                <c:pt idx="15006">
                  <c:v>57376</c:v>
                </c:pt>
                <c:pt idx="15007">
                  <c:v>57377</c:v>
                </c:pt>
                <c:pt idx="15008">
                  <c:v>57378</c:v>
                </c:pt>
                <c:pt idx="15009">
                  <c:v>57379</c:v>
                </c:pt>
                <c:pt idx="15010">
                  <c:v>57380</c:v>
                </c:pt>
                <c:pt idx="15011">
                  <c:v>57381</c:v>
                </c:pt>
                <c:pt idx="15012">
                  <c:v>57382</c:v>
                </c:pt>
                <c:pt idx="15013">
                  <c:v>57383</c:v>
                </c:pt>
                <c:pt idx="15014">
                  <c:v>57384</c:v>
                </c:pt>
                <c:pt idx="15015">
                  <c:v>57385</c:v>
                </c:pt>
                <c:pt idx="15016">
                  <c:v>57386</c:v>
                </c:pt>
                <c:pt idx="15017">
                  <c:v>57387</c:v>
                </c:pt>
                <c:pt idx="15018">
                  <c:v>57388</c:v>
                </c:pt>
                <c:pt idx="15019">
                  <c:v>57389</c:v>
                </c:pt>
                <c:pt idx="15020">
                  <c:v>57390</c:v>
                </c:pt>
                <c:pt idx="15021">
                  <c:v>57391</c:v>
                </c:pt>
                <c:pt idx="15022">
                  <c:v>57392</c:v>
                </c:pt>
                <c:pt idx="15023">
                  <c:v>57393</c:v>
                </c:pt>
                <c:pt idx="15024">
                  <c:v>57394</c:v>
                </c:pt>
                <c:pt idx="15025">
                  <c:v>57395</c:v>
                </c:pt>
                <c:pt idx="15026">
                  <c:v>57396</c:v>
                </c:pt>
                <c:pt idx="15027">
                  <c:v>57397</c:v>
                </c:pt>
                <c:pt idx="15028">
                  <c:v>57398</c:v>
                </c:pt>
                <c:pt idx="15029">
                  <c:v>57399</c:v>
                </c:pt>
                <c:pt idx="15030">
                  <c:v>57400</c:v>
                </c:pt>
                <c:pt idx="15031">
                  <c:v>57401</c:v>
                </c:pt>
                <c:pt idx="15032">
                  <c:v>57402</c:v>
                </c:pt>
                <c:pt idx="15033">
                  <c:v>57403</c:v>
                </c:pt>
                <c:pt idx="15034">
                  <c:v>57404</c:v>
                </c:pt>
                <c:pt idx="15035">
                  <c:v>57405</c:v>
                </c:pt>
                <c:pt idx="15036">
                  <c:v>57406</c:v>
                </c:pt>
                <c:pt idx="15037">
                  <c:v>57407</c:v>
                </c:pt>
                <c:pt idx="15038">
                  <c:v>57408</c:v>
                </c:pt>
                <c:pt idx="15039">
                  <c:v>57409</c:v>
                </c:pt>
                <c:pt idx="15040">
                  <c:v>57410</c:v>
                </c:pt>
                <c:pt idx="15041">
                  <c:v>57411</c:v>
                </c:pt>
                <c:pt idx="15042">
                  <c:v>57412</c:v>
                </c:pt>
                <c:pt idx="15043">
                  <c:v>57413</c:v>
                </c:pt>
                <c:pt idx="15044">
                  <c:v>57414</c:v>
                </c:pt>
                <c:pt idx="15045">
                  <c:v>57415</c:v>
                </c:pt>
                <c:pt idx="15046">
                  <c:v>57416</c:v>
                </c:pt>
                <c:pt idx="15047">
                  <c:v>57417</c:v>
                </c:pt>
                <c:pt idx="15048">
                  <c:v>57418</c:v>
                </c:pt>
                <c:pt idx="15049">
                  <c:v>57419</c:v>
                </c:pt>
                <c:pt idx="15050">
                  <c:v>57420</c:v>
                </c:pt>
                <c:pt idx="15051">
                  <c:v>57421</c:v>
                </c:pt>
                <c:pt idx="15052">
                  <c:v>57422</c:v>
                </c:pt>
                <c:pt idx="15053">
                  <c:v>57423</c:v>
                </c:pt>
                <c:pt idx="15054">
                  <c:v>57424</c:v>
                </c:pt>
                <c:pt idx="15055">
                  <c:v>57425</c:v>
                </c:pt>
                <c:pt idx="15056">
                  <c:v>57426</c:v>
                </c:pt>
                <c:pt idx="15057">
                  <c:v>57427</c:v>
                </c:pt>
                <c:pt idx="15058">
                  <c:v>57428</c:v>
                </c:pt>
                <c:pt idx="15059">
                  <c:v>57429</c:v>
                </c:pt>
                <c:pt idx="15060">
                  <c:v>57430</c:v>
                </c:pt>
                <c:pt idx="15061">
                  <c:v>57431</c:v>
                </c:pt>
                <c:pt idx="15062">
                  <c:v>57432</c:v>
                </c:pt>
                <c:pt idx="15063">
                  <c:v>57433</c:v>
                </c:pt>
                <c:pt idx="15064">
                  <c:v>57434</c:v>
                </c:pt>
                <c:pt idx="15065">
                  <c:v>57435</c:v>
                </c:pt>
                <c:pt idx="15066">
                  <c:v>57436</c:v>
                </c:pt>
                <c:pt idx="15067">
                  <c:v>57437</c:v>
                </c:pt>
                <c:pt idx="15068">
                  <c:v>57438</c:v>
                </c:pt>
                <c:pt idx="15069">
                  <c:v>57439</c:v>
                </c:pt>
                <c:pt idx="15070">
                  <c:v>57440</c:v>
                </c:pt>
                <c:pt idx="15071">
                  <c:v>57441</c:v>
                </c:pt>
                <c:pt idx="15072">
                  <c:v>57442</c:v>
                </c:pt>
                <c:pt idx="15073">
                  <c:v>57443</c:v>
                </c:pt>
                <c:pt idx="15074">
                  <c:v>57444</c:v>
                </c:pt>
                <c:pt idx="15075">
                  <c:v>57445</c:v>
                </c:pt>
                <c:pt idx="15076">
                  <c:v>57446</c:v>
                </c:pt>
                <c:pt idx="15077">
                  <c:v>57447</c:v>
                </c:pt>
                <c:pt idx="15078">
                  <c:v>57448</c:v>
                </c:pt>
                <c:pt idx="15079">
                  <c:v>57449</c:v>
                </c:pt>
                <c:pt idx="15080">
                  <c:v>57450</c:v>
                </c:pt>
                <c:pt idx="15081">
                  <c:v>57451</c:v>
                </c:pt>
                <c:pt idx="15082">
                  <c:v>57452</c:v>
                </c:pt>
                <c:pt idx="15083">
                  <c:v>57453</c:v>
                </c:pt>
                <c:pt idx="15084">
                  <c:v>57454</c:v>
                </c:pt>
                <c:pt idx="15085">
                  <c:v>57455</c:v>
                </c:pt>
                <c:pt idx="15086">
                  <c:v>57456</c:v>
                </c:pt>
                <c:pt idx="15087">
                  <c:v>57457</c:v>
                </c:pt>
                <c:pt idx="15088">
                  <c:v>57458</c:v>
                </c:pt>
                <c:pt idx="15089">
                  <c:v>57459</c:v>
                </c:pt>
                <c:pt idx="15090">
                  <c:v>57460</c:v>
                </c:pt>
                <c:pt idx="15091">
                  <c:v>57461</c:v>
                </c:pt>
                <c:pt idx="15092">
                  <c:v>57462</c:v>
                </c:pt>
                <c:pt idx="15093">
                  <c:v>57463</c:v>
                </c:pt>
                <c:pt idx="15094">
                  <c:v>57464</c:v>
                </c:pt>
                <c:pt idx="15095">
                  <c:v>57465</c:v>
                </c:pt>
                <c:pt idx="15096">
                  <c:v>57466</c:v>
                </c:pt>
                <c:pt idx="15097">
                  <c:v>57467</c:v>
                </c:pt>
                <c:pt idx="15098">
                  <c:v>57468</c:v>
                </c:pt>
                <c:pt idx="15099">
                  <c:v>57469</c:v>
                </c:pt>
                <c:pt idx="15100">
                  <c:v>57470</c:v>
                </c:pt>
                <c:pt idx="15101">
                  <c:v>57471</c:v>
                </c:pt>
                <c:pt idx="15102">
                  <c:v>57472</c:v>
                </c:pt>
                <c:pt idx="15103">
                  <c:v>57473</c:v>
                </c:pt>
                <c:pt idx="15104">
                  <c:v>57474</c:v>
                </c:pt>
                <c:pt idx="15105">
                  <c:v>57475</c:v>
                </c:pt>
                <c:pt idx="15106">
                  <c:v>57476</c:v>
                </c:pt>
                <c:pt idx="15107">
                  <c:v>57477</c:v>
                </c:pt>
                <c:pt idx="15108">
                  <c:v>57478</c:v>
                </c:pt>
                <c:pt idx="15109">
                  <c:v>57479</c:v>
                </c:pt>
                <c:pt idx="15110">
                  <c:v>57480</c:v>
                </c:pt>
                <c:pt idx="15111">
                  <c:v>57481</c:v>
                </c:pt>
                <c:pt idx="15112">
                  <c:v>57482</c:v>
                </c:pt>
                <c:pt idx="15113">
                  <c:v>57483</c:v>
                </c:pt>
                <c:pt idx="15114">
                  <c:v>57484</c:v>
                </c:pt>
                <c:pt idx="15115">
                  <c:v>57485</c:v>
                </c:pt>
                <c:pt idx="15116">
                  <c:v>57486</c:v>
                </c:pt>
                <c:pt idx="15117">
                  <c:v>57487</c:v>
                </c:pt>
                <c:pt idx="15118">
                  <c:v>57488</c:v>
                </c:pt>
                <c:pt idx="15119">
                  <c:v>57489</c:v>
                </c:pt>
                <c:pt idx="15120">
                  <c:v>57490</c:v>
                </c:pt>
                <c:pt idx="15121">
                  <c:v>57491</c:v>
                </c:pt>
                <c:pt idx="15122">
                  <c:v>57492</c:v>
                </c:pt>
                <c:pt idx="15123">
                  <c:v>57493</c:v>
                </c:pt>
                <c:pt idx="15124">
                  <c:v>57494</c:v>
                </c:pt>
                <c:pt idx="15125">
                  <c:v>57495</c:v>
                </c:pt>
                <c:pt idx="15126">
                  <c:v>57496</c:v>
                </c:pt>
                <c:pt idx="15127">
                  <c:v>57497</c:v>
                </c:pt>
                <c:pt idx="15128">
                  <c:v>57498</c:v>
                </c:pt>
                <c:pt idx="15129">
                  <c:v>57499</c:v>
                </c:pt>
                <c:pt idx="15130">
                  <c:v>57500</c:v>
                </c:pt>
                <c:pt idx="15131">
                  <c:v>57501</c:v>
                </c:pt>
                <c:pt idx="15132">
                  <c:v>57502</c:v>
                </c:pt>
                <c:pt idx="15133">
                  <c:v>57503</c:v>
                </c:pt>
                <c:pt idx="15134">
                  <c:v>57504</c:v>
                </c:pt>
                <c:pt idx="15135">
                  <c:v>57505</c:v>
                </c:pt>
                <c:pt idx="15136">
                  <c:v>57506</c:v>
                </c:pt>
                <c:pt idx="15137">
                  <c:v>57507</c:v>
                </c:pt>
                <c:pt idx="15138">
                  <c:v>57508</c:v>
                </c:pt>
                <c:pt idx="15139">
                  <c:v>57509</c:v>
                </c:pt>
                <c:pt idx="15140">
                  <c:v>57510</c:v>
                </c:pt>
                <c:pt idx="15141">
                  <c:v>57511</c:v>
                </c:pt>
                <c:pt idx="15142">
                  <c:v>57512</c:v>
                </c:pt>
                <c:pt idx="15143">
                  <c:v>57513</c:v>
                </c:pt>
                <c:pt idx="15144">
                  <c:v>57514</c:v>
                </c:pt>
                <c:pt idx="15145">
                  <c:v>57515</c:v>
                </c:pt>
                <c:pt idx="15146">
                  <c:v>57516</c:v>
                </c:pt>
                <c:pt idx="15147">
                  <c:v>57517</c:v>
                </c:pt>
                <c:pt idx="15148">
                  <c:v>57518</c:v>
                </c:pt>
                <c:pt idx="15149">
                  <c:v>57519</c:v>
                </c:pt>
                <c:pt idx="15150">
                  <c:v>57520</c:v>
                </c:pt>
                <c:pt idx="15151">
                  <c:v>57521</c:v>
                </c:pt>
                <c:pt idx="15152">
                  <c:v>57522</c:v>
                </c:pt>
                <c:pt idx="15153">
                  <c:v>57523</c:v>
                </c:pt>
                <c:pt idx="15154">
                  <c:v>57524</c:v>
                </c:pt>
                <c:pt idx="15155">
                  <c:v>57525</c:v>
                </c:pt>
                <c:pt idx="15156">
                  <c:v>57526</c:v>
                </c:pt>
                <c:pt idx="15157">
                  <c:v>57527</c:v>
                </c:pt>
                <c:pt idx="15158">
                  <c:v>57528</c:v>
                </c:pt>
                <c:pt idx="15159">
                  <c:v>57529</c:v>
                </c:pt>
                <c:pt idx="15160">
                  <c:v>57530</c:v>
                </c:pt>
                <c:pt idx="15161">
                  <c:v>57531</c:v>
                </c:pt>
                <c:pt idx="15162">
                  <c:v>57532</c:v>
                </c:pt>
                <c:pt idx="15163">
                  <c:v>57533</c:v>
                </c:pt>
                <c:pt idx="15164">
                  <c:v>57534</c:v>
                </c:pt>
                <c:pt idx="15165">
                  <c:v>57535</c:v>
                </c:pt>
                <c:pt idx="15166">
                  <c:v>57536</c:v>
                </c:pt>
                <c:pt idx="15167">
                  <c:v>57537</c:v>
                </c:pt>
                <c:pt idx="15168">
                  <c:v>57538</c:v>
                </c:pt>
                <c:pt idx="15169">
                  <c:v>57539</c:v>
                </c:pt>
                <c:pt idx="15170">
                  <c:v>57540</c:v>
                </c:pt>
                <c:pt idx="15171">
                  <c:v>57541</c:v>
                </c:pt>
                <c:pt idx="15172">
                  <c:v>57542</c:v>
                </c:pt>
                <c:pt idx="15173">
                  <c:v>57543</c:v>
                </c:pt>
                <c:pt idx="15174">
                  <c:v>57544</c:v>
                </c:pt>
                <c:pt idx="15175">
                  <c:v>57545</c:v>
                </c:pt>
                <c:pt idx="15176">
                  <c:v>57546</c:v>
                </c:pt>
                <c:pt idx="15177">
                  <c:v>57547</c:v>
                </c:pt>
                <c:pt idx="15178">
                  <c:v>57548</c:v>
                </c:pt>
                <c:pt idx="15179">
                  <c:v>57549</c:v>
                </c:pt>
                <c:pt idx="15180">
                  <c:v>57550</c:v>
                </c:pt>
                <c:pt idx="15181">
                  <c:v>57551</c:v>
                </c:pt>
                <c:pt idx="15182">
                  <c:v>57552</c:v>
                </c:pt>
                <c:pt idx="15183">
                  <c:v>57553</c:v>
                </c:pt>
                <c:pt idx="15184">
                  <c:v>57554</c:v>
                </c:pt>
                <c:pt idx="15185">
                  <c:v>57555</c:v>
                </c:pt>
                <c:pt idx="15186">
                  <c:v>57556</c:v>
                </c:pt>
                <c:pt idx="15187">
                  <c:v>57557</c:v>
                </c:pt>
                <c:pt idx="15188">
                  <c:v>57558</c:v>
                </c:pt>
                <c:pt idx="15189">
                  <c:v>57559</c:v>
                </c:pt>
                <c:pt idx="15190">
                  <c:v>57560</c:v>
                </c:pt>
                <c:pt idx="15191">
                  <c:v>57561</c:v>
                </c:pt>
                <c:pt idx="15192">
                  <c:v>57562</c:v>
                </c:pt>
                <c:pt idx="15193">
                  <c:v>57563</c:v>
                </c:pt>
                <c:pt idx="15194">
                  <c:v>57564</c:v>
                </c:pt>
                <c:pt idx="15195">
                  <c:v>57565</c:v>
                </c:pt>
                <c:pt idx="15196">
                  <c:v>57566</c:v>
                </c:pt>
                <c:pt idx="15197">
                  <c:v>57567</c:v>
                </c:pt>
                <c:pt idx="15198">
                  <c:v>57568</c:v>
                </c:pt>
                <c:pt idx="15199">
                  <c:v>57569</c:v>
                </c:pt>
                <c:pt idx="15200">
                  <c:v>57570</c:v>
                </c:pt>
                <c:pt idx="15201">
                  <c:v>57571</c:v>
                </c:pt>
                <c:pt idx="15202">
                  <c:v>57572</c:v>
                </c:pt>
                <c:pt idx="15203">
                  <c:v>57573</c:v>
                </c:pt>
                <c:pt idx="15204">
                  <c:v>57574</c:v>
                </c:pt>
                <c:pt idx="15205">
                  <c:v>57575</c:v>
                </c:pt>
                <c:pt idx="15206">
                  <c:v>57576</c:v>
                </c:pt>
                <c:pt idx="15207">
                  <c:v>57577</c:v>
                </c:pt>
                <c:pt idx="15208">
                  <c:v>57578</c:v>
                </c:pt>
                <c:pt idx="15209">
                  <c:v>57579</c:v>
                </c:pt>
                <c:pt idx="15210">
                  <c:v>57580</c:v>
                </c:pt>
                <c:pt idx="15211">
                  <c:v>57581</c:v>
                </c:pt>
                <c:pt idx="15212">
                  <c:v>57582</c:v>
                </c:pt>
                <c:pt idx="15213">
                  <c:v>57583</c:v>
                </c:pt>
                <c:pt idx="15214">
                  <c:v>57584</c:v>
                </c:pt>
                <c:pt idx="15215">
                  <c:v>57585</c:v>
                </c:pt>
                <c:pt idx="15216">
                  <c:v>57586</c:v>
                </c:pt>
                <c:pt idx="15217">
                  <c:v>57587</c:v>
                </c:pt>
                <c:pt idx="15218">
                  <c:v>57588</c:v>
                </c:pt>
                <c:pt idx="15219">
                  <c:v>57589</c:v>
                </c:pt>
                <c:pt idx="15220">
                  <c:v>57590</c:v>
                </c:pt>
                <c:pt idx="15221">
                  <c:v>57591</c:v>
                </c:pt>
                <c:pt idx="15222">
                  <c:v>57592</c:v>
                </c:pt>
                <c:pt idx="15223">
                  <c:v>57593</c:v>
                </c:pt>
                <c:pt idx="15224">
                  <c:v>57594</c:v>
                </c:pt>
                <c:pt idx="15225">
                  <c:v>57595</c:v>
                </c:pt>
                <c:pt idx="15226">
                  <c:v>57596</c:v>
                </c:pt>
                <c:pt idx="15227">
                  <c:v>57597</c:v>
                </c:pt>
                <c:pt idx="15228">
                  <c:v>57598</c:v>
                </c:pt>
                <c:pt idx="15229">
                  <c:v>57599</c:v>
                </c:pt>
                <c:pt idx="15230">
                  <c:v>57600</c:v>
                </c:pt>
                <c:pt idx="15231">
                  <c:v>57601</c:v>
                </c:pt>
                <c:pt idx="15232">
                  <c:v>57602</c:v>
                </c:pt>
                <c:pt idx="15233">
                  <c:v>57603</c:v>
                </c:pt>
                <c:pt idx="15234">
                  <c:v>57604</c:v>
                </c:pt>
                <c:pt idx="15235">
                  <c:v>57605</c:v>
                </c:pt>
                <c:pt idx="15236">
                  <c:v>57606</c:v>
                </c:pt>
                <c:pt idx="15237">
                  <c:v>57607</c:v>
                </c:pt>
                <c:pt idx="15238">
                  <c:v>57608</c:v>
                </c:pt>
                <c:pt idx="15239">
                  <c:v>57609</c:v>
                </c:pt>
                <c:pt idx="15240">
                  <c:v>57610</c:v>
                </c:pt>
                <c:pt idx="15241">
                  <c:v>57611</c:v>
                </c:pt>
                <c:pt idx="15242">
                  <c:v>57612</c:v>
                </c:pt>
                <c:pt idx="15243">
                  <c:v>57613</c:v>
                </c:pt>
                <c:pt idx="15244">
                  <c:v>57614</c:v>
                </c:pt>
                <c:pt idx="15245">
                  <c:v>57615</c:v>
                </c:pt>
                <c:pt idx="15246">
                  <c:v>57616</c:v>
                </c:pt>
                <c:pt idx="15247">
                  <c:v>57617</c:v>
                </c:pt>
                <c:pt idx="15248">
                  <c:v>57618</c:v>
                </c:pt>
                <c:pt idx="15249">
                  <c:v>57619</c:v>
                </c:pt>
                <c:pt idx="15250">
                  <c:v>57620</c:v>
                </c:pt>
                <c:pt idx="15251">
                  <c:v>57621</c:v>
                </c:pt>
                <c:pt idx="15252">
                  <c:v>57622</c:v>
                </c:pt>
                <c:pt idx="15253">
                  <c:v>57623</c:v>
                </c:pt>
                <c:pt idx="15254">
                  <c:v>57624</c:v>
                </c:pt>
                <c:pt idx="15255">
                  <c:v>57625</c:v>
                </c:pt>
                <c:pt idx="15256">
                  <c:v>57626</c:v>
                </c:pt>
                <c:pt idx="15257">
                  <c:v>57627</c:v>
                </c:pt>
                <c:pt idx="15258">
                  <c:v>57628</c:v>
                </c:pt>
                <c:pt idx="15259">
                  <c:v>57629</c:v>
                </c:pt>
                <c:pt idx="15260">
                  <c:v>57630</c:v>
                </c:pt>
                <c:pt idx="15261">
                  <c:v>57631</c:v>
                </c:pt>
                <c:pt idx="15262">
                  <c:v>57632</c:v>
                </c:pt>
                <c:pt idx="15263">
                  <c:v>57633</c:v>
                </c:pt>
                <c:pt idx="15264">
                  <c:v>57634</c:v>
                </c:pt>
                <c:pt idx="15265">
                  <c:v>57635</c:v>
                </c:pt>
                <c:pt idx="15266">
                  <c:v>57636</c:v>
                </c:pt>
                <c:pt idx="15267">
                  <c:v>57637</c:v>
                </c:pt>
                <c:pt idx="15268">
                  <c:v>57638</c:v>
                </c:pt>
                <c:pt idx="15269">
                  <c:v>57639</c:v>
                </c:pt>
                <c:pt idx="15270">
                  <c:v>57640</c:v>
                </c:pt>
                <c:pt idx="15271">
                  <c:v>57641</c:v>
                </c:pt>
                <c:pt idx="15272">
                  <c:v>57642</c:v>
                </c:pt>
                <c:pt idx="15273">
                  <c:v>57643</c:v>
                </c:pt>
                <c:pt idx="15274">
                  <c:v>57644</c:v>
                </c:pt>
                <c:pt idx="15275">
                  <c:v>57645</c:v>
                </c:pt>
                <c:pt idx="15276">
                  <c:v>57646</c:v>
                </c:pt>
                <c:pt idx="15277">
                  <c:v>57647</c:v>
                </c:pt>
                <c:pt idx="15278">
                  <c:v>57648</c:v>
                </c:pt>
                <c:pt idx="15279">
                  <c:v>57649</c:v>
                </c:pt>
                <c:pt idx="15280">
                  <c:v>57650</c:v>
                </c:pt>
                <c:pt idx="15281">
                  <c:v>57651</c:v>
                </c:pt>
                <c:pt idx="15282">
                  <c:v>57652</c:v>
                </c:pt>
                <c:pt idx="15283">
                  <c:v>57653</c:v>
                </c:pt>
                <c:pt idx="15284">
                  <c:v>57654</c:v>
                </c:pt>
                <c:pt idx="15285">
                  <c:v>57655</c:v>
                </c:pt>
                <c:pt idx="15286">
                  <c:v>57656</c:v>
                </c:pt>
                <c:pt idx="15287">
                  <c:v>57657</c:v>
                </c:pt>
                <c:pt idx="15288">
                  <c:v>57658</c:v>
                </c:pt>
                <c:pt idx="15289">
                  <c:v>57659</c:v>
                </c:pt>
                <c:pt idx="15290">
                  <c:v>57660</c:v>
                </c:pt>
                <c:pt idx="15291">
                  <c:v>57661</c:v>
                </c:pt>
                <c:pt idx="15292">
                  <c:v>57662</c:v>
                </c:pt>
                <c:pt idx="15293">
                  <c:v>57663</c:v>
                </c:pt>
                <c:pt idx="15294">
                  <c:v>57664</c:v>
                </c:pt>
                <c:pt idx="15295">
                  <c:v>57665</c:v>
                </c:pt>
                <c:pt idx="15296">
                  <c:v>57666</c:v>
                </c:pt>
                <c:pt idx="15297">
                  <c:v>57667</c:v>
                </c:pt>
                <c:pt idx="15298">
                  <c:v>57668</c:v>
                </c:pt>
                <c:pt idx="15299">
                  <c:v>57669</c:v>
                </c:pt>
                <c:pt idx="15300">
                  <c:v>57670</c:v>
                </c:pt>
                <c:pt idx="15301">
                  <c:v>57671</c:v>
                </c:pt>
                <c:pt idx="15302">
                  <c:v>57672</c:v>
                </c:pt>
                <c:pt idx="15303">
                  <c:v>57673</c:v>
                </c:pt>
                <c:pt idx="15304">
                  <c:v>57674</c:v>
                </c:pt>
                <c:pt idx="15305">
                  <c:v>57675</c:v>
                </c:pt>
                <c:pt idx="15306">
                  <c:v>57676</c:v>
                </c:pt>
                <c:pt idx="15307">
                  <c:v>57677</c:v>
                </c:pt>
                <c:pt idx="15308">
                  <c:v>57678</c:v>
                </c:pt>
                <c:pt idx="15309">
                  <c:v>57679</c:v>
                </c:pt>
                <c:pt idx="15310">
                  <c:v>57680</c:v>
                </c:pt>
                <c:pt idx="15311">
                  <c:v>57681</c:v>
                </c:pt>
                <c:pt idx="15312">
                  <c:v>57682</c:v>
                </c:pt>
                <c:pt idx="15313">
                  <c:v>57683</c:v>
                </c:pt>
                <c:pt idx="15314">
                  <c:v>57684</c:v>
                </c:pt>
                <c:pt idx="15315">
                  <c:v>57685</c:v>
                </c:pt>
                <c:pt idx="15316">
                  <c:v>57686</c:v>
                </c:pt>
                <c:pt idx="15317">
                  <c:v>57687</c:v>
                </c:pt>
                <c:pt idx="15318">
                  <c:v>57688</c:v>
                </c:pt>
                <c:pt idx="15319">
                  <c:v>57689</c:v>
                </c:pt>
                <c:pt idx="15320">
                  <c:v>57690</c:v>
                </c:pt>
                <c:pt idx="15321">
                  <c:v>57691</c:v>
                </c:pt>
                <c:pt idx="15322">
                  <c:v>57692</c:v>
                </c:pt>
                <c:pt idx="15323">
                  <c:v>57693</c:v>
                </c:pt>
                <c:pt idx="15324">
                  <c:v>57694</c:v>
                </c:pt>
                <c:pt idx="15325">
                  <c:v>57695</c:v>
                </c:pt>
                <c:pt idx="15326">
                  <c:v>57696</c:v>
                </c:pt>
                <c:pt idx="15327">
                  <c:v>57697</c:v>
                </c:pt>
                <c:pt idx="15328">
                  <c:v>57698</c:v>
                </c:pt>
                <c:pt idx="15329">
                  <c:v>57699</c:v>
                </c:pt>
                <c:pt idx="15330">
                  <c:v>57700</c:v>
                </c:pt>
                <c:pt idx="15331">
                  <c:v>57701</c:v>
                </c:pt>
                <c:pt idx="15332">
                  <c:v>57702</c:v>
                </c:pt>
                <c:pt idx="15333">
                  <c:v>57703</c:v>
                </c:pt>
                <c:pt idx="15334">
                  <c:v>57704</c:v>
                </c:pt>
                <c:pt idx="15335">
                  <c:v>57705</c:v>
                </c:pt>
                <c:pt idx="15336">
                  <c:v>57706</c:v>
                </c:pt>
                <c:pt idx="15337">
                  <c:v>57707</c:v>
                </c:pt>
                <c:pt idx="15338">
                  <c:v>57708</c:v>
                </c:pt>
                <c:pt idx="15339">
                  <c:v>57709</c:v>
                </c:pt>
                <c:pt idx="15340">
                  <c:v>57710</c:v>
                </c:pt>
                <c:pt idx="15341">
                  <c:v>57711</c:v>
                </c:pt>
                <c:pt idx="15342">
                  <c:v>57712</c:v>
                </c:pt>
                <c:pt idx="15343">
                  <c:v>57713</c:v>
                </c:pt>
                <c:pt idx="15344">
                  <c:v>57714</c:v>
                </c:pt>
                <c:pt idx="15345">
                  <c:v>57715</c:v>
                </c:pt>
                <c:pt idx="15346">
                  <c:v>57716</c:v>
                </c:pt>
                <c:pt idx="15347">
                  <c:v>57717</c:v>
                </c:pt>
                <c:pt idx="15348">
                  <c:v>57718</c:v>
                </c:pt>
                <c:pt idx="15349">
                  <c:v>57719</c:v>
                </c:pt>
                <c:pt idx="15350">
                  <c:v>57720</c:v>
                </c:pt>
                <c:pt idx="15351">
                  <c:v>57721</c:v>
                </c:pt>
                <c:pt idx="15352">
                  <c:v>57722</c:v>
                </c:pt>
                <c:pt idx="15353">
                  <c:v>57723</c:v>
                </c:pt>
                <c:pt idx="15354">
                  <c:v>57724</c:v>
                </c:pt>
                <c:pt idx="15355">
                  <c:v>57725</c:v>
                </c:pt>
                <c:pt idx="15356">
                  <c:v>57726</c:v>
                </c:pt>
                <c:pt idx="15357">
                  <c:v>57727</c:v>
                </c:pt>
                <c:pt idx="15358">
                  <c:v>57728</c:v>
                </c:pt>
                <c:pt idx="15359">
                  <c:v>57729</c:v>
                </c:pt>
                <c:pt idx="15360">
                  <c:v>57730</c:v>
                </c:pt>
                <c:pt idx="15361">
                  <c:v>57731</c:v>
                </c:pt>
                <c:pt idx="15362">
                  <c:v>57732</c:v>
                </c:pt>
                <c:pt idx="15363">
                  <c:v>57733</c:v>
                </c:pt>
                <c:pt idx="15364">
                  <c:v>57734</c:v>
                </c:pt>
                <c:pt idx="15365">
                  <c:v>57735</c:v>
                </c:pt>
                <c:pt idx="15366">
                  <c:v>57736</c:v>
                </c:pt>
                <c:pt idx="15367">
                  <c:v>57737</c:v>
                </c:pt>
                <c:pt idx="15368">
                  <c:v>57738</c:v>
                </c:pt>
                <c:pt idx="15369">
                  <c:v>57739</c:v>
                </c:pt>
                <c:pt idx="15370">
                  <c:v>57740</c:v>
                </c:pt>
                <c:pt idx="15371">
                  <c:v>57741</c:v>
                </c:pt>
                <c:pt idx="15372">
                  <c:v>57742</c:v>
                </c:pt>
                <c:pt idx="15373">
                  <c:v>57743</c:v>
                </c:pt>
                <c:pt idx="15374">
                  <c:v>57744</c:v>
                </c:pt>
                <c:pt idx="15375">
                  <c:v>57745</c:v>
                </c:pt>
                <c:pt idx="15376">
                  <c:v>57746</c:v>
                </c:pt>
                <c:pt idx="15377">
                  <c:v>57747</c:v>
                </c:pt>
                <c:pt idx="15378">
                  <c:v>57748</c:v>
                </c:pt>
                <c:pt idx="15379">
                  <c:v>57749</c:v>
                </c:pt>
                <c:pt idx="15380">
                  <c:v>57750</c:v>
                </c:pt>
                <c:pt idx="15381">
                  <c:v>57751</c:v>
                </c:pt>
                <c:pt idx="15382">
                  <c:v>57752</c:v>
                </c:pt>
                <c:pt idx="15383">
                  <c:v>57753</c:v>
                </c:pt>
                <c:pt idx="15384">
                  <c:v>57754</c:v>
                </c:pt>
                <c:pt idx="15385">
                  <c:v>57755</c:v>
                </c:pt>
                <c:pt idx="15386">
                  <c:v>57756</c:v>
                </c:pt>
                <c:pt idx="15387">
                  <c:v>57757</c:v>
                </c:pt>
                <c:pt idx="15388">
                  <c:v>57758</c:v>
                </c:pt>
                <c:pt idx="15389">
                  <c:v>57759</c:v>
                </c:pt>
                <c:pt idx="15390">
                  <c:v>57760</c:v>
                </c:pt>
                <c:pt idx="15391">
                  <c:v>57761</c:v>
                </c:pt>
                <c:pt idx="15392">
                  <c:v>57762</c:v>
                </c:pt>
                <c:pt idx="15393">
                  <c:v>57763</c:v>
                </c:pt>
                <c:pt idx="15394">
                  <c:v>57764</c:v>
                </c:pt>
                <c:pt idx="15395">
                  <c:v>57765</c:v>
                </c:pt>
                <c:pt idx="15396">
                  <c:v>57766</c:v>
                </c:pt>
                <c:pt idx="15397">
                  <c:v>57767</c:v>
                </c:pt>
                <c:pt idx="15398">
                  <c:v>57768</c:v>
                </c:pt>
                <c:pt idx="15399">
                  <c:v>57769</c:v>
                </c:pt>
                <c:pt idx="15400">
                  <c:v>57770</c:v>
                </c:pt>
                <c:pt idx="15401">
                  <c:v>57771</c:v>
                </c:pt>
                <c:pt idx="15402">
                  <c:v>57772</c:v>
                </c:pt>
                <c:pt idx="15403">
                  <c:v>57773</c:v>
                </c:pt>
                <c:pt idx="15404">
                  <c:v>57774</c:v>
                </c:pt>
                <c:pt idx="15405">
                  <c:v>57775</c:v>
                </c:pt>
                <c:pt idx="15406">
                  <c:v>57776</c:v>
                </c:pt>
                <c:pt idx="15407">
                  <c:v>57777</c:v>
                </c:pt>
                <c:pt idx="15408">
                  <c:v>57778</c:v>
                </c:pt>
                <c:pt idx="15409">
                  <c:v>57779</c:v>
                </c:pt>
                <c:pt idx="15410">
                  <c:v>57780</c:v>
                </c:pt>
                <c:pt idx="15411">
                  <c:v>57781</c:v>
                </c:pt>
                <c:pt idx="15412">
                  <c:v>57782</c:v>
                </c:pt>
                <c:pt idx="15413">
                  <c:v>57783</c:v>
                </c:pt>
                <c:pt idx="15414">
                  <c:v>57784</c:v>
                </c:pt>
                <c:pt idx="15415">
                  <c:v>57785</c:v>
                </c:pt>
                <c:pt idx="15416">
                  <c:v>57786</c:v>
                </c:pt>
                <c:pt idx="15417">
                  <c:v>57787</c:v>
                </c:pt>
                <c:pt idx="15418">
                  <c:v>57788</c:v>
                </c:pt>
                <c:pt idx="15419">
                  <c:v>57789</c:v>
                </c:pt>
                <c:pt idx="15420">
                  <c:v>57790</c:v>
                </c:pt>
                <c:pt idx="15421">
                  <c:v>57791</c:v>
                </c:pt>
                <c:pt idx="15422">
                  <c:v>57792</c:v>
                </c:pt>
                <c:pt idx="15423">
                  <c:v>57793</c:v>
                </c:pt>
                <c:pt idx="15424">
                  <c:v>57794</c:v>
                </c:pt>
                <c:pt idx="15425">
                  <c:v>57795</c:v>
                </c:pt>
                <c:pt idx="15426">
                  <c:v>57796</c:v>
                </c:pt>
                <c:pt idx="15427">
                  <c:v>57797</c:v>
                </c:pt>
                <c:pt idx="15428">
                  <c:v>57798</c:v>
                </c:pt>
                <c:pt idx="15429">
                  <c:v>57799</c:v>
                </c:pt>
                <c:pt idx="15430">
                  <c:v>57800</c:v>
                </c:pt>
                <c:pt idx="15431">
                  <c:v>57801</c:v>
                </c:pt>
                <c:pt idx="15432">
                  <c:v>57802</c:v>
                </c:pt>
                <c:pt idx="15433">
                  <c:v>57803</c:v>
                </c:pt>
                <c:pt idx="15434">
                  <c:v>57804</c:v>
                </c:pt>
                <c:pt idx="15435">
                  <c:v>57805</c:v>
                </c:pt>
                <c:pt idx="15436">
                  <c:v>57806</c:v>
                </c:pt>
                <c:pt idx="15437">
                  <c:v>57807</c:v>
                </c:pt>
                <c:pt idx="15438">
                  <c:v>57808</c:v>
                </c:pt>
                <c:pt idx="15439">
                  <c:v>57809</c:v>
                </c:pt>
                <c:pt idx="15440">
                  <c:v>57810</c:v>
                </c:pt>
                <c:pt idx="15441">
                  <c:v>57811</c:v>
                </c:pt>
                <c:pt idx="15442">
                  <c:v>57812</c:v>
                </c:pt>
                <c:pt idx="15443">
                  <c:v>57813</c:v>
                </c:pt>
                <c:pt idx="15444">
                  <c:v>57814</c:v>
                </c:pt>
                <c:pt idx="15445">
                  <c:v>57815</c:v>
                </c:pt>
                <c:pt idx="15446">
                  <c:v>57816</c:v>
                </c:pt>
                <c:pt idx="15447">
                  <c:v>57817</c:v>
                </c:pt>
                <c:pt idx="15448">
                  <c:v>57818</c:v>
                </c:pt>
                <c:pt idx="15449">
                  <c:v>57819</c:v>
                </c:pt>
                <c:pt idx="15450">
                  <c:v>57820</c:v>
                </c:pt>
                <c:pt idx="15451">
                  <c:v>57821</c:v>
                </c:pt>
                <c:pt idx="15452">
                  <c:v>57822</c:v>
                </c:pt>
                <c:pt idx="15453">
                  <c:v>57823</c:v>
                </c:pt>
                <c:pt idx="15454">
                  <c:v>57824</c:v>
                </c:pt>
                <c:pt idx="15455">
                  <c:v>57825</c:v>
                </c:pt>
                <c:pt idx="15456">
                  <c:v>57826</c:v>
                </c:pt>
                <c:pt idx="15457">
                  <c:v>57827</c:v>
                </c:pt>
                <c:pt idx="15458">
                  <c:v>57828</c:v>
                </c:pt>
                <c:pt idx="15459">
                  <c:v>57829</c:v>
                </c:pt>
                <c:pt idx="15460">
                  <c:v>57830</c:v>
                </c:pt>
                <c:pt idx="15461">
                  <c:v>57831</c:v>
                </c:pt>
                <c:pt idx="15462">
                  <c:v>57832</c:v>
                </c:pt>
                <c:pt idx="15463">
                  <c:v>57833</c:v>
                </c:pt>
                <c:pt idx="15464">
                  <c:v>57834</c:v>
                </c:pt>
                <c:pt idx="15465">
                  <c:v>57835</c:v>
                </c:pt>
                <c:pt idx="15466">
                  <c:v>57836</c:v>
                </c:pt>
                <c:pt idx="15467">
                  <c:v>57837</c:v>
                </c:pt>
                <c:pt idx="15468">
                  <c:v>57838</c:v>
                </c:pt>
                <c:pt idx="15469">
                  <c:v>57839</c:v>
                </c:pt>
                <c:pt idx="15470">
                  <c:v>57840</c:v>
                </c:pt>
                <c:pt idx="15471">
                  <c:v>57841</c:v>
                </c:pt>
                <c:pt idx="15472">
                  <c:v>57842</c:v>
                </c:pt>
                <c:pt idx="15473">
                  <c:v>57843</c:v>
                </c:pt>
                <c:pt idx="15474">
                  <c:v>57844</c:v>
                </c:pt>
                <c:pt idx="15475">
                  <c:v>57845</c:v>
                </c:pt>
                <c:pt idx="15476">
                  <c:v>57846</c:v>
                </c:pt>
                <c:pt idx="15477">
                  <c:v>57847</c:v>
                </c:pt>
                <c:pt idx="15478">
                  <c:v>57848</c:v>
                </c:pt>
                <c:pt idx="15479">
                  <c:v>57849</c:v>
                </c:pt>
                <c:pt idx="15480">
                  <c:v>57850</c:v>
                </c:pt>
                <c:pt idx="15481">
                  <c:v>57851</c:v>
                </c:pt>
                <c:pt idx="15482">
                  <c:v>57852</c:v>
                </c:pt>
                <c:pt idx="15483">
                  <c:v>57853</c:v>
                </c:pt>
                <c:pt idx="15484">
                  <c:v>57854</c:v>
                </c:pt>
                <c:pt idx="15485">
                  <c:v>57855</c:v>
                </c:pt>
                <c:pt idx="15486">
                  <c:v>57856</c:v>
                </c:pt>
                <c:pt idx="15487">
                  <c:v>57857</c:v>
                </c:pt>
                <c:pt idx="15488">
                  <c:v>57858</c:v>
                </c:pt>
                <c:pt idx="15489">
                  <c:v>57859</c:v>
                </c:pt>
                <c:pt idx="15490">
                  <c:v>57860</c:v>
                </c:pt>
                <c:pt idx="15491">
                  <c:v>57861</c:v>
                </c:pt>
                <c:pt idx="15492">
                  <c:v>57862</c:v>
                </c:pt>
                <c:pt idx="15493">
                  <c:v>57863</c:v>
                </c:pt>
                <c:pt idx="15494">
                  <c:v>57864</c:v>
                </c:pt>
                <c:pt idx="15495">
                  <c:v>57865</c:v>
                </c:pt>
                <c:pt idx="15496">
                  <c:v>57866</c:v>
                </c:pt>
                <c:pt idx="15497">
                  <c:v>57867</c:v>
                </c:pt>
                <c:pt idx="15498">
                  <c:v>57868</c:v>
                </c:pt>
                <c:pt idx="15499">
                  <c:v>57869</c:v>
                </c:pt>
                <c:pt idx="15500">
                  <c:v>57870</c:v>
                </c:pt>
                <c:pt idx="15501">
                  <c:v>57871</c:v>
                </c:pt>
                <c:pt idx="15502">
                  <c:v>57872</c:v>
                </c:pt>
                <c:pt idx="15503">
                  <c:v>57873</c:v>
                </c:pt>
                <c:pt idx="15504">
                  <c:v>57874</c:v>
                </c:pt>
                <c:pt idx="15505">
                  <c:v>57875</c:v>
                </c:pt>
                <c:pt idx="15506">
                  <c:v>57876</c:v>
                </c:pt>
                <c:pt idx="15507">
                  <c:v>57877</c:v>
                </c:pt>
                <c:pt idx="15508">
                  <c:v>57878</c:v>
                </c:pt>
                <c:pt idx="15509">
                  <c:v>57879</c:v>
                </c:pt>
                <c:pt idx="15510">
                  <c:v>57880</c:v>
                </c:pt>
                <c:pt idx="15511">
                  <c:v>57881</c:v>
                </c:pt>
                <c:pt idx="15512">
                  <c:v>57882</c:v>
                </c:pt>
                <c:pt idx="15513">
                  <c:v>57883</c:v>
                </c:pt>
                <c:pt idx="15514">
                  <c:v>57884</c:v>
                </c:pt>
                <c:pt idx="15515">
                  <c:v>57885</c:v>
                </c:pt>
                <c:pt idx="15516">
                  <c:v>57886</c:v>
                </c:pt>
                <c:pt idx="15517">
                  <c:v>57887</c:v>
                </c:pt>
                <c:pt idx="15518">
                  <c:v>57888</c:v>
                </c:pt>
                <c:pt idx="15519">
                  <c:v>57889</c:v>
                </c:pt>
                <c:pt idx="15520">
                  <c:v>57890</c:v>
                </c:pt>
                <c:pt idx="15521">
                  <c:v>57891</c:v>
                </c:pt>
                <c:pt idx="15522">
                  <c:v>57892</c:v>
                </c:pt>
                <c:pt idx="15523">
                  <c:v>57893</c:v>
                </c:pt>
                <c:pt idx="15524">
                  <c:v>57894</c:v>
                </c:pt>
                <c:pt idx="15525">
                  <c:v>57895</c:v>
                </c:pt>
                <c:pt idx="15526">
                  <c:v>57896</c:v>
                </c:pt>
                <c:pt idx="15527">
                  <c:v>57897</c:v>
                </c:pt>
                <c:pt idx="15528">
                  <c:v>57898</c:v>
                </c:pt>
                <c:pt idx="15529">
                  <c:v>57899</c:v>
                </c:pt>
                <c:pt idx="15530">
                  <c:v>57900</c:v>
                </c:pt>
                <c:pt idx="15531">
                  <c:v>57901</c:v>
                </c:pt>
                <c:pt idx="15532">
                  <c:v>57902</c:v>
                </c:pt>
                <c:pt idx="15533">
                  <c:v>57903</c:v>
                </c:pt>
                <c:pt idx="15534">
                  <c:v>57904</c:v>
                </c:pt>
                <c:pt idx="15535">
                  <c:v>57905</c:v>
                </c:pt>
                <c:pt idx="15536">
                  <c:v>57906</c:v>
                </c:pt>
                <c:pt idx="15537">
                  <c:v>57907</c:v>
                </c:pt>
                <c:pt idx="15538">
                  <c:v>57908</c:v>
                </c:pt>
                <c:pt idx="15539">
                  <c:v>57909</c:v>
                </c:pt>
                <c:pt idx="15540">
                  <c:v>57910</c:v>
                </c:pt>
                <c:pt idx="15541">
                  <c:v>57911</c:v>
                </c:pt>
                <c:pt idx="15542">
                  <c:v>57912</c:v>
                </c:pt>
                <c:pt idx="15543">
                  <c:v>57913</c:v>
                </c:pt>
                <c:pt idx="15544">
                  <c:v>57914</c:v>
                </c:pt>
                <c:pt idx="15545">
                  <c:v>57915</c:v>
                </c:pt>
                <c:pt idx="15546">
                  <c:v>57916</c:v>
                </c:pt>
                <c:pt idx="15547">
                  <c:v>57917</c:v>
                </c:pt>
                <c:pt idx="15548">
                  <c:v>57918</c:v>
                </c:pt>
                <c:pt idx="15549">
                  <c:v>57919</c:v>
                </c:pt>
                <c:pt idx="15550">
                  <c:v>57920</c:v>
                </c:pt>
                <c:pt idx="15551">
                  <c:v>57921</c:v>
                </c:pt>
                <c:pt idx="15552">
                  <c:v>57922</c:v>
                </c:pt>
                <c:pt idx="15553">
                  <c:v>57923</c:v>
                </c:pt>
                <c:pt idx="15554">
                  <c:v>57924</c:v>
                </c:pt>
                <c:pt idx="15555">
                  <c:v>57925</c:v>
                </c:pt>
                <c:pt idx="15556">
                  <c:v>57926</c:v>
                </c:pt>
                <c:pt idx="15557">
                  <c:v>57927</c:v>
                </c:pt>
                <c:pt idx="15558">
                  <c:v>57928</c:v>
                </c:pt>
                <c:pt idx="15559">
                  <c:v>57929</c:v>
                </c:pt>
                <c:pt idx="15560">
                  <c:v>57930</c:v>
                </c:pt>
                <c:pt idx="15561">
                  <c:v>57931</c:v>
                </c:pt>
                <c:pt idx="15562">
                  <c:v>57932</c:v>
                </c:pt>
                <c:pt idx="15563">
                  <c:v>57933</c:v>
                </c:pt>
                <c:pt idx="15564">
                  <c:v>57934</c:v>
                </c:pt>
                <c:pt idx="15565">
                  <c:v>57935</c:v>
                </c:pt>
                <c:pt idx="15566">
                  <c:v>57936</c:v>
                </c:pt>
                <c:pt idx="15567">
                  <c:v>57937</c:v>
                </c:pt>
                <c:pt idx="15568">
                  <c:v>57938</c:v>
                </c:pt>
                <c:pt idx="15569">
                  <c:v>57939</c:v>
                </c:pt>
                <c:pt idx="15570">
                  <c:v>57940</c:v>
                </c:pt>
                <c:pt idx="15571">
                  <c:v>57941</c:v>
                </c:pt>
                <c:pt idx="15572">
                  <c:v>57942</c:v>
                </c:pt>
                <c:pt idx="15573">
                  <c:v>57943</c:v>
                </c:pt>
                <c:pt idx="15574">
                  <c:v>57944</c:v>
                </c:pt>
                <c:pt idx="15575">
                  <c:v>57945</c:v>
                </c:pt>
                <c:pt idx="15576">
                  <c:v>57946</c:v>
                </c:pt>
                <c:pt idx="15577">
                  <c:v>57947</c:v>
                </c:pt>
                <c:pt idx="15578">
                  <c:v>57948</c:v>
                </c:pt>
                <c:pt idx="15579">
                  <c:v>57949</c:v>
                </c:pt>
                <c:pt idx="15580">
                  <c:v>57950</c:v>
                </c:pt>
                <c:pt idx="15581">
                  <c:v>57951</c:v>
                </c:pt>
                <c:pt idx="15582">
                  <c:v>57952</c:v>
                </c:pt>
                <c:pt idx="15583">
                  <c:v>57953</c:v>
                </c:pt>
                <c:pt idx="15584">
                  <c:v>57954</c:v>
                </c:pt>
                <c:pt idx="15585">
                  <c:v>57955</c:v>
                </c:pt>
                <c:pt idx="15586">
                  <c:v>57956</c:v>
                </c:pt>
                <c:pt idx="15587">
                  <c:v>57957</c:v>
                </c:pt>
                <c:pt idx="15588">
                  <c:v>57958</c:v>
                </c:pt>
                <c:pt idx="15589">
                  <c:v>57959</c:v>
                </c:pt>
                <c:pt idx="15590">
                  <c:v>57960</c:v>
                </c:pt>
                <c:pt idx="15591">
                  <c:v>57961</c:v>
                </c:pt>
                <c:pt idx="15592">
                  <c:v>57962</c:v>
                </c:pt>
                <c:pt idx="15593">
                  <c:v>57963</c:v>
                </c:pt>
                <c:pt idx="15594">
                  <c:v>57964</c:v>
                </c:pt>
                <c:pt idx="15595">
                  <c:v>57965</c:v>
                </c:pt>
                <c:pt idx="15596">
                  <c:v>57966</c:v>
                </c:pt>
                <c:pt idx="15597">
                  <c:v>57967</c:v>
                </c:pt>
                <c:pt idx="15598">
                  <c:v>57968</c:v>
                </c:pt>
                <c:pt idx="15599">
                  <c:v>57969</c:v>
                </c:pt>
                <c:pt idx="15600">
                  <c:v>57970</c:v>
                </c:pt>
                <c:pt idx="15601">
                  <c:v>57971</c:v>
                </c:pt>
                <c:pt idx="15602">
                  <c:v>57972</c:v>
                </c:pt>
                <c:pt idx="15603">
                  <c:v>57973</c:v>
                </c:pt>
                <c:pt idx="15604">
                  <c:v>57974</c:v>
                </c:pt>
                <c:pt idx="15605">
                  <c:v>57975</c:v>
                </c:pt>
                <c:pt idx="15606">
                  <c:v>57976</c:v>
                </c:pt>
                <c:pt idx="15607">
                  <c:v>57977</c:v>
                </c:pt>
                <c:pt idx="15608">
                  <c:v>57978</c:v>
                </c:pt>
                <c:pt idx="15609">
                  <c:v>57979</c:v>
                </c:pt>
                <c:pt idx="15610">
                  <c:v>57980</c:v>
                </c:pt>
                <c:pt idx="15611">
                  <c:v>57981</c:v>
                </c:pt>
                <c:pt idx="15612">
                  <c:v>57982</c:v>
                </c:pt>
                <c:pt idx="15613">
                  <c:v>57983</c:v>
                </c:pt>
                <c:pt idx="15614">
                  <c:v>57984</c:v>
                </c:pt>
                <c:pt idx="15615">
                  <c:v>57985</c:v>
                </c:pt>
                <c:pt idx="15616">
                  <c:v>57986</c:v>
                </c:pt>
                <c:pt idx="15617">
                  <c:v>57987</c:v>
                </c:pt>
                <c:pt idx="15618">
                  <c:v>57988</c:v>
                </c:pt>
                <c:pt idx="15619">
                  <c:v>57989</c:v>
                </c:pt>
                <c:pt idx="15620">
                  <c:v>57990</c:v>
                </c:pt>
                <c:pt idx="15621">
                  <c:v>57991</c:v>
                </c:pt>
                <c:pt idx="15622">
                  <c:v>57992</c:v>
                </c:pt>
                <c:pt idx="15623">
                  <c:v>57993</c:v>
                </c:pt>
                <c:pt idx="15624">
                  <c:v>57994</c:v>
                </c:pt>
                <c:pt idx="15625">
                  <c:v>57995</c:v>
                </c:pt>
                <c:pt idx="15626">
                  <c:v>57996</c:v>
                </c:pt>
                <c:pt idx="15627">
                  <c:v>57997</c:v>
                </c:pt>
                <c:pt idx="15628">
                  <c:v>57998</c:v>
                </c:pt>
                <c:pt idx="15629">
                  <c:v>57999</c:v>
                </c:pt>
                <c:pt idx="15630">
                  <c:v>58000</c:v>
                </c:pt>
                <c:pt idx="15631">
                  <c:v>58001</c:v>
                </c:pt>
                <c:pt idx="15632">
                  <c:v>58002</c:v>
                </c:pt>
                <c:pt idx="15633">
                  <c:v>58003</c:v>
                </c:pt>
                <c:pt idx="15634">
                  <c:v>58004</c:v>
                </c:pt>
                <c:pt idx="15635">
                  <c:v>58005</c:v>
                </c:pt>
                <c:pt idx="15636">
                  <c:v>58006</c:v>
                </c:pt>
                <c:pt idx="15637">
                  <c:v>58007</c:v>
                </c:pt>
                <c:pt idx="15638">
                  <c:v>58008</c:v>
                </c:pt>
                <c:pt idx="15639">
                  <c:v>58009</c:v>
                </c:pt>
                <c:pt idx="15640">
                  <c:v>58010</c:v>
                </c:pt>
                <c:pt idx="15641">
                  <c:v>58011</c:v>
                </c:pt>
                <c:pt idx="15642">
                  <c:v>58012</c:v>
                </c:pt>
                <c:pt idx="15643">
                  <c:v>58013</c:v>
                </c:pt>
                <c:pt idx="15644">
                  <c:v>58014</c:v>
                </c:pt>
                <c:pt idx="15645">
                  <c:v>58015</c:v>
                </c:pt>
                <c:pt idx="15646">
                  <c:v>58016</c:v>
                </c:pt>
                <c:pt idx="15647">
                  <c:v>58017</c:v>
                </c:pt>
                <c:pt idx="15648">
                  <c:v>58018</c:v>
                </c:pt>
                <c:pt idx="15649">
                  <c:v>58019</c:v>
                </c:pt>
                <c:pt idx="15650">
                  <c:v>58020</c:v>
                </c:pt>
                <c:pt idx="15651">
                  <c:v>58021</c:v>
                </c:pt>
                <c:pt idx="15652">
                  <c:v>58022</c:v>
                </c:pt>
                <c:pt idx="15653">
                  <c:v>58023</c:v>
                </c:pt>
                <c:pt idx="15654">
                  <c:v>58024</c:v>
                </c:pt>
                <c:pt idx="15655">
                  <c:v>58025</c:v>
                </c:pt>
                <c:pt idx="15656">
                  <c:v>58026</c:v>
                </c:pt>
                <c:pt idx="15657">
                  <c:v>58027</c:v>
                </c:pt>
                <c:pt idx="15658">
                  <c:v>58028</c:v>
                </c:pt>
                <c:pt idx="15659">
                  <c:v>58029</c:v>
                </c:pt>
                <c:pt idx="15660">
                  <c:v>58030</c:v>
                </c:pt>
                <c:pt idx="15661">
                  <c:v>58031</c:v>
                </c:pt>
                <c:pt idx="15662">
                  <c:v>58032</c:v>
                </c:pt>
                <c:pt idx="15663">
                  <c:v>58033</c:v>
                </c:pt>
                <c:pt idx="15664">
                  <c:v>58034</c:v>
                </c:pt>
                <c:pt idx="15665">
                  <c:v>58035</c:v>
                </c:pt>
                <c:pt idx="15666">
                  <c:v>58036</c:v>
                </c:pt>
                <c:pt idx="15667">
                  <c:v>58037</c:v>
                </c:pt>
                <c:pt idx="15668">
                  <c:v>58038</c:v>
                </c:pt>
                <c:pt idx="15669">
                  <c:v>58039</c:v>
                </c:pt>
                <c:pt idx="15670">
                  <c:v>58040</c:v>
                </c:pt>
                <c:pt idx="15671">
                  <c:v>58041</c:v>
                </c:pt>
                <c:pt idx="15672">
                  <c:v>58042</c:v>
                </c:pt>
                <c:pt idx="15673">
                  <c:v>58043</c:v>
                </c:pt>
                <c:pt idx="15674">
                  <c:v>58044</c:v>
                </c:pt>
                <c:pt idx="15675">
                  <c:v>58045</c:v>
                </c:pt>
                <c:pt idx="15676">
                  <c:v>58046</c:v>
                </c:pt>
                <c:pt idx="15677">
                  <c:v>58047</c:v>
                </c:pt>
                <c:pt idx="15678">
                  <c:v>58048</c:v>
                </c:pt>
                <c:pt idx="15679">
                  <c:v>58049</c:v>
                </c:pt>
                <c:pt idx="15680">
                  <c:v>58050</c:v>
                </c:pt>
                <c:pt idx="15681">
                  <c:v>58051</c:v>
                </c:pt>
                <c:pt idx="15682">
                  <c:v>58052</c:v>
                </c:pt>
                <c:pt idx="15683">
                  <c:v>58053</c:v>
                </c:pt>
                <c:pt idx="15684">
                  <c:v>58054</c:v>
                </c:pt>
                <c:pt idx="15685">
                  <c:v>58055</c:v>
                </c:pt>
                <c:pt idx="15686">
                  <c:v>58056</c:v>
                </c:pt>
                <c:pt idx="15687">
                  <c:v>58057</c:v>
                </c:pt>
                <c:pt idx="15688">
                  <c:v>58058</c:v>
                </c:pt>
                <c:pt idx="15689">
                  <c:v>58059</c:v>
                </c:pt>
                <c:pt idx="15690">
                  <c:v>58060</c:v>
                </c:pt>
                <c:pt idx="15691">
                  <c:v>58061</c:v>
                </c:pt>
                <c:pt idx="15692">
                  <c:v>58062</c:v>
                </c:pt>
                <c:pt idx="15693">
                  <c:v>58063</c:v>
                </c:pt>
                <c:pt idx="15694">
                  <c:v>58064</c:v>
                </c:pt>
                <c:pt idx="15695">
                  <c:v>58065</c:v>
                </c:pt>
                <c:pt idx="15696">
                  <c:v>58066</c:v>
                </c:pt>
                <c:pt idx="15697">
                  <c:v>58067</c:v>
                </c:pt>
                <c:pt idx="15698">
                  <c:v>58068</c:v>
                </c:pt>
                <c:pt idx="15699">
                  <c:v>58069</c:v>
                </c:pt>
                <c:pt idx="15700">
                  <c:v>58070</c:v>
                </c:pt>
                <c:pt idx="15701">
                  <c:v>58071</c:v>
                </c:pt>
                <c:pt idx="15702">
                  <c:v>58072</c:v>
                </c:pt>
                <c:pt idx="15703">
                  <c:v>58073</c:v>
                </c:pt>
                <c:pt idx="15704">
                  <c:v>58074</c:v>
                </c:pt>
                <c:pt idx="15705">
                  <c:v>58075</c:v>
                </c:pt>
                <c:pt idx="15706">
                  <c:v>58076</c:v>
                </c:pt>
                <c:pt idx="15707">
                  <c:v>58077</c:v>
                </c:pt>
                <c:pt idx="15708">
                  <c:v>58078</c:v>
                </c:pt>
                <c:pt idx="15709">
                  <c:v>58079</c:v>
                </c:pt>
                <c:pt idx="15710">
                  <c:v>58080</c:v>
                </c:pt>
                <c:pt idx="15711">
                  <c:v>58081</c:v>
                </c:pt>
                <c:pt idx="15712">
                  <c:v>58082</c:v>
                </c:pt>
                <c:pt idx="15713">
                  <c:v>58083</c:v>
                </c:pt>
                <c:pt idx="15714">
                  <c:v>58084</c:v>
                </c:pt>
                <c:pt idx="15715">
                  <c:v>58085</c:v>
                </c:pt>
                <c:pt idx="15716">
                  <c:v>58086</c:v>
                </c:pt>
                <c:pt idx="15717">
                  <c:v>58087</c:v>
                </c:pt>
                <c:pt idx="15718">
                  <c:v>58088</c:v>
                </c:pt>
                <c:pt idx="15719">
                  <c:v>58089</c:v>
                </c:pt>
                <c:pt idx="15720">
                  <c:v>58090</c:v>
                </c:pt>
                <c:pt idx="15721">
                  <c:v>58091</c:v>
                </c:pt>
                <c:pt idx="15722">
                  <c:v>58092</c:v>
                </c:pt>
                <c:pt idx="15723">
                  <c:v>58093</c:v>
                </c:pt>
                <c:pt idx="15724">
                  <c:v>58094</c:v>
                </c:pt>
                <c:pt idx="15725">
                  <c:v>58095</c:v>
                </c:pt>
                <c:pt idx="15726">
                  <c:v>58096</c:v>
                </c:pt>
                <c:pt idx="15727">
                  <c:v>58097</c:v>
                </c:pt>
                <c:pt idx="15728">
                  <c:v>58098</c:v>
                </c:pt>
                <c:pt idx="15729">
                  <c:v>58099</c:v>
                </c:pt>
                <c:pt idx="15730">
                  <c:v>58100</c:v>
                </c:pt>
                <c:pt idx="15731">
                  <c:v>58101</c:v>
                </c:pt>
                <c:pt idx="15732">
                  <c:v>58102</c:v>
                </c:pt>
                <c:pt idx="15733">
                  <c:v>58103</c:v>
                </c:pt>
                <c:pt idx="15734">
                  <c:v>58104</c:v>
                </c:pt>
                <c:pt idx="15735">
                  <c:v>58105</c:v>
                </c:pt>
                <c:pt idx="15736">
                  <c:v>58106</c:v>
                </c:pt>
                <c:pt idx="15737">
                  <c:v>58107</c:v>
                </c:pt>
                <c:pt idx="15738">
                  <c:v>58108</c:v>
                </c:pt>
                <c:pt idx="15739">
                  <c:v>58109</c:v>
                </c:pt>
                <c:pt idx="15740">
                  <c:v>58110</c:v>
                </c:pt>
                <c:pt idx="15741">
                  <c:v>58111</c:v>
                </c:pt>
                <c:pt idx="15742">
                  <c:v>58112</c:v>
                </c:pt>
                <c:pt idx="15743">
                  <c:v>58113</c:v>
                </c:pt>
                <c:pt idx="15744">
                  <c:v>58114</c:v>
                </c:pt>
                <c:pt idx="15745">
                  <c:v>58115</c:v>
                </c:pt>
                <c:pt idx="15746">
                  <c:v>58116</c:v>
                </c:pt>
                <c:pt idx="15747">
                  <c:v>58117</c:v>
                </c:pt>
                <c:pt idx="15748">
                  <c:v>58118</c:v>
                </c:pt>
                <c:pt idx="15749">
                  <c:v>58119</c:v>
                </c:pt>
                <c:pt idx="15750">
                  <c:v>58120</c:v>
                </c:pt>
                <c:pt idx="15751">
                  <c:v>58121</c:v>
                </c:pt>
                <c:pt idx="15752">
                  <c:v>58122</c:v>
                </c:pt>
                <c:pt idx="15753">
                  <c:v>58123</c:v>
                </c:pt>
                <c:pt idx="15754">
                  <c:v>58124</c:v>
                </c:pt>
                <c:pt idx="15755">
                  <c:v>58125</c:v>
                </c:pt>
                <c:pt idx="15756">
                  <c:v>58126</c:v>
                </c:pt>
                <c:pt idx="15757">
                  <c:v>58127</c:v>
                </c:pt>
                <c:pt idx="15758">
                  <c:v>58128</c:v>
                </c:pt>
                <c:pt idx="15759">
                  <c:v>58129</c:v>
                </c:pt>
                <c:pt idx="15760">
                  <c:v>58130</c:v>
                </c:pt>
                <c:pt idx="15761">
                  <c:v>58131</c:v>
                </c:pt>
                <c:pt idx="15762">
                  <c:v>58132</c:v>
                </c:pt>
                <c:pt idx="15763">
                  <c:v>58133</c:v>
                </c:pt>
                <c:pt idx="15764">
                  <c:v>58134</c:v>
                </c:pt>
                <c:pt idx="15765">
                  <c:v>58135</c:v>
                </c:pt>
                <c:pt idx="15766">
                  <c:v>58136</c:v>
                </c:pt>
                <c:pt idx="15767">
                  <c:v>58137</c:v>
                </c:pt>
                <c:pt idx="15768">
                  <c:v>58138</c:v>
                </c:pt>
                <c:pt idx="15769">
                  <c:v>58139</c:v>
                </c:pt>
                <c:pt idx="15770">
                  <c:v>58140</c:v>
                </c:pt>
                <c:pt idx="15771">
                  <c:v>58141</c:v>
                </c:pt>
                <c:pt idx="15772">
                  <c:v>58142</c:v>
                </c:pt>
                <c:pt idx="15773">
                  <c:v>58143</c:v>
                </c:pt>
                <c:pt idx="15774">
                  <c:v>58144</c:v>
                </c:pt>
                <c:pt idx="15775">
                  <c:v>58145</c:v>
                </c:pt>
                <c:pt idx="15776">
                  <c:v>58146</c:v>
                </c:pt>
                <c:pt idx="15777">
                  <c:v>58147</c:v>
                </c:pt>
                <c:pt idx="15778">
                  <c:v>58148</c:v>
                </c:pt>
                <c:pt idx="15779">
                  <c:v>58149</c:v>
                </c:pt>
                <c:pt idx="15780">
                  <c:v>58150</c:v>
                </c:pt>
                <c:pt idx="15781">
                  <c:v>58151</c:v>
                </c:pt>
                <c:pt idx="15782">
                  <c:v>58152</c:v>
                </c:pt>
                <c:pt idx="15783">
                  <c:v>58153</c:v>
                </c:pt>
                <c:pt idx="15784">
                  <c:v>58154</c:v>
                </c:pt>
                <c:pt idx="15785">
                  <c:v>58155</c:v>
                </c:pt>
                <c:pt idx="15786">
                  <c:v>58156</c:v>
                </c:pt>
                <c:pt idx="15787">
                  <c:v>58157</c:v>
                </c:pt>
                <c:pt idx="15788">
                  <c:v>58158</c:v>
                </c:pt>
                <c:pt idx="15789">
                  <c:v>58159</c:v>
                </c:pt>
                <c:pt idx="15790">
                  <c:v>58160</c:v>
                </c:pt>
                <c:pt idx="15791">
                  <c:v>58161</c:v>
                </c:pt>
                <c:pt idx="15792">
                  <c:v>58162</c:v>
                </c:pt>
                <c:pt idx="15793">
                  <c:v>58163</c:v>
                </c:pt>
                <c:pt idx="15794">
                  <c:v>58164</c:v>
                </c:pt>
                <c:pt idx="15795">
                  <c:v>58165</c:v>
                </c:pt>
                <c:pt idx="15796">
                  <c:v>58166</c:v>
                </c:pt>
                <c:pt idx="15797">
                  <c:v>58167</c:v>
                </c:pt>
                <c:pt idx="15798">
                  <c:v>58168</c:v>
                </c:pt>
                <c:pt idx="15799">
                  <c:v>58169</c:v>
                </c:pt>
                <c:pt idx="15800">
                  <c:v>58170</c:v>
                </c:pt>
                <c:pt idx="15801">
                  <c:v>58171</c:v>
                </c:pt>
                <c:pt idx="15802">
                  <c:v>58172</c:v>
                </c:pt>
                <c:pt idx="15803">
                  <c:v>58173</c:v>
                </c:pt>
                <c:pt idx="15804">
                  <c:v>58174</c:v>
                </c:pt>
                <c:pt idx="15805">
                  <c:v>58175</c:v>
                </c:pt>
                <c:pt idx="15806">
                  <c:v>58176</c:v>
                </c:pt>
                <c:pt idx="15807">
                  <c:v>58177</c:v>
                </c:pt>
                <c:pt idx="15808">
                  <c:v>58178</c:v>
                </c:pt>
                <c:pt idx="15809">
                  <c:v>58179</c:v>
                </c:pt>
                <c:pt idx="15810">
                  <c:v>58180</c:v>
                </c:pt>
                <c:pt idx="15811">
                  <c:v>58181</c:v>
                </c:pt>
                <c:pt idx="15812">
                  <c:v>58182</c:v>
                </c:pt>
                <c:pt idx="15813">
                  <c:v>58183</c:v>
                </c:pt>
                <c:pt idx="15814">
                  <c:v>58184</c:v>
                </c:pt>
                <c:pt idx="15815">
                  <c:v>58185</c:v>
                </c:pt>
                <c:pt idx="15816">
                  <c:v>58186</c:v>
                </c:pt>
                <c:pt idx="15817">
                  <c:v>58187</c:v>
                </c:pt>
                <c:pt idx="15818">
                  <c:v>58188</c:v>
                </c:pt>
                <c:pt idx="15819">
                  <c:v>58189</c:v>
                </c:pt>
                <c:pt idx="15820">
                  <c:v>58190</c:v>
                </c:pt>
                <c:pt idx="15821">
                  <c:v>58191</c:v>
                </c:pt>
                <c:pt idx="15822">
                  <c:v>58192</c:v>
                </c:pt>
                <c:pt idx="15823">
                  <c:v>58193</c:v>
                </c:pt>
                <c:pt idx="15824">
                  <c:v>58194</c:v>
                </c:pt>
                <c:pt idx="15825">
                  <c:v>58195</c:v>
                </c:pt>
                <c:pt idx="15826">
                  <c:v>58196</c:v>
                </c:pt>
                <c:pt idx="15827">
                  <c:v>58197</c:v>
                </c:pt>
                <c:pt idx="15828">
                  <c:v>58198</c:v>
                </c:pt>
                <c:pt idx="15829">
                  <c:v>58199</c:v>
                </c:pt>
                <c:pt idx="15830">
                  <c:v>58200</c:v>
                </c:pt>
                <c:pt idx="15831">
                  <c:v>58201</c:v>
                </c:pt>
                <c:pt idx="15832">
                  <c:v>58202</c:v>
                </c:pt>
                <c:pt idx="15833">
                  <c:v>58203</c:v>
                </c:pt>
                <c:pt idx="15834">
                  <c:v>58204</c:v>
                </c:pt>
                <c:pt idx="15835">
                  <c:v>58205</c:v>
                </c:pt>
                <c:pt idx="15836">
                  <c:v>58206</c:v>
                </c:pt>
                <c:pt idx="15837">
                  <c:v>58207</c:v>
                </c:pt>
                <c:pt idx="15838">
                  <c:v>58208</c:v>
                </c:pt>
                <c:pt idx="15839">
                  <c:v>58209</c:v>
                </c:pt>
                <c:pt idx="15840">
                  <c:v>58210</c:v>
                </c:pt>
                <c:pt idx="15841">
                  <c:v>58211</c:v>
                </c:pt>
                <c:pt idx="15842">
                  <c:v>58212</c:v>
                </c:pt>
                <c:pt idx="15843">
                  <c:v>58213</c:v>
                </c:pt>
                <c:pt idx="15844">
                  <c:v>58214</c:v>
                </c:pt>
                <c:pt idx="15845">
                  <c:v>58215</c:v>
                </c:pt>
                <c:pt idx="15846">
                  <c:v>58216</c:v>
                </c:pt>
                <c:pt idx="15847">
                  <c:v>58217</c:v>
                </c:pt>
                <c:pt idx="15848">
                  <c:v>58218</c:v>
                </c:pt>
                <c:pt idx="15849">
                  <c:v>58219</c:v>
                </c:pt>
                <c:pt idx="15850">
                  <c:v>58220</c:v>
                </c:pt>
                <c:pt idx="15851">
                  <c:v>58221</c:v>
                </c:pt>
                <c:pt idx="15852">
                  <c:v>58222</c:v>
                </c:pt>
                <c:pt idx="15853">
                  <c:v>58223</c:v>
                </c:pt>
                <c:pt idx="15854">
                  <c:v>58224</c:v>
                </c:pt>
                <c:pt idx="15855">
                  <c:v>58225</c:v>
                </c:pt>
                <c:pt idx="15856">
                  <c:v>58226</c:v>
                </c:pt>
                <c:pt idx="15857">
                  <c:v>58227</c:v>
                </c:pt>
                <c:pt idx="15858">
                  <c:v>58228</c:v>
                </c:pt>
                <c:pt idx="15859">
                  <c:v>58229</c:v>
                </c:pt>
                <c:pt idx="15860">
                  <c:v>58230</c:v>
                </c:pt>
                <c:pt idx="15861">
                  <c:v>58231</c:v>
                </c:pt>
                <c:pt idx="15862">
                  <c:v>58232</c:v>
                </c:pt>
                <c:pt idx="15863">
                  <c:v>58233</c:v>
                </c:pt>
                <c:pt idx="15864">
                  <c:v>58234</c:v>
                </c:pt>
                <c:pt idx="15865">
                  <c:v>58235</c:v>
                </c:pt>
                <c:pt idx="15866">
                  <c:v>58236</c:v>
                </c:pt>
                <c:pt idx="15867">
                  <c:v>58237</c:v>
                </c:pt>
                <c:pt idx="15868">
                  <c:v>58238</c:v>
                </c:pt>
                <c:pt idx="15869">
                  <c:v>58239</c:v>
                </c:pt>
                <c:pt idx="15870">
                  <c:v>58240</c:v>
                </c:pt>
                <c:pt idx="15871">
                  <c:v>58241</c:v>
                </c:pt>
                <c:pt idx="15872">
                  <c:v>58242</c:v>
                </c:pt>
                <c:pt idx="15873">
                  <c:v>58243</c:v>
                </c:pt>
                <c:pt idx="15874">
                  <c:v>58244</c:v>
                </c:pt>
                <c:pt idx="15875">
                  <c:v>58245</c:v>
                </c:pt>
                <c:pt idx="15876">
                  <c:v>58246</c:v>
                </c:pt>
                <c:pt idx="15877">
                  <c:v>58247</c:v>
                </c:pt>
                <c:pt idx="15878">
                  <c:v>58248</c:v>
                </c:pt>
                <c:pt idx="15879">
                  <c:v>58249</c:v>
                </c:pt>
                <c:pt idx="15880">
                  <c:v>58250</c:v>
                </c:pt>
                <c:pt idx="15881">
                  <c:v>58251</c:v>
                </c:pt>
                <c:pt idx="15882">
                  <c:v>58252</c:v>
                </c:pt>
                <c:pt idx="15883">
                  <c:v>58253</c:v>
                </c:pt>
                <c:pt idx="15884">
                  <c:v>58254</c:v>
                </c:pt>
                <c:pt idx="15885">
                  <c:v>58255</c:v>
                </c:pt>
                <c:pt idx="15886">
                  <c:v>58256</c:v>
                </c:pt>
                <c:pt idx="15887">
                  <c:v>58257</c:v>
                </c:pt>
                <c:pt idx="15888">
                  <c:v>58258</c:v>
                </c:pt>
                <c:pt idx="15889">
                  <c:v>58259</c:v>
                </c:pt>
                <c:pt idx="15890">
                  <c:v>58260</c:v>
                </c:pt>
                <c:pt idx="15891">
                  <c:v>58261</c:v>
                </c:pt>
                <c:pt idx="15892">
                  <c:v>58262</c:v>
                </c:pt>
                <c:pt idx="15893">
                  <c:v>58263</c:v>
                </c:pt>
                <c:pt idx="15894">
                  <c:v>58264</c:v>
                </c:pt>
                <c:pt idx="15895">
                  <c:v>58265</c:v>
                </c:pt>
                <c:pt idx="15896">
                  <c:v>58266</c:v>
                </c:pt>
                <c:pt idx="15897">
                  <c:v>58267</c:v>
                </c:pt>
                <c:pt idx="15898">
                  <c:v>58268</c:v>
                </c:pt>
                <c:pt idx="15899">
                  <c:v>58269</c:v>
                </c:pt>
                <c:pt idx="15900">
                  <c:v>58270</c:v>
                </c:pt>
                <c:pt idx="15901">
                  <c:v>58271</c:v>
                </c:pt>
                <c:pt idx="15902">
                  <c:v>58272</c:v>
                </c:pt>
                <c:pt idx="15903">
                  <c:v>58273</c:v>
                </c:pt>
                <c:pt idx="15904">
                  <c:v>58274</c:v>
                </c:pt>
                <c:pt idx="15905">
                  <c:v>58275</c:v>
                </c:pt>
                <c:pt idx="15906">
                  <c:v>58276</c:v>
                </c:pt>
                <c:pt idx="15907">
                  <c:v>58277</c:v>
                </c:pt>
                <c:pt idx="15908">
                  <c:v>58278</c:v>
                </c:pt>
                <c:pt idx="15909">
                  <c:v>58279</c:v>
                </c:pt>
                <c:pt idx="15910">
                  <c:v>58280</c:v>
                </c:pt>
                <c:pt idx="15911">
                  <c:v>58281</c:v>
                </c:pt>
                <c:pt idx="15912">
                  <c:v>58282</c:v>
                </c:pt>
                <c:pt idx="15913">
                  <c:v>58283</c:v>
                </c:pt>
                <c:pt idx="15914">
                  <c:v>58284</c:v>
                </c:pt>
                <c:pt idx="15915">
                  <c:v>58285</c:v>
                </c:pt>
                <c:pt idx="15916">
                  <c:v>58286</c:v>
                </c:pt>
                <c:pt idx="15917">
                  <c:v>58287</c:v>
                </c:pt>
                <c:pt idx="15918">
                  <c:v>58288</c:v>
                </c:pt>
                <c:pt idx="15919">
                  <c:v>58289</c:v>
                </c:pt>
                <c:pt idx="15920">
                  <c:v>58290</c:v>
                </c:pt>
                <c:pt idx="15921">
                  <c:v>58291</c:v>
                </c:pt>
                <c:pt idx="15922">
                  <c:v>58292</c:v>
                </c:pt>
                <c:pt idx="15923">
                  <c:v>58293</c:v>
                </c:pt>
                <c:pt idx="15924">
                  <c:v>58294</c:v>
                </c:pt>
                <c:pt idx="15925">
                  <c:v>58295</c:v>
                </c:pt>
                <c:pt idx="15926">
                  <c:v>58296</c:v>
                </c:pt>
                <c:pt idx="15927">
                  <c:v>58297</c:v>
                </c:pt>
                <c:pt idx="15928">
                  <c:v>58298</c:v>
                </c:pt>
                <c:pt idx="15929">
                  <c:v>58299</c:v>
                </c:pt>
                <c:pt idx="15930">
                  <c:v>58300</c:v>
                </c:pt>
                <c:pt idx="15931">
                  <c:v>58301</c:v>
                </c:pt>
                <c:pt idx="15932">
                  <c:v>58302</c:v>
                </c:pt>
                <c:pt idx="15933">
                  <c:v>58303</c:v>
                </c:pt>
                <c:pt idx="15934">
                  <c:v>58304</c:v>
                </c:pt>
                <c:pt idx="15935">
                  <c:v>58305</c:v>
                </c:pt>
                <c:pt idx="15936">
                  <c:v>58306</c:v>
                </c:pt>
                <c:pt idx="15937">
                  <c:v>58307</c:v>
                </c:pt>
                <c:pt idx="15938">
                  <c:v>58308</c:v>
                </c:pt>
                <c:pt idx="15939">
                  <c:v>58309</c:v>
                </c:pt>
                <c:pt idx="15940">
                  <c:v>58310</c:v>
                </c:pt>
                <c:pt idx="15941">
                  <c:v>58311</c:v>
                </c:pt>
                <c:pt idx="15942">
                  <c:v>58312</c:v>
                </c:pt>
                <c:pt idx="15943">
                  <c:v>58313</c:v>
                </c:pt>
                <c:pt idx="15944">
                  <c:v>58314</c:v>
                </c:pt>
                <c:pt idx="15945">
                  <c:v>58315</c:v>
                </c:pt>
                <c:pt idx="15946">
                  <c:v>58316</c:v>
                </c:pt>
                <c:pt idx="15947">
                  <c:v>58317</c:v>
                </c:pt>
                <c:pt idx="15948">
                  <c:v>58318</c:v>
                </c:pt>
                <c:pt idx="15949">
                  <c:v>58319</c:v>
                </c:pt>
                <c:pt idx="15950">
                  <c:v>58320</c:v>
                </c:pt>
                <c:pt idx="15951">
                  <c:v>58321</c:v>
                </c:pt>
                <c:pt idx="15952">
                  <c:v>58322</c:v>
                </c:pt>
                <c:pt idx="15953">
                  <c:v>58323</c:v>
                </c:pt>
                <c:pt idx="15954">
                  <c:v>58324</c:v>
                </c:pt>
                <c:pt idx="15955">
                  <c:v>58325</c:v>
                </c:pt>
                <c:pt idx="15956">
                  <c:v>58326</c:v>
                </c:pt>
                <c:pt idx="15957">
                  <c:v>58327</c:v>
                </c:pt>
                <c:pt idx="15958">
                  <c:v>58328</c:v>
                </c:pt>
                <c:pt idx="15959">
                  <c:v>58329</c:v>
                </c:pt>
                <c:pt idx="15960">
                  <c:v>58330</c:v>
                </c:pt>
                <c:pt idx="15961">
                  <c:v>58331</c:v>
                </c:pt>
                <c:pt idx="15962">
                  <c:v>58332</c:v>
                </c:pt>
                <c:pt idx="15963">
                  <c:v>58333</c:v>
                </c:pt>
                <c:pt idx="15964">
                  <c:v>58334</c:v>
                </c:pt>
                <c:pt idx="15965">
                  <c:v>58335</c:v>
                </c:pt>
                <c:pt idx="15966">
                  <c:v>58336</c:v>
                </c:pt>
                <c:pt idx="15967">
                  <c:v>58337</c:v>
                </c:pt>
                <c:pt idx="15968">
                  <c:v>58338</c:v>
                </c:pt>
                <c:pt idx="15969">
                  <c:v>58339</c:v>
                </c:pt>
                <c:pt idx="15970">
                  <c:v>58340</c:v>
                </c:pt>
                <c:pt idx="15971">
                  <c:v>58341</c:v>
                </c:pt>
                <c:pt idx="15972">
                  <c:v>58342</c:v>
                </c:pt>
                <c:pt idx="15973">
                  <c:v>58343</c:v>
                </c:pt>
                <c:pt idx="15974">
                  <c:v>58344</c:v>
                </c:pt>
                <c:pt idx="15975">
                  <c:v>58345</c:v>
                </c:pt>
                <c:pt idx="15976">
                  <c:v>58346</c:v>
                </c:pt>
                <c:pt idx="15977">
                  <c:v>58347</c:v>
                </c:pt>
                <c:pt idx="15978">
                  <c:v>58348</c:v>
                </c:pt>
                <c:pt idx="15979">
                  <c:v>58349</c:v>
                </c:pt>
                <c:pt idx="15980">
                  <c:v>58350</c:v>
                </c:pt>
                <c:pt idx="15981">
                  <c:v>58351</c:v>
                </c:pt>
                <c:pt idx="15982">
                  <c:v>58352</c:v>
                </c:pt>
                <c:pt idx="15983">
                  <c:v>58353</c:v>
                </c:pt>
                <c:pt idx="15984">
                  <c:v>58354</c:v>
                </c:pt>
                <c:pt idx="15985">
                  <c:v>58355</c:v>
                </c:pt>
                <c:pt idx="15986">
                  <c:v>58356</c:v>
                </c:pt>
                <c:pt idx="15987">
                  <c:v>58357</c:v>
                </c:pt>
                <c:pt idx="15988">
                  <c:v>58358</c:v>
                </c:pt>
                <c:pt idx="15989">
                  <c:v>58359</c:v>
                </c:pt>
                <c:pt idx="15990">
                  <c:v>58360</c:v>
                </c:pt>
                <c:pt idx="15991">
                  <c:v>58361</c:v>
                </c:pt>
                <c:pt idx="15992">
                  <c:v>58362</c:v>
                </c:pt>
                <c:pt idx="15993">
                  <c:v>58363</c:v>
                </c:pt>
                <c:pt idx="15994">
                  <c:v>58364</c:v>
                </c:pt>
                <c:pt idx="15995">
                  <c:v>58365</c:v>
                </c:pt>
                <c:pt idx="15996">
                  <c:v>58366</c:v>
                </c:pt>
                <c:pt idx="15997">
                  <c:v>58367</c:v>
                </c:pt>
                <c:pt idx="15998">
                  <c:v>58368</c:v>
                </c:pt>
                <c:pt idx="15999">
                  <c:v>58369</c:v>
                </c:pt>
                <c:pt idx="16000">
                  <c:v>58370</c:v>
                </c:pt>
                <c:pt idx="16001">
                  <c:v>58371</c:v>
                </c:pt>
                <c:pt idx="16002">
                  <c:v>58372</c:v>
                </c:pt>
                <c:pt idx="16003">
                  <c:v>58373</c:v>
                </c:pt>
                <c:pt idx="16004">
                  <c:v>58374</c:v>
                </c:pt>
                <c:pt idx="16005">
                  <c:v>58375</c:v>
                </c:pt>
                <c:pt idx="16006">
                  <c:v>58376</c:v>
                </c:pt>
                <c:pt idx="16007">
                  <c:v>58377</c:v>
                </c:pt>
                <c:pt idx="16008">
                  <c:v>58378</c:v>
                </c:pt>
                <c:pt idx="16009">
                  <c:v>58379</c:v>
                </c:pt>
                <c:pt idx="16010">
                  <c:v>58380</c:v>
                </c:pt>
                <c:pt idx="16011">
                  <c:v>58381</c:v>
                </c:pt>
                <c:pt idx="16012">
                  <c:v>58382</c:v>
                </c:pt>
                <c:pt idx="16013">
                  <c:v>58383</c:v>
                </c:pt>
                <c:pt idx="16014">
                  <c:v>58384</c:v>
                </c:pt>
                <c:pt idx="16015">
                  <c:v>58385</c:v>
                </c:pt>
                <c:pt idx="16016">
                  <c:v>58386</c:v>
                </c:pt>
                <c:pt idx="16017">
                  <c:v>58387</c:v>
                </c:pt>
                <c:pt idx="16018">
                  <c:v>58388</c:v>
                </c:pt>
                <c:pt idx="16019">
                  <c:v>58389</c:v>
                </c:pt>
                <c:pt idx="16020">
                  <c:v>58390</c:v>
                </c:pt>
                <c:pt idx="16021">
                  <c:v>58391</c:v>
                </c:pt>
                <c:pt idx="16022">
                  <c:v>58392</c:v>
                </c:pt>
                <c:pt idx="16023">
                  <c:v>58393</c:v>
                </c:pt>
                <c:pt idx="16024">
                  <c:v>58394</c:v>
                </c:pt>
                <c:pt idx="16025">
                  <c:v>58395</c:v>
                </c:pt>
                <c:pt idx="16026">
                  <c:v>58396</c:v>
                </c:pt>
                <c:pt idx="16027">
                  <c:v>58397</c:v>
                </c:pt>
                <c:pt idx="16028">
                  <c:v>58398</c:v>
                </c:pt>
                <c:pt idx="16029">
                  <c:v>58399</c:v>
                </c:pt>
                <c:pt idx="16030">
                  <c:v>58400</c:v>
                </c:pt>
                <c:pt idx="16031">
                  <c:v>58401</c:v>
                </c:pt>
                <c:pt idx="16032">
                  <c:v>58402</c:v>
                </c:pt>
                <c:pt idx="16033">
                  <c:v>58403</c:v>
                </c:pt>
                <c:pt idx="16034">
                  <c:v>58404</c:v>
                </c:pt>
                <c:pt idx="16035">
                  <c:v>58405</c:v>
                </c:pt>
                <c:pt idx="16036">
                  <c:v>58406</c:v>
                </c:pt>
                <c:pt idx="16037">
                  <c:v>58407</c:v>
                </c:pt>
                <c:pt idx="16038">
                  <c:v>58408</c:v>
                </c:pt>
                <c:pt idx="16039">
                  <c:v>58409</c:v>
                </c:pt>
                <c:pt idx="16040">
                  <c:v>58410</c:v>
                </c:pt>
                <c:pt idx="16041">
                  <c:v>58411</c:v>
                </c:pt>
                <c:pt idx="16042">
                  <c:v>58412</c:v>
                </c:pt>
                <c:pt idx="16043">
                  <c:v>58413</c:v>
                </c:pt>
                <c:pt idx="16044">
                  <c:v>58414</c:v>
                </c:pt>
                <c:pt idx="16045">
                  <c:v>58415</c:v>
                </c:pt>
                <c:pt idx="16046">
                  <c:v>58416</c:v>
                </c:pt>
                <c:pt idx="16047">
                  <c:v>58417</c:v>
                </c:pt>
                <c:pt idx="16048">
                  <c:v>58418</c:v>
                </c:pt>
                <c:pt idx="16049">
                  <c:v>58419</c:v>
                </c:pt>
                <c:pt idx="16050">
                  <c:v>58420</c:v>
                </c:pt>
                <c:pt idx="16051">
                  <c:v>58421</c:v>
                </c:pt>
                <c:pt idx="16052">
                  <c:v>58422</c:v>
                </c:pt>
                <c:pt idx="16053">
                  <c:v>58423</c:v>
                </c:pt>
                <c:pt idx="16054">
                  <c:v>58424</c:v>
                </c:pt>
                <c:pt idx="16055">
                  <c:v>58425</c:v>
                </c:pt>
                <c:pt idx="16056">
                  <c:v>58426</c:v>
                </c:pt>
                <c:pt idx="16057">
                  <c:v>58427</c:v>
                </c:pt>
                <c:pt idx="16058">
                  <c:v>58428</c:v>
                </c:pt>
                <c:pt idx="16059">
                  <c:v>58429</c:v>
                </c:pt>
                <c:pt idx="16060">
                  <c:v>58430</c:v>
                </c:pt>
                <c:pt idx="16061">
                  <c:v>58431</c:v>
                </c:pt>
                <c:pt idx="16062">
                  <c:v>58432</c:v>
                </c:pt>
                <c:pt idx="16063">
                  <c:v>58433</c:v>
                </c:pt>
                <c:pt idx="16064">
                  <c:v>58434</c:v>
                </c:pt>
                <c:pt idx="16065">
                  <c:v>58435</c:v>
                </c:pt>
                <c:pt idx="16066">
                  <c:v>58436</c:v>
                </c:pt>
                <c:pt idx="16067">
                  <c:v>58437</c:v>
                </c:pt>
                <c:pt idx="16068">
                  <c:v>58438</c:v>
                </c:pt>
                <c:pt idx="16069">
                  <c:v>58439</c:v>
                </c:pt>
                <c:pt idx="16070">
                  <c:v>58440</c:v>
                </c:pt>
                <c:pt idx="16071">
                  <c:v>58441</c:v>
                </c:pt>
                <c:pt idx="16072">
                  <c:v>58442</c:v>
                </c:pt>
                <c:pt idx="16073">
                  <c:v>58443</c:v>
                </c:pt>
                <c:pt idx="16074">
                  <c:v>58444</c:v>
                </c:pt>
                <c:pt idx="16075">
                  <c:v>58445</c:v>
                </c:pt>
                <c:pt idx="16076">
                  <c:v>58446</c:v>
                </c:pt>
                <c:pt idx="16077">
                  <c:v>58447</c:v>
                </c:pt>
                <c:pt idx="16078">
                  <c:v>58448</c:v>
                </c:pt>
                <c:pt idx="16079">
                  <c:v>58449</c:v>
                </c:pt>
                <c:pt idx="16080">
                  <c:v>58450</c:v>
                </c:pt>
                <c:pt idx="16081">
                  <c:v>58451</c:v>
                </c:pt>
                <c:pt idx="16082">
                  <c:v>58452</c:v>
                </c:pt>
                <c:pt idx="16083">
                  <c:v>58453</c:v>
                </c:pt>
                <c:pt idx="16084">
                  <c:v>58454</c:v>
                </c:pt>
                <c:pt idx="16085">
                  <c:v>58455</c:v>
                </c:pt>
                <c:pt idx="16086">
                  <c:v>58456</c:v>
                </c:pt>
                <c:pt idx="16087">
                  <c:v>58457</c:v>
                </c:pt>
                <c:pt idx="16088">
                  <c:v>58458</c:v>
                </c:pt>
                <c:pt idx="16089">
                  <c:v>58459</c:v>
                </c:pt>
                <c:pt idx="16090">
                  <c:v>58460</c:v>
                </c:pt>
                <c:pt idx="16091">
                  <c:v>58461</c:v>
                </c:pt>
                <c:pt idx="16092">
                  <c:v>58462</c:v>
                </c:pt>
                <c:pt idx="16093">
                  <c:v>58463</c:v>
                </c:pt>
                <c:pt idx="16094">
                  <c:v>58464</c:v>
                </c:pt>
                <c:pt idx="16095">
                  <c:v>58465</c:v>
                </c:pt>
                <c:pt idx="16096">
                  <c:v>58466</c:v>
                </c:pt>
                <c:pt idx="16097">
                  <c:v>58467</c:v>
                </c:pt>
                <c:pt idx="16098">
                  <c:v>58468</c:v>
                </c:pt>
                <c:pt idx="16099">
                  <c:v>58469</c:v>
                </c:pt>
                <c:pt idx="16100">
                  <c:v>58470</c:v>
                </c:pt>
                <c:pt idx="16101">
                  <c:v>58471</c:v>
                </c:pt>
                <c:pt idx="16102">
                  <c:v>58472</c:v>
                </c:pt>
                <c:pt idx="16103">
                  <c:v>58473</c:v>
                </c:pt>
                <c:pt idx="16104">
                  <c:v>58474</c:v>
                </c:pt>
                <c:pt idx="16105">
                  <c:v>58475</c:v>
                </c:pt>
                <c:pt idx="16106">
                  <c:v>58476</c:v>
                </c:pt>
                <c:pt idx="16107">
                  <c:v>58477</c:v>
                </c:pt>
                <c:pt idx="16108">
                  <c:v>58478</c:v>
                </c:pt>
                <c:pt idx="16109">
                  <c:v>58479</c:v>
                </c:pt>
                <c:pt idx="16110">
                  <c:v>58480</c:v>
                </c:pt>
                <c:pt idx="16111">
                  <c:v>58481</c:v>
                </c:pt>
                <c:pt idx="16112">
                  <c:v>58482</c:v>
                </c:pt>
                <c:pt idx="16113">
                  <c:v>58483</c:v>
                </c:pt>
                <c:pt idx="16114">
                  <c:v>58484</c:v>
                </c:pt>
                <c:pt idx="16115">
                  <c:v>58485</c:v>
                </c:pt>
                <c:pt idx="16116">
                  <c:v>58486</c:v>
                </c:pt>
                <c:pt idx="16117">
                  <c:v>58487</c:v>
                </c:pt>
                <c:pt idx="16118">
                  <c:v>58488</c:v>
                </c:pt>
                <c:pt idx="16119">
                  <c:v>58489</c:v>
                </c:pt>
                <c:pt idx="16120">
                  <c:v>58490</c:v>
                </c:pt>
                <c:pt idx="16121">
                  <c:v>58491</c:v>
                </c:pt>
                <c:pt idx="16122">
                  <c:v>58492</c:v>
                </c:pt>
                <c:pt idx="16123">
                  <c:v>58493</c:v>
                </c:pt>
                <c:pt idx="16124">
                  <c:v>58494</c:v>
                </c:pt>
                <c:pt idx="16125">
                  <c:v>58495</c:v>
                </c:pt>
                <c:pt idx="16126">
                  <c:v>58496</c:v>
                </c:pt>
                <c:pt idx="16127">
                  <c:v>58497</c:v>
                </c:pt>
                <c:pt idx="16128">
                  <c:v>58498</c:v>
                </c:pt>
                <c:pt idx="16129">
                  <c:v>58499</c:v>
                </c:pt>
                <c:pt idx="16130">
                  <c:v>58500</c:v>
                </c:pt>
                <c:pt idx="16131">
                  <c:v>58501</c:v>
                </c:pt>
                <c:pt idx="16132">
                  <c:v>58502</c:v>
                </c:pt>
                <c:pt idx="16133">
                  <c:v>58503</c:v>
                </c:pt>
                <c:pt idx="16134">
                  <c:v>58504</c:v>
                </c:pt>
                <c:pt idx="16135">
                  <c:v>58505</c:v>
                </c:pt>
                <c:pt idx="16136">
                  <c:v>58506</c:v>
                </c:pt>
                <c:pt idx="16137">
                  <c:v>58507</c:v>
                </c:pt>
                <c:pt idx="16138">
                  <c:v>58508</c:v>
                </c:pt>
                <c:pt idx="16139">
                  <c:v>58509</c:v>
                </c:pt>
                <c:pt idx="16140">
                  <c:v>58510</c:v>
                </c:pt>
                <c:pt idx="16141">
                  <c:v>58511</c:v>
                </c:pt>
                <c:pt idx="16142">
                  <c:v>58512</c:v>
                </c:pt>
                <c:pt idx="16143">
                  <c:v>58513</c:v>
                </c:pt>
                <c:pt idx="16144">
                  <c:v>58514</c:v>
                </c:pt>
                <c:pt idx="16145">
                  <c:v>58515</c:v>
                </c:pt>
                <c:pt idx="16146">
                  <c:v>58516</c:v>
                </c:pt>
                <c:pt idx="16147">
                  <c:v>58517</c:v>
                </c:pt>
                <c:pt idx="16148">
                  <c:v>58518</c:v>
                </c:pt>
                <c:pt idx="16149">
                  <c:v>58519</c:v>
                </c:pt>
                <c:pt idx="16150">
                  <c:v>58520</c:v>
                </c:pt>
                <c:pt idx="16151">
                  <c:v>58521</c:v>
                </c:pt>
                <c:pt idx="16152">
                  <c:v>58522</c:v>
                </c:pt>
                <c:pt idx="16153">
                  <c:v>58523</c:v>
                </c:pt>
                <c:pt idx="16154">
                  <c:v>58524</c:v>
                </c:pt>
                <c:pt idx="16155">
                  <c:v>58525</c:v>
                </c:pt>
                <c:pt idx="16156">
                  <c:v>58526</c:v>
                </c:pt>
                <c:pt idx="16157">
                  <c:v>58527</c:v>
                </c:pt>
                <c:pt idx="16158">
                  <c:v>58528</c:v>
                </c:pt>
                <c:pt idx="16159">
                  <c:v>58529</c:v>
                </c:pt>
                <c:pt idx="16160">
                  <c:v>58530</c:v>
                </c:pt>
                <c:pt idx="16161">
                  <c:v>58531</c:v>
                </c:pt>
                <c:pt idx="16162">
                  <c:v>58532</c:v>
                </c:pt>
                <c:pt idx="16163">
                  <c:v>58533</c:v>
                </c:pt>
                <c:pt idx="16164">
                  <c:v>58534</c:v>
                </c:pt>
                <c:pt idx="16165">
                  <c:v>58535</c:v>
                </c:pt>
                <c:pt idx="16166">
                  <c:v>58536</c:v>
                </c:pt>
                <c:pt idx="16167">
                  <c:v>58537</c:v>
                </c:pt>
                <c:pt idx="16168">
                  <c:v>58538</c:v>
                </c:pt>
                <c:pt idx="16169">
                  <c:v>58539</c:v>
                </c:pt>
                <c:pt idx="16170">
                  <c:v>58540</c:v>
                </c:pt>
                <c:pt idx="16171">
                  <c:v>58541</c:v>
                </c:pt>
                <c:pt idx="16172">
                  <c:v>58542</c:v>
                </c:pt>
                <c:pt idx="16173">
                  <c:v>58543</c:v>
                </c:pt>
                <c:pt idx="16174">
                  <c:v>58544</c:v>
                </c:pt>
                <c:pt idx="16175">
                  <c:v>58545</c:v>
                </c:pt>
                <c:pt idx="16176">
                  <c:v>58546</c:v>
                </c:pt>
                <c:pt idx="16177">
                  <c:v>58547</c:v>
                </c:pt>
                <c:pt idx="16178">
                  <c:v>58548</c:v>
                </c:pt>
                <c:pt idx="16179">
                  <c:v>58549</c:v>
                </c:pt>
                <c:pt idx="16180">
                  <c:v>58550</c:v>
                </c:pt>
                <c:pt idx="16181">
                  <c:v>58551</c:v>
                </c:pt>
                <c:pt idx="16182">
                  <c:v>58552</c:v>
                </c:pt>
                <c:pt idx="16183">
                  <c:v>58553</c:v>
                </c:pt>
                <c:pt idx="16184">
                  <c:v>58554</c:v>
                </c:pt>
                <c:pt idx="16185">
                  <c:v>58555</c:v>
                </c:pt>
                <c:pt idx="16186">
                  <c:v>58556</c:v>
                </c:pt>
                <c:pt idx="16187">
                  <c:v>58557</c:v>
                </c:pt>
                <c:pt idx="16188">
                  <c:v>58558</c:v>
                </c:pt>
                <c:pt idx="16189">
                  <c:v>58559</c:v>
                </c:pt>
                <c:pt idx="16190">
                  <c:v>58560</c:v>
                </c:pt>
                <c:pt idx="16191">
                  <c:v>58561</c:v>
                </c:pt>
                <c:pt idx="16192">
                  <c:v>58562</c:v>
                </c:pt>
                <c:pt idx="16193">
                  <c:v>58563</c:v>
                </c:pt>
                <c:pt idx="16194">
                  <c:v>58564</c:v>
                </c:pt>
                <c:pt idx="16195">
                  <c:v>58565</c:v>
                </c:pt>
                <c:pt idx="16196">
                  <c:v>58566</c:v>
                </c:pt>
                <c:pt idx="16197">
                  <c:v>58567</c:v>
                </c:pt>
                <c:pt idx="16198">
                  <c:v>58568</c:v>
                </c:pt>
                <c:pt idx="16199">
                  <c:v>58569</c:v>
                </c:pt>
                <c:pt idx="16200">
                  <c:v>58570</c:v>
                </c:pt>
                <c:pt idx="16201">
                  <c:v>58571</c:v>
                </c:pt>
                <c:pt idx="16202">
                  <c:v>58572</c:v>
                </c:pt>
                <c:pt idx="16203">
                  <c:v>58573</c:v>
                </c:pt>
                <c:pt idx="16204">
                  <c:v>58574</c:v>
                </c:pt>
                <c:pt idx="16205">
                  <c:v>58575</c:v>
                </c:pt>
                <c:pt idx="16206">
                  <c:v>58576</c:v>
                </c:pt>
                <c:pt idx="16207">
                  <c:v>58577</c:v>
                </c:pt>
                <c:pt idx="16208">
                  <c:v>58578</c:v>
                </c:pt>
                <c:pt idx="16209">
                  <c:v>58579</c:v>
                </c:pt>
                <c:pt idx="16210">
                  <c:v>58580</c:v>
                </c:pt>
                <c:pt idx="16211">
                  <c:v>58581</c:v>
                </c:pt>
                <c:pt idx="16212">
                  <c:v>58582</c:v>
                </c:pt>
                <c:pt idx="16213">
                  <c:v>58583</c:v>
                </c:pt>
                <c:pt idx="16214">
                  <c:v>58584</c:v>
                </c:pt>
                <c:pt idx="16215">
                  <c:v>58585</c:v>
                </c:pt>
                <c:pt idx="16216">
                  <c:v>58586</c:v>
                </c:pt>
                <c:pt idx="16217">
                  <c:v>58587</c:v>
                </c:pt>
                <c:pt idx="16218">
                  <c:v>58588</c:v>
                </c:pt>
                <c:pt idx="16219">
                  <c:v>58589</c:v>
                </c:pt>
                <c:pt idx="16220">
                  <c:v>58590</c:v>
                </c:pt>
                <c:pt idx="16221">
                  <c:v>58591</c:v>
                </c:pt>
                <c:pt idx="16222">
                  <c:v>58592</c:v>
                </c:pt>
                <c:pt idx="16223">
                  <c:v>58593</c:v>
                </c:pt>
                <c:pt idx="16224">
                  <c:v>58594</c:v>
                </c:pt>
                <c:pt idx="16225">
                  <c:v>58595</c:v>
                </c:pt>
                <c:pt idx="16226">
                  <c:v>58596</c:v>
                </c:pt>
                <c:pt idx="16227">
                  <c:v>58597</c:v>
                </c:pt>
                <c:pt idx="16228">
                  <c:v>58598</c:v>
                </c:pt>
                <c:pt idx="16229">
                  <c:v>58599</c:v>
                </c:pt>
                <c:pt idx="16230">
                  <c:v>58600</c:v>
                </c:pt>
                <c:pt idx="16231">
                  <c:v>58601</c:v>
                </c:pt>
                <c:pt idx="16232">
                  <c:v>58602</c:v>
                </c:pt>
                <c:pt idx="16233">
                  <c:v>58603</c:v>
                </c:pt>
                <c:pt idx="16234">
                  <c:v>58604</c:v>
                </c:pt>
                <c:pt idx="16235">
                  <c:v>58605</c:v>
                </c:pt>
                <c:pt idx="16236">
                  <c:v>58606</c:v>
                </c:pt>
                <c:pt idx="16237">
                  <c:v>58607</c:v>
                </c:pt>
                <c:pt idx="16238">
                  <c:v>58608</c:v>
                </c:pt>
                <c:pt idx="16239">
                  <c:v>58609</c:v>
                </c:pt>
                <c:pt idx="16240">
                  <c:v>58610</c:v>
                </c:pt>
                <c:pt idx="16241">
                  <c:v>58611</c:v>
                </c:pt>
                <c:pt idx="16242">
                  <c:v>58612</c:v>
                </c:pt>
                <c:pt idx="16243">
                  <c:v>58613</c:v>
                </c:pt>
                <c:pt idx="16244">
                  <c:v>58614</c:v>
                </c:pt>
                <c:pt idx="16245">
                  <c:v>58615</c:v>
                </c:pt>
                <c:pt idx="16246">
                  <c:v>58616</c:v>
                </c:pt>
                <c:pt idx="16247">
                  <c:v>58617</c:v>
                </c:pt>
                <c:pt idx="16248">
                  <c:v>58618</c:v>
                </c:pt>
                <c:pt idx="16249">
                  <c:v>58619</c:v>
                </c:pt>
                <c:pt idx="16250">
                  <c:v>58620</c:v>
                </c:pt>
                <c:pt idx="16251">
                  <c:v>58621</c:v>
                </c:pt>
                <c:pt idx="16252">
                  <c:v>58622</c:v>
                </c:pt>
                <c:pt idx="16253">
                  <c:v>58623</c:v>
                </c:pt>
                <c:pt idx="16254">
                  <c:v>58624</c:v>
                </c:pt>
                <c:pt idx="16255">
                  <c:v>58625</c:v>
                </c:pt>
                <c:pt idx="16256">
                  <c:v>58626</c:v>
                </c:pt>
                <c:pt idx="16257">
                  <c:v>58627</c:v>
                </c:pt>
                <c:pt idx="16258">
                  <c:v>58628</c:v>
                </c:pt>
                <c:pt idx="16259">
                  <c:v>58629</c:v>
                </c:pt>
                <c:pt idx="16260">
                  <c:v>58630</c:v>
                </c:pt>
                <c:pt idx="16261">
                  <c:v>58631</c:v>
                </c:pt>
                <c:pt idx="16262">
                  <c:v>58632</c:v>
                </c:pt>
                <c:pt idx="16263">
                  <c:v>58633</c:v>
                </c:pt>
                <c:pt idx="16264">
                  <c:v>58634</c:v>
                </c:pt>
                <c:pt idx="16265">
                  <c:v>58635</c:v>
                </c:pt>
                <c:pt idx="16266">
                  <c:v>58636</c:v>
                </c:pt>
                <c:pt idx="16267">
                  <c:v>58637</c:v>
                </c:pt>
                <c:pt idx="16268">
                  <c:v>58638</c:v>
                </c:pt>
                <c:pt idx="16269">
                  <c:v>58639</c:v>
                </c:pt>
                <c:pt idx="16270">
                  <c:v>58640</c:v>
                </c:pt>
                <c:pt idx="16271">
                  <c:v>58641</c:v>
                </c:pt>
                <c:pt idx="16272">
                  <c:v>58642</c:v>
                </c:pt>
                <c:pt idx="16273">
                  <c:v>58643</c:v>
                </c:pt>
                <c:pt idx="16274">
                  <c:v>58644</c:v>
                </c:pt>
                <c:pt idx="16275">
                  <c:v>58645</c:v>
                </c:pt>
                <c:pt idx="16276">
                  <c:v>58646</c:v>
                </c:pt>
                <c:pt idx="16277">
                  <c:v>58647</c:v>
                </c:pt>
                <c:pt idx="16278">
                  <c:v>58648</c:v>
                </c:pt>
                <c:pt idx="16279">
                  <c:v>58649</c:v>
                </c:pt>
                <c:pt idx="16280">
                  <c:v>58650</c:v>
                </c:pt>
                <c:pt idx="16281">
                  <c:v>58651</c:v>
                </c:pt>
                <c:pt idx="16282">
                  <c:v>58652</c:v>
                </c:pt>
                <c:pt idx="16283">
                  <c:v>58653</c:v>
                </c:pt>
                <c:pt idx="16284">
                  <c:v>58654</c:v>
                </c:pt>
                <c:pt idx="16285">
                  <c:v>58655</c:v>
                </c:pt>
                <c:pt idx="16286">
                  <c:v>58656</c:v>
                </c:pt>
                <c:pt idx="16287">
                  <c:v>58657</c:v>
                </c:pt>
                <c:pt idx="16288">
                  <c:v>58658</c:v>
                </c:pt>
                <c:pt idx="16289">
                  <c:v>58659</c:v>
                </c:pt>
                <c:pt idx="16290">
                  <c:v>58660</c:v>
                </c:pt>
                <c:pt idx="16291">
                  <c:v>58661</c:v>
                </c:pt>
                <c:pt idx="16292">
                  <c:v>58662</c:v>
                </c:pt>
                <c:pt idx="16293">
                  <c:v>58663</c:v>
                </c:pt>
                <c:pt idx="16294">
                  <c:v>58664</c:v>
                </c:pt>
                <c:pt idx="16295">
                  <c:v>58665</c:v>
                </c:pt>
                <c:pt idx="16296">
                  <c:v>58666</c:v>
                </c:pt>
                <c:pt idx="16297">
                  <c:v>58667</c:v>
                </c:pt>
                <c:pt idx="16298">
                  <c:v>58668</c:v>
                </c:pt>
                <c:pt idx="16299">
                  <c:v>58669</c:v>
                </c:pt>
                <c:pt idx="16300">
                  <c:v>58670</c:v>
                </c:pt>
                <c:pt idx="16301">
                  <c:v>58671</c:v>
                </c:pt>
                <c:pt idx="16302">
                  <c:v>58672</c:v>
                </c:pt>
                <c:pt idx="16303">
                  <c:v>58673</c:v>
                </c:pt>
                <c:pt idx="16304">
                  <c:v>58674</c:v>
                </c:pt>
                <c:pt idx="16305">
                  <c:v>58675</c:v>
                </c:pt>
                <c:pt idx="16306">
                  <c:v>58676</c:v>
                </c:pt>
                <c:pt idx="16307">
                  <c:v>58677</c:v>
                </c:pt>
                <c:pt idx="16308">
                  <c:v>58678</c:v>
                </c:pt>
                <c:pt idx="16309">
                  <c:v>58679</c:v>
                </c:pt>
                <c:pt idx="16310">
                  <c:v>58680</c:v>
                </c:pt>
                <c:pt idx="16311">
                  <c:v>58681</c:v>
                </c:pt>
                <c:pt idx="16312">
                  <c:v>58682</c:v>
                </c:pt>
                <c:pt idx="16313">
                  <c:v>58683</c:v>
                </c:pt>
                <c:pt idx="16314">
                  <c:v>58684</c:v>
                </c:pt>
                <c:pt idx="16315">
                  <c:v>58685</c:v>
                </c:pt>
                <c:pt idx="16316">
                  <c:v>58686</c:v>
                </c:pt>
                <c:pt idx="16317">
                  <c:v>58687</c:v>
                </c:pt>
                <c:pt idx="16318">
                  <c:v>58688</c:v>
                </c:pt>
                <c:pt idx="16319">
                  <c:v>58689</c:v>
                </c:pt>
                <c:pt idx="16320">
                  <c:v>58690</c:v>
                </c:pt>
                <c:pt idx="16321">
                  <c:v>58691</c:v>
                </c:pt>
                <c:pt idx="16322">
                  <c:v>58692</c:v>
                </c:pt>
                <c:pt idx="16323">
                  <c:v>58693</c:v>
                </c:pt>
                <c:pt idx="16324">
                  <c:v>58694</c:v>
                </c:pt>
                <c:pt idx="16325">
                  <c:v>58695</c:v>
                </c:pt>
                <c:pt idx="16326">
                  <c:v>58696</c:v>
                </c:pt>
                <c:pt idx="16327">
                  <c:v>58697</c:v>
                </c:pt>
                <c:pt idx="16328">
                  <c:v>58698</c:v>
                </c:pt>
                <c:pt idx="16329">
                  <c:v>58699</c:v>
                </c:pt>
                <c:pt idx="16330">
                  <c:v>58700</c:v>
                </c:pt>
                <c:pt idx="16331">
                  <c:v>58701</c:v>
                </c:pt>
                <c:pt idx="16332">
                  <c:v>58702</c:v>
                </c:pt>
                <c:pt idx="16333">
                  <c:v>58703</c:v>
                </c:pt>
                <c:pt idx="16334">
                  <c:v>58704</c:v>
                </c:pt>
                <c:pt idx="16335">
                  <c:v>58705</c:v>
                </c:pt>
                <c:pt idx="16336">
                  <c:v>58706</c:v>
                </c:pt>
                <c:pt idx="16337">
                  <c:v>58707</c:v>
                </c:pt>
                <c:pt idx="16338">
                  <c:v>58708</c:v>
                </c:pt>
                <c:pt idx="16339">
                  <c:v>58709</c:v>
                </c:pt>
                <c:pt idx="16340">
                  <c:v>58710</c:v>
                </c:pt>
                <c:pt idx="16341">
                  <c:v>58711</c:v>
                </c:pt>
                <c:pt idx="16342">
                  <c:v>58712</c:v>
                </c:pt>
                <c:pt idx="16343">
                  <c:v>58713</c:v>
                </c:pt>
                <c:pt idx="16344">
                  <c:v>58714</c:v>
                </c:pt>
                <c:pt idx="16345">
                  <c:v>58715</c:v>
                </c:pt>
                <c:pt idx="16346">
                  <c:v>58716</c:v>
                </c:pt>
                <c:pt idx="16347">
                  <c:v>58717</c:v>
                </c:pt>
                <c:pt idx="16348">
                  <c:v>58718</c:v>
                </c:pt>
                <c:pt idx="16349">
                  <c:v>58719</c:v>
                </c:pt>
                <c:pt idx="16350">
                  <c:v>58720</c:v>
                </c:pt>
                <c:pt idx="16351">
                  <c:v>58721</c:v>
                </c:pt>
                <c:pt idx="16352">
                  <c:v>58722</c:v>
                </c:pt>
                <c:pt idx="16353">
                  <c:v>58723</c:v>
                </c:pt>
                <c:pt idx="16354">
                  <c:v>58724</c:v>
                </c:pt>
                <c:pt idx="16355">
                  <c:v>58725</c:v>
                </c:pt>
                <c:pt idx="16356">
                  <c:v>58726</c:v>
                </c:pt>
                <c:pt idx="16357">
                  <c:v>58727</c:v>
                </c:pt>
                <c:pt idx="16358">
                  <c:v>58728</c:v>
                </c:pt>
                <c:pt idx="16359">
                  <c:v>58729</c:v>
                </c:pt>
                <c:pt idx="16360">
                  <c:v>58730</c:v>
                </c:pt>
                <c:pt idx="16361">
                  <c:v>58731</c:v>
                </c:pt>
                <c:pt idx="16362">
                  <c:v>58732</c:v>
                </c:pt>
                <c:pt idx="16363">
                  <c:v>58733</c:v>
                </c:pt>
                <c:pt idx="16364">
                  <c:v>58734</c:v>
                </c:pt>
                <c:pt idx="16365">
                  <c:v>58735</c:v>
                </c:pt>
                <c:pt idx="16366">
                  <c:v>58736</c:v>
                </c:pt>
                <c:pt idx="16367">
                  <c:v>58737</c:v>
                </c:pt>
                <c:pt idx="16368">
                  <c:v>58738</c:v>
                </c:pt>
                <c:pt idx="16369">
                  <c:v>58739</c:v>
                </c:pt>
                <c:pt idx="16370">
                  <c:v>58740</c:v>
                </c:pt>
                <c:pt idx="16371">
                  <c:v>58741</c:v>
                </c:pt>
                <c:pt idx="16372">
                  <c:v>58742</c:v>
                </c:pt>
                <c:pt idx="16373">
                  <c:v>58743</c:v>
                </c:pt>
                <c:pt idx="16374">
                  <c:v>58744</c:v>
                </c:pt>
                <c:pt idx="16375">
                  <c:v>58745</c:v>
                </c:pt>
                <c:pt idx="16376">
                  <c:v>58746</c:v>
                </c:pt>
                <c:pt idx="16377">
                  <c:v>58747</c:v>
                </c:pt>
                <c:pt idx="16378">
                  <c:v>58748</c:v>
                </c:pt>
                <c:pt idx="16379">
                  <c:v>58749</c:v>
                </c:pt>
                <c:pt idx="16380">
                  <c:v>58750</c:v>
                </c:pt>
                <c:pt idx="16381">
                  <c:v>58751</c:v>
                </c:pt>
                <c:pt idx="16382">
                  <c:v>58752</c:v>
                </c:pt>
                <c:pt idx="16383">
                  <c:v>58753</c:v>
                </c:pt>
                <c:pt idx="16384">
                  <c:v>58754</c:v>
                </c:pt>
                <c:pt idx="16385">
                  <c:v>58755</c:v>
                </c:pt>
                <c:pt idx="16386">
                  <c:v>58756</c:v>
                </c:pt>
                <c:pt idx="16387">
                  <c:v>58757</c:v>
                </c:pt>
                <c:pt idx="16388">
                  <c:v>58758</c:v>
                </c:pt>
                <c:pt idx="16389">
                  <c:v>58759</c:v>
                </c:pt>
                <c:pt idx="16390">
                  <c:v>58760</c:v>
                </c:pt>
                <c:pt idx="16391">
                  <c:v>58761</c:v>
                </c:pt>
                <c:pt idx="16392">
                  <c:v>58762</c:v>
                </c:pt>
                <c:pt idx="16393">
                  <c:v>58763</c:v>
                </c:pt>
                <c:pt idx="16394">
                  <c:v>58764</c:v>
                </c:pt>
                <c:pt idx="16395">
                  <c:v>58765</c:v>
                </c:pt>
                <c:pt idx="16396">
                  <c:v>58766</c:v>
                </c:pt>
                <c:pt idx="16397">
                  <c:v>58767</c:v>
                </c:pt>
                <c:pt idx="16398">
                  <c:v>58768</c:v>
                </c:pt>
                <c:pt idx="16399">
                  <c:v>58769</c:v>
                </c:pt>
                <c:pt idx="16400">
                  <c:v>58770</c:v>
                </c:pt>
                <c:pt idx="16401">
                  <c:v>58771</c:v>
                </c:pt>
                <c:pt idx="16402">
                  <c:v>58772</c:v>
                </c:pt>
                <c:pt idx="16403">
                  <c:v>58773</c:v>
                </c:pt>
                <c:pt idx="16404">
                  <c:v>58774</c:v>
                </c:pt>
                <c:pt idx="16405">
                  <c:v>58775</c:v>
                </c:pt>
                <c:pt idx="16406">
                  <c:v>58776</c:v>
                </c:pt>
                <c:pt idx="16407">
                  <c:v>58777</c:v>
                </c:pt>
                <c:pt idx="16408">
                  <c:v>58778</c:v>
                </c:pt>
                <c:pt idx="16409">
                  <c:v>58779</c:v>
                </c:pt>
                <c:pt idx="16410">
                  <c:v>58780</c:v>
                </c:pt>
                <c:pt idx="16411">
                  <c:v>58781</c:v>
                </c:pt>
                <c:pt idx="16412">
                  <c:v>58782</c:v>
                </c:pt>
                <c:pt idx="16413">
                  <c:v>58783</c:v>
                </c:pt>
                <c:pt idx="16414">
                  <c:v>58784</c:v>
                </c:pt>
                <c:pt idx="16415">
                  <c:v>58785</c:v>
                </c:pt>
                <c:pt idx="16416">
                  <c:v>58786</c:v>
                </c:pt>
                <c:pt idx="16417">
                  <c:v>58787</c:v>
                </c:pt>
                <c:pt idx="16418">
                  <c:v>58788</c:v>
                </c:pt>
                <c:pt idx="16419">
                  <c:v>58789</c:v>
                </c:pt>
                <c:pt idx="16420">
                  <c:v>58790</c:v>
                </c:pt>
                <c:pt idx="16421">
                  <c:v>58791</c:v>
                </c:pt>
                <c:pt idx="16422">
                  <c:v>58792</c:v>
                </c:pt>
                <c:pt idx="16423">
                  <c:v>58793</c:v>
                </c:pt>
                <c:pt idx="16424">
                  <c:v>58794</c:v>
                </c:pt>
                <c:pt idx="16425">
                  <c:v>58795</c:v>
                </c:pt>
                <c:pt idx="16426">
                  <c:v>58796</c:v>
                </c:pt>
                <c:pt idx="16427">
                  <c:v>58797</c:v>
                </c:pt>
                <c:pt idx="16428">
                  <c:v>58798</c:v>
                </c:pt>
                <c:pt idx="16429">
                  <c:v>58799</c:v>
                </c:pt>
                <c:pt idx="16430">
                  <c:v>58800</c:v>
                </c:pt>
                <c:pt idx="16431">
                  <c:v>58801</c:v>
                </c:pt>
                <c:pt idx="16432">
                  <c:v>58802</c:v>
                </c:pt>
                <c:pt idx="16433">
                  <c:v>58803</c:v>
                </c:pt>
                <c:pt idx="16434">
                  <c:v>58804</c:v>
                </c:pt>
                <c:pt idx="16435">
                  <c:v>58805</c:v>
                </c:pt>
                <c:pt idx="16436">
                  <c:v>58806</c:v>
                </c:pt>
                <c:pt idx="16437">
                  <c:v>58807</c:v>
                </c:pt>
                <c:pt idx="16438">
                  <c:v>58808</c:v>
                </c:pt>
                <c:pt idx="16439">
                  <c:v>58809</c:v>
                </c:pt>
                <c:pt idx="16440">
                  <c:v>58810</c:v>
                </c:pt>
                <c:pt idx="16441">
                  <c:v>58811</c:v>
                </c:pt>
                <c:pt idx="16442">
                  <c:v>58812</c:v>
                </c:pt>
                <c:pt idx="16443">
                  <c:v>58813</c:v>
                </c:pt>
                <c:pt idx="16444">
                  <c:v>58814</c:v>
                </c:pt>
                <c:pt idx="16445">
                  <c:v>58815</c:v>
                </c:pt>
                <c:pt idx="16446">
                  <c:v>58816</c:v>
                </c:pt>
                <c:pt idx="16447">
                  <c:v>58817</c:v>
                </c:pt>
                <c:pt idx="16448">
                  <c:v>58818</c:v>
                </c:pt>
                <c:pt idx="16449">
                  <c:v>58819</c:v>
                </c:pt>
                <c:pt idx="16450">
                  <c:v>58820</c:v>
                </c:pt>
                <c:pt idx="16451">
                  <c:v>58821</c:v>
                </c:pt>
                <c:pt idx="16452">
                  <c:v>58822</c:v>
                </c:pt>
                <c:pt idx="16453">
                  <c:v>58823</c:v>
                </c:pt>
                <c:pt idx="16454">
                  <c:v>58824</c:v>
                </c:pt>
                <c:pt idx="16455">
                  <c:v>58825</c:v>
                </c:pt>
                <c:pt idx="16456">
                  <c:v>58826</c:v>
                </c:pt>
                <c:pt idx="16457">
                  <c:v>58827</c:v>
                </c:pt>
                <c:pt idx="16458">
                  <c:v>58828</c:v>
                </c:pt>
                <c:pt idx="16459">
                  <c:v>58829</c:v>
                </c:pt>
                <c:pt idx="16460">
                  <c:v>58830</c:v>
                </c:pt>
                <c:pt idx="16461">
                  <c:v>58831</c:v>
                </c:pt>
                <c:pt idx="16462">
                  <c:v>58832</c:v>
                </c:pt>
                <c:pt idx="16463">
                  <c:v>58833</c:v>
                </c:pt>
                <c:pt idx="16464">
                  <c:v>58834</c:v>
                </c:pt>
                <c:pt idx="16465">
                  <c:v>58835</c:v>
                </c:pt>
                <c:pt idx="16466">
                  <c:v>58836</c:v>
                </c:pt>
                <c:pt idx="16467">
                  <c:v>58837</c:v>
                </c:pt>
                <c:pt idx="16468">
                  <c:v>58838</c:v>
                </c:pt>
                <c:pt idx="16469">
                  <c:v>58839</c:v>
                </c:pt>
                <c:pt idx="16470">
                  <c:v>58840</c:v>
                </c:pt>
                <c:pt idx="16471">
                  <c:v>58841</c:v>
                </c:pt>
                <c:pt idx="16472">
                  <c:v>58842</c:v>
                </c:pt>
                <c:pt idx="16473">
                  <c:v>58843</c:v>
                </c:pt>
                <c:pt idx="16474">
                  <c:v>58844</c:v>
                </c:pt>
                <c:pt idx="16475">
                  <c:v>58845</c:v>
                </c:pt>
                <c:pt idx="16476">
                  <c:v>58846</c:v>
                </c:pt>
                <c:pt idx="16477">
                  <c:v>58847</c:v>
                </c:pt>
                <c:pt idx="16478">
                  <c:v>58848</c:v>
                </c:pt>
                <c:pt idx="16479">
                  <c:v>58849</c:v>
                </c:pt>
                <c:pt idx="16480">
                  <c:v>58850</c:v>
                </c:pt>
                <c:pt idx="16481">
                  <c:v>58851</c:v>
                </c:pt>
                <c:pt idx="16482">
                  <c:v>58852</c:v>
                </c:pt>
                <c:pt idx="16483">
                  <c:v>58853</c:v>
                </c:pt>
                <c:pt idx="16484">
                  <c:v>58854</c:v>
                </c:pt>
                <c:pt idx="16485">
                  <c:v>58855</c:v>
                </c:pt>
                <c:pt idx="16486">
                  <c:v>58856</c:v>
                </c:pt>
                <c:pt idx="16487">
                  <c:v>58857</c:v>
                </c:pt>
                <c:pt idx="16488">
                  <c:v>58858</c:v>
                </c:pt>
                <c:pt idx="16489">
                  <c:v>58859</c:v>
                </c:pt>
                <c:pt idx="16490">
                  <c:v>58860</c:v>
                </c:pt>
                <c:pt idx="16491">
                  <c:v>58861</c:v>
                </c:pt>
                <c:pt idx="16492">
                  <c:v>58862</c:v>
                </c:pt>
                <c:pt idx="16493">
                  <c:v>58863</c:v>
                </c:pt>
                <c:pt idx="16494">
                  <c:v>58864</c:v>
                </c:pt>
                <c:pt idx="16495">
                  <c:v>58865</c:v>
                </c:pt>
                <c:pt idx="16496">
                  <c:v>58866</c:v>
                </c:pt>
                <c:pt idx="16497">
                  <c:v>58867</c:v>
                </c:pt>
                <c:pt idx="16498">
                  <c:v>58868</c:v>
                </c:pt>
                <c:pt idx="16499">
                  <c:v>58869</c:v>
                </c:pt>
                <c:pt idx="16500">
                  <c:v>58870</c:v>
                </c:pt>
                <c:pt idx="16501">
                  <c:v>58871</c:v>
                </c:pt>
                <c:pt idx="16502">
                  <c:v>58872</c:v>
                </c:pt>
                <c:pt idx="16503">
                  <c:v>58873</c:v>
                </c:pt>
                <c:pt idx="16504">
                  <c:v>58874</c:v>
                </c:pt>
                <c:pt idx="16505">
                  <c:v>58875</c:v>
                </c:pt>
                <c:pt idx="16506">
                  <c:v>58876</c:v>
                </c:pt>
                <c:pt idx="16507">
                  <c:v>58877</c:v>
                </c:pt>
                <c:pt idx="16508">
                  <c:v>58878</c:v>
                </c:pt>
                <c:pt idx="16509">
                  <c:v>58879</c:v>
                </c:pt>
                <c:pt idx="16510">
                  <c:v>58880</c:v>
                </c:pt>
                <c:pt idx="16511">
                  <c:v>58881</c:v>
                </c:pt>
                <c:pt idx="16512">
                  <c:v>58882</c:v>
                </c:pt>
                <c:pt idx="16513">
                  <c:v>58883</c:v>
                </c:pt>
                <c:pt idx="16514">
                  <c:v>58884</c:v>
                </c:pt>
                <c:pt idx="16515">
                  <c:v>58885</c:v>
                </c:pt>
                <c:pt idx="16516">
                  <c:v>58886</c:v>
                </c:pt>
                <c:pt idx="16517">
                  <c:v>58887</c:v>
                </c:pt>
                <c:pt idx="16518">
                  <c:v>58888</c:v>
                </c:pt>
                <c:pt idx="16519">
                  <c:v>58889</c:v>
                </c:pt>
                <c:pt idx="16520">
                  <c:v>58890</c:v>
                </c:pt>
                <c:pt idx="16521">
                  <c:v>58891</c:v>
                </c:pt>
                <c:pt idx="16522">
                  <c:v>58892</c:v>
                </c:pt>
                <c:pt idx="16523">
                  <c:v>58893</c:v>
                </c:pt>
                <c:pt idx="16524">
                  <c:v>58894</c:v>
                </c:pt>
                <c:pt idx="16525">
                  <c:v>58895</c:v>
                </c:pt>
                <c:pt idx="16526">
                  <c:v>58896</c:v>
                </c:pt>
                <c:pt idx="16527">
                  <c:v>58897</c:v>
                </c:pt>
                <c:pt idx="16528">
                  <c:v>58898</c:v>
                </c:pt>
                <c:pt idx="16529">
                  <c:v>58899</c:v>
                </c:pt>
                <c:pt idx="16530">
                  <c:v>58900</c:v>
                </c:pt>
                <c:pt idx="16531">
                  <c:v>58901</c:v>
                </c:pt>
                <c:pt idx="16532">
                  <c:v>58902</c:v>
                </c:pt>
                <c:pt idx="16533">
                  <c:v>58903</c:v>
                </c:pt>
                <c:pt idx="16534">
                  <c:v>58904</c:v>
                </c:pt>
                <c:pt idx="16535">
                  <c:v>58905</c:v>
                </c:pt>
                <c:pt idx="16536">
                  <c:v>58906</c:v>
                </c:pt>
                <c:pt idx="16537">
                  <c:v>58907</c:v>
                </c:pt>
                <c:pt idx="16538">
                  <c:v>58908</c:v>
                </c:pt>
                <c:pt idx="16539">
                  <c:v>58909</c:v>
                </c:pt>
                <c:pt idx="16540">
                  <c:v>58910</c:v>
                </c:pt>
                <c:pt idx="16541">
                  <c:v>58911</c:v>
                </c:pt>
                <c:pt idx="16542">
                  <c:v>58912</c:v>
                </c:pt>
                <c:pt idx="16543">
                  <c:v>58913</c:v>
                </c:pt>
                <c:pt idx="16544">
                  <c:v>58914</c:v>
                </c:pt>
                <c:pt idx="16545">
                  <c:v>58915</c:v>
                </c:pt>
                <c:pt idx="16546">
                  <c:v>58916</c:v>
                </c:pt>
                <c:pt idx="16547">
                  <c:v>58917</c:v>
                </c:pt>
                <c:pt idx="16548">
                  <c:v>58918</c:v>
                </c:pt>
                <c:pt idx="16549">
                  <c:v>58919</c:v>
                </c:pt>
                <c:pt idx="16550">
                  <c:v>58920</c:v>
                </c:pt>
                <c:pt idx="16551">
                  <c:v>58921</c:v>
                </c:pt>
                <c:pt idx="16552">
                  <c:v>58922</c:v>
                </c:pt>
                <c:pt idx="16553">
                  <c:v>58923</c:v>
                </c:pt>
                <c:pt idx="16554">
                  <c:v>58924</c:v>
                </c:pt>
                <c:pt idx="16555">
                  <c:v>58925</c:v>
                </c:pt>
                <c:pt idx="16556">
                  <c:v>58926</c:v>
                </c:pt>
                <c:pt idx="16557">
                  <c:v>58927</c:v>
                </c:pt>
                <c:pt idx="16558">
                  <c:v>58928</c:v>
                </c:pt>
                <c:pt idx="16559">
                  <c:v>58929</c:v>
                </c:pt>
                <c:pt idx="16560">
                  <c:v>58930</c:v>
                </c:pt>
                <c:pt idx="16561">
                  <c:v>58931</c:v>
                </c:pt>
                <c:pt idx="16562">
                  <c:v>58932</c:v>
                </c:pt>
                <c:pt idx="16563">
                  <c:v>58933</c:v>
                </c:pt>
                <c:pt idx="16564">
                  <c:v>58934</c:v>
                </c:pt>
                <c:pt idx="16565">
                  <c:v>58935</c:v>
                </c:pt>
                <c:pt idx="16566">
                  <c:v>58936</c:v>
                </c:pt>
                <c:pt idx="16567">
                  <c:v>58937</c:v>
                </c:pt>
                <c:pt idx="16568">
                  <c:v>58938</c:v>
                </c:pt>
                <c:pt idx="16569">
                  <c:v>58939</c:v>
                </c:pt>
                <c:pt idx="16570">
                  <c:v>58940</c:v>
                </c:pt>
                <c:pt idx="16571">
                  <c:v>58941</c:v>
                </c:pt>
                <c:pt idx="16572">
                  <c:v>58942</c:v>
                </c:pt>
                <c:pt idx="16573">
                  <c:v>58943</c:v>
                </c:pt>
                <c:pt idx="16574">
                  <c:v>58944</c:v>
                </c:pt>
                <c:pt idx="16575">
                  <c:v>58945</c:v>
                </c:pt>
                <c:pt idx="16576">
                  <c:v>58946</c:v>
                </c:pt>
                <c:pt idx="16577">
                  <c:v>58947</c:v>
                </c:pt>
                <c:pt idx="16578">
                  <c:v>58948</c:v>
                </c:pt>
                <c:pt idx="16579">
                  <c:v>58949</c:v>
                </c:pt>
                <c:pt idx="16580">
                  <c:v>58950</c:v>
                </c:pt>
                <c:pt idx="16581">
                  <c:v>58951</c:v>
                </c:pt>
                <c:pt idx="16582">
                  <c:v>58952</c:v>
                </c:pt>
                <c:pt idx="16583">
                  <c:v>58953</c:v>
                </c:pt>
                <c:pt idx="16584">
                  <c:v>58954</c:v>
                </c:pt>
                <c:pt idx="16585">
                  <c:v>58955</c:v>
                </c:pt>
                <c:pt idx="16586">
                  <c:v>58956</c:v>
                </c:pt>
                <c:pt idx="16587">
                  <c:v>58957</c:v>
                </c:pt>
                <c:pt idx="16588">
                  <c:v>58958</c:v>
                </c:pt>
                <c:pt idx="16589">
                  <c:v>58959</c:v>
                </c:pt>
                <c:pt idx="16590">
                  <c:v>58960</c:v>
                </c:pt>
                <c:pt idx="16591">
                  <c:v>58961</c:v>
                </c:pt>
                <c:pt idx="16592">
                  <c:v>58962</c:v>
                </c:pt>
                <c:pt idx="16593">
                  <c:v>58963</c:v>
                </c:pt>
                <c:pt idx="16594">
                  <c:v>58964</c:v>
                </c:pt>
                <c:pt idx="16595">
                  <c:v>58965</c:v>
                </c:pt>
                <c:pt idx="16596">
                  <c:v>58966</c:v>
                </c:pt>
                <c:pt idx="16597">
                  <c:v>58967</c:v>
                </c:pt>
                <c:pt idx="16598">
                  <c:v>58968</c:v>
                </c:pt>
                <c:pt idx="16599">
                  <c:v>58969</c:v>
                </c:pt>
                <c:pt idx="16600">
                  <c:v>58970</c:v>
                </c:pt>
                <c:pt idx="16601">
                  <c:v>58971</c:v>
                </c:pt>
                <c:pt idx="16602">
                  <c:v>58972</c:v>
                </c:pt>
                <c:pt idx="16603">
                  <c:v>58973</c:v>
                </c:pt>
                <c:pt idx="16604">
                  <c:v>58974</c:v>
                </c:pt>
                <c:pt idx="16605">
                  <c:v>58975</c:v>
                </c:pt>
                <c:pt idx="16606">
                  <c:v>58976</c:v>
                </c:pt>
                <c:pt idx="16607">
                  <c:v>58977</c:v>
                </c:pt>
                <c:pt idx="16608">
                  <c:v>58978</c:v>
                </c:pt>
                <c:pt idx="16609">
                  <c:v>58979</c:v>
                </c:pt>
                <c:pt idx="16610">
                  <c:v>58980</c:v>
                </c:pt>
                <c:pt idx="16611">
                  <c:v>58981</c:v>
                </c:pt>
                <c:pt idx="16612">
                  <c:v>58982</c:v>
                </c:pt>
                <c:pt idx="16613">
                  <c:v>58983</c:v>
                </c:pt>
                <c:pt idx="16614">
                  <c:v>58984</c:v>
                </c:pt>
                <c:pt idx="16615">
                  <c:v>58985</c:v>
                </c:pt>
                <c:pt idx="16616">
                  <c:v>58986</c:v>
                </c:pt>
                <c:pt idx="16617">
                  <c:v>58987</c:v>
                </c:pt>
                <c:pt idx="16618">
                  <c:v>58988</c:v>
                </c:pt>
                <c:pt idx="16619">
                  <c:v>58989</c:v>
                </c:pt>
                <c:pt idx="16620">
                  <c:v>58990</c:v>
                </c:pt>
                <c:pt idx="16621">
                  <c:v>58991</c:v>
                </c:pt>
                <c:pt idx="16622">
                  <c:v>58992</c:v>
                </c:pt>
                <c:pt idx="16623">
                  <c:v>58993</c:v>
                </c:pt>
                <c:pt idx="16624">
                  <c:v>58994</c:v>
                </c:pt>
                <c:pt idx="16625">
                  <c:v>58995</c:v>
                </c:pt>
                <c:pt idx="16626">
                  <c:v>58996</c:v>
                </c:pt>
                <c:pt idx="16627">
                  <c:v>58997</c:v>
                </c:pt>
                <c:pt idx="16628">
                  <c:v>58998</c:v>
                </c:pt>
                <c:pt idx="16629">
                  <c:v>58999</c:v>
                </c:pt>
                <c:pt idx="16630">
                  <c:v>59000</c:v>
                </c:pt>
                <c:pt idx="16631">
                  <c:v>59001</c:v>
                </c:pt>
                <c:pt idx="16632">
                  <c:v>59002</c:v>
                </c:pt>
                <c:pt idx="16633">
                  <c:v>59003</c:v>
                </c:pt>
                <c:pt idx="16634">
                  <c:v>59004</c:v>
                </c:pt>
                <c:pt idx="16635">
                  <c:v>59005</c:v>
                </c:pt>
                <c:pt idx="16636">
                  <c:v>59006</c:v>
                </c:pt>
                <c:pt idx="16637">
                  <c:v>59007</c:v>
                </c:pt>
                <c:pt idx="16638">
                  <c:v>59008</c:v>
                </c:pt>
                <c:pt idx="16639">
                  <c:v>59009</c:v>
                </c:pt>
                <c:pt idx="16640">
                  <c:v>59010</c:v>
                </c:pt>
                <c:pt idx="16641">
                  <c:v>59011</c:v>
                </c:pt>
                <c:pt idx="16642">
                  <c:v>59012</c:v>
                </c:pt>
                <c:pt idx="16643">
                  <c:v>59013</c:v>
                </c:pt>
                <c:pt idx="16644">
                  <c:v>59014</c:v>
                </c:pt>
                <c:pt idx="16645">
                  <c:v>59015</c:v>
                </c:pt>
                <c:pt idx="16646">
                  <c:v>59016</c:v>
                </c:pt>
                <c:pt idx="16647">
                  <c:v>59017</c:v>
                </c:pt>
                <c:pt idx="16648">
                  <c:v>59018</c:v>
                </c:pt>
                <c:pt idx="16649">
                  <c:v>59019</c:v>
                </c:pt>
                <c:pt idx="16650">
                  <c:v>59020</c:v>
                </c:pt>
                <c:pt idx="16651">
                  <c:v>59021</c:v>
                </c:pt>
                <c:pt idx="16652">
                  <c:v>59022</c:v>
                </c:pt>
                <c:pt idx="16653">
                  <c:v>59023</c:v>
                </c:pt>
                <c:pt idx="16654">
                  <c:v>59024</c:v>
                </c:pt>
                <c:pt idx="16655">
                  <c:v>59025</c:v>
                </c:pt>
                <c:pt idx="16656">
                  <c:v>59026</c:v>
                </c:pt>
                <c:pt idx="16657">
                  <c:v>59027</c:v>
                </c:pt>
                <c:pt idx="16658">
                  <c:v>59028</c:v>
                </c:pt>
                <c:pt idx="16659">
                  <c:v>59029</c:v>
                </c:pt>
                <c:pt idx="16660">
                  <c:v>59030</c:v>
                </c:pt>
                <c:pt idx="16661">
                  <c:v>59031</c:v>
                </c:pt>
                <c:pt idx="16662">
                  <c:v>59032</c:v>
                </c:pt>
                <c:pt idx="16663">
                  <c:v>59033</c:v>
                </c:pt>
                <c:pt idx="16664">
                  <c:v>59034</c:v>
                </c:pt>
                <c:pt idx="16665">
                  <c:v>59035</c:v>
                </c:pt>
                <c:pt idx="16666">
                  <c:v>59036</c:v>
                </c:pt>
                <c:pt idx="16667">
                  <c:v>59037</c:v>
                </c:pt>
                <c:pt idx="16668">
                  <c:v>59038</c:v>
                </c:pt>
                <c:pt idx="16669">
                  <c:v>59039</c:v>
                </c:pt>
                <c:pt idx="16670">
                  <c:v>59040</c:v>
                </c:pt>
                <c:pt idx="16671">
                  <c:v>59041</c:v>
                </c:pt>
                <c:pt idx="16672">
                  <c:v>59042</c:v>
                </c:pt>
                <c:pt idx="16673">
                  <c:v>59043</c:v>
                </c:pt>
                <c:pt idx="16674">
                  <c:v>59044</c:v>
                </c:pt>
                <c:pt idx="16675">
                  <c:v>59045</c:v>
                </c:pt>
                <c:pt idx="16676">
                  <c:v>59046</c:v>
                </c:pt>
                <c:pt idx="16677">
                  <c:v>59047</c:v>
                </c:pt>
                <c:pt idx="16678">
                  <c:v>59048</c:v>
                </c:pt>
                <c:pt idx="16679">
                  <c:v>59049</c:v>
                </c:pt>
                <c:pt idx="16680">
                  <c:v>59050</c:v>
                </c:pt>
                <c:pt idx="16681">
                  <c:v>59051</c:v>
                </c:pt>
                <c:pt idx="16682">
                  <c:v>59052</c:v>
                </c:pt>
                <c:pt idx="16683">
                  <c:v>59053</c:v>
                </c:pt>
                <c:pt idx="16684">
                  <c:v>59054</c:v>
                </c:pt>
                <c:pt idx="16685">
                  <c:v>59055</c:v>
                </c:pt>
                <c:pt idx="16686">
                  <c:v>59056</c:v>
                </c:pt>
                <c:pt idx="16687">
                  <c:v>59057</c:v>
                </c:pt>
                <c:pt idx="16688">
                  <c:v>59058</c:v>
                </c:pt>
                <c:pt idx="16689">
                  <c:v>59059</c:v>
                </c:pt>
                <c:pt idx="16690">
                  <c:v>59060</c:v>
                </c:pt>
                <c:pt idx="16691">
                  <c:v>59061</c:v>
                </c:pt>
                <c:pt idx="16692">
                  <c:v>59062</c:v>
                </c:pt>
                <c:pt idx="16693">
                  <c:v>59063</c:v>
                </c:pt>
                <c:pt idx="16694">
                  <c:v>59064</c:v>
                </c:pt>
                <c:pt idx="16695">
                  <c:v>59065</c:v>
                </c:pt>
                <c:pt idx="16696">
                  <c:v>59066</c:v>
                </c:pt>
                <c:pt idx="16697">
                  <c:v>59067</c:v>
                </c:pt>
                <c:pt idx="16698">
                  <c:v>59068</c:v>
                </c:pt>
                <c:pt idx="16699">
                  <c:v>59069</c:v>
                </c:pt>
                <c:pt idx="16700">
                  <c:v>59070</c:v>
                </c:pt>
                <c:pt idx="16701">
                  <c:v>59071</c:v>
                </c:pt>
                <c:pt idx="16702">
                  <c:v>59072</c:v>
                </c:pt>
                <c:pt idx="16703">
                  <c:v>59073</c:v>
                </c:pt>
                <c:pt idx="16704">
                  <c:v>59074</c:v>
                </c:pt>
                <c:pt idx="16705">
                  <c:v>59075</c:v>
                </c:pt>
                <c:pt idx="16706">
                  <c:v>59076</c:v>
                </c:pt>
                <c:pt idx="16707">
                  <c:v>59077</c:v>
                </c:pt>
                <c:pt idx="16708">
                  <c:v>59078</c:v>
                </c:pt>
                <c:pt idx="16709">
                  <c:v>59079</c:v>
                </c:pt>
                <c:pt idx="16710">
                  <c:v>59080</c:v>
                </c:pt>
                <c:pt idx="16711">
                  <c:v>59081</c:v>
                </c:pt>
                <c:pt idx="16712">
                  <c:v>59082</c:v>
                </c:pt>
                <c:pt idx="16713">
                  <c:v>59083</c:v>
                </c:pt>
                <c:pt idx="16714">
                  <c:v>59084</c:v>
                </c:pt>
                <c:pt idx="16715">
                  <c:v>59085</c:v>
                </c:pt>
                <c:pt idx="16716">
                  <c:v>59086</c:v>
                </c:pt>
                <c:pt idx="16717">
                  <c:v>59087</c:v>
                </c:pt>
                <c:pt idx="16718">
                  <c:v>59088</c:v>
                </c:pt>
                <c:pt idx="16719">
                  <c:v>59089</c:v>
                </c:pt>
                <c:pt idx="16720">
                  <c:v>59090</c:v>
                </c:pt>
                <c:pt idx="16721">
                  <c:v>59091</c:v>
                </c:pt>
                <c:pt idx="16722">
                  <c:v>59092</c:v>
                </c:pt>
                <c:pt idx="16723">
                  <c:v>59093</c:v>
                </c:pt>
                <c:pt idx="16724">
                  <c:v>59094</c:v>
                </c:pt>
                <c:pt idx="16725">
                  <c:v>59095</c:v>
                </c:pt>
                <c:pt idx="16726">
                  <c:v>59096</c:v>
                </c:pt>
                <c:pt idx="16727">
                  <c:v>59097</c:v>
                </c:pt>
                <c:pt idx="16728">
                  <c:v>59098</c:v>
                </c:pt>
                <c:pt idx="16729">
                  <c:v>59099</c:v>
                </c:pt>
                <c:pt idx="16730">
                  <c:v>59100</c:v>
                </c:pt>
                <c:pt idx="16731">
                  <c:v>59101</c:v>
                </c:pt>
                <c:pt idx="16732">
                  <c:v>59102</c:v>
                </c:pt>
                <c:pt idx="16733">
                  <c:v>59103</c:v>
                </c:pt>
                <c:pt idx="16734">
                  <c:v>59104</c:v>
                </c:pt>
                <c:pt idx="16735">
                  <c:v>59105</c:v>
                </c:pt>
                <c:pt idx="16736">
                  <c:v>59106</c:v>
                </c:pt>
                <c:pt idx="16737">
                  <c:v>59107</c:v>
                </c:pt>
                <c:pt idx="16738">
                  <c:v>59108</c:v>
                </c:pt>
                <c:pt idx="16739">
                  <c:v>59109</c:v>
                </c:pt>
                <c:pt idx="16740">
                  <c:v>59110</c:v>
                </c:pt>
                <c:pt idx="16741">
                  <c:v>59111</c:v>
                </c:pt>
                <c:pt idx="16742">
                  <c:v>59112</c:v>
                </c:pt>
                <c:pt idx="16743">
                  <c:v>59113</c:v>
                </c:pt>
                <c:pt idx="16744">
                  <c:v>59114</c:v>
                </c:pt>
                <c:pt idx="16745">
                  <c:v>59115</c:v>
                </c:pt>
                <c:pt idx="16746">
                  <c:v>59116</c:v>
                </c:pt>
                <c:pt idx="16747">
                  <c:v>59117</c:v>
                </c:pt>
                <c:pt idx="16748">
                  <c:v>59118</c:v>
                </c:pt>
                <c:pt idx="16749">
                  <c:v>59119</c:v>
                </c:pt>
                <c:pt idx="16750">
                  <c:v>59120</c:v>
                </c:pt>
                <c:pt idx="16751">
                  <c:v>59121</c:v>
                </c:pt>
                <c:pt idx="16752">
                  <c:v>59122</c:v>
                </c:pt>
                <c:pt idx="16753">
                  <c:v>59123</c:v>
                </c:pt>
                <c:pt idx="16754">
                  <c:v>59124</c:v>
                </c:pt>
                <c:pt idx="16755">
                  <c:v>59125</c:v>
                </c:pt>
                <c:pt idx="16756">
                  <c:v>59126</c:v>
                </c:pt>
                <c:pt idx="16757">
                  <c:v>59127</c:v>
                </c:pt>
                <c:pt idx="16758">
                  <c:v>59128</c:v>
                </c:pt>
                <c:pt idx="16759">
                  <c:v>59129</c:v>
                </c:pt>
                <c:pt idx="16760">
                  <c:v>59130</c:v>
                </c:pt>
                <c:pt idx="16761">
                  <c:v>59131</c:v>
                </c:pt>
                <c:pt idx="16762">
                  <c:v>59132</c:v>
                </c:pt>
                <c:pt idx="16763">
                  <c:v>59133</c:v>
                </c:pt>
                <c:pt idx="16764">
                  <c:v>59134</c:v>
                </c:pt>
                <c:pt idx="16765">
                  <c:v>59135</c:v>
                </c:pt>
                <c:pt idx="16766">
                  <c:v>59136</c:v>
                </c:pt>
                <c:pt idx="16767">
                  <c:v>59137</c:v>
                </c:pt>
                <c:pt idx="16768">
                  <c:v>59138</c:v>
                </c:pt>
                <c:pt idx="16769">
                  <c:v>59139</c:v>
                </c:pt>
                <c:pt idx="16770">
                  <c:v>59140</c:v>
                </c:pt>
                <c:pt idx="16771">
                  <c:v>59141</c:v>
                </c:pt>
                <c:pt idx="16772">
                  <c:v>59142</c:v>
                </c:pt>
                <c:pt idx="16773">
                  <c:v>59143</c:v>
                </c:pt>
                <c:pt idx="16774">
                  <c:v>59144</c:v>
                </c:pt>
                <c:pt idx="16775">
                  <c:v>59145</c:v>
                </c:pt>
                <c:pt idx="16776">
                  <c:v>59146</c:v>
                </c:pt>
                <c:pt idx="16777">
                  <c:v>59147</c:v>
                </c:pt>
                <c:pt idx="16778">
                  <c:v>59148</c:v>
                </c:pt>
                <c:pt idx="16779">
                  <c:v>59149</c:v>
                </c:pt>
                <c:pt idx="16780">
                  <c:v>59150</c:v>
                </c:pt>
                <c:pt idx="16781">
                  <c:v>59151</c:v>
                </c:pt>
                <c:pt idx="16782">
                  <c:v>59152</c:v>
                </c:pt>
                <c:pt idx="16783">
                  <c:v>59153</c:v>
                </c:pt>
                <c:pt idx="16784">
                  <c:v>59154</c:v>
                </c:pt>
                <c:pt idx="16785">
                  <c:v>59155</c:v>
                </c:pt>
                <c:pt idx="16786">
                  <c:v>59156</c:v>
                </c:pt>
                <c:pt idx="16787">
                  <c:v>59157</c:v>
                </c:pt>
                <c:pt idx="16788">
                  <c:v>59158</c:v>
                </c:pt>
                <c:pt idx="16789">
                  <c:v>59159</c:v>
                </c:pt>
                <c:pt idx="16790">
                  <c:v>59160</c:v>
                </c:pt>
                <c:pt idx="16791">
                  <c:v>59161</c:v>
                </c:pt>
                <c:pt idx="16792">
                  <c:v>59162</c:v>
                </c:pt>
                <c:pt idx="16793">
                  <c:v>59163</c:v>
                </c:pt>
                <c:pt idx="16794">
                  <c:v>59164</c:v>
                </c:pt>
                <c:pt idx="16795">
                  <c:v>59165</c:v>
                </c:pt>
                <c:pt idx="16796">
                  <c:v>59166</c:v>
                </c:pt>
                <c:pt idx="16797">
                  <c:v>59167</c:v>
                </c:pt>
                <c:pt idx="16798">
                  <c:v>59168</c:v>
                </c:pt>
                <c:pt idx="16799">
                  <c:v>59169</c:v>
                </c:pt>
                <c:pt idx="16800">
                  <c:v>59170</c:v>
                </c:pt>
                <c:pt idx="16801">
                  <c:v>59171</c:v>
                </c:pt>
                <c:pt idx="16802">
                  <c:v>59172</c:v>
                </c:pt>
                <c:pt idx="16803">
                  <c:v>59173</c:v>
                </c:pt>
                <c:pt idx="16804">
                  <c:v>59174</c:v>
                </c:pt>
                <c:pt idx="16805">
                  <c:v>59175</c:v>
                </c:pt>
                <c:pt idx="16806">
                  <c:v>59176</c:v>
                </c:pt>
                <c:pt idx="16807">
                  <c:v>59177</c:v>
                </c:pt>
                <c:pt idx="16808">
                  <c:v>59178</c:v>
                </c:pt>
                <c:pt idx="16809">
                  <c:v>59179</c:v>
                </c:pt>
                <c:pt idx="16810">
                  <c:v>59180</c:v>
                </c:pt>
                <c:pt idx="16811">
                  <c:v>59181</c:v>
                </c:pt>
                <c:pt idx="16812">
                  <c:v>59182</c:v>
                </c:pt>
                <c:pt idx="16813">
                  <c:v>59183</c:v>
                </c:pt>
                <c:pt idx="16814">
                  <c:v>59184</c:v>
                </c:pt>
                <c:pt idx="16815">
                  <c:v>59185</c:v>
                </c:pt>
                <c:pt idx="16816">
                  <c:v>59186</c:v>
                </c:pt>
                <c:pt idx="16817">
                  <c:v>59187</c:v>
                </c:pt>
                <c:pt idx="16818">
                  <c:v>59188</c:v>
                </c:pt>
                <c:pt idx="16819">
                  <c:v>59189</c:v>
                </c:pt>
                <c:pt idx="16820">
                  <c:v>59190</c:v>
                </c:pt>
                <c:pt idx="16821">
                  <c:v>59191</c:v>
                </c:pt>
                <c:pt idx="16822">
                  <c:v>59192</c:v>
                </c:pt>
                <c:pt idx="16823">
                  <c:v>59193</c:v>
                </c:pt>
                <c:pt idx="16824">
                  <c:v>59194</c:v>
                </c:pt>
                <c:pt idx="16825">
                  <c:v>59195</c:v>
                </c:pt>
                <c:pt idx="16826">
                  <c:v>59196</c:v>
                </c:pt>
                <c:pt idx="16827">
                  <c:v>59197</c:v>
                </c:pt>
                <c:pt idx="16828">
                  <c:v>59198</c:v>
                </c:pt>
                <c:pt idx="16829">
                  <c:v>59199</c:v>
                </c:pt>
                <c:pt idx="16830">
                  <c:v>59200</c:v>
                </c:pt>
                <c:pt idx="16831">
                  <c:v>59201</c:v>
                </c:pt>
                <c:pt idx="16832">
                  <c:v>59202</c:v>
                </c:pt>
                <c:pt idx="16833">
                  <c:v>59203</c:v>
                </c:pt>
                <c:pt idx="16834">
                  <c:v>59204</c:v>
                </c:pt>
                <c:pt idx="16835">
                  <c:v>59205</c:v>
                </c:pt>
                <c:pt idx="16836">
                  <c:v>59206</c:v>
                </c:pt>
                <c:pt idx="16837">
                  <c:v>59207</c:v>
                </c:pt>
                <c:pt idx="16838">
                  <c:v>59208</c:v>
                </c:pt>
                <c:pt idx="16839">
                  <c:v>59209</c:v>
                </c:pt>
                <c:pt idx="16840">
                  <c:v>59210</c:v>
                </c:pt>
                <c:pt idx="16841">
                  <c:v>59211</c:v>
                </c:pt>
                <c:pt idx="16842">
                  <c:v>59212</c:v>
                </c:pt>
                <c:pt idx="16843">
                  <c:v>59213</c:v>
                </c:pt>
                <c:pt idx="16844">
                  <c:v>59214</c:v>
                </c:pt>
                <c:pt idx="16845">
                  <c:v>59215</c:v>
                </c:pt>
                <c:pt idx="16846">
                  <c:v>59216</c:v>
                </c:pt>
                <c:pt idx="16847">
                  <c:v>59217</c:v>
                </c:pt>
                <c:pt idx="16848">
                  <c:v>59218</c:v>
                </c:pt>
                <c:pt idx="16849">
                  <c:v>59219</c:v>
                </c:pt>
                <c:pt idx="16850">
                  <c:v>59220</c:v>
                </c:pt>
                <c:pt idx="16851">
                  <c:v>59221</c:v>
                </c:pt>
                <c:pt idx="16852">
                  <c:v>59222</c:v>
                </c:pt>
                <c:pt idx="16853">
                  <c:v>59223</c:v>
                </c:pt>
                <c:pt idx="16854">
                  <c:v>59224</c:v>
                </c:pt>
                <c:pt idx="16855">
                  <c:v>59225</c:v>
                </c:pt>
                <c:pt idx="16856">
                  <c:v>59226</c:v>
                </c:pt>
                <c:pt idx="16857">
                  <c:v>59227</c:v>
                </c:pt>
                <c:pt idx="16858">
                  <c:v>59228</c:v>
                </c:pt>
                <c:pt idx="16859">
                  <c:v>59229</c:v>
                </c:pt>
                <c:pt idx="16860">
                  <c:v>59230</c:v>
                </c:pt>
                <c:pt idx="16861">
                  <c:v>59231</c:v>
                </c:pt>
                <c:pt idx="16862">
                  <c:v>59232</c:v>
                </c:pt>
                <c:pt idx="16863">
                  <c:v>59233</c:v>
                </c:pt>
                <c:pt idx="16864">
                  <c:v>59234</c:v>
                </c:pt>
                <c:pt idx="16865">
                  <c:v>59235</c:v>
                </c:pt>
                <c:pt idx="16866">
                  <c:v>59236</c:v>
                </c:pt>
                <c:pt idx="16867">
                  <c:v>59237</c:v>
                </c:pt>
                <c:pt idx="16868">
                  <c:v>59238</c:v>
                </c:pt>
                <c:pt idx="16869">
                  <c:v>59239</c:v>
                </c:pt>
                <c:pt idx="16870">
                  <c:v>59240</c:v>
                </c:pt>
                <c:pt idx="16871">
                  <c:v>59241</c:v>
                </c:pt>
                <c:pt idx="16872">
                  <c:v>59242</c:v>
                </c:pt>
                <c:pt idx="16873">
                  <c:v>59243</c:v>
                </c:pt>
                <c:pt idx="16874">
                  <c:v>59244</c:v>
                </c:pt>
                <c:pt idx="16875">
                  <c:v>59245</c:v>
                </c:pt>
                <c:pt idx="16876">
                  <c:v>59246</c:v>
                </c:pt>
                <c:pt idx="16877">
                  <c:v>59247</c:v>
                </c:pt>
                <c:pt idx="16878">
                  <c:v>59248</c:v>
                </c:pt>
                <c:pt idx="16879">
                  <c:v>59249</c:v>
                </c:pt>
                <c:pt idx="16880">
                  <c:v>59250</c:v>
                </c:pt>
                <c:pt idx="16881">
                  <c:v>59251</c:v>
                </c:pt>
                <c:pt idx="16882">
                  <c:v>59252</c:v>
                </c:pt>
                <c:pt idx="16883">
                  <c:v>59253</c:v>
                </c:pt>
                <c:pt idx="16884">
                  <c:v>59254</c:v>
                </c:pt>
                <c:pt idx="16885">
                  <c:v>59255</c:v>
                </c:pt>
                <c:pt idx="16886">
                  <c:v>59256</c:v>
                </c:pt>
                <c:pt idx="16887">
                  <c:v>59257</c:v>
                </c:pt>
                <c:pt idx="16888">
                  <c:v>59258</c:v>
                </c:pt>
                <c:pt idx="16889">
                  <c:v>59259</c:v>
                </c:pt>
                <c:pt idx="16890">
                  <c:v>59260</c:v>
                </c:pt>
                <c:pt idx="16891">
                  <c:v>59261</c:v>
                </c:pt>
                <c:pt idx="16892">
                  <c:v>59262</c:v>
                </c:pt>
                <c:pt idx="16893">
                  <c:v>59263</c:v>
                </c:pt>
                <c:pt idx="16894">
                  <c:v>59264</c:v>
                </c:pt>
                <c:pt idx="16895">
                  <c:v>59265</c:v>
                </c:pt>
                <c:pt idx="16896">
                  <c:v>59266</c:v>
                </c:pt>
                <c:pt idx="16897">
                  <c:v>59267</c:v>
                </c:pt>
                <c:pt idx="16898">
                  <c:v>59268</c:v>
                </c:pt>
                <c:pt idx="16899">
                  <c:v>59269</c:v>
                </c:pt>
                <c:pt idx="16900">
                  <c:v>59270</c:v>
                </c:pt>
                <c:pt idx="16901">
                  <c:v>59271</c:v>
                </c:pt>
                <c:pt idx="16902">
                  <c:v>59272</c:v>
                </c:pt>
                <c:pt idx="16903">
                  <c:v>59273</c:v>
                </c:pt>
                <c:pt idx="16904">
                  <c:v>59274</c:v>
                </c:pt>
                <c:pt idx="16905">
                  <c:v>59275</c:v>
                </c:pt>
                <c:pt idx="16906">
                  <c:v>59276</c:v>
                </c:pt>
                <c:pt idx="16907">
                  <c:v>59277</c:v>
                </c:pt>
                <c:pt idx="16908">
                  <c:v>59278</c:v>
                </c:pt>
                <c:pt idx="16909">
                  <c:v>59279</c:v>
                </c:pt>
                <c:pt idx="16910">
                  <c:v>59280</c:v>
                </c:pt>
                <c:pt idx="16911">
                  <c:v>59281</c:v>
                </c:pt>
                <c:pt idx="16912">
                  <c:v>59282</c:v>
                </c:pt>
                <c:pt idx="16913">
                  <c:v>59283</c:v>
                </c:pt>
                <c:pt idx="16914">
                  <c:v>59284</c:v>
                </c:pt>
                <c:pt idx="16915">
                  <c:v>59285</c:v>
                </c:pt>
                <c:pt idx="16916">
                  <c:v>59286</c:v>
                </c:pt>
                <c:pt idx="16917">
                  <c:v>59287</c:v>
                </c:pt>
                <c:pt idx="16918">
                  <c:v>59288</c:v>
                </c:pt>
                <c:pt idx="16919">
                  <c:v>59289</c:v>
                </c:pt>
                <c:pt idx="16920">
                  <c:v>59290</c:v>
                </c:pt>
                <c:pt idx="16921">
                  <c:v>59291</c:v>
                </c:pt>
                <c:pt idx="16922">
                  <c:v>59292</c:v>
                </c:pt>
                <c:pt idx="16923">
                  <c:v>59293</c:v>
                </c:pt>
                <c:pt idx="16924">
                  <c:v>59294</c:v>
                </c:pt>
                <c:pt idx="16925">
                  <c:v>59295</c:v>
                </c:pt>
                <c:pt idx="16926">
                  <c:v>59296</c:v>
                </c:pt>
                <c:pt idx="16927">
                  <c:v>59297</c:v>
                </c:pt>
                <c:pt idx="16928">
                  <c:v>59298</c:v>
                </c:pt>
                <c:pt idx="16929">
                  <c:v>59299</c:v>
                </c:pt>
                <c:pt idx="16930">
                  <c:v>59300</c:v>
                </c:pt>
                <c:pt idx="16931">
                  <c:v>59301</c:v>
                </c:pt>
                <c:pt idx="16932">
                  <c:v>59302</c:v>
                </c:pt>
                <c:pt idx="16933">
                  <c:v>59303</c:v>
                </c:pt>
                <c:pt idx="16934">
                  <c:v>59304</c:v>
                </c:pt>
                <c:pt idx="16935">
                  <c:v>59305</c:v>
                </c:pt>
                <c:pt idx="16936">
                  <c:v>59306</c:v>
                </c:pt>
                <c:pt idx="16937">
                  <c:v>59307</c:v>
                </c:pt>
                <c:pt idx="16938">
                  <c:v>59308</c:v>
                </c:pt>
                <c:pt idx="16939">
                  <c:v>59309</c:v>
                </c:pt>
                <c:pt idx="16940">
                  <c:v>59310</c:v>
                </c:pt>
                <c:pt idx="16941">
                  <c:v>59311</c:v>
                </c:pt>
                <c:pt idx="16942">
                  <c:v>59312</c:v>
                </c:pt>
                <c:pt idx="16943">
                  <c:v>59313</c:v>
                </c:pt>
                <c:pt idx="16944">
                  <c:v>59314</c:v>
                </c:pt>
                <c:pt idx="16945">
                  <c:v>59315</c:v>
                </c:pt>
                <c:pt idx="16946">
                  <c:v>59316</c:v>
                </c:pt>
                <c:pt idx="16947">
                  <c:v>59317</c:v>
                </c:pt>
                <c:pt idx="16948">
                  <c:v>59318</c:v>
                </c:pt>
                <c:pt idx="16949">
                  <c:v>59319</c:v>
                </c:pt>
                <c:pt idx="16950">
                  <c:v>59320</c:v>
                </c:pt>
                <c:pt idx="16951">
                  <c:v>59321</c:v>
                </c:pt>
                <c:pt idx="16952">
                  <c:v>59322</c:v>
                </c:pt>
                <c:pt idx="16953">
                  <c:v>59323</c:v>
                </c:pt>
                <c:pt idx="16954">
                  <c:v>59324</c:v>
                </c:pt>
                <c:pt idx="16955">
                  <c:v>59325</c:v>
                </c:pt>
                <c:pt idx="16956">
                  <c:v>59326</c:v>
                </c:pt>
                <c:pt idx="16957">
                  <c:v>59327</c:v>
                </c:pt>
                <c:pt idx="16958">
                  <c:v>59328</c:v>
                </c:pt>
                <c:pt idx="16959">
                  <c:v>59329</c:v>
                </c:pt>
                <c:pt idx="16960">
                  <c:v>59330</c:v>
                </c:pt>
                <c:pt idx="16961">
                  <c:v>59331</c:v>
                </c:pt>
                <c:pt idx="16962">
                  <c:v>59332</c:v>
                </c:pt>
                <c:pt idx="16963">
                  <c:v>59333</c:v>
                </c:pt>
                <c:pt idx="16964">
                  <c:v>59334</c:v>
                </c:pt>
                <c:pt idx="16965">
                  <c:v>59335</c:v>
                </c:pt>
                <c:pt idx="16966">
                  <c:v>59336</c:v>
                </c:pt>
                <c:pt idx="16967">
                  <c:v>59337</c:v>
                </c:pt>
                <c:pt idx="16968">
                  <c:v>59338</c:v>
                </c:pt>
                <c:pt idx="16969">
                  <c:v>59339</c:v>
                </c:pt>
                <c:pt idx="16970">
                  <c:v>59340</c:v>
                </c:pt>
                <c:pt idx="16971">
                  <c:v>59341</c:v>
                </c:pt>
                <c:pt idx="16972">
                  <c:v>59342</c:v>
                </c:pt>
                <c:pt idx="16973">
                  <c:v>59343</c:v>
                </c:pt>
                <c:pt idx="16974">
                  <c:v>59344</c:v>
                </c:pt>
                <c:pt idx="16975">
                  <c:v>59345</c:v>
                </c:pt>
                <c:pt idx="16976">
                  <c:v>59346</c:v>
                </c:pt>
                <c:pt idx="16977">
                  <c:v>59347</c:v>
                </c:pt>
                <c:pt idx="16978">
                  <c:v>59348</c:v>
                </c:pt>
                <c:pt idx="16979">
                  <c:v>59349</c:v>
                </c:pt>
                <c:pt idx="16980">
                  <c:v>59350</c:v>
                </c:pt>
                <c:pt idx="16981">
                  <c:v>59351</c:v>
                </c:pt>
                <c:pt idx="16982">
                  <c:v>59352</c:v>
                </c:pt>
                <c:pt idx="16983">
                  <c:v>59353</c:v>
                </c:pt>
                <c:pt idx="16984">
                  <c:v>59354</c:v>
                </c:pt>
                <c:pt idx="16985">
                  <c:v>59355</c:v>
                </c:pt>
                <c:pt idx="16986">
                  <c:v>59356</c:v>
                </c:pt>
                <c:pt idx="16987">
                  <c:v>59357</c:v>
                </c:pt>
                <c:pt idx="16988">
                  <c:v>59358</c:v>
                </c:pt>
                <c:pt idx="16989">
                  <c:v>59359</c:v>
                </c:pt>
                <c:pt idx="16990">
                  <c:v>59360</c:v>
                </c:pt>
                <c:pt idx="16991">
                  <c:v>59361</c:v>
                </c:pt>
                <c:pt idx="16992">
                  <c:v>59362</c:v>
                </c:pt>
                <c:pt idx="16993">
                  <c:v>59363</c:v>
                </c:pt>
                <c:pt idx="16994">
                  <c:v>59364</c:v>
                </c:pt>
                <c:pt idx="16995">
                  <c:v>59365</c:v>
                </c:pt>
                <c:pt idx="16996">
                  <c:v>59366</c:v>
                </c:pt>
                <c:pt idx="16997">
                  <c:v>59367</c:v>
                </c:pt>
                <c:pt idx="16998">
                  <c:v>59368</c:v>
                </c:pt>
                <c:pt idx="16999">
                  <c:v>59369</c:v>
                </c:pt>
                <c:pt idx="17000">
                  <c:v>59370</c:v>
                </c:pt>
                <c:pt idx="17001">
                  <c:v>59371</c:v>
                </c:pt>
                <c:pt idx="17002">
                  <c:v>59372</c:v>
                </c:pt>
                <c:pt idx="17003">
                  <c:v>59373</c:v>
                </c:pt>
                <c:pt idx="17004">
                  <c:v>59374</c:v>
                </c:pt>
                <c:pt idx="17005">
                  <c:v>59375</c:v>
                </c:pt>
                <c:pt idx="17006">
                  <c:v>59376</c:v>
                </c:pt>
                <c:pt idx="17007">
                  <c:v>59377</c:v>
                </c:pt>
                <c:pt idx="17008">
                  <c:v>59378</c:v>
                </c:pt>
                <c:pt idx="17009">
                  <c:v>59379</c:v>
                </c:pt>
                <c:pt idx="17010">
                  <c:v>59380</c:v>
                </c:pt>
                <c:pt idx="17011">
                  <c:v>59381</c:v>
                </c:pt>
                <c:pt idx="17012">
                  <c:v>59382</c:v>
                </c:pt>
                <c:pt idx="17013">
                  <c:v>59383</c:v>
                </c:pt>
                <c:pt idx="17014">
                  <c:v>59384</c:v>
                </c:pt>
                <c:pt idx="17015">
                  <c:v>59385</c:v>
                </c:pt>
                <c:pt idx="17016">
                  <c:v>59386</c:v>
                </c:pt>
                <c:pt idx="17017">
                  <c:v>59387</c:v>
                </c:pt>
                <c:pt idx="17018">
                  <c:v>59388</c:v>
                </c:pt>
                <c:pt idx="17019">
                  <c:v>59389</c:v>
                </c:pt>
                <c:pt idx="17020">
                  <c:v>59390</c:v>
                </c:pt>
                <c:pt idx="17021">
                  <c:v>59391</c:v>
                </c:pt>
                <c:pt idx="17022">
                  <c:v>59392</c:v>
                </c:pt>
                <c:pt idx="17023">
                  <c:v>59393</c:v>
                </c:pt>
                <c:pt idx="17024">
                  <c:v>59394</c:v>
                </c:pt>
                <c:pt idx="17025">
                  <c:v>59395</c:v>
                </c:pt>
                <c:pt idx="17026">
                  <c:v>59396</c:v>
                </c:pt>
                <c:pt idx="17027">
                  <c:v>59397</c:v>
                </c:pt>
                <c:pt idx="17028">
                  <c:v>59398</c:v>
                </c:pt>
                <c:pt idx="17029">
                  <c:v>59399</c:v>
                </c:pt>
                <c:pt idx="17030">
                  <c:v>59400</c:v>
                </c:pt>
                <c:pt idx="17031">
                  <c:v>59401</c:v>
                </c:pt>
                <c:pt idx="17032">
                  <c:v>59402</c:v>
                </c:pt>
                <c:pt idx="17033">
                  <c:v>59403</c:v>
                </c:pt>
                <c:pt idx="17034">
                  <c:v>59404</c:v>
                </c:pt>
                <c:pt idx="17035">
                  <c:v>59405</c:v>
                </c:pt>
                <c:pt idx="17036">
                  <c:v>59406</c:v>
                </c:pt>
                <c:pt idx="17037">
                  <c:v>59407</c:v>
                </c:pt>
                <c:pt idx="17038">
                  <c:v>59408</c:v>
                </c:pt>
                <c:pt idx="17039">
                  <c:v>59409</c:v>
                </c:pt>
                <c:pt idx="17040">
                  <c:v>59410</c:v>
                </c:pt>
                <c:pt idx="17041">
                  <c:v>59411</c:v>
                </c:pt>
                <c:pt idx="17042">
                  <c:v>59412</c:v>
                </c:pt>
                <c:pt idx="17043">
                  <c:v>59413</c:v>
                </c:pt>
                <c:pt idx="17044">
                  <c:v>59414</c:v>
                </c:pt>
                <c:pt idx="17045">
                  <c:v>59415</c:v>
                </c:pt>
                <c:pt idx="17046">
                  <c:v>59416</c:v>
                </c:pt>
                <c:pt idx="17047">
                  <c:v>59417</c:v>
                </c:pt>
                <c:pt idx="17048">
                  <c:v>59418</c:v>
                </c:pt>
                <c:pt idx="17049">
                  <c:v>59419</c:v>
                </c:pt>
                <c:pt idx="17050">
                  <c:v>59420</c:v>
                </c:pt>
                <c:pt idx="17051">
                  <c:v>59421</c:v>
                </c:pt>
                <c:pt idx="17052">
                  <c:v>59422</c:v>
                </c:pt>
                <c:pt idx="17053">
                  <c:v>59423</c:v>
                </c:pt>
                <c:pt idx="17054">
                  <c:v>59424</c:v>
                </c:pt>
                <c:pt idx="17055">
                  <c:v>59425</c:v>
                </c:pt>
                <c:pt idx="17056">
                  <c:v>59426</c:v>
                </c:pt>
                <c:pt idx="17057">
                  <c:v>59427</c:v>
                </c:pt>
                <c:pt idx="17058">
                  <c:v>59428</c:v>
                </c:pt>
                <c:pt idx="17059">
                  <c:v>59429</c:v>
                </c:pt>
                <c:pt idx="17060">
                  <c:v>59430</c:v>
                </c:pt>
                <c:pt idx="17061">
                  <c:v>59431</c:v>
                </c:pt>
                <c:pt idx="17062">
                  <c:v>59432</c:v>
                </c:pt>
                <c:pt idx="17063">
                  <c:v>59433</c:v>
                </c:pt>
                <c:pt idx="17064">
                  <c:v>59434</c:v>
                </c:pt>
                <c:pt idx="17065">
                  <c:v>59435</c:v>
                </c:pt>
                <c:pt idx="17066">
                  <c:v>59436</c:v>
                </c:pt>
                <c:pt idx="17067">
                  <c:v>59437</c:v>
                </c:pt>
                <c:pt idx="17068">
                  <c:v>59438</c:v>
                </c:pt>
                <c:pt idx="17069">
                  <c:v>59439</c:v>
                </c:pt>
                <c:pt idx="17070">
                  <c:v>59440</c:v>
                </c:pt>
                <c:pt idx="17071">
                  <c:v>59441</c:v>
                </c:pt>
                <c:pt idx="17072">
                  <c:v>59442</c:v>
                </c:pt>
                <c:pt idx="17073">
                  <c:v>59443</c:v>
                </c:pt>
                <c:pt idx="17074">
                  <c:v>59444</c:v>
                </c:pt>
                <c:pt idx="17075">
                  <c:v>59445</c:v>
                </c:pt>
                <c:pt idx="17076">
                  <c:v>59446</c:v>
                </c:pt>
                <c:pt idx="17077">
                  <c:v>59447</c:v>
                </c:pt>
                <c:pt idx="17078">
                  <c:v>59448</c:v>
                </c:pt>
                <c:pt idx="17079">
                  <c:v>59449</c:v>
                </c:pt>
                <c:pt idx="17080">
                  <c:v>59450</c:v>
                </c:pt>
                <c:pt idx="17081">
                  <c:v>59451</c:v>
                </c:pt>
                <c:pt idx="17082">
                  <c:v>59452</c:v>
                </c:pt>
                <c:pt idx="17083">
                  <c:v>59453</c:v>
                </c:pt>
                <c:pt idx="17084">
                  <c:v>59454</c:v>
                </c:pt>
                <c:pt idx="17085">
                  <c:v>59455</c:v>
                </c:pt>
                <c:pt idx="17086">
                  <c:v>59456</c:v>
                </c:pt>
                <c:pt idx="17087">
                  <c:v>59457</c:v>
                </c:pt>
                <c:pt idx="17088">
                  <c:v>59458</c:v>
                </c:pt>
                <c:pt idx="17089">
                  <c:v>59459</c:v>
                </c:pt>
                <c:pt idx="17090">
                  <c:v>59460</c:v>
                </c:pt>
                <c:pt idx="17091">
                  <c:v>59461</c:v>
                </c:pt>
                <c:pt idx="17092">
                  <c:v>59462</c:v>
                </c:pt>
                <c:pt idx="17093">
                  <c:v>59463</c:v>
                </c:pt>
                <c:pt idx="17094">
                  <c:v>59464</c:v>
                </c:pt>
                <c:pt idx="17095">
                  <c:v>59465</c:v>
                </c:pt>
                <c:pt idx="17096">
                  <c:v>59466</c:v>
                </c:pt>
                <c:pt idx="17097">
                  <c:v>59467</c:v>
                </c:pt>
                <c:pt idx="17098">
                  <c:v>59468</c:v>
                </c:pt>
                <c:pt idx="17099">
                  <c:v>59469</c:v>
                </c:pt>
                <c:pt idx="17100">
                  <c:v>59470</c:v>
                </c:pt>
                <c:pt idx="17101">
                  <c:v>59471</c:v>
                </c:pt>
                <c:pt idx="17102">
                  <c:v>59472</c:v>
                </c:pt>
                <c:pt idx="17103">
                  <c:v>59473</c:v>
                </c:pt>
                <c:pt idx="17104">
                  <c:v>59474</c:v>
                </c:pt>
                <c:pt idx="17105">
                  <c:v>59475</c:v>
                </c:pt>
                <c:pt idx="17106">
                  <c:v>59476</c:v>
                </c:pt>
                <c:pt idx="17107">
                  <c:v>59477</c:v>
                </c:pt>
                <c:pt idx="17108">
                  <c:v>59478</c:v>
                </c:pt>
                <c:pt idx="17109">
                  <c:v>59479</c:v>
                </c:pt>
                <c:pt idx="17110">
                  <c:v>59480</c:v>
                </c:pt>
                <c:pt idx="17111">
                  <c:v>59481</c:v>
                </c:pt>
                <c:pt idx="17112">
                  <c:v>59482</c:v>
                </c:pt>
                <c:pt idx="17113">
                  <c:v>59483</c:v>
                </c:pt>
                <c:pt idx="17114">
                  <c:v>59484</c:v>
                </c:pt>
                <c:pt idx="17115">
                  <c:v>59485</c:v>
                </c:pt>
                <c:pt idx="17116">
                  <c:v>59486</c:v>
                </c:pt>
                <c:pt idx="17117">
                  <c:v>59487</c:v>
                </c:pt>
                <c:pt idx="17118">
                  <c:v>59488</c:v>
                </c:pt>
                <c:pt idx="17119">
                  <c:v>59489</c:v>
                </c:pt>
                <c:pt idx="17120">
                  <c:v>59490</c:v>
                </c:pt>
                <c:pt idx="17121">
                  <c:v>59491</c:v>
                </c:pt>
                <c:pt idx="17122">
                  <c:v>59492</c:v>
                </c:pt>
                <c:pt idx="17123">
                  <c:v>59493</c:v>
                </c:pt>
                <c:pt idx="17124">
                  <c:v>59494</c:v>
                </c:pt>
                <c:pt idx="17125">
                  <c:v>59495</c:v>
                </c:pt>
                <c:pt idx="17126">
                  <c:v>59496</c:v>
                </c:pt>
                <c:pt idx="17127">
                  <c:v>59497</c:v>
                </c:pt>
                <c:pt idx="17128">
                  <c:v>59498</c:v>
                </c:pt>
                <c:pt idx="17129">
                  <c:v>59499</c:v>
                </c:pt>
                <c:pt idx="17130">
                  <c:v>59500</c:v>
                </c:pt>
                <c:pt idx="17131">
                  <c:v>59501</c:v>
                </c:pt>
                <c:pt idx="17132">
                  <c:v>59502</c:v>
                </c:pt>
                <c:pt idx="17133">
                  <c:v>59503</c:v>
                </c:pt>
                <c:pt idx="17134">
                  <c:v>59504</c:v>
                </c:pt>
                <c:pt idx="17135">
                  <c:v>59505</c:v>
                </c:pt>
                <c:pt idx="17136">
                  <c:v>59506</c:v>
                </c:pt>
                <c:pt idx="17137">
                  <c:v>59507</c:v>
                </c:pt>
                <c:pt idx="17138">
                  <c:v>59508</c:v>
                </c:pt>
                <c:pt idx="17139">
                  <c:v>59509</c:v>
                </c:pt>
                <c:pt idx="17140">
                  <c:v>59510</c:v>
                </c:pt>
                <c:pt idx="17141">
                  <c:v>59511</c:v>
                </c:pt>
                <c:pt idx="17142">
                  <c:v>59512</c:v>
                </c:pt>
                <c:pt idx="17143">
                  <c:v>59513</c:v>
                </c:pt>
                <c:pt idx="17144">
                  <c:v>59514</c:v>
                </c:pt>
                <c:pt idx="17145">
                  <c:v>59515</c:v>
                </c:pt>
                <c:pt idx="17146">
                  <c:v>59516</c:v>
                </c:pt>
                <c:pt idx="17147">
                  <c:v>59517</c:v>
                </c:pt>
                <c:pt idx="17148">
                  <c:v>59518</c:v>
                </c:pt>
                <c:pt idx="17149">
                  <c:v>59519</c:v>
                </c:pt>
                <c:pt idx="17150">
                  <c:v>59520</c:v>
                </c:pt>
                <c:pt idx="17151">
                  <c:v>59521</c:v>
                </c:pt>
                <c:pt idx="17152">
                  <c:v>59522</c:v>
                </c:pt>
                <c:pt idx="17153">
                  <c:v>59523</c:v>
                </c:pt>
                <c:pt idx="17154">
                  <c:v>59524</c:v>
                </c:pt>
                <c:pt idx="17155">
                  <c:v>59525</c:v>
                </c:pt>
                <c:pt idx="17156">
                  <c:v>59526</c:v>
                </c:pt>
                <c:pt idx="17157">
                  <c:v>59527</c:v>
                </c:pt>
                <c:pt idx="17158">
                  <c:v>59528</c:v>
                </c:pt>
                <c:pt idx="17159">
                  <c:v>59529</c:v>
                </c:pt>
                <c:pt idx="17160">
                  <c:v>59530</c:v>
                </c:pt>
                <c:pt idx="17161">
                  <c:v>59531</c:v>
                </c:pt>
                <c:pt idx="17162">
                  <c:v>59532</c:v>
                </c:pt>
                <c:pt idx="17163">
                  <c:v>59533</c:v>
                </c:pt>
                <c:pt idx="17164">
                  <c:v>59534</c:v>
                </c:pt>
                <c:pt idx="17165">
                  <c:v>59535</c:v>
                </c:pt>
                <c:pt idx="17166">
                  <c:v>59536</c:v>
                </c:pt>
                <c:pt idx="17167">
                  <c:v>59537</c:v>
                </c:pt>
                <c:pt idx="17168">
                  <c:v>59538</c:v>
                </c:pt>
                <c:pt idx="17169">
                  <c:v>59539</c:v>
                </c:pt>
                <c:pt idx="17170">
                  <c:v>59540</c:v>
                </c:pt>
                <c:pt idx="17171">
                  <c:v>59541</c:v>
                </c:pt>
                <c:pt idx="17172">
                  <c:v>59542</c:v>
                </c:pt>
                <c:pt idx="17173">
                  <c:v>59543</c:v>
                </c:pt>
                <c:pt idx="17174">
                  <c:v>59544</c:v>
                </c:pt>
                <c:pt idx="17175">
                  <c:v>59545</c:v>
                </c:pt>
                <c:pt idx="17176">
                  <c:v>59546</c:v>
                </c:pt>
                <c:pt idx="17177">
                  <c:v>59547</c:v>
                </c:pt>
                <c:pt idx="17178">
                  <c:v>59548</c:v>
                </c:pt>
                <c:pt idx="17179">
                  <c:v>59549</c:v>
                </c:pt>
                <c:pt idx="17180">
                  <c:v>59550</c:v>
                </c:pt>
                <c:pt idx="17181">
                  <c:v>59551</c:v>
                </c:pt>
                <c:pt idx="17182">
                  <c:v>59552</c:v>
                </c:pt>
                <c:pt idx="17183">
                  <c:v>59553</c:v>
                </c:pt>
                <c:pt idx="17184">
                  <c:v>59554</c:v>
                </c:pt>
                <c:pt idx="17185">
                  <c:v>59555</c:v>
                </c:pt>
                <c:pt idx="17186">
                  <c:v>59556</c:v>
                </c:pt>
                <c:pt idx="17187">
                  <c:v>59557</c:v>
                </c:pt>
                <c:pt idx="17188">
                  <c:v>59558</c:v>
                </c:pt>
                <c:pt idx="17189">
                  <c:v>59559</c:v>
                </c:pt>
                <c:pt idx="17190">
                  <c:v>59560</c:v>
                </c:pt>
                <c:pt idx="17191">
                  <c:v>59561</c:v>
                </c:pt>
                <c:pt idx="17192">
                  <c:v>59562</c:v>
                </c:pt>
                <c:pt idx="17193">
                  <c:v>59563</c:v>
                </c:pt>
                <c:pt idx="17194">
                  <c:v>59564</c:v>
                </c:pt>
                <c:pt idx="17195">
                  <c:v>59565</c:v>
                </c:pt>
                <c:pt idx="17196">
                  <c:v>59566</c:v>
                </c:pt>
                <c:pt idx="17197">
                  <c:v>59567</c:v>
                </c:pt>
                <c:pt idx="17198">
                  <c:v>59568</c:v>
                </c:pt>
                <c:pt idx="17199">
                  <c:v>59569</c:v>
                </c:pt>
                <c:pt idx="17200">
                  <c:v>59570</c:v>
                </c:pt>
                <c:pt idx="17201">
                  <c:v>59571</c:v>
                </c:pt>
                <c:pt idx="17202">
                  <c:v>59572</c:v>
                </c:pt>
                <c:pt idx="17203">
                  <c:v>59573</c:v>
                </c:pt>
                <c:pt idx="17204">
                  <c:v>59574</c:v>
                </c:pt>
                <c:pt idx="17205">
                  <c:v>59575</c:v>
                </c:pt>
                <c:pt idx="17206">
                  <c:v>59576</c:v>
                </c:pt>
                <c:pt idx="17207">
                  <c:v>59577</c:v>
                </c:pt>
                <c:pt idx="17208">
                  <c:v>59578</c:v>
                </c:pt>
                <c:pt idx="17209">
                  <c:v>59579</c:v>
                </c:pt>
                <c:pt idx="17210">
                  <c:v>59580</c:v>
                </c:pt>
                <c:pt idx="17211">
                  <c:v>59581</c:v>
                </c:pt>
                <c:pt idx="17212">
                  <c:v>59582</c:v>
                </c:pt>
                <c:pt idx="17213">
                  <c:v>59583</c:v>
                </c:pt>
                <c:pt idx="17214">
                  <c:v>59584</c:v>
                </c:pt>
                <c:pt idx="17215">
                  <c:v>59585</c:v>
                </c:pt>
                <c:pt idx="17216">
                  <c:v>59586</c:v>
                </c:pt>
                <c:pt idx="17217">
                  <c:v>59587</c:v>
                </c:pt>
                <c:pt idx="17218">
                  <c:v>59588</c:v>
                </c:pt>
                <c:pt idx="17219">
                  <c:v>59589</c:v>
                </c:pt>
                <c:pt idx="17220">
                  <c:v>59590</c:v>
                </c:pt>
                <c:pt idx="17221">
                  <c:v>59591</c:v>
                </c:pt>
                <c:pt idx="17222">
                  <c:v>59592</c:v>
                </c:pt>
                <c:pt idx="17223">
                  <c:v>59593</c:v>
                </c:pt>
                <c:pt idx="17224">
                  <c:v>59594</c:v>
                </c:pt>
                <c:pt idx="17225">
                  <c:v>59595</c:v>
                </c:pt>
                <c:pt idx="17226">
                  <c:v>59596</c:v>
                </c:pt>
                <c:pt idx="17227">
                  <c:v>59597</c:v>
                </c:pt>
                <c:pt idx="17228">
                  <c:v>59598</c:v>
                </c:pt>
                <c:pt idx="17229">
                  <c:v>59599</c:v>
                </c:pt>
                <c:pt idx="17230">
                  <c:v>59600</c:v>
                </c:pt>
                <c:pt idx="17231">
                  <c:v>59601</c:v>
                </c:pt>
                <c:pt idx="17232">
                  <c:v>59602</c:v>
                </c:pt>
                <c:pt idx="17233">
                  <c:v>59603</c:v>
                </c:pt>
                <c:pt idx="17234">
                  <c:v>59604</c:v>
                </c:pt>
                <c:pt idx="17235">
                  <c:v>59605</c:v>
                </c:pt>
                <c:pt idx="17236">
                  <c:v>59606</c:v>
                </c:pt>
                <c:pt idx="17237">
                  <c:v>59607</c:v>
                </c:pt>
                <c:pt idx="17238">
                  <c:v>59608</c:v>
                </c:pt>
                <c:pt idx="17239">
                  <c:v>59609</c:v>
                </c:pt>
                <c:pt idx="17240">
                  <c:v>59610</c:v>
                </c:pt>
                <c:pt idx="17241">
                  <c:v>59611</c:v>
                </c:pt>
                <c:pt idx="17242">
                  <c:v>59612</c:v>
                </c:pt>
                <c:pt idx="17243">
                  <c:v>59613</c:v>
                </c:pt>
                <c:pt idx="17244">
                  <c:v>59614</c:v>
                </c:pt>
                <c:pt idx="17245">
                  <c:v>59615</c:v>
                </c:pt>
                <c:pt idx="17246">
                  <c:v>59616</c:v>
                </c:pt>
                <c:pt idx="17247">
                  <c:v>59617</c:v>
                </c:pt>
                <c:pt idx="17248">
                  <c:v>59618</c:v>
                </c:pt>
                <c:pt idx="17249">
                  <c:v>59619</c:v>
                </c:pt>
                <c:pt idx="17250">
                  <c:v>59620</c:v>
                </c:pt>
                <c:pt idx="17251">
                  <c:v>59621</c:v>
                </c:pt>
                <c:pt idx="17252">
                  <c:v>59622</c:v>
                </c:pt>
                <c:pt idx="17253">
                  <c:v>59623</c:v>
                </c:pt>
                <c:pt idx="17254">
                  <c:v>59624</c:v>
                </c:pt>
                <c:pt idx="17255">
                  <c:v>59625</c:v>
                </c:pt>
                <c:pt idx="17256">
                  <c:v>59626</c:v>
                </c:pt>
                <c:pt idx="17257">
                  <c:v>59627</c:v>
                </c:pt>
                <c:pt idx="17258">
                  <c:v>59628</c:v>
                </c:pt>
                <c:pt idx="17259">
                  <c:v>59629</c:v>
                </c:pt>
                <c:pt idx="17260">
                  <c:v>59630</c:v>
                </c:pt>
                <c:pt idx="17261">
                  <c:v>59631</c:v>
                </c:pt>
                <c:pt idx="17262">
                  <c:v>59632</c:v>
                </c:pt>
                <c:pt idx="17263">
                  <c:v>59633</c:v>
                </c:pt>
                <c:pt idx="17264">
                  <c:v>59634</c:v>
                </c:pt>
                <c:pt idx="17265">
                  <c:v>59635</c:v>
                </c:pt>
                <c:pt idx="17266">
                  <c:v>59636</c:v>
                </c:pt>
                <c:pt idx="17267">
                  <c:v>59637</c:v>
                </c:pt>
                <c:pt idx="17268">
                  <c:v>59638</c:v>
                </c:pt>
                <c:pt idx="17269">
                  <c:v>59639</c:v>
                </c:pt>
                <c:pt idx="17270">
                  <c:v>59640</c:v>
                </c:pt>
                <c:pt idx="17271">
                  <c:v>59641</c:v>
                </c:pt>
                <c:pt idx="17272">
                  <c:v>59642</c:v>
                </c:pt>
                <c:pt idx="17273">
                  <c:v>59643</c:v>
                </c:pt>
                <c:pt idx="17274">
                  <c:v>59644</c:v>
                </c:pt>
                <c:pt idx="17275">
                  <c:v>59645</c:v>
                </c:pt>
                <c:pt idx="17276">
                  <c:v>59646</c:v>
                </c:pt>
                <c:pt idx="17277">
                  <c:v>59647</c:v>
                </c:pt>
                <c:pt idx="17278">
                  <c:v>59648</c:v>
                </c:pt>
                <c:pt idx="17279">
                  <c:v>59649</c:v>
                </c:pt>
                <c:pt idx="17280">
                  <c:v>59650</c:v>
                </c:pt>
                <c:pt idx="17281">
                  <c:v>59651</c:v>
                </c:pt>
                <c:pt idx="17282">
                  <c:v>59652</c:v>
                </c:pt>
                <c:pt idx="17283">
                  <c:v>59653</c:v>
                </c:pt>
                <c:pt idx="17284">
                  <c:v>59654</c:v>
                </c:pt>
                <c:pt idx="17285">
                  <c:v>59655</c:v>
                </c:pt>
                <c:pt idx="17286">
                  <c:v>59656</c:v>
                </c:pt>
                <c:pt idx="17287">
                  <c:v>59657</c:v>
                </c:pt>
                <c:pt idx="17288">
                  <c:v>59658</c:v>
                </c:pt>
                <c:pt idx="17289">
                  <c:v>59659</c:v>
                </c:pt>
                <c:pt idx="17290">
                  <c:v>59660</c:v>
                </c:pt>
                <c:pt idx="17291">
                  <c:v>59661</c:v>
                </c:pt>
                <c:pt idx="17292">
                  <c:v>59662</c:v>
                </c:pt>
                <c:pt idx="17293">
                  <c:v>59663</c:v>
                </c:pt>
                <c:pt idx="17294">
                  <c:v>59664</c:v>
                </c:pt>
                <c:pt idx="17295">
                  <c:v>59665</c:v>
                </c:pt>
                <c:pt idx="17296">
                  <c:v>59666</c:v>
                </c:pt>
                <c:pt idx="17297">
                  <c:v>59667</c:v>
                </c:pt>
                <c:pt idx="17298">
                  <c:v>59668</c:v>
                </c:pt>
                <c:pt idx="17299">
                  <c:v>59669</c:v>
                </c:pt>
                <c:pt idx="17300">
                  <c:v>59670</c:v>
                </c:pt>
                <c:pt idx="17301">
                  <c:v>59671</c:v>
                </c:pt>
                <c:pt idx="17302">
                  <c:v>59672</c:v>
                </c:pt>
                <c:pt idx="17303">
                  <c:v>59673</c:v>
                </c:pt>
                <c:pt idx="17304">
                  <c:v>59674</c:v>
                </c:pt>
                <c:pt idx="17305">
                  <c:v>59675</c:v>
                </c:pt>
                <c:pt idx="17306">
                  <c:v>59676</c:v>
                </c:pt>
                <c:pt idx="17307">
                  <c:v>59677</c:v>
                </c:pt>
                <c:pt idx="17308">
                  <c:v>59678</c:v>
                </c:pt>
                <c:pt idx="17309">
                  <c:v>59679</c:v>
                </c:pt>
                <c:pt idx="17310">
                  <c:v>59680</c:v>
                </c:pt>
                <c:pt idx="17311">
                  <c:v>59681</c:v>
                </c:pt>
                <c:pt idx="17312">
                  <c:v>59682</c:v>
                </c:pt>
                <c:pt idx="17313">
                  <c:v>59683</c:v>
                </c:pt>
                <c:pt idx="17314">
                  <c:v>59684</c:v>
                </c:pt>
                <c:pt idx="17315">
                  <c:v>59685</c:v>
                </c:pt>
                <c:pt idx="17316">
                  <c:v>59686</c:v>
                </c:pt>
                <c:pt idx="17317">
                  <c:v>59687</c:v>
                </c:pt>
                <c:pt idx="17318">
                  <c:v>59688</c:v>
                </c:pt>
                <c:pt idx="17319">
                  <c:v>59689</c:v>
                </c:pt>
                <c:pt idx="17320">
                  <c:v>59690</c:v>
                </c:pt>
                <c:pt idx="17321">
                  <c:v>59691</c:v>
                </c:pt>
                <c:pt idx="17322">
                  <c:v>59692</c:v>
                </c:pt>
                <c:pt idx="17323">
                  <c:v>59693</c:v>
                </c:pt>
                <c:pt idx="17324">
                  <c:v>59694</c:v>
                </c:pt>
                <c:pt idx="17325">
                  <c:v>59695</c:v>
                </c:pt>
                <c:pt idx="17326">
                  <c:v>59696</c:v>
                </c:pt>
                <c:pt idx="17327">
                  <c:v>59697</c:v>
                </c:pt>
                <c:pt idx="17328">
                  <c:v>59698</c:v>
                </c:pt>
                <c:pt idx="17329">
                  <c:v>59699</c:v>
                </c:pt>
                <c:pt idx="17330">
                  <c:v>59700</c:v>
                </c:pt>
                <c:pt idx="17331">
                  <c:v>59701</c:v>
                </c:pt>
                <c:pt idx="17332">
                  <c:v>59702</c:v>
                </c:pt>
                <c:pt idx="17333">
                  <c:v>59703</c:v>
                </c:pt>
                <c:pt idx="17334">
                  <c:v>59704</c:v>
                </c:pt>
                <c:pt idx="17335">
                  <c:v>59705</c:v>
                </c:pt>
                <c:pt idx="17336">
                  <c:v>59706</c:v>
                </c:pt>
                <c:pt idx="17337">
                  <c:v>59707</c:v>
                </c:pt>
                <c:pt idx="17338">
                  <c:v>59708</c:v>
                </c:pt>
                <c:pt idx="17339">
                  <c:v>59709</c:v>
                </c:pt>
                <c:pt idx="17340">
                  <c:v>59710</c:v>
                </c:pt>
                <c:pt idx="17341">
                  <c:v>59711</c:v>
                </c:pt>
                <c:pt idx="17342">
                  <c:v>59712</c:v>
                </c:pt>
                <c:pt idx="17343">
                  <c:v>59713</c:v>
                </c:pt>
                <c:pt idx="17344">
                  <c:v>59714</c:v>
                </c:pt>
                <c:pt idx="17345">
                  <c:v>59715</c:v>
                </c:pt>
                <c:pt idx="17346">
                  <c:v>59716</c:v>
                </c:pt>
                <c:pt idx="17347">
                  <c:v>59717</c:v>
                </c:pt>
                <c:pt idx="17348">
                  <c:v>59718</c:v>
                </c:pt>
                <c:pt idx="17349">
                  <c:v>59719</c:v>
                </c:pt>
                <c:pt idx="17350">
                  <c:v>59720</c:v>
                </c:pt>
                <c:pt idx="17351">
                  <c:v>59721</c:v>
                </c:pt>
                <c:pt idx="17352">
                  <c:v>59722</c:v>
                </c:pt>
                <c:pt idx="17353">
                  <c:v>59723</c:v>
                </c:pt>
                <c:pt idx="17354">
                  <c:v>59724</c:v>
                </c:pt>
                <c:pt idx="17355">
                  <c:v>59725</c:v>
                </c:pt>
                <c:pt idx="17356">
                  <c:v>59726</c:v>
                </c:pt>
                <c:pt idx="17357">
                  <c:v>59727</c:v>
                </c:pt>
                <c:pt idx="17358">
                  <c:v>59728</c:v>
                </c:pt>
                <c:pt idx="17359">
                  <c:v>59729</c:v>
                </c:pt>
                <c:pt idx="17360">
                  <c:v>59730</c:v>
                </c:pt>
                <c:pt idx="17361">
                  <c:v>59731</c:v>
                </c:pt>
                <c:pt idx="17362">
                  <c:v>59732</c:v>
                </c:pt>
                <c:pt idx="17363">
                  <c:v>59733</c:v>
                </c:pt>
                <c:pt idx="17364">
                  <c:v>59734</c:v>
                </c:pt>
                <c:pt idx="17365">
                  <c:v>59735</c:v>
                </c:pt>
                <c:pt idx="17366">
                  <c:v>59736</c:v>
                </c:pt>
                <c:pt idx="17367">
                  <c:v>59737</c:v>
                </c:pt>
                <c:pt idx="17368">
                  <c:v>59738</c:v>
                </c:pt>
                <c:pt idx="17369">
                  <c:v>59739</c:v>
                </c:pt>
                <c:pt idx="17370">
                  <c:v>59740</c:v>
                </c:pt>
                <c:pt idx="17371">
                  <c:v>59741</c:v>
                </c:pt>
                <c:pt idx="17372">
                  <c:v>59742</c:v>
                </c:pt>
                <c:pt idx="17373">
                  <c:v>59743</c:v>
                </c:pt>
                <c:pt idx="17374">
                  <c:v>59744</c:v>
                </c:pt>
                <c:pt idx="17375">
                  <c:v>59745</c:v>
                </c:pt>
                <c:pt idx="17376">
                  <c:v>59746</c:v>
                </c:pt>
                <c:pt idx="17377">
                  <c:v>59747</c:v>
                </c:pt>
                <c:pt idx="17378">
                  <c:v>59748</c:v>
                </c:pt>
                <c:pt idx="17379">
                  <c:v>59749</c:v>
                </c:pt>
                <c:pt idx="17380">
                  <c:v>59750</c:v>
                </c:pt>
                <c:pt idx="17381">
                  <c:v>59751</c:v>
                </c:pt>
                <c:pt idx="17382">
                  <c:v>59752</c:v>
                </c:pt>
                <c:pt idx="17383">
                  <c:v>59753</c:v>
                </c:pt>
                <c:pt idx="17384">
                  <c:v>59754</c:v>
                </c:pt>
                <c:pt idx="17385">
                  <c:v>59755</c:v>
                </c:pt>
                <c:pt idx="17386">
                  <c:v>59756</c:v>
                </c:pt>
                <c:pt idx="17387">
                  <c:v>59757</c:v>
                </c:pt>
                <c:pt idx="17388">
                  <c:v>59758</c:v>
                </c:pt>
                <c:pt idx="17389">
                  <c:v>59759</c:v>
                </c:pt>
                <c:pt idx="17390">
                  <c:v>59760</c:v>
                </c:pt>
                <c:pt idx="17391">
                  <c:v>59761</c:v>
                </c:pt>
                <c:pt idx="17392">
                  <c:v>59762</c:v>
                </c:pt>
                <c:pt idx="17393">
                  <c:v>59763</c:v>
                </c:pt>
                <c:pt idx="17394">
                  <c:v>59764</c:v>
                </c:pt>
                <c:pt idx="17395">
                  <c:v>59765</c:v>
                </c:pt>
                <c:pt idx="17396">
                  <c:v>59766</c:v>
                </c:pt>
                <c:pt idx="17397">
                  <c:v>59767</c:v>
                </c:pt>
                <c:pt idx="17398">
                  <c:v>59768</c:v>
                </c:pt>
                <c:pt idx="17399">
                  <c:v>59769</c:v>
                </c:pt>
                <c:pt idx="17400">
                  <c:v>59770</c:v>
                </c:pt>
                <c:pt idx="17401">
                  <c:v>59771</c:v>
                </c:pt>
                <c:pt idx="17402">
                  <c:v>59772</c:v>
                </c:pt>
                <c:pt idx="17403">
                  <c:v>59773</c:v>
                </c:pt>
                <c:pt idx="17404">
                  <c:v>59774</c:v>
                </c:pt>
                <c:pt idx="17405">
                  <c:v>59775</c:v>
                </c:pt>
                <c:pt idx="17406">
                  <c:v>59776</c:v>
                </c:pt>
                <c:pt idx="17407">
                  <c:v>59777</c:v>
                </c:pt>
                <c:pt idx="17408">
                  <c:v>59778</c:v>
                </c:pt>
                <c:pt idx="17409">
                  <c:v>59779</c:v>
                </c:pt>
                <c:pt idx="17410">
                  <c:v>59780</c:v>
                </c:pt>
                <c:pt idx="17411">
                  <c:v>59781</c:v>
                </c:pt>
                <c:pt idx="17412">
                  <c:v>59782</c:v>
                </c:pt>
                <c:pt idx="17413">
                  <c:v>59783</c:v>
                </c:pt>
                <c:pt idx="17414">
                  <c:v>59784</c:v>
                </c:pt>
                <c:pt idx="17415">
                  <c:v>59785</c:v>
                </c:pt>
                <c:pt idx="17416">
                  <c:v>59786</c:v>
                </c:pt>
                <c:pt idx="17417">
                  <c:v>59787</c:v>
                </c:pt>
                <c:pt idx="17418">
                  <c:v>59788</c:v>
                </c:pt>
                <c:pt idx="17419">
                  <c:v>59789</c:v>
                </c:pt>
                <c:pt idx="17420">
                  <c:v>59790</c:v>
                </c:pt>
                <c:pt idx="17421">
                  <c:v>59791</c:v>
                </c:pt>
                <c:pt idx="17422">
                  <c:v>59792</c:v>
                </c:pt>
                <c:pt idx="17423">
                  <c:v>59793</c:v>
                </c:pt>
                <c:pt idx="17424">
                  <c:v>59794</c:v>
                </c:pt>
                <c:pt idx="17425">
                  <c:v>59795</c:v>
                </c:pt>
                <c:pt idx="17426">
                  <c:v>59796</c:v>
                </c:pt>
                <c:pt idx="17427">
                  <c:v>59797</c:v>
                </c:pt>
                <c:pt idx="17428">
                  <c:v>59798</c:v>
                </c:pt>
                <c:pt idx="17429">
                  <c:v>59799</c:v>
                </c:pt>
                <c:pt idx="17430">
                  <c:v>59800</c:v>
                </c:pt>
                <c:pt idx="17431">
                  <c:v>59801</c:v>
                </c:pt>
                <c:pt idx="17432">
                  <c:v>59802</c:v>
                </c:pt>
                <c:pt idx="17433">
                  <c:v>59803</c:v>
                </c:pt>
                <c:pt idx="17434">
                  <c:v>59804</c:v>
                </c:pt>
                <c:pt idx="17435">
                  <c:v>59805</c:v>
                </c:pt>
                <c:pt idx="17436">
                  <c:v>59806</c:v>
                </c:pt>
                <c:pt idx="17437">
                  <c:v>59807</c:v>
                </c:pt>
                <c:pt idx="17438">
                  <c:v>59808</c:v>
                </c:pt>
                <c:pt idx="17439">
                  <c:v>59809</c:v>
                </c:pt>
                <c:pt idx="17440">
                  <c:v>59810</c:v>
                </c:pt>
                <c:pt idx="17441">
                  <c:v>59811</c:v>
                </c:pt>
                <c:pt idx="17442">
                  <c:v>59812</c:v>
                </c:pt>
                <c:pt idx="17443">
                  <c:v>59813</c:v>
                </c:pt>
                <c:pt idx="17444">
                  <c:v>59814</c:v>
                </c:pt>
                <c:pt idx="17445">
                  <c:v>59815</c:v>
                </c:pt>
                <c:pt idx="17446">
                  <c:v>59816</c:v>
                </c:pt>
                <c:pt idx="17447">
                  <c:v>59817</c:v>
                </c:pt>
                <c:pt idx="17448">
                  <c:v>59818</c:v>
                </c:pt>
                <c:pt idx="17449">
                  <c:v>59819</c:v>
                </c:pt>
                <c:pt idx="17450">
                  <c:v>59820</c:v>
                </c:pt>
                <c:pt idx="17451">
                  <c:v>59821</c:v>
                </c:pt>
                <c:pt idx="17452">
                  <c:v>59822</c:v>
                </c:pt>
                <c:pt idx="17453">
                  <c:v>59823</c:v>
                </c:pt>
                <c:pt idx="17454">
                  <c:v>59824</c:v>
                </c:pt>
                <c:pt idx="17455">
                  <c:v>59825</c:v>
                </c:pt>
                <c:pt idx="17456">
                  <c:v>59826</c:v>
                </c:pt>
                <c:pt idx="17457">
                  <c:v>59827</c:v>
                </c:pt>
                <c:pt idx="17458">
                  <c:v>59828</c:v>
                </c:pt>
                <c:pt idx="17459">
                  <c:v>59829</c:v>
                </c:pt>
                <c:pt idx="17460">
                  <c:v>59830</c:v>
                </c:pt>
                <c:pt idx="17461">
                  <c:v>59831</c:v>
                </c:pt>
                <c:pt idx="17462">
                  <c:v>59832</c:v>
                </c:pt>
                <c:pt idx="17463">
                  <c:v>59833</c:v>
                </c:pt>
                <c:pt idx="17464">
                  <c:v>59834</c:v>
                </c:pt>
                <c:pt idx="17465">
                  <c:v>59835</c:v>
                </c:pt>
                <c:pt idx="17466">
                  <c:v>59836</c:v>
                </c:pt>
                <c:pt idx="17467">
                  <c:v>59837</c:v>
                </c:pt>
                <c:pt idx="17468">
                  <c:v>59838</c:v>
                </c:pt>
                <c:pt idx="17469">
                  <c:v>59839</c:v>
                </c:pt>
                <c:pt idx="17470">
                  <c:v>59840</c:v>
                </c:pt>
                <c:pt idx="17471">
                  <c:v>59841</c:v>
                </c:pt>
                <c:pt idx="17472">
                  <c:v>59842</c:v>
                </c:pt>
                <c:pt idx="17473">
                  <c:v>59843</c:v>
                </c:pt>
                <c:pt idx="17474">
                  <c:v>59844</c:v>
                </c:pt>
                <c:pt idx="17475">
                  <c:v>59845</c:v>
                </c:pt>
                <c:pt idx="17476">
                  <c:v>59846</c:v>
                </c:pt>
                <c:pt idx="17477">
                  <c:v>59847</c:v>
                </c:pt>
                <c:pt idx="17478">
                  <c:v>59848</c:v>
                </c:pt>
                <c:pt idx="17479">
                  <c:v>59849</c:v>
                </c:pt>
                <c:pt idx="17480">
                  <c:v>59850</c:v>
                </c:pt>
                <c:pt idx="17481">
                  <c:v>59851</c:v>
                </c:pt>
                <c:pt idx="17482">
                  <c:v>59852</c:v>
                </c:pt>
                <c:pt idx="17483">
                  <c:v>59853</c:v>
                </c:pt>
                <c:pt idx="17484">
                  <c:v>59854</c:v>
                </c:pt>
                <c:pt idx="17485">
                  <c:v>59855</c:v>
                </c:pt>
                <c:pt idx="17486">
                  <c:v>59856</c:v>
                </c:pt>
                <c:pt idx="17487">
                  <c:v>59857</c:v>
                </c:pt>
                <c:pt idx="17488">
                  <c:v>59858</c:v>
                </c:pt>
                <c:pt idx="17489">
                  <c:v>59859</c:v>
                </c:pt>
                <c:pt idx="17490">
                  <c:v>59860</c:v>
                </c:pt>
                <c:pt idx="17491">
                  <c:v>59861</c:v>
                </c:pt>
                <c:pt idx="17492">
                  <c:v>59862</c:v>
                </c:pt>
                <c:pt idx="17493">
                  <c:v>59863</c:v>
                </c:pt>
                <c:pt idx="17494">
                  <c:v>59864</c:v>
                </c:pt>
                <c:pt idx="17495">
                  <c:v>59865</c:v>
                </c:pt>
                <c:pt idx="17496">
                  <c:v>59866</c:v>
                </c:pt>
                <c:pt idx="17497">
                  <c:v>59867</c:v>
                </c:pt>
                <c:pt idx="17498">
                  <c:v>59868</c:v>
                </c:pt>
                <c:pt idx="17499">
                  <c:v>59869</c:v>
                </c:pt>
                <c:pt idx="17500">
                  <c:v>59870</c:v>
                </c:pt>
                <c:pt idx="17501">
                  <c:v>59871</c:v>
                </c:pt>
                <c:pt idx="17502">
                  <c:v>59872</c:v>
                </c:pt>
                <c:pt idx="17503">
                  <c:v>59873</c:v>
                </c:pt>
                <c:pt idx="17504">
                  <c:v>59874</c:v>
                </c:pt>
                <c:pt idx="17505">
                  <c:v>59875</c:v>
                </c:pt>
                <c:pt idx="17506">
                  <c:v>59876</c:v>
                </c:pt>
                <c:pt idx="17507">
                  <c:v>59877</c:v>
                </c:pt>
                <c:pt idx="17508">
                  <c:v>59878</c:v>
                </c:pt>
                <c:pt idx="17509">
                  <c:v>59879</c:v>
                </c:pt>
                <c:pt idx="17510">
                  <c:v>59880</c:v>
                </c:pt>
                <c:pt idx="17511">
                  <c:v>59881</c:v>
                </c:pt>
                <c:pt idx="17512">
                  <c:v>59882</c:v>
                </c:pt>
                <c:pt idx="17513">
                  <c:v>59883</c:v>
                </c:pt>
                <c:pt idx="17514">
                  <c:v>59884</c:v>
                </c:pt>
                <c:pt idx="17515">
                  <c:v>59885</c:v>
                </c:pt>
                <c:pt idx="17516">
                  <c:v>59886</c:v>
                </c:pt>
                <c:pt idx="17517">
                  <c:v>59887</c:v>
                </c:pt>
                <c:pt idx="17518">
                  <c:v>59888</c:v>
                </c:pt>
                <c:pt idx="17519">
                  <c:v>59889</c:v>
                </c:pt>
                <c:pt idx="17520">
                  <c:v>59890</c:v>
                </c:pt>
                <c:pt idx="17521">
                  <c:v>59891</c:v>
                </c:pt>
                <c:pt idx="17522">
                  <c:v>59892</c:v>
                </c:pt>
                <c:pt idx="17523">
                  <c:v>59893</c:v>
                </c:pt>
                <c:pt idx="17524">
                  <c:v>59894</c:v>
                </c:pt>
                <c:pt idx="17525">
                  <c:v>59895</c:v>
                </c:pt>
                <c:pt idx="17526">
                  <c:v>59896</c:v>
                </c:pt>
                <c:pt idx="17527">
                  <c:v>59897</c:v>
                </c:pt>
                <c:pt idx="17528">
                  <c:v>59898</c:v>
                </c:pt>
                <c:pt idx="17529">
                  <c:v>59899</c:v>
                </c:pt>
                <c:pt idx="17530">
                  <c:v>59900</c:v>
                </c:pt>
                <c:pt idx="17531">
                  <c:v>59901</c:v>
                </c:pt>
                <c:pt idx="17532">
                  <c:v>59902</c:v>
                </c:pt>
                <c:pt idx="17533">
                  <c:v>59903</c:v>
                </c:pt>
                <c:pt idx="17534">
                  <c:v>59904</c:v>
                </c:pt>
                <c:pt idx="17535">
                  <c:v>59905</c:v>
                </c:pt>
                <c:pt idx="17536">
                  <c:v>59906</c:v>
                </c:pt>
                <c:pt idx="17537">
                  <c:v>59907</c:v>
                </c:pt>
                <c:pt idx="17538">
                  <c:v>59908</c:v>
                </c:pt>
                <c:pt idx="17539">
                  <c:v>59909</c:v>
                </c:pt>
                <c:pt idx="17540">
                  <c:v>59910</c:v>
                </c:pt>
                <c:pt idx="17541">
                  <c:v>59911</c:v>
                </c:pt>
                <c:pt idx="17542">
                  <c:v>59912</c:v>
                </c:pt>
                <c:pt idx="17543">
                  <c:v>59913</c:v>
                </c:pt>
                <c:pt idx="17544">
                  <c:v>59914</c:v>
                </c:pt>
                <c:pt idx="17545">
                  <c:v>59915</c:v>
                </c:pt>
                <c:pt idx="17546">
                  <c:v>59916</c:v>
                </c:pt>
                <c:pt idx="17547">
                  <c:v>59917</c:v>
                </c:pt>
                <c:pt idx="17548">
                  <c:v>59918</c:v>
                </c:pt>
                <c:pt idx="17549">
                  <c:v>59919</c:v>
                </c:pt>
                <c:pt idx="17550">
                  <c:v>59920</c:v>
                </c:pt>
                <c:pt idx="17551">
                  <c:v>59921</c:v>
                </c:pt>
                <c:pt idx="17552">
                  <c:v>59922</c:v>
                </c:pt>
                <c:pt idx="17553">
                  <c:v>59923</c:v>
                </c:pt>
                <c:pt idx="17554">
                  <c:v>59924</c:v>
                </c:pt>
                <c:pt idx="17555">
                  <c:v>59925</c:v>
                </c:pt>
                <c:pt idx="17556">
                  <c:v>59926</c:v>
                </c:pt>
                <c:pt idx="17557">
                  <c:v>59927</c:v>
                </c:pt>
                <c:pt idx="17558">
                  <c:v>59928</c:v>
                </c:pt>
                <c:pt idx="17559">
                  <c:v>59929</c:v>
                </c:pt>
                <c:pt idx="17560">
                  <c:v>59930</c:v>
                </c:pt>
                <c:pt idx="17561">
                  <c:v>59931</c:v>
                </c:pt>
                <c:pt idx="17562">
                  <c:v>59932</c:v>
                </c:pt>
                <c:pt idx="17563">
                  <c:v>59933</c:v>
                </c:pt>
                <c:pt idx="17564">
                  <c:v>59934</c:v>
                </c:pt>
                <c:pt idx="17565">
                  <c:v>59935</c:v>
                </c:pt>
                <c:pt idx="17566">
                  <c:v>59936</c:v>
                </c:pt>
                <c:pt idx="17567">
                  <c:v>59937</c:v>
                </c:pt>
                <c:pt idx="17568">
                  <c:v>59938</c:v>
                </c:pt>
                <c:pt idx="17569">
                  <c:v>59939</c:v>
                </c:pt>
                <c:pt idx="17570">
                  <c:v>59940</c:v>
                </c:pt>
                <c:pt idx="17571">
                  <c:v>59941</c:v>
                </c:pt>
                <c:pt idx="17572">
                  <c:v>59942</c:v>
                </c:pt>
                <c:pt idx="17573">
                  <c:v>59943</c:v>
                </c:pt>
                <c:pt idx="17574">
                  <c:v>59944</c:v>
                </c:pt>
                <c:pt idx="17575">
                  <c:v>59945</c:v>
                </c:pt>
                <c:pt idx="17576">
                  <c:v>59946</c:v>
                </c:pt>
                <c:pt idx="17577">
                  <c:v>59947</c:v>
                </c:pt>
                <c:pt idx="17578">
                  <c:v>59948</c:v>
                </c:pt>
                <c:pt idx="17579">
                  <c:v>59949</c:v>
                </c:pt>
                <c:pt idx="17580">
                  <c:v>59950</c:v>
                </c:pt>
                <c:pt idx="17581">
                  <c:v>59951</c:v>
                </c:pt>
                <c:pt idx="17582">
                  <c:v>59952</c:v>
                </c:pt>
                <c:pt idx="17583">
                  <c:v>59953</c:v>
                </c:pt>
                <c:pt idx="17584">
                  <c:v>59954</c:v>
                </c:pt>
                <c:pt idx="17585">
                  <c:v>59955</c:v>
                </c:pt>
                <c:pt idx="17586">
                  <c:v>59956</c:v>
                </c:pt>
                <c:pt idx="17587">
                  <c:v>59957</c:v>
                </c:pt>
                <c:pt idx="17588">
                  <c:v>59958</c:v>
                </c:pt>
                <c:pt idx="17589">
                  <c:v>59959</c:v>
                </c:pt>
                <c:pt idx="17590">
                  <c:v>59960</c:v>
                </c:pt>
                <c:pt idx="17591">
                  <c:v>59961</c:v>
                </c:pt>
                <c:pt idx="17592">
                  <c:v>59962</c:v>
                </c:pt>
                <c:pt idx="17593">
                  <c:v>59963</c:v>
                </c:pt>
                <c:pt idx="17594">
                  <c:v>59964</c:v>
                </c:pt>
                <c:pt idx="17595">
                  <c:v>59965</c:v>
                </c:pt>
                <c:pt idx="17596">
                  <c:v>59966</c:v>
                </c:pt>
                <c:pt idx="17597">
                  <c:v>59967</c:v>
                </c:pt>
                <c:pt idx="17598">
                  <c:v>59968</c:v>
                </c:pt>
                <c:pt idx="17599">
                  <c:v>59969</c:v>
                </c:pt>
                <c:pt idx="17600">
                  <c:v>59970</c:v>
                </c:pt>
                <c:pt idx="17601">
                  <c:v>59971</c:v>
                </c:pt>
                <c:pt idx="17602">
                  <c:v>59972</c:v>
                </c:pt>
                <c:pt idx="17603">
                  <c:v>59973</c:v>
                </c:pt>
                <c:pt idx="17604">
                  <c:v>59974</c:v>
                </c:pt>
                <c:pt idx="17605">
                  <c:v>59975</c:v>
                </c:pt>
                <c:pt idx="17606">
                  <c:v>59976</c:v>
                </c:pt>
                <c:pt idx="17607">
                  <c:v>59977</c:v>
                </c:pt>
                <c:pt idx="17608">
                  <c:v>59978</c:v>
                </c:pt>
                <c:pt idx="17609">
                  <c:v>59979</c:v>
                </c:pt>
                <c:pt idx="17610">
                  <c:v>59980</c:v>
                </c:pt>
                <c:pt idx="17611">
                  <c:v>59981</c:v>
                </c:pt>
                <c:pt idx="17612">
                  <c:v>59982</c:v>
                </c:pt>
                <c:pt idx="17613">
                  <c:v>59983</c:v>
                </c:pt>
                <c:pt idx="17614">
                  <c:v>59984</c:v>
                </c:pt>
                <c:pt idx="17615">
                  <c:v>59985</c:v>
                </c:pt>
                <c:pt idx="17616">
                  <c:v>59986</c:v>
                </c:pt>
                <c:pt idx="17617">
                  <c:v>59987</c:v>
                </c:pt>
                <c:pt idx="17618">
                  <c:v>59988</c:v>
                </c:pt>
                <c:pt idx="17619">
                  <c:v>59989</c:v>
                </c:pt>
                <c:pt idx="17620">
                  <c:v>59990</c:v>
                </c:pt>
                <c:pt idx="17621">
                  <c:v>59991</c:v>
                </c:pt>
                <c:pt idx="17622">
                  <c:v>59992</c:v>
                </c:pt>
                <c:pt idx="17623">
                  <c:v>59993</c:v>
                </c:pt>
                <c:pt idx="17624">
                  <c:v>59994</c:v>
                </c:pt>
                <c:pt idx="17625">
                  <c:v>59995</c:v>
                </c:pt>
                <c:pt idx="17626">
                  <c:v>59996</c:v>
                </c:pt>
                <c:pt idx="17627">
                  <c:v>59997</c:v>
                </c:pt>
                <c:pt idx="17628">
                  <c:v>59998</c:v>
                </c:pt>
                <c:pt idx="17629">
                  <c:v>59999</c:v>
                </c:pt>
                <c:pt idx="17630">
                  <c:v>60000</c:v>
                </c:pt>
                <c:pt idx="17631">
                  <c:v>60001</c:v>
                </c:pt>
                <c:pt idx="17632">
                  <c:v>60002</c:v>
                </c:pt>
                <c:pt idx="17633">
                  <c:v>60003</c:v>
                </c:pt>
                <c:pt idx="17634">
                  <c:v>60004</c:v>
                </c:pt>
                <c:pt idx="17635">
                  <c:v>60005</c:v>
                </c:pt>
                <c:pt idx="17636">
                  <c:v>60006</c:v>
                </c:pt>
                <c:pt idx="17637">
                  <c:v>60007</c:v>
                </c:pt>
                <c:pt idx="17638">
                  <c:v>60008</c:v>
                </c:pt>
                <c:pt idx="17639">
                  <c:v>60009</c:v>
                </c:pt>
                <c:pt idx="17640">
                  <c:v>60010</c:v>
                </c:pt>
                <c:pt idx="17641">
                  <c:v>60011</c:v>
                </c:pt>
                <c:pt idx="17642">
                  <c:v>60012</c:v>
                </c:pt>
                <c:pt idx="17643">
                  <c:v>60013</c:v>
                </c:pt>
                <c:pt idx="17644">
                  <c:v>60014</c:v>
                </c:pt>
                <c:pt idx="17645">
                  <c:v>60015</c:v>
                </c:pt>
                <c:pt idx="17646">
                  <c:v>60016</c:v>
                </c:pt>
                <c:pt idx="17647">
                  <c:v>60017</c:v>
                </c:pt>
                <c:pt idx="17648">
                  <c:v>60018</c:v>
                </c:pt>
                <c:pt idx="17649">
                  <c:v>60019</c:v>
                </c:pt>
                <c:pt idx="17650">
                  <c:v>60020</c:v>
                </c:pt>
                <c:pt idx="17651">
                  <c:v>60021</c:v>
                </c:pt>
                <c:pt idx="17652">
                  <c:v>60022</c:v>
                </c:pt>
                <c:pt idx="17653">
                  <c:v>60023</c:v>
                </c:pt>
                <c:pt idx="17654">
                  <c:v>60024</c:v>
                </c:pt>
                <c:pt idx="17655">
                  <c:v>60025</c:v>
                </c:pt>
                <c:pt idx="17656">
                  <c:v>60026</c:v>
                </c:pt>
                <c:pt idx="17657">
                  <c:v>60027</c:v>
                </c:pt>
                <c:pt idx="17658">
                  <c:v>60028</c:v>
                </c:pt>
                <c:pt idx="17659">
                  <c:v>60029</c:v>
                </c:pt>
                <c:pt idx="17660">
                  <c:v>60030</c:v>
                </c:pt>
                <c:pt idx="17661">
                  <c:v>60031</c:v>
                </c:pt>
                <c:pt idx="17662">
                  <c:v>60032</c:v>
                </c:pt>
                <c:pt idx="17663">
                  <c:v>60033</c:v>
                </c:pt>
                <c:pt idx="17664">
                  <c:v>60034</c:v>
                </c:pt>
                <c:pt idx="17665">
                  <c:v>60035</c:v>
                </c:pt>
                <c:pt idx="17666">
                  <c:v>60036</c:v>
                </c:pt>
                <c:pt idx="17667">
                  <c:v>60037</c:v>
                </c:pt>
                <c:pt idx="17668">
                  <c:v>60038</c:v>
                </c:pt>
                <c:pt idx="17669">
                  <c:v>60039</c:v>
                </c:pt>
                <c:pt idx="17670">
                  <c:v>60040</c:v>
                </c:pt>
                <c:pt idx="17671">
                  <c:v>60041</c:v>
                </c:pt>
                <c:pt idx="17672">
                  <c:v>60042</c:v>
                </c:pt>
                <c:pt idx="17673">
                  <c:v>60043</c:v>
                </c:pt>
                <c:pt idx="17674">
                  <c:v>60044</c:v>
                </c:pt>
                <c:pt idx="17675">
                  <c:v>60045</c:v>
                </c:pt>
                <c:pt idx="17676">
                  <c:v>60046</c:v>
                </c:pt>
                <c:pt idx="17677">
                  <c:v>60047</c:v>
                </c:pt>
                <c:pt idx="17678">
                  <c:v>60048</c:v>
                </c:pt>
                <c:pt idx="17679">
                  <c:v>60049</c:v>
                </c:pt>
                <c:pt idx="17680">
                  <c:v>60050</c:v>
                </c:pt>
                <c:pt idx="17681">
                  <c:v>60051</c:v>
                </c:pt>
                <c:pt idx="17682">
                  <c:v>60052</c:v>
                </c:pt>
                <c:pt idx="17683">
                  <c:v>60053</c:v>
                </c:pt>
                <c:pt idx="17684">
                  <c:v>60054</c:v>
                </c:pt>
                <c:pt idx="17685">
                  <c:v>60055</c:v>
                </c:pt>
                <c:pt idx="17686">
                  <c:v>60056</c:v>
                </c:pt>
                <c:pt idx="17687">
                  <c:v>60057</c:v>
                </c:pt>
                <c:pt idx="17688">
                  <c:v>60058</c:v>
                </c:pt>
                <c:pt idx="17689">
                  <c:v>60059</c:v>
                </c:pt>
                <c:pt idx="17690">
                  <c:v>60060</c:v>
                </c:pt>
                <c:pt idx="17691">
                  <c:v>60061</c:v>
                </c:pt>
                <c:pt idx="17692">
                  <c:v>60062</c:v>
                </c:pt>
                <c:pt idx="17693">
                  <c:v>60063</c:v>
                </c:pt>
                <c:pt idx="17694">
                  <c:v>60064</c:v>
                </c:pt>
                <c:pt idx="17695">
                  <c:v>60065</c:v>
                </c:pt>
                <c:pt idx="17696">
                  <c:v>60066</c:v>
                </c:pt>
                <c:pt idx="17697">
                  <c:v>60067</c:v>
                </c:pt>
                <c:pt idx="17698">
                  <c:v>60068</c:v>
                </c:pt>
                <c:pt idx="17699">
                  <c:v>60069</c:v>
                </c:pt>
                <c:pt idx="17700">
                  <c:v>60070</c:v>
                </c:pt>
                <c:pt idx="17701">
                  <c:v>60071</c:v>
                </c:pt>
                <c:pt idx="17702">
                  <c:v>60072</c:v>
                </c:pt>
                <c:pt idx="17703">
                  <c:v>60073</c:v>
                </c:pt>
                <c:pt idx="17704">
                  <c:v>60074</c:v>
                </c:pt>
                <c:pt idx="17705">
                  <c:v>60075</c:v>
                </c:pt>
                <c:pt idx="17706">
                  <c:v>60076</c:v>
                </c:pt>
                <c:pt idx="17707">
                  <c:v>60077</c:v>
                </c:pt>
                <c:pt idx="17708">
                  <c:v>60078</c:v>
                </c:pt>
                <c:pt idx="17709">
                  <c:v>60079</c:v>
                </c:pt>
                <c:pt idx="17710">
                  <c:v>60080</c:v>
                </c:pt>
                <c:pt idx="17711">
                  <c:v>60081</c:v>
                </c:pt>
                <c:pt idx="17712">
                  <c:v>60082</c:v>
                </c:pt>
                <c:pt idx="17713">
                  <c:v>60083</c:v>
                </c:pt>
                <c:pt idx="17714">
                  <c:v>60084</c:v>
                </c:pt>
                <c:pt idx="17715">
                  <c:v>60085</c:v>
                </c:pt>
                <c:pt idx="17716">
                  <c:v>60086</c:v>
                </c:pt>
                <c:pt idx="17717">
                  <c:v>60087</c:v>
                </c:pt>
                <c:pt idx="17718">
                  <c:v>60088</c:v>
                </c:pt>
                <c:pt idx="17719">
                  <c:v>60089</c:v>
                </c:pt>
                <c:pt idx="17720">
                  <c:v>60090</c:v>
                </c:pt>
                <c:pt idx="17721">
                  <c:v>60091</c:v>
                </c:pt>
                <c:pt idx="17722">
                  <c:v>60092</c:v>
                </c:pt>
                <c:pt idx="17723">
                  <c:v>60093</c:v>
                </c:pt>
                <c:pt idx="17724">
                  <c:v>60094</c:v>
                </c:pt>
                <c:pt idx="17725">
                  <c:v>60095</c:v>
                </c:pt>
                <c:pt idx="17726">
                  <c:v>60096</c:v>
                </c:pt>
                <c:pt idx="17727">
                  <c:v>60097</c:v>
                </c:pt>
                <c:pt idx="17728">
                  <c:v>60098</c:v>
                </c:pt>
                <c:pt idx="17729">
                  <c:v>60099</c:v>
                </c:pt>
                <c:pt idx="17730">
                  <c:v>60100</c:v>
                </c:pt>
                <c:pt idx="17731">
                  <c:v>60101</c:v>
                </c:pt>
                <c:pt idx="17732">
                  <c:v>60102</c:v>
                </c:pt>
                <c:pt idx="17733">
                  <c:v>60103</c:v>
                </c:pt>
                <c:pt idx="17734">
                  <c:v>60104</c:v>
                </c:pt>
                <c:pt idx="17735">
                  <c:v>60105</c:v>
                </c:pt>
                <c:pt idx="17736">
                  <c:v>60106</c:v>
                </c:pt>
                <c:pt idx="17737">
                  <c:v>60107</c:v>
                </c:pt>
                <c:pt idx="17738">
                  <c:v>60108</c:v>
                </c:pt>
                <c:pt idx="17739">
                  <c:v>60109</c:v>
                </c:pt>
                <c:pt idx="17740">
                  <c:v>60110</c:v>
                </c:pt>
                <c:pt idx="17741">
                  <c:v>60111</c:v>
                </c:pt>
                <c:pt idx="17742">
                  <c:v>60112</c:v>
                </c:pt>
                <c:pt idx="17743">
                  <c:v>60113</c:v>
                </c:pt>
                <c:pt idx="17744">
                  <c:v>60114</c:v>
                </c:pt>
                <c:pt idx="17745">
                  <c:v>60115</c:v>
                </c:pt>
                <c:pt idx="17746">
                  <c:v>60116</c:v>
                </c:pt>
                <c:pt idx="17747">
                  <c:v>60117</c:v>
                </c:pt>
                <c:pt idx="17748">
                  <c:v>60118</c:v>
                </c:pt>
                <c:pt idx="17749">
                  <c:v>60119</c:v>
                </c:pt>
                <c:pt idx="17750">
                  <c:v>60120</c:v>
                </c:pt>
                <c:pt idx="17751">
                  <c:v>60121</c:v>
                </c:pt>
                <c:pt idx="17752">
                  <c:v>60122</c:v>
                </c:pt>
                <c:pt idx="17753">
                  <c:v>60123</c:v>
                </c:pt>
                <c:pt idx="17754">
                  <c:v>60124</c:v>
                </c:pt>
                <c:pt idx="17755">
                  <c:v>60125</c:v>
                </c:pt>
                <c:pt idx="17756">
                  <c:v>60126</c:v>
                </c:pt>
                <c:pt idx="17757">
                  <c:v>60127</c:v>
                </c:pt>
                <c:pt idx="17758">
                  <c:v>60128</c:v>
                </c:pt>
                <c:pt idx="17759">
                  <c:v>60129</c:v>
                </c:pt>
                <c:pt idx="17760">
                  <c:v>60130</c:v>
                </c:pt>
                <c:pt idx="17761">
                  <c:v>60131</c:v>
                </c:pt>
                <c:pt idx="17762">
                  <c:v>60132</c:v>
                </c:pt>
                <c:pt idx="17763">
                  <c:v>60133</c:v>
                </c:pt>
                <c:pt idx="17764">
                  <c:v>60134</c:v>
                </c:pt>
                <c:pt idx="17765">
                  <c:v>60135</c:v>
                </c:pt>
                <c:pt idx="17766">
                  <c:v>60136</c:v>
                </c:pt>
                <c:pt idx="17767">
                  <c:v>60137</c:v>
                </c:pt>
                <c:pt idx="17768">
                  <c:v>60138</c:v>
                </c:pt>
                <c:pt idx="17769">
                  <c:v>60139</c:v>
                </c:pt>
                <c:pt idx="17770">
                  <c:v>60140</c:v>
                </c:pt>
                <c:pt idx="17771">
                  <c:v>60141</c:v>
                </c:pt>
                <c:pt idx="17772">
                  <c:v>60142</c:v>
                </c:pt>
                <c:pt idx="17773">
                  <c:v>60143</c:v>
                </c:pt>
                <c:pt idx="17774">
                  <c:v>60144</c:v>
                </c:pt>
                <c:pt idx="17775">
                  <c:v>60145</c:v>
                </c:pt>
                <c:pt idx="17776">
                  <c:v>60146</c:v>
                </c:pt>
                <c:pt idx="17777">
                  <c:v>60147</c:v>
                </c:pt>
                <c:pt idx="17778">
                  <c:v>60148</c:v>
                </c:pt>
                <c:pt idx="17779">
                  <c:v>60149</c:v>
                </c:pt>
                <c:pt idx="17780">
                  <c:v>60150</c:v>
                </c:pt>
                <c:pt idx="17781">
                  <c:v>60151</c:v>
                </c:pt>
                <c:pt idx="17782">
                  <c:v>60152</c:v>
                </c:pt>
                <c:pt idx="17783">
                  <c:v>60153</c:v>
                </c:pt>
                <c:pt idx="17784">
                  <c:v>60154</c:v>
                </c:pt>
                <c:pt idx="17785">
                  <c:v>60155</c:v>
                </c:pt>
                <c:pt idx="17786">
                  <c:v>60156</c:v>
                </c:pt>
                <c:pt idx="17787">
                  <c:v>60157</c:v>
                </c:pt>
                <c:pt idx="17788">
                  <c:v>60158</c:v>
                </c:pt>
                <c:pt idx="17789">
                  <c:v>60159</c:v>
                </c:pt>
                <c:pt idx="17790">
                  <c:v>60160</c:v>
                </c:pt>
                <c:pt idx="17791">
                  <c:v>60161</c:v>
                </c:pt>
                <c:pt idx="17792">
                  <c:v>60162</c:v>
                </c:pt>
                <c:pt idx="17793">
                  <c:v>60163</c:v>
                </c:pt>
                <c:pt idx="17794">
                  <c:v>60164</c:v>
                </c:pt>
                <c:pt idx="17795">
                  <c:v>60165</c:v>
                </c:pt>
                <c:pt idx="17796">
                  <c:v>60166</c:v>
                </c:pt>
                <c:pt idx="17797">
                  <c:v>60167</c:v>
                </c:pt>
                <c:pt idx="17798">
                  <c:v>60168</c:v>
                </c:pt>
                <c:pt idx="17799">
                  <c:v>60169</c:v>
                </c:pt>
                <c:pt idx="17800">
                  <c:v>60170</c:v>
                </c:pt>
                <c:pt idx="17801">
                  <c:v>60171</c:v>
                </c:pt>
                <c:pt idx="17802">
                  <c:v>60172</c:v>
                </c:pt>
                <c:pt idx="17803">
                  <c:v>60173</c:v>
                </c:pt>
                <c:pt idx="17804">
                  <c:v>60174</c:v>
                </c:pt>
                <c:pt idx="17805">
                  <c:v>60175</c:v>
                </c:pt>
                <c:pt idx="17806">
                  <c:v>60176</c:v>
                </c:pt>
                <c:pt idx="17807">
                  <c:v>60177</c:v>
                </c:pt>
                <c:pt idx="17808">
                  <c:v>60178</c:v>
                </c:pt>
                <c:pt idx="17809">
                  <c:v>60179</c:v>
                </c:pt>
                <c:pt idx="17810">
                  <c:v>60180</c:v>
                </c:pt>
                <c:pt idx="17811">
                  <c:v>60181</c:v>
                </c:pt>
                <c:pt idx="17812">
                  <c:v>60182</c:v>
                </c:pt>
                <c:pt idx="17813">
                  <c:v>60183</c:v>
                </c:pt>
                <c:pt idx="17814">
                  <c:v>60184</c:v>
                </c:pt>
                <c:pt idx="17815">
                  <c:v>60185</c:v>
                </c:pt>
                <c:pt idx="17816">
                  <c:v>60186</c:v>
                </c:pt>
                <c:pt idx="17817">
                  <c:v>60187</c:v>
                </c:pt>
                <c:pt idx="17818">
                  <c:v>60188</c:v>
                </c:pt>
                <c:pt idx="17819">
                  <c:v>60189</c:v>
                </c:pt>
                <c:pt idx="17820">
                  <c:v>60190</c:v>
                </c:pt>
                <c:pt idx="17821">
                  <c:v>60191</c:v>
                </c:pt>
                <c:pt idx="17822">
                  <c:v>60192</c:v>
                </c:pt>
                <c:pt idx="17823">
                  <c:v>60193</c:v>
                </c:pt>
                <c:pt idx="17824">
                  <c:v>60194</c:v>
                </c:pt>
                <c:pt idx="17825">
                  <c:v>60195</c:v>
                </c:pt>
                <c:pt idx="17826">
                  <c:v>60196</c:v>
                </c:pt>
                <c:pt idx="17827">
                  <c:v>60197</c:v>
                </c:pt>
                <c:pt idx="17828">
                  <c:v>60198</c:v>
                </c:pt>
                <c:pt idx="17829">
                  <c:v>60199</c:v>
                </c:pt>
                <c:pt idx="17830">
                  <c:v>60200</c:v>
                </c:pt>
                <c:pt idx="17831">
                  <c:v>60201</c:v>
                </c:pt>
                <c:pt idx="17832">
                  <c:v>60202</c:v>
                </c:pt>
                <c:pt idx="17833">
                  <c:v>60203</c:v>
                </c:pt>
                <c:pt idx="17834">
                  <c:v>60204</c:v>
                </c:pt>
                <c:pt idx="17835">
                  <c:v>60205</c:v>
                </c:pt>
                <c:pt idx="17836">
                  <c:v>60206</c:v>
                </c:pt>
                <c:pt idx="17837">
                  <c:v>60207</c:v>
                </c:pt>
                <c:pt idx="17838">
                  <c:v>60208</c:v>
                </c:pt>
                <c:pt idx="17839">
                  <c:v>60209</c:v>
                </c:pt>
                <c:pt idx="17840">
                  <c:v>60210</c:v>
                </c:pt>
                <c:pt idx="17841">
                  <c:v>60211</c:v>
                </c:pt>
                <c:pt idx="17842">
                  <c:v>60212</c:v>
                </c:pt>
                <c:pt idx="17843">
                  <c:v>60213</c:v>
                </c:pt>
                <c:pt idx="17844">
                  <c:v>60214</c:v>
                </c:pt>
                <c:pt idx="17845">
                  <c:v>60215</c:v>
                </c:pt>
                <c:pt idx="17846">
                  <c:v>60216</c:v>
                </c:pt>
                <c:pt idx="17847">
                  <c:v>60217</c:v>
                </c:pt>
                <c:pt idx="17848">
                  <c:v>60218</c:v>
                </c:pt>
                <c:pt idx="17849">
                  <c:v>60219</c:v>
                </c:pt>
                <c:pt idx="17850">
                  <c:v>60220</c:v>
                </c:pt>
                <c:pt idx="17851">
                  <c:v>60221</c:v>
                </c:pt>
                <c:pt idx="17852">
                  <c:v>60222</c:v>
                </c:pt>
                <c:pt idx="17853">
                  <c:v>60223</c:v>
                </c:pt>
                <c:pt idx="17854">
                  <c:v>60224</c:v>
                </c:pt>
                <c:pt idx="17855">
                  <c:v>60225</c:v>
                </c:pt>
                <c:pt idx="17856">
                  <c:v>60226</c:v>
                </c:pt>
                <c:pt idx="17857">
                  <c:v>60227</c:v>
                </c:pt>
                <c:pt idx="17858">
                  <c:v>60228</c:v>
                </c:pt>
                <c:pt idx="17859">
                  <c:v>60229</c:v>
                </c:pt>
                <c:pt idx="17860">
                  <c:v>60230</c:v>
                </c:pt>
                <c:pt idx="17861">
                  <c:v>60231</c:v>
                </c:pt>
                <c:pt idx="17862">
                  <c:v>60232</c:v>
                </c:pt>
                <c:pt idx="17863">
                  <c:v>60233</c:v>
                </c:pt>
                <c:pt idx="17864">
                  <c:v>60234</c:v>
                </c:pt>
                <c:pt idx="17865">
                  <c:v>60235</c:v>
                </c:pt>
                <c:pt idx="17866">
                  <c:v>60236</c:v>
                </c:pt>
                <c:pt idx="17867">
                  <c:v>60237</c:v>
                </c:pt>
                <c:pt idx="17868">
                  <c:v>60238</c:v>
                </c:pt>
                <c:pt idx="17869">
                  <c:v>60239</c:v>
                </c:pt>
                <c:pt idx="17870">
                  <c:v>60240</c:v>
                </c:pt>
                <c:pt idx="17871">
                  <c:v>60241</c:v>
                </c:pt>
                <c:pt idx="17872">
                  <c:v>60242</c:v>
                </c:pt>
                <c:pt idx="17873">
                  <c:v>60243</c:v>
                </c:pt>
                <c:pt idx="17874">
                  <c:v>60244</c:v>
                </c:pt>
                <c:pt idx="17875">
                  <c:v>60245</c:v>
                </c:pt>
                <c:pt idx="17876">
                  <c:v>60246</c:v>
                </c:pt>
                <c:pt idx="17877">
                  <c:v>60247</c:v>
                </c:pt>
                <c:pt idx="17878">
                  <c:v>60248</c:v>
                </c:pt>
                <c:pt idx="17879">
                  <c:v>60249</c:v>
                </c:pt>
                <c:pt idx="17880">
                  <c:v>60250</c:v>
                </c:pt>
                <c:pt idx="17881">
                  <c:v>60251</c:v>
                </c:pt>
                <c:pt idx="17882">
                  <c:v>60252</c:v>
                </c:pt>
                <c:pt idx="17883">
                  <c:v>60253</c:v>
                </c:pt>
                <c:pt idx="17884">
                  <c:v>60254</c:v>
                </c:pt>
                <c:pt idx="17885">
                  <c:v>60255</c:v>
                </c:pt>
                <c:pt idx="17886">
                  <c:v>60256</c:v>
                </c:pt>
                <c:pt idx="17887">
                  <c:v>60257</c:v>
                </c:pt>
                <c:pt idx="17888">
                  <c:v>60258</c:v>
                </c:pt>
                <c:pt idx="17889">
                  <c:v>60259</c:v>
                </c:pt>
                <c:pt idx="17890">
                  <c:v>60260</c:v>
                </c:pt>
                <c:pt idx="17891">
                  <c:v>60261</c:v>
                </c:pt>
                <c:pt idx="17892">
                  <c:v>60262</c:v>
                </c:pt>
                <c:pt idx="17893">
                  <c:v>60263</c:v>
                </c:pt>
                <c:pt idx="17894">
                  <c:v>60264</c:v>
                </c:pt>
                <c:pt idx="17895">
                  <c:v>60265</c:v>
                </c:pt>
                <c:pt idx="17896">
                  <c:v>60266</c:v>
                </c:pt>
                <c:pt idx="17897">
                  <c:v>60267</c:v>
                </c:pt>
                <c:pt idx="17898">
                  <c:v>60268</c:v>
                </c:pt>
                <c:pt idx="17899">
                  <c:v>60269</c:v>
                </c:pt>
                <c:pt idx="17900">
                  <c:v>60270</c:v>
                </c:pt>
                <c:pt idx="17901">
                  <c:v>60271</c:v>
                </c:pt>
                <c:pt idx="17902">
                  <c:v>60272</c:v>
                </c:pt>
                <c:pt idx="17903">
                  <c:v>60273</c:v>
                </c:pt>
                <c:pt idx="17904">
                  <c:v>60274</c:v>
                </c:pt>
                <c:pt idx="17905">
                  <c:v>60275</c:v>
                </c:pt>
                <c:pt idx="17906">
                  <c:v>60276</c:v>
                </c:pt>
                <c:pt idx="17907">
                  <c:v>60277</c:v>
                </c:pt>
                <c:pt idx="17908">
                  <c:v>60278</c:v>
                </c:pt>
                <c:pt idx="17909">
                  <c:v>60279</c:v>
                </c:pt>
                <c:pt idx="17910">
                  <c:v>60280</c:v>
                </c:pt>
                <c:pt idx="17911">
                  <c:v>60281</c:v>
                </c:pt>
                <c:pt idx="17912">
                  <c:v>60282</c:v>
                </c:pt>
                <c:pt idx="17913">
                  <c:v>60283</c:v>
                </c:pt>
                <c:pt idx="17914">
                  <c:v>60284</c:v>
                </c:pt>
                <c:pt idx="17915">
                  <c:v>60285</c:v>
                </c:pt>
                <c:pt idx="17916">
                  <c:v>60286</c:v>
                </c:pt>
                <c:pt idx="17917">
                  <c:v>60287</c:v>
                </c:pt>
                <c:pt idx="17918">
                  <c:v>60288</c:v>
                </c:pt>
                <c:pt idx="17919">
                  <c:v>60289</c:v>
                </c:pt>
                <c:pt idx="17920">
                  <c:v>60290</c:v>
                </c:pt>
                <c:pt idx="17921">
                  <c:v>60291</c:v>
                </c:pt>
                <c:pt idx="17922">
                  <c:v>60292</c:v>
                </c:pt>
                <c:pt idx="17923">
                  <c:v>60293</c:v>
                </c:pt>
                <c:pt idx="17924">
                  <c:v>60294</c:v>
                </c:pt>
                <c:pt idx="17925">
                  <c:v>60295</c:v>
                </c:pt>
                <c:pt idx="17926">
                  <c:v>60296</c:v>
                </c:pt>
                <c:pt idx="17927">
                  <c:v>60297</c:v>
                </c:pt>
                <c:pt idx="17928">
                  <c:v>60298</c:v>
                </c:pt>
                <c:pt idx="17929">
                  <c:v>60299</c:v>
                </c:pt>
                <c:pt idx="17930">
                  <c:v>60300</c:v>
                </c:pt>
                <c:pt idx="17931">
                  <c:v>60301</c:v>
                </c:pt>
                <c:pt idx="17932">
                  <c:v>60302</c:v>
                </c:pt>
                <c:pt idx="17933">
                  <c:v>60303</c:v>
                </c:pt>
                <c:pt idx="17934">
                  <c:v>60304</c:v>
                </c:pt>
                <c:pt idx="17935">
                  <c:v>60305</c:v>
                </c:pt>
                <c:pt idx="17936">
                  <c:v>60306</c:v>
                </c:pt>
                <c:pt idx="17937">
                  <c:v>60307</c:v>
                </c:pt>
                <c:pt idx="17938">
                  <c:v>60308</c:v>
                </c:pt>
                <c:pt idx="17939">
                  <c:v>60309</c:v>
                </c:pt>
                <c:pt idx="17940">
                  <c:v>60310</c:v>
                </c:pt>
                <c:pt idx="17941">
                  <c:v>60311</c:v>
                </c:pt>
                <c:pt idx="17942">
                  <c:v>60312</c:v>
                </c:pt>
                <c:pt idx="17943">
                  <c:v>60313</c:v>
                </c:pt>
                <c:pt idx="17944">
                  <c:v>60314</c:v>
                </c:pt>
                <c:pt idx="17945">
                  <c:v>60315</c:v>
                </c:pt>
                <c:pt idx="17946">
                  <c:v>60316</c:v>
                </c:pt>
                <c:pt idx="17947">
                  <c:v>60317</c:v>
                </c:pt>
                <c:pt idx="17948">
                  <c:v>60318</c:v>
                </c:pt>
                <c:pt idx="17949">
                  <c:v>60319</c:v>
                </c:pt>
                <c:pt idx="17950">
                  <c:v>60320</c:v>
                </c:pt>
                <c:pt idx="17951">
                  <c:v>60321</c:v>
                </c:pt>
                <c:pt idx="17952">
                  <c:v>60322</c:v>
                </c:pt>
                <c:pt idx="17953">
                  <c:v>60323</c:v>
                </c:pt>
                <c:pt idx="17954">
                  <c:v>60324</c:v>
                </c:pt>
                <c:pt idx="17955">
                  <c:v>60325</c:v>
                </c:pt>
                <c:pt idx="17956">
                  <c:v>60326</c:v>
                </c:pt>
                <c:pt idx="17957">
                  <c:v>60327</c:v>
                </c:pt>
                <c:pt idx="17958">
                  <c:v>60328</c:v>
                </c:pt>
                <c:pt idx="17959">
                  <c:v>60329</c:v>
                </c:pt>
                <c:pt idx="17960">
                  <c:v>60330</c:v>
                </c:pt>
                <c:pt idx="17961">
                  <c:v>60331</c:v>
                </c:pt>
                <c:pt idx="17962">
                  <c:v>60332</c:v>
                </c:pt>
                <c:pt idx="17963">
                  <c:v>60333</c:v>
                </c:pt>
                <c:pt idx="17964">
                  <c:v>60334</c:v>
                </c:pt>
                <c:pt idx="17965">
                  <c:v>60335</c:v>
                </c:pt>
                <c:pt idx="17966">
                  <c:v>60336</c:v>
                </c:pt>
                <c:pt idx="17967">
                  <c:v>60337</c:v>
                </c:pt>
                <c:pt idx="17968">
                  <c:v>60338</c:v>
                </c:pt>
                <c:pt idx="17969">
                  <c:v>60339</c:v>
                </c:pt>
                <c:pt idx="17970">
                  <c:v>60340</c:v>
                </c:pt>
                <c:pt idx="17971">
                  <c:v>60341</c:v>
                </c:pt>
                <c:pt idx="17972">
                  <c:v>60342</c:v>
                </c:pt>
                <c:pt idx="17973">
                  <c:v>60343</c:v>
                </c:pt>
                <c:pt idx="17974">
                  <c:v>60344</c:v>
                </c:pt>
                <c:pt idx="17975">
                  <c:v>60345</c:v>
                </c:pt>
                <c:pt idx="17976">
                  <c:v>60346</c:v>
                </c:pt>
                <c:pt idx="17977">
                  <c:v>60347</c:v>
                </c:pt>
                <c:pt idx="17978">
                  <c:v>60348</c:v>
                </c:pt>
                <c:pt idx="17979">
                  <c:v>60349</c:v>
                </c:pt>
                <c:pt idx="17980">
                  <c:v>60350</c:v>
                </c:pt>
                <c:pt idx="17981">
                  <c:v>60351</c:v>
                </c:pt>
                <c:pt idx="17982">
                  <c:v>60352</c:v>
                </c:pt>
                <c:pt idx="17983">
                  <c:v>60353</c:v>
                </c:pt>
                <c:pt idx="17984">
                  <c:v>60354</c:v>
                </c:pt>
                <c:pt idx="17985">
                  <c:v>60355</c:v>
                </c:pt>
                <c:pt idx="17986">
                  <c:v>60356</c:v>
                </c:pt>
                <c:pt idx="17987">
                  <c:v>60357</c:v>
                </c:pt>
                <c:pt idx="17988">
                  <c:v>60358</c:v>
                </c:pt>
                <c:pt idx="17989">
                  <c:v>60359</c:v>
                </c:pt>
                <c:pt idx="17990">
                  <c:v>60360</c:v>
                </c:pt>
                <c:pt idx="17991">
                  <c:v>60361</c:v>
                </c:pt>
                <c:pt idx="17992">
                  <c:v>60362</c:v>
                </c:pt>
                <c:pt idx="17993">
                  <c:v>60363</c:v>
                </c:pt>
                <c:pt idx="17994">
                  <c:v>60364</c:v>
                </c:pt>
                <c:pt idx="17995">
                  <c:v>60365</c:v>
                </c:pt>
                <c:pt idx="17996">
                  <c:v>60366</c:v>
                </c:pt>
                <c:pt idx="17997">
                  <c:v>60367</c:v>
                </c:pt>
                <c:pt idx="17998">
                  <c:v>60368</c:v>
                </c:pt>
                <c:pt idx="17999">
                  <c:v>60369</c:v>
                </c:pt>
                <c:pt idx="18000">
                  <c:v>60370</c:v>
                </c:pt>
                <c:pt idx="18001">
                  <c:v>60371</c:v>
                </c:pt>
                <c:pt idx="18002">
                  <c:v>60372</c:v>
                </c:pt>
                <c:pt idx="18003">
                  <c:v>60373</c:v>
                </c:pt>
                <c:pt idx="18004">
                  <c:v>60374</c:v>
                </c:pt>
                <c:pt idx="18005">
                  <c:v>60375</c:v>
                </c:pt>
                <c:pt idx="18006">
                  <c:v>60376</c:v>
                </c:pt>
                <c:pt idx="18007">
                  <c:v>60377</c:v>
                </c:pt>
                <c:pt idx="18008">
                  <c:v>60378</c:v>
                </c:pt>
                <c:pt idx="18009">
                  <c:v>60379</c:v>
                </c:pt>
                <c:pt idx="18010">
                  <c:v>60380</c:v>
                </c:pt>
                <c:pt idx="18011">
                  <c:v>60381</c:v>
                </c:pt>
                <c:pt idx="18012">
                  <c:v>60382</c:v>
                </c:pt>
                <c:pt idx="18013">
                  <c:v>60383</c:v>
                </c:pt>
                <c:pt idx="18014">
                  <c:v>60384</c:v>
                </c:pt>
                <c:pt idx="18015">
                  <c:v>60385</c:v>
                </c:pt>
                <c:pt idx="18016">
                  <c:v>60386</c:v>
                </c:pt>
                <c:pt idx="18017">
                  <c:v>60387</c:v>
                </c:pt>
                <c:pt idx="18018">
                  <c:v>60388</c:v>
                </c:pt>
                <c:pt idx="18019">
                  <c:v>60389</c:v>
                </c:pt>
                <c:pt idx="18020">
                  <c:v>60390</c:v>
                </c:pt>
                <c:pt idx="18021">
                  <c:v>60391</c:v>
                </c:pt>
                <c:pt idx="18022">
                  <c:v>60392</c:v>
                </c:pt>
                <c:pt idx="18023">
                  <c:v>60393</c:v>
                </c:pt>
                <c:pt idx="18024">
                  <c:v>60394</c:v>
                </c:pt>
                <c:pt idx="18025">
                  <c:v>60395</c:v>
                </c:pt>
                <c:pt idx="18026">
                  <c:v>60396</c:v>
                </c:pt>
                <c:pt idx="18027">
                  <c:v>60397</c:v>
                </c:pt>
                <c:pt idx="18028">
                  <c:v>60398</c:v>
                </c:pt>
                <c:pt idx="18029">
                  <c:v>60399</c:v>
                </c:pt>
                <c:pt idx="18030">
                  <c:v>60400</c:v>
                </c:pt>
                <c:pt idx="18031">
                  <c:v>60401</c:v>
                </c:pt>
                <c:pt idx="18032">
                  <c:v>60402</c:v>
                </c:pt>
                <c:pt idx="18033">
                  <c:v>60403</c:v>
                </c:pt>
                <c:pt idx="18034">
                  <c:v>60404</c:v>
                </c:pt>
                <c:pt idx="18035">
                  <c:v>60405</c:v>
                </c:pt>
                <c:pt idx="18036">
                  <c:v>60406</c:v>
                </c:pt>
                <c:pt idx="18037">
                  <c:v>60407</c:v>
                </c:pt>
                <c:pt idx="18038">
                  <c:v>60408</c:v>
                </c:pt>
                <c:pt idx="18039">
                  <c:v>60409</c:v>
                </c:pt>
                <c:pt idx="18040">
                  <c:v>60410</c:v>
                </c:pt>
                <c:pt idx="18041">
                  <c:v>60411</c:v>
                </c:pt>
                <c:pt idx="18042">
                  <c:v>60412</c:v>
                </c:pt>
                <c:pt idx="18043">
                  <c:v>60413</c:v>
                </c:pt>
                <c:pt idx="18044">
                  <c:v>60414</c:v>
                </c:pt>
                <c:pt idx="18045">
                  <c:v>60415</c:v>
                </c:pt>
                <c:pt idx="18046">
                  <c:v>60416</c:v>
                </c:pt>
                <c:pt idx="18047">
                  <c:v>60417</c:v>
                </c:pt>
                <c:pt idx="18048">
                  <c:v>60418</c:v>
                </c:pt>
                <c:pt idx="18049">
                  <c:v>60419</c:v>
                </c:pt>
                <c:pt idx="18050">
                  <c:v>60420</c:v>
                </c:pt>
                <c:pt idx="18051">
                  <c:v>60421</c:v>
                </c:pt>
                <c:pt idx="18052">
                  <c:v>60422</c:v>
                </c:pt>
                <c:pt idx="18053">
                  <c:v>60423</c:v>
                </c:pt>
                <c:pt idx="18054">
                  <c:v>60424</c:v>
                </c:pt>
                <c:pt idx="18055">
                  <c:v>60425</c:v>
                </c:pt>
                <c:pt idx="18056">
                  <c:v>60426</c:v>
                </c:pt>
                <c:pt idx="18057">
                  <c:v>60427</c:v>
                </c:pt>
                <c:pt idx="18058">
                  <c:v>60428</c:v>
                </c:pt>
                <c:pt idx="18059">
                  <c:v>60429</c:v>
                </c:pt>
                <c:pt idx="18060">
                  <c:v>60430</c:v>
                </c:pt>
                <c:pt idx="18061">
                  <c:v>60431</c:v>
                </c:pt>
                <c:pt idx="18062">
                  <c:v>60432</c:v>
                </c:pt>
                <c:pt idx="18063">
                  <c:v>60433</c:v>
                </c:pt>
                <c:pt idx="18064">
                  <c:v>60434</c:v>
                </c:pt>
                <c:pt idx="18065">
                  <c:v>60435</c:v>
                </c:pt>
                <c:pt idx="18066">
                  <c:v>60436</c:v>
                </c:pt>
                <c:pt idx="18067">
                  <c:v>60437</c:v>
                </c:pt>
                <c:pt idx="18068">
                  <c:v>60438</c:v>
                </c:pt>
                <c:pt idx="18069">
                  <c:v>60439</c:v>
                </c:pt>
                <c:pt idx="18070">
                  <c:v>60440</c:v>
                </c:pt>
                <c:pt idx="18071">
                  <c:v>60441</c:v>
                </c:pt>
                <c:pt idx="18072">
                  <c:v>60442</c:v>
                </c:pt>
                <c:pt idx="18073">
                  <c:v>60443</c:v>
                </c:pt>
                <c:pt idx="18074">
                  <c:v>60444</c:v>
                </c:pt>
                <c:pt idx="18075">
                  <c:v>60445</c:v>
                </c:pt>
                <c:pt idx="18076">
                  <c:v>60446</c:v>
                </c:pt>
                <c:pt idx="18077">
                  <c:v>60447</c:v>
                </c:pt>
                <c:pt idx="18078">
                  <c:v>60448</c:v>
                </c:pt>
                <c:pt idx="18079">
                  <c:v>60449</c:v>
                </c:pt>
                <c:pt idx="18080">
                  <c:v>60450</c:v>
                </c:pt>
                <c:pt idx="18081">
                  <c:v>60451</c:v>
                </c:pt>
                <c:pt idx="18082">
                  <c:v>60452</c:v>
                </c:pt>
                <c:pt idx="18083">
                  <c:v>60453</c:v>
                </c:pt>
                <c:pt idx="18084">
                  <c:v>60454</c:v>
                </c:pt>
                <c:pt idx="18085">
                  <c:v>60455</c:v>
                </c:pt>
                <c:pt idx="18086">
                  <c:v>60456</c:v>
                </c:pt>
                <c:pt idx="18087">
                  <c:v>60457</c:v>
                </c:pt>
                <c:pt idx="18088">
                  <c:v>60458</c:v>
                </c:pt>
                <c:pt idx="18089">
                  <c:v>60459</c:v>
                </c:pt>
                <c:pt idx="18090">
                  <c:v>60460</c:v>
                </c:pt>
                <c:pt idx="18091">
                  <c:v>60461</c:v>
                </c:pt>
                <c:pt idx="18092">
                  <c:v>60462</c:v>
                </c:pt>
                <c:pt idx="18093">
                  <c:v>60463</c:v>
                </c:pt>
                <c:pt idx="18094">
                  <c:v>60464</c:v>
                </c:pt>
                <c:pt idx="18095">
                  <c:v>60465</c:v>
                </c:pt>
                <c:pt idx="18096">
                  <c:v>60466</c:v>
                </c:pt>
                <c:pt idx="18097">
                  <c:v>60467</c:v>
                </c:pt>
                <c:pt idx="18098">
                  <c:v>60468</c:v>
                </c:pt>
                <c:pt idx="18099">
                  <c:v>60469</c:v>
                </c:pt>
                <c:pt idx="18100">
                  <c:v>60470</c:v>
                </c:pt>
                <c:pt idx="18101">
                  <c:v>60471</c:v>
                </c:pt>
                <c:pt idx="18102">
                  <c:v>60472</c:v>
                </c:pt>
                <c:pt idx="18103">
                  <c:v>60473</c:v>
                </c:pt>
                <c:pt idx="18104">
                  <c:v>60474</c:v>
                </c:pt>
                <c:pt idx="18105">
                  <c:v>60475</c:v>
                </c:pt>
                <c:pt idx="18106">
                  <c:v>60476</c:v>
                </c:pt>
                <c:pt idx="18107">
                  <c:v>60477</c:v>
                </c:pt>
                <c:pt idx="18108">
                  <c:v>60478</c:v>
                </c:pt>
                <c:pt idx="18109">
                  <c:v>60479</c:v>
                </c:pt>
                <c:pt idx="18110">
                  <c:v>60480</c:v>
                </c:pt>
                <c:pt idx="18111">
                  <c:v>60481</c:v>
                </c:pt>
                <c:pt idx="18112">
                  <c:v>60482</c:v>
                </c:pt>
                <c:pt idx="18113">
                  <c:v>60483</c:v>
                </c:pt>
                <c:pt idx="18114">
                  <c:v>60484</c:v>
                </c:pt>
                <c:pt idx="18115">
                  <c:v>60485</c:v>
                </c:pt>
                <c:pt idx="18116">
                  <c:v>60486</c:v>
                </c:pt>
                <c:pt idx="18117">
                  <c:v>60487</c:v>
                </c:pt>
                <c:pt idx="18118">
                  <c:v>60488</c:v>
                </c:pt>
                <c:pt idx="18119">
                  <c:v>60489</c:v>
                </c:pt>
                <c:pt idx="18120">
                  <c:v>60490</c:v>
                </c:pt>
                <c:pt idx="18121">
                  <c:v>60491</c:v>
                </c:pt>
                <c:pt idx="18122">
                  <c:v>60492</c:v>
                </c:pt>
                <c:pt idx="18123">
                  <c:v>60493</c:v>
                </c:pt>
                <c:pt idx="18124">
                  <c:v>60494</c:v>
                </c:pt>
                <c:pt idx="18125">
                  <c:v>60495</c:v>
                </c:pt>
                <c:pt idx="18126">
                  <c:v>60496</c:v>
                </c:pt>
                <c:pt idx="18127">
                  <c:v>60497</c:v>
                </c:pt>
                <c:pt idx="18128">
                  <c:v>60498</c:v>
                </c:pt>
                <c:pt idx="18129">
                  <c:v>60499</c:v>
                </c:pt>
                <c:pt idx="18130">
                  <c:v>60500</c:v>
                </c:pt>
                <c:pt idx="18131">
                  <c:v>60501</c:v>
                </c:pt>
                <c:pt idx="18132">
                  <c:v>60502</c:v>
                </c:pt>
                <c:pt idx="18133">
                  <c:v>60503</c:v>
                </c:pt>
                <c:pt idx="18134">
                  <c:v>60504</c:v>
                </c:pt>
                <c:pt idx="18135">
                  <c:v>60505</c:v>
                </c:pt>
                <c:pt idx="18136">
                  <c:v>60506</c:v>
                </c:pt>
                <c:pt idx="18137">
                  <c:v>60507</c:v>
                </c:pt>
                <c:pt idx="18138">
                  <c:v>60508</c:v>
                </c:pt>
                <c:pt idx="18139">
                  <c:v>60509</c:v>
                </c:pt>
                <c:pt idx="18140">
                  <c:v>60510</c:v>
                </c:pt>
                <c:pt idx="18141">
                  <c:v>60511</c:v>
                </c:pt>
                <c:pt idx="18142">
                  <c:v>60512</c:v>
                </c:pt>
                <c:pt idx="18143">
                  <c:v>60513</c:v>
                </c:pt>
                <c:pt idx="18144">
                  <c:v>60514</c:v>
                </c:pt>
                <c:pt idx="18145">
                  <c:v>60515</c:v>
                </c:pt>
                <c:pt idx="18146">
                  <c:v>60516</c:v>
                </c:pt>
                <c:pt idx="18147">
                  <c:v>60517</c:v>
                </c:pt>
                <c:pt idx="18148">
                  <c:v>60518</c:v>
                </c:pt>
                <c:pt idx="18149">
                  <c:v>60519</c:v>
                </c:pt>
                <c:pt idx="18150">
                  <c:v>60520</c:v>
                </c:pt>
                <c:pt idx="18151">
                  <c:v>60521</c:v>
                </c:pt>
                <c:pt idx="18152">
                  <c:v>60522</c:v>
                </c:pt>
                <c:pt idx="18153">
                  <c:v>60523</c:v>
                </c:pt>
                <c:pt idx="18154">
                  <c:v>60524</c:v>
                </c:pt>
                <c:pt idx="18155">
                  <c:v>60525</c:v>
                </c:pt>
                <c:pt idx="18156">
                  <c:v>60526</c:v>
                </c:pt>
                <c:pt idx="18157">
                  <c:v>60527</c:v>
                </c:pt>
                <c:pt idx="18158">
                  <c:v>60528</c:v>
                </c:pt>
                <c:pt idx="18159">
                  <c:v>60529</c:v>
                </c:pt>
                <c:pt idx="18160">
                  <c:v>60530</c:v>
                </c:pt>
                <c:pt idx="18161">
                  <c:v>60531</c:v>
                </c:pt>
                <c:pt idx="18162">
                  <c:v>60532</c:v>
                </c:pt>
                <c:pt idx="18163">
                  <c:v>60533</c:v>
                </c:pt>
                <c:pt idx="18164">
                  <c:v>60534</c:v>
                </c:pt>
                <c:pt idx="18165">
                  <c:v>60535</c:v>
                </c:pt>
                <c:pt idx="18166">
                  <c:v>60536</c:v>
                </c:pt>
                <c:pt idx="18167">
                  <c:v>60537</c:v>
                </c:pt>
                <c:pt idx="18168">
                  <c:v>60538</c:v>
                </c:pt>
                <c:pt idx="18169">
                  <c:v>60539</c:v>
                </c:pt>
                <c:pt idx="18170">
                  <c:v>60540</c:v>
                </c:pt>
                <c:pt idx="18171">
                  <c:v>60541</c:v>
                </c:pt>
                <c:pt idx="18172">
                  <c:v>60542</c:v>
                </c:pt>
                <c:pt idx="18173">
                  <c:v>60543</c:v>
                </c:pt>
                <c:pt idx="18174">
                  <c:v>60544</c:v>
                </c:pt>
                <c:pt idx="18175">
                  <c:v>60545</c:v>
                </c:pt>
                <c:pt idx="18176">
                  <c:v>60546</c:v>
                </c:pt>
                <c:pt idx="18177">
                  <c:v>60547</c:v>
                </c:pt>
                <c:pt idx="18178">
                  <c:v>60548</c:v>
                </c:pt>
                <c:pt idx="18179">
                  <c:v>60549</c:v>
                </c:pt>
                <c:pt idx="18180">
                  <c:v>60550</c:v>
                </c:pt>
                <c:pt idx="18181">
                  <c:v>60551</c:v>
                </c:pt>
                <c:pt idx="18182">
                  <c:v>60552</c:v>
                </c:pt>
                <c:pt idx="18183">
                  <c:v>60553</c:v>
                </c:pt>
                <c:pt idx="18184">
                  <c:v>60554</c:v>
                </c:pt>
                <c:pt idx="18185">
                  <c:v>60555</c:v>
                </c:pt>
                <c:pt idx="18186">
                  <c:v>60556</c:v>
                </c:pt>
                <c:pt idx="18187">
                  <c:v>60557</c:v>
                </c:pt>
                <c:pt idx="18188">
                  <c:v>60558</c:v>
                </c:pt>
                <c:pt idx="18189">
                  <c:v>60559</c:v>
                </c:pt>
                <c:pt idx="18190">
                  <c:v>60560</c:v>
                </c:pt>
                <c:pt idx="18191">
                  <c:v>60561</c:v>
                </c:pt>
                <c:pt idx="18192">
                  <c:v>60562</c:v>
                </c:pt>
                <c:pt idx="18193">
                  <c:v>60563</c:v>
                </c:pt>
                <c:pt idx="18194">
                  <c:v>60564</c:v>
                </c:pt>
                <c:pt idx="18195">
                  <c:v>60565</c:v>
                </c:pt>
                <c:pt idx="18196">
                  <c:v>60566</c:v>
                </c:pt>
                <c:pt idx="18197">
                  <c:v>60567</c:v>
                </c:pt>
                <c:pt idx="18198">
                  <c:v>60568</c:v>
                </c:pt>
                <c:pt idx="18199">
                  <c:v>60569</c:v>
                </c:pt>
                <c:pt idx="18200">
                  <c:v>60570</c:v>
                </c:pt>
                <c:pt idx="18201">
                  <c:v>60571</c:v>
                </c:pt>
                <c:pt idx="18202">
                  <c:v>60572</c:v>
                </c:pt>
                <c:pt idx="18203">
                  <c:v>60573</c:v>
                </c:pt>
                <c:pt idx="18204">
                  <c:v>60574</c:v>
                </c:pt>
                <c:pt idx="18205">
                  <c:v>60575</c:v>
                </c:pt>
                <c:pt idx="18206">
                  <c:v>60576</c:v>
                </c:pt>
                <c:pt idx="18207">
                  <c:v>60577</c:v>
                </c:pt>
                <c:pt idx="18208">
                  <c:v>60578</c:v>
                </c:pt>
                <c:pt idx="18209">
                  <c:v>60579</c:v>
                </c:pt>
                <c:pt idx="18210">
                  <c:v>60580</c:v>
                </c:pt>
                <c:pt idx="18211">
                  <c:v>60581</c:v>
                </c:pt>
                <c:pt idx="18212">
                  <c:v>60582</c:v>
                </c:pt>
                <c:pt idx="18213">
                  <c:v>60583</c:v>
                </c:pt>
                <c:pt idx="18214">
                  <c:v>60584</c:v>
                </c:pt>
                <c:pt idx="18215">
                  <c:v>60585</c:v>
                </c:pt>
                <c:pt idx="18216">
                  <c:v>60586</c:v>
                </c:pt>
                <c:pt idx="18217">
                  <c:v>60587</c:v>
                </c:pt>
                <c:pt idx="18218">
                  <c:v>60588</c:v>
                </c:pt>
                <c:pt idx="18219">
                  <c:v>60589</c:v>
                </c:pt>
                <c:pt idx="18220">
                  <c:v>60590</c:v>
                </c:pt>
                <c:pt idx="18221">
                  <c:v>60591</c:v>
                </c:pt>
                <c:pt idx="18222">
                  <c:v>60592</c:v>
                </c:pt>
                <c:pt idx="18223">
                  <c:v>60593</c:v>
                </c:pt>
                <c:pt idx="18224">
                  <c:v>60594</c:v>
                </c:pt>
                <c:pt idx="18225">
                  <c:v>60595</c:v>
                </c:pt>
                <c:pt idx="18226">
                  <c:v>60596</c:v>
                </c:pt>
                <c:pt idx="18227">
                  <c:v>60597</c:v>
                </c:pt>
                <c:pt idx="18228">
                  <c:v>60598</c:v>
                </c:pt>
                <c:pt idx="18229">
                  <c:v>60599</c:v>
                </c:pt>
                <c:pt idx="18230">
                  <c:v>60600</c:v>
                </c:pt>
                <c:pt idx="18231">
                  <c:v>60601</c:v>
                </c:pt>
                <c:pt idx="18232">
                  <c:v>60602</c:v>
                </c:pt>
                <c:pt idx="18233">
                  <c:v>60603</c:v>
                </c:pt>
                <c:pt idx="18234">
                  <c:v>60604</c:v>
                </c:pt>
                <c:pt idx="18235">
                  <c:v>60605</c:v>
                </c:pt>
                <c:pt idx="18236">
                  <c:v>60606</c:v>
                </c:pt>
                <c:pt idx="18237">
                  <c:v>60607</c:v>
                </c:pt>
                <c:pt idx="18238">
                  <c:v>60608</c:v>
                </c:pt>
                <c:pt idx="18239">
                  <c:v>60609</c:v>
                </c:pt>
                <c:pt idx="18240">
                  <c:v>60610</c:v>
                </c:pt>
                <c:pt idx="18241">
                  <c:v>60611</c:v>
                </c:pt>
                <c:pt idx="18242">
                  <c:v>60612</c:v>
                </c:pt>
                <c:pt idx="18243">
                  <c:v>60613</c:v>
                </c:pt>
                <c:pt idx="18244">
                  <c:v>60614</c:v>
                </c:pt>
                <c:pt idx="18245">
                  <c:v>60615</c:v>
                </c:pt>
                <c:pt idx="18246">
                  <c:v>60616</c:v>
                </c:pt>
                <c:pt idx="18247">
                  <c:v>60617</c:v>
                </c:pt>
                <c:pt idx="18248">
                  <c:v>60618</c:v>
                </c:pt>
                <c:pt idx="18249">
                  <c:v>60619</c:v>
                </c:pt>
                <c:pt idx="18250">
                  <c:v>60620</c:v>
                </c:pt>
                <c:pt idx="18251">
                  <c:v>60621</c:v>
                </c:pt>
                <c:pt idx="18252">
                  <c:v>60622</c:v>
                </c:pt>
                <c:pt idx="18253">
                  <c:v>60623</c:v>
                </c:pt>
                <c:pt idx="18254">
                  <c:v>60624</c:v>
                </c:pt>
                <c:pt idx="18255">
                  <c:v>60625</c:v>
                </c:pt>
                <c:pt idx="18256">
                  <c:v>60626</c:v>
                </c:pt>
                <c:pt idx="18257">
                  <c:v>60627</c:v>
                </c:pt>
                <c:pt idx="18258">
                  <c:v>60628</c:v>
                </c:pt>
                <c:pt idx="18259">
                  <c:v>60629</c:v>
                </c:pt>
                <c:pt idx="18260">
                  <c:v>60630</c:v>
                </c:pt>
                <c:pt idx="18261">
                  <c:v>60631</c:v>
                </c:pt>
                <c:pt idx="18262">
                  <c:v>60632</c:v>
                </c:pt>
                <c:pt idx="18263">
                  <c:v>60633</c:v>
                </c:pt>
                <c:pt idx="18264">
                  <c:v>60634</c:v>
                </c:pt>
                <c:pt idx="18265">
                  <c:v>60635</c:v>
                </c:pt>
                <c:pt idx="18266">
                  <c:v>60636</c:v>
                </c:pt>
                <c:pt idx="18267">
                  <c:v>60637</c:v>
                </c:pt>
                <c:pt idx="18268">
                  <c:v>60638</c:v>
                </c:pt>
                <c:pt idx="18269">
                  <c:v>60639</c:v>
                </c:pt>
                <c:pt idx="18270">
                  <c:v>60640</c:v>
                </c:pt>
                <c:pt idx="18271">
                  <c:v>60641</c:v>
                </c:pt>
                <c:pt idx="18272">
                  <c:v>60642</c:v>
                </c:pt>
                <c:pt idx="18273">
                  <c:v>60643</c:v>
                </c:pt>
                <c:pt idx="18274">
                  <c:v>60644</c:v>
                </c:pt>
                <c:pt idx="18275">
                  <c:v>60645</c:v>
                </c:pt>
                <c:pt idx="18276">
                  <c:v>60646</c:v>
                </c:pt>
                <c:pt idx="18277">
                  <c:v>60647</c:v>
                </c:pt>
                <c:pt idx="18278">
                  <c:v>60648</c:v>
                </c:pt>
                <c:pt idx="18279">
                  <c:v>60649</c:v>
                </c:pt>
                <c:pt idx="18280">
                  <c:v>60650</c:v>
                </c:pt>
                <c:pt idx="18281">
                  <c:v>60651</c:v>
                </c:pt>
                <c:pt idx="18282">
                  <c:v>60652</c:v>
                </c:pt>
                <c:pt idx="18283">
                  <c:v>60653</c:v>
                </c:pt>
                <c:pt idx="18284">
                  <c:v>60654</c:v>
                </c:pt>
                <c:pt idx="18285">
                  <c:v>60655</c:v>
                </c:pt>
                <c:pt idx="18286">
                  <c:v>60656</c:v>
                </c:pt>
                <c:pt idx="18287">
                  <c:v>60657</c:v>
                </c:pt>
                <c:pt idx="18288">
                  <c:v>60658</c:v>
                </c:pt>
                <c:pt idx="18289">
                  <c:v>60659</c:v>
                </c:pt>
                <c:pt idx="18290">
                  <c:v>60660</c:v>
                </c:pt>
                <c:pt idx="18291">
                  <c:v>60661</c:v>
                </c:pt>
                <c:pt idx="18292">
                  <c:v>60662</c:v>
                </c:pt>
                <c:pt idx="18293">
                  <c:v>60663</c:v>
                </c:pt>
                <c:pt idx="18294">
                  <c:v>60664</c:v>
                </c:pt>
                <c:pt idx="18295">
                  <c:v>60665</c:v>
                </c:pt>
                <c:pt idx="18296">
                  <c:v>60666</c:v>
                </c:pt>
                <c:pt idx="18297">
                  <c:v>60667</c:v>
                </c:pt>
                <c:pt idx="18298">
                  <c:v>60668</c:v>
                </c:pt>
                <c:pt idx="18299">
                  <c:v>60669</c:v>
                </c:pt>
                <c:pt idx="18300">
                  <c:v>60670</c:v>
                </c:pt>
                <c:pt idx="18301">
                  <c:v>60671</c:v>
                </c:pt>
                <c:pt idx="18302">
                  <c:v>60672</c:v>
                </c:pt>
                <c:pt idx="18303">
                  <c:v>60673</c:v>
                </c:pt>
                <c:pt idx="18304">
                  <c:v>60674</c:v>
                </c:pt>
                <c:pt idx="18305">
                  <c:v>60675</c:v>
                </c:pt>
                <c:pt idx="18306">
                  <c:v>60676</c:v>
                </c:pt>
                <c:pt idx="18307">
                  <c:v>60677</c:v>
                </c:pt>
                <c:pt idx="18308">
                  <c:v>60678</c:v>
                </c:pt>
                <c:pt idx="18309">
                  <c:v>60679</c:v>
                </c:pt>
                <c:pt idx="18310">
                  <c:v>60680</c:v>
                </c:pt>
                <c:pt idx="18311">
                  <c:v>60681</c:v>
                </c:pt>
                <c:pt idx="18312">
                  <c:v>60682</c:v>
                </c:pt>
                <c:pt idx="18313">
                  <c:v>60683</c:v>
                </c:pt>
                <c:pt idx="18314">
                  <c:v>60684</c:v>
                </c:pt>
                <c:pt idx="18315">
                  <c:v>60685</c:v>
                </c:pt>
                <c:pt idx="18316">
                  <c:v>60686</c:v>
                </c:pt>
                <c:pt idx="18317">
                  <c:v>60687</c:v>
                </c:pt>
                <c:pt idx="18318">
                  <c:v>60688</c:v>
                </c:pt>
                <c:pt idx="18319">
                  <c:v>60689</c:v>
                </c:pt>
                <c:pt idx="18320">
                  <c:v>60690</c:v>
                </c:pt>
                <c:pt idx="18321">
                  <c:v>60691</c:v>
                </c:pt>
                <c:pt idx="18322">
                  <c:v>60692</c:v>
                </c:pt>
                <c:pt idx="18323">
                  <c:v>60693</c:v>
                </c:pt>
                <c:pt idx="18324">
                  <c:v>60694</c:v>
                </c:pt>
                <c:pt idx="18325">
                  <c:v>60695</c:v>
                </c:pt>
                <c:pt idx="18326">
                  <c:v>60696</c:v>
                </c:pt>
                <c:pt idx="18327">
                  <c:v>60697</c:v>
                </c:pt>
                <c:pt idx="18328">
                  <c:v>60698</c:v>
                </c:pt>
                <c:pt idx="18329">
                  <c:v>60699</c:v>
                </c:pt>
                <c:pt idx="18330">
                  <c:v>60700</c:v>
                </c:pt>
                <c:pt idx="18331">
                  <c:v>60701</c:v>
                </c:pt>
                <c:pt idx="18332">
                  <c:v>60702</c:v>
                </c:pt>
                <c:pt idx="18333">
                  <c:v>60703</c:v>
                </c:pt>
                <c:pt idx="18334">
                  <c:v>60704</c:v>
                </c:pt>
                <c:pt idx="18335">
                  <c:v>60705</c:v>
                </c:pt>
                <c:pt idx="18336">
                  <c:v>60706</c:v>
                </c:pt>
                <c:pt idx="18337">
                  <c:v>60707</c:v>
                </c:pt>
                <c:pt idx="18338">
                  <c:v>60708</c:v>
                </c:pt>
                <c:pt idx="18339">
                  <c:v>60709</c:v>
                </c:pt>
                <c:pt idx="18340">
                  <c:v>60710</c:v>
                </c:pt>
                <c:pt idx="18341">
                  <c:v>60711</c:v>
                </c:pt>
                <c:pt idx="18342">
                  <c:v>60712</c:v>
                </c:pt>
                <c:pt idx="18343">
                  <c:v>60713</c:v>
                </c:pt>
                <c:pt idx="18344">
                  <c:v>60714</c:v>
                </c:pt>
                <c:pt idx="18345">
                  <c:v>60715</c:v>
                </c:pt>
                <c:pt idx="18346">
                  <c:v>60716</c:v>
                </c:pt>
                <c:pt idx="18347">
                  <c:v>60717</c:v>
                </c:pt>
                <c:pt idx="18348">
                  <c:v>60718</c:v>
                </c:pt>
                <c:pt idx="18349">
                  <c:v>60719</c:v>
                </c:pt>
                <c:pt idx="18350">
                  <c:v>60720</c:v>
                </c:pt>
                <c:pt idx="18351">
                  <c:v>60721</c:v>
                </c:pt>
                <c:pt idx="18352">
                  <c:v>60722</c:v>
                </c:pt>
                <c:pt idx="18353">
                  <c:v>60723</c:v>
                </c:pt>
                <c:pt idx="18354">
                  <c:v>60724</c:v>
                </c:pt>
                <c:pt idx="18355">
                  <c:v>60725</c:v>
                </c:pt>
                <c:pt idx="18356">
                  <c:v>60726</c:v>
                </c:pt>
                <c:pt idx="18357">
                  <c:v>60727</c:v>
                </c:pt>
                <c:pt idx="18358">
                  <c:v>60728</c:v>
                </c:pt>
                <c:pt idx="18359">
                  <c:v>60729</c:v>
                </c:pt>
                <c:pt idx="18360">
                  <c:v>60730</c:v>
                </c:pt>
                <c:pt idx="18361">
                  <c:v>60731</c:v>
                </c:pt>
                <c:pt idx="18362">
                  <c:v>60732</c:v>
                </c:pt>
                <c:pt idx="18363">
                  <c:v>60733</c:v>
                </c:pt>
                <c:pt idx="18364">
                  <c:v>60734</c:v>
                </c:pt>
                <c:pt idx="18365">
                  <c:v>60735</c:v>
                </c:pt>
                <c:pt idx="18366">
                  <c:v>60736</c:v>
                </c:pt>
                <c:pt idx="18367">
                  <c:v>60737</c:v>
                </c:pt>
                <c:pt idx="18368">
                  <c:v>60738</c:v>
                </c:pt>
                <c:pt idx="18369">
                  <c:v>60739</c:v>
                </c:pt>
                <c:pt idx="18370">
                  <c:v>60740</c:v>
                </c:pt>
                <c:pt idx="18371">
                  <c:v>60741</c:v>
                </c:pt>
                <c:pt idx="18372">
                  <c:v>60742</c:v>
                </c:pt>
                <c:pt idx="18373">
                  <c:v>60743</c:v>
                </c:pt>
                <c:pt idx="18374">
                  <c:v>60744</c:v>
                </c:pt>
                <c:pt idx="18375">
                  <c:v>60745</c:v>
                </c:pt>
                <c:pt idx="18376">
                  <c:v>60746</c:v>
                </c:pt>
                <c:pt idx="18377">
                  <c:v>60747</c:v>
                </c:pt>
                <c:pt idx="18378">
                  <c:v>60748</c:v>
                </c:pt>
                <c:pt idx="18379">
                  <c:v>60749</c:v>
                </c:pt>
                <c:pt idx="18380">
                  <c:v>60750</c:v>
                </c:pt>
                <c:pt idx="18381">
                  <c:v>60751</c:v>
                </c:pt>
                <c:pt idx="18382">
                  <c:v>60752</c:v>
                </c:pt>
                <c:pt idx="18383">
                  <c:v>60753</c:v>
                </c:pt>
                <c:pt idx="18384">
                  <c:v>60754</c:v>
                </c:pt>
                <c:pt idx="18385">
                  <c:v>60755</c:v>
                </c:pt>
                <c:pt idx="18386">
                  <c:v>60756</c:v>
                </c:pt>
                <c:pt idx="18387">
                  <c:v>60757</c:v>
                </c:pt>
                <c:pt idx="18388">
                  <c:v>60758</c:v>
                </c:pt>
                <c:pt idx="18389">
                  <c:v>60759</c:v>
                </c:pt>
                <c:pt idx="18390">
                  <c:v>60760</c:v>
                </c:pt>
                <c:pt idx="18391">
                  <c:v>60761</c:v>
                </c:pt>
                <c:pt idx="18392">
                  <c:v>60762</c:v>
                </c:pt>
                <c:pt idx="18393">
                  <c:v>60763</c:v>
                </c:pt>
                <c:pt idx="18394">
                  <c:v>60764</c:v>
                </c:pt>
                <c:pt idx="18395">
                  <c:v>60765</c:v>
                </c:pt>
                <c:pt idx="18396">
                  <c:v>60766</c:v>
                </c:pt>
                <c:pt idx="18397">
                  <c:v>60767</c:v>
                </c:pt>
                <c:pt idx="18398">
                  <c:v>60768</c:v>
                </c:pt>
                <c:pt idx="18399">
                  <c:v>60769</c:v>
                </c:pt>
                <c:pt idx="18400">
                  <c:v>60770</c:v>
                </c:pt>
                <c:pt idx="18401">
                  <c:v>60771</c:v>
                </c:pt>
                <c:pt idx="18402">
                  <c:v>60772</c:v>
                </c:pt>
                <c:pt idx="18403">
                  <c:v>60773</c:v>
                </c:pt>
                <c:pt idx="18404">
                  <c:v>60774</c:v>
                </c:pt>
                <c:pt idx="18405">
                  <c:v>60775</c:v>
                </c:pt>
                <c:pt idx="18406">
                  <c:v>60776</c:v>
                </c:pt>
                <c:pt idx="18407">
                  <c:v>60777</c:v>
                </c:pt>
                <c:pt idx="18408">
                  <c:v>60778</c:v>
                </c:pt>
                <c:pt idx="18409">
                  <c:v>60779</c:v>
                </c:pt>
                <c:pt idx="18410">
                  <c:v>60780</c:v>
                </c:pt>
                <c:pt idx="18411">
                  <c:v>60781</c:v>
                </c:pt>
                <c:pt idx="18412">
                  <c:v>60782</c:v>
                </c:pt>
                <c:pt idx="18413">
                  <c:v>60783</c:v>
                </c:pt>
                <c:pt idx="18414">
                  <c:v>60784</c:v>
                </c:pt>
                <c:pt idx="18415">
                  <c:v>60785</c:v>
                </c:pt>
                <c:pt idx="18416">
                  <c:v>60786</c:v>
                </c:pt>
                <c:pt idx="18417">
                  <c:v>60787</c:v>
                </c:pt>
                <c:pt idx="18418">
                  <c:v>60788</c:v>
                </c:pt>
                <c:pt idx="18419">
                  <c:v>60789</c:v>
                </c:pt>
                <c:pt idx="18420">
                  <c:v>60790</c:v>
                </c:pt>
                <c:pt idx="18421">
                  <c:v>60791</c:v>
                </c:pt>
                <c:pt idx="18422">
                  <c:v>60792</c:v>
                </c:pt>
                <c:pt idx="18423">
                  <c:v>60793</c:v>
                </c:pt>
                <c:pt idx="18424">
                  <c:v>60794</c:v>
                </c:pt>
                <c:pt idx="18425">
                  <c:v>60795</c:v>
                </c:pt>
                <c:pt idx="18426">
                  <c:v>60796</c:v>
                </c:pt>
                <c:pt idx="18427">
                  <c:v>60797</c:v>
                </c:pt>
                <c:pt idx="18428">
                  <c:v>60798</c:v>
                </c:pt>
                <c:pt idx="18429">
                  <c:v>60799</c:v>
                </c:pt>
                <c:pt idx="18430">
                  <c:v>60800</c:v>
                </c:pt>
                <c:pt idx="18431">
                  <c:v>60801</c:v>
                </c:pt>
                <c:pt idx="18432">
                  <c:v>60802</c:v>
                </c:pt>
                <c:pt idx="18433">
                  <c:v>60803</c:v>
                </c:pt>
                <c:pt idx="18434">
                  <c:v>60804</c:v>
                </c:pt>
                <c:pt idx="18435">
                  <c:v>60805</c:v>
                </c:pt>
                <c:pt idx="18436">
                  <c:v>60806</c:v>
                </c:pt>
                <c:pt idx="18437">
                  <c:v>60807</c:v>
                </c:pt>
                <c:pt idx="18438">
                  <c:v>60808</c:v>
                </c:pt>
                <c:pt idx="18439">
                  <c:v>60809</c:v>
                </c:pt>
                <c:pt idx="18440">
                  <c:v>60810</c:v>
                </c:pt>
                <c:pt idx="18441">
                  <c:v>60811</c:v>
                </c:pt>
                <c:pt idx="18442">
                  <c:v>60812</c:v>
                </c:pt>
                <c:pt idx="18443">
                  <c:v>60813</c:v>
                </c:pt>
                <c:pt idx="18444">
                  <c:v>60814</c:v>
                </c:pt>
                <c:pt idx="18445">
                  <c:v>60815</c:v>
                </c:pt>
                <c:pt idx="18446">
                  <c:v>60816</c:v>
                </c:pt>
                <c:pt idx="18447">
                  <c:v>60817</c:v>
                </c:pt>
                <c:pt idx="18448">
                  <c:v>60818</c:v>
                </c:pt>
                <c:pt idx="18449">
                  <c:v>60819</c:v>
                </c:pt>
                <c:pt idx="18450">
                  <c:v>60820</c:v>
                </c:pt>
                <c:pt idx="18451">
                  <c:v>60821</c:v>
                </c:pt>
                <c:pt idx="18452">
                  <c:v>60822</c:v>
                </c:pt>
                <c:pt idx="18453">
                  <c:v>60823</c:v>
                </c:pt>
                <c:pt idx="18454">
                  <c:v>60824</c:v>
                </c:pt>
                <c:pt idx="18455">
                  <c:v>60825</c:v>
                </c:pt>
                <c:pt idx="18456">
                  <c:v>60826</c:v>
                </c:pt>
                <c:pt idx="18457">
                  <c:v>60827</c:v>
                </c:pt>
                <c:pt idx="18458">
                  <c:v>60828</c:v>
                </c:pt>
                <c:pt idx="18459">
                  <c:v>60829</c:v>
                </c:pt>
                <c:pt idx="18460">
                  <c:v>60830</c:v>
                </c:pt>
                <c:pt idx="18461">
                  <c:v>60831</c:v>
                </c:pt>
                <c:pt idx="18462">
                  <c:v>60832</c:v>
                </c:pt>
                <c:pt idx="18463">
                  <c:v>60833</c:v>
                </c:pt>
                <c:pt idx="18464">
                  <c:v>60834</c:v>
                </c:pt>
                <c:pt idx="18465">
                  <c:v>60835</c:v>
                </c:pt>
                <c:pt idx="18466">
                  <c:v>60836</c:v>
                </c:pt>
                <c:pt idx="18467">
                  <c:v>60837</c:v>
                </c:pt>
                <c:pt idx="18468">
                  <c:v>60838</c:v>
                </c:pt>
                <c:pt idx="18469">
                  <c:v>60839</c:v>
                </c:pt>
                <c:pt idx="18470">
                  <c:v>60840</c:v>
                </c:pt>
                <c:pt idx="18471">
                  <c:v>60841</c:v>
                </c:pt>
                <c:pt idx="18472">
                  <c:v>60842</c:v>
                </c:pt>
                <c:pt idx="18473">
                  <c:v>60843</c:v>
                </c:pt>
                <c:pt idx="18474">
                  <c:v>60844</c:v>
                </c:pt>
                <c:pt idx="18475">
                  <c:v>60845</c:v>
                </c:pt>
                <c:pt idx="18476">
                  <c:v>60846</c:v>
                </c:pt>
                <c:pt idx="18477">
                  <c:v>60847</c:v>
                </c:pt>
                <c:pt idx="18478">
                  <c:v>60848</c:v>
                </c:pt>
                <c:pt idx="18479">
                  <c:v>60849</c:v>
                </c:pt>
                <c:pt idx="18480">
                  <c:v>60850</c:v>
                </c:pt>
                <c:pt idx="18481">
                  <c:v>60851</c:v>
                </c:pt>
                <c:pt idx="18482">
                  <c:v>60852</c:v>
                </c:pt>
                <c:pt idx="18483">
                  <c:v>60853</c:v>
                </c:pt>
                <c:pt idx="18484">
                  <c:v>60854</c:v>
                </c:pt>
                <c:pt idx="18485">
                  <c:v>60855</c:v>
                </c:pt>
                <c:pt idx="18486">
                  <c:v>60856</c:v>
                </c:pt>
                <c:pt idx="18487">
                  <c:v>60857</c:v>
                </c:pt>
                <c:pt idx="18488">
                  <c:v>60858</c:v>
                </c:pt>
                <c:pt idx="18489">
                  <c:v>60859</c:v>
                </c:pt>
                <c:pt idx="18490">
                  <c:v>60860</c:v>
                </c:pt>
                <c:pt idx="18491">
                  <c:v>60861</c:v>
                </c:pt>
                <c:pt idx="18492">
                  <c:v>60862</c:v>
                </c:pt>
                <c:pt idx="18493">
                  <c:v>60863</c:v>
                </c:pt>
                <c:pt idx="18494">
                  <c:v>60864</c:v>
                </c:pt>
                <c:pt idx="18495">
                  <c:v>60865</c:v>
                </c:pt>
                <c:pt idx="18496">
                  <c:v>60866</c:v>
                </c:pt>
                <c:pt idx="18497">
                  <c:v>60867</c:v>
                </c:pt>
                <c:pt idx="18498">
                  <c:v>60868</c:v>
                </c:pt>
                <c:pt idx="18499">
                  <c:v>60869</c:v>
                </c:pt>
                <c:pt idx="18500">
                  <c:v>60870</c:v>
                </c:pt>
                <c:pt idx="18501">
                  <c:v>60871</c:v>
                </c:pt>
                <c:pt idx="18502">
                  <c:v>60872</c:v>
                </c:pt>
                <c:pt idx="18503">
                  <c:v>60873</c:v>
                </c:pt>
                <c:pt idx="18504">
                  <c:v>60874</c:v>
                </c:pt>
                <c:pt idx="18505">
                  <c:v>60875</c:v>
                </c:pt>
                <c:pt idx="18506">
                  <c:v>60876</c:v>
                </c:pt>
                <c:pt idx="18507">
                  <c:v>60877</c:v>
                </c:pt>
                <c:pt idx="18508">
                  <c:v>60878</c:v>
                </c:pt>
                <c:pt idx="18509">
                  <c:v>60879</c:v>
                </c:pt>
                <c:pt idx="18510">
                  <c:v>60880</c:v>
                </c:pt>
                <c:pt idx="18511">
                  <c:v>60881</c:v>
                </c:pt>
                <c:pt idx="18512">
                  <c:v>60882</c:v>
                </c:pt>
                <c:pt idx="18513">
                  <c:v>60883</c:v>
                </c:pt>
                <c:pt idx="18514">
                  <c:v>60884</c:v>
                </c:pt>
                <c:pt idx="18515">
                  <c:v>60885</c:v>
                </c:pt>
                <c:pt idx="18516">
                  <c:v>60886</c:v>
                </c:pt>
                <c:pt idx="18517">
                  <c:v>60887</c:v>
                </c:pt>
                <c:pt idx="18518">
                  <c:v>60888</c:v>
                </c:pt>
                <c:pt idx="18519">
                  <c:v>60889</c:v>
                </c:pt>
                <c:pt idx="18520">
                  <c:v>60890</c:v>
                </c:pt>
                <c:pt idx="18521">
                  <c:v>60891</c:v>
                </c:pt>
                <c:pt idx="18522">
                  <c:v>60892</c:v>
                </c:pt>
                <c:pt idx="18523">
                  <c:v>60893</c:v>
                </c:pt>
                <c:pt idx="18524">
                  <c:v>60894</c:v>
                </c:pt>
                <c:pt idx="18525">
                  <c:v>60895</c:v>
                </c:pt>
                <c:pt idx="18526">
                  <c:v>60896</c:v>
                </c:pt>
                <c:pt idx="18527">
                  <c:v>60897</c:v>
                </c:pt>
                <c:pt idx="18528">
                  <c:v>60898</c:v>
                </c:pt>
                <c:pt idx="18529">
                  <c:v>60899</c:v>
                </c:pt>
                <c:pt idx="18530">
                  <c:v>60900</c:v>
                </c:pt>
                <c:pt idx="18531">
                  <c:v>60901</c:v>
                </c:pt>
                <c:pt idx="18532">
                  <c:v>60902</c:v>
                </c:pt>
                <c:pt idx="18533">
                  <c:v>60903</c:v>
                </c:pt>
                <c:pt idx="18534">
                  <c:v>60904</c:v>
                </c:pt>
                <c:pt idx="18535">
                  <c:v>60905</c:v>
                </c:pt>
                <c:pt idx="18536">
                  <c:v>60906</c:v>
                </c:pt>
                <c:pt idx="18537">
                  <c:v>60907</c:v>
                </c:pt>
                <c:pt idx="18538">
                  <c:v>60908</c:v>
                </c:pt>
                <c:pt idx="18539">
                  <c:v>60909</c:v>
                </c:pt>
                <c:pt idx="18540">
                  <c:v>60910</c:v>
                </c:pt>
                <c:pt idx="18541">
                  <c:v>60911</c:v>
                </c:pt>
                <c:pt idx="18542">
                  <c:v>60912</c:v>
                </c:pt>
                <c:pt idx="18543">
                  <c:v>60913</c:v>
                </c:pt>
                <c:pt idx="18544">
                  <c:v>60914</c:v>
                </c:pt>
                <c:pt idx="18545">
                  <c:v>60915</c:v>
                </c:pt>
                <c:pt idx="18546">
                  <c:v>60916</c:v>
                </c:pt>
                <c:pt idx="18547">
                  <c:v>60917</c:v>
                </c:pt>
                <c:pt idx="18548">
                  <c:v>60918</c:v>
                </c:pt>
                <c:pt idx="18549">
                  <c:v>60919</c:v>
                </c:pt>
                <c:pt idx="18550">
                  <c:v>60920</c:v>
                </c:pt>
                <c:pt idx="18551">
                  <c:v>60921</c:v>
                </c:pt>
                <c:pt idx="18552">
                  <c:v>60922</c:v>
                </c:pt>
                <c:pt idx="18553">
                  <c:v>60923</c:v>
                </c:pt>
                <c:pt idx="18554">
                  <c:v>60924</c:v>
                </c:pt>
                <c:pt idx="18555">
                  <c:v>60925</c:v>
                </c:pt>
                <c:pt idx="18556">
                  <c:v>60926</c:v>
                </c:pt>
                <c:pt idx="18557">
                  <c:v>60927</c:v>
                </c:pt>
                <c:pt idx="18558">
                  <c:v>60928</c:v>
                </c:pt>
                <c:pt idx="18559">
                  <c:v>60929</c:v>
                </c:pt>
                <c:pt idx="18560">
                  <c:v>60930</c:v>
                </c:pt>
                <c:pt idx="18561">
                  <c:v>60931</c:v>
                </c:pt>
                <c:pt idx="18562">
                  <c:v>60932</c:v>
                </c:pt>
                <c:pt idx="18563">
                  <c:v>60933</c:v>
                </c:pt>
                <c:pt idx="18564">
                  <c:v>60934</c:v>
                </c:pt>
                <c:pt idx="18565">
                  <c:v>60935</c:v>
                </c:pt>
                <c:pt idx="18566">
                  <c:v>60936</c:v>
                </c:pt>
                <c:pt idx="18567">
                  <c:v>60937</c:v>
                </c:pt>
                <c:pt idx="18568">
                  <c:v>60938</c:v>
                </c:pt>
                <c:pt idx="18569">
                  <c:v>60939</c:v>
                </c:pt>
                <c:pt idx="18570">
                  <c:v>60940</c:v>
                </c:pt>
                <c:pt idx="18571">
                  <c:v>60941</c:v>
                </c:pt>
                <c:pt idx="18572">
                  <c:v>60942</c:v>
                </c:pt>
                <c:pt idx="18573">
                  <c:v>60943</c:v>
                </c:pt>
                <c:pt idx="18574">
                  <c:v>60944</c:v>
                </c:pt>
                <c:pt idx="18575">
                  <c:v>60945</c:v>
                </c:pt>
                <c:pt idx="18576">
                  <c:v>60946</c:v>
                </c:pt>
                <c:pt idx="18577">
                  <c:v>60947</c:v>
                </c:pt>
                <c:pt idx="18578">
                  <c:v>60948</c:v>
                </c:pt>
                <c:pt idx="18579">
                  <c:v>60949</c:v>
                </c:pt>
                <c:pt idx="18580">
                  <c:v>60950</c:v>
                </c:pt>
                <c:pt idx="18581">
                  <c:v>60951</c:v>
                </c:pt>
                <c:pt idx="18582">
                  <c:v>60952</c:v>
                </c:pt>
                <c:pt idx="18583">
                  <c:v>60953</c:v>
                </c:pt>
                <c:pt idx="18584">
                  <c:v>60954</c:v>
                </c:pt>
                <c:pt idx="18585">
                  <c:v>60955</c:v>
                </c:pt>
                <c:pt idx="18586">
                  <c:v>60956</c:v>
                </c:pt>
                <c:pt idx="18587">
                  <c:v>60957</c:v>
                </c:pt>
                <c:pt idx="18588">
                  <c:v>60958</c:v>
                </c:pt>
                <c:pt idx="18589">
                  <c:v>60959</c:v>
                </c:pt>
                <c:pt idx="18590">
                  <c:v>60960</c:v>
                </c:pt>
                <c:pt idx="18591">
                  <c:v>60961</c:v>
                </c:pt>
                <c:pt idx="18592">
                  <c:v>60962</c:v>
                </c:pt>
                <c:pt idx="18593">
                  <c:v>60963</c:v>
                </c:pt>
                <c:pt idx="18594">
                  <c:v>60964</c:v>
                </c:pt>
                <c:pt idx="18595">
                  <c:v>60965</c:v>
                </c:pt>
                <c:pt idx="18596">
                  <c:v>60966</c:v>
                </c:pt>
                <c:pt idx="18597">
                  <c:v>60967</c:v>
                </c:pt>
                <c:pt idx="18598">
                  <c:v>60968</c:v>
                </c:pt>
                <c:pt idx="18599">
                  <c:v>60969</c:v>
                </c:pt>
                <c:pt idx="18600">
                  <c:v>60970</c:v>
                </c:pt>
                <c:pt idx="18601">
                  <c:v>60971</c:v>
                </c:pt>
                <c:pt idx="18602">
                  <c:v>60972</c:v>
                </c:pt>
                <c:pt idx="18603">
                  <c:v>60973</c:v>
                </c:pt>
                <c:pt idx="18604">
                  <c:v>60974</c:v>
                </c:pt>
                <c:pt idx="18605">
                  <c:v>60975</c:v>
                </c:pt>
                <c:pt idx="18606">
                  <c:v>60976</c:v>
                </c:pt>
                <c:pt idx="18607">
                  <c:v>60977</c:v>
                </c:pt>
                <c:pt idx="18608">
                  <c:v>60978</c:v>
                </c:pt>
                <c:pt idx="18609">
                  <c:v>60979</c:v>
                </c:pt>
                <c:pt idx="18610">
                  <c:v>60980</c:v>
                </c:pt>
                <c:pt idx="18611">
                  <c:v>60981</c:v>
                </c:pt>
                <c:pt idx="18612">
                  <c:v>60982</c:v>
                </c:pt>
                <c:pt idx="18613">
                  <c:v>60983</c:v>
                </c:pt>
                <c:pt idx="18614">
                  <c:v>60984</c:v>
                </c:pt>
                <c:pt idx="18615">
                  <c:v>60985</c:v>
                </c:pt>
                <c:pt idx="18616">
                  <c:v>60986</c:v>
                </c:pt>
                <c:pt idx="18617">
                  <c:v>60987</c:v>
                </c:pt>
                <c:pt idx="18618">
                  <c:v>60988</c:v>
                </c:pt>
                <c:pt idx="18619">
                  <c:v>60989</c:v>
                </c:pt>
                <c:pt idx="18620">
                  <c:v>60990</c:v>
                </c:pt>
                <c:pt idx="18621">
                  <c:v>60991</c:v>
                </c:pt>
                <c:pt idx="18622">
                  <c:v>60992</c:v>
                </c:pt>
                <c:pt idx="18623">
                  <c:v>60993</c:v>
                </c:pt>
                <c:pt idx="18624">
                  <c:v>60994</c:v>
                </c:pt>
                <c:pt idx="18625">
                  <c:v>60995</c:v>
                </c:pt>
                <c:pt idx="18626">
                  <c:v>60996</c:v>
                </c:pt>
                <c:pt idx="18627">
                  <c:v>60997</c:v>
                </c:pt>
                <c:pt idx="18628">
                  <c:v>60998</c:v>
                </c:pt>
                <c:pt idx="18629">
                  <c:v>60999</c:v>
                </c:pt>
                <c:pt idx="18630">
                  <c:v>61000</c:v>
                </c:pt>
                <c:pt idx="18631">
                  <c:v>61001</c:v>
                </c:pt>
                <c:pt idx="18632">
                  <c:v>61002</c:v>
                </c:pt>
                <c:pt idx="18633">
                  <c:v>61003</c:v>
                </c:pt>
                <c:pt idx="18634">
                  <c:v>61004</c:v>
                </c:pt>
                <c:pt idx="18635">
                  <c:v>61005</c:v>
                </c:pt>
                <c:pt idx="18636">
                  <c:v>61006</c:v>
                </c:pt>
                <c:pt idx="18637">
                  <c:v>61007</c:v>
                </c:pt>
                <c:pt idx="18638">
                  <c:v>61008</c:v>
                </c:pt>
                <c:pt idx="18639">
                  <c:v>61009</c:v>
                </c:pt>
                <c:pt idx="18640">
                  <c:v>61010</c:v>
                </c:pt>
                <c:pt idx="18641">
                  <c:v>61011</c:v>
                </c:pt>
                <c:pt idx="18642">
                  <c:v>61012</c:v>
                </c:pt>
                <c:pt idx="18643">
                  <c:v>61013</c:v>
                </c:pt>
                <c:pt idx="18644">
                  <c:v>61014</c:v>
                </c:pt>
                <c:pt idx="18645">
                  <c:v>61015</c:v>
                </c:pt>
                <c:pt idx="18646">
                  <c:v>61016</c:v>
                </c:pt>
                <c:pt idx="18647">
                  <c:v>61017</c:v>
                </c:pt>
                <c:pt idx="18648">
                  <c:v>61018</c:v>
                </c:pt>
                <c:pt idx="18649">
                  <c:v>61019</c:v>
                </c:pt>
                <c:pt idx="18650">
                  <c:v>61020</c:v>
                </c:pt>
                <c:pt idx="18651">
                  <c:v>61021</c:v>
                </c:pt>
                <c:pt idx="18652">
                  <c:v>61022</c:v>
                </c:pt>
                <c:pt idx="18653">
                  <c:v>61023</c:v>
                </c:pt>
                <c:pt idx="18654">
                  <c:v>61024</c:v>
                </c:pt>
                <c:pt idx="18655">
                  <c:v>61025</c:v>
                </c:pt>
                <c:pt idx="18656">
                  <c:v>61026</c:v>
                </c:pt>
                <c:pt idx="18657">
                  <c:v>61027</c:v>
                </c:pt>
                <c:pt idx="18658">
                  <c:v>61028</c:v>
                </c:pt>
                <c:pt idx="18659">
                  <c:v>61029</c:v>
                </c:pt>
                <c:pt idx="18660">
                  <c:v>61030</c:v>
                </c:pt>
                <c:pt idx="18661">
                  <c:v>61031</c:v>
                </c:pt>
                <c:pt idx="18662">
                  <c:v>61032</c:v>
                </c:pt>
                <c:pt idx="18663">
                  <c:v>61033</c:v>
                </c:pt>
                <c:pt idx="18664">
                  <c:v>61034</c:v>
                </c:pt>
                <c:pt idx="18665">
                  <c:v>61035</c:v>
                </c:pt>
                <c:pt idx="18666">
                  <c:v>61036</c:v>
                </c:pt>
                <c:pt idx="18667">
                  <c:v>61037</c:v>
                </c:pt>
                <c:pt idx="18668">
                  <c:v>61038</c:v>
                </c:pt>
                <c:pt idx="18669">
                  <c:v>61039</c:v>
                </c:pt>
                <c:pt idx="18670">
                  <c:v>61040</c:v>
                </c:pt>
                <c:pt idx="18671">
                  <c:v>61041</c:v>
                </c:pt>
                <c:pt idx="18672">
                  <c:v>61042</c:v>
                </c:pt>
                <c:pt idx="18673">
                  <c:v>61043</c:v>
                </c:pt>
                <c:pt idx="18674">
                  <c:v>61044</c:v>
                </c:pt>
                <c:pt idx="18675">
                  <c:v>61045</c:v>
                </c:pt>
                <c:pt idx="18676">
                  <c:v>61046</c:v>
                </c:pt>
                <c:pt idx="18677">
                  <c:v>61047</c:v>
                </c:pt>
                <c:pt idx="18678">
                  <c:v>61048</c:v>
                </c:pt>
                <c:pt idx="18679">
                  <c:v>61049</c:v>
                </c:pt>
                <c:pt idx="18680">
                  <c:v>61050</c:v>
                </c:pt>
                <c:pt idx="18681">
                  <c:v>61051</c:v>
                </c:pt>
                <c:pt idx="18682">
                  <c:v>61052</c:v>
                </c:pt>
                <c:pt idx="18683">
                  <c:v>61053</c:v>
                </c:pt>
                <c:pt idx="18684">
                  <c:v>61054</c:v>
                </c:pt>
                <c:pt idx="18685">
                  <c:v>61055</c:v>
                </c:pt>
                <c:pt idx="18686">
                  <c:v>61056</c:v>
                </c:pt>
                <c:pt idx="18687">
                  <c:v>61057</c:v>
                </c:pt>
                <c:pt idx="18688">
                  <c:v>61058</c:v>
                </c:pt>
                <c:pt idx="18689">
                  <c:v>61059</c:v>
                </c:pt>
                <c:pt idx="18690">
                  <c:v>61060</c:v>
                </c:pt>
                <c:pt idx="18691">
                  <c:v>61061</c:v>
                </c:pt>
                <c:pt idx="18692">
                  <c:v>61062</c:v>
                </c:pt>
                <c:pt idx="18693">
                  <c:v>61063</c:v>
                </c:pt>
                <c:pt idx="18694">
                  <c:v>61064</c:v>
                </c:pt>
                <c:pt idx="18695">
                  <c:v>61065</c:v>
                </c:pt>
                <c:pt idx="18696">
                  <c:v>61066</c:v>
                </c:pt>
                <c:pt idx="18697">
                  <c:v>61067</c:v>
                </c:pt>
                <c:pt idx="18698">
                  <c:v>61068</c:v>
                </c:pt>
                <c:pt idx="18699">
                  <c:v>61069</c:v>
                </c:pt>
                <c:pt idx="18700">
                  <c:v>61070</c:v>
                </c:pt>
                <c:pt idx="18701">
                  <c:v>61071</c:v>
                </c:pt>
                <c:pt idx="18702">
                  <c:v>61072</c:v>
                </c:pt>
                <c:pt idx="18703">
                  <c:v>61073</c:v>
                </c:pt>
                <c:pt idx="18704">
                  <c:v>61074</c:v>
                </c:pt>
                <c:pt idx="18705">
                  <c:v>61075</c:v>
                </c:pt>
                <c:pt idx="18706">
                  <c:v>61076</c:v>
                </c:pt>
                <c:pt idx="18707">
                  <c:v>61077</c:v>
                </c:pt>
                <c:pt idx="18708">
                  <c:v>61078</c:v>
                </c:pt>
                <c:pt idx="18709">
                  <c:v>61079</c:v>
                </c:pt>
                <c:pt idx="18710">
                  <c:v>61080</c:v>
                </c:pt>
                <c:pt idx="18711">
                  <c:v>61081</c:v>
                </c:pt>
                <c:pt idx="18712">
                  <c:v>61082</c:v>
                </c:pt>
                <c:pt idx="18713">
                  <c:v>61083</c:v>
                </c:pt>
                <c:pt idx="18714">
                  <c:v>61084</c:v>
                </c:pt>
                <c:pt idx="18715">
                  <c:v>61085</c:v>
                </c:pt>
                <c:pt idx="18716">
                  <c:v>61086</c:v>
                </c:pt>
                <c:pt idx="18717">
                  <c:v>61087</c:v>
                </c:pt>
                <c:pt idx="18718">
                  <c:v>61088</c:v>
                </c:pt>
                <c:pt idx="18719">
                  <c:v>61089</c:v>
                </c:pt>
                <c:pt idx="18720">
                  <c:v>61090</c:v>
                </c:pt>
                <c:pt idx="18721">
                  <c:v>61091</c:v>
                </c:pt>
                <c:pt idx="18722">
                  <c:v>61092</c:v>
                </c:pt>
                <c:pt idx="18723">
                  <c:v>61093</c:v>
                </c:pt>
                <c:pt idx="18724">
                  <c:v>61094</c:v>
                </c:pt>
                <c:pt idx="18725">
                  <c:v>61095</c:v>
                </c:pt>
                <c:pt idx="18726">
                  <c:v>61096</c:v>
                </c:pt>
                <c:pt idx="18727">
                  <c:v>61097</c:v>
                </c:pt>
                <c:pt idx="18728">
                  <c:v>61098</c:v>
                </c:pt>
                <c:pt idx="18729">
                  <c:v>61099</c:v>
                </c:pt>
                <c:pt idx="18730">
                  <c:v>61100</c:v>
                </c:pt>
                <c:pt idx="18731">
                  <c:v>61101</c:v>
                </c:pt>
                <c:pt idx="18732">
                  <c:v>61102</c:v>
                </c:pt>
                <c:pt idx="18733">
                  <c:v>61103</c:v>
                </c:pt>
                <c:pt idx="18734">
                  <c:v>61104</c:v>
                </c:pt>
                <c:pt idx="18735">
                  <c:v>61105</c:v>
                </c:pt>
                <c:pt idx="18736">
                  <c:v>61106</c:v>
                </c:pt>
                <c:pt idx="18737">
                  <c:v>61107</c:v>
                </c:pt>
                <c:pt idx="18738">
                  <c:v>61108</c:v>
                </c:pt>
                <c:pt idx="18739">
                  <c:v>61109</c:v>
                </c:pt>
                <c:pt idx="18740">
                  <c:v>61110</c:v>
                </c:pt>
                <c:pt idx="18741">
                  <c:v>61111</c:v>
                </c:pt>
                <c:pt idx="18742">
                  <c:v>61112</c:v>
                </c:pt>
                <c:pt idx="18743">
                  <c:v>61113</c:v>
                </c:pt>
                <c:pt idx="18744">
                  <c:v>61114</c:v>
                </c:pt>
                <c:pt idx="18745">
                  <c:v>61115</c:v>
                </c:pt>
                <c:pt idx="18746">
                  <c:v>61116</c:v>
                </c:pt>
                <c:pt idx="18747">
                  <c:v>61117</c:v>
                </c:pt>
                <c:pt idx="18748">
                  <c:v>61118</c:v>
                </c:pt>
                <c:pt idx="18749">
                  <c:v>61119</c:v>
                </c:pt>
                <c:pt idx="18750">
                  <c:v>61120</c:v>
                </c:pt>
                <c:pt idx="18751">
                  <c:v>61121</c:v>
                </c:pt>
                <c:pt idx="18752">
                  <c:v>61122</c:v>
                </c:pt>
                <c:pt idx="18753">
                  <c:v>61123</c:v>
                </c:pt>
                <c:pt idx="18754">
                  <c:v>61124</c:v>
                </c:pt>
                <c:pt idx="18755">
                  <c:v>61125</c:v>
                </c:pt>
                <c:pt idx="18756">
                  <c:v>61126</c:v>
                </c:pt>
                <c:pt idx="18757">
                  <c:v>61127</c:v>
                </c:pt>
                <c:pt idx="18758">
                  <c:v>61128</c:v>
                </c:pt>
                <c:pt idx="18759">
                  <c:v>61129</c:v>
                </c:pt>
                <c:pt idx="18760">
                  <c:v>61130</c:v>
                </c:pt>
                <c:pt idx="18761">
                  <c:v>61131</c:v>
                </c:pt>
                <c:pt idx="18762">
                  <c:v>61132</c:v>
                </c:pt>
                <c:pt idx="18763">
                  <c:v>61133</c:v>
                </c:pt>
                <c:pt idx="18764">
                  <c:v>61134</c:v>
                </c:pt>
                <c:pt idx="18765">
                  <c:v>61135</c:v>
                </c:pt>
                <c:pt idx="18766">
                  <c:v>61136</c:v>
                </c:pt>
                <c:pt idx="18767">
                  <c:v>61137</c:v>
                </c:pt>
                <c:pt idx="18768">
                  <c:v>61138</c:v>
                </c:pt>
                <c:pt idx="18769">
                  <c:v>61139</c:v>
                </c:pt>
                <c:pt idx="18770">
                  <c:v>61140</c:v>
                </c:pt>
                <c:pt idx="18771">
                  <c:v>61141</c:v>
                </c:pt>
                <c:pt idx="18772">
                  <c:v>61142</c:v>
                </c:pt>
                <c:pt idx="18773">
                  <c:v>61143</c:v>
                </c:pt>
                <c:pt idx="18774">
                  <c:v>61144</c:v>
                </c:pt>
                <c:pt idx="18775">
                  <c:v>61145</c:v>
                </c:pt>
                <c:pt idx="18776">
                  <c:v>61146</c:v>
                </c:pt>
                <c:pt idx="18777">
                  <c:v>61147</c:v>
                </c:pt>
                <c:pt idx="18778">
                  <c:v>61148</c:v>
                </c:pt>
                <c:pt idx="18779">
                  <c:v>61149</c:v>
                </c:pt>
                <c:pt idx="18780">
                  <c:v>61150</c:v>
                </c:pt>
                <c:pt idx="18781">
                  <c:v>61151</c:v>
                </c:pt>
                <c:pt idx="18782">
                  <c:v>61152</c:v>
                </c:pt>
                <c:pt idx="18783">
                  <c:v>61153</c:v>
                </c:pt>
                <c:pt idx="18784">
                  <c:v>61154</c:v>
                </c:pt>
                <c:pt idx="18785">
                  <c:v>61155</c:v>
                </c:pt>
                <c:pt idx="18786">
                  <c:v>61156</c:v>
                </c:pt>
                <c:pt idx="18787">
                  <c:v>61157</c:v>
                </c:pt>
                <c:pt idx="18788">
                  <c:v>61158</c:v>
                </c:pt>
                <c:pt idx="18789">
                  <c:v>61159</c:v>
                </c:pt>
                <c:pt idx="18790">
                  <c:v>61160</c:v>
                </c:pt>
                <c:pt idx="18791">
                  <c:v>61161</c:v>
                </c:pt>
                <c:pt idx="18792">
                  <c:v>61162</c:v>
                </c:pt>
                <c:pt idx="18793">
                  <c:v>61163</c:v>
                </c:pt>
                <c:pt idx="18794">
                  <c:v>61164</c:v>
                </c:pt>
                <c:pt idx="18795">
                  <c:v>61165</c:v>
                </c:pt>
                <c:pt idx="18796">
                  <c:v>61166</c:v>
                </c:pt>
                <c:pt idx="18797">
                  <c:v>61167</c:v>
                </c:pt>
                <c:pt idx="18798">
                  <c:v>61168</c:v>
                </c:pt>
                <c:pt idx="18799">
                  <c:v>61169</c:v>
                </c:pt>
                <c:pt idx="18800">
                  <c:v>61170</c:v>
                </c:pt>
                <c:pt idx="18801">
                  <c:v>61171</c:v>
                </c:pt>
                <c:pt idx="18802">
                  <c:v>61172</c:v>
                </c:pt>
                <c:pt idx="18803">
                  <c:v>61173</c:v>
                </c:pt>
                <c:pt idx="18804">
                  <c:v>61174</c:v>
                </c:pt>
                <c:pt idx="18805">
                  <c:v>61175</c:v>
                </c:pt>
                <c:pt idx="18806">
                  <c:v>61176</c:v>
                </c:pt>
                <c:pt idx="18807">
                  <c:v>61177</c:v>
                </c:pt>
                <c:pt idx="18808">
                  <c:v>61178</c:v>
                </c:pt>
                <c:pt idx="18809">
                  <c:v>61179</c:v>
                </c:pt>
                <c:pt idx="18810">
                  <c:v>61180</c:v>
                </c:pt>
                <c:pt idx="18811">
                  <c:v>61181</c:v>
                </c:pt>
                <c:pt idx="18812">
                  <c:v>61182</c:v>
                </c:pt>
                <c:pt idx="18813">
                  <c:v>61183</c:v>
                </c:pt>
                <c:pt idx="18814">
                  <c:v>61184</c:v>
                </c:pt>
                <c:pt idx="18815">
                  <c:v>61185</c:v>
                </c:pt>
                <c:pt idx="18816">
                  <c:v>61186</c:v>
                </c:pt>
                <c:pt idx="18817">
                  <c:v>61187</c:v>
                </c:pt>
                <c:pt idx="18818">
                  <c:v>61188</c:v>
                </c:pt>
                <c:pt idx="18819">
                  <c:v>61189</c:v>
                </c:pt>
                <c:pt idx="18820">
                  <c:v>61190</c:v>
                </c:pt>
                <c:pt idx="18821">
                  <c:v>61191</c:v>
                </c:pt>
                <c:pt idx="18822">
                  <c:v>61192</c:v>
                </c:pt>
                <c:pt idx="18823">
                  <c:v>61193</c:v>
                </c:pt>
                <c:pt idx="18824">
                  <c:v>61194</c:v>
                </c:pt>
                <c:pt idx="18825">
                  <c:v>61195</c:v>
                </c:pt>
                <c:pt idx="18826">
                  <c:v>61196</c:v>
                </c:pt>
                <c:pt idx="18827">
                  <c:v>61197</c:v>
                </c:pt>
                <c:pt idx="18828">
                  <c:v>61198</c:v>
                </c:pt>
                <c:pt idx="18829">
                  <c:v>61199</c:v>
                </c:pt>
                <c:pt idx="18830">
                  <c:v>61200</c:v>
                </c:pt>
                <c:pt idx="18831">
                  <c:v>61201</c:v>
                </c:pt>
                <c:pt idx="18832">
                  <c:v>61202</c:v>
                </c:pt>
                <c:pt idx="18833">
                  <c:v>61203</c:v>
                </c:pt>
                <c:pt idx="18834">
                  <c:v>61204</c:v>
                </c:pt>
                <c:pt idx="18835">
                  <c:v>61205</c:v>
                </c:pt>
                <c:pt idx="18836">
                  <c:v>61206</c:v>
                </c:pt>
                <c:pt idx="18837">
                  <c:v>61207</c:v>
                </c:pt>
                <c:pt idx="18838">
                  <c:v>61208</c:v>
                </c:pt>
                <c:pt idx="18839">
                  <c:v>61209</c:v>
                </c:pt>
                <c:pt idx="18840">
                  <c:v>61210</c:v>
                </c:pt>
                <c:pt idx="18841">
                  <c:v>61211</c:v>
                </c:pt>
                <c:pt idx="18842">
                  <c:v>61212</c:v>
                </c:pt>
                <c:pt idx="18843">
                  <c:v>61213</c:v>
                </c:pt>
                <c:pt idx="18844">
                  <c:v>61214</c:v>
                </c:pt>
                <c:pt idx="18845">
                  <c:v>61215</c:v>
                </c:pt>
                <c:pt idx="18846">
                  <c:v>61216</c:v>
                </c:pt>
                <c:pt idx="18847">
                  <c:v>61217</c:v>
                </c:pt>
                <c:pt idx="18848">
                  <c:v>61218</c:v>
                </c:pt>
                <c:pt idx="18849">
                  <c:v>61219</c:v>
                </c:pt>
                <c:pt idx="18850">
                  <c:v>61220</c:v>
                </c:pt>
                <c:pt idx="18851">
                  <c:v>61221</c:v>
                </c:pt>
                <c:pt idx="18852">
                  <c:v>61222</c:v>
                </c:pt>
                <c:pt idx="18853">
                  <c:v>61223</c:v>
                </c:pt>
                <c:pt idx="18854">
                  <c:v>61224</c:v>
                </c:pt>
                <c:pt idx="18855">
                  <c:v>61225</c:v>
                </c:pt>
                <c:pt idx="18856">
                  <c:v>61226</c:v>
                </c:pt>
                <c:pt idx="18857">
                  <c:v>61227</c:v>
                </c:pt>
                <c:pt idx="18858">
                  <c:v>61228</c:v>
                </c:pt>
                <c:pt idx="18859">
                  <c:v>61229</c:v>
                </c:pt>
                <c:pt idx="18860">
                  <c:v>61230</c:v>
                </c:pt>
                <c:pt idx="18861">
                  <c:v>61231</c:v>
                </c:pt>
                <c:pt idx="18862">
                  <c:v>61232</c:v>
                </c:pt>
                <c:pt idx="18863">
                  <c:v>61233</c:v>
                </c:pt>
                <c:pt idx="18864">
                  <c:v>61234</c:v>
                </c:pt>
                <c:pt idx="18865">
                  <c:v>61235</c:v>
                </c:pt>
                <c:pt idx="18866">
                  <c:v>61236</c:v>
                </c:pt>
                <c:pt idx="18867">
                  <c:v>61237</c:v>
                </c:pt>
                <c:pt idx="18868">
                  <c:v>61238</c:v>
                </c:pt>
                <c:pt idx="18869">
                  <c:v>61239</c:v>
                </c:pt>
                <c:pt idx="18870">
                  <c:v>61240</c:v>
                </c:pt>
                <c:pt idx="18871">
                  <c:v>61241</c:v>
                </c:pt>
                <c:pt idx="18872">
                  <c:v>61242</c:v>
                </c:pt>
                <c:pt idx="18873">
                  <c:v>61243</c:v>
                </c:pt>
                <c:pt idx="18874">
                  <c:v>61244</c:v>
                </c:pt>
                <c:pt idx="18875">
                  <c:v>61245</c:v>
                </c:pt>
                <c:pt idx="18876">
                  <c:v>61246</c:v>
                </c:pt>
                <c:pt idx="18877">
                  <c:v>61247</c:v>
                </c:pt>
                <c:pt idx="18878">
                  <c:v>61248</c:v>
                </c:pt>
                <c:pt idx="18879">
                  <c:v>61249</c:v>
                </c:pt>
                <c:pt idx="18880">
                  <c:v>61250</c:v>
                </c:pt>
                <c:pt idx="18881">
                  <c:v>61251</c:v>
                </c:pt>
                <c:pt idx="18882">
                  <c:v>61252</c:v>
                </c:pt>
                <c:pt idx="18883">
                  <c:v>61253</c:v>
                </c:pt>
                <c:pt idx="18884">
                  <c:v>61254</c:v>
                </c:pt>
                <c:pt idx="18885">
                  <c:v>61255</c:v>
                </c:pt>
                <c:pt idx="18886">
                  <c:v>61256</c:v>
                </c:pt>
                <c:pt idx="18887">
                  <c:v>61257</c:v>
                </c:pt>
                <c:pt idx="18888">
                  <c:v>61258</c:v>
                </c:pt>
                <c:pt idx="18889">
                  <c:v>61259</c:v>
                </c:pt>
                <c:pt idx="18890">
                  <c:v>61260</c:v>
                </c:pt>
                <c:pt idx="18891">
                  <c:v>61261</c:v>
                </c:pt>
                <c:pt idx="18892">
                  <c:v>61262</c:v>
                </c:pt>
                <c:pt idx="18893">
                  <c:v>61263</c:v>
                </c:pt>
                <c:pt idx="18894">
                  <c:v>61264</c:v>
                </c:pt>
                <c:pt idx="18895">
                  <c:v>61265</c:v>
                </c:pt>
                <c:pt idx="18896">
                  <c:v>61266</c:v>
                </c:pt>
                <c:pt idx="18897">
                  <c:v>61267</c:v>
                </c:pt>
                <c:pt idx="18898">
                  <c:v>61268</c:v>
                </c:pt>
                <c:pt idx="18899">
                  <c:v>61269</c:v>
                </c:pt>
                <c:pt idx="18900">
                  <c:v>61270</c:v>
                </c:pt>
                <c:pt idx="18901">
                  <c:v>61271</c:v>
                </c:pt>
                <c:pt idx="18902">
                  <c:v>61272</c:v>
                </c:pt>
                <c:pt idx="18903">
                  <c:v>61273</c:v>
                </c:pt>
                <c:pt idx="18904">
                  <c:v>61274</c:v>
                </c:pt>
                <c:pt idx="18905">
                  <c:v>61275</c:v>
                </c:pt>
                <c:pt idx="18906">
                  <c:v>61276</c:v>
                </c:pt>
                <c:pt idx="18907">
                  <c:v>61277</c:v>
                </c:pt>
                <c:pt idx="18908">
                  <c:v>61278</c:v>
                </c:pt>
                <c:pt idx="18909">
                  <c:v>61279</c:v>
                </c:pt>
                <c:pt idx="18910">
                  <c:v>61280</c:v>
                </c:pt>
                <c:pt idx="18911">
                  <c:v>61281</c:v>
                </c:pt>
                <c:pt idx="18912">
                  <c:v>61282</c:v>
                </c:pt>
                <c:pt idx="18913">
                  <c:v>61283</c:v>
                </c:pt>
                <c:pt idx="18914">
                  <c:v>61284</c:v>
                </c:pt>
                <c:pt idx="18915">
                  <c:v>61285</c:v>
                </c:pt>
                <c:pt idx="18916">
                  <c:v>61286</c:v>
                </c:pt>
                <c:pt idx="18917">
                  <c:v>61287</c:v>
                </c:pt>
                <c:pt idx="18918">
                  <c:v>61288</c:v>
                </c:pt>
                <c:pt idx="18919">
                  <c:v>61289</c:v>
                </c:pt>
                <c:pt idx="18920">
                  <c:v>61290</c:v>
                </c:pt>
                <c:pt idx="18921">
                  <c:v>61291</c:v>
                </c:pt>
                <c:pt idx="18922">
                  <c:v>61292</c:v>
                </c:pt>
                <c:pt idx="18923">
                  <c:v>61293</c:v>
                </c:pt>
                <c:pt idx="18924">
                  <c:v>61294</c:v>
                </c:pt>
                <c:pt idx="18925">
                  <c:v>61295</c:v>
                </c:pt>
                <c:pt idx="18926">
                  <c:v>61296</c:v>
                </c:pt>
                <c:pt idx="18927">
                  <c:v>61297</c:v>
                </c:pt>
                <c:pt idx="18928">
                  <c:v>61298</c:v>
                </c:pt>
                <c:pt idx="18929">
                  <c:v>61299</c:v>
                </c:pt>
                <c:pt idx="18930">
                  <c:v>61300</c:v>
                </c:pt>
                <c:pt idx="18931">
                  <c:v>61301</c:v>
                </c:pt>
                <c:pt idx="18932">
                  <c:v>61302</c:v>
                </c:pt>
                <c:pt idx="18933">
                  <c:v>61303</c:v>
                </c:pt>
                <c:pt idx="18934">
                  <c:v>61304</c:v>
                </c:pt>
                <c:pt idx="18935">
                  <c:v>61305</c:v>
                </c:pt>
                <c:pt idx="18936">
                  <c:v>61306</c:v>
                </c:pt>
                <c:pt idx="18937">
                  <c:v>61307</c:v>
                </c:pt>
                <c:pt idx="18938">
                  <c:v>61308</c:v>
                </c:pt>
                <c:pt idx="18939">
                  <c:v>61309</c:v>
                </c:pt>
                <c:pt idx="18940">
                  <c:v>61310</c:v>
                </c:pt>
                <c:pt idx="18941">
                  <c:v>61311</c:v>
                </c:pt>
                <c:pt idx="18942">
                  <c:v>61312</c:v>
                </c:pt>
                <c:pt idx="18943">
                  <c:v>61313</c:v>
                </c:pt>
                <c:pt idx="18944">
                  <c:v>61314</c:v>
                </c:pt>
                <c:pt idx="18945">
                  <c:v>61315</c:v>
                </c:pt>
                <c:pt idx="18946">
                  <c:v>61316</c:v>
                </c:pt>
                <c:pt idx="18947">
                  <c:v>61317</c:v>
                </c:pt>
                <c:pt idx="18948">
                  <c:v>61318</c:v>
                </c:pt>
                <c:pt idx="18949">
                  <c:v>61319</c:v>
                </c:pt>
                <c:pt idx="18950">
                  <c:v>61320</c:v>
                </c:pt>
                <c:pt idx="18951">
                  <c:v>61321</c:v>
                </c:pt>
                <c:pt idx="18952">
                  <c:v>61322</c:v>
                </c:pt>
                <c:pt idx="18953">
                  <c:v>61323</c:v>
                </c:pt>
                <c:pt idx="18954">
                  <c:v>61324</c:v>
                </c:pt>
                <c:pt idx="18955">
                  <c:v>61325</c:v>
                </c:pt>
                <c:pt idx="18956">
                  <c:v>61326</c:v>
                </c:pt>
                <c:pt idx="18957">
                  <c:v>61327</c:v>
                </c:pt>
                <c:pt idx="18958">
                  <c:v>61328</c:v>
                </c:pt>
                <c:pt idx="18959">
                  <c:v>61329</c:v>
                </c:pt>
                <c:pt idx="18960">
                  <c:v>61330</c:v>
                </c:pt>
                <c:pt idx="18961">
                  <c:v>61331</c:v>
                </c:pt>
                <c:pt idx="18962">
                  <c:v>61332</c:v>
                </c:pt>
                <c:pt idx="18963">
                  <c:v>61333</c:v>
                </c:pt>
                <c:pt idx="18964">
                  <c:v>61334</c:v>
                </c:pt>
                <c:pt idx="18965">
                  <c:v>61335</c:v>
                </c:pt>
                <c:pt idx="18966">
                  <c:v>61336</c:v>
                </c:pt>
                <c:pt idx="18967">
                  <c:v>61337</c:v>
                </c:pt>
                <c:pt idx="18968">
                  <c:v>61338</c:v>
                </c:pt>
                <c:pt idx="18969">
                  <c:v>61339</c:v>
                </c:pt>
                <c:pt idx="18970">
                  <c:v>61340</c:v>
                </c:pt>
                <c:pt idx="18971">
                  <c:v>61341</c:v>
                </c:pt>
                <c:pt idx="18972">
                  <c:v>61342</c:v>
                </c:pt>
                <c:pt idx="18973">
                  <c:v>61343</c:v>
                </c:pt>
                <c:pt idx="18974">
                  <c:v>61344</c:v>
                </c:pt>
                <c:pt idx="18975">
                  <c:v>61345</c:v>
                </c:pt>
                <c:pt idx="18976">
                  <c:v>61346</c:v>
                </c:pt>
                <c:pt idx="18977">
                  <c:v>61347</c:v>
                </c:pt>
                <c:pt idx="18978">
                  <c:v>61348</c:v>
                </c:pt>
                <c:pt idx="18979">
                  <c:v>61349</c:v>
                </c:pt>
                <c:pt idx="18980">
                  <c:v>61350</c:v>
                </c:pt>
                <c:pt idx="18981">
                  <c:v>61351</c:v>
                </c:pt>
                <c:pt idx="18982">
                  <c:v>61352</c:v>
                </c:pt>
                <c:pt idx="18983">
                  <c:v>61353</c:v>
                </c:pt>
                <c:pt idx="18984">
                  <c:v>61354</c:v>
                </c:pt>
                <c:pt idx="18985">
                  <c:v>61355</c:v>
                </c:pt>
                <c:pt idx="18986">
                  <c:v>61356</c:v>
                </c:pt>
                <c:pt idx="18987">
                  <c:v>61357</c:v>
                </c:pt>
                <c:pt idx="18988">
                  <c:v>61358</c:v>
                </c:pt>
                <c:pt idx="18989">
                  <c:v>61359</c:v>
                </c:pt>
                <c:pt idx="18990">
                  <c:v>61360</c:v>
                </c:pt>
                <c:pt idx="18991">
                  <c:v>61361</c:v>
                </c:pt>
                <c:pt idx="18992">
                  <c:v>61362</c:v>
                </c:pt>
                <c:pt idx="18993">
                  <c:v>61363</c:v>
                </c:pt>
                <c:pt idx="18994">
                  <c:v>61364</c:v>
                </c:pt>
                <c:pt idx="18995">
                  <c:v>61365</c:v>
                </c:pt>
                <c:pt idx="18996">
                  <c:v>61366</c:v>
                </c:pt>
                <c:pt idx="18997">
                  <c:v>61367</c:v>
                </c:pt>
                <c:pt idx="18998">
                  <c:v>61368</c:v>
                </c:pt>
                <c:pt idx="18999">
                  <c:v>61369</c:v>
                </c:pt>
                <c:pt idx="19000">
                  <c:v>61370</c:v>
                </c:pt>
                <c:pt idx="19001">
                  <c:v>61371</c:v>
                </c:pt>
                <c:pt idx="19002">
                  <c:v>61372</c:v>
                </c:pt>
                <c:pt idx="19003">
                  <c:v>61373</c:v>
                </c:pt>
                <c:pt idx="19004">
                  <c:v>61374</c:v>
                </c:pt>
                <c:pt idx="19005">
                  <c:v>61375</c:v>
                </c:pt>
                <c:pt idx="19006">
                  <c:v>61376</c:v>
                </c:pt>
                <c:pt idx="19007">
                  <c:v>61377</c:v>
                </c:pt>
                <c:pt idx="19008">
                  <c:v>61378</c:v>
                </c:pt>
                <c:pt idx="19009">
                  <c:v>61379</c:v>
                </c:pt>
                <c:pt idx="19010">
                  <c:v>61380</c:v>
                </c:pt>
                <c:pt idx="19011">
                  <c:v>61381</c:v>
                </c:pt>
                <c:pt idx="19012">
                  <c:v>61382</c:v>
                </c:pt>
                <c:pt idx="19013">
                  <c:v>61383</c:v>
                </c:pt>
                <c:pt idx="19014">
                  <c:v>61384</c:v>
                </c:pt>
                <c:pt idx="19015">
                  <c:v>61385</c:v>
                </c:pt>
                <c:pt idx="19016">
                  <c:v>61386</c:v>
                </c:pt>
                <c:pt idx="19017">
                  <c:v>61387</c:v>
                </c:pt>
                <c:pt idx="19018">
                  <c:v>61388</c:v>
                </c:pt>
                <c:pt idx="19019">
                  <c:v>61389</c:v>
                </c:pt>
                <c:pt idx="19020">
                  <c:v>61390</c:v>
                </c:pt>
                <c:pt idx="19021">
                  <c:v>61391</c:v>
                </c:pt>
                <c:pt idx="19022">
                  <c:v>61392</c:v>
                </c:pt>
                <c:pt idx="19023">
                  <c:v>61393</c:v>
                </c:pt>
                <c:pt idx="19024">
                  <c:v>61394</c:v>
                </c:pt>
                <c:pt idx="19025">
                  <c:v>61395</c:v>
                </c:pt>
                <c:pt idx="19026">
                  <c:v>61396</c:v>
                </c:pt>
                <c:pt idx="19027">
                  <c:v>61397</c:v>
                </c:pt>
                <c:pt idx="19028">
                  <c:v>61398</c:v>
                </c:pt>
                <c:pt idx="19029">
                  <c:v>61399</c:v>
                </c:pt>
                <c:pt idx="19030">
                  <c:v>61400</c:v>
                </c:pt>
                <c:pt idx="19031">
                  <c:v>61401</c:v>
                </c:pt>
                <c:pt idx="19032">
                  <c:v>61402</c:v>
                </c:pt>
                <c:pt idx="19033">
                  <c:v>61403</c:v>
                </c:pt>
                <c:pt idx="19034">
                  <c:v>61404</c:v>
                </c:pt>
                <c:pt idx="19035">
                  <c:v>61405</c:v>
                </c:pt>
                <c:pt idx="19036">
                  <c:v>61406</c:v>
                </c:pt>
                <c:pt idx="19037">
                  <c:v>61407</c:v>
                </c:pt>
                <c:pt idx="19038">
                  <c:v>61408</c:v>
                </c:pt>
                <c:pt idx="19039">
                  <c:v>61409</c:v>
                </c:pt>
                <c:pt idx="19040">
                  <c:v>61410</c:v>
                </c:pt>
                <c:pt idx="19041">
                  <c:v>61411</c:v>
                </c:pt>
                <c:pt idx="19042">
                  <c:v>61412</c:v>
                </c:pt>
                <c:pt idx="19043">
                  <c:v>61413</c:v>
                </c:pt>
                <c:pt idx="19044">
                  <c:v>61414</c:v>
                </c:pt>
                <c:pt idx="19045">
                  <c:v>61415</c:v>
                </c:pt>
                <c:pt idx="19046">
                  <c:v>61416</c:v>
                </c:pt>
                <c:pt idx="19047">
                  <c:v>61417</c:v>
                </c:pt>
                <c:pt idx="19048">
                  <c:v>61418</c:v>
                </c:pt>
                <c:pt idx="19049">
                  <c:v>61419</c:v>
                </c:pt>
                <c:pt idx="19050">
                  <c:v>61420</c:v>
                </c:pt>
                <c:pt idx="19051">
                  <c:v>61421</c:v>
                </c:pt>
                <c:pt idx="19052">
                  <c:v>61422</c:v>
                </c:pt>
                <c:pt idx="19053">
                  <c:v>61423</c:v>
                </c:pt>
                <c:pt idx="19054">
                  <c:v>61424</c:v>
                </c:pt>
                <c:pt idx="19055">
                  <c:v>61425</c:v>
                </c:pt>
                <c:pt idx="19056">
                  <c:v>61426</c:v>
                </c:pt>
                <c:pt idx="19057">
                  <c:v>61427</c:v>
                </c:pt>
                <c:pt idx="19058">
                  <c:v>61428</c:v>
                </c:pt>
                <c:pt idx="19059">
                  <c:v>61429</c:v>
                </c:pt>
                <c:pt idx="19060">
                  <c:v>61430</c:v>
                </c:pt>
                <c:pt idx="19061">
                  <c:v>61431</c:v>
                </c:pt>
                <c:pt idx="19062">
                  <c:v>61432</c:v>
                </c:pt>
                <c:pt idx="19063">
                  <c:v>61433</c:v>
                </c:pt>
                <c:pt idx="19064">
                  <c:v>61434</c:v>
                </c:pt>
                <c:pt idx="19065">
                  <c:v>61435</c:v>
                </c:pt>
                <c:pt idx="19066">
                  <c:v>61436</c:v>
                </c:pt>
                <c:pt idx="19067">
                  <c:v>61437</c:v>
                </c:pt>
                <c:pt idx="19068">
                  <c:v>61438</c:v>
                </c:pt>
                <c:pt idx="19069">
                  <c:v>61439</c:v>
                </c:pt>
                <c:pt idx="19070">
                  <c:v>61440</c:v>
                </c:pt>
                <c:pt idx="19071">
                  <c:v>61441</c:v>
                </c:pt>
                <c:pt idx="19072">
                  <c:v>61442</c:v>
                </c:pt>
                <c:pt idx="19073">
                  <c:v>61443</c:v>
                </c:pt>
                <c:pt idx="19074">
                  <c:v>61444</c:v>
                </c:pt>
                <c:pt idx="19075">
                  <c:v>61445</c:v>
                </c:pt>
                <c:pt idx="19076">
                  <c:v>61446</c:v>
                </c:pt>
                <c:pt idx="19077">
                  <c:v>61447</c:v>
                </c:pt>
                <c:pt idx="19078">
                  <c:v>61448</c:v>
                </c:pt>
                <c:pt idx="19079">
                  <c:v>61449</c:v>
                </c:pt>
                <c:pt idx="19080">
                  <c:v>61450</c:v>
                </c:pt>
                <c:pt idx="19081">
                  <c:v>61451</c:v>
                </c:pt>
                <c:pt idx="19082">
                  <c:v>61452</c:v>
                </c:pt>
                <c:pt idx="19083">
                  <c:v>61453</c:v>
                </c:pt>
                <c:pt idx="19084">
                  <c:v>61454</c:v>
                </c:pt>
                <c:pt idx="19085">
                  <c:v>61455</c:v>
                </c:pt>
                <c:pt idx="19086">
                  <c:v>61456</c:v>
                </c:pt>
                <c:pt idx="19087">
                  <c:v>61457</c:v>
                </c:pt>
                <c:pt idx="19088">
                  <c:v>61458</c:v>
                </c:pt>
                <c:pt idx="19089">
                  <c:v>61459</c:v>
                </c:pt>
                <c:pt idx="19090">
                  <c:v>61460</c:v>
                </c:pt>
                <c:pt idx="19091">
                  <c:v>61461</c:v>
                </c:pt>
                <c:pt idx="19092">
                  <c:v>61462</c:v>
                </c:pt>
                <c:pt idx="19093">
                  <c:v>61463</c:v>
                </c:pt>
                <c:pt idx="19094">
                  <c:v>61464</c:v>
                </c:pt>
                <c:pt idx="19095">
                  <c:v>61465</c:v>
                </c:pt>
                <c:pt idx="19096">
                  <c:v>61466</c:v>
                </c:pt>
                <c:pt idx="19097">
                  <c:v>61467</c:v>
                </c:pt>
                <c:pt idx="19098">
                  <c:v>61468</c:v>
                </c:pt>
                <c:pt idx="19099">
                  <c:v>61469</c:v>
                </c:pt>
                <c:pt idx="19100">
                  <c:v>61470</c:v>
                </c:pt>
                <c:pt idx="19101">
                  <c:v>61471</c:v>
                </c:pt>
                <c:pt idx="19102">
                  <c:v>61472</c:v>
                </c:pt>
                <c:pt idx="19103">
                  <c:v>61473</c:v>
                </c:pt>
                <c:pt idx="19104">
                  <c:v>61474</c:v>
                </c:pt>
                <c:pt idx="19105">
                  <c:v>61475</c:v>
                </c:pt>
                <c:pt idx="19106">
                  <c:v>61476</c:v>
                </c:pt>
                <c:pt idx="19107">
                  <c:v>61477</c:v>
                </c:pt>
                <c:pt idx="19108">
                  <c:v>61478</c:v>
                </c:pt>
                <c:pt idx="19109">
                  <c:v>61479</c:v>
                </c:pt>
                <c:pt idx="19110">
                  <c:v>61480</c:v>
                </c:pt>
                <c:pt idx="19111">
                  <c:v>61481</c:v>
                </c:pt>
                <c:pt idx="19112">
                  <c:v>61482</c:v>
                </c:pt>
                <c:pt idx="19113">
                  <c:v>61483</c:v>
                </c:pt>
                <c:pt idx="19114">
                  <c:v>61484</c:v>
                </c:pt>
                <c:pt idx="19115">
                  <c:v>61485</c:v>
                </c:pt>
                <c:pt idx="19116">
                  <c:v>61486</c:v>
                </c:pt>
                <c:pt idx="19117">
                  <c:v>61487</c:v>
                </c:pt>
                <c:pt idx="19118">
                  <c:v>61488</c:v>
                </c:pt>
                <c:pt idx="19119">
                  <c:v>61489</c:v>
                </c:pt>
                <c:pt idx="19120">
                  <c:v>61490</c:v>
                </c:pt>
                <c:pt idx="19121">
                  <c:v>61491</c:v>
                </c:pt>
                <c:pt idx="19122">
                  <c:v>61492</c:v>
                </c:pt>
                <c:pt idx="19123">
                  <c:v>61493</c:v>
                </c:pt>
                <c:pt idx="19124">
                  <c:v>61494</c:v>
                </c:pt>
                <c:pt idx="19125">
                  <c:v>61495</c:v>
                </c:pt>
                <c:pt idx="19126">
                  <c:v>61496</c:v>
                </c:pt>
                <c:pt idx="19127">
                  <c:v>61497</c:v>
                </c:pt>
                <c:pt idx="19128">
                  <c:v>61498</c:v>
                </c:pt>
                <c:pt idx="19129">
                  <c:v>61499</c:v>
                </c:pt>
                <c:pt idx="19130">
                  <c:v>61500</c:v>
                </c:pt>
                <c:pt idx="19131">
                  <c:v>61501</c:v>
                </c:pt>
                <c:pt idx="19132">
                  <c:v>61502</c:v>
                </c:pt>
                <c:pt idx="19133">
                  <c:v>61503</c:v>
                </c:pt>
                <c:pt idx="19134">
                  <c:v>61504</c:v>
                </c:pt>
                <c:pt idx="19135">
                  <c:v>61505</c:v>
                </c:pt>
                <c:pt idx="19136">
                  <c:v>61506</c:v>
                </c:pt>
                <c:pt idx="19137">
                  <c:v>61507</c:v>
                </c:pt>
                <c:pt idx="19138">
                  <c:v>61508</c:v>
                </c:pt>
                <c:pt idx="19139">
                  <c:v>61509</c:v>
                </c:pt>
                <c:pt idx="19140">
                  <c:v>61510</c:v>
                </c:pt>
                <c:pt idx="19141">
                  <c:v>61511</c:v>
                </c:pt>
                <c:pt idx="19142">
                  <c:v>61512</c:v>
                </c:pt>
                <c:pt idx="19143">
                  <c:v>61513</c:v>
                </c:pt>
                <c:pt idx="19144">
                  <c:v>61514</c:v>
                </c:pt>
                <c:pt idx="19145">
                  <c:v>61515</c:v>
                </c:pt>
                <c:pt idx="19146">
                  <c:v>61516</c:v>
                </c:pt>
                <c:pt idx="19147">
                  <c:v>61517</c:v>
                </c:pt>
                <c:pt idx="19148">
                  <c:v>61518</c:v>
                </c:pt>
                <c:pt idx="19149">
                  <c:v>61519</c:v>
                </c:pt>
                <c:pt idx="19150">
                  <c:v>61520</c:v>
                </c:pt>
                <c:pt idx="19151">
                  <c:v>61521</c:v>
                </c:pt>
                <c:pt idx="19152">
                  <c:v>61522</c:v>
                </c:pt>
                <c:pt idx="19153">
                  <c:v>61523</c:v>
                </c:pt>
                <c:pt idx="19154">
                  <c:v>61524</c:v>
                </c:pt>
                <c:pt idx="19155">
                  <c:v>61525</c:v>
                </c:pt>
                <c:pt idx="19156">
                  <c:v>61526</c:v>
                </c:pt>
                <c:pt idx="19157">
                  <c:v>61527</c:v>
                </c:pt>
                <c:pt idx="19158">
                  <c:v>61528</c:v>
                </c:pt>
                <c:pt idx="19159">
                  <c:v>61529</c:v>
                </c:pt>
                <c:pt idx="19160">
                  <c:v>61530</c:v>
                </c:pt>
                <c:pt idx="19161">
                  <c:v>61531</c:v>
                </c:pt>
                <c:pt idx="19162">
                  <c:v>61532</c:v>
                </c:pt>
                <c:pt idx="19163">
                  <c:v>61533</c:v>
                </c:pt>
                <c:pt idx="19164">
                  <c:v>61534</c:v>
                </c:pt>
                <c:pt idx="19165">
                  <c:v>61535</c:v>
                </c:pt>
                <c:pt idx="19166">
                  <c:v>61536</c:v>
                </c:pt>
                <c:pt idx="19167">
                  <c:v>61537</c:v>
                </c:pt>
                <c:pt idx="19168">
                  <c:v>61538</c:v>
                </c:pt>
                <c:pt idx="19169">
                  <c:v>61539</c:v>
                </c:pt>
                <c:pt idx="19170">
                  <c:v>61540</c:v>
                </c:pt>
                <c:pt idx="19171">
                  <c:v>61541</c:v>
                </c:pt>
                <c:pt idx="19172">
                  <c:v>61542</c:v>
                </c:pt>
                <c:pt idx="19173">
                  <c:v>61543</c:v>
                </c:pt>
                <c:pt idx="19174">
                  <c:v>61544</c:v>
                </c:pt>
                <c:pt idx="19175">
                  <c:v>61545</c:v>
                </c:pt>
                <c:pt idx="19176">
                  <c:v>61546</c:v>
                </c:pt>
                <c:pt idx="19177">
                  <c:v>61547</c:v>
                </c:pt>
                <c:pt idx="19178">
                  <c:v>61548</c:v>
                </c:pt>
                <c:pt idx="19179">
                  <c:v>61549</c:v>
                </c:pt>
                <c:pt idx="19180">
                  <c:v>61550</c:v>
                </c:pt>
                <c:pt idx="19181">
                  <c:v>61551</c:v>
                </c:pt>
                <c:pt idx="19182">
                  <c:v>61552</c:v>
                </c:pt>
                <c:pt idx="19183">
                  <c:v>61553</c:v>
                </c:pt>
                <c:pt idx="19184">
                  <c:v>61554</c:v>
                </c:pt>
                <c:pt idx="19185">
                  <c:v>61555</c:v>
                </c:pt>
                <c:pt idx="19186">
                  <c:v>61556</c:v>
                </c:pt>
                <c:pt idx="19187">
                  <c:v>61557</c:v>
                </c:pt>
                <c:pt idx="19188">
                  <c:v>61558</c:v>
                </c:pt>
                <c:pt idx="19189">
                  <c:v>61559</c:v>
                </c:pt>
                <c:pt idx="19190">
                  <c:v>61560</c:v>
                </c:pt>
                <c:pt idx="19191">
                  <c:v>61561</c:v>
                </c:pt>
                <c:pt idx="19192">
                  <c:v>61562</c:v>
                </c:pt>
                <c:pt idx="19193">
                  <c:v>61563</c:v>
                </c:pt>
                <c:pt idx="19194">
                  <c:v>61564</c:v>
                </c:pt>
                <c:pt idx="19195">
                  <c:v>61565</c:v>
                </c:pt>
                <c:pt idx="19196">
                  <c:v>61566</c:v>
                </c:pt>
                <c:pt idx="19197">
                  <c:v>61567</c:v>
                </c:pt>
                <c:pt idx="19198">
                  <c:v>61568</c:v>
                </c:pt>
                <c:pt idx="19199">
                  <c:v>61569</c:v>
                </c:pt>
                <c:pt idx="19200">
                  <c:v>61570</c:v>
                </c:pt>
                <c:pt idx="19201">
                  <c:v>61571</c:v>
                </c:pt>
                <c:pt idx="19202">
                  <c:v>61572</c:v>
                </c:pt>
                <c:pt idx="19203">
                  <c:v>61573</c:v>
                </c:pt>
                <c:pt idx="19204">
                  <c:v>61574</c:v>
                </c:pt>
                <c:pt idx="19205">
                  <c:v>61575</c:v>
                </c:pt>
                <c:pt idx="19206">
                  <c:v>61576</c:v>
                </c:pt>
                <c:pt idx="19207">
                  <c:v>61577</c:v>
                </c:pt>
                <c:pt idx="19208">
                  <c:v>61578</c:v>
                </c:pt>
                <c:pt idx="19209">
                  <c:v>61579</c:v>
                </c:pt>
                <c:pt idx="19210">
                  <c:v>61580</c:v>
                </c:pt>
                <c:pt idx="19211">
                  <c:v>61581</c:v>
                </c:pt>
                <c:pt idx="19212">
                  <c:v>61582</c:v>
                </c:pt>
                <c:pt idx="19213">
                  <c:v>61583</c:v>
                </c:pt>
                <c:pt idx="19214">
                  <c:v>61584</c:v>
                </c:pt>
                <c:pt idx="19215">
                  <c:v>61585</c:v>
                </c:pt>
                <c:pt idx="19216">
                  <c:v>61586</c:v>
                </c:pt>
                <c:pt idx="19217">
                  <c:v>61587</c:v>
                </c:pt>
                <c:pt idx="19218">
                  <c:v>61588</c:v>
                </c:pt>
                <c:pt idx="19219">
                  <c:v>61589</c:v>
                </c:pt>
                <c:pt idx="19220">
                  <c:v>61590</c:v>
                </c:pt>
                <c:pt idx="19221">
                  <c:v>61591</c:v>
                </c:pt>
                <c:pt idx="19222">
                  <c:v>61592</c:v>
                </c:pt>
                <c:pt idx="19223">
                  <c:v>61593</c:v>
                </c:pt>
                <c:pt idx="19224">
                  <c:v>61594</c:v>
                </c:pt>
                <c:pt idx="19225">
                  <c:v>61595</c:v>
                </c:pt>
                <c:pt idx="19226">
                  <c:v>61596</c:v>
                </c:pt>
                <c:pt idx="19227">
                  <c:v>61597</c:v>
                </c:pt>
                <c:pt idx="19228">
                  <c:v>61598</c:v>
                </c:pt>
                <c:pt idx="19229">
                  <c:v>61599</c:v>
                </c:pt>
                <c:pt idx="19230">
                  <c:v>61600</c:v>
                </c:pt>
                <c:pt idx="19231">
                  <c:v>61601</c:v>
                </c:pt>
                <c:pt idx="19232">
                  <c:v>61602</c:v>
                </c:pt>
                <c:pt idx="19233">
                  <c:v>61603</c:v>
                </c:pt>
                <c:pt idx="19234">
                  <c:v>61604</c:v>
                </c:pt>
                <c:pt idx="19235">
                  <c:v>61605</c:v>
                </c:pt>
                <c:pt idx="19236">
                  <c:v>61606</c:v>
                </c:pt>
                <c:pt idx="19237">
                  <c:v>61607</c:v>
                </c:pt>
                <c:pt idx="19238">
                  <c:v>61608</c:v>
                </c:pt>
                <c:pt idx="19239">
                  <c:v>61609</c:v>
                </c:pt>
                <c:pt idx="19240">
                  <c:v>61610</c:v>
                </c:pt>
                <c:pt idx="19241">
                  <c:v>61611</c:v>
                </c:pt>
                <c:pt idx="19242">
                  <c:v>61612</c:v>
                </c:pt>
                <c:pt idx="19243">
                  <c:v>61613</c:v>
                </c:pt>
                <c:pt idx="19244">
                  <c:v>61614</c:v>
                </c:pt>
                <c:pt idx="19245">
                  <c:v>61615</c:v>
                </c:pt>
                <c:pt idx="19246">
                  <c:v>61616</c:v>
                </c:pt>
                <c:pt idx="19247">
                  <c:v>61617</c:v>
                </c:pt>
                <c:pt idx="19248">
                  <c:v>61618</c:v>
                </c:pt>
                <c:pt idx="19249">
                  <c:v>61619</c:v>
                </c:pt>
                <c:pt idx="19250">
                  <c:v>61620</c:v>
                </c:pt>
                <c:pt idx="19251">
                  <c:v>61621</c:v>
                </c:pt>
                <c:pt idx="19252">
                  <c:v>61622</c:v>
                </c:pt>
                <c:pt idx="19253">
                  <c:v>61623</c:v>
                </c:pt>
                <c:pt idx="19254">
                  <c:v>61624</c:v>
                </c:pt>
                <c:pt idx="19255">
                  <c:v>61625</c:v>
                </c:pt>
                <c:pt idx="19256">
                  <c:v>61626</c:v>
                </c:pt>
                <c:pt idx="19257">
                  <c:v>61627</c:v>
                </c:pt>
                <c:pt idx="19258">
                  <c:v>61628</c:v>
                </c:pt>
                <c:pt idx="19259">
                  <c:v>61629</c:v>
                </c:pt>
                <c:pt idx="19260">
                  <c:v>61630</c:v>
                </c:pt>
                <c:pt idx="19261">
                  <c:v>61631</c:v>
                </c:pt>
                <c:pt idx="19262">
                  <c:v>61632</c:v>
                </c:pt>
                <c:pt idx="19263">
                  <c:v>61633</c:v>
                </c:pt>
                <c:pt idx="19264">
                  <c:v>61634</c:v>
                </c:pt>
                <c:pt idx="19265">
                  <c:v>61635</c:v>
                </c:pt>
                <c:pt idx="19266">
                  <c:v>61636</c:v>
                </c:pt>
                <c:pt idx="19267">
                  <c:v>61637</c:v>
                </c:pt>
                <c:pt idx="19268">
                  <c:v>61638</c:v>
                </c:pt>
                <c:pt idx="19269">
                  <c:v>61639</c:v>
                </c:pt>
                <c:pt idx="19270">
                  <c:v>61640</c:v>
                </c:pt>
                <c:pt idx="19271">
                  <c:v>61641</c:v>
                </c:pt>
                <c:pt idx="19272">
                  <c:v>61642</c:v>
                </c:pt>
                <c:pt idx="19273">
                  <c:v>61643</c:v>
                </c:pt>
                <c:pt idx="19274">
                  <c:v>61644</c:v>
                </c:pt>
                <c:pt idx="19275">
                  <c:v>61645</c:v>
                </c:pt>
                <c:pt idx="19276">
                  <c:v>61646</c:v>
                </c:pt>
                <c:pt idx="19277">
                  <c:v>61647</c:v>
                </c:pt>
                <c:pt idx="19278">
                  <c:v>61648</c:v>
                </c:pt>
                <c:pt idx="19279">
                  <c:v>61649</c:v>
                </c:pt>
                <c:pt idx="19280">
                  <c:v>61650</c:v>
                </c:pt>
                <c:pt idx="19281">
                  <c:v>61651</c:v>
                </c:pt>
                <c:pt idx="19282">
                  <c:v>61652</c:v>
                </c:pt>
                <c:pt idx="19283">
                  <c:v>61653</c:v>
                </c:pt>
                <c:pt idx="19284">
                  <c:v>61654</c:v>
                </c:pt>
                <c:pt idx="19285">
                  <c:v>61655</c:v>
                </c:pt>
                <c:pt idx="19286">
                  <c:v>61656</c:v>
                </c:pt>
                <c:pt idx="19287">
                  <c:v>61657</c:v>
                </c:pt>
                <c:pt idx="19288">
                  <c:v>61658</c:v>
                </c:pt>
                <c:pt idx="19289">
                  <c:v>61659</c:v>
                </c:pt>
                <c:pt idx="19290">
                  <c:v>61660</c:v>
                </c:pt>
                <c:pt idx="19291">
                  <c:v>61661</c:v>
                </c:pt>
                <c:pt idx="19292">
                  <c:v>61662</c:v>
                </c:pt>
                <c:pt idx="19293">
                  <c:v>61663</c:v>
                </c:pt>
                <c:pt idx="19294">
                  <c:v>61664</c:v>
                </c:pt>
                <c:pt idx="19295">
                  <c:v>61665</c:v>
                </c:pt>
                <c:pt idx="19296">
                  <c:v>61666</c:v>
                </c:pt>
                <c:pt idx="19297">
                  <c:v>61667</c:v>
                </c:pt>
                <c:pt idx="19298">
                  <c:v>61668</c:v>
                </c:pt>
                <c:pt idx="19299">
                  <c:v>61669</c:v>
                </c:pt>
                <c:pt idx="19300">
                  <c:v>61670</c:v>
                </c:pt>
                <c:pt idx="19301">
                  <c:v>61671</c:v>
                </c:pt>
                <c:pt idx="19302">
                  <c:v>61672</c:v>
                </c:pt>
                <c:pt idx="19303">
                  <c:v>61673</c:v>
                </c:pt>
                <c:pt idx="19304">
                  <c:v>61674</c:v>
                </c:pt>
                <c:pt idx="19305">
                  <c:v>61675</c:v>
                </c:pt>
                <c:pt idx="19306">
                  <c:v>61676</c:v>
                </c:pt>
                <c:pt idx="19307">
                  <c:v>61677</c:v>
                </c:pt>
                <c:pt idx="19308">
                  <c:v>61678</c:v>
                </c:pt>
                <c:pt idx="19309">
                  <c:v>61679</c:v>
                </c:pt>
                <c:pt idx="19310">
                  <c:v>61680</c:v>
                </c:pt>
                <c:pt idx="19311">
                  <c:v>61681</c:v>
                </c:pt>
                <c:pt idx="19312">
                  <c:v>61682</c:v>
                </c:pt>
                <c:pt idx="19313">
                  <c:v>61683</c:v>
                </c:pt>
                <c:pt idx="19314">
                  <c:v>61684</c:v>
                </c:pt>
                <c:pt idx="19315">
                  <c:v>61685</c:v>
                </c:pt>
                <c:pt idx="19316">
                  <c:v>61686</c:v>
                </c:pt>
                <c:pt idx="19317">
                  <c:v>61687</c:v>
                </c:pt>
                <c:pt idx="19318">
                  <c:v>61688</c:v>
                </c:pt>
                <c:pt idx="19319">
                  <c:v>61689</c:v>
                </c:pt>
                <c:pt idx="19320">
                  <c:v>61690</c:v>
                </c:pt>
                <c:pt idx="19321">
                  <c:v>61691</c:v>
                </c:pt>
                <c:pt idx="19322">
                  <c:v>61692</c:v>
                </c:pt>
                <c:pt idx="19323">
                  <c:v>61693</c:v>
                </c:pt>
                <c:pt idx="19324">
                  <c:v>61694</c:v>
                </c:pt>
                <c:pt idx="19325">
                  <c:v>61695</c:v>
                </c:pt>
                <c:pt idx="19326">
                  <c:v>61696</c:v>
                </c:pt>
                <c:pt idx="19327">
                  <c:v>61697</c:v>
                </c:pt>
                <c:pt idx="19328">
                  <c:v>61698</c:v>
                </c:pt>
                <c:pt idx="19329">
                  <c:v>61699</c:v>
                </c:pt>
                <c:pt idx="19330">
                  <c:v>61700</c:v>
                </c:pt>
                <c:pt idx="19331">
                  <c:v>61701</c:v>
                </c:pt>
                <c:pt idx="19332">
                  <c:v>61702</c:v>
                </c:pt>
                <c:pt idx="19333">
                  <c:v>61703</c:v>
                </c:pt>
                <c:pt idx="19334">
                  <c:v>61704</c:v>
                </c:pt>
                <c:pt idx="19335">
                  <c:v>61705</c:v>
                </c:pt>
                <c:pt idx="19336">
                  <c:v>61706</c:v>
                </c:pt>
                <c:pt idx="19337">
                  <c:v>61707</c:v>
                </c:pt>
                <c:pt idx="19338">
                  <c:v>61708</c:v>
                </c:pt>
                <c:pt idx="19339">
                  <c:v>61709</c:v>
                </c:pt>
                <c:pt idx="19340">
                  <c:v>61710</c:v>
                </c:pt>
                <c:pt idx="19341">
                  <c:v>61711</c:v>
                </c:pt>
                <c:pt idx="19342">
                  <c:v>61712</c:v>
                </c:pt>
                <c:pt idx="19343">
                  <c:v>61713</c:v>
                </c:pt>
                <c:pt idx="19344">
                  <c:v>61714</c:v>
                </c:pt>
                <c:pt idx="19345">
                  <c:v>61715</c:v>
                </c:pt>
                <c:pt idx="19346">
                  <c:v>61716</c:v>
                </c:pt>
                <c:pt idx="19347">
                  <c:v>61717</c:v>
                </c:pt>
                <c:pt idx="19348">
                  <c:v>61718</c:v>
                </c:pt>
                <c:pt idx="19349">
                  <c:v>61719</c:v>
                </c:pt>
                <c:pt idx="19350">
                  <c:v>61720</c:v>
                </c:pt>
                <c:pt idx="19351">
                  <c:v>61721</c:v>
                </c:pt>
                <c:pt idx="19352">
                  <c:v>61722</c:v>
                </c:pt>
                <c:pt idx="19353">
                  <c:v>61723</c:v>
                </c:pt>
                <c:pt idx="19354">
                  <c:v>61724</c:v>
                </c:pt>
                <c:pt idx="19355">
                  <c:v>61725</c:v>
                </c:pt>
                <c:pt idx="19356">
                  <c:v>61726</c:v>
                </c:pt>
                <c:pt idx="19357">
                  <c:v>61727</c:v>
                </c:pt>
                <c:pt idx="19358">
                  <c:v>61728</c:v>
                </c:pt>
                <c:pt idx="19359">
                  <c:v>61729</c:v>
                </c:pt>
                <c:pt idx="19360">
                  <c:v>61730</c:v>
                </c:pt>
                <c:pt idx="19361">
                  <c:v>61731</c:v>
                </c:pt>
                <c:pt idx="19362">
                  <c:v>61732</c:v>
                </c:pt>
                <c:pt idx="19363">
                  <c:v>61733</c:v>
                </c:pt>
                <c:pt idx="19364">
                  <c:v>61734</c:v>
                </c:pt>
                <c:pt idx="19365">
                  <c:v>61735</c:v>
                </c:pt>
                <c:pt idx="19366">
                  <c:v>61736</c:v>
                </c:pt>
                <c:pt idx="19367">
                  <c:v>61737</c:v>
                </c:pt>
                <c:pt idx="19368">
                  <c:v>61738</c:v>
                </c:pt>
                <c:pt idx="19369">
                  <c:v>61739</c:v>
                </c:pt>
                <c:pt idx="19370">
                  <c:v>61740</c:v>
                </c:pt>
                <c:pt idx="19371">
                  <c:v>61741</c:v>
                </c:pt>
                <c:pt idx="19372">
                  <c:v>61742</c:v>
                </c:pt>
                <c:pt idx="19373">
                  <c:v>61743</c:v>
                </c:pt>
                <c:pt idx="19374">
                  <c:v>61744</c:v>
                </c:pt>
                <c:pt idx="19375">
                  <c:v>61745</c:v>
                </c:pt>
                <c:pt idx="19376">
                  <c:v>61746</c:v>
                </c:pt>
                <c:pt idx="19377">
                  <c:v>61747</c:v>
                </c:pt>
                <c:pt idx="19378">
                  <c:v>61748</c:v>
                </c:pt>
                <c:pt idx="19379">
                  <c:v>61749</c:v>
                </c:pt>
                <c:pt idx="19380">
                  <c:v>61750</c:v>
                </c:pt>
                <c:pt idx="19381">
                  <c:v>61751</c:v>
                </c:pt>
                <c:pt idx="19382">
                  <c:v>61752</c:v>
                </c:pt>
                <c:pt idx="19383">
                  <c:v>61753</c:v>
                </c:pt>
                <c:pt idx="19384">
                  <c:v>61754</c:v>
                </c:pt>
                <c:pt idx="19385">
                  <c:v>61755</c:v>
                </c:pt>
                <c:pt idx="19386">
                  <c:v>61756</c:v>
                </c:pt>
                <c:pt idx="19387">
                  <c:v>61757</c:v>
                </c:pt>
                <c:pt idx="19388">
                  <c:v>61758</c:v>
                </c:pt>
                <c:pt idx="19389">
                  <c:v>61759</c:v>
                </c:pt>
                <c:pt idx="19390">
                  <c:v>61760</c:v>
                </c:pt>
                <c:pt idx="19391">
                  <c:v>61761</c:v>
                </c:pt>
                <c:pt idx="19392">
                  <c:v>61762</c:v>
                </c:pt>
                <c:pt idx="19393">
                  <c:v>61763</c:v>
                </c:pt>
                <c:pt idx="19394">
                  <c:v>61764</c:v>
                </c:pt>
                <c:pt idx="19395">
                  <c:v>61765</c:v>
                </c:pt>
                <c:pt idx="19396">
                  <c:v>61766</c:v>
                </c:pt>
                <c:pt idx="19397">
                  <c:v>61767</c:v>
                </c:pt>
                <c:pt idx="19398">
                  <c:v>61768</c:v>
                </c:pt>
                <c:pt idx="19399">
                  <c:v>61769</c:v>
                </c:pt>
                <c:pt idx="19400">
                  <c:v>61770</c:v>
                </c:pt>
                <c:pt idx="19401">
                  <c:v>61771</c:v>
                </c:pt>
                <c:pt idx="19402">
                  <c:v>61772</c:v>
                </c:pt>
                <c:pt idx="19403">
                  <c:v>61773</c:v>
                </c:pt>
                <c:pt idx="19404">
                  <c:v>61774</c:v>
                </c:pt>
                <c:pt idx="19405">
                  <c:v>61775</c:v>
                </c:pt>
                <c:pt idx="19406">
                  <c:v>61776</c:v>
                </c:pt>
                <c:pt idx="19407">
                  <c:v>61777</c:v>
                </c:pt>
                <c:pt idx="19408">
                  <c:v>61778</c:v>
                </c:pt>
                <c:pt idx="19409">
                  <c:v>61779</c:v>
                </c:pt>
                <c:pt idx="19410">
                  <c:v>61780</c:v>
                </c:pt>
                <c:pt idx="19411">
                  <c:v>61781</c:v>
                </c:pt>
                <c:pt idx="19412">
                  <c:v>61782</c:v>
                </c:pt>
                <c:pt idx="19413">
                  <c:v>61783</c:v>
                </c:pt>
                <c:pt idx="19414">
                  <c:v>61784</c:v>
                </c:pt>
                <c:pt idx="19415">
                  <c:v>61785</c:v>
                </c:pt>
                <c:pt idx="19416">
                  <c:v>61786</c:v>
                </c:pt>
                <c:pt idx="19417">
                  <c:v>61787</c:v>
                </c:pt>
                <c:pt idx="19418">
                  <c:v>61788</c:v>
                </c:pt>
                <c:pt idx="19419">
                  <c:v>61789</c:v>
                </c:pt>
                <c:pt idx="19420">
                  <c:v>61790</c:v>
                </c:pt>
                <c:pt idx="19421">
                  <c:v>61791</c:v>
                </c:pt>
                <c:pt idx="19422">
                  <c:v>61792</c:v>
                </c:pt>
                <c:pt idx="19423">
                  <c:v>61793</c:v>
                </c:pt>
                <c:pt idx="19424">
                  <c:v>61794</c:v>
                </c:pt>
                <c:pt idx="19425">
                  <c:v>61795</c:v>
                </c:pt>
                <c:pt idx="19426">
                  <c:v>61796</c:v>
                </c:pt>
                <c:pt idx="19427">
                  <c:v>61797</c:v>
                </c:pt>
                <c:pt idx="19428">
                  <c:v>61798</c:v>
                </c:pt>
                <c:pt idx="19429">
                  <c:v>61799</c:v>
                </c:pt>
                <c:pt idx="19430">
                  <c:v>61800</c:v>
                </c:pt>
                <c:pt idx="19431">
                  <c:v>61801</c:v>
                </c:pt>
                <c:pt idx="19432">
                  <c:v>61802</c:v>
                </c:pt>
                <c:pt idx="19433">
                  <c:v>61803</c:v>
                </c:pt>
                <c:pt idx="19434">
                  <c:v>61804</c:v>
                </c:pt>
                <c:pt idx="19435">
                  <c:v>61805</c:v>
                </c:pt>
                <c:pt idx="19436">
                  <c:v>61806</c:v>
                </c:pt>
                <c:pt idx="19437">
                  <c:v>61807</c:v>
                </c:pt>
                <c:pt idx="19438">
                  <c:v>61808</c:v>
                </c:pt>
                <c:pt idx="19439">
                  <c:v>61809</c:v>
                </c:pt>
                <c:pt idx="19440">
                  <c:v>61810</c:v>
                </c:pt>
                <c:pt idx="19441">
                  <c:v>61811</c:v>
                </c:pt>
                <c:pt idx="19442">
                  <c:v>61812</c:v>
                </c:pt>
                <c:pt idx="19443">
                  <c:v>61813</c:v>
                </c:pt>
                <c:pt idx="19444">
                  <c:v>61814</c:v>
                </c:pt>
                <c:pt idx="19445">
                  <c:v>61815</c:v>
                </c:pt>
                <c:pt idx="19446">
                  <c:v>61816</c:v>
                </c:pt>
                <c:pt idx="19447">
                  <c:v>61817</c:v>
                </c:pt>
                <c:pt idx="19448">
                  <c:v>61818</c:v>
                </c:pt>
                <c:pt idx="19449">
                  <c:v>61819</c:v>
                </c:pt>
                <c:pt idx="19450">
                  <c:v>61820</c:v>
                </c:pt>
                <c:pt idx="19451">
                  <c:v>61821</c:v>
                </c:pt>
                <c:pt idx="19452">
                  <c:v>61822</c:v>
                </c:pt>
                <c:pt idx="19453">
                  <c:v>61823</c:v>
                </c:pt>
                <c:pt idx="19454">
                  <c:v>61824</c:v>
                </c:pt>
                <c:pt idx="19455">
                  <c:v>61825</c:v>
                </c:pt>
                <c:pt idx="19456">
                  <c:v>61826</c:v>
                </c:pt>
                <c:pt idx="19457">
                  <c:v>61827</c:v>
                </c:pt>
                <c:pt idx="19458">
                  <c:v>61828</c:v>
                </c:pt>
                <c:pt idx="19459">
                  <c:v>61829</c:v>
                </c:pt>
                <c:pt idx="19460">
                  <c:v>61830</c:v>
                </c:pt>
                <c:pt idx="19461">
                  <c:v>61831</c:v>
                </c:pt>
                <c:pt idx="19462">
                  <c:v>61832</c:v>
                </c:pt>
                <c:pt idx="19463">
                  <c:v>61833</c:v>
                </c:pt>
                <c:pt idx="19464">
                  <c:v>61834</c:v>
                </c:pt>
                <c:pt idx="19465">
                  <c:v>61835</c:v>
                </c:pt>
                <c:pt idx="19466">
                  <c:v>61836</c:v>
                </c:pt>
                <c:pt idx="19467">
                  <c:v>61837</c:v>
                </c:pt>
                <c:pt idx="19468">
                  <c:v>61838</c:v>
                </c:pt>
                <c:pt idx="19469">
                  <c:v>61839</c:v>
                </c:pt>
                <c:pt idx="19470">
                  <c:v>61840</c:v>
                </c:pt>
                <c:pt idx="19471">
                  <c:v>61841</c:v>
                </c:pt>
                <c:pt idx="19472">
                  <c:v>61842</c:v>
                </c:pt>
                <c:pt idx="19473">
                  <c:v>61843</c:v>
                </c:pt>
                <c:pt idx="19474">
                  <c:v>61844</c:v>
                </c:pt>
                <c:pt idx="19475">
                  <c:v>61845</c:v>
                </c:pt>
                <c:pt idx="19476">
                  <c:v>61846</c:v>
                </c:pt>
                <c:pt idx="19477">
                  <c:v>61847</c:v>
                </c:pt>
                <c:pt idx="19478">
                  <c:v>61848</c:v>
                </c:pt>
                <c:pt idx="19479">
                  <c:v>61849</c:v>
                </c:pt>
                <c:pt idx="19480">
                  <c:v>61850</c:v>
                </c:pt>
                <c:pt idx="19481">
                  <c:v>61851</c:v>
                </c:pt>
                <c:pt idx="19482">
                  <c:v>61852</c:v>
                </c:pt>
                <c:pt idx="19483">
                  <c:v>61853</c:v>
                </c:pt>
                <c:pt idx="19484">
                  <c:v>61854</c:v>
                </c:pt>
                <c:pt idx="19485">
                  <c:v>61855</c:v>
                </c:pt>
                <c:pt idx="19486">
                  <c:v>61856</c:v>
                </c:pt>
                <c:pt idx="19487">
                  <c:v>61857</c:v>
                </c:pt>
                <c:pt idx="19488">
                  <c:v>61858</c:v>
                </c:pt>
                <c:pt idx="19489">
                  <c:v>61859</c:v>
                </c:pt>
                <c:pt idx="19490">
                  <c:v>61860</c:v>
                </c:pt>
                <c:pt idx="19491">
                  <c:v>61861</c:v>
                </c:pt>
                <c:pt idx="19492">
                  <c:v>61862</c:v>
                </c:pt>
                <c:pt idx="19493">
                  <c:v>61863</c:v>
                </c:pt>
                <c:pt idx="19494">
                  <c:v>61864</c:v>
                </c:pt>
                <c:pt idx="19495">
                  <c:v>61865</c:v>
                </c:pt>
                <c:pt idx="19496">
                  <c:v>61866</c:v>
                </c:pt>
                <c:pt idx="19497">
                  <c:v>61867</c:v>
                </c:pt>
                <c:pt idx="19498">
                  <c:v>61868</c:v>
                </c:pt>
                <c:pt idx="19499">
                  <c:v>61869</c:v>
                </c:pt>
                <c:pt idx="19500">
                  <c:v>61870</c:v>
                </c:pt>
                <c:pt idx="19501">
                  <c:v>61871</c:v>
                </c:pt>
                <c:pt idx="19502">
                  <c:v>61872</c:v>
                </c:pt>
                <c:pt idx="19503">
                  <c:v>61873</c:v>
                </c:pt>
                <c:pt idx="19504">
                  <c:v>61874</c:v>
                </c:pt>
                <c:pt idx="19505">
                  <c:v>61875</c:v>
                </c:pt>
                <c:pt idx="19506">
                  <c:v>61876</c:v>
                </c:pt>
                <c:pt idx="19507">
                  <c:v>61877</c:v>
                </c:pt>
                <c:pt idx="19508">
                  <c:v>61878</c:v>
                </c:pt>
                <c:pt idx="19509">
                  <c:v>61879</c:v>
                </c:pt>
                <c:pt idx="19510">
                  <c:v>61880</c:v>
                </c:pt>
                <c:pt idx="19511">
                  <c:v>61881</c:v>
                </c:pt>
                <c:pt idx="19512">
                  <c:v>61882</c:v>
                </c:pt>
                <c:pt idx="19513">
                  <c:v>61883</c:v>
                </c:pt>
                <c:pt idx="19514">
                  <c:v>61884</c:v>
                </c:pt>
                <c:pt idx="19515">
                  <c:v>61885</c:v>
                </c:pt>
                <c:pt idx="19516">
                  <c:v>61886</c:v>
                </c:pt>
                <c:pt idx="19517">
                  <c:v>61887</c:v>
                </c:pt>
                <c:pt idx="19518">
                  <c:v>61888</c:v>
                </c:pt>
                <c:pt idx="19519">
                  <c:v>61889</c:v>
                </c:pt>
                <c:pt idx="19520">
                  <c:v>61890</c:v>
                </c:pt>
                <c:pt idx="19521">
                  <c:v>61891</c:v>
                </c:pt>
                <c:pt idx="19522">
                  <c:v>61892</c:v>
                </c:pt>
                <c:pt idx="19523">
                  <c:v>61893</c:v>
                </c:pt>
                <c:pt idx="19524">
                  <c:v>61894</c:v>
                </c:pt>
                <c:pt idx="19525">
                  <c:v>61895</c:v>
                </c:pt>
                <c:pt idx="19526">
                  <c:v>61896</c:v>
                </c:pt>
                <c:pt idx="19527">
                  <c:v>61897</c:v>
                </c:pt>
                <c:pt idx="19528">
                  <c:v>61898</c:v>
                </c:pt>
                <c:pt idx="19529">
                  <c:v>61899</c:v>
                </c:pt>
                <c:pt idx="19530">
                  <c:v>61900</c:v>
                </c:pt>
                <c:pt idx="19531">
                  <c:v>61901</c:v>
                </c:pt>
                <c:pt idx="19532">
                  <c:v>61902</c:v>
                </c:pt>
                <c:pt idx="19533">
                  <c:v>61903</c:v>
                </c:pt>
                <c:pt idx="19534">
                  <c:v>61904</c:v>
                </c:pt>
                <c:pt idx="19535">
                  <c:v>61905</c:v>
                </c:pt>
                <c:pt idx="19536">
                  <c:v>61906</c:v>
                </c:pt>
                <c:pt idx="19537">
                  <c:v>61907</c:v>
                </c:pt>
                <c:pt idx="19538">
                  <c:v>61908</c:v>
                </c:pt>
                <c:pt idx="19539">
                  <c:v>61909</c:v>
                </c:pt>
                <c:pt idx="19540">
                  <c:v>61910</c:v>
                </c:pt>
                <c:pt idx="19541">
                  <c:v>61911</c:v>
                </c:pt>
                <c:pt idx="19542">
                  <c:v>61912</c:v>
                </c:pt>
                <c:pt idx="19543">
                  <c:v>61913</c:v>
                </c:pt>
                <c:pt idx="19544">
                  <c:v>61914</c:v>
                </c:pt>
                <c:pt idx="19545">
                  <c:v>61915</c:v>
                </c:pt>
                <c:pt idx="19546">
                  <c:v>61916</c:v>
                </c:pt>
                <c:pt idx="19547">
                  <c:v>61917</c:v>
                </c:pt>
                <c:pt idx="19548">
                  <c:v>61918</c:v>
                </c:pt>
                <c:pt idx="19549">
                  <c:v>61919</c:v>
                </c:pt>
                <c:pt idx="19550">
                  <c:v>61920</c:v>
                </c:pt>
                <c:pt idx="19551">
                  <c:v>61921</c:v>
                </c:pt>
                <c:pt idx="19552">
                  <c:v>61922</c:v>
                </c:pt>
                <c:pt idx="19553">
                  <c:v>61923</c:v>
                </c:pt>
                <c:pt idx="19554">
                  <c:v>61924</c:v>
                </c:pt>
                <c:pt idx="19555">
                  <c:v>61925</c:v>
                </c:pt>
                <c:pt idx="19556">
                  <c:v>61926</c:v>
                </c:pt>
                <c:pt idx="19557">
                  <c:v>61927</c:v>
                </c:pt>
                <c:pt idx="19558">
                  <c:v>61928</c:v>
                </c:pt>
                <c:pt idx="19559">
                  <c:v>61929</c:v>
                </c:pt>
                <c:pt idx="19560">
                  <c:v>61930</c:v>
                </c:pt>
                <c:pt idx="19561">
                  <c:v>61931</c:v>
                </c:pt>
                <c:pt idx="19562">
                  <c:v>61932</c:v>
                </c:pt>
                <c:pt idx="19563">
                  <c:v>61933</c:v>
                </c:pt>
                <c:pt idx="19564">
                  <c:v>61934</c:v>
                </c:pt>
                <c:pt idx="19565">
                  <c:v>61935</c:v>
                </c:pt>
                <c:pt idx="19566">
                  <c:v>61936</c:v>
                </c:pt>
                <c:pt idx="19567">
                  <c:v>61937</c:v>
                </c:pt>
                <c:pt idx="19568">
                  <c:v>61938</c:v>
                </c:pt>
                <c:pt idx="19569">
                  <c:v>61939</c:v>
                </c:pt>
                <c:pt idx="19570">
                  <c:v>61940</c:v>
                </c:pt>
                <c:pt idx="19571">
                  <c:v>61941</c:v>
                </c:pt>
                <c:pt idx="19572">
                  <c:v>61942</c:v>
                </c:pt>
                <c:pt idx="19573">
                  <c:v>61943</c:v>
                </c:pt>
                <c:pt idx="19574">
                  <c:v>61944</c:v>
                </c:pt>
                <c:pt idx="19575">
                  <c:v>61945</c:v>
                </c:pt>
                <c:pt idx="19576">
                  <c:v>61946</c:v>
                </c:pt>
                <c:pt idx="19577">
                  <c:v>61947</c:v>
                </c:pt>
                <c:pt idx="19578">
                  <c:v>61948</c:v>
                </c:pt>
                <c:pt idx="19579">
                  <c:v>61949</c:v>
                </c:pt>
                <c:pt idx="19580">
                  <c:v>61950</c:v>
                </c:pt>
                <c:pt idx="19581">
                  <c:v>61951</c:v>
                </c:pt>
                <c:pt idx="19582">
                  <c:v>61952</c:v>
                </c:pt>
                <c:pt idx="19583">
                  <c:v>61953</c:v>
                </c:pt>
                <c:pt idx="19584">
                  <c:v>61954</c:v>
                </c:pt>
                <c:pt idx="19585">
                  <c:v>61955</c:v>
                </c:pt>
                <c:pt idx="19586">
                  <c:v>61956</c:v>
                </c:pt>
                <c:pt idx="19587">
                  <c:v>61957</c:v>
                </c:pt>
                <c:pt idx="19588">
                  <c:v>61958</c:v>
                </c:pt>
                <c:pt idx="19589">
                  <c:v>61959</c:v>
                </c:pt>
                <c:pt idx="19590">
                  <c:v>61960</c:v>
                </c:pt>
                <c:pt idx="19591">
                  <c:v>61961</c:v>
                </c:pt>
                <c:pt idx="19592">
                  <c:v>61962</c:v>
                </c:pt>
                <c:pt idx="19593">
                  <c:v>61963</c:v>
                </c:pt>
                <c:pt idx="19594">
                  <c:v>61964</c:v>
                </c:pt>
                <c:pt idx="19595">
                  <c:v>61965</c:v>
                </c:pt>
                <c:pt idx="19596">
                  <c:v>61966</c:v>
                </c:pt>
                <c:pt idx="19597">
                  <c:v>61967</c:v>
                </c:pt>
                <c:pt idx="19598">
                  <c:v>61968</c:v>
                </c:pt>
                <c:pt idx="19599">
                  <c:v>61969</c:v>
                </c:pt>
                <c:pt idx="19600">
                  <c:v>61970</c:v>
                </c:pt>
                <c:pt idx="19601">
                  <c:v>61971</c:v>
                </c:pt>
                <c:pt idx="19602">
                  <c:v>61972</c:v>
                </c:pt>
                <c:pt idx="19603">
                  <c:v>61973</c:v>
                </c:pt>
                <c:pt idx="19604">
                  <c:v>61974</c:v>
                </c:pt>
                <c:pt idx="19605">
                  <c:v>61975</c:v>
                </c:pt>
                <c:pt idx="19606">
                  <c:v>61976</c:v>
                </c:pt>
                <c:pt idx="19607">
                  <c:v>61977</c:v>
                </c:pt>
                <c:pt idx="19608">
                  <c:v>61978</c:v>
                </c:pt>
                <c:pt idx="19609">
                  <c:v>61979</c:v>
                </c:pt>
                <c:pt idx="19610">
                  <c:v>61980</c:v>
                </c:pt>
                <c:pt idx="19611">
                  <c:v>61981</c:v>
                </c:pt>
                <c:pt idx="19612">
                  <c:v>61982</c:v>
                </c:pt>
                <c:pt idx="19613">
                  <c:v>61983</c:v>
                </c:pt>
                <c:pt idx="19614">
                  <c:v>61984</c:v>
                </c:pt>
                <c:pt idx="19615">
                  <c:v>61985</c:v>
                </c:pt>
                <c:pt idx="19616">
                  <c:v>61986</c:v>
                </c:pt>
                <c:pt idx="19617">
                  <c:v>61987</c:v>
                </c:pt>
                <c:pt idx="19618">
                  <c:v>61988</c:v>
                </c:pt>
                <c:pt idx="19619">
                  <c:v>61989</c:v>
                </c:pt>
                <c:pt idx="19620">
                  <c:v>61990</c:v>
                </c:pt>
                <c:pt idx="19621">
                  <c:v>61991</c:v>
                </c:pt>
                <c:pt idx="19622">
                  <c:v>61992</c:v>
                </c:pt>
                <c:pt idx="19623">
                  <c:v>61993</c:v>
                </c:pt>
                <c:pt idx="19624">
                  <c:v>61994</c:v>
                </c:pt>
                <c:pt idx="19625">
                  <c:v>61995</c:v>
                </c:pt>
                <c:pt idx="19626">
                  <c:v>61996</c:v>
                </c:pt>
                <c:pt idx="19627">
                  <c:v>61997</c:v>
                </c:pt>
                <c:pt idx="19628">
                  <c:v>61998</c:v>
                </c:pt>
                <c:pt idx="19629">
                  <c:v>61999</c:v>
                </c:pt>
                <c:pt idx="19630">
                  <c:v>62000</c:v>
                </c:pt>
                <c:pt idx="19631">
                  <c:v>62001</c:v>
                </c:pt>
                <c:pt idx="19632">
                  <c:v>62002</c:v>
                </c:pt>
                <c:pt idx="19633">
                  <c:v>62003</c:v>
                </c:pt>
                <c:pt idx="19634">
                  <c:v>62004</c:v>
                </c:pt>
                <c:pt idx="19635">
                  <c:v>62005</c:v>
                </c:pt>
                <c:pt idx="19636">
                  <c:v>62006</c:v>
                </c:pt>
                <c:pt idx="19637">
                  <c:v>62007</c:v>
                </c:pt>
                <c:pt idx="19638">
                  <c:v>62008</c:v>
                </c:pt>
                <c:pt idx="19639">
                  <c:v>62009</c:v>
                </c:pt>
                <c:pt idx="19640">
                  <c:v>62010</c:v>
                </c:pt>
                <c:pt idx="19641">
                  <c:v>62011</c:v>
                </c:pt>
                <c:pt idx="19642">
                  <c:v>62012</c:v>
                </c:pt>
                <c:pt idx="19643">
                  <c:v>62013</c:v>
                </c:pt>
                <c:pt idx="19644">
                  <c:v>62014</c:v>
                </c:pt>
                <c:pt idx="19645">
                  <c:v>62015</c:v>
                </c:pt>
                <c:pt idx="19646">
                  <c:v>62016</c:v>
                </c:pt>
                <c:pt idx="19647">
                  <c:v>62017</c:v>
                </c:pt>
                <c:pt idx="19648">
                  <c:v>62018</c:v>
                </c:pt>
                <c:pt idx="19649">
                  <c:v>62019</c:v>
                </c:pt>
                <c:pt idx="19650">
                  <c:v>62020</c:v>
                </c:pt>
                <c:pt idx="19651">
                  <c:v>62021</c:v>
                </c:pt>
                <c:pt idx="19652">
                  <c:v>62022</c:v>
                </c:pt>
                <c:pt idx="19653">
                  <c:v>62023</c:v>
                </c:pt>
                <c:pt idx="19654">
                  <c:v>62024</c:v>
                </c:pt>
                <c:pt idx="19655">
                  <c:v>62025</c:v>
                </c:pt>
                <c:pt idx="19656">
                  <c:v>62026</c:v>
                </c:pt>
                <c:pt idx="19657">
                  <c:v>62027</c:v>
                </c:pt>
                <c:pt idx="19658">
                  <c:v>62028</c:v>
                </c:pt>
                <c:pt idx="19659">
                  <c:v>62029</c:v>
                </c:pt>
                <c:pt idx="19660">
                  <c:v>62030</c:v>
                </c:pt>
                <c:pt idx="19661">
                  <c:v>62031</c:v>
                </c:pt>
                <c:pt idx="19662">
                  <c:v>62032</c:v>
                </c:pt>
                <c:pt idx="19663">
                  <c:v>62033</c:v>
                </c:pt>
                <c:pt idx="19664">
                  <c:v>62034</c:v>
                </c:pt>
                <c:pt idx="19665">
                  <c:v>62035</c:v>
                </c:pt>
                <c:pt idx="19666">
                  <c:v>62036</c:v>
                </c:pt>
                <c:pt idx="19667">
                  <c:v>62037</c:v>
                </c:pt>
                <c:pt idx="19668">
                  <c:v>62038</c:v>
                </c:pt>
                <c:pt idx="19669">
                  <c:v>62039</c:v>
                </c:pt>
                <c:pt idx="19670">
                  <c:v>62040</c:v>
                </c:pt>
                <c:pt idx="19671">
                  <c:v>62041</c:v>
                </c:pt>
                <c:pt idx="19672">
                  <c:v>62042</c:v>
                </c:pt>
                <c:pt idx="19673">
                  <c:v>62043</c:v>
                </c:pt>
                <c:pt idx="19674">
                  <c:v>62044</c:v>
                </c:pt>
                <c:pt idx="19675">
                  <c:v>62045</c:v>
                </c:pt>
                <c:pt idx="19676">
                  <c:v>62046</c:v>
                </c:pt>
                <c:pt idx="19677">
                  <c:v>62047</c:v>
                </c:pt>
                <c:pt idx="19678">
                  <c:v>62048</c:v>
                </c:pt>
                <c:pt idx="19679">
                  <c:v>62049</c:v>
                </c:pt>
                <c:pt idx="19680">
                  <c:v>62050</c:v>
                </c:pt>
                <c:pt idx="19681">
                  <c:v>62051</c:v>
                </c:pt>
                <c:pt idx="19682">
                  <c:v>62052</c:v>
                </c:pt>
                <c:pt idx="19683">
                  <c:v>62053</c:v>
                </c:pt>
                <c:pt idx="19684">
                  <c:v>62054</c:v>
                </c:pt>
                <c:pt idx="19685">
                  <c:v>62055</c:v>
                </c:pt>
                <c:pt idx="19686">
                  <c:v>62056</c:v>
                </c:pt>
                <c:pt idx="19687">
                  <c:v>62057</c:v>
                </c:pt>
                <c:pt idx="19688">
                  <c:v>62058</c:v>
                </c:pt>
                <c:pt idx="19689">
                  <c:v>62059</c:v>
                </c:pt>
                <c:pt idx="19690">
                  <c:v>62060</c:v>
                </c:pt>
                <c:pt idx="19691">
                  <c:v>62061</c:v>
                </c:pt>
                <c:pt idx="19692">
                  <c:v>62062</c:v>
                </c:pt>
                <c:pt idx="19693">
                  <c:v>62063</c:v>
                </c:pt>
                <c:pt idx="19694">
                  <c:v>62064</c:v>
                </c:pt>
                <c:pt idx="19695">
                  <c:v>62065</c:v>
                </c:pt>
                <c:pt idx="19696">
                  <c:v>62066</c:v>
                </c:pt>
                <c:pt idx="19697">
                  <c:v>62067</c:v>
                </c:pt>
                <c:pt idx="19698">
                  <c:v>62068</c:v>
                </c:pt>
                <c:pt idx="19699">
                  <c:v>62069</c:v>
                </c:pt>
                <c:pt idx="19700">
                  <c:v>62070</c:v>
                </c:pt>
                <c:pt idx="19701">
                  <c:v>62071</c:v>
                </c:pt>
                <c:pt idx="19702">
                  <c:v>62072</c:v>
                </c:pt>
                <c:pt idx="19703">
                  <c:v>62073</c:v>
                </c:pt>
                <c:pt idx="19704">
                  <c:v>62074</c:v>
                </c:pt>
                <c:pt idx="19705">
                  <c:v>62075</c:v>
                </c:pt>
                <c:pt idx="19706">
                  <c:v>62076</c:v>
                </c:pt>
                <c:pt idx="19707">
                  <c:v>62077</c:v>
                </c:pt>
                <c:pt idx="19708">
                  <c:v>62078</c:v>
                </c:pt>
                <c:pt idx="19709">
                  <c:v>62079</c:v>
                </c:pt>
                <c:pt idx="19710">
                  <c:v>62080</c:v>
                </c:pt>
                <c:pt idx="19711">
                  <c:v>62081</c:v>
                </c:pt>
                <c:pt idx="19712">
                  <c:v>62082</c:v>
                </c:pt>
                <c:pt idx="19713">
                  <c:v>62083</c:v>
                </c:pt>
                <c:pt idx="19714">
                  <c:v>62084</c:v>
                </c:pt>
                <c:pt idx="19715">
                  <c:v>62085</c:v>
                </c:pt>
                <c:pt idx="19716">
                  <c:v>62086</c:v>
                </c:pt>
                <c:pt idx="19717">
                  <c:v>62087</c:v>
                </c:pt>
                <c:pt idx="19718">
                  <c:v>62088</c:v>
                </c:pt>
                <c:pt idx="19719">
                  <c:v>62089</c:v>
                </c:pt>
                <c:pt idx="19720">
                  <c:v>62090</c:v>
                </c:pt>
                <c:pt idx="19721">
                  <c:v>62091</c:v>
                </c:pt>
                <c:pt idx="19722">
                  <c:v>62092</c:v>
                </c:pt>
                <c:pt idx="19723">
                  <c:v>62093</c:v>
                </c:pt>
                <c:pt idx="19724">
                  <c:v>62094</c:v>
                </c:pt>
                <c:pt idx="19725">
                  <c:v>62095</c:v>
                </c:pt>
                <c:pt idx="19726">
                  <c:v>62096</c:v>
                </c:pt>
                <c:pt idx="19727">
                  <c:v>62097</c:v>
                </c:pt>
                <c:pt idx="19728">
                  <c:v>62098</c:v>
                </c:pt>
                <c:pt idx="19729">
                  <c:v>62099</c:v>
                </c:pt>
                <c:pt idx="19730">
                  <c:v>62100</c:v>
                </c:pt>
                <c:pt idx="19731">
                  <c:v>62101</c:v>
                </c:pt>
                <c:pt idx="19732">
                  <c:v>62102</c:v>
                </c:pt>
                <c:pt idx="19733">
                  <c:v>62103</c:v>
                </c:pt>
                <c:pt idx="19734">
                  <c:v>62104</c:v>
                </c:pt>
                <c:pt idx="19735">
                  <c:v>62105</c:v>
                </c:pt>
                <c:pt idx="19736">
                  <c:v>62106</c:v>
                </c:pt>
                <c:pt idx="19737">
                  <c:v>62107</c:v>
                </c:pt>
                <c:pt idx="19738">
                  <c:v>62108</c:v>
                </c:pt>
                <c:pt idx="19739">
                  <c:v>62109</c:v>
                </c:pt>
                <c:pt idx="19740">
                  <c:v>62110</c:v>
                </c:pt>
                <c:pt idx="19741">
                  <c:v>62111</c:v>
                </c:pt>
                <c:pt idx="19742">
                  <c:v>62112</c:v>
                </c:pt>
                <c:pt idx="19743">
                  <c:v>62113</c:v>
                </c:pt>
                <c:pt idx="19744">
                  <c:v>62114</c:v>
                </c:pt>
                <c:pt idx="19745">
                  <c:v>62115</c:v>
                </c:pt>
                <c:pt idx="19746">
                  <c:v>62116</c:v>
                </c:pt>
                <c:pt idx="19747">
                  <c:v>62117</c:v>
                </c:pt>
                <c:pt idx="19748">
                  <c:v>62118</c:v>
                </c:pt>
                <c:pt idx="19749">
                  <c:v>62119</c:v>
                </c:pt>
                <c:pt idx="19750">
                  <c:v>62120</c:v>
                </c:pt>
                <c:pt idx="19751">
                  <c:v>62121</c:v>
                </c:pt>
                <c:pt idx="19752">
                  <c:v>62122</c:v>
                </c:pt>
                <c:pt idx="19753">
                  <c:v>62123</c:v>
                </c:pt>
                <c:pt idx="19754">
                  <c:v>62124</c:v>
                </c:pt>
                <c:pt idx="19755">
                  <c:v>62125</c:v>
                </c:pt>
                <c:pt idx="19756">
                  <c:v>62126</c:v>
                </c:pt>
                <c:pt idx="19757">
                  <c:v>62127</c:v>
                </c:pt>
                <c:pt idx="19758">
                  <c:v>62128</c:v>
                </c:pt>
                <c:pt idx="19759">
                  <c:v>62129</c:v>
                </c:pt>
                <c:pt idx="19760">
                  <c:v>62130</c:v>
                </c:pt>
                <c:pt idx="19761">
                  <c:v>62131</c:v>
                </c:pt>
                <c:pt idx="19762">
                  <c:v>62132</c:v>
                </c:pt>
                <c:pt idx="19763">
                  <c:v>62133</c:v>
                </c:pt>
                <c:pt idx="19764">
                  <c:v>62134</c:v>
                </c:pt>
                <c:pt idx="19765">
                  <c:v>62135</c:v>
                </c:pt>
                <c:pt idx="19766">
                  <c:v>62136</c:v>
                </c:pt>
                <c:pt idx="19767">
                  <c:v>62137</c:v>
                </c:pt>
                <c:pt idx="19768">
                  <c:v>62138</c:v>
                </c:pt>
                <c:pt idx="19769">
                  <c:v>62139</c:v>
                </c:pt>
                <c:pt idx="19770">
                  <c:v>62140</c:v>
                </c:pt>
                <c:pt idx="19771">
                  <c:v>62141</c:v>
                </c:pt>
                <c:pt idx="19772">
                  <c:v>62142</c:v>
                </c:pt>
                <c:pt idx="19773">
                  <c:v>62143</c:v>
                </c:pt>
                <c:pt idx="19774">
                  <c:v>62144</c:v>
                </c:pt>
                <c:pt idx="19775">
                  <c:v>62145</c:v>
                </c:pt>
                <c:pt idx="19776">
                  <c:v>62146</c:v>
                </c:pt>
                <c:pt idx="19777">
                  <c:v>62147</c:v>
                </c:pt>
                <c:pt idx="19778">
                  <c:v>62148</c:v>
                </c:pt>
                <c:pt idx="19779">
                  <c:v>62149</c:v>
                </c:pt>
                <c:pt idx="19780">
                  <c:v>62150</c:v>
                </c:pt>
                <c:pt idx="19781">
                  <c:v>62151</c:v>
                </c:pt>
                <c:pt idx="19782">
                  <c:v>62152</c:v>
                </c:pt>
                <c:pt idx="19783">
                  <c:v>62153</c:v>
                </c:pt>
                <c:pt idx="19784">
                  <c:v>62154</c:v>
                </c:pt>
                <c:pt idx="19785">
                  <c:v>62155</c:v>
                </c:pt>
                <c:pt idx="19786">
                  <c:v>62156</c:v>
                </c:pt>
                <c:pt idx="19787">
                  <c:v>62157</c:v>
                </c:pt>
                <c:pt idx="19788">
                  <c:v>62158</c:v>
                </c:pt>
                <c:pt idx="19789">
                  <c:v>62159</c:v>
                </c:pt>
                <c:pt idx="19790">
                  <c:v>62160</c:v>
                </c:pt>
                <c:pt idx="19791">
                  <c:v>62161</c:v>
                </c:pt>
                <c:pt idx="19792">
                  <c:v>62162</c:v>
                </c:pt>
                <c:pt idx="19793">
                  <c:v>62163</c:v>
                </c:pt>
                <c:pt idx="19794">
                  <c:v>62164</c:v>
                </c:pt>
                <c:pt idx="19795">
                  <c:v>62165</c:v>
                </c:pt>
                <c:pt idx="19796">
                  <c:v>62166</c:v>
                </c:pt>
                <c:pt idx="19797">
                  <c:v>62167</c:v>
                </c:pt>
                <c:pt idx="19798">
                  <c:v>62168</c:v>
                </c:pt>
                <c:pt idx="19799">
                  <c:v>62169</c:v>
                </c:pt>
                <c:pt idx="19800">
                  <c:v>62170</c:v>
                </c:pt>
                <c:pt idx="19801">
                  <c:v>62171</c:v>
                </c:pt>
                <c:pt idx="19802">
                  <c:v>62172</c:v>
                </c:pt>
                <c:pt idx="19803">
                  <c:v>62173</c:v>
                </c:pt>
                <c:pt idx="19804">
                  <c:v>62174</c:v>
                </c:pt>
                <c:pt idx="19805">
                  <c:v>62175</c:v>
                </c:pt>
                <c:pt idx="19806">
                  <c:v>62176</c:v>
                </c:pt>
                <c:pt idx="19807">
                  <c:v>62177</c:v>
                </c:pt>
                <c:pt idx="19808">
                  <c:v>62178</c:v>
                </c:pt>
                <c:pt idx="19809">
                  <c:v>62179</c:v>
                </c:pt>
                <c:pt idx="19810">
                  <c:v>62180</c:v>
                </c:pt>
                <c:pt idx="19811">
                  <c:v>62181</c:v>
                </c:pt>
                <c:pt idx="19812">
                  <c:v>62182</c:v>
                </c:pt>
                <c:pt idx="19813">
                  <c:v>62183</c:v>
                </c:pt>
                <c:pt idx="19814">
                  <c:v>62184</c:v>
                </c:pt>
                <c:pt idx="19815">
                  <c:v>62185</c:v>
                </c:pt>
                <c:pt idx="19816">
                  <c:v>62186</c:v>
                </c:pt>
                <c:pt idx="19817">
                  <c:v>62187</c:v>
                </c:pt>
                <c:pt idx="19818">
                  <c:v>62188</c:v>
                </c:pt>
                <c:pt idx="19819">
                  <c:v>62189</c:v>
                </c:pt>
                <c:pt idx="19820">
                  <c:v>62190</c:v>
                </c:pt>
                <c:pt idx="19821">
                  <c:v>62191</c:v>
                </c:pt>
                <c:pt idx="19822">
                  <c:v>62192</c:v>
                </c:pt>
                <c:pt idx="19823">
                  <c:v>62193</c:v>
                </c:pt>
                <c:pt idx="19824">
                  <c:v>62194</c:v>
                </c:pt>
                <c:pt idx="19825">
                  <c:v>62195</c:v>
                </c:pt>
                <c:pt idx="19826">
                  <c:v>62196</c:v>
                </c:pt>
                <c:pt idx="19827">
                  <c:v>62197</c:v>
                </c:pt>
                <c:pt idx="19828">
                  <c:v>62198</c:v>
                </c:pt>
                <c:pt idx="19829">
                  <c:v>62199</c:v>
                </c:pt>
                <c:pt idx="19830">
                  <c:v>62200</c:v>
                </c:pt>
                <c:pt idx="19831">
                  <c:v>62201</c:v>
                </c:pt>
                <c:pt idx="19832">
                  <c:v>62202</c:v>
                </c:pt>
                <c:pt idx="19833">
                  <c:v>62203</c:v>
                </c:pt>
                <c:pt idx="19834">
                  <c:v>62204</c:v>
                </c:pt>
                <c:pt idx="19835">
                  <c:v>62205</c:v>
                </c:pt>
                <c:pt idx="19836">
                  <c:v>62206</c:v>
                </c:pt>
                <c:pt idx="19837">
                  <c:v>62207</c:v>
                </c:pt>
                <c:pt idx="19838">
                  <c:v>62208</c:v>
                </c:pt>
                <c:pt idx="19839">
                  <c:v>62209</c:v>
                </c:pt>
                <c:pt idx="19840">
                  <c:v>62210</c:v>
                </c:pt>
                <c:pt idx="19841">
                  <c:v>62211</c:v>
                </c:pt>
                <c:pt idx="19842">
                  <c:v>62212</c:v>
                </c:pt>
                <c:pt idx="19843">
                  <c:v>62213</c:v>
                </c:pt>
                <c:pt idx="19844">
                  <c:v>62214</c:v>
                </c:pt>
                <c:pt idx="19845">
                  <c:v>62215</c:v>
                </c:pt>
                <c:pt idx="19846">
                  <c:v>62216</c:v>
                </c:pt>
                <c:pt idx="19847">
                  <c:v>62217</c:v>
                </c:pt>
                <c:pt idx="19848">
                  <c:v>62218</c:v>
                </c:pt>
                <c:pt idx="19849">
                  <c:v>62219</c:v>
                </c:pt>
                <c:pt idx="19850">
                  <c:v>62220</c:v>
                </c:pt>
                <c:pt idx="19851">
                  <c:v>62221</c:v>
                </c:pt>
                <c:pt idx="19852">
                  <c:v>62222</c:v>
                </c:pt>
                <c:pt idx="19853">
                  <c:v>62223</c:v>
                </c:pt>
                <c:pt idx="19854">
                  <c:v>62224</c:v>
                </c:pt>
                <c:pt idx="19855">
                  <c:v>62225</c:v>
                </c:pt>
                <c:pt idx="19856">
                  <c:v>62226</c:v>
                </c:pt>
                <c:pt idx="19857">
                  <c:v>62227</c:v>
                </c:pt>
                <c:pt idx="19858">
                  <c:v>62228</c:v>
                </c:pt>
                <c:pt idx="19859">
                  <c:v>62229</c:v>
                </c:pt>
                <c:pt idx="19860">
                  <c:v>62230</c:v>
                </c:pt>
                <c:pt idx="19861">
                  <c:v>62231</c:v>
                </c:pt>
                <c:pt idx="19862">
                  <c:v>62232</c:v>
                </c:pt>
                <c:pt idx="19863">
                  <c:v>62233</c:v>
                </c:pt>
                <c:pt idx="19864">
                  <c:v>62234</c:v>
                </c:pt>
                <c:pt idx="19865">
                  <c:v>62235</c:v>
                </c:pt>
                <c:pt idx="19866">
                  <c:v>62236</c:v>
                </c:pt>
                <c:pt idx="19867">
                  <c:v>62237</c:v>
                </c:pt>
                <c:pt idx="19868">
                  <c:v>62238</c:v>
                </c:pt>
                <c:pt idx="19869">
                  <c:v>62239</c:v>
                </c:pt>
                <c:pt idx="19870">
                  <c:v>62240</c:v>
                </c:pt>
                <c:pt idx="19871">
                  <c:v>62241</c:v>
                </c:pt>
                <c:pt idx="19872">
                  <c:v>62242</c:v>
                </c:pt>
                <c:pt idx="19873">
                  <c:v>62243</c:v>
                </c:pt>
                <c:pt idx="19874">
                  <c:v>62244</c:v>
                </c:pt>
                <c:pt idx="19875">
                  <c:v>62245</c:v>
                </c:pt>
                <c:pt idx="19876">
                  <c:v>62246</c:v>
                </c:pt>
                <c:pt idx="19877">
                  <c:v>62247</c:v>
                </c:pt>
                <c:pt idx="19878">
                  <c:v>62248</c:v>
                </c:pt>
                <c:pt idx="19879">
                  <c:v>62249</c:v>
                </c:pt>
                <c:pt idx="19880">
                  <c:v>62250</c:v>
                </c:pt>
                <c:pt idx="19881">
                  <c:v>62251</c:v>
                </c:pt>
                <c:pt idx="19882">
                  <c:v>62252</c:v>
                </c:pt>
                <c:pt idx="19883">
                  <c:v>62253</c:v>
                </c:pt>
                <c:pt idx="19884">
                  <c:v>62254</c:v>
                </c:pt>
                <c:pt idx="19885">
                  <c:v>62255</c:v>
                </c:pt>
                <c:pt idx="19886">
                  <c:v>62256</c:v>
                </c:pt>
                <c:pt idx="19887">
                  <c:v>62257</c:v>
                </c:pt>
                <c:pt idx="19888">
                  <c:v>62258</c:v>
                </c:pt>
                <c:pt idx="19889">
                  <c:v>62259</c:v>
                </c:pt>
                <c:pt idx="19890">
                  <c:v>62260</c:v>
                </c:pt>
                <c:pt idx="19891">
                  <c:v>62261</c:v>
                </c:pt>
                <c:pt idx="19892">
                  <c:v>62262</c:v>
                </c:pt>
                <c:pt idx="19893">
                  <c:v>62263</c:v>
                </c:pt>
                <c:pt idx="19894">
                  <c:v>62264</c:v>
                </c:pt>
                <c:pt idx="19895">
                  <c:v>62265</c:v>
                </c:pt>
                <c:pt idx="19896">
                  <c:v>62266</c:v>
                </c:pt>
                <c:pt idx="19897">
                  <c:v>62267</c:v>
                </c:pt>
                <c:pt idx="19898">
                  <c:v>62268</c:v>
                </c:pt>
                <c:pt idx="19899">
                  <c:v>62269</c:v>
                </c:pt>
                <c:pt idx="19900">
                  <c:v>62270</c:v>
                </c:pt>
                <c:pt idx="19901">
                  <c:v>62271</c:v>
                </c:pt>
                <c:pt idx="19902">
                  <c:v>62272</c:v>
                </c:pt>
                <c:pt idx="19903">
                  <c:v>62273</c:v>
                </c:pt>
                <c:pt idx="19904">
                  <c:v>62274</c:v>
                </c:pt>
                <c:pt idx="19905">
                  <c:v>62275</c:v>
                </c:pt>
                <c:pt idx="19906">
                  <c:v>62276</c:v>
                </c:pt>
                <c:pt idx="19907">
                  <c:v>62277</c:v>
                </c:pt>
                <c:pt idx="19908">
                  <c:v>62278</c:v>
                </c:pt>
                <c:pt idx="19909">
                  <c:v>62279</c:v>
                </c:pt>
                <c:pt idx="19910">
                  <c:v>62280</c:v>
                </c:pt>
                <c:pt idx="19911">
                  <c:v>62281</c:v>
                </c:pt>
                <c:pt idx="19912">
                  <c:v>62282</c:v>
                </c:pt>
                <c:pt idx="19913">
                  <c:v>62283</c:v>
                </c:pt>
                <c:pt idx="19914">
                  <c:v>62284</c:v>
                </c:pt>
                <c:pt idx="19915">
                  <c:v>62285</c:v>
                </c:pt>
                <c:pt idx="19916">
                  <c:v>62286</c:v>
                </c:pt>
                <c:pt idx="19917">
                  <c:v>62287</c:v>
                </c:pt>
                <c:pt idx="19918">
                  <c:v>62288</c:v>
                </c:pt>
                <c:pt idx="19919">
                  <c:v>62289</c:v>
                </c:pt>
                <c:pt idx="19920">
                  <c:v>62290</c:v>
                </c:pt>
                <c:pt idx="19921">
                  <c:v>62291</c:v>
                </c:pt>
                <c:pt idx="19922">
                  <c:v>62292</c:v>
                </c:pt>
                <c:pt idx="19923">
                  <c:v>62293</c:v>
                </c:pt>
                <c:pt idx="19924">
                  <c:v>62294</c:v>
                </c:pt>
                <c:pt idx="19925">
                  <c:v>62295</c:v>
                </c:pt>
                <c:pt idx="19926">
                  <c:v>62296</c:v>
                </c:pt>
                <c:pt idx="19927">
                  <c:v>62297</c:v>
                </c:pt>
                <c:pt idx="19928">
                  <c:v>62298</c:v>
                </c:pt>
                <c:pt idx="19929">
                  <c:v>62299</c:v>
                </c:pt>
                <c:pt idx="19930">
                  <c:v>62300</c:v>
                </c:pt>
                <c:pt idx="19931">
                  <c:v>62301</c:v>
                </c:pt>
                <c:pt idx="19932">
                  <c:v>62302</c:v>
                </c:pt>
                <c:pt idx="19933">
                  <c:v>62303</c:v>
                </c:pt>
                <c:pt idx="19934">
                  <c:v>62304</c:v>
                </c:pt>
                <c:pt idx="19935">
                  <c:v>62305</c:v>
                </c:pt>
                <c:pt idx="19936">
                  <c:v>62306</c:v>
                </c:pt>
                <c:pt idx="19937">
                  <c:v>62307</c:v>
                </c:pt>
                <c:pt idx="19938">
                  <c:v>62308</c:v>
                </c:pt>
                <c:pt idx="19939">
                  <c:v>62309</c:v>
                </c:pt>
                <c:pt idx="19940">
                  <c:v>62310</c:v>
                </c:pt>
                <c:pt idx="19941">
                  <c:v>62311</c:v>
                </c:pt>
                <c:pt idx="19942">
                  <c:v>62312</c:v>
                </c:pt>
                <c:pt idx="19943">
                  <c:v>62313</c:v>
                </c:pt>
                <c:pt idx="19944">
                  <c:v>62314</c:v>
                </c:pt>
                <c:pt idx="19945">
                  <c:v>62315</c:v>
                </c:pt>
                <c:pt idx="19946">
                  <c:v>62316</c:v>
                </c:pt>
                <c:pt idx="19947">
                  <c:v>62317</c:v>
                </c:pt>
                <c:pt idx="19948">
                  <c:v>62318</c:v>
                </c:pt>
                <c:pt idx="19949">
                  <c:v>62319</c:v>
                </c:pt>
                <c:pt idx="19950">
                  <c:v>62320</c:v>
                </c:pt>
                <c:pt idx="19951">
                  <c:v>62321</c:v>
                </c:pt>
                <c:pt idx="19952">
                  <c:v>62322</c:v>
                </c:pt>
                <c:pt idx="19953">
                  <c:v>62323</c:v>
                </c:pt>
                <c:pt idx="19954">
                  <c:v>62324</c:v>
                </c:pt>
                <c:pt idx="19955">
                  <c:v>62325</c:v>
                </c:pt>
                <c:pt idx="19956">
                  <c:v>62326</c:v>
                </c:pt>
                <c:pt idx="19957">
                  <c:v>62327</c:v>
                </c:pt>
                <c:pt idx="19958">
                  <c:v>62328</c:v>
                </c:pt>
                <c:pt idx="19959">
                  <c:v>62329</c:v>
                </c:pt>
                <c:pt idx="19960">
                  <c:v>62330</c:v>
                </c:pt>
                <c:pt idx="19961">
                  <c:v>62331</c:v>
                </c:pt>
                <c:pt idx="19962">
                  <c:v>62332</c:v>
                </c:pt>
                <c:pt idx="19963">
                  <c:v>62333</c:v>
                </c:pt>
                <c:pt idx="19964">
                  <c:v>62334</c:v>
                </c:pt>
                <c:pt idx="19965">
                  <c:v>62335</c:v>
                </c:pt>
                <c:pt idx="19966">
                  <c:v>62336</c:v>
                </c:pt>
                <c:pt idx="19967">
                  <c:v>62337</c:v>
                </c:pt>
                <c:pt idx="19968">
                  <c:v>62338</c:v>
                </c:pt>
                <c:pt idx="19969">
                  <c:v>62339</c:v>
                </c:pt>
                <c:pt idx="19970">
                  <c:v>62340</c:v>
                </c:pt>
                <c:pt idx="19971">
                  <c:v>62341</c:v>
                </c:pt>
                <c:pt idx="19972">
                  <c:v>62342</c:v>
                </c:pt>
                <c:pt idx="19973">
                  <c:v>62343</c:v>
                </c:pt>
                <c:pt idx="19974">
                  <c:v>62344</c:v>
                </c:pt>
                <c:pt idx="19975">
                  <c:v>62345</c:v>
                </c:pt>
                <c:pt idx="19976">
                  <c:v>62346</c:v>
                </c:pt>
                <c:pt idx="19977">
                  <c:v>62347</c:v>
                </c:pt>
                <c:pt idx="19978">
                  <c:v>62348</c:v>
                </c:pt>
                <c:pt idx="19979">
                  <c:v>62349</c:v>
                </c:pt>
                <c:pt idx="19980">
                  <c:v>62350</c:v>
                </c:pt>
                <c:pt idx="19981">
                  <c:v>62351</c:v>
                </c:pt>
                <c:pt idx="19982">
                  <c:v>62352</c:v>
                </c:pt>
                <c:pt idx="19983">
                  <c:v>62353</c:v>
                </c:pt>
                <c:pt idx="19984">
                  <c:v>62354</c:v>
                </c:pt>
                <c:pt idx="19985">
                  <c:v>62355</c:v>
                </c:pt>
                <c:pt idx="19986">
                  <c:v>62356</c:v>
                </c:pt>
                <c:pt idx="19987">
                  <c:v>62357</c:v>
                </c:pt>
                <c:pt idx="19988">
                  <c:v>62358</c:v>
                </c:pt>
                <c:pt idx="19989">
                  <c:v>62359</c:v>
                </c:pt>
                <c:pt idx="19990">
                  <c:v>62360</c:v>
                </c:pt>
                <c:pt idx="19991">
                  <c:v>62361</c:v>
                </c:pt>
                <c:pt idx="19992">
                  <c:v>62362</c:v>
                </c:pt>
                <c:pt idx="19993">
                  <c:v>62363</c:v>
                </c:pt>
                <c:pt idx="19994">
                  <c:v>62364</c:v>
                </c:pt>
                <c:pt idx="19995">
                  <c:v>62365</c:v>
                </c:pt>
                <c:pt idx="19996">
                  <c:v>62366</c:v>
                </c:pt>
                <c:pt idx="19997">
                  <c:v>62367</c:v>
                </c:pt>
                <c:pt idx="19998">
                  <c:v>62368</c:v>
                </c:pt>
                <c:pt idx="19999">
                  <c:v>62369</c:v>
                </c:pt>
                <c:pt idx="20000">
                  <c:v>62370</c:v>
                </c:pt>
                <c:pt idx="20001">
                  <c:v>62371</c:v>
                </c:pt>
                <c:pt idx="20002">
                  <c:v>62372</c:v>
                </c:pt>
                <c:pt idx="20003">
                  <c:v>62373</c:v>
                </c:pt>
                <c:pt idx="20004">
                  <c:v>62374</c:v>
                </c:pt>
                <c:pt idx="20005">
                  <c:v>62375</c:v>
                </c:pt>
                <c:pt idx="20006">
                  <c:v>62376</c:v>
                </c:pt>
                <c:pt idx="20007">
                  <c:v>62377</c:v>
                </c:pt>
                <c:pt idx="20008">
                  <c:v>62378</c:v>
                </c:pt>
                <c:pt idx="20009">
                  <c:v>62379</c:v>
                </c:pt>
                <c:pt idx="20010">
                  <c:v>62380</c:v>
                </c:pt>
                <c:pt idx="20011">
                  <c:v>62381</c:v>
                </c:pt>
                <c:pt idx="20012">
                  <c:v>62382</c:v>
                </c:pt>
                <c:pt idx="20013">
                  <c:v>62383</c:v>
                </c:pt>
                <c:pt idx="20014">
                  <c:v>62384</c:v>
                </c:pt>
                <c:pt idx="20015">
                  <c:v>62385</c:v>
                </c:pt>
                <c:pt idx="20016">
                  <c:v>62386</c:v>
                </c:pt>
                <c:pt idx="20017">
                  <c:v>62387</c:v>
                </c:pt>
                <c:pt idx="20018">
                  <c:v>62388</c:v>
                </c:pt>
                <c:pt idx="20019">
                  <c:v>62389</c:v>
                </c:pt>
                <c:pt idx="20020">
                  <c:v>62390</c:v>
                </c:pt>
                <c:pt idx="20021">
                  <c:v>62391</c:v>
                </c:pt>
                <c:pt idx="20022">
                  <c:v>62392</c:v>
                </c:pt>
                <c:pt idx="20023">
                  <c:v>62393</c:v>
                </c:pt>
                <c:pt idx="20024">
                  <c:v>62394</c:v>
                </c:pt>
                <c:pt idx="20025">
                  <c:v>62395</c:v>
                </c:pt>
                <c:pt idx="20026">
                  <c:v>62396</c:v>
                </c:pt>
                <c:pt idx="20027">
                  <c:v>62397</c:v>
                </c:pt>
                <c:pt idx="20028">
                  <c:v>62398</c:v>
                </c:pt>
                <c:pt idx="20029">
                  <c:v>62399</c:v>
                </c:pt>
                <c:pt idx="20030">
                  <c:v>62400</c:v>
                </c:pt>
                <c:pt idx="20031">
                  <c:v>62401</c:v>
                </c:pt>
                <c:pt idx="20032">
                  <c:v>62402</c:v>
                </c:pt>
                <c:pt idx="20033">
                  <c:v>62403</c:v>
                </c:pt>
                <c:pt idx="20034">
                  <c:v>62404</c:v>
                </c:pt>
                <c:pt idx="20035">
                  <c:v>62405</c:v>
                </c:pt>
                <c:pt idx="20036">
                  <c:v>62406</c:v>
                </c:pt>
                <c:pt idx="20037">
                  <c:v>62407</c:v>
                </c:pt>
                <c:pt idx="20038">
                  <c:v>62408</c:v>
                </c:pt>
                <c:pt idx="20039">
                  <c:v>62409</c:v>
                </c:pt>
                <c:pt idx="20040">
                  <c:v>62410</c:v>
                </c:pt>
                <c:pt idx="20041">
                  <c:v>62411</c:v>
                </c:pt>
                <c:pt idx="20042">
                  <c:v>62412</c:v>
                </c:pt>
                <c:pt idx="20043">
                  <c:v>62413</c:v>
                </c:pt>
                <c:pt idx="20044">
                  <c:v>62414</c:v>
                </c:pt>
                <c:pt idx="20045">
                  <c:v>62415</c:v>
                </c:pt>
                <c:pt idx="20046">
                  <c:v>62416</c:v>
                </c:pt>
                <c:pt idx="20047">
                  <c:v>62417</c:v>
                </c:pt>
                <c:pt idx="20048">
                  <c:v>62418</c:v>
                </c:pt>
                <c:pt idx="20049">
                  <c:v>62419</c:v>
                </c:pt>
                <c:pt idx="20050">
                  <c:v>62420</c:v>
                </c:pt>
                <c:pt idx="20051">
                  <c:v>62421</c:v>
                </c:pt>
                <c:pt idx="20052">
                  <c:v>62422</c:v>
                </c:pt>
                <c:pt idx="20053">
                  <c:v>62423</c:v>
                </c:pt>
                <c:pt idx="20054">
                  <c:v>62424</c:v>
                </c:pt>
                <c:pt idx="20055">
                  <c:v>62425</c:v>
                </c:pt>
                <c:pt idx="20056">
                  <c:v>62426</c:v>
                </c:pt>
                <c:pt idx="20057">
                  <c:v>62427</c:v>
                </c:pt>
                <c:pt idx="20058">
                  <c:v>62428</c:v>
                </c:pt>
                <c:pt idx="20059">
                  <c:v>62429</c:v>
                </c:pt>
                <c:pt idx="20060">
                  <c:v>62430</c:v>
                </c:pt>
                <c:pt idx="20061">
                  <c:v>62431</c:v>
                </c:pt>
                <c:pt idx="20062">
                  <c:v>62432</c:v>
                </c:pt>
                <c:pt idx="20063">
                  <c:v>62433</c:v>
                </c:pt>
                <c:pt idx="20064">
                  <c:v>62434</c:v>
                </c:pt>
                <c:pt idx="20065">
                  <c:v>62435</c:v>
                </c:pt>
                <c:pt idx="20066">
                  <c:v>62436</c:v>
                </c:pt>
                <c:pt idx="20067">
                  <c:v>62437</c:v>
                </c:pt>
                <c:pt idx="20068">
                  <c:v>62438</c:v>
                </c:pt>
                <c:pt idx="20069">
                  <c:v>62439</c:v>
                </c:pt>
                <c:pt idx="20070">
                  <c:v>62440</c:v>
                </c:pt>
                <c:pt idx="20071">
                  <c:v>62441</c:v>
                </c:pt>
                <c:pt idx="20072">
                  <c:v>62442</c:v>
                </c:pt>
                <c:pt idx="20073">
                  <c:v>62443</c:v>
                </c:pt>
                <c:pt idx="20074">
                  <c:v>62444</c:v>
                </c:pt>
                <c:pt idx="20075">
                  <c:v>62445</c:v>
                </c:pt>
                <c:pt idx="20076">
                  <c:v>62446</c:v>
                </c:pt>
                <c:pt idx="20077">
                  <c:v>62447</c:v>
                </c:pt>
                <c:pt idx="20078">
                  <c:v>62448</c:v>
                </c:pt>
                <c:pt idx="20079">
                  <c:v>62449</c:v>
                </c:pt>
                <c:pt idx="20080">
                  <c:v>62450</c:v>
                </c:pt>
                <c:pt idx="20081">
                  <c:v>62451</c:v>
                </c:pt>
                <c:pt idx="20082">
                  <c:v>62452</c:v>
                </c:pt>
                <c:pt idx="20083">
                  <c:v>62453</c:v>
                </c:pt>
                <c:pt idx="20084">
                  <c:v>62454</c:v>
                </c:pt>
                <c:pt idx="20085">
                  <c:v>62455</c:v>
                </c:pt>
                <c:pt idx="20086">
                  <c:v>62456</c:v>
                </c:pt>
                <c:pt idx="20087">
                  <c:v>62457</c:v>
                </c:pt>
                <c:pt idx="20088">
                  <c:v>62458</c:v>
                </c:pt>
                <c:pt idx="20089">
                  <c:v>62459</c:v>
                </c:pt>
                <c:pt idx="20090">
                  <c:v>62460</c:v>
                </c:pt>
                <c:pt idx="20091">
                  <c:v>62461</c:v>
                </c:pt>
                <c:pt idx="20092">
                  <c:v>62462</c:v>
                </c:pt>
                <c:pt idx="20093">
                  <c:v>62463</c:v>
                </c:pt>
                <c:pt idx="20094">
                  <c:v>62464</c:v>
                </c:pt>
                <c:pt idx="20095">
                  <c:v>62465</c:v>
                </c:pt>
                <c:pt idx="20096">
                  <c:v>62466</c:v>
                </c:pt>
                <c:pt idx="20097">
                  <c:v>62467</c:v>
                </c:pt>
                <c:pt idx="20098">
                  <c:v>62468</c:v>
                </c:pt>
                <c:pt idx="20099">
                  <c:v>62469</c:v>
                </c:pt>
                <c:pt idx="20100">
                  <c:v>62470</c:v>
                </c:pt>
                <c:pt idx="20101">
                  <c:v>62471</c:v>
                </c:pt>
                <c:pt idx="20102">
                  <c:v>62472</c:v>
                </c:pt>
                <c:pt idx="20103">
                  <c:v>62473</c:v>
                </c:pt>
                <c:pt idx="20104">
                  <c:v>62474</c:v>
                </c:pt>
                <c:pt idx="20105">
                  <c:v>62475</c:v>
                </c:pt>
                <c:pt idx="20106">
                  <c:v>62476</c:v>
                </c:pt>
                <c:pt idx="20107">
                  <c:v>62477</c:v>
                </c:pt>
                <c:pt idx="20108">
                  <c:v>62478</c:v>
                </c:pt>
                <c:pt idx="20109">
                  <c:v>62479</c:v>
                </c:pt>
                <c:pt idx="20110">
                  <c:v>62480</c:v>
                </c:pt>
                <c:pt idx="20111">
                  <c:v>62481</c:v>
                </c:pt>
                <c:pt idx="20112">
                  <c:v>62482</c:v>
                </c:pt>
                <c:pt idx="20113">
                  <c:v>62483</c:v>
                </c:pt>
                <c:pt idx="20114">
                  <c:v>62484</c:v>
                </c:pt>
                <c:pt idx="20115">
                  <c:v>62485</c:v>
                </c:pt>
                <c:pt idx="20116">
                  <c:v>62486</c:v>
                </c:pt>
                <c:pt idx="20117">
                  <c:v>62487</c:v>
                </c:pt>
                <c:pt idx="20118">
                  <c:v>62488</c:v>
                </c:pt>
                <c:pt idx="20119">
                  <c:v>62489</c:v>
                </c:pt>
                <c:pt idx="20120">
                  <c:v>62490</c:v>
                </c:pt>
                <c:pt idx="20121">
                  <c:v>62491</c:v>
                </c:pt>
                <c:pt idx="20122">
                  <c:v>62492</c:v>
                </c:pt>
                <c:pt idx="20123">
                  <c:v>62493</c:v>
                </c:pt>
                <c:pt idx="20124">
                  <c:v>62494</c:v>
                </c:pt>
                <c:pt idx="20125">
                  <c:v>62495</c:v>
                </c:pt>
                <c:pt idx="20126">
                  <c:v>62496</c:v>
                </c:pt>
                <c:pt idx="20127">
                  <c:v>62497</c:v>
                </c:pt>
                <c:pt idx="20128">
                  <c:v>62498</c:v>
                </c:pt>
                <c:pt idx="20129">
                  <c:v>62499</c:v>
                </c:pt>
                <c:pt idx="20130">
                  <c:v>62500</c:v>
                </c:pt>
                <c:pt idx="20131">
                  <c:v>62501</c:v>
                </c:pt>
                <c:pt idx="20132">
                  <c:v>62502</c:v>
                </c:pt>
                <c:pt idx="20133">
                  <c:v>62503</c:v>
                </c:pt>
                <c:pt idx="20134">
                  <c:v>62504</c:v>
                </c:pt>
                <c:pt idx="20135">
                  <c:v>62505</c:v>
                </c:pt>
                <c:pt idx="20136">
                  <c:v>62506</c:v>
                </c:pt>
                <c:pt idx="20137">
                  <c:v>62507</c:v>
                </c:pt>
                <c:pt idx="20138">
                  <c:v>62508</c:v>
                </c:pt>
                <c:pt idx="20139">
                  <c:v>62509</c:v>
                </c:pt>
                <c:pt idx="20140">
                  <c:v>62510</c:v>
                </c:pt>
                <c:pt idx="20141">
                  <c:v>62511</c:v>
                </c:pt>
                <c:pt idx="20142">
                  <c:v>62512</c:v>
                </c:pt>
                <c:pt idx="20143">
                  <c:v>62513</c:v>
                </c:pt>
                <c:pt idx="20144">
                  <c:v>62514</c:v>
                </c:pt>
                <c:pt idx="20145">
                  <c:v>62515</c:v>
                </c:pt>
                <c:pt idx="20146">
                  <c:v>62516</c:v>
                </c:pt>
                <c:pt idx="20147">
                  <c:v>62517</c:v>
                </c:pt>
                <c:pt idx="20148">
                  <c:v>62518</c:v>
                </c:pt>
                <c:pt idx="20149">
                  <c:v>62519</c:v>
                </c:pt>
                <c:pt idx="20150">
                  <c:v>62520</c:v>
                </c:pt>
                <c:pt idx="20151">
                  <c:v>62521</c:v>
                </c:pt>
                <c:pt idx="20152">
                  <c:v>62522</c:v>
                </c:pt>
                <c:pt idx="20153">
                  <c:v>62523</c:v>
                </c:pt>
                <c:pt idx="20154">
                  <c:v>62524</c:v>
                </c:pt>
                <c:pt idx="20155">
                  <c:v>62525</c:v>
                </c:pt>
                <c:pt idx="20156">
                  <c:v>62526</c:v>
                </c:pt>
                <c:pt idx="20157">
                  <c:v>62527</c:v>
                </c:pt>
                <c:pt idx="20158">
                  <c:v>62528</c:v>
                </c:pt>
                <c:pt idx="20159">
                  <c:v>62529</c:v>
                </c:pt>
                <c:pt idx="20160">
                  <c:v>62530</c:v>
                </c:pt>
                <c:pt idx="20161">
                  <c:v>62531</c:v>
                </c:pt>
                <c:pt idx="20162">
                  <c:v>62532</c:v>
                </c:pt>
                <c:pt idx="20163">
                  <c:v>62533</c:v>
                </c:pt>
                <c:pt idx="20164">
                  <c:v>62534</c:v>
                </c:pt>
                <c:pt idx="20165">
                  <c:v>62535</c:v>
                </c:pt>
                <c:pt idx="20166">
                  <c:v>62536</c:v>
                </c:pt>
                <c:pt idx="20167">
                  <c:v>62537</c:v>
                </c:pt>
                <c:pt idx="20168">
                  <c:v>62538</c:v>
                </c:pt>
                <c:pt idx="20169">
                  <c:v>62539</c:v>
                </c:pt>
                <c:pt idx="20170">
                  <c:v>62540</c:v>
                </c:pt>
                <c:pt idx="20171">
                  <c:v>62541</c:v>
                </c:pt>
                <c:pt idx="20172">
                  <c:v>62542</c:v>
                </c:pt>
                <c:pt idx="20173">
                  <c:v>62543</c:v>
                </c:pt>
                <c:pt idx="20174">
                  <c:v>62544</c:v>
                </c:pt>
                <c:pt idx="20175">
                  <c:v>62545</c:v>
                </c:pt>
                <c:pt idx="20176">
                  <c:v>62546</c:v>
                </c:pt>
                <c:pt idx="20177">
                  <c:v>62547</c:v>
                </c:pt>
                <c:pt idx="20178">
                  <c:v>62548</c:v>
                </c:pt>
                <c:pt idx="20179">
                  <c:v>62549</c:v>
                </c:pt>
                <c:pt idx="20180">
                  <c:v>62550</c:v>
                </c:pt>
                <c:pt idx="20181">
                  <c:v>62551</c:v>
                </c:pt>
                <c:pt idx="20182">
                  <c:v>62552</c:v>
                </c:pt>
                <c:pt idx="20183">
                  <c:v>62553</c:v>
                </c:pt>
                <c:pt idx="20184">
                  <c:v>62554</c:v>
                </c:pt>
                <c:pt idx="20185">
                  <c:v>62555</c:v>
                </c:pt>
                <c:pt idx="20186">
                  <c:v>62556</c:v>
                </c:pt>
                <c:pt idx="20187">
                  <c:v>62557</c:v>
                </c:pt>
                <c:pt idx="20188">
                  <c:v>62558</c:v>
                </c:pt>
                <c:pt idx="20189">
                  <c:v>62559</c:v>
                </c:pt>
                <c:pt idx="20190">
                  <c:v>62560</c:v>
                </c:pt>
                <c:pt idx="20191">
                  <c:v>62561</c:v>
                </c:pt>
                <c:pt idx="20192">
                  <c:v>62562</c:v>
                </c:pt>
                <c:pt idx="20193">
                  <c:v>62563</c:v>
                </c:pt>
                <c:pt idx="20194">
                  <c:v>62564</c:v>
                </c:pt>
                <c:pt idx="20195">
                  <c:v>62565</c:v>
                </c:pt>
                <c:pt idx="20196">
                  <c:v>62566</c:v>
                </c:pt>
                <c:pt idx="20197">
                  <c:v>62567</c:v>
                </c:pt>
                <c:pt idx="20198">
                  <c:v>62568</c:v>
                </c:pt>
                <c:pt idx="20199">
                  <c:v>62569</c:v>
                </c:pt>
                <c:pt idx="20200">
                  <c:v>62570</c:v>
                </c:pt>
                <c:pt idx="20201">
                  <c:v>62571</c:v>
                </c:pt>
                <c:pt idx="20202">
                  <c:v>62572</c:v>
                </c:pt>
                <c:pt idx="20203">
                  <c:v>62573</c:v>
                </c:pt>
                <c:pt idx="20204">
                  <c:v>62574</c:v>
                </c:pt>
                <c:pt idx="20205">
                  <c:v>62575</c:v>
                </c:pt>
                <c:pt idx="20206">
                  <c:v>62576</c:v>
                </c:pt>
                <c:pt idx="20207">
                  <c:v>62577</c:v>
                </c:pt>
                <c:pt idx="20208">
                  <c:v>62578</c:v>
                </c:pt>
                <c:pt idx="20209">
                  <c:v>62579</c:v>
                </c:pt>
                <c:pt idx="20210">
                  <c:v>62580</c:v>
                </c:pt>
                <c:pt idx="20211">
                  <c:v>62581</c:v>
                </c:pt>
                <c:pt idx="20212">
                  <c:v>62582</c:v>
                </c:pt>
                <c:pt idx="20213">
                  <c:v>62583</c:v>
                </c:pt>
                <c:pt idx="20214">
                  <c:v>62584</c:v>
                </c:pt>
                <c:pt idx="20215">
                  <c:v>62585</c:v>
                </c:pt>
                <c:pt idx="20216">
                  <c:v>62586</c:v>
                </c:pt>
                <c:pt idx="20217">
                  <c:v>62587</c:v>
                </c:pt>
                <c:pt idx="20218">
                  <c:v>62588</c:v>
                </c:pt>
                <c:pt idx="20219">
                  <c:v>62589</c:v>
                </c:pt>
                <c:pt idx="20220">
                  <c:v>62590</c:v>
                </c:pt>
                <c:pt idx="20221">
                  <c:v>62591</c:v>
                </c:pt>
                <c:pt idx="20222">
                  <c:v>62592</c:v>
                </c:pt>
                <c:pt idx="20223">
                  <c:v>62593</c:v>
                </c:pt>
                <c:pt idx="20224">
                  <c:v>62594</c:v>
                </c:pt>
                <c:pt idx="20225">
                  <c:v>62595</c:v>
                </c:pt>
                <c:pt idx="20226">
                  <c:v>62596</c:v>
                </c:pt>
                <c:pt idx="20227">
                  <c:v>62597</c:v>
                </c:pt>
                <c:pt idx="20228">
                  <c:v>62598</c:v>
                </c:pt>
                <c:pt idx="20229">
                  <c:v>62599</c:v>
                </c:pt>
                <c:pt idx="20230">
                  <c:v>62600</c:v>
                </c:pt>
                <c:pt idx="20231">
                  <c:v>62601</c:v>
                </c:pt>
                <c:pt idx="20232">
                  <c:v>62602</c:v>
                </c:pt>
                <c:pt idx="20233">
                  <c:v>62603</c:v>
                </c:pt>
                <c:pt idx="20234">
                  <c:v>62604</c:v>
                </c:pt>
                <c:pt idx="20235">
                  <c:v>62605</c:v>
                </c:pt>
                <c:pt idx="20236">
                  <c:v>62606</c:v>
                </c:pt>
                <c:pt idx="20237">
                  <c:v>62607</c:v>
                </c:pt>
                <c:pt idx="20238">
                  <c:v>62608</c:v>
                </c:pt>
                <c:pt idx="20239">
                  <c:v>62609</c:v>
                </c:pt>
                <c:pt idx="20240">
                  <c:v>62610</c:v>
                </c:pt>
                <c:pt idx="20241">
                  <c:v>62611</c:v>
                </c:pt>
                <c:pt idx="20242">
                  <c:v>62612</c:v>
                </c:pt>
                <c:pt idx="20243">
                  <c:v>62613</c:v>
                </c:pt>
                <c:pt idx="20244">
                  <c:v>62614</c:v>
                </c:pt>
                <c:pt idx="20245">
                  <c:v>62615</c:v>
                </c:pt>
                <c:pt idx="20246">
                  <c:v>62616</c:v>
                </c:pt>
                <c:pt idx="20247">
                  <c:v>62617</c:v>
                </c:pt>
                <c:pt idx="20248">
                  <c:v>62618</c:v>
                </c:pt>
                <c:pt idx="20249">
                  <c:v>62619</c:v>
                </c:pt>
                <c:pt idx="20250">
                  <c:v>62620</c:v>
                </c:pt>
                <c:pt idx="20251">
                  <c:v>62621</c:v>
                </c:pt>
                <c:pt idx="20252">
                  <c:v>62622</c:v>
                </c:pt>
                <c:pt idx="20253">
                  <c:v>62623</c:v>
                </c:pt>
                <c:pt idx="20254">
                  <c:v>62624</c:v>
                </c:pt>
                <c:pt idx="20255">
                  <c:v>62625</c:v>
                </c:pt>
                <c:pt idx="20256">
                  <c:v>62626</c:v>
                </c:pt>
                <c:pt idx="20257">
                  <c:v>62627</c:v>
                </c:pt>
                <c:pt idx="20258">
                  <c:v>62628</c:v>
                </c:pt>
                <c:pt idx="20259">
                  <c:v>62629</c:v>
                </c:pt>
                <c:pt idx="20260">
                  <c:v>62630</c:v>
                </c:pt>
                <c:pt idx="20261">
                  <c:v>62631</c:v>
                </c:pt>
                <c:pt idx="20262">
                  <c:v>62632</c:v>
                </c:pt>
                <c:pt idx="20263">
                  <c:v>62633</c:v>
                </c:pt>
                <c:pt idx="20264">
                  <c:v>62634</c:v>
                </c:pt>
                <c:pt idx="20265">
                  <c:v>62635</c:v>
                </c:pt>
                <c:pt idx="20266">
                  <c:v>62636</c:v>
                </c:pt>
                <c:pt idx="20267">
                  <c:v>62637</c:v>
                </c:pt>
                <c:pt idx="20268">
                  <c:v>62638</c:v>
                </c:pt>
                <c:pt idx="20269">
                  <c:v>62639</c:v>
                </c:pt>
                <c:pt idx="20270">
                  <c:v>62640</c:v>
                </c:pt>
                <c:pt idx="20271">
                  <c:v>62641</c:v>
                </c:pt>
                <c:pt idx="20272">
                  <c:v>62642</c:v>
                </c:pt>
                <c:pt idx="20273">
                  <c:v>62643</c:v>
                </c:pt>
                <c:pt idx="20274">
                  <c:v>62644</c:v>
                </c:pt>
                <c:pt idx="20275">
                  <c:v>62645</c:v>
                </c:pt>
                <c:pt idx="20276">
                  <c:v>62646</c:v>
                </c:pt>
                <c:pt idx="20277">
                  <c:v>62647</c:v>
                </c:pt>
                <c:pt idx="20278">
                  <c:v>62648</c:v>
                </c:pt>
                <c:pt idx="20279">
                  <c:v>62649</c:v>
                </c:pt>
                <c:pt idx="20280">
                  <c:v>62650</c:v>
                </c:pt>
                <c:pt idx="20281">
                  <c:v>62651</c:v>
                </c:pt>
                <c:pt idx="20282">
                  <c:v>62652</c:v>
                </c:pt>
                <c:pt idx="20283">
                  <c:v>62653</c:v>
                </c:pt>
                <c:pt idx="20284">
                  <c:v>62654</c:v>
                </c:pt>
                <c:pt idx="20285">
                  <c:v>62655</c:v>
                </c:pt>
                <c:pt idx="20286">
                  <c:v>62656</c:v>
                </c:pt>
                <c:pt idx="20287">
                  <c:v>62657</c:v>
                </c:pt>
                <c:pt idx="20288">
                  <c:v>62658</c:v>
                </c:pt>
                <c:pt idx="20289">
                  <c:v>62659</c:v>
                </c:pt>
                <c:pt idx="20290">
                  <c:v>62660</c:v>
                </c:pt>
                <c:pt idx="20291">
                  <c:v>62661</c:v>
                </c:pt>
                <c:pt idx="20292">
                  <c:v>62662</c:v>
                </c:pt>
                <c:pt idx="20293">
                  <c:v>62663</c:v>
                </c:pt>
                <c:pt idx="20294">
                  <c:v>62664</c:v>
                </c:pt>
                <c:pt idx="20295">
                  <c:v>62665</c:v>
                </c:pt>
                <c:pt idx="20296">
                  <c:v>62666</c:v>
                </c:pt>
                <c:pt idx="20297">
                  <c:v>62667</c:v>
                </c:pt>
                <c:pt idx="20298">
                  <c:v>62668</c:v>
                </c:pt>
                <c:pt idx="20299">
                  <c:v>62669</c:v>
                </c:pt>
                <c:pt idx="20300">
                  <c:v>62670</c:v>
                </c:pt>
                <c:pt idx="20301">
                  <c:v>62671</c:v>
                </c:pt>
                <c:pt idx="20302">
                  <c:v>62672</c:v>
                </c:pt>
                <c:pt idx="20303">
                  <c:v>62673</c:v>
                </c:pt>
                <c:pt idx="20304">
                  <c:v>62674</c:v>
                </c:pt>
                <c:pt idx="20305">
                  <c:v>62675</c:v>
                </c:pt>
                <c:pt idx="20306">
                  <c:v>62676</c:v>
                </c:pt>
                <c:pt idx="20307">
                  <c:v>62677</c:v>
                </c:pt>
                <c:pt idx="20308">
                  <c:v>62678</c:v>
                </c:pt>
                <c:pt idx="20309">
                  <c:v>62679</c:v>
                </c:pt>
                <c:pt idx="20310">
                  <c:v>62680</c:v>
                </c:pt>
                <c:pt idx="20311">
                  <c:v>62681</c:v>
                </c:pt>
                <c:pt idx="20312">
                  <c:v>62682</c:v>
                </c:pt>
                <c:pt idx="20313">
                  <c:v>62683</c:v>
                </c:pt>
                <c:pt idx="20314">
                  <c:v>62684</c:v>
                </c:pt>
                <c:pt idx="20315">
                  <c:v>62685</c:v>
                </c:pt>
                <c:pt idx="20316">
                  <c:v>62686</c:v>
                </c:pt>
                <c:pt idx="20317">
                  <c:v>62687</c:v>
                </c:pt>
                <c:pt idx="20318">
                  <c:v>62688</c:v>
                </c:pt>
                <c:pt idx="20319">
                  <c:v>62689</c:v>
                </c:pt>
                <c:pt idx="20320">
                  <c:v>62690</c:v>
                </c:pt>
                <c:pt idx="20321">
                  <c:v>62691</c:v>
                </c:pt>
                <c:pt idx="20322">
                  <c:v>62692</c:v>
                </c:pt>
                <c:pt idx="20323">
                  <c:v>62693</c:v>
                </c:pt>
                <c:pt idx="20324">
                  <c:v>62694</c:v>
                </c:pt>
                <c:pt idx="20325">
                  <c:v>62695</c:v>
                </c:pt>
                <c:pt idx="20326">
                  <c:v>62696</c:v>
                </c:pt>
                <c:pt idx="20327">
                  <c:v>62697</c:v>
                </c:pt>
                <c:pt idx="20328">
                  <c:v>62698</c:v>
                </c:pt>
                <c:pt idx="20329">
                  <c:v>62699</c:v>
                </c:pt>
                <c:pt idx="20330">
                  <c:v>62700</c:v>
                </c:pt>
                <c:pt idx="20331">
                  <c:v>62701</c:v>
                </c:pt>
                <c:pt idx="20332">
                  <c:v>62702</c:v>
                </c:pt>
                <c:pt idx="20333">
                  <c:v>62703</c:v>
                </c:pt>
                <c:pt idx="20334">
                  <c:v>62704</c:v>
                </c:pt>
                <c:pt idx="20335">
                  <c:v>62705</c:v>
                </c:pt>
                <c:pt idx="20336">
                  <c:v>62706</c:v>
                </c:pt>
                <c:pt idx="20337">
                  <c:v>62707</c:v>
                </c:pt>
                <c:pt idx="20338">
                  <c:v>62708</c:v>
                </c:pt>
                <c:pt idx="20339">
                  <c:v>62709</c:v>
                </c:pt>
                <c:pt idx="20340">
                  <c:v>62710</c:v>
                </c:pt>
                <c:pt idx="20341">
                  <c:v>62711</c:v>
                </c:pt>
                <c:pt idx="20342">
                  <c:v>62712</c:v>
                </c:pt>
                <c:pt idx="20343">
                  <c:v>62713</c:v>
                </c:pt>
                <c:pt idx="20344">
                  <c:v>62714</c:v>
                </c:pt>
                <c:pt idx="20345">
                  <c:v>62715</c:v>
                </c:pt>
                <c:pt idx="20346">
                  <c:v>62716</c:v>
                </c:pt>
                <c:pt idx="20347">
                  <c:v>62717</c:v>
                </c:pt>
                <c:pt idx="20348">
                  <c:v>62718</c:v>
                </c:pt>
                <c:pt idx="20349">
                  <c:v>62719</c:v>
                </c:pt>
                <c:pt idx="20350">
                  <c:v>62720</c:v>
                </c:pt>
                <c:pt idx="20351">
                  <c:v>62721</c:v>
                </c:pt>
                <c:pt idx="20352">
                  <c:v>62722</c:v>
                </c:pt>
                <c:pt idx="20353">
                  <c:v>62723</c:v>
                </c:pt>
                <c:pt idx="20354">
                  <c:v>62724</c:v>
                </c:pt>
                <c:pt idx="20355">
                  <c:v>62725</c:v>
                </c:pt>
                <c:pt idx="20356">
                  <c:v>62726</c:v>
                </c:pt>
                <c:pt idx="20357">
                  <c:v>62727</c:v>
                </c:pt>
                <c:pt idx="20358">
                  <c:v>62728</c:v>
                </c:pt>
                <c:pt idx="20359">
                  <c:v>62729</c:v>
                </c:pt>
                <c:pt idx="20360">
                  <c:v>62730</c:v>
                </c:pt>
                <c:pt idx="20361">
                  <c:v>62731</c:v>
                </c:pt>
                <c:pt idx="20362">
                  <c:v>62732</c:v>
                </c:pt>
                <c:pt idx="20363">
                  <c:v>62733</c:v>
                </c:pt>
                <c:pt idx="20364">
                  <c:v>62734</c:v>
                </c:pt>
                <c:pt idx="20365">
                  <c:v>62735</c:v>
                </c:pt>
                <c:pt idx="20366">
                  <c:v>62736</c:v>
                </c:pt>
                <c:pt idx="20367">
                  <c:v>62737</c:v>
                </c:pt>
                <c:pt idx="20368">
                  <c:v>62738</c:v>
                </c:pt>
                <c:pt idx="20369">
                  <c:v>62739</c:v>
                </c:pt>
                <c:pt idx="20370">
                  <c:v>62740</c:v>
                </c:pt>
                <c:pt idx="20371">
                  <c:v>62741</c:v>
                </c:pt>
                <c:pt idx="20372">
                  <c:v>62742</c:v>
                </c:pt>
                <c:pt idx="20373">
                  <c:v>62743</c:v>
                </c:pt>
                <c:pt idx="20374">
                  <c:v>62744</c:v>
                </c:pt>
                <c:pt idx="20375">
                  <c:v>62745</c:v>
                </c:pt>
                <c:pt idx="20376">
                  <c:v>62746</c:v>
                </c:pt>
                <c:pt idx="20377">
                  <c:v>62747</c:v>
                </c:pt>
                <c:pt idx="20378">
                  <c:v>62748</c:v>
                </c:pt>
                <c:pt idx="20379">
                  <c:v>62749</c:v>
                </c:pt>
                <c:pt idx="20380">
                  <c:v>62750</c:v>
                </c:pt>
                <c:pt idx="20381">
                  <c:v>62751</c:v>
                </c:pt>
                <c:pt idx="20382">
                  <c:v>62752</c:v>
                </c:pt>
                <c:pt idx="20383">
                  <c:v>62753</c:v>
                </c:pt>
                <c:pt idx="20384">
                  <c:v>62754</c:v>
                </c:pt>
                <c:pt idx="20385">
                  <c:v>62755</c:v>
                </c:pt>
                <c:pt idx="20386">
                  <c:v>62756</c:v>
                </c:pt>
                <c:pt idx="20387">
                  <c:v>62757</c:v>
                </c:pt>
                <c:pt idx="20388">
                  <c:v>62758</c:v>
                </c:pt>
                <c:pt idx="20389">
                  <c:v>62759</c:v>
                </c:pt>
                <c:pt idx="20390">
                  <c:v>62760</c:v>
                </c:pt>
                <c:pt idx="20391">
                  <c:v>62761</c:v>
                </c:pt>
                <c:pt idx="20392">
                  <c:v>62762</c:v>
                </c:pt>
                <c:pt idx="20393">
                  <c:v>62763</c:v>
                </c:pt>
                <c:pt idx="20394">
                  <c:v>62764</c:v>
                </c:pt>
                <c:pt idx="20395">
                  <c:v>62765</c:v>
                </c:pt>
                <c:pt idx="20396">
                  <c:v>62766</c:v>
                </c:pt>
                <c:pt idx="20397">
                  <c:v>62767</c:v>
                </c:pt>
                <c:pt idx="20398">
                  <c:v>62768</c:v>
                </c:pt>
                <c:pt idx="20399">
                  <c:v>62769</c:v>
                </c:pt>
                <c:pt idx="20400">
                  <c:v>62770</c:v>
                </c:pt>
                <c:pt idx="20401">
                  <c:v>62771</c:v>
                </c:pt>
                <c:pt idx="20402">
                  <c:v>62772</c:v>
                </c:pt>
                <c:pt idx="20403">
                  <c:v>62773</c:v>
                </c:pt>
                <c:pt idx="20404">
                  <c:v>62774</c:v>
                </c:pt>
                <c:pt idx="20405">
                  <c:v>62775</c:v>
                </c:pt>
                <c:pt idx="20406">
                  <c:v>62776</c:v>
                </c:pt>
                <c:pt idx="20407">
                  <c:v>62777</c:v>
                </c:pt>
                <c:pt idx="20408">
                  <c:v>62778</c:v>
                </c:pt>
                <c:pt idx="20409">
                  <c:v>62779</c:v>
                </c:pt>
                <c:pt idx="20410">
                  <c:v>62780</c:v>
                </c:pt>
                <c:pt idx="20411">
                  <c:v>62781</c:v>
                </c:pt>
                <c:pt idx="20412">
                  <c:v>62782</c:v>
                </c:pt>
                <c:pt idx="20413">
                  <c:v>62783</c:v>
                </c:pt>
                <c:pt idx="20414">
                  <c:v>62784</c:v>
                </c:pt>
                <c:pt idx="20415">
                  <c:v>62785</c:v>
                </c:pt>
                <c:pt idx="20416">
                  <c:v>62786</c:v>
                </c:pt>
                <c:pt idx="20417">
                  <c:v>62787</c:v>
                </c:pt>
                <c:pt idx="20418">
                  <c:v>62788</c:v>
                </c:pt>
                <c:pt idx="20419">
                  <c:v>62789</c:v>
                </c:pt>
                <c:pt idx="20420">
                  <c:v>62790</c:v>
                </c:pt>
                <c:pt idx="20421">
                  <c:v>62791</c:v>
                </c:pt>
                <c:pt idx="20422">
                  <c:v>62792</c:v>
                </c:pt>
                <c:pt idx="20423">
                  <c:v>62793</c:v>
                </c:pt>
                <c:pt idx="20424">
                  <c:v>62794</c:v>
                </c:pt>
                <c:pt idx="20425">
                  <c:v>62795</c:v>
                </c:pt>
                <c:pt idx="20426">
                  <c:v>62796</c:v>
                </c:pt>
                <c:pt idx="20427">
                  <c:v>62797</c:v>
                </c:pt>
                <c:pt idx="20428">
                  <c:v>62798</c:v>
                </c:pt>
                <c:pt idx="20429">
                  <c:v>62799</c:v>
                </c:pt>
                <c:pt idx="20430">
                  <c:v>62800</c:v>
                </c:pt>
                <c:pt idx="20431">
                  <c:v>62801</c:v>
                </c:pt>
                <c:pt idx="20432">
                  <c:v>62802</c:v>
                </c:pt>
                <c:pt idx="20433">
                  <c:v>62803</c:v>
                </c:pt>
                <c:pt idx="20434">
                  <c:v>62804</c:v>
                </c:pt>
                <c:pt idx="20435">
                  <c:v>62805</c:v>
                </c:pt>
                <c:pt idx="20436">
                  <c:v>62806</c:v>
                </c:pt>
                <c:pt idx="20437">
                  <c:v>62807</c:v>
                </c:pt>
                <c:pt idx="20438">
                  <c:v>62808</c:v>
                </c:pt>
                <c:pt idx="20439">
                  <c:v>62809</c:v>
                </c:pt>
                <c:pt idx="20440">
                  <c:v>62810</c:v>
                </c:pt>
                <c:pt idx="20441">
                  <c:v>62811</c:v>
                </c:pt>
                <c:pt idx="20442">
                  <c:v>62812</c:v>
                </c:pt>
                <c:pt idx="20443">
                  <c:v>62813</c:v>
                </c:pt>
                <c:pt idx="20444">
                  <c:v>62814</c:v>
                </c:pt>
                <c:pt idx="20445">
                  <c:v>62815</c:v>
                </c:pt>
                <c:pt idx="20446">
                  <c:v>62816</c:v>
                </c:pt>
                <c:pt idx="20447">
                  <c:v>62817</c:v>
                </c:pt>
                <c:pt idx="20448">
                  <c:v>62818</c:v>
                </c:pt>
                <c:pt idx="20449">
                  <c:v>62819</c:v>
                </c:pt>
                <c:pt idx="20450">
                  <c:v>62820</c:v>
                </c:pt>
                <c:pt idx="20451">
                  <c:v>62821</c:v>
                </c:pt>
                <c:pt idx="20452">
                  <c:v>62822</c:v>
                </c:pt>
                <c:pt idx="20453">
                  <c:v>62823</c:v>
                </c:pt>
                <c:pt idx="20454">
                  <c:v>62824</c:v>
                </c:pt>
                <c:pt idx="20455">
                  <c:v>62825</c:v>
                </c:pt>
                <c:pt idx="20456">
                  <c:v>62826</c:v>
                </c:pt>
                <c:pt idx="20457">
                  <c:v>62827</c:v>
                </c:pt>
                <c:pt idx="20458">
                  <c:v>62828</c:v>
                </c:pt>
                <c:pt idx="20459">
                  <c:v>62829</c:v>
                </c:pt>
                <c:pt idx="20460">
                  <c:v>62830</c:v>
                </c:pt>
                <c:pt idx="20461">
                  <c:v>62831</c:v>
                </c:pt>
                <c:pt idx="20462">
                  <c:v>62832</c:v>
                </c:pt>
                <c:pt idx="20463">
                  <c:v>62833</c:v>
                </c:pt>
                <c:pt idx="20464">
                  <c:v>62834</c:v>
                </c:pt>
                <c:pt idx="20465">
                  <c:v>62835</c:v>
                </c:pt>
                <c:pt idx="20466">
                  <c:v>62836</c:v>
                </c:pt>
                <c:pt idx="20467">
                  <c:v>62837</c:v>
                </c:pt>
                <c:pt idx="20468">
                  <c:v>62838</c:v>
                </c:pt>
                <c:pt idx="20469">
                  <c:v>62839</c:v>
                </c:pt>
                <c:pt idx="20470">
                  <c:v>62840</c:v>
                </c:pt>
                <c:pt idx="20471">
                  <c:v>62841</c:v>
                </c:pt>
                <c:pt idx="20472">
                  <c:v>62842</c:v>
                </c:pt>
                <c:pt idx="20473">
                  <c:v>62843</c:v>
                </c:pt>
                <c:pt idx="20474">
                  <c:v>62844</c:v>
                </c:pt>
                <c:pt idx="20475">
                  <c:v>62845</c:v>
                </c:pt>
                <c:pt idx="20476">
                  <c:v>62846</c:v>
                </c:pt>
                <c:pt idx="20477">
                  <c:v>62847</c:v>
                </c:pt>
                <c:pt idx="20478">
                  <c:v>62848</c:v>
                </c:pt>
                <c:pt idx="20479">
                  <c:v>62849</c:v>
                </c:pt>
                <c:pt idx="20480">
                  <c:v>62850</c:v>
                </c:pt>
                <c:pt idx="20481">
                  <c:v>62851</c:v>
                </c:pt>
                <c:pt idx="20482">
                  <c:v>62852</c:v>
                </c:pt>
                <c:pt idx="20483">
                  <c:v>62853</c:v>
                </c:pt>
                <c:pt idx="20484">
                  <c:v>62854</c:v>
                </c:pt>
                <c:pt idx="20485">
                  <c:v>62855</c:v>
                </c:pt>
                <c:pt idx="20486">
                  <c:v>62856</c:v>
                </c:pt>
                <c:pt idx="20487">
                  <c:v>62857</c:v>
                </c:pt>
                <c:pt idx="20488">
                  <c:v>62858</c:v>
                </c:pt>
                <c:pt idx="20489">
                  <c:v>62859</c:v>
                </c:pt>
                <c:pt idx="20490">
                  <c:v>62860</c:v>
                </c:pt>
                <c:pt idx="20491">
                  <c:v>62861</c:v>
                </c:pt>
                <c:pt idx="20492">
                  <c:v>62862</c:v>
                </c:pt>
                <c:pt idx="20493">
                  <c:v>62863</c:v>
                </c:pt>
                <c:pt idx="20494">
                  <c:v>62864</c:v>
                </c:pt>
                <c:pt idx="20495">
                  <c:v>62865</c:v>
                </c:pt>
                <c:pt idx="20496">
                  <c:v>62866</c:v>
                </c:pt>
                <c:pt idx="20497">
                  <c:v>62867</c:v>
                </c:pt>
                <c:pt idx="20498">
                  <c:v>62868</c:v>
                </c:pt>
                <c:pt idx="20499">
                  <c:v>62869</c:v>
                </c:pt>
                <c:pt idx="20500">
                  <c:v>62870</c:v>
                </c:pt>
                <c:pt idx="20501">
                  <c:v>62871</c:v>
                </c:pt>
                <c:pt idx="20502">
                  <c:v>62872</c:v>
                </c:pt>
                <c:pt idx="20503">
                  <c:v>62873</c:v>
                </c:pt>
                <c:pt idx="20504">
                  <c:v>62874</c:v>
                </c:pt>
                <c:pt idx="20505">
                  <c:v>62875</c:v>
                </c:pt>
                <c:pt idx="20506">
                  <c:v>62876</c:v>
                </c:pt>
                <c:pt idx="20507">
                  <c:v>62877</c:v>
                </c:pt>
                <c:pt idx="20508">
                  <c:v>62878</c:v>
                </c:pt>
                <c:pt idx="20509">
                  <c:v>62879</c:v>
                </c:pt>
                <c:pt idx="20510">
                  <c:v>62880</c:v>
                </c:pt>
                <c:pt idx="20511">
                  <c:v>62881</c:v>
                </c:pt>
                <c:pt idx="20512">
                  <c:v>62882</c:v>
                </c:pt>
                <c:pt idx="20513">
                  <c:v>62883</c:v>
                </c:pt>
                <c:pt idx="20514">
                  <c:v>62884</c:v>
                </c:pt>
                <c:pt idx="20515">
                  <c:v>62885</c:v>
                </c:pt>
                <c:pt idx="20516">
                  <c:v>62886</c:v>
                </c:pt>
                <c:pt idx="20517">
                  <c:v>62887</c:v>
                </c:pt>
                <c:pt idx="20518">
                  <c:v>62888</c:v>
                </c:pt>
                <c:pt idx="20519">
                  <c:v>62889</c:v>
                </c:pt>
                <c:pt idx="20520">
                  <c:v>62890</c:v>
                </c:pt>
                <c:pt idx="20521">
                  <c:v>62891</c:v>
                </c:pt>
                <c:pt idx="20522">
                  <c:v>62892</c:v>
                </c:pt>
                <c:pt idx="20523">
                  <c:v>62893</c:v>
                </c:pt>
                <c:pt idx="20524">
                  <c:v>62894</c:v>
                </c:pt>
                <c:pt idx="20525">
                  <c:v>62895</c:v>
                </c:pt>
                <c:pt idx="20526">
                  <c:v>62896</c:v>
                </c:pt>
                <c:pt idx="20527">
                  <c:v>62897</c:v>
                </c:pt>
                <c:pt idx="20528">
                  <c:v>62898</c:v>
                </c:pt>
                <c:pt idx="20529">
                  <c:v>62899</c:v>
                </c:pt>
                <c:pt idx="20530">
                  <c:v>62900</c:v>
                </c:pt>
                <c:pt idx="20531">
                  <c:v>62901</c:v>
                </c:pt>
                <c:pt idx="20532">
                  <c:v>62902</c:v>
                </c:pt>
                <c:pt idx="20533">
                  <c:v>62903</c:v>
                </c:pt>
                <c:pt idx="20534">
                  <c:v>62904</c:v>
                </c:pt>
                <c:pt idx="20535">
                  <c:v>62905</c:v>
                </c:pt>
                <c:pt idx="20536">
                  <c:v>62906</c:v>
                </c:pt>
                <c:pt idx="20537">
                  <c:v>62907</c:v>
                </c:pt>
                <c:pt idx="20538">
                  <c:v>62908</c:v>
                </c:pt>
                <c:pt idx="20539">
                  <c:v>62909</c:v>
                </c:pt>
                <c:pt idx="20540">
                  <c:v>62910</c:v>
                </c:pt>
                <c:pt idx="20541">
                  <c:v>62911</c:v>
                </c:pt>
                <c:pt idx="20542">
                  <c:v>62912</c:v>
                </c:pt>
                <c:pt idx="20543">
                  <c:v>62913</c:v>
                </c:pt>
                <c:pt idx="20544">
                  <c:v>62914</c:v>
                </c:pt>
                <c:pt idx="20545">
                  <c:v>62915</c:v>
                </c:pt>
                <c:pt idx="20546">
                  <c:v>62916</c:v>
                </c:pt>
                <c:pt idx="20547">
                  <c:v>62917</c:v>
                </c:pt>
                <c:pt idx="20548">
                  <c:v>62918</c:v>
                </c:pt>
                <c:pt idx="20549">
                  <c:v>62919</c:v>
                </c:pt>
                <c:pt idx="20550">
                  <c:v>62920</c:v>
                </c:pt>
                <c:pt idx="20551">
                  <c:v>62921</c:v>
                </c:pt>
                <c:pt idx="20552">
                  <c:v>62922</c:v>
                </c:pt>
                <c:pt idx="20553">
                  <c:v>62923</c:v>
                </c:pt>
                <c:pt idx="20554">
                  <c:v>62924</c:v>
                </c:pt>
                <c:pt idx="20555">
                  <c:v>62925</c:v>
                </c:pt>
                <c:pt idx="20556">
                  <c:v>62926</c:v>
                </c:pt>
                <c:pt idx="20557">
                  <c:v>62927</c:v>
                </c:pt>
                <c:pt idx="20558">
                  <c:v>62928</c:v>
                </c:pt>
                <c:pt idx="20559">
                  <c:v>62929</c:v>
                </c:pt>
                <c:pt idx="20560">
                  <c:v>62930</c:v>
                </c:pt>
                <c:pt idx="20561">
                  <c:v>62931</c:v>
                </c:pt>
                <c:pt idx="20562">
                  <c:v>62932</c:v>
                </c:pt>
                <c:pt idx="20563">
                  <c:v>62933</c:v>
                </c:pt>
                <c:pt idx="20564">
                  <c:v>62934</c:v>
                </c:pt>
                <c:pt idx="20565">
                  <c:v>62935</c:v>
                </c:pt>
                <c:pt idx="20566">
                  <c:v>62936</c:v>
                </c:pt>
                <c:pt idx="20567">
                  <c:v>62937</c:v>
                </c:pt>
                <c:pt idx="20568">
                  <c:v>62938</c:v>
                </c:pt>
                <c:pt idx="20569">
                  <c:v>62939</c:v>
                </c:pt>
                <c:pt idx="20570">
                  <c:v>62940</c:v>
                </c:pt>
                <c:pt idx="20571">
                  <c:v>62941</c:v>
                </c:pt>
                <c:pt idx="20572">
                  <c:v>62942</c:v>
                </c:pt>
                <c:pt idx="20573">
                  <c:v>62943</c:v>
                </c:pt>
                <c:pt idx="20574">
                  <c:v>62944</c:v>
                </c:pt>
                <c:pt idx="20575">
                  <c:v>62945</c:v>
                </c:pt>
                <c:pt idx="20576">
                  <c:v>62946</c:v>
                </c:pt>
                <c:pt idx="20577">
                  <c:v>62947</c:v>
                </c:pt>
                <c:pt idx="20578">
                  <c:v>62948</c:v>
                </c:pt>
                <c:pt idx="20579">
                  <c:v>62949</c:v>
                </c:pt>
                <c:pt idx="20580">
                  <c:v>62950</c:v>
                </c:pt>
                <c:pt idx="20581">
                  <c:v>62951</c:v>
                </c:pt>
                <c:pt idx="20582">
                  <c:v>62952</c:v>
                </c:pt>
                <c:pt idx="20583">
                  <c:v>62953</c:v>
                </c:pt>
                <c:pt idx="20584">
                  <c:v>62954</c:v>
                </c:pt>
                <c:pt idx="20585">
                  <c:v>62955</c:v>
                </c:pt>
                <c:pt idx="20586">
                  <c:v>62956</c:v>
                </c:pt>
                <c:pt idx="20587">
                  <c:v>62957</c:v>
                </c:pt>
                <c:pt idx="20588">
                  <c:v>62958</c:v>
                </c:pt>
                <c:pt idx="20589">
                  <c:v>62959</c:v>
                </c:pt>
                <c:pt idx="20590">
                  <c:v>62960</c:v>
                </c:pt>
                <c:pt idx="20591">
                  <c:v>62961</c:v>
                </c:pt>
                <c:pt idx="20592">
                  <c:v>62962</c:v>
                </c:pt>
                <c:pt idx="20593">
                  <c:v>62963</c:v>
                </c:pt>
                <c:pt idx="20594">
                  <c:v>62964</c:v>
                </c:pt>
                <c:pt idx="20595">
                  <c:v>62965</c:v>
                </c:pt>
                <c:pt idx="20596">
                  <c:v>62966</c:v>
                </c:pt>
                <c:pt idx="20597">
                  <c:v>62967</c:v>
                </c:pt>
                <c:pt idx="20598">
                  <c:v>62968</c:v>
                </c:pt>
                <c:pt idx="20599">
                  <c:v>62969</c:v>
                </c:pt>
                <c:pt idx="20600">
                  <c:v>62970</c:v>
                </c:pt>
                <c:pt idx="20601">
                  <c:v>62971</c:v>
                </c:pt>
                <c:pt idx="20602">
                  <c:v>62972</c:v>
                </c:pt>
                <c:pt idx="20603">
                  <c:v>62973</c:v>
                </c:pt>
                <c:pt idx="20604">
                  <c:v>62974</c:v>
                </c:pt>
                <c:pt idx="20605">
                  <c:v>62975</c:v>
                </c:pt>
                <c:pt idx="20606">
                  <c:v>62976</c:v>
                </c:pt>
                <c:pt idx="20607">
                  <c:v>62977</c:v>
                </c:pt>
                <c:pt idx="20608">
                  <c:v>62978</c:v>
                </c:pt>
                <c:pt idx="20609">
                  <c:v>62979</c:v>
                </c:pt>
                <c:pt idx="20610">
                  <c:v>62980</c:v>
                </c:pt>
                <c:pt idx="20611">
                  <c:v>62981</c:v>
                </c:pt>
                <c:pt idx="20612">
                  <c:v>62982</c:v>
                </c:pt>
                <c:pt idx="20613">
                  <c:v>62983</c:v>
                </c:pt>
                <c:pt idx="20614">
                  <c:v>62984</c:v>
                </c:pt>
                <c:pt idx="20615">
                  <c:v>62985</c:v>
                </c:pt>
                <c:pt idx="20616">
                  <c:v>62986</c:v>
                </c:pt>
                <c:pt idx="20617">
                  <c:v>62987</c:v>
                </c:pt>
                <c:pt idx="20618">
                  <c:v>62988</c:v>
                </c:pt>
                <c:pt idx="20619">
                  <c:v>62989</c:v>
                </c:pt>
                <c:pt idx="20620">
                  <c:v>62990</c:v>
                </c:pt>
                <c:pt idx="20621">
                  <c:v>62991</c:v>
                </c:pt>
                <c:pt idx="20622">
                  <c:v>62992</c:v>
                </c:pt>
                <c:pt idx="20623">
                  <c:v>62993</c:v>
                </c:pt>
                <c:pt idx="20624">
                  <c:v>62994</c:v>
                </c:pt>
                <c:pt idx="20625">
                  <c:v>62995</c:v>
                </c:pt>
                <c:pt idx="20626">
                  <c:v>62996</c:v>
                </c:pt>
                <c:pt idx="20627">
                  <c:v>62997</c:v>
                </c:pt>
                <c:pt idx="20628">
                  <c:v>62998</c:v>
                </c:pt>
                <c:pt idx="20629">
                  <c:v>62999</c:v>
                </c:pt>
                <c:pt idx="20630">
                  <c:v>63000</c:v>
                </c:pt>
                <c:pt idx="20631">
                  <c:v>63001</c:v>
                </c:pt>
                <c:pt idx="20632">
                  <c:v>63002</c:v>
                </c:pt>
                <c:pt idx="20633">
                  <c:v>63003</c:v>
                </c:pt>
                <c:pt idx="20634">
                  <c:v>63004</c:v>
                </c:pt>
                <c:pt idx="20635">
                  <c:v>63005</c:v>
                </c:pt>
                <c:pt idx="20636">
                  <c:v>63006</c:v>
                </c:pt>
                <c:pt idx="20637">
                  <c:v>63007</c:v>
                </c:pt>
                <c:pt idx="20638">
                  <c:v>63008</c:v>
                </c:pt>
                <c:pt idx="20639">
                  <c:v>63009</c:v>
                </c:pt>
                <c:pt idx="20640">
                  <c:v>63010</c:v>
                </c:pt>
                <c:pt idx="20641">
                  <c:v>63011</c:v>
                </c:pt>
                <c:pt idx="20642">
                  <c:v>63012</c:v>
                </c:pt>
                <c:pt idx="20643">
                  <c:v>63013</c:v>
                </c:pt>
                <c:pt idx="20644">
                  <c:v>63014</c:v>
                </c:pt>
                <c:pt idx="20645">
                  <c:v>63015</c:v>
                </c:pt>
                <c:pt idx="20646">
                  <c:v>63016</c:v>
                </c:pt>
                <c:pt idx="20647">
                  <c:v>63017</c:v>
                </c:pt>
                <c:pt idx="20648">
                  <c:v>63018</c:v>
                </c:pt>
                <c:pt idx="20649">
                  <c:v>63019</c:v>
                </c:pt>
                <c:pt idx="20650">
                  <c:v>63020</c:v>
                </c:pt>
                <c:pt idx="20651">
                  <c:v>63021</c:v>
                </c:pt>
                <c:pt idx="20652">
                  <c:v>63022</c:v>
                </c:pt>
                <c:pt idx="20653">
                  <c:v>63023</c:v>
                </c:pt>
                <c:pt idx="20654">
                  <c:v>63024</c:v>
                </c:pt>
                <c:pt idx="20655">
                  <c:v>63025</c:v>
                </c:pt>
                <c:pt idx="20656">
                  <c:v>63026</c:v>
                </c:pt>
                <c:pt idx="20657">
                  <c:v>63027</c:v>
                </c:pt>
                <c:pt idx="20658">
                  <c:v>63028</c:v>
                </c:pt>
                <c:pt idx="20659">
                  <c:v>63029</c:v>
                </c:pt>
                <c:pt idx="20660">
                  <c:v>63030</c:v>
                </c:pt>
                <c:pt idx="20661">
                  <c:v>63031</c:v>
                </c:pt>
                <c:pt idx="20662">
                  <c:v>63032</c:v>
                </c:pt>
                <c:pt idx="20663">
                  <c:v>63033</c:v>
                </c:pt>
                <c:pt idx="20664">
                  <c:v>63034</c:v>
                </c:pt>
                <c:pt idx="20665">
                  <c:v>63035</c:v>
                </c:pt>
                <c:pt idx="20666">
                  <c:v>63036</c:v>
                </c:pt>
                <c:pt idx="20667">
                  <c:v>63037</c:v>
                </c:pt>
                <c:pt idx="20668">
                  <c:v>63038</c:v>
                </c:pt>
                <c:pt idx="20669">
                  <c:v>63039</c:v>
                </c:pt>
                <c:pt idx="20670">
                  <c:v>63040</c:v>
                </c:pt>
                <c:pt idx="20671">
                  <c:v>63041</c:v>
                </c:pt>
                <c:pt idx="20672">
                  <c:v>63042</c:v>
                </c:pt>
                <c:pt idx="20673">
                  <c:v>63043</c:v>
                </c:pt>
                <c:pt idx="20674">
                  <c:v>63044</c:v>
                </c:pt>
                <c:pt idx="20675">
                  <c:v>63045</c:v>
                </c:pt>
                <c:pt idx="20676">
                  <c:v>63046</c:v>
                </c:pt>
                <c:pt idx="20677">
                  <c:v>63047</c:v>
                </c:pt>
                <c:pt idx="20678">
                  <c:v>63048</c:v>
                </c:pt>
                <c:pt idx="20679">
                  <c:v>63049</c:v>
                </c:pt>
                <c:pt idx="20680">
                  <c:v>63050</c:v>
                </c:pt>
                <c:pt idx="20681">
                  <c:v>63051</c:v>
                </c:pt>
                <c:pt idx="20682">
                  <c:v>63052</c:v>
                </c:pt>
                <c:pt idx="20683">
                  <c:v>63053</c:v>
                </c:pt>
                <c:pt idx="20684">
                  <c:v>63054</c:v>
                </c:pt>
                <c:pt idx="20685">
                  <c:v>63055</c:v>
                </c:pt>
                <c:pt idx="20686">
                  <c:v>63056</c:v>
                </c:pt>
                <c:pt idx="20687">
                  <c:v>63057</c:v>
                </c:pt>
                <c:pt idx="20688">
                  <c:v>63058</c:v>
                </c:pt>
                <c:pt idx="20689">
                  <c:v>63059</c:v>
                </c:pt>
                <c:pt idx="20690">
                  <c:v>63060</c:v>
                </c:pt>
                <c:pt idx="20691">
                  <c:v>63061</c:v>
                </c:pt>
                <c:pt idx="20692">
                  <c:v>63062</c:v>
                </c:pt>
                <c:pt idx="20693">
                  <c:v>63063</c:v>
                </c:pt>
                <c:pt idx="20694">
                  <c:v>63064</c:v>
                </c:pt>
                <c:pt idx="20695">
                  <c:v>63065</c:v>
                </c:pt>
                <c:pt idx="20696">
                  <c:v>63066</c:v>
                </c:pt>
                <c:pt idx="20697">
                  <c:v>63067</c:v>
                </c:pt>
                <c:pt idx="20698">
                  <c:v>63068</c:v>
                </c:pt>
                <c:pt idx="20699">
                  <c:v>63069</c:v>
                </c:pt>
                <c:pt idx="20700">
                  <c:v>63070</c:v>
                </c:pt>
                <c:pt idx="20701">
                  <c:v>63071</c:v>
                </c:pt>
                <c:pt idx="20702">
                  <c:v>63072</c:v>
                </c:pt>
                <c:pt idx="20703">
                  <c:v>63073</c:v>
                </c:pt>
                <c:pt idx="20704">
                  <c:v>63074</c:v>
                </c:pt>
                <c:pt idx="20705">
                  <c:v>63075</c:v>
                </c:pt>
                <c:pt idx="20706">
                  <c:v>63076</c:v>
                </c:pt>
                <c:pt idx="20707">
                  <c:v>63077</c:v>
                </c:pt>
                <c:pt idx="20708">
                  <c:v>63078</c:v>
                </c:pt>
                <c:pt idx="20709">
                  <c:v>63079</c:v>
                </c:pt>
                <c:pt idx="20710">
                  <c:v>63080</c:v>
                </c:pt>
                <c:pt idx="20711">
                  <c:v>63081</c:v>
                </c:pt>
                <c:pt idx="20712">
                  <c:v>63082</c:v>
                </c:pt>
                <c:pt idx="20713">
                  <c:v>63083</c:v>
                </c:pt>
                <c:pt idx="20714">
                  <c:v>63084</c:v>
                </c:pt>
                <c:pt idx="20715">
                  <c:v>63085</c:v>
                </c:pt>
                <c:pt idx="20716">
                  <c:v>63086</c:v>
                </c:pt>
                <c:pt idx="20717">
                  <c:v>63087</c:v>
                </c:pt>
                <c:pt idx="20718">
                  <c:v>63088</c:v>
                </c:pt>
                <c:pt idx="20719">
                  <c:v>63089</c:v>
                </c:pt>
                <c:pt idx="20720">
                  <c:v>63090</c:v>
                </c:pt>
                <c:pt idx="20721">
                  <c:v>63091</c:v>
                </c:pt>
                <c:pt idx="20722">
                  <c:v>63092</c:v>
                </c:pt>
                <c:pt idx="20723">
                  <c:v>63093</c:v>
                </c:pt>
                <c:pt idx="20724">
                  <c:v>63094</c:v>
                </c:pt>
                <c:pt idx="20725">
                  <c:v>63095</c:v>
                </c:pt>
                <c:pt idx="20726">
                  <c:v>63096</c:v>
                </c:pt>
                <c:pt idx="20727">
                  <c:v>63097</c:v>
                </c:pt>
                <c:pt idx="20728">
                  <c:v>63098</c:v>
                </c:pt>
                <c:pt idx="20729">
                  <c:v>63099</c:v>
                </c:pt>
                <c:pt idx="20730">
                  <c:v>63100</c:v>
                </c:pt>
                <c:pt idx="20731">
                  <c:v>63101</c:v>
                </c:pt>
                <c:pt idx="20732">
                  <c:v>63102</c:v>
                </c:pt>
                <c:pt idx="20733">
                  <c:v>63103</c:v>
                </c:pt>
                <c:pt idx="20734">
                  <c:v>63104</c:v>
                </c:pt>
                <c:pt idx="20735">
                  <c:v>63105</c:v>
                </c:pt>
                <c:pt idx="20736">
                  <c:v>63106</c:v>
                </c:pt>
                <c:pt idx="20737">
                  <c:v>63107</c:v>
                </c:pt>
                <c:pt idx="20738">
                  <c:v>63108</c:v>
                </c:pt>
                <c:pt idx="20739">
                  <c:v>63109</c:v>
                </c:pt>
                <c:pt idx="20740">
                  <c:v>63110</c:v>
                </c:pt>
                <c:pt idx="20741">
                  <c:v>63111</c:v>
                </c:pt>
                <c:pt idx="20742">
                  <c:v>63112</c:v>
                </c:pt>
                <c:pt idx="20743">
                  <c:v>63113</c:v>
                </c:pt>
                <c:pt idx="20744">
                  <c:v>63114</c:v>
                </c:pt>
                <c:pt idx="20745">
                  <c:v>63115</c:v>
                </c:pt>
                <c:pt idx="20746">
                  <c:v>63116</c:v>
                </c:pt>
                <c:pt idx="20747">
                  <c:v>63117</c:v>
                </c:pt>
                <c:pt idx="20748">
                  <c:v>63118</c:v>
                </c:pt>
                <c:pt idx="20749">
                  <c:v>63119</c:v>
                </c:pt>
                <c:pt idx="20750">
                  <c:v>63120</c:v>
                </c:pt>
                <c:pt idx="20751">
                  <c:v>63121</c:v>
                </c:pt>
                <c:pt idx="20752">
                  <c:v>63122</c:v>
                </c:pt>
                <c:pt idx="20753">
                  <c:v>63123</c:v>
                </c:pt>
                <c:pt idx="20754">
                  <c:v>63124</c:v>
                </c:pt>
                <c:pt idx="20755">
                  <c:v>63125</c:v>
                </c:pt>
                <c:pt idx="20756">
                  <c:v>63126</c:v>
                </c:pt>
                <c:pt idx="20757">
                  <c:v>63127</c:v>
                </c:pt>
                <c:pt idx="20758">
                  <c:v>63128</c:v>
                </c:pt>
                <c:pt idx="20759">
                  <c:v>63129</c:v>
                </c:pt>
                <c:pt idx="20760">
                  <c:v>63130</c:v>
                </c:pt>
                <c:pt idx="20761">
                  <c:v>63131</c:v>
                </c:pt>
                <c:pt idx="20762">
                  <c:v>63132</c:v>
                </c:pt>
                <c:pt idx="20763">
                  <c:v>63133</c:v>
                </c:pt>
                <c:pt idx="20764">
                  <c:v>63134</c:v>
                </c:pt>
                <c:pt idx="20765">
                  <c:v>63135</c:v>
                </c:pt>
                <c:pt idx="20766">
                  <c:v>63136</c:v>
                </c:pt>
                <c:pt idx="20767">
                  <c:v>63137</c:v>
                </c:pt>
                <c:pt idx="20768">
                  <c:v>63138</c:v>
                </c:pt>
                <c:pt idx="20769">
                  <c:v>63139</c:v>
                </c:pt>
                <c:pt idx="20770">
                  <c:v>63140</c:v>
                </c:pt>
                <c:pt idx="20771">
                  <c:v>63141</c:v>
                </c:pt>
                <c:pt idx="20772">
                  <c:v>63142</c:v>
                </c:pt>
                <c:pt idx="20773">
                  <c:v>63143</c:v>
                </c:pt>
                <c:pt idx="20774">
                  <c:v>63144</c:v>
                </c:pt>
                <c:pt idx="20775">
                  <c:v>63145</c:v>
                </c:pt>
                <c:pt idx="20776">
                  <c:v>63146</c:v>
                </c:pt>
                <c:pt idx="20777">
                  <c:v>63147</c:v>
                </c:pt>
                <c:pt idx="20778">
                  <c:v>63148</c:v>
                </c:pt>
                <c:pt idx="20779">
                  <c:v>63149</c:v>
                </c:pt>
                <c:pt idx="20780">
                  <c:v>63150</c:v>
                </c:pt>
                <c:pt idx="20781">
                  <c:v>63151</c:v>
                </c:pt>
                <c:pt idx="20782">
                  <c:v>63152</c:v>
                </c:pt>
                <c:pt idx="20783">
                  <c:v>63153</c:v>
                </c:pt>
                <c:pt idx="20784">
                  <c:v>63154</c:v>
                </c:pt>
                <c:pt idx="20785">
                  <c:v>63155</c:v>
                </c:pt>
                <c:pt idx="20786">
                  <c:v>63156</c:v>
                </c:pt>
                <c:pt idx="20787">
                  <c:v>63157</c:v>
                </c:pt>
                <c:pt idx="20788">
                  <c:v>63158</c:v>
                </c:pt>
                <c:pt idx="20789">
                  <c:v>63159</c:v>
                </c:pt>
                <c:pt idx="20790">
                  <c:v>63160</c:v>
                </c:pt>
                <c:pt idx="20791">
                  <c:v>63161</c:v>
                </c:pt>
                <c:pt idx="20792">
                  <c:v>63162</c:v>
                </c:pt>
                <c:pt idx="20793">
                  <c:v>63163</c:v>
                </c:pt>
                <c:pt idx="20794">
                  <c:v>63164</c:v>
                </c:pt>
                <c:pt idx="20795">
                  <c:v>63165</c:v>
                </c:pt>
                <c:pt idx="20796">
                  <c:v>63166</c:v>
                </c:pt>
                <c:pt idx="20797">
                  <c:v>63167</c:v>
                </c:pt>
                <c:pt idx="20798">
                  <c:v>63168</c:v>
                </c:pt>
                <c:pt idx="20799">
                  <c:v>63169</c:v>
                </c:pt>
                <c:pt idx="20800">
                  <c:v>63170</c:v>
                </c:pt>
                <c:pt idx="20801">
                  <c:v>63171</c:v>
                </c:pt>
                <c:pt idx="20802">
                  <c:v>63172</c:v>
                </c:pt>
                <c:pt idx="20803">
                  <c:v>63173</c:v>
                </c:pt>
                <c:pt idx="20804">
                  <c:v>63174</c:v>
                </c:pt>
                <c:pt idx="20805">
                  <c:v>63175</c:v>
                </c:pt>
                <c:pt idx="20806">
                  <c:v>63176</c:v>
                </c:pt>
                <c:pt idx="20807">
                  <c:v>63177</c:v>
                </c:pt>
                <c:pt idx="20808">
                  <c:v>63178</c:v>
                </c:pt>
                <c:pt idx="20809">
                  <c:v>63179</c:v>
                </c:pt>
                <c:pt idx="20810">
                  <c:v>63180</c:v>
                </c:pt>
                <c:pt idx="20811">
                  <c:v>63181</c:v>
                </c:pt>
                <c:pt idx="20812">
                  <c:v>63182</c:v>
                </c:pt>
                <c:pt idx="20813">
                  <c:v>63183</c:v>
                </c:pt>
                <c:pt idx="20814">
                  <c:v>63184</c:v>
                </c:pt>
                <c:pt idx="20815">
                  <c:v>63185</c:v>
                </c:pt>
                <c:pt idx="20816">
                  <c:v>63186</c:v>
                </c:pt>
                <c:pt idx="20817">
                  <c:v>63187</c:v>
                </c:pt>
                <c:pt idx="20818">
                  <c:v>63188</c:v>
                </c:pt>
                <c:pt idx="20819">
                  <c:v>63189</c:v>
                </c:pt>
                <c:pt idx="20820">
                  <c:v>63190</c:v>
                </c:pt>
                <c:pt idx="20821">
                  <c:v>63191</c:v>
                </c:pt>
                <c:pt idx="20822">
                  <c:v>63192</c:v>
                </c:pt>
                <c:pt idx="20823">
                  <c:v>63193</c:v>
                </c:pt>
                <c:pt idx="20824">
                  <c:v>63194</c:v>
                </c:pt>
                <c:pt idx="20825">
                  <c:v>63195</c:v>
                </c:pt>
                <c:pt idx="20826">
                  <c:v>63196</c:v>
                </c:pt>
                <c:pt idx="20827">
                  <c:v>63197</c:v>
                </c:pt>
                <c:pt idx="20828">
                  <c:v>63198</c:v>
                </c:pt>
                <c:pt idx="20829">
                  <c:v>63199</c:v>
                </c:pt>
                <c:pt idx="20830">
                  <c:v>63200</c:v>
                </c:pt>
                <c:pt idx="20831">
                  <c:v>63201</c:v>
                </c:pt>
                <c:pt idx="20832">
                  <c:v>63202</c:v>
                </c:pt>
                <c:pt idx="20833">
                  <c:v>63203</c:v>
                </c:pt>
                <c:pt idx="20834">
                  <c:v>63204</c:v>
                </c:pt>
                <c:pt idx="20835">
                  <c:v>63205</c:v>
                </c:pt>
                <c:pt idx="20836">
                  <c:v>63206</c:v>
                </c:pt>
                <c:pt idx="20837">
                  <c:v>63207</c:v>
                </c:pt>
                <c:pt idx="20838">
                  <c:v>63208</c:v>
                </c:pt>
                <c:pt idx="20839">
                  <c:v>63209</c:v>
                </c:pt>
                <c:pt idx="20840">
                  <c:v>63210</c:v>
                </c:pt>
                <c:pt idx="20841">
                  <c:v>63211</c:v>
                </c:pt>
                <c:pt idx="20842">
                  <c:v>63212</c:v>
                </c:pt>
                <c:pt idx="20843">
                  <c:v>63213</c:v>
                </c:pt>
                <c:pt idx="20844">
                  <c:v>63214</c:v>
                </c:pt>
                <c:pt idx="20845">
                  <c:v>63215</c:v>
                </c:pt>
                <c:pt idx="20846">
                  <c:v>63216</c:v>
                </c:pt>
                <c:pt idx="20847">
                  <c:v>63217</c:v>
                </c:pt>
                <c:pt idx="20848">
                  <c:v>63218</c:v>
                </c:pt>
                <c:pt idx="20849">
                  <c:v>63219</c:v>
                </c:pt>
                <c:pt idx="20850">
                  <c:v>63220</c:v>
                </c:pt>
                <c:pt idx="20851">
                  <c:v>63221</c:v>
                </c:pt>
                <c:pt idx="20852">
                  <c:v>63222</c:v>
                </c:pt>
                <c:pt idx="20853">
                  <c:v>63223</c:v>
                </c:pt>
                <c:pt idx="20854">
                  <c:v>63224</c:v>
                </c:pt>
                <c:pt idx="20855">
                  <c:v>63225</c:v>
                </c:pt>
                <c:pt idx="20856">
                  <c:v>63226</c:v>
                </c:pt>
                <c:pt idx="20857">
                  <c:v>63227</c:v>
                </c:pt>
                <c:pt idx="20858">
                  <c:v>63228</c:v>
                </c:pt>
                <c:pt idx="20859">
                  <c:v>63229</c:v>
                </c:pt>
                <c:pt idx="20860">
                  <c:v>63230</c:v>
                </c:pt>
                <c:pt idx="20861">
                  <c:v>63231</c:v>
                </c:pt>
                <c:pt idx="20862">
                  <c:v>63232</c:v>
                </c:pt>
                <c:pt idx="20863">
                  <c:v>63233</c:v>
                </c:pt>
                <c:pt idx="20864">
                  <c:v>63234</c:v>
                </c:pt>
                <c:pt idx="20865">
                  <c:v>63235</c:v>
                </c:pt>
                <c:pt idx="20866">
                  <c:v>63236</c:v>
                </c:pt>
                <c:pt idx="20867">
                  <c:v>63237</c:v>
                </c:pt>
                <c:pt idx="20868">
                  <c:v>63238</c:v>
                </c:pt>
                <c:pt idx="20869">
                  <c:v>63239</c:v>
                </c:pt>
                <c:pt idx="20870">
                  <c:v>63240</c:v>
                </c:pt>
                <c:pt idx="20871">
                  <c:v>63241</c:v>
                </c:pt>
                <c:pt idx="20872">
                  <c:v>63242</c:v>
                </c:pt>
                <c:pt idx="20873">
                  <c:v>63243</c:v>
                </c:pt>
                <c:pt idx="20874">
                  <c:v>63244</c:v>
                </c:pt>
                <c:pt idx="20875">
                  <c:v>63245</c:v>
                </c:pt>
                <c:pt idx="20876">
                  <c:v>63246</c:v>
                </c:pt>
                <c:pt idx="20877">
                  <c:v>63247</c:v>
                </c:pt>
                <c:pt idx="20878">
                  <c:v>63248</c:v>
                </c:pt>
                <c:pt idx="20879">
                  <c:v>63249</c:v>
                </c:pt>
                <c:pt idx="20880">
                  <c:v>63250</c:v>
                </c:pt>
                <c:pt idx="20881">
                  <c:v>63251</c:v>
                </c:pt>
                <c:pt idx="20882">
                  <c:v>63252</c:v>
                </c:pt>
                <c:pt idx="20883">
                  <c:v>63253</c:v>
                </c:pt>
                <c:pt idx="20884">
                  <c:v>63254</c:v>
                </c:pt>
                <c:pt idx="20885">
                  <c:v>63255</c:v>
                </c:pt>
                <c:pt idx="20886">
                  <c:v>63256</c:v>
                </c:pt>
                <c:pt idx="20887">
                  <c:v>63257</c:v>
                </c:pt>
                <c:pt idx="20888">
                  <c:v>63258</c:v>
                </c:pt>
                <c:pt idx="20889">
                  <c:v>63259</c:v>
                </c:pt>
                <c:pt idx="20890">
                  <c:v>63260</c:v>
                </c:pt>
                <c:pt idx="20891">
                  <c:v>63261</c:v>
                </c:pt>
                <c:pt idx="20892">
                  <c:v>63262</c:v>
                </c:pt>
                <c:pt idx="20893">
                  <c:v>63263</c:v>
                </c:pt>
                <c:pt idx="20894">
                  <c:v>63264</c:v>
                </c:pt>
                <c:pt idx="20895">
                  <c:v>63265</c:v>
                </c:pt>
                <c:pt idx="20896">
                  <c:v>63266</c:v>
                </c:pt>
                <c:pt idx="20897">
                  <c:v>63267</c:v>
                </c:pt>
                <c:pt idx="20898">
                  <c:v>63268</c:v>
                </c:pt>
                <c:pt idx="20899">
                  <c:v>63269</c:v>
                </c:pt>
                <c:pt idx="20900">
                  <c:v>63270</c:v>
                </c:pt>
                <c:pt idx="20901">
                  <c:v>63271</c:v>
                </c:pt>
                <c:pt idx="20902">
                  <c:v>63272</c:v>
                </c:pt>
                <c:pt idx="20903">
                  <c:v>63273</c:v>
                </c:pt>
                <c:pt idx="20904">
                  <c:v>63274</c:v>
                </c:pt>
                <c:pt idx="20905">
                  <c:v>63275</c:v>
                </c:pt>
                <c:pt idx="20906">
                  <c:v>63276</c:v>
                </c:pt>
                <c:pt idx="20907">
                  <c:v>63277</c:v>
                </c:pt>
                <c:pt idx="20908">
                  <c:v>63278</c:v>
                </c:pt>
                <c:pt idx="20909">
                  <c:v>63279</c:v>
                </c:pt>
                <c:pt idx="20910">
                  <c:v>63280</c:v>
                </c:pt>
                <c:pt idx="20911">
                  <c:v>63281</c:v>
                </c:pt>
                <c:pt idx="20912">
                  <c:v>63282</c:v>
                </c:pt>
                <c:pt idx="20913">
                  <c:v>63283</c:v>
                </c:pt>
                <c:pt idx="20914">
                  <c:v>63284</c:v>
                </c:pt>
                <c:pt idx="20915">
                  <c:v>63285</c:v>
                </c:pt>
                <c:pt idx="20916">
                  <c:v>63286</c:v>
                </c:pt>
                <c:pt idx="20917">
                  <c:v>63287</c:v>
                </c:pt>
                <c:pt idx="20918">
                  <c:v>63288</c:v>
                </c:pt>
                <c:pt idx="20919">
                  <c:v>63289</c:v>
                </c:pt>
                <c:pt idx="20920">
                  <c:v>63290</c:v>
                </c:pt>
                <c:pt idx="20921">
                  <c:v>63291</c:v>
                </c:pt>
                <c:pt idx="20922">
                  <c:v>63292</c:v>
                </c:pt>
                <c:pt idx="20923">
                  <c:v>63293</c:v>
                </c:pt>
                <c:pt idx="20924">
                  <c:v>63294</c:v>
                </c:pt>
                <c:pt idx="20925">
                  <c:v>63295</c:v>
                </c:pt>
                <c:pt idx="20926">
                  <c:v>63296</c:v>
                </c:pt>
                <c:pt idx="20927">
                  <c:v>63297</c:v>
                </c:pt>
                <c:pt idx="20928">
                  <c:v>63298</c:v>
                </c:pt>
                <c:pt idx="20929">
                  <c:v>63299</c:v>
                </c:pt>
                <c:pt idx="20930">
                  <c:v>63300</c:v>
                </c:pt>
                <c:pt idx="20931">
                  <c:v>63301</c:v>
                </c:pt>
                <c:pt idx="20932">
                  <c:v>63302</c:v>
                </c:pt>
                <c:pt idx="20933">
                  <c:v>63303</c:v>
                </c:pt>
                <c:pt idx="20934">
                  <c:v>63304</c:v>
                </c:pt>
                <c:pt idx="20935">
                  <c:v>63305</c:v>
                </c:pt>
                <c:pt idx="20936">
                  <c:v>63306</c:v>
                </c:pt>
                <c:pt idx="20937">
                  <c:v>63307</c:v>
                </c:pt>
                <c:pt idx="20938">
                  <c:v>63308</c:v>
                </c:pt>
                <c:pt idx="20939">
                  <c:v>63309</c:v>
                </c:pt>
                <c:pt idx="20940">
                  <c:v>63310</c:v>
                </c:pt>
                <c:pt idx="20941">
                  <c:v>63311</c:v>
                </c:pt>
                <c:pt idx="20942">
                  <c:v>63312</c:v>
                </c:pt>
                <c:pt idx="20943">
                  <c:v>63313</c:v>
                </c:pt>
                <c:pt idx="20944">
                  <c:v>63314</c:v>
                </c:pt>
                <c:pt idx="20945">
                  <c:v>63315</c:v>
                </c:pt>
                <c:pt idx="20946">
                  <c:v>63316</c:v>
                </c:pt>
                <c:pt idx="20947">
                  <c:v>63317</c:v>
                </c:pt>
                <c:pt idx="20948">
                  <c:v>63318</c:v>
                </c:pt>
                <c:pt idx="20949">
                  <c:v>63319</c:v>
                </c:pt>
                <c:pt idx="20950">
                  <c:v>63320</c:v>
                </c:pt>
                <c:pt idx="20951">
                  <c:v>63321</c:v>
                </c:pt>
                <c:pt idx="20952">
                  <c:v>63322</c:v>
                </c:pt>
                <c:pt idx="20953">
                  <c:v>63323</c:v>
                </c:pt>
                <c:pt idx="20954">
                  <c:v>63324</c:v>
                </c:pt>
                <c:pt idx="20955">
                  <c:v>63325</c:v>
                </c:pt>
                <c:pt idx="20956">
                  <c:v>63326</c:v>
                </c:pt>
                <c:pt idx="20957">
                  <c:v>63327</c:v>
                </c:pt>
                <c:pt idx="20958">
                  <c:v>63328</c:v>
                </c:pt>
                <c:pt idx="20959">
                  <c:v>63329</c:v>
                </c:pt>
                <c:pt idx="20960">
                  <c:v>63330</c:v>
                </c:pt>
                <c:pt idx="20961">
                  <c:v>63331</c:v>
                </c:pt>
                <c:pt idx="20962">
                  <c:v>63332</c:v>
                </c:pt>
                <c:pt idx="20963">
                  <c:v>63333</c:v>
                </c:pt>
                <c:pt idx="20964">
                  <c:v>63334</c:v>
                </c:pt>
                <c:pt idx="20965">
                  <c:v>63335</c:v>
                </c:pt>
                <c:pt idx="20966">
                  <c:v>63336</c:v>
                </c:pt>
                <c:pt idx="20967">
                  <c:v>63337</c:v>
                </c:pt>
                <c:pt idx="20968">
                  <c:v>63338</c:v>
                </c:pt>
                <c:pt idx="20969">
                  <c:v>63339</c:v>
                </c:pt>
                <c:pt idx="20970">
                  <c:v>63340</c:v>
                </c:pt>
                <c:pt idx="20971">
                  <c:v>63341</c:v>
                </c:pt>
                <c:pt idx="20972">
                  <c:v>63342</c:v>
                </c:pt>
                <c:pt idx="20973">
                  <c:v>63343</c:v>
                </c:pt>
                <c:pt idx="20974">
                  <c:v>63344</c:v>
                </c:pt>
                <c:pt idx="20975">
                  <c:v>63345</c:v>
                </c:pt>
                <c:pt idx="20976">
                  <c:v>63346</c:v>
                </c:pt>
                <c:pt idx="20977">
                  <c:v>63347</c:v>
                </c:pt>
                <c:pt idx="20978">
                  <c:v>63348</c:v>
                </c:pt>
                <c:pt idx="20979">
                  <c:v>63349</c:v>
                </c:pt>
                <c:pt idx="20980">
                  <c:v>63350</c:v>
                </c:pt>
                <c:pt idx="20981">
                  <c:v>63351</c:v>
                </c:pt>
                <c:pt idx="20982">
                  <c:v>63352</c:v>
                </c:pt>
                <c:pt idx="20983">
                  <c:v>63353</c:v>
                </c:pt>
                <c:pt idx="20984">
                  <c:v>63354</c:v>
                </c:pt>
                <c:pt idx="20985">
                  <c:v>63355</c:v>
                </c:pt>
                <c:pt idx="20986">
                  <c:v>63356</c:v>
                </c:pt>
                <c:pt idx="20987">
                  <c:v>63357</c:v>
                </c:pt>
                <c:pt idx="20988">
                  <c:v>63358</c:v>
                </c:pt>
                <c:pt idx="20989">
                  <c:v>63359</c:v>
                </c:pt>
                <c:pt idx="20990">
                  <c:v>63360</c:v>
                </c:pt>
                <c:pt idx="20991">
                  <c:v>63361</c:v>
                </c:pt>
                <c:pt idx="20992">
                  <c:v>63362</c:v>
                </c:pt>
                <c:pt idx="20993">
                  <c:v>63363</c:v>
                </c:pt>
                <c:pt idx="20994">
                  <c:v>63364</c:v>
                </c:pt>
                <c:pt idx="20995">
                  <c:v>63365</c:v>
                </c:pt>
                <c:pt idx="20996">
                  <c:v>63366</c:v>
                </c:pt>
                <c:pt idx="20997">
                  <c:v>63367</c:v>
                </c:pt>
                <c:pt idx="20998">
                  <c:v>63368</c:v>
                </c:pt>
                <c:pt idx="20999">
                  <c:v>63369</c:v>
                </c:pt>
                <c:pt idx="21000">
                  <c:v>63370</c:v>
                </c:pt>
                <c:pt idx="21001">
                  <c:v>63371</c:v>
                </c:pt>
                <c:pt idx="21002">
                  <c:v>63372</c:v>
                </c:pt>
                <c:pt idx="21003">
                  <c:v>63373</c:v>
                </c:pt>
                <c:pt idx="21004">
                  <c:v>63374</c:v>
                </c:pt>
                <c:pt idx="21005">
                  <c:v>63375</c:v>
                </c:pt>
                <c:pt idx="21006">
                  <c:v>63376</c:v>
                </c:pt>
                <c:pt idx="21007">
                  <c:v>63377</c:v>
                </c:pt>
                <c:pt idx="21008">
                  <c:v>63378</c:v>
                </c:pt>
                <c:pt idx="21009">
                  <c:v>63379</c:v>
                </c:pt>
                <c:pt idx="21010">
                  <c:v>63380</c:v>
                </c:pt>
                <c:pt idx="21011">
                  <c:v>63381</c:v>
                </c:pt>
                <c:pt idx="21012">
                  <c:v>63382</c:v>
                </c:pt>
                <c:pt idx="21013">
                  <c:v>63383</c:v>
                </c:pt>
                <c:pt idx="21014">
                  <c:v>63384</c:v>
                </c:pt>
                <c:pt idx="21015">
                  <c:v>63385</c:v>
                </c:pt>
                <c:pt idx="21016">
                  <c:v>63386</c:v>
                </c:pt>
                <c:pt idx="21017">
                  <c:v>63387</c:v>
                </c:pt>
                <c:pt idx="21018">
                  <c:v>63388</c:v>
                </c:pt>
                <c:pt idx="21019">
                  <c:v>63389</c:v>
                </c:pt>
                <c:pt idx="21020">
                  <c:v>63390</c:v>
                </c:pt>
                <c:pt idx="21021">
                  <c:v>63391</c:v>
                </c:pt>
                <c:pt idx="21022">
                  <c:v>63392</c:v>
                </c:pt>
                <c:pt idx="21023">
                  <c:v>63393</c:v>
                </c:pt>
                <c:pt idx="21024">
                  <c:v>63394</c:v>
                </c:pt>
                <c:pt idx="21025">
                  <c:v>63395</c:v>
                </c:pt>
                <c:pt idx="21026">
                  <c:v>63396</c:v>
                </c:pt>
                <c:pt idx="21027">
                  <c:v>63397</c:v>
                </c:pt>
                <c:pt idx="21028">
                  <c:v>63398</c:v>
                </c:pt>
                <c:pt idx="21029">
                  <c:v>63399</c:v>
                </c:pt>
                <c:pt idx="21030">
                  <c:v>63400</c:v>
                </c:pt>
                <c:pt idx="21031">
                  <c:v>63401</c:v>
                </c:pt>
                <c:pt idx="21032">
                  <c:v>63402</c:v>
                </c:pt>
                <c:pt idx="21033">
                  <c:v>63403</c:v>
                </c:pt>
                <c:pt idx="21034">
                  <c:v>63404</c:v>
                </c:pt>
                <c:pt idx="21035">
                  <c:v>63405</c:v>
                </c:pt>
                <c:pt idx="21036">
                  <c:v>63406</c:v>
                </c:pt>
                <c:pt idx="21037">
                  <c:v>63407</c:v>
                </c:pt>
                <c:pt idx="21038">
                  <c:v>63408</c:v>
                </c:pt>
                <c:pt idx="21039">
                  <c:v>63409</c:v>
                </c:pt>
                <c:pt idx="21040">
                  <c:v>63410</c:v>
                </c:pt>
                <c:pt idx="21041">
                  <c:v>63411</c:v>
                </c:pt>
                <c:pt idx="21042">
                  <c:v>63412</c:v>
                </c:pt>
                <c:pt idx="21043">
                  <c:v>63413</c:v>
                </c:pt>
                <c:pt idx="21044">
                  <c:v>63414</c:v>
                </c:pt>
                <c:pt idx="21045">
                  <c:v>63415</c:v>
                </c:pt>
                <c:pt idx="21046">
                  <c:v>63416</c:v>
                </c:pt>
                <c:pt idx="21047">
                  <c:v>63417</c:v>
                </c:pt>
                <c:pt idx="21048">
                  <c:v>63418</c:v>
                </c:pt>
                <c:pt idx="21049">
                  <c:v>63419</c:v>
                </c:pt>
                <c:pt idx="21050">
                  <c:v>63420</c:v>
                </c:pt>
                <c:pt idx="21051">
                  <c:v>63421</c:v>
                </c:pt>
                <c:pt idx="21052">
                  <c:v>63422</c:v>
                </c:pt>
                <c:pt idx="21053">
                  <c:v>63423</c:v>
                </c:pt>
                <c:pt idx="21054">
                  <c:v>63424</c:v>
                </c:pt>
                <c:pt idx="21055">
                  <c:v>63425</c:v>
                </c:pt>
                <c:pt idx="21056">
                  <c:v>63426</c:v>
                </c:pt>
                <c:pt idx="21057">
                  <c:v>63427</c:v>
                </c:pt>
                <c:pt idx="21058">
                  <c:v>63428</c:v>
                </c:pt>
                <c:pt idx="21059">
                  <c:v>63429</c:v>
                </c:pt>
                <c:pt idx="21060">
                  <c:v>63430</c:v>
                </c:pt>
                <c:pt idx="21061">
                  <c:v>63431</c:v>
                </c:pt>
                <c:pt idx="21062">
                  <c:v>63432</c:v>
                </c:pt>
                <c:pt idx="21063">
                  <c:v>63433</c:v>
                </c:pt>
                <c:pt idx="21064">
                  <c:v>63434</c:v>
                </c:pt>
                <c:pt idx="21065">
                  <c:v>63435</c:v>
                </c:pt>
                <c:pt idx="21066">
                  <c:v>63436</c:v>
                </c:pt>
                <c:pt idx="21067">
                  <c:v>63437</c:v>
                </c:pt>
                <c:pt idx="21068">
                  <c:v>63438</c:v>
                </c:pt>
                <c:pt idx="21069">
                  <c:v>63439</c:v>
                </c:pt>
                <c:pt idx="21070">
                  <c:v>63440</c:v>
                </c:pt>
                <c:pt idx="21071">
                  <c:v>63441</c:v>
                </c:pt>
                <c:pt idx="21072">
                  <c:v>63442</c:v>
                </c:pt>
                <c:pt idx="21073">
                  <c:v>63443</c:v>
                </c:pt>
                <c:pt idx="21074">
                  <c:v>63444</c:v>
                </c:pt>
                <c:pt idx="21075">
                  <c:v>63445</c:v>
                </c:pt>
                <c:pt idx="21076">
                  <c:v>63446</c:v>
                </c:pt>
                <c:pt idx="21077">
                  <c:v>63447</c:v>
                </c:pt>
                <c:pt idx="21078">
                  <c:v>63448</c:v>
                </c:pt>
                <c:pt idx="21079">
                  <c:v>63449</c:v>
                </c:pt>
                <c:pt idx="21080">
                  <c:v>63450</c:v>
                </c:pt>
                <c:pt idx="21081">
                  <c:v>63451</c:v>
                </c:pt>
                <c:pt idx="21082">
                  <c:v>63452</c:v>
                </c:pt>
                <c:pt idx="21083">
                  <c:v>63453</c:v>
                </c:pt>
                <c:pt idx="21084">
                  <c:v>63454</c:v>
                </c:pt>
                <c:pt idx="21085">
                  <c:v>63455</c:v>
                </c:pt>
                <c:pt idx="21086">
                  <c:v>63456</c:v>
                </c:pt>
                <c:pt idx="21087">
                  <c:v>63457</c:v>
                </c:pt>
                <c:pt idx="21088">
                  <c:v>63458</c:v>
                </c:pt>
                <c:pt idx="21089">
                  <c:v>63459</c:v>
                </c:pt>
                <c:pt idx="21090">
                  <c:v>63460</c:v>
                </c:pt>
                <c:pt idx="21091">
                  <c:v>63461</c:v>
                </c:pt>
                <c:pt idx="21092">
                  <c:v>63462</c:v>
                </c:pt>
                <c:pt idx="21093">
                  <c:v>63463</c:v>
                </c:pt>
                <c:pt idx="21094">
                  <c:v>63464</c:v>
                </c:pt>
                <c:pt idx="21095">
                  <c:v>63465</c:v>
                </c:pt>
                <c:pt idx="21096">
                  <c:v>63466</c:v>
                </c:pt>
                <c:pt idx="21097">
                  <c:v>63467</c:v>
                </c:pt>
                <c:pt idx="21098">
                  <c:v>63468</c:v>
                </c:pt>
                <c:pt idx="21099">
                  <c:v>63469</c:v>
                </c:pt>
                <c:pt idx="21100">
                  <c:v>63470</c:v>
                </c:pt>
                <c:pt idx="21101">
                  <c:v>63471</c:v>
                </c:pt>
                <c:pt idx="21102">
                  <c:v>63472</c:v>
                </c:pt>
                <c:pt idx="21103">
                  <c:v>63473</c:v>
                </c:pt>
                <c:pt idx="21104">
                  <c:v>63474</c:v>
                </c:pt>
                <c:pt idx="21105">
                  <c:v>63475</c:v>
                </c:pt>
                <c:pt idx="21106">
                  <c:v>63476</c:v>
                </c:pt>
                <c:pt idx="21107">
                  <c:v>63477</c:v>
                </c:pt>
                <c:pt idx="21108">
                  <c:v>63478</c:v>
                </c:pt>
                <c:pt idx="21109">
                  <c:v>63479</c:v>
                </c:pt>
                <c:pt idx="21110">
                  <c:v>63480</c:v>
                </c:pt>
                <c:pt idx="21111">
                  <c:v>63481</c:v>
                </c:pt>
                <c:pt idx="21112">
                  <c:v>63482</c:v>
                </c:pt>
                <c:pt idx="21113">
                  <c:v>63483</c:v>
                </c:pt>
                <c:pt idx="21114">
                  <c:v>63484</c:v>
                </c:pt>
                <c:pt idx="21115">
                  <c:v>63485</c:v>
                </c:pt>
                <c:pt idx="21116">
                  <c:v>63486</c:v>
                </c:pt>
                <c:pt idx="21117">
                  <c:v>63487</c:v>
                </c:pt>
                <c:pt idx="21118">
                  <c:v>63488</c:v>
                </c:pt>
                <c:pt idx="21119">
                  <c:v>63489</c:v>
                </c:pt>
                <c:pt idx="21120">
                  <c:v>63490</c:v>
                </c:pt>
                <c:pt idx="21121">
                  <c:v>63491</c:v>
                </c:pt>
                <c:pt idx="21122">
                  <c:v>63492</c:v>
                </c:pt>
                <c:pt idx="21123">
                  <c:v>63493</c:v>
                </c:pt>
                <c:pt idx="21124">
                  <c:v>63494</c:v>
                </c:pt>
                <c:pt idx="21125">
                  <c:v>63495</c:v>
                </c:pt>
                <c:pt idx="21126">
                  <c:v>63496</c:v>
                </c:pt>
                <c:pt idx="21127">
                  <c:v>63497</c:v>
                </c:pt>
                <c:pt idx="21128">
                  <c:v>63498</c:v>
                </c:pt>
                <c:pt idx="21129">
                  <c:v>63499</c:v>
                </c:pt>
                <c:pt idx="21130">
                  <c:v>63500</c:v>
                </c:pt>
                <c:pt idx="21131">
                  <c:v>63501</c:v>
                </c:pt>
                <c:pt idx="21132">
                  <c:v>63502</c:v>
                </c:pt>
                <c:pt idx="21133">
                  <c:v>63503</c:v>
                </c:pt>
                <c:pt idx="21134">
                  <c:v>63504</c:v>
                </c:pt>
                <c:pt idx="21135">
                  <c:v>63505</c:v>
                </c:pt>
                <c:pt idx="21136">
                  <c:v>63506</c:v>
                </c:pt>
                <c:pt idx="21137">
                  <c:v>63507</c:v>
                </c:pt>
                <c:pt idx="21138">
                  <c:v>63508</c:v>
                </c:pt>
                <c:pt idx="21139">
                  <c:v>63509</c:v>
                </c:pt>
                <c:pt idx="21140">
                  <c:v>63510</c:v>
                </c:pt>
                <c:pt idx="21141">
                  <c:v>63511</c:v>
                </c:pt>
                <c:pt idx="21142">
                  <c:v>63512</c:v>
                </c:pt>
                <c:pt idx="21143">
                  <c:v>63513</c:v>
                </c:pt>
                <c:pt idx="21144">
                  <c:v>63514</c:v>
                </c:pt>
                <c:pt idx="21145">
                  <c:v>63515</c:v>
                </c:pt>
                <c:pt idx="21146">
                  <c:v>63516</c:v>
                </c:pt>
                <c:pt idx="21147">
                  <c:v>63517</c:v>
                </c:pt>
                <c:pt idx="21148">
                  <c:v>63518</c:v>
                </c:pt>
                <c:pt idx="21149">
                  <c:v>63519</c:v>
                </c:pt>
                <c:pt idx="21150">
                  <c:v>63520</c:v>
                </c:pt>
                <c:pt idx="21151">
                  <c:v>63521</c:v>
                </c:pt>
                <c:pt idx="21152">
                  <c:v>63522</c:v>
                </c:pt>
                <c:pt idx="21153">
                  <c:v>63523</c:v>
                </c:pt>
                <c:pt idx="21154">
                  <c:v>63524</c:v>
                </c:pt>
                <c:pt idx="21155">
                  <c:v>63525</c:v>
                </c:pt>
                <c:pt idx="21156">
                  <c:v>63526</c:v>
                </c:pt>
                <c:pt idx="21157">
                  <c:v>63527</c:v>
                </c:pt>
                <c:pt idx="21158">
                  <c:v>63528</c:v>
                </c:pt>
                <c:pt idx="21159">
                  <c:v>63529</c:v>
                </c:pt>
                <c:pt idx="21160">
                  <c:v>63530</c:v>
                </c:pt>
                <c:pt idx="21161">
                  <c:v>63531</c:v>
                </c:pt>
                <c:pt idx="21162">
                  <c:v>63532</c:v>
                </c:pt>
                <c:pt idx="21163">
                  <c:v>63533</c:v>
                </c:pt>
                <c:pt idx="21164">
                  <c:v>63534</c:v>
                </c:pt>
                <c:pt idx="21165">
                  <c:v>63535</c:v>
                </c:pt>
                <c:pt idx="21166">
                  <c:v>63536</c:v>
                </c:pt>
                <c:pt idx="21167">
                  <c:v>63537</c:v>
                </c:pt>
                <c:pt idx="21168">
                  <c:v>63538</c:v>
                </c:pt>
                <c:pt idx="21169">
                  <c:v>63539</c:v>
                </c:pt>
                <c:pt idx="21170">
                  <c:v>63540</c:v>
                </c:pt>
                <c:pt idx="21171">
                  <c:v>63541</c:v>
                </c:pt>
                <c:pt idx="21172">
                  <c:v>63542</c:v>
                </c:pt>
                <c:pt idx="21173">
                  <c:v>63543</c:v>
                </c:pt>
                <c:pt idx="21174">
                  <c:v>63544</c:v>
                </c:pt>
                <c:pt idx="21175">
                  <c:v>63545</c:v>
                </c:pt>
                <c:pt idx="21176">
                  <c:v>63546</c:v>
                </c:pt>
                <c:pt idx="21177">
                  <c:v>63547</c:v>
                </c:pt>
                <c:pt idx="21178">
                  <c:v>63548</c:v>
                </c:pt>
                <c:pt idx="21179">
                  <c:v>63549</c:v>
                </c:pt>
                <c:pt idx="21180">
                  <c:v>63550</c:v>
                </c:pt>
                <c:pt idx="21181">
                  <c:v>63551</c:v>
                </c:pt>
                <c:pt idx="21182">
                  <c:v>63552</c:v>
                </c:pt>
                <c:pt idx="21183">
                  <c:v>63553</c:v>
                </c:pt>
                <c:pt idx="21184">
                  <c:v>63554</c:v>
                </c:pt>
                <c:pt idx="21185">
                  <c:v>63555</c:v>
                </c:pt>
                <c:pt idx="21186">
                  <c:v>63556</c:v>
                </c:pt>
                <c:pt idx="21187">
                  <c:v>63557</c:v>
                </c:pt>
                <c:pt idx="21188">
                  <c:v>63558</c:v>
                </c:pt>
                <c:pt idx="21189">
                  <c:v>63559</c:v>
                </c:pt>
                <c:pt idx="21190">
                  <c:v>63560</c:v>
                </c:pt>
                <c:pt idx="21191">
                  <c:v>63561</c:v>
                </c:pt>
                <c:pt idx="21192">
                  <c:v>63562</c:v>
                </c:pt>
                <c:pt idx="21193">
                  <c:v>63563</c:v>
                </c:pt>
                <c:pt idx="21194">
                  <c:v>63564</c:v>
                </c:pt>
                <c:pt idx="21195">
                  <c:v>63565</c:v>
                </c:pt>
                <c:pt idx="21196">
                  <c:v>63566</c:v>
                </c:pt>
                <c:pt idx="21197">
                  <c:v>63567</c:v>
                </c:pt>
                <c:pt idx="21198">
                  <c:v>63568</c:v>
                </c:pt>
                <c:pt idx="21199">
                  <c:v>63569</c:v>
                </c:pt>
                <c:pt idx="21200">
                  <c:v>63570</c:v>
                </c:pt>
                <c:pt idx="21201">
                  <c:v>63571</c:v>
                </c:pt>
                <c:pt idx="21202">
                  <c:v>63572</c:v>
                </c:pt>
                <c:pt idx="21203">
                  <c:v>63573</c:v>
                </c:pt>
                <c:pt idx="21204">
                  <c:v>63574</c:v>
                </c:pt>
                <c:pt idx="21205">
                  <c:v>63575</c:v>
                </c:pt>
                <c:pt idx="21206">
                  <c:v>63576</c:v>
                </c:pt>
                <c:pt idx="21207">
                  <c:v>63577</c:v>
                </c:pt>
                <c:pt idx="21208">
                  <c:v>63578</c:v>
                </c:pt>
                <c:pt idx="21209">
                  <c:v>63579</c:v>
                </c:pt>
                <c:pt idx="21210">
                  <c:v>63580</c:v>
                </c:pt>
                <c:pt idx="21211">
                  <c:v>63581</c:v>
                </c:pt>
                <c:pt idx="21212">
                  <c:v>63582</c:v>
                </c:pt>
                <c:pt idx="21213">
                  <c:v>63583</c:v>
                </c:pt>
                <c:pt idx="21214">
                  <c:v>63584</c:v>
                </c:pt>
                <c:pt idx="21215">
                  <c:v>63585</c:v>
                </c:pt>
                <c:pt idx="21216">
                  <c:v>63586</c:v>
                </c:pt>
                <c:pt idx="21217">
                  <c:v>63587</c:v>
                </c:pt>
                <c:pt idx="21218">
                  <c:v>63588</c:v>
                </c:pt>
                <c:pt idx="21219">
                  <c:v>63589</c:v>
                </c:pt>
                <c:pt idx="21220">
                  <c:v>63590</c:v>
                </c:pt>
                <c:pt idx="21221">
                  <c:v>63591</c:v>
                </c:pt>
                <c:pt idx="21222">
                  <c:v>63592</c:v>
                </c:pt>
                <c:pt idx="21223">
                  <c:v>63593</c:v>
                </c:pt>
                <c:pt idx="21224">
                  <c:v>63594</c:v>
                </c:pt>
                <c:pt idx="21225">
                  <c:v>63595</c:v>
                </c:pt>
                <c:pt idx="21226">
                  <c:v>63596</c:v>
                </c:pt>
                <c:pt idx="21227">
                  <c:v>63597</c:v>
                </c:pt>
                <c:pt idx="21228">
                  <c:v>63598</c:v>
                </c:pt>
                <c:pt idx="21229">
                  <c:v>63599</c:v>
                </c:pt>
                <c:pt idx="21230">
                  <c:v>63600</c:v>
                </c:pt>
                <c:pt idx="21231">
                  <c:v>63601</c:v>
                </c:pt>
                <c:pt idx="21232">
                  <c:v>63602</c:v>
                </c:pt>
                <c:pt idx="21233">
                  <c:v>63603</c:v>
                </c:pt>
                <c:pt idx="21234">
                  <c:v>63604</c:v>
                </c:pt>
                <c:pt idx="21235">
                  <c:v>63605</c:v>
                </c:pt>
                <c:pt idx="21236">
                  <c:v>63606</c:v>
                </c:pt>
                <c:pt idx="21237">
                  <c:v>63607</c:v>
                </c:pt>
                <c:pt idx="21238">
                  <c:v>63608</c:v>
                </c:pt>
                <c:pt idx="21239">
                  <c:v>63609</c:v>
                </c:pt>
                <c:pt idx="21240">
                  <c:v>63610</c:v>
                </c:pt>
                <c:pt idx="21241">
                  <c:v>63611</c:v>
                </c:pt>
                <c:pt idx="21242">
                  <c:v>63612</c:v>
                </c:pt>
                <c:pt idx="21243">
                  <c:v>63613</c:v>
                </c:pt>
                <c:pt idx="21244">
                  <c:v>63614</c:v>
                </c:pt>
                <c:pt idx="21245">
                  <c:v>63615</c:v>
                </c:pt>
                <c:pt idx="21246">
                  <c:v>63616</c:v>
                </c:pt>
                <c:pt idx="21247">
                  <c:v>63617</c:v>
                </c:pt>
                <c:pt idx="21248">
                  <c:v>63618</c:v>
                </c:pt>
                <c:pt idx="21249">
                  <c:v>63619</c:v>
                </c:pt>
                <c:pt idx="21250">
                  <c:v>63620</c:v>
                </c:pt>
                <c:pt idx="21251">
                  <c:v>63621</c:v>
                </c:pt>
                <c:pt idx="21252">
                  <c:v>63622</c:v>
                </c:pt>
                <c:pt idx="21253">
                  <c:v>63623</c:v>
                </c:pt>
                <c:pt idx="21254">
                  <c:v>63624</c:v>
                </c:pt>
                <c:pt idx="21255">
                  <c:v>63625</c:v>
                </c:pt>
                <c:pt idx="21256">
                  <c:v>63626</c:v>
                </c:pt>
                <c:pt idx="21257">
                  <c:v>63627</c:v>
                </c:pt>
                <c:pt idx="21258">
                  <c:v>63628</c:v>
                </c:pt>
                <c:pt idx="21259">
                  <c:v>63629</c:v>
                </c:pt>
                <c:pt idx="21260">
                  <c:v>63630</c:v>
                </c:pt>
                <c:pt idx="21261">
                  <c:v>63631</c:v>
                </c:pt>
                <c:pt idx="21262">
                  <c:v>63632</c:v>
                </c:pt>
                <c:pt idx="21263">
                  <c:v>63633</c:v>
                </c:pt>
                <c:pt idx="21264">
                  <c:v>63634</c:v>
                </c:pt>
                <c:pt idx="21265">
                  <c:v>63635</c:v>
                </c:pt>
                <c:pt idx="21266">
                  <c:v>63636</c:v>
                </c:pt>
                <c:pt idx="21267">
                  <c:v>63637</c:v>
                </c:pt>
                <c:pt idx="21268">
                  <c:v>63638</c:v>
                </c:pt>
                <c:pt idx="21269">
                  <c:v>63639</c:v>
                </c:pt>
                <c:pt idx="21270">
                  <c:v>63640</c:v>
                </c:pt>
                <c:pt idx="21271">
                  <c:v>63641</c:v>
                </c:pt>
                <c:pt idx="21272">
                  <c:v>63642</c:v>
                </c:pt>
                <c:pt idx="21273">
                  <c:v>63643</c:v>
                </c:pt>
                <c:pt idx="21274">
                  <c:v>63644</c:v>
                </c:pt>
                <c:pt idx="21275">
                  <c:v>63645</c:v>
                </c:pt>
                <c:pt idx="21276">
                  <c:v>63646</c:v>
                </c:pt>
                <c:pt idx="21277">
                  <c:v>63647</c:v>
                </c:pt>
                <c:pt idx="21278">
                  <c:v>63648</c:v>
                </c:pt>
                <c:pt idx="21279">
                  <c:v>63649</c:v>
                </c:pt>
                <c:pt idx="21280">
                  <c:v>63650</c:v>
                </c:pt>
                <c:pt idx="21281">
                  <c:v>63651</c:v>
                </c:pt>
                <c:pt idx="21282">
                  <c:v>63652</c:v>
                </c:pt>
                <c:pt idx="21283">
                  <c:v>63653</c:v>
                </c:pt>
                <c:pt idx="21284">
                  <c:v>63654</c:v>
                </c:pt>
                <c:pt idx="21285">
                  <c:v>63655</c:v>
                </c:pt>
                <c:pt idx="21286">
                  <c:v>63656</c:v>
                </c:pt>
                <c:pt idx="21287">
                  <c:v>63657</c:v>
                </c:pt>
                <c:pt idx="21288">
                  <c:v>63658</c:v>
                </c:pt>
                <c:pt idx="21289">
                  <c:v>63659</c:v>
                </c:pt>
                <c:pt idx="21290">
                  <c:v>63660</c:v>
                </c:pt>
                <c:pt idx="21291">
                  <c:v>63661</c:v>
                </c:pt>
                <c:pt idx="21292">
                  <c:v>63662</c:v>
                </c:pt>
                <c:pt idx="21293">
                  <c:v>63663</c:v>
                </c:pt>
                <c:pt idx="21294">
                  <c:v>63664</c:v>
                </c:pt>
                <c:pt idx="21295">
                  <c:v>63665</c:v>
                </c:pt>
                <c:pt idx="21296">
                  <c:v>63666</c:v>
                </c:pt>
                <c:pt idx="21297">
                  <c:v>63667</c:v>
                </c:pt>
                <c:pt idx="21298">
                  <c:v>63668</c:v>
                </c:pt>
                <c:pt idx="21299">
                  <c:v>63669</c:v>
                </c:pt>
                <c:pt idx="21300">
                  <c:v>63670</c:v>
                </c:pt>
                <c:pt idx="21301">
                  <c:v>63671</c:v>
                </c:pt>
                <c:pt idx="21302">
                  <c:v>63672</c:v>
                </c:pt>
                <c:pt idx="21303">
                  <c:v>63673</c:v>
                </c:pt>
                <c:pt idx="21304">
                  <c:v>63674</c:v>
                </c:pt>
                <c:pt idx="21305">
                  <c:v>63675</c:v>
                </c:pt>
                <c:pt idx="21306">
                  <c:v>63676</c:v>
                </c:pt>
                <c:pt idx="21307">
                  <c:v>63677</c:v>
                </c:pt>
                <c:pt idx="21308">
                  <c:v>63678</c:v>
                </c:pt>
                <c:pt idx="21309">
                  <c:v>63679</c:v>
                </c:pt>
                <c:pt idx="21310">
                  <c:v>63680</c:v>
                </c:pt>
                <c:pt idx="21311">
                  <c:v>63681</c:v>
                </c:pt>
                <c:pt idx="21312">
                  <c:v>63682</c:v>
                </c:pt>
                <c:pt idx="21313">
                  <c:v>63683</c:v>
                </c:pt>
                <c:pt idx="21314">
                  <c:v>63684</c:v>
                </c:pt>
                <c:pt idx="21315">
                  <c:v>63685</c:v>
                </c:pt>
                <c:pt idx="21316">
                  <c:v>63686</c:v>
                </c:pt>
                <c:pt idx="21317">
                  <c:v>63687</c:v>
                </c:pt>
                <c:pt idx="21318">
                  <c:v>63688</c:v>
                </c:pt>
                <c:pt idx="21319">
                  <c:v>63689</c:v>
                </c:pt>
                <c:pt idx="21320">
                  <c:v>63690</c:v>
                </c:pt>
                <c:pt idx="21321">
                  <c:v>63691</c:v>
                </c:pt>
                <c:pt idx="21322">
                  <c:v>63692</c:v>
                </c:pt>
                <c:pt idx="21323">
                  <c:v>63693</c:v>
                </c:pt>
                <c:pt idx="21324">
                  <c:v>63694</c:v>
                </c:pt>
                <c:pt idx="21325">
                  <c:v>63695</c:v>
                </c:pt>
                <c:pt idx="21326">
                  <c:v>63696</c:v>
                </c:pt>
                <c:pt idx="21327">
                  <c:v>63697</c:v>
                </c:pt>
                <c:pt idx="21328">
                  <c:v>63698</c:v>
                </c:pt>
                <c:pt idx="21329">
                  <c:v>63699</c:v>
                </c:pt>
                <c:pt idx="21330">
                  <c:v>63700</c:v>
                </c:pt>
                <c:pt idx="21331">
                  <c:v>63701</c:v>
                </c:pt>
                <c:pt idx="21332">
                  <c:v>63702</c:v>
                </c:pt>
                <c:pt idx="21333">
                  <c:v>63703</c:v>
                </c:pt>
                <c:pt idx="21334">
                  <c:v>63704</c:v>
                </c:pt>
                <c:pt idx="21335">
                  <c:v>63705</c:v>
                </c:pt>
                <c:pt idx="21336">
                  <c:v>63706</c:v>
                </c:pt>
                <c:pt idx="21337">
                  <c:v>63707</c:v>
                </c:pt>
                <c:pt idx="21338">
                  <c:v>63708</c:v>
                </c:pt>
                <c:pt idx="21339">
                  <c:v>63709</c:v>
                </c:pt>
                <c:pt idx="21340">
                  <c:v>63710</c:v>
                </c:pt>
                <c:pt idx="21341">
                  <c:v>63711</c:v>
                </c:pt>
                <c:pt idx="21342">
                  <c:v>63712</c:v>
                </c:pt>
                <c:pt idx="21343">
                  <c:v>63713</c:v>
                </c:pt>
                <c:pt idx="21344">
                  <c:v>63714</c:v>
                </c:pt>
                <c:pt idx="21345">
                  <c:v>63715</c:v>
                </c:pt>
                <c:pt idx="21346">
                  <c:v>63716</c:v>
                </c:pt>
                <c:pt idx="21347">
                  <c:v>63717</c:v>
                </c:pt>
                <c:pt idx="21348">
                  <c:v>63718</c:v>
                </c:pt>
                <c:pt idx="21349">
                  <c:v>63719</c:v>
                </c:pt>
                <c:pt idx="21350">
                  <c:v>63720</c:v>
                </c:pt>
                <c:pt idx="21351">
                  <c:v>63721</c:v>
                </c:pt>
                <c:pt idx="21352">
                  <c:v>63722</c:v>
                </c:pt>
                <c:pt idx="21353">
                  <c:v>63723</c:v>
                </c:pt>
                <c:pt idx="21354">
                  <c:v>63724</c:v>
                </c:pt>
                <c:pt idx="21355">
                  <c:v>63725</c:v>
                </c:pt>
                <c:pt idx="21356">
                  <c:v>63726</c:v>
                </c:pt>
                <c:pt idx="21357">
                  <c:v>63727</c:v>
                </c:pt>
                <c:pt idx="21358">
                  <c:v>63728</c:v>
                </c:pt>
                <c:pt idx="21359">
                  <c:v>63729</c:v>
                </c:pt>
                <c:pt idx="21360">
                  <c:v>63730</c:v>
                </c:pt>
                <c:pt idx="21361">
                  <c:v>63731</c:v>
                </c:pt>
                <c:pt idx="21362">
                  <c:v>63732</c:v>
                </c:pt>
                <c:pt idx="21363">
                  <c:v>63733</c:v>
                </c:pt>
                <c:pt idx="21364">
                  <c:v>63734</c:v>
                </c:pt>
                <c:pt idx="21365">
                  <c:v>63735</c:v>
                </c:pt>
                <c:pt idx="21366">
                  <c:v>63736</c:v>
                </c:pt>
                <c:pt idx="21367">
                  <c:v>63737</c:v>
                </c:pt>
                <c:pt idx="21368">
                  <c:v>63738</c:v>
                </c:pt>
                <c:pt idx="21369">
                  <c:v>63739</c:v>
                </c:pt>
                <c:pt idx="21370">
                  <c:v>63740</c:v>
                </c:pt>
                <c:pt idx="21371">
                  <c:v>63741</c:v>
                </c:pt>
                <c:pt idx="21372">
                  <c:v>63742</c:v>
                </c:pt>
                <c:pt idx="21373">
                  <c:v>63743</c:v>
                </c:pt>
                <c:pt idx="21374">
                  <c:v>63744</c:v>
                </c:pt>
                <c:pt idx="21375">
                  <c:v>63745</c:v>
                </c:pt>
                <c:pt idx="21376">
                  <c:v>63746</c:v>
                </c:pt>
                <c:pt idx="21377">
                  <c:v>63747</c:v>
                </c:pt>
                <c:pt idx="21378">
                  <c:v>63748</c:v>
                </c:pt>
                <c:pt idx="21379">
                  <c:v>63749</c:v>
                </c:pt>
                <c:pt idx="21380">
                  <c:v>63750</c:v>
                </c:pt>
                <c:pt idx="21381">
                  <c:v>63751</c:v>
                </c:pt>
                <c:pt idx="21382">
                  <c:v>63752</c:v>
                </c:pt>
                <c:pt idx="21383">
                  <c:v>63753</c:v>
                </c:pt>
                <c:pt idx="21384">
                  <c:v>63754</c:v>
                </c:pt>
                <c:pt idx="21385">
                  <c:v>63755</c:v>
                </c:pt>
                <c:pt idx="21386">
                  <c:v>63756</c:v>
                </c:pt>
                <c:pt idx="21387">
                  <c:v>63757</c:v>
                </c:pt>
                <c:pt idx="21388">
                  <c:v>63758</c:v>
                </c:pt>
                <c:pt idx="21389">
                  <c:v>63759</c:v>
                </c:pt>
                <c:pt idx="21390">
                  <c:v>63760</c:v>
                </c:pt>
                <c:pt idx="21391">
                  <c:v>63761</c:v>
                </c:pt>
                <c:pt idx="21392">
                  <c:v>63762</c:v>
                </c:pt>
                <c:pt idx="21393">
                  <c:v>63763</c:v>
                </c:pt>
                <c:pt idx="21394">
                  <c:v>63764</c:v>
                </c:pt>
                <c:pt idx="21395">
                  <c:v>63765</c:v>
                </c:pt>
                <c:pt idx="21396">
                  <c:v>63766</c:v>
                </c:pt>
                <c:pt idx="21397">
                  <c:v>63767</c:v>
                </c:pt>
                <c:pt idx="21398">
                  <c:v>63768</c:v>
                </c:pt>
                <c:pt idx="21399">
                  <c:v>63769</c:v>
                </c:pt>
                <c:pt idx="21400">
                  <c:v>63770</c:v>
                </c:pt>
                <c:pt idx="21401">
                  <c:v>63771</c:v>
                </c:pt>
                <c:pt idx="21402">
                  <c:v>63772</c:v>
                </c:pt>
                <c:pt idx="21403">
                  <c:v>63773</c:v>
                </c:pt>
                <c:pt idx="21404">
                  <c:v>63774</c:v>
                </c:pt>
                <c:pt idx="21405">
                  <c:v>63775</c:v>
                </c:pt>
                <c:pt idx="21406">
                  <c:v>63776</c:v>
                </c:pt>
                <c:pt idx="21407">
                  <c:v>63777</c:v>
                </c:pt>
                <c:pt idx="21408">
                  <c:v>63778</c:v>
                </c:pt>
                <c:pt idx="21409">
                  <c:v>63779</c:v>
                </c:pt>
                <c:pt idx="21410">
                  <c:v>63780</c:v>
                </c:pt>
                <c:pt idx="21411">
                  <c:v>63781</c:v>
                </c:pt>
                <c:pt idx="21412">
                  <c:v>63782</c:v>
                </c:pt>
                <c:pt idx="21413">
                  <c:v>63783</c:v>
                </c:pt>
                <c:pt idx="21414">
                  <c:v>63784</c:v>
                </c:pt>
                <c:pt idx="21415">
                  <c:v>63785</c:v>
                </c:pt>
                <c:pt idx="21416">
                  <c:v>63786</c:v>
                </c:pt>
                <c:pt idx="21417">
                  <c:v>63787</c:v>
                </c:pt>
                <c:pt idx="21418">
                  <c:v>63788</c:v>
                </c:pt>
                <c:pt idx="21419">
                  <c:v>63789</c:v>
                </c:pt>
                <c:pt idx="21420">
                  <c:v>63790</c:v>
                </c:pt>
                <c:pt idx="21421">
                  <c:v>63791</c:v>
                </c:pt>
                <c:pt idx="21422">
                  <c:v>63792</c:v>
                </c:pt>
                <c:pt idx="21423">
                  <c:v>63793</c:v>
                </c:pt>
                <c:pt idx="21424">
                  <c:v>63794</c:v>
                </c:pt>
                <c:pt idx="21425">
                  <c:v>63795</c:v>
                </c:pt>
                <c:pt idx="21426">
                  <c:v>63796</c:v>
                </c:pt>
                <c:pt idx="21427">
                  <c:v>63797</c:v>
                </c:pt>
                <c:pt idx="21428">
                  <c:v>63798</c:v>
                </c:pt>
                <c:pt idx="21429">
                  <c:v>63799</c:v>
                </c:pt>
                <c:pt idx="21430">
                  <c:v>63800</c:v>
                </c:pt>
                <c:pt idx="21431">
                  <c:v>63801</c:v>
                </c:pt>
                <c:pt idx="21432">
                  <c:v>63802</c:v>
                </c:pt>
                <c:pt idx="21433">
                  <c:v>63803</c:v>
                </c:pt>
                <c:pt idx="21434">
                  <c:v>63804</c:v>
                </c:pt>
                <c:pt idx="21435">
                  <c:v>63805</c:v>
                </c:pt>
                <c:pt idx="21436">
                  <c:v>63806</c:v>
                </c:pt>
                <c:pt idx="21437">
                  <c:v>63807</c:v>
                </c:pt>
                <c:pt idx="21438">
                  <c:v>63808</c:v>
                </c:pt>
                <c:pt idx="21439">
                  <c:v>63809</c:v>
                </c:pt>
                <c:pt idx="21440">
                  <c:v>63810</c:v>
                </c:pt>
                <c:pt idx="21441">
                  <c:v>63811</c:v>
                </c:pt>
                <c:pt idx="21442">
                  <c:v>63812</c:v>
                </c:pt>
                <c:pt idx="21443">
                  <c:v>63813</c:v>
                </c:pt>
                <c:pt idx="21444">
                  <c:v>63814</c:v>
                </c:pt>
                <c:pt idx="21445">
                  <c:v>63815</c:v>
                </c:pt>
                <c:pt idx="21446">
                  <c:v>63816</c:v>
                </c:pt>
                <c:pt idx="21447">
                  <c:v>63817</c:v>
                </c:pt>
                <c:pt idx="21448">
                  <c:v>63818</c:v>
                </c:pt>
                <c:pt idx="21449">
                  <c:v>63819</c:v>
                </c:pt>
                <c:pt idx="21450">
                  <c:v>63820</c:v>
                </c:pt>
                <c:pt idx="21451">
                  <c:v>63821</c:v>
                </c:pt>
                <c:pt idx="21452">
                  <c:v>63822</c:v>
                </c:pt>
                <c:pt idx="21453">
                  <c:v>63823</c:v>
                </c:pt>
                <c:pt idx="21454">
                  <c:v>63824</c:v>
                </c:pt>
                <c:pt idx="21455">
                  <c:v>63825</c:v>
                </c:pt>
                <c:pt idx="21456">
                  <c:v>63826</c:v>
                </c:pt>
                <c:pt idx="21457">
                  <c:v>63827</c:v>
                </c:pt>
                <c:pt idx="21458">
                  <c:v>63828</c:v>
                </c:pt>
                <c:pt idx="21459">
                  <c:v>63829</c:v>
                </c:pt>
                <c:pt idx="21460">
                  <c:v>63830</c:v>
                </c:pt>
                <c:pt idx="21461">
                  <c:v>63831</c:v>
                </c:pt>
                <c:pt idx="21462">
                  <c:v>63832</c:v>
                </c:pt>
                <c:pt idx="21463">
                  <c:v>63833</c:v>
                </c:pt>
                <c:pt idx="21464">
                  <c:v>63834</c:v>
                </c:pt>
                <c:pt idx="21465">
                  <c:v>63835</c:v>
                </c:pt>
                <c:pt idx="21466">
                  <c:v>63836</c:v>
                </c:pt>
                <c:pt idx="21467">
                  <c:v>63837</c:v>
                </c:pt>
                <c:pt idx="21468">
                  <c:v>63838</c:v>
                </c:pt>
                <c:pt idx="21469">
                  <c:v>63839</c:v>
                </c:pt>
                <c:pt idx="21470">
                  <c:v>63840</c:v>
                </c:pt>
                <c:pt idx="21471">
                  <c:v>63841</c:v>
                </c:pt>
                <c:pt idx="21472">
                  <c:v>63842</c:v>
                </c:pt>
                <c:pt idx="21473">
                  <c:v>63843</c:v>
                </c:pt>
                <c:pt idx="21474">
                  <c:v>63844</c:v>
                </c:pt>
                <c:pt idx="21475">
                  <c:v>63845</c:v>
                </c:pt>
                <c:pt idx="21476">
                  <c:v>63846</c:v>
                </c:pt>
                <c:pt idx="21477">
                  <c:v>63847</c:v>
                </c:pt>
                <c:pt idx="21478">
                  <c:v>63848</c:v>
                </c:pt>
                <c:pt idx="21479">
                  <c:v>63849</c:v>
                </c:pt>
                <c:pt idx="21480">
                  <c:v>63850</c:v>
                </c:pt>
                <c:pt idx="21481">
                  <c:v>63851</c:v>
                </c:pt>
                <c:pt idx="21482">
                  <c:v>63852</c:v>
                </c:pt>
                <c:pt idx="21483">
                  <c:v>63853</c:v>
                </c:pt>
                <c:pt idx="21484">
                  <c:v>63854</c:v>
                </c:pt>
                <c:pt idx="21485">
                  <c:v>63855</c:v>
                </c:pt>
                <c:pt idx="21486">
                  <c:v>63856</c:v>
                </c:pt>
                <c:pt idx="21487">
                  <c:v>63857</c:v>
                </c:pt>
                <c:pt idx="21488">
                  <c:v>63858</c:v>
                </c:pt>
                <c:pt idx="21489">
                  <c:v>63859</c:v>
                </c:pt>
                <c:pt idx="21490">
                  <c:v>63860</c:v>
                </c:pt>
                <c:pt idx="21491">
                  <c:v>63861</c:v>
                </c:pt>
                <c:pt idx="21492">
                  <c:v>63862</c:v>
                </c:pt>
                <c:pt idx="21493">
                  <c:v>63863</c:v>
                </c:pt>
                <c:pt idx="21494">
                  <c:v>63864</c:v>
                </c:pt>
                <c:pt idx="21495">
                  <c:v>63865</c:v>
                </c:pt>
                <c:pt idx="21496">
                  <c:v>63866</c:v>
                </c:pt>
                <c:pt idx="21497">
                  <c:v>63867</c:v>
                </c:pt>
                <c:pt idx="21498">
                  <c:v>63868</c:v>
                </c:pt>
                <c:pt idx="21499">
                  <c:v>63869</c:v>
                </c:pt>
                <c:pt idx="21500">
                  <c:v>63870</c:v>
                </c:pt>
                <c:pt idx="21501">
                  <c:v>63871</c:v>
                </c:pt>
                <c:pt idx="21502">
                  <c:v>63872</c:v>
                </c:pt>
                <c:pt idx="21503">
                  <c:v>63873</c:v>
                </c:pt>
                <c:pt idx="21504">
                  <c:v>63874</c:v>
                </c:pt>
                <c:pt idx="21505">
                  <c:v>63875</c:v>
                </c:pt>
                <c:pt idx="21506">
                  <c:v>63876</c:v>
                </c:pt>
                <c:pt idx="21507">
                  <c:v>63877</c:v>
                </c:pt>
                <c:pt idx="21508">
                  <c:v>63878</c:v>
                </c:pt>
                <c:pt idx="21509">
                  <c:v>63879</c:v>
                </c:pt>
                <c:pt idx="21510">
                  <c:v>63880</c:v>
                </c:pt>
                <c:pt idx="21511">
                  <c:v>63881</c:v>
                </c:pt>
                <c:pt idx="21512">
                  <c:v>63882</c:v>
                </c:pt>
                <c:pt idx="21513">
                  <c:v>63883</c:v>
                </c:pt>
                <c:pt idx="21514">
                  <c:v>63884</c:v>
                </c:pt>
                <c:pt idx="21515">
                  <c:v>63885</c:v>
                </c:pt>
                <c:pt idx="21516">
                  <c:v>63886</c:v>
                </c:pt>
                <c:pt idx="21517">
                  <c:v>63887</c:v>
                </c:pt>
                <c:pt idx="21518">
                  <c:v>63888</c:v>
                </c:pt>
                <c:pt idx="21519">
                  <c:v>63889</c:v>
                </c:pt>
                <c:pt idx="21520">
                  <c:v>63890</c:v>
                </c:pt>
                <c:pt idx="21521">
                  <c:v>63891</c:v>
                </c:pt>
                <c:pt idx="21522">
                  <c:v>63892</c:v>
                </c:pt>
                <c:pt idx="21523">
                  <c:v>63893</c:v>
                </c:pt>
                <c:pt idx="21524">
                  <c:v>63894</c:v>
                </c:pt>
                <c:pt idx="21525">
                  <c:v>63895</c:v>
                </c:pt>
                <c:pt idx="21526">
                  <c:v>63896</c:v>
                </c:pt>
                <c:pt idx="21527">
                  <c:v>63897</c:v>
                </c:pt>
                <c:pt idx="21528">
                  <c:v>63898</c:v>
                </c:pt>
                <c:pt idx="21529">
                  <c:v>63899</c:v>
                </c:pt>
                <c:pt idx="21530">
                  <c:v>63900</c:v>
                </c:pt>
                <c:pt idx="21531">
                  <c:v>63901</c:v>
                </c:pt>
                <c:pt idx="21532">
                  <c:v>63902</c:v>
                </c:pt>
                <c:pt idx="21533">
                  <c:v>63903</c:v>
                </c:pt>
                <c:pt idx="21534">
                  <c:v>63904</c:v>
                </c:pt>
                <c:pt idx="21535">
                  <c:v>63905</c:v>
                </c:pt>
                <c:pt idx="21536">
                  <c:v>63906</c:v>
                </c:pt>
                <c:pt idx="21537">
                  <c:v>63907</c:v>
                </c:pt>
                <c:pt idx="21538">
                  <c:v>63908</c:v>
                </c:pt>
                <c:pt idx="21539">
                  <c:v>63909</c:v>
                </c:pt>
                <c:pt idx="21540">
                  <c:v>63910</c:v>
                </c:pt>
                <c:pt idx="21541">
                  <c:v>63911</c:v>
                </c:pt>
                <c:pt idx="21542">
                  <c:v>63912</c:v>
                </c:pt>
                <c:pt idx="21543">
                  <c:v>63913</c:v>
                </c:pt>
                <c:pt idx="21544">
                  <c:v>63914</c:v>
                </c:pt>
                <c:pt idx="21545">
                  <c:v>63915</c:v>
                </c:pt>
                <c:pt idx="21546">
                  <c:v>63916</c:v>
                </c:pt>
                <c:pt idx="21547">
                  <c:v>63917</c:v>
                </c:pt>
                <c:pt idx="21548">
                  <c:v>63918</c:v>
                </c:pt>
                <c:pt idx="21549">
                  <c:v>63919</c:v>
                </c:pt>
                <c:pt idx="21550">
                  <c:v>63920</c:v>
                </c:pt>
                <c:pt idx="21551">
                  <c:v>63921</c:v>
                </c:pt>
                <c:pt idx="21552">
                  <c:v>63922</c:v>
                </c:pt>
                <c:pt idx="21553">
                  <c:v>63923</c:v>
                </c:pt>
                <c:pt idx="21554">
                  <c:v>63924</c:v>
                </c:pt>
                <c:pt idx="21555">
                  <c:v>63925</c:v>
                </c:pt>
                <c:pt idx="21556">
                  <c:v>63926</c:v>
                </c:pt>
                <c:pt idx="21557">
                  <c:v>63927</c:v>
                </c:pt>
                <c:pt idx="21558">
                  <c:v>63928</c:v>
                </c:pt>
                <c:pt idx="21559">
                  <c:v>63929</c:v>
                </c:pt>
                <c:pt idx="21560">
                  <c:v>63930</c:v>
                </c:pt>
                <c:pt idx="21561">
                  <c:v>63931</c:v>
                </c:pt>
                <c:pt idx="21562">
                  <c:v>63932</c:v>
                </c:pt>
                <c:pt idx="21563">
                  <c:v>63933</c:v>
                </c:pt>
                <c:pt idx="21564">
                  <c:v>63934</c:v>
                </c:pt>
                <c:pt idx="21565">
                  <c:v>63935</c:v>
                </c:pt>
                <c:pt idx="21566">
                  <c:v>63936</c:v>
                </c:pt>
                <c:pt idx="21567">
                  <c:v>63937</c:v>
                </c:pt>
                <c:pt idx="21568">
                  <c:v>63938</c:v>
                </c:pt>
                <c:pt idx="21569">
                  <c:v>63939</c:v>
                </c:pt>
                <c:pt idx="21570">
                  <c:v>63940</c:v>
                </c:pt>
                <c:pt idx="21571">
                  <c:v>63941</c:v>
                </c:pt>
                <c:pt idx="21572">
                  <c:v>63942</c:v>
                </c:pt>
                <c:pt idx="21573">
                  <c:v>63943</c:v>
                </c:pt>
                <c:pt idx="21574">
                  <c:v>63944</c:v>
                </c:pt>
                <c:pt idx="21575">
                  <c:v>63945</c:v>
                </c:pt>
                <c:pt idx="21576">
                  <c:v>63946</c:v>
                </c:pt>
                <c:pt idx="21577">
                  <c:v>63947</c:v>
                </c:pt>
                <c:pt idx="21578">
                  <c:v>63948</c:v>
                </c:pt>
                <c:pt idx="21579">
                  <c:v>63949</c:v>
                </c:pt>
                <c:pt idx="21580">
                  <c:v>63950</c:v>
                </c:pt>
                <c:pt idx="21581">
                  <c:v>63951</c:v>
                </c:pt>
                <c:pt idx="21582">
                  <c:v>63952</c:v>
                </c:pt>
                <c:pt idx="21583">
                  <c:v>63953</c:v>
                </c:pt>
                <c:pt idx="21584">
                  <c:v>63954</c:v>
                </c:pt>
                <c:pt idx="21585">
                  <c:v>63955</c:v>
                </c:pt>
                <c:pt idx="21586">
                  <c:v>63956</c:v>
                </c:pt>
                <c:pt idx="21587">
                  <c:v>63957</c:v>
                </c:pt>
                <c:pt idx="21588">
                  <c:v>63958</c:v>
                </c:pt>
                <c:pt idx="21589">
                  <c:v>63959</c:v>
                </c:pt>
                <c:pt idx="21590">
                  <c:v>63960</c:v>
                </c:pt>
                <c:pt idx="21591">
                  <c:v>63961</c:v>
                </c:pt>
                <c:pt idx="21592">
                  <c:v>63962</c:v>
                </c:pt>
                <c:pt idx="21593">
                  <c:v>63963</c:v>
                </c:pt>
                <c:pt idx="21594">
                  <c:v>63964</c:v>
                </c:pt>
                <c:pt idx="21595">
                  <c:v>63965</c:v>
                </c:pt>
                <c:pt idx="21596">
                  <c:v>63966</c:v>
                </c:pt>
                <c:pt idx="21597">
                  <c:v>63967</c:v>
                </c:pt>
                <c:pt idx="21598">
                  <c:v>63968</c:v>
                </c:pt>
                <c:pt idx="21599">
                  <c:v>63969</c:v>
                </c:pt>
                <c:pt idx="21600">
                  <c:v>63970</c:v>
                </c:pt>
                <c:pt idx="21601">
                  <c:v>63971</c:v>
                </c:pt>
                <c:pt idx="21602">
                  <c:v>63972</c:v>
                </c:pt>
                <c:pt idx="21603">
                  <c:v>63973</c:v>
                </c:pt>
                <c:pt idx="21604">
                  <c:v>63974</c:v>
                </c:pt>
                <c:pt idx="21605">
                  <c:v>63975</c:v>
                </c:pt>
                <c:pt idx="21606">
                  <c:v>63976</c:v>
                </c:pt>
                <c:pt idx="21607">
                  <c:v>63977</c:v>
                </c:pt>
                <c:pt idx="21608">
                  <c:v>63978</c:v>
                </c:pt>
                <c:pt idx="21609">
                  <c:v>63979</c:v>
                </c:pt>
                <c:pt idx="21610">
                  <c:v>63980</c:v>
                </c:pt>
                <c:pt idx="21611">
                  <c:v>63981</c:v>
                </c:pt>
                <c:pt idx="21612">
                  <c:v>63982</c:v>
                </c:pt>
                <c:pt idx="21613">
                  <c:v>63983</c:v>
                </c:pt>
                <c:pt idx="21614">
                  <c:v>63984</c:v>
                </c:pt>
                <c:pt idx="21615">
                  <c:v>63985</c:v>
                </c:pt>
                <c:pt idx="21616">
                  <c:v>63986</c:v>
                </c:pt>
                <c:pt idx="21617">
                  <c:v>63987</c:v>
                </c:pt>
                <c:pt idx="21618">
                  <c:v>63988</c:v>
                </c:pt>
                <c:pt idx="21619">
                  <c:v>63989</c:v>
                </c:pt>
                <c:pt idx="21620">
                  <c:v>63990</c:v>
                </c:pt>
                <c:pt idx="21621">
                  <c:v>63991</c:v>
                </c:pt>
                <c:pt idx="21622">
                  <c:v>63992</c:v>
                </c:pt>
                <c:pt idx="21623">
                  <c:v>63993</c:v>
                </c:pt>
                <c:pt idx="21624">
                  <c:v>63994</c:v>
                </c:pt>
                <c:pt idx="21625">
                  <c:v>63995</c:v>
                </c:pt>
                <c:pt idx="21626">
                  <c:v>63996</c:v>
                </c:pt>
                <c:pt idx="21627">
                  <c:v>63997</c:v>
                </c:pt>
                <c:pt idx="21628">
                  <c:v>63998</c:v>
                </c:pt>
                <c:pt idx="21629">
                  <c:v>63999</c:v>
                </c:pt>
                <c:pt idx="21630">
                  <c:v>64000</c:v>
                </c:pt>
                <c:pt idx="21631">
                  <c:v>64001</c:v>
                </c:pt>
                <c:pt idx="21632">
                  <c:v>64002</c:v>
                </c:pt>
                <c:pt idx="21633">
                  <c:v>64003</c:v>
                </c:pt>
                <c:pt idx="21634">
                  <c:v>64004</c:v>
                </c:pt>
                <c:pt idx="21635">
                  <c:v>64005</c:v>
                </c:pt>
                <c:pt idx="21636">
                  <c:v>64006</c:v>
                </c:pt>
                <c:pt idx="21637">
                  <c:v>64007</c:v>
                </c:pt>
                <c:pt idx="21638">
                  <c:v>64008</c:v>
                </c:pt>
                <c:pt idx="21639">
                  <c:v>64009</c:v>
                </c:pt>
                <c:pt idx="21640">
                  <c:v>64010</c:v>
                </c:pt>
                <c:pt idx="21641">
                  <c:v>64011</c:v>
                </c:pt>
                <c:pt idx="21642">
                  <c:v>64012</c:v>
                </c:pt>
                <c:pt idx="21643">
                  <c:v>64013</c:v>
                </c:pt>
                <c:pt idx="21644">
                  <c:v>64014</c:v>
                </c:pt>
                <c:pt idx="21645">
                  <c:v>64015</c:v>
                </c:pt>
                <c:pt idx="21646">
                  <c:v>64016</c:v>
                </c:pt>
                <c:pt idx="21647">
                  <c:v>64017</c:v>
                </c:pt>
                <c:pt idx="21648">
                  <c:v>64018</c:v>
                </c:pt>
                <c:pt idx="21649">
                  <c:v>64019</c:v>
                </c:pt>
                <c:pt idx="21650">
                  <c:v>64020</c:v>
                </c:pt>
                <c:pt idx="21651">
                  <c:v>64021</c:v>
                </c:pt>
                <c:pt idx="21652">
                  <c:v>64022</c:v>
                </c:pt>
                <c:pt idx="21653">
                  <c:v>64023</c:v>
                </c:pt>
                <c:pt idx="21654">
                  <c:v>64024</c:v>
                </c:pt>
                <c:pt idx="21655">
                  <c:v>64025</c:v>
                </c:pt>
                <c:pt idx="21656">
                  <c:v>64026</c:v>
                </c:pt>
                <c:pt idx="21657">
                  <c:v>64027</c:v>
                </c:pt>
                <c:pt idx="21658">
                  <c:v>64028</c:v>
                </c:pt>
                <c:pt idx="21659">
                  <c:v>64029</c:v>
                </c:pt>
                <c:pt idx="21660">
                  <c:v>64030</c:v>
                </c:pt>
                <c:pt idx="21661">
                  <c:v>64031</c:v>
                </c:pt>
                <c:pt idx="21662">
                  <c:v>64032</c:v>
                </c:pt>
                <c:pt idx="21663">
                  <c:v>64033</c:v>
                </c:pt>
                <c:pt idx="21664">
                  <c:v>64034</c:v>
                </c:pt>
                <c:pt idx="21665">
                  <c:v>64035</c:v>
                </c:pt>
                <c:pt idx="21666">
                  <c:v>64036</c:v>
                </c:pt>
                <c:pt idx="21667">
                  <c:v>64037</c:v>
                </c:pt>
                <c:pt idx="21668">
                  <c:v>64038</c:v>
                </c:pt>
                <c:pt idx="21669">
                  <c:v>64039</c:v>
                </c:pt>
                <c:pt idx="21670">
                  <c:v>64040</c:v>
                </c:pt>
                <c:pt idx="21671">
                  <c:v>64041</c:v>
                </c:pt>
                <c:pt idx="21672">
                  <c:v>64042</c:v>
                </c:pt>
                <c:pt idx="21673">
                  <c:v>64043</c:v>
                </c:pt>
                <c:pt idx="21674">
                  <c:v>64044</c:v>
                </c:pt>
                <c:pt idx="21675">
                  <c:v>64045</c:v>
                </c:pt>
                <c:pt idx="21676">
                  <c:v>64046</c:v>
                </c:pt>
                <c:pt idx="21677">
                  <c:v>64047</c:v>
                </c:pt>
                <c:pt idx="21678">
                  <c:v>64048</c:v>
                </c:pt>
                <c:pt idx="21679">
                  <c:v>64049</c:v>
                </c:pt>
                <c:pt idx="21680">
                  <c:v>64050</c:v>
                </c:pt>
                <c:pt idx="21681">
                  <c:v>64051</c:v>
                </c:pt>
                <c:pt idx="21682">
                  <c:v>64052</c:v>
                </c:pt>
                <c:pt idx="21683">
                  <c:v>64053</c:v>
                </c:pt>
                <c:pt idx="21684">
                  <c:v>64054</c:v>
                </c:pt>
                <c:pt idx="21685">
                  <c:v>64055</c:v>
                </c:pt>
                <c:pt idx="21686">
                  <c:v>64056</c:v>
                </c:pt>
                <c:pt idx="21687">
                  <c:v>64057</c:v>
                </c:pt>
                <c:pt idx="21688">
                  <c:v>64058</c:v>
                </c:pt>
                <c:pt idx="21689">
                  <c:v>64059</c:v>
                </c:pt>
                <c:pt idx="21690">
                  <c:v>64060</c:v>
                </c:pt>
                <c:pt idx="21691">
                  <c:v>64061</c:v>
                </c:pt>
                <c:pt idx="21692">
                  <c:v>64062</c:v>
                </c:pt>
                <c:pt idx="21693">
                  <c:v>64063</c:v>
                </c:pt>
                <c:pt idx="21694">
                  <c:v>64064</c:v>
                </c:pt>
                <c:pt idx="21695">
                  <c:v>64065</c:v>
                </c:pt>
                <c:pt idx="21696">
                  <c:v>64066</c:v>
                </c:pt>
                <c:pt idx="21697">
                  <c:v>64067</c:v>
                </c:pt>
                <c:pt idx="21698">
                  <c:v>64068</c:v>
                </c:pt>
                <c:pt idx="21699">
                  <c:v>64069</c:v>
                </c:pt>
                <c:pt idx="21700">
                  <c:v>64070</c:v>
                </c:pt>
                <c:pt idx="21701">
                  <c:v>64071</c:v>
                </c:pt>
                <c:pt idx="21702">
                  <c:v>64072</c:v>
                </c:pt>
                <c:pt idx="21703">
                  <c:v>64073</c:v>
                </c:pt>
                <c:pt idx="21704">
                  <c:v>64074</c:v>
                </c:pt>
                <c:pt idx="21705">
                  <c:v>64075</c:v>
                </c:pt>
                <c:pt idx="21706">
                  <c:v>64076</c:v>
                </c:pt>
                <c:pt idx="21707">
                  <c:v>64077</c:v>
                </c:pt>
                <c:pt idx="21708">
                  <c:v>64078</c:v>
                </c:pt>
                <c:pt idx="21709">
                  <c:v>64079</c:v>
                </c:pt>
                <c:pt idx="21710">
                  <c:v>64080</c:v>
                </c:pt>
                <c:pt idx="21711">
                  <c:v>64081</c:v>
                </c:pt>
                <c:pt idx="21712">
                  <c:v>64082</c:v>
                </c:pt>
                <c:pt idx="21713">
                  <c:v>64083</c:v>
                </c:pt>
                <c:pt idx="21714">
                  <c:v>64084</c:v>
                </c:pt>
                <c:pt idx="21715">
                  <c:v>64085</c:v>
                </c:pt>
                <c:pt idx="21716">
                  <c:v>64086</c:v>
                </c:pt>
                <c:pt idx="21717">
                  <c:v>64087</c:v>
                </c:pt>
                <c:pt idx="21718">
                  <c:v>64088</c:v>
                </c:pt>
                <c:pt idx="21719">
                  <c:v>64089</c:v>
                </c:pt>
                <c:pt idx="21720">
                  <c:v>64090</c:v>
                </c:pt>
                <c:pt idx="21721">
                  <c:v>64091</c:v>
                </c:pt>
                <c:pt idx="21722">
                  <c:v>64092</c:v>
                </c:pt>
                <c:pt idx="21723">
                  <c:v>64093</c:v>
                </c:pt>
                <c:pt idx="21724">
                  <c:v>64094</c:v>
                </c:pt>
                <c:pt idx="21725">
                  <c:v>64095</c:v>
                </c:pt>
                <c:pt idx="21726">
                  <c:v>64096</c:v>
                </c:pt>
                <c:pt idx="21727">
                  <c:v>64097</c:v>
                </c:pt>
                <c:pt idx="21728">
                  <c:v>64098</c:v>
                </c:pt>
                <c:pt idx="21729">
                  <c:v>64099</c:v>
                </c:pt>
                <c:pt idx="21730">
                  <c:v>64100</c:v>
                </c:pt>
                <c:pt idx="21731">
                  <c:v>64101</c:v>
                </c:pt>
                <c:pt idx="21732">
                  <c:v>64102</c:v>
                </c:pt>
                <c:pt idx="21733">
                  <c:v>64103</c:v>
                </c:pt>
                <c:pt idx="21734">
                  <c:v>64104</c:v>
                </c:pt>
                <c:pt idx="21735">
                  <c:v>64105</c:v>
                </c:pt>
                <c:pt idx="21736">
                  <c:v>64106</c:v>
                </c:pt>
                <c:pt idx="21737">
                  <c:v>64107</c:v>
                </c:pt>
                <c:pt idx="21738">
                  <c:v>64108</c:v>
                </c:pt>
                <c:pt idx="21739">
                  <c:v>64109</c:v>
                </c:pt>
                <c:pt idx="21740">
                  <c:v>64110</c:v>
                </c:pt>
                <c:pt idx="21741">
                  <c:v>64111</c:v>
                </c:pt>
                <c:pt idx="21742">
                  <c:v>64112</c:v>
                </c:pt>
                <c:pt idx="21743">
                  <c:v>64113</c:v>
                </c:pt>
                <c:pt idx="21744">
                  <c:v>64114</c:v>
                </c:pt>
                <c:pt idx="21745">
                  <c:v>64115</c:v>
                </c:pt>
                <c:pt idx="21746">
                  <c:v>64116</c:v>
                </c:pt>
                <c:pt idx="21747">
                  <c:v>64117</c:v>
                </c:pt>
                <c:pt idx="21748">
                  <c:v>64118</c:v>
                </c:pt>
                <c:pt idx="21749">
                  <c:v>64119</c:v>
                </c:pt>
                <c:pt idx="21750">
                  <c:v>64120</c:v>
                </c:pt>
                <c:pt idx="21751">
                  <c:v>64121</c:v>
                </c:pt>
                <c:pt idx="21752">
                  <c:v>64122</c:v>
                </c:pt>
                <c:pt idx="21753">
                  <c:v>64123</c:v>
                </c:pt>
                <c:pt idx="21754">
                  <c:v>64124</c:v>
                </c:pt>
                <c:pt idx="21755">
                  <c:v>64125</c:v>
                </c:pt>
                <c:pt idx="21756">
                  <c:v>64126</c:v>
                </c:pt>
                <c:pt idx="21757">
                  <c:v>64127</c:v>
                </c:pt>
                <c:pt idx="21758">
                  <c:v>64128</c:v>
                </c:pt>
                <c:pt idx="21759">
                  <c:v>64129</c:v>
                </c:pt>
                <c:pt idx="21760">
                  <c:v>64130</c:v>
                </c:pt>
                <c:pt idx="21761">
                  <c:v>64131</c:v>
                </c:pt>
                <c:pt idx="21762">
                  <c:v>64132</c:v>
                </c:pt>
                <c:pt idx="21763">
                  <c:v>64133</c:v>
                </c:pt>
                <c:pt idx="21764">
                  <c:v>64134</c:v>
                </c:pt>
                <c:pt idx="21765">
                  <c:v>64135</c:v>
                </c:pt>
                <c:pt idx="21766">
                  <c:v>64136</c:v>
                </c:pt>
                <c:pt idx="21767">
                  <c:v>64137</c:v>
                </c:pt>
                <c:pt idx="21768">
                  <c:v>64138</c:v>
                </c:pt>
                <c:pt idx="21769">
                  <c:v>64139</c:v>
                </c:pt>
                <c:pt idx="21770">
                  <c:v>64140</c:v>
                </c:pt>
                <c:pt idx="21771">
                  <c:v>64141</c:v>
                </c:pt>
                <c:pt idx="21772">
                  <c:v>64142</c:v>
                </c:pt>
                <c:pt idx="21773">
                  <c:v>64143</c:v>
                </c:pt>
                <c:pt idx="21774">
                  <c:v>64144</c:v>
                </c:pt>
                <c:pt idx="21775">
                  <c:v>64145</c:v>
                </c:pt>
                <c:pt idx="21776">
                  <c:v>64146</c:v>
                </c:pt>
                <c:pt idx="21777">
                  <c:v>64147</c:v>
                </c:pt>
                <c:pt idx="21778">
                  <c:v>64148</c:v>
                </c:pt>
                <c:pt idx="21779">
                  <c:v>64149</c:v>
                </c:pt>
                <c:pt idx="21780">
                  <c:v>64150</c:v>
                </c:pt>
                <c:pt idx="21781">
                  <c:v>64151</c:v>
                </c:pt>
                <c:pt idx="21782">
                  <c:v>64152</c:v>
                </c:pt>
                <c:pt idx="21783">
                  <c:v>64153</c:v>
                </c:pt>
                <c:pt idx="21784">
                  <c:v>64154</c:v>
                </c:pt>
                <c:pt idx="21785">
                  <c:v>64155</c:v>
                </c:pt>
                <c:pt idx="21786">
                  <c:v>64156</c:v>
                </c:pt>
                <c:pt idx="21787">
                  <c:v>64157</c:v>
                </c:pt>
                <c:pt idx="21788">
                  <c:v>64158</c:v>
                </c:pt>
                <c:pt idx="21789">
                  <c:v>64159</c:v>
                </c:pt>
                <c:pt idx="21790">
                  <c:v>64160</c:v>
                </c:pt>
                <c:pt idx="21791">
                  <c:v>64161</c:v>
                </c:pt>
                <c:pt idx="21792">
                  <c:v>64162</c:v>
                </c:pt>
                <c:pt idx="21793">
                  <c:v>64163</c:v>
                </c:pt>
                <c:pt idx="21794">
                  <c:v>64164</c:v>
                </c:pt>
                <c:pt idx="21795">
                  <c:v>64165</c:v>
                </c:pt>
                <c:pt idx="21796">
                  <c:v>64166</c:v>
                </c:pt>
                <c:pt idx="21797">
                  <c:v>64167</c:v>
                </c:pt>
                <c:pt idx="21798">
                  <c:v>64168</c:v>
                </c:pt>
                <c:pt idx="21799">
                  <c:v>64169</c:v>
                </c:pt>
                <c:pt idx="21800">
                  <c:v>64170</c:v>
                </c:pt>
                <c:pt idx="21801">
                  <c:v>64171</c:v>
                </c:pt>
                <c:pt idx="21802">
                  <c:v>64172</c:v>
                </c:pt>
                <c:pt idx="21803">
                  <c:v>64173</c:v>
                </c:pt>
                <c:pt idx="21804">
                  <c:v>64174</c:v>
                </c:pt>
                <c:pt idx="21805">
                  <c:v>64175</c:v>
                </c:pt>
                <c:pt idx="21806">
                  <c:v>64176</c:v>
                </c:pt>
                <c:pt idx="21807">
                  <c:v>64177</c:v>
                </c:pt>
                <c:pt idx="21808">
                  <c:v>64178</c:v>
                </c:pt>
                <c:pt idx="21809">
                  <c:v>64179</c:v>
                </c:pt>
                <c:pt idx="21810">
                  <c:v>64180</c:v>
                </c:pt>
                <c:pt idx="21811">
                  <c:v>64181</c:v>
                </c:pt>
                <c:pt idx="21812">
                  <c:v>64182</c:v>
                </c:pt>
                <c:pt idx="21813">
                  <c:v>64183</c:v>
                </c:pt>
                <c:pt idx="21814">
                  <c:v>64184</c:v>
                </c:pt>
                <c:pt idx="21815">
                  <c:v>64185</c:v>
                </c:pt>
                <c:pt idx="21816">
                  <c:v>64186</c:v>
                </c:pt>
                <c:pt idx="21817">
                  <c:v>64187</c:v>
                </c:pt>
                <c:pt idx="21818">
                  <c:v>64188</c:v>
                </c:pt>
                <c:pt idx="21819">
                  <c:v>64189</c:v>
                </c:pt>
                <c:pt idx="21820">
                  <c:v>64190</c:v>
                </c:pt>
                <c:pt idx="21821">
                  <c:v>64191</c:v>
                </c:pt>
                <c:pt idx="21822">
                  <c:v>64192</c:v>
                </c:pt>
                <c:pt idx="21823">
                  <c:v>64193</c:v>
                </c:pt>
                <c:pt idx="21824">
                  <c:v>64194</c:v>
                </c:pt>
                <c:pt idx="21825">
                  <c:v>64195</c:v>
                </c:pt>
                <c:pt idx="21826">
                  <c:v>64196</c:v>
                </c:pt>
                <c:pt idx="21827">
                  <c:v>64197</c:v>
                </c:pt>
                <c:pt idx="21828">
                  <c:v>64198</c:v>
                </c:pt>
                <c:pt idx="21829">
                  <c:v>64199</c:v>
                </c:pt>
                <c:pt idx="21830">
                  <c:v>64200</c:v>
                </c:pt>
                <c:pt idx="21831">
                  <c:v>64201</c:v>
                </c:pt>
                <c:pt idx="21832">
                  <c:v>64202</c:v>
                </c:pt>
                <c:pt idx="21833">
                  <c:v>64203</c:v>
                </c:pt>
                <c:pt idx="21834">
                  <c:v>64204</c:v>
                </c:pt>
                <c:pt idx="21835">
                  <c:v>64205</c:v>
                </c:pt>
                <c:pt idx="21836">
                  <c:v>64206</c:v>
                </c:pt>
                <c:pt idx="21837">
                  <c:v>64207</c:v>
                </c:pt>
                <c:pt idx="21838">
                  <c:v>64208</c:v>
                </c:pt>
                <c:pt idx="21839">
                  <c:v>64209</c:v>
                </c:pt>
                <c:pt idx="21840">
                  <c:v>64210</c:v>
                </c:pt>
                <c:pt idx="21841">
                  <c:v>64211</c:v>
                </c:pt>
                <c:pt idx="21842">
                  <c:v>64212</c:v>
                </c:pt>
                <c:pt idx="21843">
                  <c:v>64213</c:v>
                </c:pt>
                <c:pt idx="21844">
                  <c:v>64214</c:v>
                </c:pt>
                <c:pt idx="21845">
                  <c:v>64215</c:v>
                </c:pt>
                <c:pt idx="21846">
                  <c:v>64216</c:v>
                </c:pt>
                <c:pt idx="21847">
                  <c:v>64217</c:v>
                </c:pt>
                <c:pt idx="21848">
                  <c:v>64218</c:v>
                </c:pt>
                <c:pt idx="21849">
                  <c:v>64219</c:v>
                </c:pt>
                <c:pt idx="21850">
                  <c:v>64220</c:v>
                </c:pt>
                <c:pt idx="21851">
                  <c:v>64221</c:v>
                </c:pt>
                <c:pt idx="21852">
                  <c:v>64222</c:v>
                </c:pt>
                <c:pt idx="21853">
                  <c:v>64223</c:v>
                </c:pt>
                <c:pt idx="21854">
                  <c:v>64224</c:v>
                </c:pt>
                <c:pt idx="21855">
                  <c:v>64225</c:v>
                </c:pt>
                <c:pt idx="21856">
                  <c:v>64226</c:v>
                </c:pt>
                <c:pt idx="21857">
                  <c:v>64227</c:v>
                </c:pt>
                <c:pt idx="21858">
                  <c:v>64228</c:v>
                </c:pt>
                <c:pt idx="21859">
                  <c:v>64229</c:v>
                </c:pt>
                <c:pt idx="21860">
                  <c:v>64230</c:v>
                </c:pt>
                <c:pt idx="21861">
                  <c:v>64231</c:v>
                </c:pt>
                <c:pt idx="21862">
                  <c:v>64232</c:v>
                </c:pt>
                <c:pt idx="21863">
                  <c:v>64233</c:v>
                </c:pt>
                <c:pt idx="21864">
                  <c:v>64234</c:v>
                </c:pt>
                <c:pt idx="21865">
                  <c:v>64235</c:v>
                </c:pt>
                <c:pt idx="21866">
                  <c:v>64236</c:v>
                </c:pt>
                <c:pt idx="21867">
                  <c:v>64237</c:v>
                </c:pt>
                <c:pt idx="21868">
                  <c:v>64238</c:v>
                </c:pt>
                <c:pt idx="21869">
                  <c:v>64239</c:v>
                </c:pt>
                <c:pt idx="21870">
                  <c:v>64240</c:v>
                </c:pt>
                <c:pt idx="21871">
                  <c:v>64241</c:v>
                </c:pt>
                <c:pt idx="21872">
                  <c:v>64242</c:v>
                </c:pt>
                <c:pt idx="21873">
                  <c:v>64243</c:v>
                </c:pt>
                <c:pt idx="21874">
                  <c:v>64244</c:v>
                </c:pt>
                <c:pt idx="21875">
                  <c:v>64245</c:v>
                </c:pt>
                <c:pt idx="21876">
                  <c:v>64246</c:v>
                </c:pt>
                <c:pt idx="21877">
                  <c:v>64247</c:v>
                </c:pt>
                <c:pt idx="21878">
                  <c:v>64248</c:v>
                </c:pt>
                <c:pt idx="21879">
                  <c:v>64249</c:v>
                </c:pt>
                <c:pt idx="21880">
                  <c:v>64250</c:v>
                </c:pt>
                <c:pt idx="21881">
                  <c:v>64251</c:v>
                </c:pt>
                <c:pt idx="21882">
                  <c:v>64252</c:v>
                </c:pt>
                <c:pt idx="21883">
                  <c:v>64253</c:v>
                </c:pt>
                <c:pt idx="21884">
                  <c:v>64254</c:v>
                </c:pt>
                <c:pt idx="21885">
                  <c:v>64255</c:v>
                </c:pt>
                <c:pt idx="21886">
                  <c:v>64256</c:v>
                </c:pt>
                <c:pt idx="21887">
                  <c:v>64257</c:v>
                </c:pt>
                <c:pt idx="21888">
                  <c:v>64258</c:v>
                </c:pt>
                <c:pt idx="21889">
                  <c:v>64259</c:v>
                </c:pt>
                <c:pt idx="21890">
                  <c:v>64260</c:v>
                </c:pt>
                <c:pt idx="21891">
                  <c:v>64261</c:v>
                </c:pt>
                <c:pt idx="21892">
                  <c:v>64262</c:v>
                </c:pt>
                <c:pt idx="21893">
                  <c:v>64263</c:v>
                </c:pt>
                <c:pt idx="21894">
                  <c:v>64264</c:v>
                </c:pt>
                <c:pt idx="21895">
                  <c:v>64265</c:v>
                </c:pt>
                <c:pt idx="21896">
                  <c:v>64266</c:v>
                </c:pt>
                <c:pt idx="21897">
                  <c:v>64267</c:v>
                </c:pt>
                <c:pt idx="21898">
                  <c:v>64268</c:v>
                </c:pt>
                <c:pt idx="21899">
                  <c:v>64269</c:v>
                </c:pt>
                <c:pt idx="21900">
                  <c:v>64270</c:v>
                </c:pt>
                <c:pt idx="21901">
                  <c:v>64271</c:v>
                </c:pt>
                <c:pt idx="21902">
                  <c:v>64272</c:v>
                </c:pt>
                <c:pt idx="21903">
                  <c:v>64273</c:v>
                </c:pt>
                <c:pt idx="21904">
                  <c:v>64274</c:v>
                </c:pt>
                <c:pt idx="21905">
                  <c:v>64275</c:v>
                </c:pt>
                <c:pt idx="21906">
                  <c:v>64276</c:v>
                </c:pt>
                <c:pt idx="21907">
                  <c:v>64277</c:v>
                </c:pt>
                <c:pt idx="21908">
                  <c:v>64278</c:v>
                </c:pt>
                <c:pt idx="21909">
                  <c:v>64279</c:v>
                </c:pt>
                <c:pt idx="21910">
                  <c:v>64280</c:v>
                </c:pt>
                <c:pt idx="21911">
                  <c:v>64281</c:v>
                </c:pt>
                <c:pt idx="21912">
                  <c:v>64282</c:v>
                </c:pt>
                <c:pt idx="21913">
                  <c:v>64283</c:v>
                </c:pt>
                <c:pt idx="21914">
                  <c:v>64284</c:v>
                </c:pt>
                <c:pt idx="21915">
                  <c:v>64285</c:v>
                </c:pt>
                <c:pt idx="21916">
                  <c:v>64286</c:v>
                </c:pt>
                <c:pt idx="21917">
                  <c:v>64287</c:v>
                </c:pt>
                <c:pt idx="21918">
                  <c:v>64288</c:v>
                </c:pt>
                <c:pt idx="21919">
                  <c:v>64289</c:v>
                </c:pt>
                <c:pt idx="21920">
                  <c:v>64290</c:v>
                </c:pt>
                <c:pt idx="21921">
                  <c:v>64291</c:v>
                </c:pt>
                <c:pt idx="21922">
                  <c:v>64292</c:v>
                </c:pt>
                <c:pt idx="21923">
                  <c:v>64293</c:v>
                </c:pt>
                <c:pt idx="21924">
                  <c:v>64294</c:v>
                </c:pt>
                <c:pt idx="21925">
                  <c:v>64295</c:v>
                </c:pt>
                <c:pt idx="21926">
                  <c:v>64296</c:v>
                </c:pt>
                <c:pt idx="21927">
                  <c:v>64297</c:v>
                </c:pt>
                <c:pt idx="21928">
                  <c:v>64298</c:v>
                </c:pt>
                <c:pt idx="21929">
                  <c:v>64299</c:v>
                </c:pt>
                <c:pt idx="21930">
                  <c:v>64300</c:v>
                </c:pt>
                <c:pt idx="21931">
                  <c:v>64301</c:v>
                </c:pt>
                <c:pt idx="21932">
                  <c:v>64302</c:v>
                </c:pt>
                <c:pt idx="21933">
                  <c:v>64303</c:v>
                </c:pt>
                <c:pt idx="21934">
                  <c:v>64304</c:v>
                </c:pt>
                <c:pt idx="21935">
                  <c:v>64305</c:v>
                </c:pt>
                <c:pt idx="21936">
                  <c:v>64306</c:v>
                </c:pt>
                <c:pt idx="21937">
                  <c:v>64307</c:v>
                </c:pt>
                <c:pt idx="21938">
                  <c:v>64308</c:v>
                </c:pt>
                <c:pt idx="21939">
                  <c:v>64309</c:v>
                </c:pt>
                <c:pt idx="21940">
                  <c:v>64310</c:v>
                </c:pt>
                <c:pt idx="21941">
                  <c:v>64311</c:v>
                </c:pt>
                <c:pt idx="21942">
                  <c:v>64312</c:v>
                </c:pt>
                <c:pt idx="21943">
                  <c:v>64313</c:v>
                </c:pt>
                <c:pt idx="21944">
                  <c:v>64314</c:v>
                </c:pt>
                <c:pt idx="21945">
                  <c:v>64315</c:v>
                </c:pt>
                <c:pt idx="21946">
                  <c:v>64316</c:v>
                </c:pt>
                <c:pt idx="21947">
                  <c:v>64317</c:v>
                </c:pt>
                <c:pt idx="21948">
                  <c:v>64318</c:v>
                </c:pt>
                <c:pt idx="21949">
                  <c:v>64319</c:v>
                </c:pt>
                <c:pt idx="21950">
                  <c:v>64320</c:v>
                </c:pt>
                <c:pt idx="21951">
                  <c:v>64321</c:v>
                </c:pt>
                <c:pt idx="21952">
                  <c:v>64322</c:v>
                </c:pt>
                <c:pt idx="21953">
                  <c:v>64323</c:v>
                </c:pt>
                <c:pt idx="21954">
                  <c:v>64324</c:v>
                </c:pt>
                <c:pt idx="21955">
                  <c:v>64325</c:v>
                </c:pt>
                <c:pt idx="21956">
                  <c:v>64326</c:v>
                </c:pt>
                <c:pt idx="21957">
                  <c:v>64327</c:v>
                </c:pt>
                <c:pt idx="21958">
                  <c:v>64328</c:v>
                </c:pt>
                <c:pt idx="21959">
                  <c:v>64329</c:v>
                </c:pt>
                <c:pt idx="21960">
                  <c:v>64330</c:v>
                </c:pt>
                <c:pt idx="21961">
                  <c:v>64331</c:v>
                </c:pt>
                <c:pt idx="21962">
                  <c:v>64332</c:v>
                </c:pt>
                <c:pt idx="21963">
                  <c:v>64333</c:v>
                </c:pt>
                <c:pt idx="21964">
                  <c:v>64334</c:v>
                </c:pt>
                <c:pt idx="21965">
                  <c:v>64335</c:v>
                </c:pt>
                <c:pt idx="21966">
                  <c:v>64336</c:v>
                </c:pt>
                <c:pt idx="21967">
                  <c:v>64337</c:v>
                </c:pt>
                <c:pt idx="21968">
                  <c:v>64338</c:v>
                </c:pt>
                <c:pt idx="21969">
                  <c:v>64339</c:v>
                </c:pt>
                <c:pt idx="21970">
                  <c:v>64340</c:v>
                </c:pt>
                <c:pt idx="21971">
                  <c:v>64341</c:v>
                </c:pt>
                <c:pt idx="21972">
                  <c:v>64342</c:v>
                </c:pt>
                <c:pt idx="21973">
                  <c:v>64343</c:v>
                </c:pt>
                <c:pt idx="21974">
                  <c:v>64344</c:v>
                </c:pt>
                <c:pt idx="21975">
                  <c:v>64345</c:v>
                </c:pt>
                <c:pt idx="21976">
                  <c:v>64346</c:v>
                </c:pt>
                <c:pt idx="21977">
                  <c:v>64347</c:v>
                </c:pt>
                <c:pt idx="21978">
                  <c:v>64348</c:v>
                </c:pt>
                <c:pt idx="21979">
                  <c:v>64349</c:v>
                </c:pt>
                <c:pt idx="21980">
                  <c:v>64350</c:v>
                </c:pt>
                <c:pt idx="21981">
                  <c:v>64351</c:v>
                </c:pt>
                <c:pt idx="21982">
                  <c:v>64352</c:v>
                </c:pt>
                <c:pt idx="21983">
                  <c:v>64353</c:v>
                </c:pt>
                <c:pt idx="21984">
                  <c:v>64354</c:v>
                </c:pt>
                <c:pt idx="21985">
                  <c:v>64355</c:v>
                </c:pt>
                <c:pt idx="21986">
                  <c:v>64356</c:v>
                </c:pt>
                <c:pt idx="21987">
                  <c:v>64357</c:v>
                </c:pt>
                <c:pt idx="21988">
                  <c:v>64358</c:v>
                </c:pt>
                <c:pt idx="21989">
                  <c:v>64359</c:v>
                </c:pt>
                <c:pt idx="21990">
                  <c:v>64360</c:v>
                </c:pt>
                <c:pt idx="21991">
                  <c:v>64361</c:v>
                </c:pt>
                <c:pt idx="21992">
                  <c:v>64362</c:v>
                </c:pt>
                <c:pt idx="21993">
                  <c:v>64363</c:v>
                </c:pt>
                <c:pt idx="21994">
                  <c:v>64364</c:v>
                </c:pt>
                <c:pt idx="21995">
                  <c:v>64365</c:v>
                </c:pt>
                <c:pt idx="21996">
                  <c:v>64366</c:v>
                </c:pt>
                <c:pt idx="21997">
                  <c:v>64367</c:v>
                </c:pt>
                <c:pt idx="21998">
                  <c:v>64368</c:v>
                </c:pt>
                <c:pt idx="21999">
                  <c:v>64369</c:v>
                </c:pt>
                <c:pt idx="22000">
                  <c:v>64370</c:v>
                </c:pt>
                <c:pt idx="22001">
                  <c:v>64371</c:v>
                </c:pt>
                <c:pt idx="22002">
                  <c:v>64372</c:v>
                </c:pt>
                <c:pt idx="22003">
                  <c:v>64373</c:v>
                </c:pt>
                <c:pt idx="22004">
                  <c:v>64374</c:v>
                </c:pt>
                <c:pt idx="22005">
                  <c:v>64375</c:v>
                </c:pt>
                <c:pt idx="22006">
                  <c:v>64376</c:v>
                </c:pt>
                <c:pt idx="22007">
                  <c:v>64377</c:v>
                </c:pt>
                <c:pt idx="22008">
                  <c:v>64378</c:v>
                </c:pt>
                <c:pt idx="22009">
                  <c:v>64379</c:v>
                </c:pt>
                <c:pt idx="22010">
                  <c:v>64380</c:v>
                </c:pt>
                <c:pt idx="22011">
                  <c:v>64381</c:v>
                </c:pt>
                <c:pt idx="22012">
                  <c:v>64382</c:v>
                </c:pt>
                <c:pt idx="22013">
                  <c:v>64383</c:v>
                </c:pt>
                <c:pt idx="22014">
                  <c:v>64384</c:v>
                </c:pt>
                <c:pt idx="22015">
                  <c:v>64385</c:v>
                </c:pt>
                <c:pt idx="22016">
                  <c:v>64386</c:v>
                </c:pt>
                <c:pt idx="22017">
                  <c:v>64387</c:v>
                </c:pt>
                <c:pt idx="22018">
                  <c:v>64388</c:v>
                </c:pt>
                <c:pt idx="22019">
                  <c:v>64389</c:v>
                </c:pt>
                <c:pt idx="22020">
                  <c:v>64390</c:v>
                </c:pt>
                <c:pt idx="22021">
                  <c:v>64391</c:v>
                </c:pt>
                <c:pt idx="22022">
                  <c:v>64392</c:v>
                </c:pt>
                <c:pt idx="22023">
                  <c:v>64393</c:v>
                </c:pt>
                <c:pt idx="22024">
                  <c:v>64394</c:v>
                </c:pt>
                <c:pt idx="22025">
                  <c:v>64395</c:v>
                </c:pt>
                <c:pt idx="22026">
                  <c:v>64396</c:v>
                </c:pt>
                <c:pt idx="22027">
                  <c:v>64397</c:v>
                </c:pt>
                <c:pt idx="22028">
                  <c:v>64398</c:v>
                </c:pt>
                <c:pt idx="22029">
                  <c:v>64399</c:v>
                </c:pt>
                <c:pt idx="22030">
                  <c:v>64400</c:v>
                </c:pt>
                <c:pt idx="22031">
                  <c:v>64401</c:v>
                </c:pt>
                <c:pt idx="22032">
                  <c:v>64402</c:v>
                </c:pt>
                <c:pt idx="22033">
                  <c:v>64403</c:v>
                </c:pt>
                <c:pt idx="22034">
                  <c:v>64404</c:v>
                </c:pt>
                <c:pt idx="22035">
                  <c:v>64405</c:v>
                </c:pt>
                <c:pt idx="22036">
                  <c:v>64406</c:v>
                </c:pt>
                <c:pt idx="22037">
                  <c:v>64407</c:v>
                </c:pt>
                <c:pt idx="22038">
                  <c:v>64408</c:v>
                </c:pt>
                <c:pt idx="22039">
                  <c:v>64409</c:v>
                </c:pt>
                <c:pt idx="22040">
                  <c:v>64410</c:v>
                </c:pt>
                <c:pt idx="22041">
                  <c:v>64411</c:v>
                </c:pt>
                <c:pt idx="22042">
                  <c:v>64412</c:v>
                </c:pt>
                <c:pt idx="22043">
                  <c:v>64413</c:v>
                </c:pt>
                <c:pt idx="22044">
                  <c:v>64414</c:v>
                </c:pt>
                <c:pt idx="22045">
                  <c:v>64415</c:v>
                </c:pt>
                <c:pt idx="22046">
                  <c:v>64416</c:v>
                </c:pt>
                <c:pt idx="22047">
                  <c:v>64417</c:v>
                </c:pt>
                <c:pt idx="22048">
                  <c:v>64418</c:v>
                </c:pt>
                <c:pt idx="22049">
                  <c:v>64419</c:v>
                </c:pt>
                <c:pt idx="22050">
                  <c:v>64420</c:v>
                </c:pt>
                <c:pt idx="22051">
                  <c:v>64421</c:v>
                </c:pt>
                <c:pt idx="22052">
                  <c:v>64422</c:v>
                </c:pt>
                <c:pt idx="22053">
                  <c:v>64423</c:v>
                </c:pt>
                <c:pt idx="22054">
                  <c:v>64424</c:v>
                </c:pt>
                <c:pt idx="22055">
                  <c:v>64425</c:v>
                </c:pt>
                <c:pt idx="22056">
                  <c:v>64426</c:v>
                </c:pt>
                <c:pt idx="22057">
                  <c:v>64427</c:v>
                </c:pt>
                <c:pt idx="22058">
                  <c:v>64428</c:v>
                </c:pt>
                <c:pt idx="22059">
                  <c:v>64429</c:v>
                </c:pt>
                <c:pt idx="22060">
                  <c:v>64430</c:v>
                </c:pt>
                <c:pt idx="22061">
                  <c:v>64431</c:v>
                </c:pt>
                <c:pt idx="22062">
                  <c:v>64432</c:v>
                </c:pt>
                <c:pt idx="22063">
                  <c:v>64433</c:v>
                </c:pt>
                <c:pt idx="22064">
                  <c:v>64434</c:v>
                </c:pt>
                <c:pt idx="22065">
                  <c:v>64435</c:v>
                </c:pt>
                <c:pt idx="22066">
                  <c:v>64436</c:v>
                </c:pt>
                <c:pt idx="22067">
                  <c:v>64437</c:v>
                </c:pt>
                <c:pt idx="22068">
                  <c:v>64438</c:v>
                </c:pt>
                <c:pt idx="22069">
                  <c:v>64439</c:v>
                </c:pt>
                <c:pt idx="22070">
                  <c:v>64440</c:v>
                </c:pt>
                <c:pt idx="22071">
                  <c:v>64441</c:v>
                </c:pt>
                <c:pt idx="22072">
                  <c:v>64442</c:v>
                </c:pt>
                <c:pt idx="22073">
                  <c:v>64443</c:v>
                </c:pt>
                <c:pt idx="22074">
                  <c:v>64444</c:v>
                </c:pt>
                <c:pt idx="22075">
                  <c:v>64445</c:v>
                </c:pt>
                <c:pt idx="22076">
                  <c:v>64446</c:v>
                </c:pt>
                <c:pt idx="22077">
                  <c:v>64447</c:v>
                </c:pt>
                <c:pt idx="22078">
                  <c:v>64448</c:v>
                </c:pt>
                <c:pt idx="22079">
                  <c:v>64449</c:v>
                </c:pt>
                <c:pt idx="22080">
                  <c:v>64450</c:v>
                </c:pt>
                <c:pt idx="22081">
                  <c:v>64451</c:v>
                </c:pt>
                <c:pt idx="22082">
                  <c:v>64452</c:v>
                </c:pt>
                <c:pt idx="22083">
                  <c:v>64453</c:v>
                </c:pt>
                <c:pt idx="22084">
                  <c:v>64454</c:v>
                </c:pt>
                <c:pt idx="22085">
                  <c:v>64455</c:v>
                </c:pt>
                <c:pt idx="22086">
                  <c:v>64456</c:v>
                </c:pt>
                <c:pt idx="22087">
                  <c:v>64457</c:v>
                </c:pt>
                <c:pt idx="22088">
                  <c:v>64458</c:v>
                </c:pt>
                <c:pt idx="22089">
                  <c:v>64459</c:v>
                </c:pt>
                <c:pt idx="22090">
                  <c:v>64460</c:v>
                </c:pt>
                <c:pt idx="22091">
                  <c:v>64461</c:v>
                </c:pt>
                <c:pt idx="22092">
                  <c:v>64462</c:v>
                </c:pt>
                <c:pt idx="22093">
                  <c:v>64463</c:v>
                </c:pt>
                <c:pt idx="22094">
                  <c:v>64464</c:v>
                </c:pt>
                <c:pt idx="22095">
                  <c:v>64465</c:v>
                </c:pt>
                <c:pt idx="22096">
                  <c:v>64466</c:v>
                </c:pt>
                <c:pt idx="22097">
                  <c:v>64467</c:v>
                </c:pt>
                <c:pt idx="22098">
                  <c:v>64468</c:v>
                </c:pt>
                <c:pt idx="22099">
                  <c:v>64469</c:v>
                </c:pt>
                <c:pt idx="22100">
                  <c:v>64470</c:v>
                </c:pt>
                <c:pt idx="22101">
                  <c:v>64471</c:v>
                </c:pt>
                <c:pt idx="22102">
                  <c:v>64472</c:v>
                </c:pt>
                <c:pt idx="22103">
                  <c:v>64473</c:v>
                </c:pt>
                <c:pt idx="22104">
                  <c:v>64474</c:v>
                </c:pt>
                <c:pt idx="22105">
                  <c:v>64475</c:v>
                </c:pt>
                <c:pt idx="22106">
                  <c:v>64476</c:v>
                </c:pt>
                <c:pt idx="22107">
                  <c:v>64477</c:v>
                </c:pt>
                <c:pt idx="22108">
                  <c:v>64478</c:v>
                </c:pt>
                <c:pt idx="22109">
                  <c:v>64479</c:v>
                </c:pt>
                <c:pt idx="22110">
                  <c:v>64480</c:v>
                </c:pt>
                <c:pt idx="22111">
                  <c:v>64481</c:v>
                </c:pt>
                <c:pt idx="22112">
                  <c:v>64482</c:v>
                </c:pt>
                <c:pt idx="22113">
                  <c:v>64483</c:v>
                </c:pt>
                <c:pt idx="22114">
                  <c:v>64484</c:v>
                </c:pt>
                <c:pt idx="22115">
                  <c:v>64485</c:v>
                </c:pt>
                <c:pt idx="22116">
                  <c:v>64486</c:v>
                </c:pt>
                <c:pt idx="22117">
                  <c:v>64487</c:v>
                </c:pt>
                <c:pt idx="22118">
                  <c:v>64488</c:v>
                </c:pt>
                <c:pt idx="22119">
                  <c:v>64489</c:v>
                </c:pt>
                <c:pt idx="22120">
                  <c:v>64490</c:v>
                </c:pt>
                <c:pt idx="22121">
                  <c:v>64491</c:v>
                </c:pt>
                <c:pt idx="22122">
                  <c:v>64492</c:v>
                </c:pt>
                <c:pt idx="22123">
                  <c:v>64493</c:v>
                </c:pt>
                <c:pt idx="22124">
                  <c:v>64494</c:v>
                </c:pt>
                <c:pt idx="22125">
                  <c:v>64495</c:v>
                </c:pt>
                <c:pt idx="22126">
                  <c:v>64496</c:v>
                </c:pt>
                <c:pt idx="22127">
                  <c:v>64497</c:v>
                </c:pt>
                <c:pt idx="22128">
                  <c:v>64498</c:v>
                </c:pt>
                <c:pt idx="22129">
                  <c:v>64499</c:v>
                </c:pt>
                <c:pt idx="22130">
                  <c:v>64500</c:v>
                </c:pt>
                <c:pt idx="22131">
                  <c:v>64501</c:v>
                </c:pt>
                <c:pt idx="22132">
                  <c:v>64502</c:v>
                </c:pt>
                <c:pt idx="22133">
                  <c:v>64503</c:v>
                </c:pt>
                <c:pt idx="22134">
                  <c:v>64504</c:v>
                </c:pt>
                <c:pt idx="22135">
                  <c:v>64505</c:v>
                </c:pt>
                <c:pt idx="22136">
                  <c:v>64506</c:v>
                </c:pt>
                <c:pt idx="22137">
                  <c:v>64507</c:v>
                </c:pt>
                <c:pt idx="22138">
                  <c:v>64508</c:v>
                </c:pt>
                <c:pt idx="22139">
                  <c:v>64509</c:v>
                </c:pt>
                <c:pt idx="22140">
                  <c:v>64510</c:v>
                </c:pt>
                <c:pt idx="22141">
                  <c:v>64511</c:v>
                </c:pt>
                <c:pt idx="22142">
                  <c:v>64512</c:v>
                </c:pt>
                <c:pt idx="22143">
                  <c:v>64513</c:v>
                </c:pt>
                <c:pt idx="22144">
                  <c:v>64514</c:v>
                </c:pt>
                <c:pt idx="22145">
                  <c:v>64515</c:v>
                </c:pt>
                <c:pt idx="22146">
                  <c:v>64516</c:v>
                </c:pt>
                <c:pt idx="22147">
                  <c:v>64517</c:v>
                </c:pt>
                <c:pt idx="22148">
                  <c:v>64518</c:v>
                </c:pt>
                <c:pt idx="22149">
                  <c:v>64519</c:v>
                </c:pt>
                <c:pt idx="22150">
                  <c:v>64520</c:v>
                </c:pt>
                <c:pt idx="22151">
                  <c:v>64521</c:v>
                </c:pt>
                <c:pt idx="22152">
                  <c:v>64522</c:v>
                </c:pt>
                <c:pt idx="22153">
                  <c:v>64523</c:v>
                </c:pt>
                <c:pt idx="22154">
                  <c:v>64524</c:v>
                </c:pt>
                <c:pt idx="22155">
                  <c:v>64525</c:v>
                </c:pt>
                <c:pt idx="22156">
                  <c:v>64526</c:v>
                </c:pt>
                <c:pt idx="22157">
                  <c:v>64527</c:v>
                </c:pt>
                <c:pt idx="22158">
                  <c:v>64528</c:v>
                </c:pt>
                <c:pt idx="22159">
                  <c:v>64529</c:v>
                </c:pt>
                <c:pt idx="22160">
                  <c:v>64530</c:v>
                </c:pt>
                <c:pt idx="22161">
                  <c:v>64531</c:v>
                </c:pt>
                <c:pt idx="22162">
                  <c:v>64532</c:v>
                </c:pt>
                <c:pt idx="22163">
                  <c:v>64533</c:v>
                </c:pt>
                <c:pt idx="22164">
                  <c:v>64534</c:v>
                </c:pt>
                <c:pt idx="22165">
                  <c:v>64535</c:v>
                </c:pt>
                <c:pt idx="22166">
                  <c:v>64536</c:v>
                </c:pt>
                <c:pt idx="22167">
                  <c:v>64537</c:v>
                </c:pt>
                <c:pt idx="22168">
                  <c:v>64538</c:v>
                </c:pt>
                <c:pt idx="22169">
                  <c:v>64539</c:v>
                </c:pt>
                <c:pt idx="22170">
                  <c:v>64540</c:v>
                </c:pt>
                <c:pt idx="22171">
                  <c:v>64541</c:v>
                </c:pt>
                <c:pt idx="22172">
                  <c:v>64542</c:v>
                </c:pt>
                <c:pt idx="22173">
                  <c:v>64543</c:v>
                </c:pt>
                <c:pt idx="22174">
                  <c:v>64544</c:v>
                </c:pt>
                <c:pt idx="22175">
                  <c:v>64545</c:v>
                </c:pt>
                <c:pt idx="22176">
                  <c:v>64546</c:v>
                </c:pt>
                <c:pt idx="22177">
                  <c:v>64547</c:v>
                </c:pt>
                <c:pt idx="22178">
                  <c:v>64548</c:v>
                </c:pt>
                <c:pt idx="22179">
                  <c:v>64549</c:v>
                </c:pt>
                <c:pt idx="22180">
                  <c:v>64550</c:v>
                </c:pt>
                <c:pt idx="22181">
                  <c:v>64551</c:v>
                </c:pt>
                <c:pt idx="22182">
                  <c:v>64552</c:v>
                </c:pt>
                <c:pt idx="22183">
                  <c:v>64553</c:v>
                </c:pt>
                <c:pt idx="22184">
                  <c:v>64554</c:v>
                </c:pt>
                <c:pt idx="22185">
                  <c:v>64555</c:v>
                </c:pt>
                <c:pt idx="22186">
                  <c:v>64556</c:v>
                </c:pt>
                <c:pt idx="22187">
                  <c:v>64557</c:v>
                </c:pt>
                <c:pt idx="22188">
                  <c:v>64558</c:v>
                </c:pt>
                <c:pt idx="22189">
                  <c:v>64559</c:v>
                </c:pt>
                <c:pt idx="22190">
                  <c:v>64560</c:v>
                </c:pt>
                <c:pt idx="22191">
                  <c:v>64561</c:v>
                </c:pt>
                <c:pt idx="22192">
                  <c:v>64562</c:v>
                </c:pt>
                <c:pt idx="22193">
                  <c:v>64563</c:v>
                </c:pt>
                <c:pt idx="22194">
                  <c:v>64564</c:v>
                </c:pt>
                <c:pt idx="22195">
                  <c:v>64565</c:v>
                </c:pt>
                <c:pt idx="22196">
                  <c:v>64566</c:v>
                </c:pt>
                <c:pt idx="22197">
                  <c:v>64567</c:v>
                </c:pt>
                <c:pt idx="22198">
                  <c:v>64568</c:v>
                </c:pt>
                <c:pt idx="22199">
                  <c:v>64569</c:v>
                </c:pt>
                <c:pt idx="22200">
                  <c:v>64570</c:v>
                </c:pt>
                <c:pt idx="22201">
                  <c:v>64571</c:v>
                </c:pt>
                <c:pt idx="22202">
                  <c:v>64572</c:v>
                </c:pt>
                <c:pt idx="22203">
                  <c:v>64573</c:v>
                </c:pt>
                <c:pt idx="22204">
                  <c:v>64574</c:v>
                </c:pt>
                <c:pt idx="22205">
                  <c:v>64575</c:v>
                </c:pt>
                <c:pt idx="22206">
                  <c:v>64576</c:v>
                </c:pt>
                <c:pt idx="22207">
                  <c:v>64577</c:v>
                </c:pt>
                <c:pt idx="22208">
                  <c:v>64578</c:v>
                </c:pt>
                <c:pt idx="22209">
                  <c:v>64579</c:v>
                </c:pt>
                <c:pt idx="22210">
                  <c:v>64580</c:v>
                </c:pt>
                <c:pt idx="22211">
                  <c:v>64581</c:v>
                </c:pt>
                <c:pt idx="22212">
                  <c:v>64582</c:v>
                </c:pt>
                <c:pt idx="22213">
                  <c:v>64583</c:v>
                </c:pt>
                <c:pt idx="22214">
                  <c:v>64584</c:v>
                </c:pt>
                <c:pt idx="22215">
                  <c:v>64585</c:v>
                </c:pt>
                <c:pt idx="22216">
                  <c:v>64586</c:v>
                </c:pt>
                <c:pt idx="22217">
                  <c:v>64587</c:v>
                </c:pt>
                <c:pt idx="22218">
                  <c:v>64588</c:v>
                </c:pt>
                <c:pt idx="22219">
                  <c:v>64589</c:v>
                </c:pt>
                <c:pt idx="22220">
                  <c:v>64590</c:v>
                </c:pt>
                <c:pt idx="22221">
                  <c:v>64591</c:v>
                </c:pt>
                <c:pt idx="22222">
                  <c:v>64592</c:v>
                </c:pt>
                <c:pt idx="22223">
                  <c:v>64593</c:v>
                </c:pt>
                <c:pt idx="22224">
                  <c:v>64594</c:v>
                </c:pt>
                <c:pt idx="22225">
                  <c:v>64595</c:v>
                </c:pt>
                <c:pt idx="22226">
                  <c:v>64596</c:v>
                </c:pt>
                <c:pt idx="22227">
                  <c:v>64597</c:v>
                </c:pt>
                <c:pt idx="22228">
                  <c:v>64598</c:v>
                </c:pt>
                <c:pt idx="22229">
                  <c:v>64599</c:v>
                </c:pt>
                <c:pt idx="22230">
                  <c:v>64600</c:v>
                </c:pt>
                <c:pt idx="22231">
                  <c:v>64601</c:v>
                </c:pt>
                <c:pt idx="22232">
                  <c:v>64602</c:v>
                </c:pt>
                <c:pt idx="22233">
                  <c:v>64603</c:v>
                </c:pt>
                <c:pt idx="22234">
                  <c:v>64604</c:v>
                </c:pt>
                <c:pt idx="22235">
                  <c:v>64605</c:v>
                </c:pt>
                <c:pt idx="22236">
                  <c:v>64606</c:v>
                </c:pt>
                <c:pt idx="22237">
                  <c:v>64607</c:v>
                </c:pt>
                <c:pt idx="22238">
                  <c:v>64608</c:v>
                </c:pt>
                <c:pt idx="22239">
                  <c:v>64609</c:v>
                </c:pt>
                <c:pt idx="22240">
                  <c:v>64610</c:v>
                </c:pt>
                <c:pt idx="22241">
                  <c:v>64611</c:v>
                </c:pt>
                <c:pt idx="22242">
                  <c:v>64612</c:v>
                </c:pt>
                <c:pt idx="22243">
                  <c:v>64613</c:v>
                </c:pt>
                <c:pt idx="22244">
                  <c:v>64614</c:v>
                </c:pt>
                <c:pt idx="22245">
                  <c:v>64615</c:v>
                </c:pt>
                <c:pt idx="22246">
                  <c:v>64616</c:v>
                </c:pt>
                <c:pt idx="22247">
                  <c:v>64617</c:v>
                </c:pt>
                <c:pt idx="22248">
                  <c:v>64618</c:v>
                </c:pt>
                <c:pt idx="22249">
                  <c:v>64619</c:v>
                </c:pt>
                <c:pt idx="22250">
                  <c:v>64620</c:v>
                </c:pt>
                <c:pt idx="22251">
                  <c:v>64621</c:v>
                </c:pt>
                <c:pt idx="22252">
                  <c:v>64622</c:v>
                </c:pt>
                <c:pt idx="22253">
                  <c:v>64623</c:v>
                </c:pt>
                <c:pt idx="22254">
                  <c:v>64624</c:v>
                </c:pt>
                <c:pt idx="22255">
                  <c:v>64625</c:v>
                </c:pt>
                <c:pt idx="22256">
                  <c:v>64626</c:v>
                </c:pt>
                <c:pt idx="22257">
                  <c:v>64627</c:v>
                </c:pt>
                <c:pt idx="22258">
                  <c:v>64628</c:v>
                </c:pt>
                <c:pt idx="22259">
                  <c:v>64629</c:v>
                </c:pt>
                <c:pt idx="22260">
                  <c:v>64630</c:v>
                </c:pt>
                <c:pt idx="22261">
                  <c:v>64631</c:v>
                </c:pt>
                <c:pt idx="22262">
                  <c:v>64632</c:v>
                </c:pt>
                <c:pt idx="22263">
                  <c:v>64633</c:v>
                </c:pt>
                <c:pt idx="22264">
                  <c:v>64634</c:v>
                </c:pt>
                <c:pt idx="22265">
                  <c:v>64635</c:v>
                </c:pt>
                <c:pt idx="22266">
                  <c:v>64636</c:v>
                </c:pt>
                <c:pt idx="22267">
                  <c:v>64637</c:v>
                </c:pt>
                <c:pt idx="22268">
                  <c:v>64638</c:v>
                </c:pt>
                <c:pt idx="22269">
                  <c:v>64639</c:v>
                </c:pt>
                <c:pt idx="22270">
                  <c:v>64640</c:v>
                </c:pt>
                <c:pt idx="22271">
                  <c:v>64641</c:v>
                </c:pt>
                <c:pt idx="22272">
                  <c:v>64642</c:v>
                </c:pt>
                <c:pt idx="22273">
                  <c:v>64643</c:v>
                </c:pt>
                <c:pt idx="22274">
                  <c:v>64644</c:v>
                </c:pt>
                <c:pt idx="22275">
                  <c:v>64645</c:v>
                </c:pt>
                <c:pt idx="22276">
                  <c:v>64646</c:v>
                </c:pt>
                <c:pt idx="22277">
                  <c:v>64647</c:v>
                </c:pt>
                <c:pt idx="22278">
                  <c:v>64648</c:v>
                </c:pt>
                <c:pt idx="22279">
                  <c:v>64649</c:v>
                </c:pt>
                <c:pt idx="22280">
                  <c:v>64650</c:v>
                </c:pt>
                <c:pt idx="22281">
                  <c:v>64651</c:v>
                </c:pt>
                <c:pt idx="22282">
                  <c:v>64652</c:v>
                </c:pt>
                <c:pt idx="22283">
                  <c:v>64653</c:v>
                </c:pt>
                <c:pt idx="22284">
                  <c:v>64654</c:v>
                </c:pt>
                <c:pt idx="22285">
                  <c:v>64655</c:v>
                </c:pt>
                <c:pt idx="22286">
                  <c:v>64656</c:v>
                </c:pt>
                <c:pt idx="22287">
                  <c:v>64657</c:v>
                </c:pt>
                <c:pt idx="22288">
                  <c:v>64658</c:v>
                </c:pt>
                <c:pt idx="22289">
                  <c:v>64659</c:v>
                </c:pt>
                <c:pt idx="22290">
                  <c:v>64660</c:v>
                </c:pt>
                <c:pt idx="22291">
                  <c:v>64661</c:v>
                </c:pt>
                <c:pt idx="22292">
                  <c:v>64662</c:v>
                </c:pt>
                <c:pt idx="22293">
                  <c:v>64663</c:v>
                </c:pt>
                <c:pt idx="22294">
                  <c:v>64664</c:v>
                </c:pt>
                <c:pt idx="22295">
                  <c:v>64665</c:v>
                </c:pt>
                <c:pt idx="22296">
                  <c:v>64666</c:v>
                </c:pt>
                <c:pt idx="22297">
                  <c:v>64667</c:v>
                </c:pt>
                <c:pt idx="22298">
                  <c:v>64668</c:v>
                </c:pt>
                <c:pt idx="22299">
                  <c:v>64669</c:v>
                </c:pt>
                <c:pt idx="22300">
                  <c:v>64670</c:v>
                </c:pt>
                <c:pt idx="22301">
                  <c:v>64671</c:v>
                </c:pt>
                <c:pt idx="22302">
                  <c:v>64672</c:v>
                </c:pt>
                <c:pt idx="22303">
                  <c:v>64673</c:v>
                </c:pt>
                <c:pt idx="22304">
                  <c:v>64674</c:v>
                </c:pt>
                <c:pt idx="22305">
                  <c:v>64675</c:v>
                </c:pt>
                <c:pt idx="22306">
                  <c:v>64676</c:v>
                </c:pt>
                <c:pt idx="22307">
                  <c:v>64677</c:v>
                </c:pt>
                <c:pt idx="22308">
                  <c:v>64678</c:v>
                </c:pt>
                <c:pt idx="22309">
                  <c:v>64679</c:v>
                </c:pt>
                <c:pt idx="22310">
                  <c:v>64680</c:v>
                </c:pt>
                <c:pt idx="22311">
                  <c:v>64681</c:v>
                </c:pt>
                <c:pt idx="22312">
                  <c:v>64682</c:v>
                </c:pt>
                <c:pt idx="22313">
                  <c:v>64683</c:v>
                </c:pt>
                <c:pt idx="22314">
                  <c:v>64684</c:v>
                </c:pt>
                <c:pt idx="22315">
                  <c:v>64685</c:v>
                </c:pt>
                <c:pt idx="22316">
                  <c:v>64686</c:v>
                </c:pt>
                <c:pt idx="22317">
                  <c:v>64687</c:v>
                </c:pt>
                <c:pt idx="22318">
                  <c:v>64688</c:v>
                </c:pt>
                <c:pt idx="22319">
                  <c:v>64689</c:v>
                </c:pt>
                <c:pt idx="22320">
                  <c:v>64690</c:v>
                </c:pt>
                <c:pt idx="22321">
                  <c:v>64691</c:v>
                </c:pt>
                <c:pt idx="22322">
                  <c:v>64692</c:v>
                </c:pt>
                <c:pt idx="22323">
                  <c:v>64693</c:v>
                </c:pt>
                <c:pt idx="22324">
                  <c:v>64694</c:v>
                </c:pt>
                <c:pt idx="22325">
                  <c:v>64695</c:v>
                </c:pt>
                <c:pt idx="22326">
                  <c:v>64696</c:v>
                </c:pt>
                <c:pt idx="22327">
                  <c:v>64697</c:v>
                </c:pt>
                <c:pt idx="22328">
                  <c:v>64698</c:v>
                </c:pt>
                <c:pt idx="22329">
                  <c:v>64699</c:v>
                </c:pt>
                <c:pt idx="22330">
                  <c:v>64700</c:v>
                </c:pt>
                <c:pt idx="22331">
                  <c:v>64701</c:v>
                </c:pt>
                <c:pt idx="22332">
                  <c:v>64702</c:v>
                </c:pt>
                <c:pt idx="22333">
                  <c:v>64703</c:v>
                </c:pt>
                <c:pt idx="22334">
                  <c:v>64704</c:v>
                </c:pt>
                <c:pt idx="22335">
                  <c:v>64705</c:v>
                </c:pt>
                <c:pt idx="22336">
                  <c:v>64706</c:v>
                </c:pt>
                <c:pt idx="22337">
                  <c:v>64707</c:v>
                </c:pt>
                <c:pt idx="22338">
                  <c:v>64708</c:v>
                </c:pt>
                <c:pt idx="22339">
                  <c:v>64709</c:v>
                </c:pt>
                <c:pt idx="22340">
                  <c:v>64710</c:v>
                </c:pt>
                <c:pt idx="22341">
                  <c:v>64711</c:v>
                </c:pt>
                <c:pt idx="22342">
                  <c:v>64712</c:v>
                </c:pt>
                <c:pt idx="22343">
                  <c:v>64713</c:v>
                </c:pt>
                <c:pt idx="22344">
                  <c:v>64714</c:v>
                </c:pt>
                <c:pt idx="22345">
                  <c:v>64715</c:v>
                </c:pt>
                <c:pt idx="22346">
                  <c:v>64716</c:v>
                </c:pt>
                <c:pt idx="22347">
                  <c:v>64717</c:v>
                </c:pt>
                <c:pt idx="22348">
                  <c:v>64718</c:v>
                </c:pt>
                <c:pt idx="22349">
                  <c:v>64719</c:v>
                </c:pt>
                <c:pt idx="22350">
                  <c:v>64720</c:v>
                </c:pt>
                <c:pt idx="22351">
                  <c:v>64721</c:v>
                </c:pt>
                <c:pt idx="22352">
                  <c:v>64722</c:v>
                </c:pt>
                <c:pt idx="22353">
                  <c:v>64723</c:v>
                </c:pt>
                <c:pt idx="22354">
                  <c:v>64724</c:v>
                </c:pt>
                <c:pt idx="22355">
                  <c:v>64725</c:v>
                </c:pt>
                <c:pt idx="22356">
                  <c:v>64726</c:v>
                </c:pt>
                <c:pt idx="22357">
                  <c:v>64727</c:v>
                </c:pt>
                <c:pt idx="22358">
                  <c:v>64728</c:v>
                </c:pt>
                <c:pt idx="22359">
                  <c:v>64729</c:v>
                </c:pt>
                <c:pt idx="22360">
                  <c:v>64730</c:v>
                </c:pt>
                <c:pt idx="22361">
                  <c:v>64731</c:v>
                </c:pt>
                <c:pt idx="22362">
                  <c:v>64732</c:v>
                </c:pt>
                <c:pt idx="22363">
                  <c:v>64733</c:v>
                </c:pt>
                <c:pt idx="22364">
                  <c:v>64734</c:v>
                </c:pt>
                <c:pt idx="22365">
                  <c:v>64735</c:v>
                </c:pt>
                <c:pt idx="22366">
                  <c:v>64736</c:v>
                </c:pt>
                <c:pt idx="22367">
                  <c:v>64737</c:v>
                </c:pt>
                <c:pt idx="22368">
                  <c:v>64738</c:v>
                </c:pt>
                <c:pt idx="22369">
                  <c:v>64739</c:v>
                </c:pt>
                <c:pt idx="22370">
                  <c:v>64740</c:v>
                </c:pt>
                <c:pt idx="22371">
                  <c:v>64741</c:v>
                </c:pt>
                <c:pt idx="22372">
                  <c:v>64742</c:v>
                </c:pt>
                <c:pt idx="22373">
                  <c:v>64743</c:v>
                </c:pt>
                <c:pt idx="22374">
                  <c:v>64744</c:v>
                </c:pt>
                <c:pt idx="22375">
                  <c:v>64745</c:v>
                </c:pt>
                <c:pt idx="22376">
                  <c:v>64746</c:v>
                </c:pt>
                <c:pt idx="22377">
                  <c:v>64747</c:v>
                </c:pt>
                <c:pt idx="22378">
                  <c:v>64748</c:v>
                </c:pt>
                <c:pt idx="22379">
                  <c:v>64749</c:v>
                </c:pt>
                <c:pt idx="22380">
                  <c:v>64750</c:v>
                </c:pt>
                <c:pt idx="22381">
                  <c:v>64751</c:v>
                </c:pt>
                <c:pt idx="22382">
                  <c:v>64752</c:v>
                </c:pt>
                <c:pt idx="22383">
                  <c:v>64753</c:v>
                </c:pt>
                <c:pt idx="22384">
                  <c:v>64754</c:v>
                </c:pt>
                <c:pt idx="22385">
                  <c:v>64755</c:v>
                </c:pt>
                <c:pt idx="22386">
                  <c:v>64756</c:v>
                </c:pt>
                <c:pt idx="22387">
                  <c:v>64757</c:v>
                </c:pt>
                <c:pt idx="22388">
                  <c:v>64758</c:v>
                </c:pt>
                <c:pt idx="22389">
                  <c:v>64759</c:v>
                </c:pt>
                <c:pt idx="22390">
                  <c:v>64760</c:v>
                </c:pt>
                <c:pt idx="22391">
                  <c:v>64761</c:v>
                </c:pt>
                <c:pt idx="22392">
                  <c:v>64762</c:v>
                </c:pt>
                <c:pt idx="22393">
                  <c:v>64763</c:v>
                </c:pt>
                <c:pt idx="22394">
                  <c:v>64764</c:v>
                </c:pt>
                <c:pt idx="22395">
                  <c:v>64765</c:v>
                </c:pt>
                <c:pt idx="22396">
                  <c:v>64766</c:v>
                </c:pt>
                <c:pt idx="22397">
                  <c:v>64767</c:v>
                </c:pt>
                <c:pt idx="22398">
                  <c:v>64768</c:v>
                </c:pt>
                <c:pt idx="22399">
                  <c:v>64769</c:v>
                </c:pt>
                <c:pt idx="22400">
                  <c:v>64770</c:v>
                </c:pt>
                <c:pt idx="22401">
                  <c:v>64771</c:v>
                </c:pt>
                <c:pt idx="22402">
                  <c:v>64772</c:v>
                </c:pt>
                <c:pt idx="22403">
                  <c:v>64773</c:v>
                </c:pt>
                <c:pt idx="22404">
                  <c:v>64774</c:v>
                </c:pt>
                <c:pt idx="22405">
                  <c:v>64775</c:v>
                </c:pt>
                <c:pt idx="22406">
                  <c:v>64776</c:v>
                </c:pt>
                <c:pt idx="22407">
                  <c:v>64777</c:v>
                </c:pt>
                <c:pt idx="22408">
                  <c:v>64778</c:v>
                </c:pt>
                <c:pt idx="22409">
                  <c:v>64779</c:v>
                </c:pt>
                <c:pt idx="22410">
                  <c:v>64780</c:v>
                </c:pt>
                <c:pt idx="22411">
                  <c:v>64781</c:v>
                </c:pt>
                <c:pt idx="22412">
                  <c:v>64782</c:v>
                </c:pt>
                <c:pt idx="22413">
                  <c:v>64783</c:v>
                </c:pt>
                <c:pt idx="22414">
                  <c:v>64784</c:v>
                </c:pt>
                <c:pt idx="22415">
                  <c:v>64785</c:v>
                </c:pt>
                <c:pt idx="22416">
                  <c:v>64786</c:v>
                </c:pt>
                <c:pt idx="22417">
                  <c:v>64787</c:v>
                </c:pt>
                <c:pt idx="22418">
                  <c:v>64788</c:v>
                </c:pt>
                <c:pt idx="22419">
                  <c:v>64789</c:v>
                </c:pt>
                <c:pt idx="22420">
                  <c:v>64790</c:v>
                </c:pt>
                <c:pt idx="22421">
                  <c:v>64791</c:v>
                </c:pt>
                <c:pt idx="22422">
                  <c:v>64792</c:v>
                </c:pt>
                <c:pt idx="22423">
                  <c:v>64793</c:v>
                </c:pt>
                <c:pt idx="22424">
                  <c:v>64794</c:v>
                </c:pt>
                <c:pt idx="22425">
                  <c:v>64795</c:v>
                </c:pt>
                <c:pt idx="22426">
                  <c:v>64796</c:v>
                </c:pt>
                <c:pt idx="22427">
                  <c:v>64797</c:v>
                </c:pt>
                <c:pt idx="22428">
                  <c:v>64798</c:v>
                </c:pt>
                <c:pt idx="22429">
                  <c:v>64799</c:v>
                </c:pt>
                <c:pt idx="22430">
                  <c:v>64800</c:v>
                </c:pt>
                <c:pt idx="22431">
                  <c:v>64801</c:v>
                </c:pt>
                <c:pt idx="22432">
                  <c:v>64802</c:v>
                </c:pt>
                <c:pt idx="22433">
                  <c:v>64803</c:v>
                </c:pt>
                <c:pt idx="22434">
                  <c:v>64804</c:v>
                </c:pt>
                <c:pt idx="22435">
                  <c:v>64805</c:v>
                </c:pt>
                <c:pt idx="22436">
                  <c:v>64806</c:v>
                </c:pt>
                <c:pt idx="22437">
                  <c:v>64807</c:v>
                </c:pt>
                <c:pt idx="22438">
                  <c:v>64808</c:v>
                </c:pt>
                <c:pt idx="22439">
                  <c:v>64809</c:v>
                </c:pt>
                <c:pt idx="22440">
                  <c:v>64810</c:v>
                </c:pt>
                <c:pt idx="22441">
                  <c:v>64811</c:v>
                </c:pt>
                <c:pt idx="22442">
                  <c:v>64812</c:v>
                </c:pt>
                <c:pt idx="22443">
                  <c:v>64813</c:v>
                </c:pt>
                <c:pt idx="22444">
                  <c:v>64814</c:v>
                </c:pt>
                <c:pt idx="22445">
                  <c:v>64815</c:v>
                </c:pt>
                <c:pt idx="22446">
                  <c:v>64816</c:v>
                </c:pt>
                <c:pt idx="22447">
                  <c:v>64817</c:v>
                </c:pt>
                <c:pt idx="22448">
                  <c:v>64818</c:v>
                </c:pt>
                <c:pt idx="22449">
                  <c:v>64819</c:v>
                </c:pt>
                <c:pt idx="22450">
                  <c:v>64820</c:v>
                </c:pt>
                <c:pt idx="22451">
                  <c:v>64821</c:v>
                </c:pt>
                <c:pt idx="22452">
                  <c:v>64822</c:v>
                </c:pt>
                <c:pt idx="22453">
                  <c:v>64823</c:v>
                </c:pt>
                <c:pt idx="22454">
                  <c:v>64824</c:v>
                </c:pt>
                <c:pt idx="22455">
                  <c:v>64825</c:v>
                </c:pt>
                <c:pt idx="22456">
                  <c:v>64826</c:v>
                </c:pt>
                <c:pt idx="22457">
                  <c:v>64827</c:v>
                </c:pt>
                <c:pt idx="22458">
                  <c:v>64828</c:v>
                </c:pt>
                <c:pt idx="22459">
                  <c:v>64829</c:v>
                </c:pt>
                <c:pt idx="22460">
                  <c:v>64830</c:v>
                </c:pt>
                <c:pt idx="22461">
                  <c:v>64831</c:v>
                </c:pt>
                <c:pt idx="22462">
                  <c:v>64832</c:v>
                </c:pt>
                <c:pt idx="22463">
                  <c:v>64833</c:v>
                </c:pt>
                <c:pt idx="22464">
                  <c:v>64834</c:v>
                </c:pt>
                <c:pt idx="22465">
                  <c:v>64835</c:v>
                </c:pt>
                <c:pt idx="22466">
                  <c:v>64836</c:v>
                </c:pt>
                <c:pt idx="22467">
                  <c:v>64837</c:v>
                </c:pt>
                <c:pt idx="22468">
                  <c:v>64838</c:v>
                </c:pt>
                <c:pt idx="22469">
                  <c:v>64839</c:v>
                </c:pt>
                <c:pt idx="22470">
                  <c:v>64840</c:v>
                </c:pt>
                <c:pt idx="22471">
                  <c:v>64841</c:v>
                </c:pt>
                <c:pt idx="22472">
                  <c:v>64842</c:v>
                </c:pt>
                <c:pt idx="22473">
                  <c:v>64843</c:v>
                </c:pt>
                <c:pt idx="22474">
                  <c:v>64844</c:v>
                </c:pt>
                <c:pt idx="22475">
                  <c:v>64845</c:v>
                </c:pt>
                <c:pt idx="22476">
                  <c:v>64846</c:v>
                </c:pt>
                <c:pt idx="22477">
                  <c:v>64847</c:v>
                </c:pt>
                <c:pt idx="22478">
                  <c:v>64848</c:v>
                </c:pt>
                <c:pt idx="22479">
                  <c:v>64849</c:v>
                </c:pt>
                <c:pt idx="22480">
                  <c:v>64850</c:v>
                </c:pt>
                <c:pt idx="22481">
                  <c:v>64851</c:v>
                </c:pt>
                <c:pt idx="22482">
                  <c:v>64852</c:v>
                </c:pt>
                <c:pt idx="22483">
                  <c:v>64853</c:v>
                </c:pt>
                <c:pt idx="22484">
                  <c:v>64854</c:v>
                </c:pt>
                <c:pt idx="22485">
                  <c:v>64855</c:v>
                </c:pt>
                <c:pt idx="22486">
                  <c:v>64856</c:v>
                </c:pt>
                <c:pt idx="22487">
                  <c:v>64857</c:v>
                </c:pt>
                <c:pt idx="22488">
                  <c:v>64858</c:v>
                </c:pt>
                <c:pt idx="22489">
                  <c:v>64859</c:v>
                </c:pt>
                <c:pt idx="22490">
                  <c:v>64860</c:v>
                </c:pt>
                <c:pt idx="22491">
                  <c:v>64861</c:v>
                </c:pt>
                <c:pt idx="22492">
                  <c:v>64862</c:v>
                </c:pt>
                <c:pt idx="22493">
                  <c:v>64863</c:v>
                </c:pt>
                <c:pt idx="22494">
                  <c:v>64864</c:v>
                </c:pt>
                <c:pt idx="22495">
                  <c:v>64865</c:v>
                </c:pt>
                <c:pt idx="22496">
                  <c:v>64866</c:v>
                </c:pt>
                <c:pt idx="22497">
                  <c:v>64867</c:v>
                </c:pt>
                <c:pt idx="22498">
                  <c:v>64868</c:v>
                </c:pt>
                <c:pt idx="22499">
                  <c:v>64869</c:v>
                </c:pt>
                <c:pt idx="22500">
                  <c:v>64870</c:v>
                </c:pt>
                <c:pt idx="22501">
                  <c:v>64871</c:v>
                </c:pt>
                <c:pt idx="22502">
                  <c:v>64872</c:v>
                </c:pt>
                <c:pt idx="22503">
                  <c:v>64873</c:v>
                </c:pt>
                <c:pt idx="22504">
                  <c:v>64874</c:v>
                </c:pt>
                <c:pt idx="22505">
                  <c:v>64875</c:v>
                </c:pt>
                <c:pt idx="22506">
                  <c:v>64876</c:v>
                </c:pt>
                <c:pt idx="22507">
                  <c:v>64877</c:v>
                </c:pt>
                <c:pt idx="22508">
                  <c:v>64878</c:v>
                </c:pt>
                <c:pt idx="22509">
                  <c:v>64879</c:v>
                </c:pt>
                <c:pt idx="22510">
                  <c:v>64880</c:v>
                </c:pt>
                <c:pt idx="22511">
                  <c:v>64881</c:v>
                </c:pt>
                <c:pt idx="22512">
                  <c:v>64882</c:v>
                </c:pt>
                <c:pt idx="22513">
                  <c:v>64883</c:v>
                </c:pt>
                <c:pt idx="22514">
                  <c:v>64884</c:v>
                </c:pt>
                <c:pt idx="22515">
                  <c:v>64885</c:v>
                </c:pt>
                <c:pt idx="22516">
                  <c:v>64886</c:v>
                </c:pt>
                <c:pt idx="22517">
                  <c:v>64887</c:v>
                </c:pt>
                <c:pt idx="22518">
                  <c:v>64888</c:v>
                </c:pt>
                <c:pt idx="22519">
                  <c:v>64889</c:v>
                </c:pt>
                <c:pt idx="22520">
                  <c:v>64890</c:v>
                </c:pt>
                <c:pt idx="22521">
                  <c:v>64891</c:v>
                </c:pt>
                <c:pt idx="22522">
                  <c:v>64892</c:v>
                </c:pt>
                <c:pt idx="22523">
                  <c:v>64893</c:v>
                </c:pt>
                <c:pt idx="22524">
                  <c:v>64894</c:v>
                </c:pt>
                <c:pt idx="22525">
                  <c:v>64895</c:v>
                </c:pt>
                <c:pt idx="22526">
                  <c:v>64896</c:v>
                </c:pt>
                <c:pt idx="22527">
                  <c:v>64897</c:v>
                </c:pt>
                <c:pt idx="22528">
                  <c:v>64898</c:v>
                </c:pt>
                <c:pt idx="22529">
                  <c:v>64899</c:v>
                </c:pt>
                <c:pt idx="22530">
                  <c:v>64900</c:v>
                </c:pt>
                <c:pt idx="22531">
                  <c:v>64901</c:v>
                </c:pt>
                <c:pt idx="22532">
                  <c:v>64902</c:v>
                </c:pt>
                <c:pt idx="22533">
                  <c:v>64903</c:v>
                </c:pt>
                <c:pt idx="22534">
                  <c:v>64904</c:v>
                </c:pt>
                <c:pt idx="22535">
                  <c:v>64905</c:v>
                </c:pt>
                <c:pt idx="22536">
                  <c:v>64906</c:v>
                </c:pt>
                <c:pt idx="22537">
                  <c:v>64907</c:v>
                </c:pt>
                <c:pt idx="22538">
                  <c:v>64908</c:v>
                </c:pt>
                <c:pt idx="22539">
                  <c:v>64909</c:v>
                </c:pt>
                <c:pt idx="22540">
                  <c:v>64910</c:v>
                </c:pt>
                <c:pt idx="22541">
                  <c:v>64911</c:v>
                </c:pt>
                <c:pt idx="22542">
                  <c:v>64912</c:v>
                </c:pt>
                <c:pt idx="22543">
                  <c:v>64913</c:v>
                </c:pt>
                <c:pt idx="22544">
                  <c:v>64914</c:v>
                </c:pt>
                <c:pt idx="22545">
                  <c:v>64915</c:v>
                </c:pt>
                <c:pt idx="22546">
                  <c:v>64916</c:v>
                </c:pt>
                <c:pt idx="22547">
                  <c:v>64917</c:v>
                </c:pt>
                <c:pt idx="22548">
                  <c:v>64918</c:v>
                </c:pt>
                <c:pt idx="22549">
                  <c:v>64919</c:v>
                </c:pt>
                <c:pt idx="22550">
                  <c:v>64920</c:v>
                </c:pt>
                <c:pt idx="22551">
                  <c:v>64921</c:v>
                </c:pt>
                <c:pt idx="22552">
                  <c:v>64922</c:v>
                </c:pt>
                <c:pt idx="22553">
                  <c:v>64923</c:v>
                </c:pt>
                <c:pt idx="22554">
                  <c:v>64924</c:v>
                </c:pt>
                <c:pt idx="22555">
                  <c:v>64925</c:v>
                </c:pt>
                <c:pt idx="22556">
                  <c:v>64926</c:v>
                </c:pt>
                <c:pt idx="22557">
                  <c:v>64927</c:v>
                </c:pt>
                <c:pt idx="22558">
                  <c:v>64928</c:v>
                </c:pt>
                <c:pt idx="22559">
                  <c:v>64929</c:v>
                </c:pt>
                <c:pt idx="22560">
                  <c:v>64930</c:v>
                </c:pt>
                <c:pt idx="22561">
                  <c:v>64931</c:v>
                </c:pt>
                <c:pt idx="22562">
                  <c:v>64932</c:v>
                </c:pt>
                <c:pt idx="22563">
                  <c:v>64933</c:v>
                </c:pt>
                <c:pt idx="22564">
                  <c:v>64934</c:v>
                </c:pt>
                <c:pt idx="22565">
                  <c:v>64935</c:v>
                </c:pt>
                <c:pt idx="22566">
                  <c:v>64936</c:v>
                </c:pt>
                <c:pt idx="22567">
                  <c:v>64937</c:v>
                </c:pt>
                <c:pt idx="22568">
                  <c:v>64938</c:v>
                </c:pt>
                <c:pt idx="22569">
                  <c:v>64939</c:v>
                </c:pt>
                <c:pt idx="22570">
                  <c:v>64940</c:v>
                </c:pt>
                <c:pt idx="22571">
                  <c:v>64941</c:v>
                </c:pt>
                <c:pt idx="22572">
                  <c:v>64942</c:v>
                </c:pt>
                <c:pt idx="22573">
                  <c:v>64943</c:v>
                </c:pt>
                <c:pt idx="22574">
                  <c:v>64944</c:v>
                </c:pt>
                <c:pt idx="22575">
                  <c:v>64945</c:v>
                </c:pt>
                <c:pt idx="22576">
                  <c:v>64946</c:v>
                </c:pt>
                <c:pt idx="22577">
                  <c:v>64947</c:v>
                </c:pt>
                <c:pt idx="22578">
                  <c:v>64948</c:v>
                </c:pt>
                <c:pt idx="22579">
                  <c:v>64949</c:v>
                </c:pt>
                <c:pt idx="22580">
                  <c:v>64950</c:v>
                </c:pt>
                <c:pt idx="22581">
                  <c:v>64951</c:v>
                </c:pt>
                <c:pt idx="22582">
                  <c:v>64952</c:v>
                </c:pt>
                <c:pt idx="22583">
                  <c:v>64953</c:v>
                </c:pt>
                <c:pt idx="22584">
                  <c:v>64954</c:v>
                </c:pt>
                <c:pt idx="22585">
                  <c:v>64955</c:v>
                </c:pt>
                <c:pt idx="22586">
                  <c:v>64956</c:v>
                </c:pt>
                <c:pt idx="22587">
                  <c:v>64957</c:v>
                </c:pt>
                <c:pt idx="22588">
                  <c:v>64958</c:v>
                </c:pt>
                <c:pt idx="22589">
                  <c:v>64959</c:v>
                </c:pt>
                <c:pt idx="22590">
                  <c:v>64960</c:v>
                </c:pt>
                <c:pt idx="22591">
                  <c:v>64961</c:v>
                </c:pt>
                <c:pt idx="22592">
                  <c:v>64962</c:v>
                </c:pt>
                <c:pt idx="22593">
                  <c:v>64963</c:v>
                </c:pt>
                <c:pt idx="22594">
                  <c:v>64964</c:v>
                </c:pt>
                <c:pt idx="22595">
                  <c:v>64965</c:v>
                </c:pt>
                <c:pt idx="22596">
                  <c:v>64966</c:v>
                </c:pt>
                <c:pt idx="22597">
                  <c:v>64967</c:v>
                </c:pt>
                <c:pt idx="22598">
                  <c:v>64968</c:v>
                </c:pt>
                <c:pt idx="22599">
                  <c:v>64969</c:v>
                </c:pt>
                <c:pt idx="22600">
                  <c:v>64970</c:v>
                </c:pt>
                <c:pt idx="22601">
                  <c:v>64971</c:v>
                </c:pt>
                <c:pt idx="22602">
                  <c:v>64972</c:v>
                </c:pt>
                <c:pt idx="22603">
                  <c:v>64973</c:v>
                </c:pt>
                <c:pt idx="22604">
                  <c:v>64974</c:v>
                </c:pt>
                <c:pt idx="22605">
                  <c:v>64975</c:v>
                </c:pt>
                <c:pt idx="22606">
                  <c:v>64976</c:v>
                </c:pt>
                <c:pt idx="22607">
                  <c:v>64977</c:v>
                </c:pt>
                <c:pt idx="22608">
                  <c:v>64978</c:v>
                </c:pt>
                <c:pt idx="22609">
                  <c:v>64979</c:v>
                </c:pt>
                <c:pt idx="22610">
                  <c:v>64980</c:v>
                </c:pt>
                <c:pt idx="22611">
                  <c:v>64981</c:v>
                </c:pt>
                <c:pt idx="22612">
                  <c:v>64982</c:v>
                </c:pt>
                <c:pt idx="22613">
                  <c:v>64983</c:v>
                </c:pt>
                <c:pt idx="22614">
                  <c:v>64984</c:v>
                </c:pt>
                <c:pt idx="22615">
                  <c:v>64985</c:v>
                </c:pt>
                <c:pt idx="22616">
                  <c:v>64986</c:v>
                </c:pt>
                <c:pt idx="22617">
                  <c:v>64987</c:v>
                </c:pt>
                <c:pt idx="22618">
                  <c:v>64988</c:v>
                </c:pt>
                <c:pt idx="22619">
                  <c:v>64989</c:v>
                </c:pt>
                <c:pt idx="22620">
                  <c:v>64990</c:v>
                </c:pt>
                <c:pt idx="22621">
                  <c:v>64991</c:v>
                </c:pt>
                <c:pt idx="22622">
                  <c:v>64992</c:v>
                </c:pt>
                <c:pt idx="22623">
                  <c:v>64993</c:v>
                </c:pt>
                <c:pt idx="22624">
                  <c:v>64994</c:v>
                </c:pt>
                <c:pt idx="22625">
                  <c:v>64995</c:v>
                </c:pt>
                <c:pt idx="22626">
                  <c:v>64996</c:v>
                </c:pt>
                <c:pt idx="22627">
                  <c:v>64997</c:v>
                </c:pt>
                <c:pt idx="22628">
                  <c:v>64998</c:v>
                </c:pt>
                <c:pt idx="22629">
                  <c:v>64999</c:v>
                </c:pt>
                <c:pt idx="22630">
                  <c:v>65000</c:v>
                </c:pt>
                <c:pt idx="22631">
                  <c:v>65001</c:v>
                </c:pt>
                <c:pt idx="22632">
                  <c:v>65002</c:v>
                </c:pt>
                <c:pt idx="22633">
                  <c:v>65003</c:v>
                </c:pt>
                <c:pt idx="22634">
                  <c:v>65004</c:v>
                </c:pt>
                <c:pt idx="22635">
                  <c:v>65005</c:v>
                </c:pt>
                <c:pt idx="22636">
                  <c:v>65006</c:v>
                </c:pt>
                <c:pt idx="22637">
                  <c:v>65007</c:v>
                </c:pt>
                <c:pt idx="22638">
                  <c:v>65008</c:v>
                </c:pt>
                <c:pt idx="22639">
                  <c:v>65009</c:v>
                </c:pt>
                <c:pt idx="22640">
                  <c:v>65010</c:v>
                </c:pt>
                <c:pt idx="22641">
                  <c:v>65011</c:v>
                </c:pt>
                <c:pt idx="22642">
                  <c:v>65012</c:v>
                </c:pt>
                <c:pt idx="22643">
                  <c:v>65013</c:v>
                </c:pt>
                <c:pt idx="22644">
                  <c:v>65014</c:v>
                </c:pt>
                <c:pt idx="22645">
                  <c:v>65015</c:v>
                </c:pt>
                <c:pt idx="22646">
                  <c:v>65016</c:v>
                </c:pt>
                <c:pt idx="22647">
                  <c:v>65017</c:v>
                </c:pt>
                <c:pt idx="22648">
                  <c:v>65018</c:v>
                </c:pt>
                <c:pt idx="22649">
                  <c:v>65019</c:v>
                </c:pt>
                <c:pt idx="22650">
                  <c:v>65020</c:v>
                </c:pt>
                <c:pt idx="22651">
                  <c:v>65021</c:v>
                </c:pt>
                <c:pt idx="22652">
                  <c:v>65022</c:v>
                </c:pt>
                <c:pt idx="22653">
                  <c:v>65023</c:v>
                </c:pt>
                <c:pt idx="22654">
                  <c:v>65024</c:v>
                </c:pt>
                <c:pt idx="22655">
                  <c:v>65025</c:v>
                </c:pt>
                <c:pt idx="22656">
                  <c:v>65026</c:v>
                </c:pt>
                <c:pt idx="22657">
                  <c:v>65027</c:v>
                </c:pt>
                <c:pt idx="22658">
                  <c:v>65028</c:v>
                </c:pt>
                <c:pt idx="22659">
                  <c:v>65029</c:v>
                </c:pt>
                <c:pt idx="22660">
                  <c:v>65030</c:v>
                </c:pt>
                <c:pt idx="22661">
                  <c:v>65031</c:v>
                </c:pt>
                <c:pt idx="22662">
                  <c:v>65032</c:v>
                </c:pt>
                <c:pt idx="22663">
                  <c:v>65033</c:v>
                </c:pt>
                <c:pt idx="22664">
                  <c:v>65034</c:v>
                </c:pt>
                <c:pt idx="22665">
                  <c:v>65035</c:v>
                </c:pt>
                <c:pt idx="22666">
                  <c:v>65036</c:v>
                </c:pt>
                <c:pt idx="22667">
                  <c:v>65037</c:v>
                </c:pt>
                <c:pt idx="22668">
                  <c:v>65038</c:v>
                </c:pt>
                <c:pt idx="22669">
                  <c:v>65039</c:v>
                </c:pt>
                <c:pt idx="22670">
                  <c:v>65040</c:v>
                </c:pt>
                <c:pt idx="22671">
                  <c:v>65041</c:v>
                </c:pt>
                <c:pt idx="22672">
                  <c:v>65042</c:v>
                </c:pt>
                <c:pt idx="22673">
                  <c:v>65043</c:v>
                </c:pt>
                <c:pt idx="22674">
                  <c:v>65044</c:v>
                </c:pt>
                <c:pt idx="22675">
                  <c:v>65045</c:v>
                </c:pt>
                <c:pt idx="22676">
                  <c:v>65046</c:v>
                </c:pt>
                <c:pt idx="22677">
                  <c:v>65047</c:v>
                </c:pt>
                <c:pt idx="22678">
                  <c:v>65048</c:v>
                </c:pt>
                <c:pt idx="22679">
                  <c:v>65049</c:v>
                </c:pt>
                <c:pt idx="22680">
                  <c:v>65050</c:v>
                </c:pt>
                <c:pt idx="22681">
                  <c:v>65051</c:v>
                </c:pt>
                <c:pt idx="22682">
                  <c:v>65052</c:v>
                </c:pt>
                <c:pt idx="22683">
                  <c:v>65053</c:v>
                </c:pt>
                <c:pt idx="22684">
                  <c:v>65054</c:v>
                </c:pt>
                <c:pt idx="22685">
                  <c:v>65055</c:v>
                </c:pt>
                <c:pt idx="22686">
                  <c:v>65056</c:v>
                </c:pt>
                <c:pt idx="22687">
                  <c:v>65057</c:v>
                </c:pt>
                <c:pt idx="22688">
                  <c:v>65058</c:v>
                </c:pt>
                <c:pt idx="22689">
                  <c:v>65059</c:v>
                </c:pt>
                <c:pt idx="22690">
                  <c:v>65060</c:v>
                </c:pt>
                <c:pt idx="22691">
                  <c:v>65061</c:v>
                </c:pt>
                <c:pt idx="22692">
                  <c:v>65062</c:v>
                </c:pt>
                <c:pt idx="22693">
                  <c:v>65063</c:v>
                </c:pt>
                <c:pt idx="22694">
                  <c:v>65064</c:v>
                </c:pt>
                <c:pt idx="22695">
                  <c:v>65065</c:v>
                </c:pt>
                <c:pt idx="22696">
                  <c:v>65066</c:v>
                </c:pt>
                <c:pt idx="22697">
                  <c:v>65067</c:v>
                </c:pt>
                <c:pt idx="22698">
                  <c:v>65068</c:v>
                </c:pt>
                <c:pt idx="22699">
                  <c:v>65069</c:v>
                </c:pt>
                <c:pt idx="22700">
                  <c:v>65070</c:v>
                </c:pt>
                <c:pt idx="22701">
                  <c:v>65071</c:v>
                </c:pt>
                <c:pt idx="22702">
                  <c:v>65072</c:v>
                </c:pt>
                <c:pt idx="22703">
                  <c:v>65073</c:v>
                </c:pt>
                <c:pt idx="22704">
                  <c:v>65074</c:v>
                </c:pt>
                <c:pt idx="22705">
                  <c:v>65075</c:v>
                </c:pt>
                <c:pt idx="22706">
                  <c:v>65076</c:v>
                </c:pt>
                <c:pt idx="22707">
                  <c:v>65077</c:v>
                </c:pt>
                <c:pt idx="22708">
                  <c:v>65078</c:v>
                </c:pt>
                <c:pt idx="22709">
                  <c:v>65079</c:v>
                </c:pt>
                <c:pt idx="22710">
                  <c:v>65080</c:v>
                </c:pt>
                <c:pt idx="22711">
                  <c:v>65081</c:v>
                </c:pt>
                <c:pt idx="22712">
                  <c:v>65082</c:v>
                </c:pt>
                <c:pt idx="22713">
                  <c:v>65083</c:v>
                </c:pt>
                <c:pt idx="22714">
                  <c:v>65084</c:v>
                </c:pt>
                <c:pt idx="22715">
                  <c:v>65085</c:v>
                </c:pt>
                <c:pt idx="22716">
                  <c:v>65086</c:v>
                </c:pt>
                <c:pt idx="22717">
                  <c:v>65087</c:v>
                </c:pt>
                <c:pt idx="22718">
                  <c:v>65088</c:v>
                </c:pt>
                <c:pt idx="22719">
                  <c:v>65089</c:v>
                </c:pt>
                <c:pt idx="22720">
                  <c:v>65090</c:v>
                </c:pt>
                <c:pt idx="22721">
                  <c:v>65091</c:v>
                </c:pt>
                <c:pt idx="22722">
                  <c:v>65092</c:v>
                </c:pt>
                <c:pt idx="22723">
                  <c:v>65093</c:v>
                </c:pt>
                <c:pt idx="22724">
                  <c:v>65094</c:v>
                </c:pt>
                <c:pt idx="22725">
                  <c:v>65095</c:v>
                </c:pt>
                <c:pt idx="22726">
                  <c:v>65096</c:v>
                </c:pt>
                <c:pt idx="22727">
                  <c:v>65097</c:v>
                </c:pt>
                <c:pt idx="22728">
                  <c:v>65098</c:v>
                </c:pt>
                <c:pt idx="22729">
                  <c:v>65099</c:v>
                </c:pt>
                <c:pt idx="22730">
                  <c:v>65100</c:v>
                </c:pt>
                <c:pt idx="22731">
                  <c:v>65101</c:v>
                </c:pt>
                <c:pt idx="22732">
                  <c:v>65102</c:v>
                </c:pt>
                <c:pt idx="22733">
                  <c:v>65103</c:v>
                </c:pt>
                <c:pt idx="22734">
                  <c:v>65104</c:v>
                </c:pt>
                <c:pt idx="22735">
                  <c:v>65105</c:v>
                </c:pt>
                <c:pt idx="22736">
                  <c:v>65106</c:v>
                </c:pt>
                <c:pt idx="22737">
                  <c:v>65107</c:v>
                </c:pt>
                <c:pt idx="22738">
                  <c:v>65108</c:v>
                </c:pt>
                <c:pt idx="22739">
                  <c:v>65109</c:v>
                </c:pt>
                <c:pt idx="22740">
                  <c:v>65110</c:v>
                </c:pt>
                <c:pt idx="22741">
                  <c:v>65111</c:v>
                </c:pt>
                <c:pt idx="22742">
                  <c:v>65112</c:v>
                </c:pt>
                <c:pt idx="22743">
                  <c:v>65113</c:v>
                </c:pt>
                <c:pt idx="22744">
                  <c:v>65114</c:v>
                </c:pt>
                <c:pt idx="22745">
                  <c:v>65115</c:v>
                </c:pt>
                <c:pt idx="22746">
                  <c:v>65116</c:v>
                </c:pt>
                <c:pt idx="22747">
                  <c:v>65117</c:v>
                </c:pt>
                <c:pt idx="22748">
                  <c:v>65118</c:v>
                </c:pt>
                <c:pt idx="22749">
                  <c:v>65119</c:v>
                </c:pt>
                <c:pt idx="22750">
                  <c:v>65120</c:v>
                </c:pt>
                <c:pt idx="22751">
                  <c:v>65121</c:v>
                </c:pt>
                <c:pt idx="22752">
                  <c:v>65122</c:v>
                </c:pt>
                <c:pt idx="22753">
                  <c:v>65123</c:v>
                </c:pt>
                <c:pt idx="22754">
                  <c:v>65124</c:v>
                </c:pt>
                <c:pt idx="22755">
                  <c:v>65125</c:v>
                </c:pt>
                <c:pt idx="22756">
                  <c:v>65126</c:v>
                </c:pt>
                <c:pt idx="22757">
                  <c:v>65127</c:v>
                </c:pt>
                <c:pt idx="22758">
                  <c:v>65128</c:v>
                </c:pt>
                <c:pt idx="22759">
                  <c:v>65129</c:v>
                </c:pt>
                <c:pt idx="22760">
                  <c:v>65130</c:v>
                </c:pt>
                <c:pt idx="22761">
                  <c:v>65131</c:v>
                </c:pt>
                <c:pt idx="22762">
                  <c:v>65132</c:v>
                </c:pt>
                <c:pt idx="22763">
                  <c:v>65133</c:v>
                </c:pt>
                <c:pt idx="22764">
                  <c:v>65134</c:v>
                </c:pt>
                <c:pt idx="22765">
                  <c:v>65135</c:v>
                </c:pt>
                <c:pt idx="22766">
                  <c:v>65136</c:v>
                </c:pt>
                <c:pt idx="22767">
                  <c:v>65137</c:v>
                </c:pt>
                <c:pt idx="22768">
                  <c:v>65138</c:v>
                </c:pt>
                <c:pt idx="22769">
                  <c:v>65139</c:v>
                </c:pt>
                <c:pt idx="22770">
                  <c:v>65140</c:v>
                </c:pt>
                <c:pt idx="22771">
                  <c:v>65141</c:v>
                </c:pt>
                <c:pt idx="22772">
                  <c:v>65142</c:v>
                </c:pt>
                <c:pt idx="22773">
                  <c:v>65143</c:v>
                </c:pt>
                <c:pt idx="22774">
                  <c:v>65144</c:v>
                </c:pt>
                <c:pt idx="22775">
                  <c:v>65145</c:v>
                </c:pt>
                <c:pt idx="22776">
                  <c:v>65146</c:v>
                </c:pt>
                <c:pt idx="22777">
                  <c:v>65147</c:v>
                </c:pt>
                <c:pt idx="22778">
                  <c:v>65148</c:v>
                </c:pt>
                <c:pt idx="22779">
                  <c:v>65149</c:v>
                </c:pt>
                <c:pt idx="22780">
                  <c:v>65150</c:v>
                </c:pt>
                <c:pt idx="22781">
                  <c:v>65151</c:v>
                </c:pt>
                <c:pt idx="22782">
                  <c:v>65152</c:v>
                </c:pt>
                <c:pt idx="22783">
                  <c:v>65153</c:v>
                </c:pt>
                <c:pt idx="22784">
                  <c:v>65154</c:v>
                </c:pt>
                <c:pt idx="22785">
                  <c:v>65155</c:v>
                </c:pt>
                <c:pt idx="22786">
                  <c:v>65156</c:v>
                </c:pt>
                <c:pt idx="22787">
                  <c:v>65157</c:v>
                </c:pt>
                <c:pt idx="22788">
                  <c:v>65158</c:v>
                </c:pt>
                <c:pt idx="22789">
                  <c:v>65159</c:v>
                </c:pt>
                <c:pt idx="22790">
                  <c:v>65160</c:v>
                </c:pt>
                <c:pt idx="22791">
                  <c:v>65161</c:v>
                </c:pt>
                <c:pt idx="22792">
                  <c:v>65162</c:v>
                </c:pt>
                <c:pt idx="22793">
                  <c:v>65163</c:v>
                </c:pt>
                <c:pt idx="22794">
                  <c:v>65164</c:v>
                </c:pt>
                <c:pt idx="22795">
                  <c:v>65165</c:v>
                </c:pt>
                <c:pt idx="22796">
                  <c:v>65166</c:v>
                </c:pt>
                <c:pt idx="22797">
                  <c:v>65167</c:v>
                </c:pt>
                <c:pt idx="22798">
                  <c:v>65168</c:v>
                </c:pt>
                <c:pt idx="22799">
                  <c:v>65169</c:v>
                </c:pt>
                <c:pt idx="22800">
                  <c:v>65170</c:v>
                </c:pt>
                <c:pt idx="22801">
                  <c:v>65171</c:v>
                </c:pt>
                <c:pt idx="22802">
                  <c:v>65172</c:v>
                </c:pt>
                <c:pt idx="22803">
                  <c:v>65173</c:v>
                </c:pt>
                <c:pt idx="22804">
                  <c:v>65174</c:v>
                </c:pt>
                <c:pt idx="22805">
                  <c:v>65175</c:v>
                </c:pt>
                <c:pt idx="22806">
                  <c:v>65176</c:v>
                </c:pt>
                <c:pt idx="22807">
                  <c:v>65177</c:v>
                </c:pt>
                <c:pt idx="22808">
                  <c:v>65178</c:v>
                </c:pt>
                <c:pt idx="22809">
                  <c:v>65179</c:v>
                </c:pt>
                <c:pt idx="22810">
                  <c:v>65180</c:v>
                </c:pt>
                <c:pt idx="22811">
                  <c:v>65181</c:v>
                </c:pt>
                <c:pt idx="22812">
                  <c:v>65182</c:v>
                </c:pt>
                <c:pt idx="22813">
                  <c:v>65183</c:v>
                </c:pt>
                <c:pt idx="22814">
                  <c:v>65184</c:v>
                </c:pt>
                <c:pt idx="22815">
                  <c:v>65185</c:v>
                </c:pt>
                <c:pt idx="22816">
                  <c:v>65186</c:v>
                </c:pt>
                <c:pt idx="22817">
                  <c:v>65187</c:v>
                </c:pt>
                <c:pt idx="22818">
                  <c:v>65188</c:v>
                </c:pt>
                <c:pt idx="22819">
                  <c:v>65189</c:v>
                </c:pt>
                <c:pt idx="22820">
                  <c:v>65190</c:v>
                </c:pt>
                <c:pt idx="22821">
                  <c:v>65191</c:v>
                </c:pt>
                <c:pt idx="22822">
                  <c:v>65192</c:v>
                </c:pt>
                <c:pt idx="22823">
                  <c:v>65193</c:v>
                </c:pt>
                <c:pt idx="22824">
                  <c:v>65194</c:v>
                </c:pt>
                <c:pt idx="22825">
                  <c:v>65195</c:v>
                </c:pt>
                <c:pt idx="22826">
                  <c:v>65196</c:v>
                </c:pt>
                <c:pt idx="22827">
                  <c:v>65197</c:v>
                </c:pt>
                <c:pt idx="22828">
                  <c:v>65198</c:v>
                </c:pt>
                <c:pt idx="22829">
                  <c:v>65199</c:v>
                </c:pt>
                <c:pt idx="22830">
                  <c:v>65200</c:v>
                </c:pt>
                <c:pt idx="22831">
                  <c:v>65201</c:v>
                </c:pt>
                <c:pt idx="22832">
                  <c:v>65202</c:v>
                </c:pt>
                <c:pt idx="22833">
                  <c:v>65203</c:v>
                </c:pt>
                <c:pt idx="22834">
                  <c:v>65204</c:v>
                </c:pt>
                <c:pt idx="22835">
                  <c:v>65205</c:v>
                </c:pt>
                <c:pt idx="22836">
                  <c:v>65206</c:v>
                </c:pt>
                <c:pt idx="22837">
                  <c:v>65207</c:v>
                </c:pt>
                <c:pt idx="22838">
                  <c:v>65208</c:v>
                </c:pt>
                <c:pt idx="22839">
                  <c:v>65209</c:v>
                </c:pt>
                <c:pt idx="22840">
                  <c:v>65210</c:v>
                </c:pt>
                <c:pt idx="22841">
                  <c:v>65211</c:v>
                </c:pt>
                <c:pt idx="22842">
                  <c:v>65212</c:v>
                </c:pt>
                <c:pt idx="22843">
                  <c:v>65213</c:v>
                </c:pt>
                <c:pt idx="22844">
                  <c:v>65214</c:v>
                </c:pt>
                <c:pt idx="22845">
                  <c:v>65215</c:v>
                </c:pt>
                <c:pt idx="22846">
                  <c:v>65216</c:v>
                </c:pt>
                <c:pt idx="22847">
                  <c:v>65217</c:v>
                </c:pt>
                <c:pt idx="22848">
                  <c:v>65218</c:v>
                </c:pt>
                <c:pt idx="22849">
                  <c:v>65219</c:v>
                </c:pt>
                <c:pt idx="22850">
                  <c:v>65220</c:v>
                </c:pt>
                <c:pt idx="22851">
                  <c:v>65221</c:v>
                </c:pt>
                <c:pt idx="22852">
                  <c:v>65222</c:v>
                </c:pt>
                <c:pt idx="22853">
                  <c:v>65223</c:v>
                </c:pt>
                <c:pt idx="22854">
                  <c:v>65224</c:v>
                </c:pt>
                <c:pt idx="22855">
                  <c:v>65225</c:v>
                </c:pt>
                <c:pt idx="22856">
                  <c:v>65226</c:v>
                </c:pt>
                <c:pt idx="22857">
                  <c:v>65227</c:v>
                </c:pt>
                <c:pt idx="22858">
                  <c:v>65228</c:v>
                </c:pt>
                <c:pt idx="22859">
                  <c:v>65229</c:v>
                </c:pt>
                <c:pt idx="22860">
                  <c:v>65230</c:v>
                </c:pt>
                <c:pt idx="22861">
                  <c:v>65231</c:v>
                </c:pt>
                <c:pt idx="22862">
                  <c:v>65232</c:v>
                </c:pt>
                <c:pt idx="22863">
                  <c:v>65233</c:v>
                </c:pt>
                <c:pt idx="22864">
                  <c:v>65234</c:v>
                </c:pt>
                <c:pt idx="22865">
                  <c:v>65235</c:v>
                </c:pt>
                <c:pt idx="22866">
                  <c:v>65236</c:v>
                </c:pt>
                <c:pt idx="22867">
                  <c:v>65237</c:v>
                </c:pt>
                <c:pt idx="22868">
                  <c:v>65238</c:v>
                </c:pt>
                <c:pt idx="22869">
                  <c:v>65239</c:v>
                </c:pt>
                <c:pt idx="22870">
                  <c:v>65240</c:v>
                </c:pt>
                <c:pt idx="22871">
                  <c:v>65241</c:v>
                </c:pt>
                <c:pt idx="22872">
                  <c:v>65242</c:v>
                </c:pt>
                <c:pt idx="22873">
                  <c:v>65243</c:v>
                </c:pt>
                <c:pt idx="22874">
                  <c:v>65244</c:v>
                </c:pt>
                <c:pt idx="22875">
                  <c:v>65245</c:v>
                </c:pt>
                <c:pt idx="22876">
                  <c:v>65246</c:v>
                </c:pt>
                <c:pt idx="22877">
                  <c:v>65247</c:v>
                </c:pt>
                <c:pt idx="22878">
                  <c:v>65248</c:v>
                </c:pt>
                <c:pt idx="22879">
                  <c:v>65249</c:v>
                </c:pt>
                <c:pt idx="22880">
                  <c:v>65250</c:v>
                </c:pt>
                <c:pt idx="22881">
                  <c:v>65251</c:v>
                </c:pt>
                <c:pt idx="22882">
                  <c:v>65252</c:v>
                </c:pt>
                <c:pt idx="22883">
                  <c:v>65253</c:v>
                </c:pt>
                <c:pt idx="22884">
                  <c:v>65254</c:v>
                </c:pt>
                <c:pt idx="22885">
                  <c:v>65255</c:v>
                </c:pt>
                <c:pt idx="22886">
                  <c:v>65256</c:v>
                </c:pt>
                <c:pt idx="22887">
                  <c:v>65257</c:v>
                </c:pt>
                <c:pt idx="22888">
                  <c:v>65258</c:v>
                </c:pt>
                <c:pt idx="22889">
                  <c:v>65259</c:v>
                </c:pt>
                <c:pt idx="22890">
                  <c:v>65260</c:v>
                </c:pt>
                <c:pt idx="22891">
                  <c:v>65261</c:v>
                </c:pt>
                <c:pt idx="22892">
                  <c:v>65262</c:v>
                </c:pt>
                <c:pt idx="22893">
                  <c:v>65263</c:v>
                </c:pt>
                <c:pt idx="22894">
                  <c:v>65264</c:v>
                </c:pt>
                <c:pt idx="22895">
                  <c:v>65265</c:v>
                </c:pt>
                <c:pt idx="22896">
                  <c:v>65266</c:v>
                </c:pt>
                <c:pt idx="22897">
                  <c:v>65267</c:v>
                </c:pt>
                <c:pt idx="22898">
                  <c:v>65268</c:v>
                </c:pt>
                <c:pt idx="22899">
                  <c:v>65269</c:v>
                </c:pt>
                <c:pt idx="22900">
                  <c:v>65270</c:v>
                </c:pt>
                <c:pt idx="22901">
                  <c:v>65271</c:v>
                </c:pt>
                <c:pt idx="22902">
                  <c:v>65272</c:v>
                </c:pt>
                <c:pt idx="22903">
                  <c:v>65273</c:v>
                </c:pt>
                <c:pt idx="22904">
                  <c:v>65274</c:v>
                </c:pt>
                <c:pt idx="22905">
                  <c:v>65275</c:v>
                </c:pt>
                <c:pt idx="22906">
                  <c:v>65276</c:v>
                </c:pt>
                <c:pt idx="22907">
                  <c:v>65277</c:v>
                </c:pt>
                <c:pt idx="22908">
                  <c:v>65278</c:v>
                </c:pt>
                <c:pt idx="22909">
                  <c:v>65279</c:v>
                </c:pt>
                <c:pt idx="22910">
                  <c:v>65280</c:v>
                </c:pt>
                <c:pt idx="22911">
                  <c:v>65281</c:v>
                </c:pt>
                <c:pt idx="22912">
                  <c:v>65282</c:v>
                </c:pt>
                <c:pt idx="22913">
                  <c:v>65283</c:v>
                </c:pt>
                <c:pt idx="22914">
                  <c:v>65284</c:v>
                </c:pt>
                <c:pt idx="22915">
                  <c:v>65285</c:v>
                </c:pt>
                <c:pt idx="22916">
                  <c:v>65286</c:v>
                </c:pt>
                <c:pt idx="22917">
                  <c:v>65287</c:v>
                </c:pt>
                <c:pt idx="22918">
                  <c:v>65288</c:v>
                </c:pt>
                <c:pt idx="22919">
                  <c:v>65289</c:v>
                </c:pt>
                <c:pt idx="22920">
                  <c:v>65290</c:v>
                </c:pt>
                <c:pt idx="22921">
                  <c:v>65291</c:v>
                </c:pt>
                <c:pt idx="22922">
                  <c:v>65292</c:v>
                </c:pt>
                <c:pt idx="22923">
                  <c:v>65293</c:v>
                </c:pt>
                <c:pt idx="22924">
                  <c:v>65294</c:v>
                </c:pt>
                <c:pt idx="22925">
                  <c:v>65295</c:v>
                </c:pt>
                <c:pt idx="22926">
                  <c:v>65296</c:v>
                </c:pt>
                <c:pt idx="22927">
                  <c:v>65297</c:v>
                </c:pt>
                <c:pt idx="22928">
                  <c:v>65298</c:v>
                </c:pt>
                <c:pt idx="22929">
                  <c:v>65299</c:v>
                </c:pt>
                <c:pt idx="22930">
                  <c:v>65300</c:v>
                </c:pt>
                <c:pt idx="22931">
                  <c:v>65301</c:v>
                </c:pt>
                <c:pt idx="22932">
                  <c:v>65302</c:v>
                </c:pt>
                <c:pt idx="22933">
                  <c:v>65303</c:v>
                </c:pt>
                <c:pt idx="22934">
                  <c:v>65304</c:v>
                </c:pt>
                <c:pt idx="22935">
                  <c:v>65305</c:v>
                </c:pt>
                <c:pt idx="22936">
                  <c:v>65306</c:v>
                </c:pt>
                <c:pt idx="22937">
                  <c:v>65307</c:v>
                </c:pt>
                <c:pt idx="22938">
                  <c:v>65308</c:v>
                </c:pt>
                <c:pt idx="22939">
                  <c:v>65309</c:v>
                </c:pt>
                <c:pt idx="22940">
                  <c:v>65310</c:v>
                </c:pt>
                <c:pt idx="22941">
                  <c:v>65311</c:v>
                </c:pt>
                <c:pt idx="22942">
                  <c:v>65312</c:v>
                </c:pt>
                <c:pt idx="22943">
                  <c:v>65313</c:v>
                </c:pt>
                <c:pt idx="22944">
                  <c:v>65314</c:v>
                </c:pt>
                <c:pt idx="22945">
                  <c:v>65315</c:v>
                </c:pt>
                <c:pt idx="22946">
                  <c:v>65316</c:v>
                </c:pt>
                <c:pt idx="22947">
                  <c:v>65317</c:v>
                </c:pt>
                <c:pt idx="22948">
                  <c:v>65318</c:v>
                </c:pt>
                <c:pt idx="22949">
                  <c:v>65319</c:v>
                </c:pt>
                <c:pt idx="22950">
                  <c:v>65320</c:v>
                </c:pt>
                <c:pt idx="22951">
                  <c:v>65321</c:v>
                </c:pt>
                <c:pt idx="22952">
                  <c:v>65322</c:v>
                </c:pt>
                <c:pt idx="22953">
                  <c:v>65323</c:v>
                </c:pt>
                <c:pt idx="22954">
                  <c:v>65324</c:v>
                </c:pt>
                <c:pt idx="22955">
                  <c:v>65325</c:v>
                </c:pt>
                <c:pt idx="22956">
                  <c:v>65326</c:v>
                </c:pt>
                <c:pt idx="22957">
                  <c:v>65327</c:v>
                </c:pt>
                <c:pt idx="22958">
                  <c:v>65328</c:v>
                </c:pt>
                <c:pt idx="22959">
                  <c:v>65329</c:v>
                </c:pt>
                <c:pt idx="22960">
                  <c:v>65330</c:v>
                </c:pt>
                <c:pt idx="22961">
                  <c:v>65331</c:v>
                </c:pt>
                <c:pt idx="22962">
                  <c:v>65332</c:v>
                </c:pt>
                <c:pt idx="22963">
                  <c:v>65333</c:v>
                </c:pt>
                <c:pt idx="22964">
                  <c:v>65334</c:v>
                </c:pt>
                <c:pt idx="22965">
                  <c:v>65335</c:v>
                </c:pt>
                <c:pt idx="22966">
                  <c:v>65336</c:v>
                </c:pt>
                <c:pt idx="22967">
                  <c:v>65337</c:v>
                </c:pt>
                <c:pt idx="22968">
                  <c:v>65338</c:v>
                </c:pt>
                <c:pt idx="22969">
                  <c:v>65339</c:v>
                </c:pt>
                <c:pt idx="22970">
                  <c:v>65340</c:v>
                </c:pt>
                <c:pt idx="22971">
                  <c:v>65341</c:v>
                </c:pt>
                <c:pt idx="22972">
                  <c:v>65342</c:v>
                </c:pt>
                <c:pt idx="22973">
                  <c:v>65343</c:v>
                </c:pt>
                <c:pt idx="22974">
                  <c:v>65344</c:v>
                </c:pt>
                <c:pt idx="22975">
                  <c:v>65345</c:v>
                </c:pt>
                <c:pt idx="22976">
                  <c:v>65346</c:v>
                </c:pt>
                <c:pt idx="22977">
                  <c:v>65347</c:v>
                </c:pt>
                <c:pt idx="22978">
                  <c:v>65348</c:v>
                </c:pt>
                <c:pt idx="22979">
                  <c:v>65349</c:v>
                </c:pt>
                <c:pt idx="22980">
                  <c:v>65350</c:v>
                </c:pt>
                <c:pt idx="22981">
                  <c:v>65351</c:v>
                </c:pt>
                <c:pt idx="22982">
                  <c:v>65352</c:v>
                </c:pt>
                <c:pt idx="22983">
                  <c:v>65353</c:v>
                </c:pt>
                <c:pt idx="22984">
                  <c:v>65354</c:v>
                </c:pt>
                <c:pt idx="22985">
                  <c:v>65355</c:v>
                </c:pt>
                <c:pt idx="22986">
                  <c:v>65356</c:v>
                </c:pt>
                <c:pt idx="22987">
                  <c:v>65357</c:v>
                </c:pt>
                <c:pt idx="22988">
                  <c:v>65358</c:v>
                </c:pt>
                <c:pt idx="22989">
                  <c:v>65359</c:v>
                </c:pt>
                <c:pt idx="22990">
                  <c:v>65360</c:v>
                </c:pt>
                <c:pt idx="22991">
                  <c:v>65361</c:v>
                </c:pt>
                <c:pt idx="22992">
                  <c:v>65362</c:v>
                </c:pt>
                <c:pt idx="22993">
                  <c:v>65363</c:v>
                </c:pt>
                <c:pt idx="22994">
                  <c:v>65364</c:v>
                </c:pt>
                <c:pt idx="22995">
                  <c:v>65365</c:v>
                </c:pt>
                <c:pt idx="22996">
                  <c:v>65366</c:v>
                </c:pt>
                <c:pt idx="22997">
                  <c:v>65367</c:v>
                </c:pt>
                <c:pt idx="22998">
                  <c:v>65368</c:v>
                </c:pt>
                <c:pt idx="22999">
                  <c:v>65369</c:v>
                </c:pt>
                <c:pt idx="23000">
                  <c:v>65370</c:v>
                </c:pt>
                <c:pt idx="23001">
                  <c:v>65371</c:v>
                </c:pt>
                <c:pt idx="23002">
                  <c:v>65372</c:v>
                </c:pt>
                <c:pt idx="23003">
                  <c:v>65373</c:v>
                </c:pt>
                <c:pt idx="23004">
                  <c:v>65374</c:v>
                </c:pt>
                <c:pt idx="23005">
                  <c:v>65375</c:v>
                </c:pt>
                <c:pt idx="23006">
                  <c:v>65376</c:v>
                </c:pt>
                <c:pt idx="23007">
                  <c:v>65377</c:v>
                </c:pt>
                <c:pt idx="23008">
                  <c:v>65378</c:v>
                </c:pt>
                <c:pt idx="23009">
                  <c:v>65379</c:v>
                </c:pt>
                <c:pt idx="23010">
                  <c:v>65380</c:v>
                </c:pt>
                <c:pt idx="23011">
                  <c:v>65381</c:v>
                </c:pt>
                <c:pt idx="23012">
                  <c:v>65382</c:v>
                </c:pt>
                <c:pt idx="23013">
                  <c:v>65383</c:v>
                </c:pt>
                <c:pt idx="23014">
                  <c:v>65384</c:v>
                </c:pt>
                <c:pt idx="23015">
                  <c:v>65385</c:v>
                </c:pt>
                <c:pt idx="23016">
                  <c:v>65386</c:v>
                </c:pt>
                <c:pt idx="23017">
                  <c:v>65387</c:v>
                </c:pt>
                <c:pt idx="23018">
                  <c:v>65388</c:v>
                </c:pt>
                <c:pt idx="23019">
                  <c:v>65389</c:v>
                </c:pt>
                <c:pt idx="23020">
                  <c:v>65390</c:v>
                </c:pt>
                <c:pt idx="23021">
                  <c:v>65391</c:v>
                </c:pt>
                <c:pt idx="23022">
                  <c:v>65392</c:v>
                </c:pt>
                <c:pt idx="23023">
                  <c:v>65393</c:v>
                </c:pt>
                <c:pt idx="23024">
                  <c:v>65394</c:v>
                </c:pt>
                <c:pt idx="23025">
                  <c:v>65395</c:v>
                </c:pt>
                <c:pt idx="23026">
                  <c:v>65396</c:v>
                </c:pt>
                <c:pt idx="23027">
                  <c:v>65397</c:v>
                </c:pt>
                <c:pt idx="23028">
                  <c:v>65398</c:v>
                </c:pt>
                <c:pt idx="23029">
                  <c:v>65399</c:v>
                </c:pt>
                <c:pt idx="23030">
                  <c:v>65400</c:v>
                </c:pt>
                <c:pt idx="23031">
                  <c:v>65401</c:v>
                </c:pt>
                <c:pt idx="23032">
                  <c:v>65402</c:v>
                </c:pt>
                <c:pt idx="23033">
                  <c:v>65403</c:v>
                </c:pt>
                <c:pt idx="23034">
                  <c:v>65404</c:v>
                </c:pt>
                <c:pt idx="23035">
                  <c:v>65405</c:v>
                </c:pt>
                <c:pt idx="23036">
                  <c:v>65406</c:v>
                </c:pt>
                <c:pt idx="23037">
                  <c:v>65407</c:v>
                </c:pt>
                <c:pt idx="23038">
                  <c:v>65408</c:v>
                </c:pt>
                <c:pt idx="23039">
                  <c:v>65409</c:v>
                </c:pt>
                <c:pt idx="23040">
                  <c:v>65410</c:v>
                </c:pt>
                <c:pt idx="23041">
                  <c:v>65411</c:v>
                </c:pt>
                <c:pt idx="23042">
                  <c:v>65412</c:v>
                </c:pt>
                <c:pt idx="23043">
                  <c:v>65413</c:v>
                </c:pt>
                <c:pt idx="23044">
                  <c:v>65414</c:v>
                </c:pt>
                <c:pt idx="23045">
                  <c:v>65415</c:v>
                </c:pt>
                <c:pt idx="23046">
                  <c:v>65416</c:v>
                </c:pt>
                <c:pt idx="23047">
                  <c:v>65417</c:v>
                </c:pt>
                <c:pt idx="23048">
                  <c:v>65418</c:v>
                </c:pt>
                <c:pt idx="23049">
                  <c:v>65419</c:v>
                </c:pt>
                <c:pt idx="23050">
                  <c:v>65420</c:v>
                </c:pt>
                <c:pt idx="23051">
                  <c:v>65421</c:v>
                </c:pt>
                <c:pt idx="23052">
                  <c:v>65422</c:v>
                </c:pt>
                <c:pt idx="23053">
                  <c:v>65423</c:v>
                </c:pt>
                <c:pt idx="23054">
                  <c:v>65424</c:v>
                </c:pt>
                <c:pt idx="23055">
                  <c:v>65425</c:v>
                </c:pt>
                <c:pt idx="23056">
                  <c:v>65426</c:v>
                </c:pt>
                <c:pt idx="23057">
                  <c:v>65427</c:v>
                </c:pt>
                <c:pt idx="23058">
                  <c:v>65428</c:v>
                </c:pt>
                <c:pt idx="23059">
                  <c:v>65429</c:v>
                </c:pt>
                <c:pt idx="23060">
                  <c:v>65430</c:v>
                </c:pt>
                <c:pt idx="23061">
                  <c:v>65431</c:v>
                </c:pt>
                <c:pt idx="23062">
                  <c:v>65432</c:v>
                </c:pt>
                <c:pt idx="23063">
                  <c:v>65433</c:v>
                </c:pt>
                <c:pt idx="23064">
                  <c:v>65434</c:v>
                </c:pt>
                <c:pt idx="23065">
                  <c:v>65435</c:v>
                </c:pt>
                <c:pt idx="23066">
                  <c:v>65436</c:v>
                </c:pt>
                <c:pt idx="23067">
                  <c:v>65437</c:v>
                </c:pt>
                <c:pt idx="23068">
                  <c:v>65438</c:v>
                </c:pt>
                <c:pt idx="23069">
                  <c:v>65439</c:v>
                </c:pt>
                <c:pt idx="23070">
                  <c:v>65440</c:v>
                </c:pt>
                <c:pt idx="23071">
                  <c:v>65441</c:v>
                </c:pt>
                <c:pt idx="23072">
                  <c:v>65442</c:v>
                </c:pt>
                <c:pt idx="23073">
                  <c:v>65443</c:v>
                </c:pt>
                <c:pt idx="23074">
                  <c:v>65444</c:v>
                </c:pt>
                <c:pt idx="23075">
                  <c:v>65445</c:v>
                </c:pt>
                <c:pt idx="23076">
                  <c:v>65446</c:v>
                </c:pt>
                <c:pt idx="23077">
                  <c:v>65447</c:v>
                </c:pt>
                <c:pt idx="23078">
                  <c:v>65448</c:v>
                </c:pt>
                <c:pt idx="23079">
                  <c:v>65449</c:v>
                </c:pt>
                <c:pt idx="23080">
                  <c:v>65450</c:v>
                </c:pt>
                <c:pt idx="23081">
                  <c:v>65451</c:v>
                </c:pt>
                <c:pt idx="23082">
                  <c:v>65452</c:v>
                </c:pt>
                <c:pt idx="23083">
                  <c:v>65453</c:v>
                </c:pt>
                <c:pt idx="23084">
                  <c:v>65454</c:v>
                </c:pt>
                <c:pt idx="23085">
                  <c:v>65455</c:v>
                </c:pt>
                <c:pt idx="23086">
                  <c:v>65456</c:v>
                </c:pt>
                <c:pt idx="23087">
                  <c:v>65457</c:v>
                </c:pt>
                <c:pt idx="23088">
                  <c:v>65458</c:v>
                </c:pt>
                <c:pt idx="23089">
                  <c:v>65459</c:v>
                </c:pt>
                <c:pt idx="23090">
                  <c:v>65460</c:v>
                </c:pt>
                <c:pt idx="23091">
                  <c:v>65461</c:v>
                </c:pt>
                <c:pt idx="23092">
                  <c:v>65462</c:v>
                </c:pt>
                <c:pt idx="23093">
                  <c:v>65463</c:v>
                </c:pt>
                <c:pt idx="23094">
                  <c:v>65464</c:v>
                </c:pt>
                <c:pt idx="23095">
                  <c:v>65465</c:v>
                </c:pt>
                <c:pt idx="23096">
                  <c:v>65466</c:v>
                </c:pt>
                <c:pt idx="23097">
                  <c:v>65467</c:v>
                </c:pt>
                <c:pt idx="23098">
                  <c:v>65468</c:v>
                </c:pt>
                <c:pt idx="23099">
                  <c:v>65469</c:v>
                </c:pt>
                <c:pt idx="23100">
                  <c:v>65470</c:v>
                </c:pt>
                <c:pt idx="23101">
                  <c:v>65471</c:v>
                </c:pt>
                <c:pt idx="23102">
                  <c:v>65472</c:v>
                </c:pt>
                <c:pt idx="23103">
                  <c:v>65473</c:v>
                </c:pt>
                <c:pt idx="23104">
                  <c:v>65474</c:v>
                </c:pt>
                <c:pt idx="23105">
                  <c:v>65475</c:v>
                </c:pt>
                <c:pt idx="23106">
                  <c:v>65476</c:v>
                </c:pt>
                <c:pt idx="23107">
                  <c:v>65477</c:v>
                </c:pt>
                <c:pt idx="23108">
                  <c:v>65478</c:v>
                </c:pt>
                <c:pt idx="23109">
                  <c:v>65479</c:v>
                </c:pt>
                <c:pt idx="23110">
                  <c:v>65480</c:v>
                </c:pt>
                <c:pt idx="23111">
                  <c:v>65481</c:v>
                </c:pt>
                <c:pt idx="23112">
                  <c:v>65482</c:v>
                </c:pt>
                <c:pt idx="23113">
                  <c:v>65483</c:v>
                </c:pt>
                <c:pt idx="23114">
                  <c:v>65484</c:v>
                </c:pt>
                <c:pt idx="23115">
                  <c:v>65485</c:v>
                </c:pt>
                <c:pt idx="23116">
                  <c:v>65486</c:v>
                </c:pt>
                <c:pt idx="23117">
                  <c:v>65487</c:v>
                </c:pt>
                <c:pt idx="23118">
                  <c:v>65488</c:v>
                </c:pt>
                <c:pt idx="23119">
                  <c:v>65489</c:v>
                </c:pt>
                <c:pt idx="23120">
                  <c:v>65490</c:v>
                </c:pt>
                <c:pt idx="23121">
                  <c:v>65491</c:v>
                </c:pt>
                <c:pt idx="23122">
                  <c:v>65492</c:v>
                </c:pt>
                <c:pt idx="23123">
                  <c:v>65493</c:v>
                </c:pt>
                <c:pt idx="23124">
                  <c:v>65494</c:v>
                </c:pt>
                <c:pt idx="23125">
                  <c:v>65495</c:v>
                </c:pt>
                <c:pt idx="23126">
                  <c:v>65496</c:v>
                </c:pt>
                <c:pt idx="23127">
                  <c:v>65497</c:v>
                </c:pt>
                <c:pt idx="23128">
                  <c:v>65498</c:v>
                </c:pt>
                <c:pt idx="23129">
                  <c:v>65499</c:v>
                </c:pt>
                <c:pt idx="23130">
                  <c:v>65500</c:v>
                </c:pt>
                <c:pt idx="23131">
                  <c:v>65501</c:v>
                </c:pt>
                <c:pt idx="23132">
                  <c:v>65502</c:v>
                </c:pt>
                <c:pt idx="23133">
                  <c:v>65503</c:v>
                </c:pt>
                <c:pt idx="23134">
                  <c:v>65504</c:v>
                </c:pt>
                <c:pt idx="23135">
                  <c:v>65505</c:v>
                </c:pt>
                <c:pt idx="23136">
                  <c:v>65506</c:v>
                </c:pt>
                <c:pt idx="23137">
                  <c:v>65507</c:v>
                </c:pt>
                <c:pt idx="23138">
                  <c:v>65508</c:v>
                </c:pt>
                <c:pt idx="23139">
                  <c:v>65509</c:v>
                </c:pt>
                <c:pt idx="23140">
                  <c:v>65510</c:v>
                </c:pt>
                <c:pt idx="23141">
                  <c:v>65511</c:v>
                </c:pt>
                <c:pt idx="23142">
                  <c:v>65512</c:v>
                </c:pt>
                <c:pt idx="23143">
                  <c:v>65513</c:v>
                </c:pt>
                <c:pt idx="23144">
                  <c:v>65514</c:v>
                </c:pt>
                <c:pt idx="23145">
                  <c:v>65515</c:v>
                </c:pt>
                <c:pt idx="23146">
                  <c:v>65516</c:v>
                </c:pt>
                <c:pt idx="23147">
                  <c:v>65517</c:v>
                </c:pt>
                <c:pt idx="23148">
                  <c:v>65518</c:v>
                </c:pt>
                <c:pt idx="23149">
                  <c:v>65519</c:v>
                </c:pt>
                <c:pt idx="23150">
                  <c:v>65520</c:v>
                </c:pt>
                <c:pt idx="23151">
                  <c:v>65521</c:v>
                </c:pt>
                <c:pt idx="23152">
                  <c:v>65522</c:v>
                </c:pt>
                <c:pt idx="23153">
                  <c:v>65523</c:v>
                </c:pt>
                <c:pt idx="23154">
                  <c:v>65524</c:v>
                </c:pt>
                <c:pt idx="23155">
                  <c:v>65525</c:v>
                </c:pt>
                <c:pt idx="23156">
                  <c:v>65526</c:v>
                </c:pt>
                <c:pt idx="23157">
                  <c:v>65527</c:v>
                </c:pt>
                <c:pt idx="23158">
                  <c:v>65528</c:v>
                </c:pt>
                <c:pt idx="23159">
                  <c:v>65529</c:v>
                </c:pt>
                <c:pt idx="23160">
                  <c:v>65530</c:v>
                </c:pt>
                <c:pt idx="23161">
                  <c:v>65531</c:v>
                </c:pt>
                <c:pt idx="23162">
                  <c:v>65532</c:v>
                </c:pt>
                <c:pt idx="23163">
                  <c:v>65533</c:v>
                </c:pt>
                <c:pt idx="23164">
                  <c:v>65534</c:v>
                </c:pt>
                <c:pt idx="23165">
                  <c:v>65535</c:v>
                </c:pt>
                <c:pt idx="23166">
                  <c:v>65536</c:v>
                </c:pt>
                <c:pt idx="23167">
                  <c:v>65537</c:v>
                </c:pt>
                <c:pt idx="23168">
                  <c:v>65538</c:v>
                </c:pt>
                <c:pt idx="23169">
                  <c:v>65539</c:v>
                </c:pt>
                <c:pt idx="23170">
                  <c:v>65540</c:v>
                </c:pt>
                <c:pt idx="23171">
                  <c:v>65541</c:v>
                </c:pt>
                <c:pt idx="23172">
                  <c:v>65542</c:v>
                </c:pt>
                <c:pt idx="23173">
                  <c:v>65543</c:v>
                </c:pt>
                <c:pt idx="23174">
                  <c:v>65544</c:v>
                </c:pt>
                <c:pt idx="23175">
                  <c:v>65545</c:v>
                </c:pt>
                <c:pt idx="23176">
                  <c:v>65546</c:v>
                </c:pt>
                <c:pt idx="23177">
                  <c:v>65547</c:v>
                </c:pt>
                <c:pt idx="23178">
                  <c:v>65548</c:v>
                </c:pt>
                <c:pt idx="23179">
                  <c:v>65549</c:v>
                </c:pt>
                <c:pt idx="23180">
                  <c:v>65550</c:v>
                </c:pt>
                <c:pt idx="23181">
                  <c:v>65551</c:v>
                </c:pt>
                <c:pt idx="23182">
                  <c:v>65552</c:v>
                </c:pt>
                <c:pt idx="23183">
                  <c:v>65553</c:v>
                </c:pt>
                <c:pt idx="23184">
                  <c:v>65554</c:v>
                </c:pt>
                <c:pt idx="23185">
                  <c:v>65555</c:v>
                </c:pt>
                <c:pt idx="23186">
                  <c:v>65556</c:v>
                </c:pt>
                <c:pt idx="23187">
                  <c:v>65557</c:v>
                </c:pt>
                <c:pt idx="23188">
                  <c:v>65558</c:v>
                </c:pt>
                <c:pt idx="23189">
                  <c:v>65559</c:v>
                </c:pt>
                <c:pt idx="23190">
                  <c:v>65560</c:v>
                </c:pt>
                <c:pt idx="23191">
                  <c:v>65561</c:v>
                </c:pt>
                <c:pt idx="23192">
                  <c:v>65562</c:v>
                </c:pt>
                <c:pt idx="23193">
                  <c:v>65563</c:v>
                </c:pt>
                <c:pt idx="23194">
                  <c:v>65564</c:v>
                </c:pt>
                <c:pt idx="23195">
                  <c:v>65565</c:v>
                </c:pt>
                <c:pt idx="23196">
                  <c:v>65566</c:v>
                </c:pt>
                <c:pt idx="23197">
                  <c:v>65567</c:v>
                </c:pt>
                <c:pt idx="23198">
                  <c:v>65568</c:v>
                </c:pt>
                <c:pt idx="23199">
                  <c:v>65569</c:v>
                </c:pt>
                <c:pt idx="23200">
                  <c:v>65570</c:v>
                </c:pt>
                <c:pt idx="23201">
                  <c:v>65571</c:v>
                </c:pt>
                <c:pt idx="23202">
                  <c:v>65572</c:v>
                </c:pt>
                <c:pt idx="23203">
                  <c:v>65573</c:v>
                </c:pt>
                <c:pt idx="23204">
                  <c:v>65574</c:v>
                </c:pt>
                <c:pt idx="23205">
                  <c:v>65575</c:v>
                </c:pt>
                <c:pt idx="23206">
                  <c:v>65576</c:v>
                </c:pt>
                <c:pt idx="23207">
                  <c:v>65577</c:v>
                </c:pt>
                <c:pt idx="23208">
                  <c:v>65578</c:v>
                </c:pt>
                <c:pt idx="23209">
                  <c:v>65579</c:v>
                </c:pt>
                <c:pt idx="23210">
                  <c:v>65580</c:v>
                </c:pt>
                <c:pt idx="23211">
                  <c:v>65581</c:v>
                </c:pt>
                <c:pt idx="23212">
                  <c:v>65582</c:v>
                </c:pt>
                <c:pt idx="23213">
                  <c:v>65583</c:v>
                </c:pt>
                <c:pt idx="23214">
                  <c:v>65584</c:v>
                </c:pt>
                <c:pt idx="23215">
                  <c:v>65585</c:v>
                </c:pt>
                <c:pt idx="23216">
                  <c:v>65586</c:v>
                </c:pt>
                <c:pt idx="23217">
                  <c:v>65587</c:v>
                </c:pt>
                <c:pt idx="23218">
                  <c:v>65588</c:v>
                </c:pt>
                <c:pt idx="23219">
                  <c:v>65589</c:v>
                </c:pt>
                <c:pt idx="23220">
                  <c:v>65590</c:v>
                </c:pt>
                <c:pt idx="23221">
                  <c:v>65591</c:v>
                </c:pt>
                <c:pt idx="23222">
                  <c:v>65592</c:v>
                </c:pt>
                <c:pt idx="23223">
                  <c:v>65593</c:v>
                </c:pt>
                <c:pt idx="23224">
                  <c:v>65594</c:v>
                </c:pt>
                <c:pt idx="23225">
                  <c:v>65595</c:v>
                </c:pt>
                <c:pt idx="23226">
                  <c:v>65596</c:v>
                </c:pt>
                <c:pt idx="23227">
                  <c:v>65597</c:v>
                </c:pt>
                <c:pt idx="23228">
                  <c:v>65598</c:v>
                </c:pt>
                <c:pt idx="23229">
                  <c:v>65599</c:v>
                </c:pt>
                <c:pt idx="23230">
                  <c:v>65600</c:v>
                </c:pt>
                <c:pt idx="23231">
                  <c:v>65601</c:v>
                </c:pt>
                <c:pt idx="23232">
                  <c:v>65602</c:v>
                </c:pt>
                <c:pt idx="23233">
                  <c:v>65603</c:v>
                </c:pt>
                <c:pt idx="23234">
                  <c:v>65604</c:v>
                </c:pt>
                <c:pt idx="23235">
                  <c:v>65605</c:v>
                </c:pt>
                <c:pt idx="23236">
                  <c:v>65606</c:v>
                </c:pt>
                <c:pt idx="23237">
                  <c:v>65607</c:v>
                </c:pt>
                <c:pt idx="23238">
                  <c:v>65608</c:v>
                </c:pt>
                <c:pt idx="23239">
                  <c:v>65609</c:v>
                </c:pt>
                <c:pt idx="23240">
                  <c:v>65610</c:v>
                </c:pt>
                <c:pt idx="23241">
                  <c:v>65611</c:v>
                </c:pt>
                <c:pt idx="23242">
                  <c:v>65612</c:v>
                </c:pt>
                <c:pt idx="23243">
                  <c:v>65613</c:v>
                </c:pt>
                <c:pt idx="23244">
                  <c:v>65614</c:v>
                </c:pt>
                <c:pt idx="23245">
                  <c:v>65615</c:v>
                </c:pt>
                <c:pt idx="23246">
                  <c:v>65616</c:v>
                </c:pt>
                <c:pt idx="23247">
                  <c:v>65617</c:v>
                </c:pt>
                <c:pt idx="23248">
                  <c:v>65618</c:v>
                </c:pt>
                <c:pt idx="23249">
                  <c:v>65619</c:v>
                </c:pt>
                <c:pt idx="23250">
                  <c:v>65620</c:v>
                </c:pt>
                <c:pt idx="23251">
                  <c:v>65621</c:v>
                </c:pt>
                <c:pt idx="23252">
                  <c:v>65622</c:v>
                </c:pt>
                <c:pt idx="23253">
                  <c:v>65623</c:v>
                </c:pt>
                <c:pt idx="23254">
                  <c:v>65624</c:v>
                </c:pt>
                <c:pt idx="23255">
                  <c:v>65625</c:v>
                </c:pt>
                <c:pt idx="23256">
                  <c:v>65626</c:v>
                </c:pt>
                <c:pt idx="23257">
                  <c:v>65627</c:v>
                </c:pt>
                <c:pt idx="23258">
                  <c:v>65628</c:v>
                </c:pt>
                <c:pt idx="23259">
                  <c:v>65629</c:v>
                </c:pt>
                <c:pt idx="23260">
                  <c:v>65630</c:v>
                </c:pt>
                <c:pt idx="23261">
                  <c:v>65631</c:v>
                </c:pt>
                <c:pt idx="23262">
                  <c:v>65632</c:v>
                </c:pt>
                <c:pt idx="23263">
                  <c:v>65633</c:v>
                </c:pt>
                <c:pt idx="23264">
                  <c:v>65634</c:v>
                </c:pt>
                <c:pt idx="23265">
                  <c:v>65635</c:v>
                </c:pt>
                <c:pt idx="23266">
                  <c:v>65636</c:v>
                </c:pt>
                <c:pt idx="23267">
                  <c:v>65637</c:v>
                </c:pt>
                <c:pt idx="23268">
                  <c:v>65638</c:v>
                </c:pt>
                <c:pt idx="23269">
                  <c:v>65639</c:v>
                </c:pt>
                <c:pt idx="23270">
                  <c:v>65640</c:v>
                </c:pt>
                <c:pt idx="23271">
                  <c:v>65641</c:v>
                </c:pt>
                <c:pt idx="23272">
                  <c:v>65642</c:v>
                </c:pt>
                <c:pt idx="23273">
                  <c:v>65643</c:v>
                </c:pt>
                <c:pt idx="23274">
                  <c:v>65644</c:v>
                </c:pt>
                <c:pt idx="23275">
                  <c:v>65645</c:v>
                </c:pt>
                <c:pt idx="23276">
                  <c:v>65646</c:v>
                </c:pt>
                <c:pt idx="23277">
                  <c:v>65647</c:v>
                </c:pt>
                <c:pt idx="23278">
                  <c:v>65648</c:v>
                </c:pt>
                <c:pt idx="23279">
                  <c:v>65649</c:v>
                </c:pt>
                <c:pt idx="23280">
                  <c:v>65650</c:v>
                </c:pt>
                <c:pt idx="23281">
                  <c:v>65651</c:v>
                </c:pt>
                <c:pt idx="23282">
                  <c:v>65652</c:v>
                </c:pt>
                <c:pt idx="23283">
                  <c:v>65653</c:v>
                </c:pt>
                <c:pt idx="23284">
                  <c:v>65654</c:v>
                </c:pt>
                <c:pt idx="23285">
                  <c:v>65655</c:v>
                </c:pt>
                <c:pt idx="23286">
                  <c:v>65656</c:v>
                </c:pt>
                <c:pt idx="23287">
                  <c:v>65657</c:v>
                </c:pt>
                <c:pt idx="23288">
                  <c:v>65658</c:v>
                </c:pt>
                <c:pt idx="23289">
                  <c:v>65659</c:v>
                </c:pt>
                <c:pt idx="23290">
                  <c:v>65660</c:v>
                </c:pt>
                <c:pt idx="23291">
                  <c:v>65661</c:v>
                </c:pt>
                <c:pt idx="23292">
                  <c:v>65662</c:v>
                </c:pt>
                <c:pt idx="23293">
                  <c:v>65663</c:v>
                </c:pt>
                <c:pt idx="23294">
                  <c:v>65664</c:v>
                </c:pt>
                <c:pt idx="23295">
                  <c:v>65665</c:v>
                </c:pt>
                <c:pt idx="23296">
                  <c:v>65666</c:v>
                </c:pt>
                <c:pt idx="23297">
                  <c:v>65667</c:v>
                </c:pt>
                <c:pt idx="23298">
                  <c:v>65668</c:v>
                </c:pt>
                <c:pt idx="23299">
                  <c:v>65669</c:v>
                </c:pt>
                <c:pt idx="23300">
                  <c:v>65670</c:v>
                </c:pt>
                <c:pt idx="23301">
                  <c:v>65671</c:v>
                </c:pt>
                <c:pt idx="23302">
                  <c:v>65672</c:v>
                </c:pt>
                <c:pt idx="23303">
                  <c:v>65673</c:v>
                </c:pt>
                <c:pt idx="23304">
                  <c:v>65674</c:v>
                </c:pt>
                <c:pt idx="23305">
                  <c:v>65675</c:v>
                </c:pt>
                <c:pt idx="23306">
                  <c:v>65676</c:v>
                </c:pt>
                <c:pt idx="23307">
                  <c:v>65677</c:v>
                </c:pt>
                <c:pt idx="23308">
                  <c:v>65678</c:v>
                </c:pt>
                <c:pt idx="23309">
                  <c:v>65679</c:v>
                </c:pt>
                <c:pt idx="23310">
                  <c:v>65680</c:v>
                </c:pt>
                <c:pt idx="23311">
                  <c:v>65681</c:v>
                </c:pt>
                <c:pt idx="23312">
                  <c:v>65682</c:v>
                </c:pt>
                <c:pt idx="23313">
                  <c:v>65683</c:v>
                </c:pt>
                <c:pt idx="23314">
                  <c:v>65684</c:v>
                </c:pt>
                <c:pt idx="23315">
                  <c:v>65685</c:v>
                </c:pt>
                <c:pt idx="23316">
                  <c:v>65686</c:v>
                </c:pt>
                <c:pt idx="23317">
                  <c:v>65687</c:v>
                </c:pt>
                <c:pt idx="23318">
                  <c:v>65688</c:v>
                </c:pt>
                <c:pt idx="23319">
                  <c:v>65689</c:v>
                </c:pt>
                <c:pt idx="23320">
                  <c:v>65690</c:v>
                </c:pt>
                <c:pt idx="23321">
                  <c:v>65691</c:v>
                </c:pt>
                <c:pt idx="23322">
                  <c:v>65692</c:v>
                </c:pt>
                <c:pt idx="23323">
                  <c:v>65693</c:v>
                </c:pt>
                <c:pt idx="23324">
                  <c:v>65694</c:v>
                </c:pt>
                <c:pt idx="23325">
                  <c:v>65695</c:v>
                </c:pt>
                <c:pt idx="23326">
                  <c:v>65696</c:v>
                </c:pt>
                <c:pt idx="23327">
                  <c:v>65697</c:v>
                </c:pt>
                <c:pt idx="23328">
                  <c:v>65698</c:v>
                </c:pt>
                <c:pt idx="23329">
                  <c:v>65699</c:v>
                </c:pt>
                <c:pt idx="23330">
                  <c:v>65700</c:v>
                </c:pt>
                <c:pt idx="23331">
                  <c:v>65701</c:v>
                </c:pt>
                <c:pt idx="23332">
                  <c:v>65702</c:v>
                </c:pt>
                <c:pt idx="23333">
                  <c:v>65703</c:v>
                </c:pt>
                <c:pt idx="23334">
                  <c:v>65704</c:v>
                </c:pt>
                <c:pt idx="23335">
                  <c:v>65705</c:v>
                </c:pt>
                <c:pt idx="23336">
                  <c:v>65706</c:v>
                </c:pt>
                <c:pt idx="23337">
                  <c:v>65707</c:v>
                </c:pt>
                <c:pt idx="23338">
                  <c:v>65708</c:v>
                </c:pt>
                <c:pt idx="23339">
                  <c:v>65709</c:v>
                </c:pt>
                <c:pt idx="23340">
                  <c:v>65710</c:v>
                </c:pt>
                <c:pt idx="23341">
                  <c:v>65711</c:v>
                </c:pt>
                <c:pt idx="23342">
                  <c:v>65712</c:v>
                </c:pt>
                <c:pt idx="23343">
                  <c:v>65713</c:v>
                </c:pt>
                <c:pt idx="23344">
                  <c:v>65714</c:v>
                </c:pt>
                <c:pt idx="23345">
                  <c:v>65715</c:v>
                </c:pt>
                <c:pt idx="23346">
                  <c:v>65716</c:v>
                </c:pt>
                <c:pt idx="23347">
                  <c:v>65717</c:v>
                </c:pt>
                <c:pt idx="23348">
                  <c:v>65718</c:v>
                </c:pt>
                <c:pt idx="23349">
                  <c:v>65719</c:v>
                </c:pt>
                <c:pt idx="23350">
                  <c:v>65720</c:v>
                </c:pt>
                <c:pt idx="23351">
                  <c:v>65721</c:v>
                </c:pt>
                <c:pt idx="23352">
                  <c:v>65722</c:v>
                </c:pt>
                <c:pt idx="23353">
                  <c:v>65723</c:v>
                </c:pt>
                <c:pt idx="23354">
                  <c:v>65724</c:v>
                </c:pt>
                <c:pt idx="23355">
                  <c:v>65725</c:v>
                </c:pt>
                <c:pt idx="23356">
                  <c:v>65726</c:v>
                </c:pt>
                <c:pt idx="23357">
                  <c:v>65727</c:v>
                </c:pt>
                <c:pt idx="23358">
                  <c:v>65728</c:v>
                </c:pt>
                <c:pt idx="23359">
                  <c:v>65729</c:v>
                </c:pt>
                <c:pt idx="23360">
                  <c:v>65730</c:v>
                </c:pt>
                <c:pt idx="23361">
                  <c:v>65731</c:v>
                </c:pt>
                <c:pt idx="23362">
                  <c:v>65732</c:v>
                </c:pt>
                <c:pt idx="23363">
                  <c:v>65733</c:v>
                </c:pt>
                <c:pt idx="23364">
                  <c:v>65734</c:v>
                </c:pt>
                <c:pt idx="23365">
                  <c:v>65735</c:v>
                </c:pt>
                <c:pt idx="23366">
                  <c:v>65736</c:v>
                </c:pt>
                <c:pt idx="23367">
                  <c:v>65737</c:v>
                </c:pt>
                <c:pt idx="23368">
                  <c:v>65738</c:v>
                </c:pt>
                <c:pt idx="23369">
                  <c:v>65739</c:v>
                </c:pt>
                <c:pt idx="23370">
                  <c:v>65740</c:v>
                </c:pt>
                <c:pt idx="23371">
                  <c:v>65741</c:v>
                </c:pt>
                <c:pt idx="23372">
                  <c:v>65742</c:v>
                </c:pt>
                <c:pt idx="23373">
                  <c:v>65743</c:v>
                </c:pt>
                <c:pt idx="23374">
                  <c:v>65744</c:v>
                </c:pt>
                <c:pt idx="23375">
                  <c:v>65745</c:v>
                </c:pt>
                <c:pt idx="23376">
                  <c:v>65746</c:v>
                </c:pt>
                <c:pt idx="23377">
                  <c:v>65747</c:v>
                </c:pt>
                <c:pt idx="23378">
                  <c:v>65748</c:v>
                </c:pt>
                <c:pt idx="23379">
                  <c:v>65749</c:v>
                </c:pt>
                <c:pt idx="23380">
                  <c:v>65750</c:v>
                </c:pt>
                <c:pt idx="23381">
                  <c:v>65751</c:v>
                </c:pt>
                <c:pt idx="23382">
                  <c:v>65752</c:v>
                </c:pt>
                <c:pt idx="23383">
                  <c:v>65753</c:v>
                </c:pt>
                <c:pt idx="23384">
                  <c:v>65754</c:v>
                </c:pt>
                <c:pt idx="23385">
                  <c:v>65755</c:v>
                </c:pt>
                <c:pt idx="23386">
                  <c:v>65756</c:v>
                </c:pt>
                <c:pt idx="23387">
                  <c:v>65757</c:v>
                </c:pt>
                <c:pt idx="23388">
                  <c:v>65758</c:v>
                </c:pt>
                <c:pt idx="23389">
                  <c:v>65759</c:v>
                </c:pt>
                <c:pt idx="23390">
                  <c:v>65760</c:v>
                </c:pt>
                <c:pt idx="23391">
                  <c:v>65761</c:v>
                </c:pt>
                <c:pt idx="23392">
                  <c:v>65762</c:v>
                </c:pt>
                <c:pt idx="23393">
                  <c:v>65763</c:v>
                </c:pt>
                <c:pt idx="23394">
                  <c:v>65764</c:v>
                </c:pt>
                <c:pt idx="23395">
                  <c:v>65765</c:v>
                </c:pt>
                <c:pt idx="23396">
                  <c:v>65766</c:v>
                </c:pt>
                <c:pt idx="23397">
                  <c:v>65767</c:v>
                </c:pt>
                <c:pt idx="23398">
                  <c:v>65768</c:v>
                </c:pt>
                <c:pt idx="23399">
                  <c:v>65769</c:v>
                </c:pt>
                <c:pt idx="23400">
                  <c:v>65770</c:v>
                </c:pt>
                <c:pt idx="23401">
                  <c:v>65771</c:v>
                </c:pt>
                <c:pt idx="23402">
                  <c:v>65772</c:v>
                </c:pt>
                <c:pt idx="23403">
                  <c:v>65773</c:v>
                </c:pt>
                <c:pt idx="23404">
                  <c:v>65774</c:v>
                </c:pt>
                <c:pt idx="23405">
                  <c:v>65775</c:v>
                </c:pt>
                <c:pt idx="23406">
                  <c:v>65776</c:v>
                </c:pt>
                <c:pt idx="23407">
                  <c:v>65777</c:v>
                </c:pt>
                <c:pt idx="23408">
                  <c:v>65778</c:v>
                </c:pt>
                <c:pt idx="23409">
                  <c:v>65779</c:v>
                </c:pt>
                <c:pt idx="23410">
                  <c:v>65780</c:v>
                </c:pt>
                <c:pt idx="23411">
                  <c:v>65781</c:v>
                </c:pt>
                <c:pt idx="23412">
                  <c:v>65782</c:v>
                </c:pt>
                <c:pt idx="23413">
                  <c:v>65783</c:v>
                </c:pt>
                <c:pt idx="23414">
                  <c:v>65784</c:v>
                </c:pt>
                <c:pt idx="23415">
                  <c:v>65785</c:v>
                </c:pt>
                <c:pt idx="23416">
                  <c:v>65786</c:v>
                </c:pt>
                <c:pt idx="23417">
                  <c:v>65787</c:v>
                </c:pt>
                <c:pt idx="23418">
                  <c:v>65788</c:v>
                </c:pt>
                <c:pt idx="23419">
                  <c:v>65789</c:v>
                </c:pt>
                <c:pt idx="23420">
                  <c:v>65790</c:v>
                </c:pt>
                <c:pt idx="23421">
                  <c:v>65791</c:v>
                </c:pt>
                <c:pt idx="23422">
                  <c:v>65792</c:v>
                </c:pt>
                <c:pt idx="23423">
                  <c:v>65793</c:v>
                </c:pt>
                <c:pt idx="23424">
                  <c:v>65794</c:v>
                </c:pt>
                <c:pt idx="23425">
                  <c:v>65795</c:v>
                </c:pt>
                <c:pt idx="23426">
                  <c:v>65796</c:v>
                </c:pt>
                <c:pt idx="23427">
                  <c:v>65797</c:v>
                </c:pt>
                <c:pt idx="23428">
                  <c:v>65798</c:v>
                </c:pt>
                <c:pt idx="23429">
                  <c:v>65799</c:v>
                </c:pt>
                <c:pt idx="23430">
                  <c:v>65800</c:v>
                </c:pt>
                <c:pt idx="23431">
                  <c:v>65801</c:v>
                </c:pt>
                <c:pt idx="23432">
                  <c:v>65802</c:v>
                </c:pt>
                <c:pt idx="23433">
                  <c:v>65803</c:v>
                </c:pt>
                <c:pt idx="23434">
                  <c:v>65804</c:v>
                </c:pt>
                <c:pt idx="23435">
                  <c:v>65805</c:v>
                </c:pt>
                <c:pt idx="23436">
                  <c:v>65806</c:v>
                </c:pt>
                <c:pt idx="23437">
                  <c:v>65807</c:v>
                </c:pt>
                <c:pt idx="23438">
                  <c:v>65808</c:v>
                </c:pt>
                <c:pt idx="23439">
                  <c:v>65809</c:v>
                </c:pt>
                <c:pt idx="23440">
                  <c:v>65810</c:v>
                </c:pt>
                <c:pt idx="23441">
                  <c:v>65811</c:v>
                </c:pt>
                <c:pt idx="23442">
                  <c:v>65812</c:v>
                </c:pt>
                <c:pt idx="23443">
                  <c:v>65813</c:v>
                </c:pt>
                <c:pt idx="23444">
                  <c:v>65814</c:v>
                </c:pt>
                <c:pt idx="23445">
                  <c:v>65815</c:v>
                </c:pt>
                <c:pt idx="23446">
                  <c:v>65816</c:v>
                </c:pt>
                <c:pt idx="23447">
                  <c:v>65817</c:v>
                </c:pt>
                <c:pt idx="23448">
                  <c:v>65818</c:v>
                </c:pt>
                <c:pt idx="23449">
                  <c:v>65819</c:v>
                </c:pt>
                <c:pt idx="23450">
                  <c:v>65820</c:v>
                </c:pt>
                <c:pt idx="23451">
                  <c:v>65821</c:v>
                </c:pt>
                <c:pt idx="23452">
                  <c:v>65822</c:v>
                </c:pt>
                <c:pt idx="23453">
                  <c:v>65823</c:v>
                </c:pt>
                <c:pt idx="23454">
                  <c:v>65824</c:v>
                </c:pt>
                <c:pt idx="23455">
                  <c:v>65825</c:v>
                </c:pt>
                <c:pt idx="23456">
                  <c:v>65826</c:v>
                </c:pt>
                <c:pt idx="23457">
                  <c:v>65827</c:v>
                </c:pt>
                <c:pt idx="23458">
                  <c:v>65828</c:v>
                </c:pt>
                <c:pt idx="23459">
                  <c:v>65829</c:v>
                </c:pt>
                <c:pt idx="23460">
                  <c:v>65830</c:v>
                </c:pt>
                <c:pt idx="23461">
                  <c:v>65831</c:v>
                </c:pt>
                <c:pt idx="23462">
                  <c:v>65832</c:v>
                </c:pt>
                <c:pt idx="23463">
                  <c:v>65833</c:v>
                </c:pt>
                <c:pt idx="23464">
                  <c:v>65834</c:v>
                </c:pt>
                <c:pt idx="23465">
                  <c:v>65835</c:v>
                </c:pt>
                <c:pt idx="23466">
                  <c:v>65836</c:v>
                </c:pt>
                <c:pt idx="23467">
                  <c:v>65837</c:v>
                </c:pt>
                <c:pt idx="23468">
                  <c:v>65838</c:v>
                </c:pt>
                <c:pt idx="23469">
                  <c:v>65839</c:v>
                </c:pt>
                <c:pt idx="23470">
                  <c:v>65840</c:v>
                </c:pt>
                <c:pt idx="23471">
                  <c:v>65841</c:v>
                </c:pt>
                <c:pt idx="23472">
                  <c:v>65842</c:v>
                </c:pt>
                <c:pt idx="23473">
                  <c:v>65843</c:v>
                </c:pt>
                <c:pt idx="23474">
                  <c:v>65844</c:v>
                </c:pt>
                <c:pt idx="23475">
                  <c:v>65845</c:v>
                </c:pt>
                <c:pt idx="23476">
                  <c:v>65846</c:v>
                </c:pt>
                <c:pt idx="23477">
                  <c:v>65847</c:v>
                </c:pt>
                <c:pt idx="23478">
                  <c:v>65848</c:v>
                </c:pt>
                <c:pt idx="23479">
                  <c:v>65849</c:v>
                </c:pt>
                <c:pt idx="23480">
                  <c:v>65850</c:v>
                </c:pt>
                <c:pt idx="23481">
                  <c:v>65851</c:v>
                </c:pt>
                <c:pt idx="23482">
                  <c:v>65852</c:v>
                </c:pt>
                <c:pt idx="23483">
                  <c:v>65853</c:v>
                </c:pt>
                <c:pt idx="23484">
                  <c:v>65854</c:v>
                </c:pt>
                <c:pt idx="23485">
                  <c:v>65855</c:v>
                </c:pt>
                <c:pt idx="23486">
                  <c:v>65856</c:v>
                </c:pt>
                <c:pt idx="23487">
                  <c:v>65857</c:v>
                </c:pt>
                <c:pt idx="23488">
                  <c:v>65858</c:v>
                </c:pt>
                <c:pt idx="23489">
                  <c:v>65859</c:v>
                </c:pt>
                <c:pt idx="23490">
                  <c:v>65860</c:v>
                </c:pt>
                <c:pt idx="23491">
                  <c:v>65861</c:v>
                </c:pt>
                <c:pt idx="23492">
                  <c:v>65862</c:v>
                </c:pt>
                <c:pt idx="23493">
                  <c:v>65863</c:v>
                </c:pt>
                <c:pt idx="23494">
                  <c:v>65864</c:v>
                </c:pt>
                <c:pt idx="23495">
                  <c:v>65865</c:v>
                </c:pt>
                <c:pt idx="23496">
                  <c:v>65866</c:v>
                </c:pt>
                <c:pt idx="23497">
                  <c:v>65867</c:v>
                </c:pt>
                <c:pt idx="23498">
                  <c:v>65868</c:v>
                </c:pt>
                <c:pt idx="23499">
                  <c:v>65869</c:v>
                </c:pt>
                <c:pt idx="23500">
                  <c:v>65870</c:v>
                </c:pt>
                <c:pt idx="23501">
                  <c:v>65871</c:v>
                </c:pt>
                <c:pt idx="23502">
                  <c:v>65872</c:v>
                </c:pt>
                <c:pt idx="23503">
                  <c:v>65873</c:v>
                </c:pt>
                <c:pt idx="23504">
                  <c:v>65874</c:v>
                </c:pt>
                <c:pt idx="23505">
                  <c:v>65875</c:v>
                </c:pt>
                <c:pt idx="23506">
                  <c:v>65876</c:v>
                </c:pt>
                <c:pt idx="23507">
                  <c:v>65877</c:v>
                </c:pt>
                <c:pt idx="23508">
                  <c:v>65878</c:v>
                </c:pt>
                <c:pt idx="23509">
                  <c:v>65879</c:v>
                </c:pt>
                <c:pt idx="23510">
                  <c:v>65880</c:v>
                </c:pt>
                <c:pt idx="23511">
                  <c:v>65881</c:v>
                </c:pt>
                <c:pt idx="23512">
                  <c:v>65882</c:v>
                </c:pt>
                <c:pt idx="23513">
                  <c:v>65883</c:v>
                </c:pt>
                <c:pt idx="23514">
                  <c:v>65884</c:v>
                </c:pt>
                <c:pt idx="23515">
                  <c:v>65885</c:v>
                </c:pt>
                <c:pt idx="23516">
                  <c:v>65886</c:v>
                </c:pt>
                <c:pt idx="23517">
                  <c:v>65887</c:v>
                </c:pt>
                <c:pt idx="23518">
                  <c:v>65888</c:v>
                </c:pt>
                <c:pt idx="23519">
                  <c:v>65889</c:v>
                </c:pt>
                <c:pt idx="23520">
                  <c:v>65890</c:v>
                </c:pt>
                <c:pt idx="23521">
                  <c:v>65891</c:v>
                </c:pt>
                <c:pt idx="23522">
                  <c:v>65892</c:v>
                </c:pt>
                <c:pt idx="23523">
                  <c:v>65893</c:v>
                </c:pt>
                <c:pt idx="23524">
                  <c:v>65894</c:v>
                </c:pt>
                <c:pt idx="23525">
                  <c:v>65895</c:v>
                </c:pt>
                <c:pt idx="23526">
                  <c:v>65896</c:v>
                </c:pt>
                <c:pt idx="23527">
                  <c:v>65897</c:v>
                </c:pt>
                <c:pt idx="23528">
                  <c:v>65898</c:v>
                </c:pt>
                <c:pt idx="23529">
                  <c:v>65899</c:v>
                </c:pt>
                <c:pt idx="23530">
                  <c:v>65900</c:v>
                </c:pt>
                <c:pt idx="23531">
                  <c:v>65901</c:v>
                </c:pt>
                <c:pt idx="23532">
                  <c:v>65902</c:v>
                </c:pt>
                <c:pt idx="23533">
                  <c:v>65903</c:v>
                </c:pt>
                <c:pt idx="23534">
                  <c:v>65904</c:v>
                </c:pt>
                <c:pt idx="23535">
                  <c:v>65905</c:v>
                </c:pt>
                <c:pt idx="23536">
                  <c:v>65906</c:v>
                </c:pt>
                <c:pt idx="23537">
                  <c:v>65907</c:v>
                </c:pt>
                <c:pt idx="23538">
                  <c:v>65908</c:v>
                </c:pt>
                <c:pt idx="23539">
                  <c:v>65909</c:v>
                </c:pt>
                <c:pt idx="23540">
                  <c:v>65910</c:v>
                </c:pt>
                <c:pt idx="23541">
                  <c:v>65911</c:v>
                </c:pt>
                <c:pt idx="23542">
                  <c:v>65912</c:v>
                </c:pt>
                <c:pt idx="23543">
                  <c:v>65913</c:v>
                </c:pt>
                <c:pt idx="23544">
                  <c:v>65914</c:v>
                </c:pt>
                <c:pt idx="23545">
                  <c:v>65915</c:v>
                </c:pt>
                <c:pt idx="23546">
                  <c:v>65916</c:v>
                </c:pt>
                <c:pt idx="23547">
                  <c:v>65917</c:v>
                </c:pt>
                <c:pt idx="23548">
                  <c:v>65918</c:v>
                </c:pt>
                <c:pt idx="23549">
                  <c:v>65919</c:v>
                </c:pt>
                <c:pt idx="23550">
                  <c:v>65920</c:v>
                </c:pt>
                <c:pt idx="23551">
                  <c:v>65921</c:v>
                </c:pt>
                <c:pt idx="23552">
                  <c:v>65922</c:v>
                </c:pt>
                <c:pt idx="23553">
                  <c:v>65923</c:v>
                </c:pt>
                <c:pt idx="23554">
                  <c:v>65924</c:v>
                </c:pt>
                <c:pt idx="23555">
                  <c:v>65925</c:v>
                </c:pt>
                <c:pt idx="23556">
                  <c:v>65926</c:v>
                </c:pt>
                <c:pt idx="23557">
                  <c:v>65927</c:v>
                </c:pt>
                <c:pt idx="23558">
                  <c:v>65928</c:v>
                </c:pt>
                <c:pt idx="23559">
                  <c:v>65929</c:v>
                </c:pt>
                <c:pt idx="23560">
                  <c:v>65930</c:v>
                </c:pt>
                <c:pt idx="23561">
                  <c:v>65931</c:v>
                </c:pt>
                <c:pt idx="23562">
                  <c:v>65932</c:v>
                </c:pt>
                <c:pt idx="23563">
                  <c:v>65933</c:v>
                </c:pt>
                <c:pt idx="23564">
                  <c:v>65934</c:v>
                </c:pt>
                <c:pt idx="23565">
                  <c:v>65935</c:v>
                </c:pt>
                <c:pt idx="23566">
                  <c:v>65936</c:v>
                </c:pt>
                <c:pt idx="23567">
                  <c:v>65937</c:v>
                </c:pt>
                <c:pt idx="23568">
                  <c:v>65938</c:v>
                </c:pt>
                <c:pt idx="23569">
                  <c:v>65939</c:v>
                </c:pt>
                <c:pt idx="23570">
                  <c:v>65940</c:v>
                </c:pt>
                <c:pt idx="23571">
                  <c:v>65941</c:v>
                </c:pt>
                <c:pt idx="23572">
                  <c:v>65942</c:v>
                </c:pt>
                <c:pt idx="23573">
                  <c:v>65943</c:v>
                </c:pt>
                <c:pt idx="23574">
                  <c:v>65944</c:v>
                </c:pt>
                <c:pt idx="23575">
                  <c:v>65945</c:v>
                </c:pt>
                <c:pt idx="23576">
                  <c:v>65946</c:v>
                </c:pt>
                <c:pt idx="23577">
                  <c:v>65947</c:v>
                </c:pt>
                <c:pt idx="23578">
                  <c:v>65948</c:v>
                </c:pt>
                <c:pt idx="23579">
                  <c:v>65949</c:v>
                </c:pt>
                <c:pt idx="23580">
                  <c:v>65950</c:v>
                </c:pt>
                <c:pt idx="23581">
                  <c:v>65951</c:v>
                </c:pt>
                <c:pt idx="23582">
                  <c:v>65952</c:v>
                </c:pt>
                <c:pt idx="23583">
                  <c:v>65953</c:v>
                </c:pt>
                <c:pt idx="23584">
                  <c:v>65954</c:v>
                </c:pt>
                <c:pt idx="23585">
                  <c:v>65955</c:v>
                </c:pt>
                <c:pt idx="23586">
                  <c:v>65956</c:v>
                </c:pt>
                <c:pt idx="23587">
                  <c:v>65957</c:v>
                </c:pt>
                <c:pt idx="23588">
                  <c:v>65958</c:v>
                </c:pt>
                <c:pt idx="23589">
                  <c:v>65959</c:v>
                </c:pt>
                <c:pt idx="23590">
                  <c:v>65960</c:v>
                </c:pt>
                <c:pt idx="23591">
                  <c:v>65961</c:v>
                </c:pt>
                <c:pt idx="23592">
                  <c:v>65962</c:v>
                </c:pt>
                <c:pt idx="23593">
                  <c:v>65963</c:v>
                </c:pt>
                <c:pt idx="23594">
                  <c:v>65964</c:v>
                </c:pt>
                <c:pt idx="23595">
                  <c:v>65965</c:v>
                </c:pt>
                <c:pt idx="23596">
                  <c:v>65966</c:v>
                </c:pt>
                <c:pt idx="23597">
                  <c:v>65967</c:v>
                </c:pt>
                <c:pt idx="23598">
                  <c:v>65968</c:v>
                </c:pt>
                <c:pt idx="23599">
                  <c:v>65969</c:v>
                </c:pt>
                <c:pt idx="23600">
                  <c:v>65970</c:v>
                </c:pt>
                <c:pt idx="23601">
                  <c:v>65971</c:v>
                </c:pt>
                <c:pt idx="23602">
                  <c:v>65972</c:v>
                </c:pt>
                <c:pt idx="23603">
                  <c:v>65973</c:v>
                </c:pt>
                <c:pt idx="23604">
                  <c:v>65974</c:v>
                </c:pt>
                <c:pt idx="23605">
                  <c:v>65975</c:v>
                </c:pt>
                <c:pt idx="23606">
                  <c:v>65976</c:v>
                </c:pt>
                <c:pt idx="23607">
                  <c:v>65977</c:v>
                </c:pt>
                <c:pt idx="23608">
                  <c:v>65978</c:v>
                </c:pt>
                <c:pt idx="23609">
                  <c:v>65979</c:v>
                </c:pt>
                <c:pt idx="23610">
                  <c:v>65980</c:v>
                </c:pt>
                <c:pt idx="23611">
                  <c:v>65981</c:v>
                </c:pt>
                <c:pt idx="23612">
                  <c:v>65982</c:v>
                </c:pt>
                <c:pt idx="23613">
                  <c:v>65983</c:v>
                </c:pt>
                <c:pt idx="23614">
                  <c:v>65984</c:v>
                </c:pt>
                <c:pt idx="23615">
                  <c:v>65985</c:v>
                </c:pt>
                <c:pt idx="23616">
                  <c:v>65986</c:v>
                </c:pt>
                <c:pt idx="23617">
                  <c:v>65987</c:v>
                </c:pt>
                <c:pt idx="23618">
                  <c:v>65988</c:v>
                </c:pt>
                <c:pt idx="23619">
                  <c:v>65989</c:v>
                </c:pt>
                <c:pt idx="23620">
                  <c:v>65990</c:v>
                </c:pt>
                <c:pt idx="23621">
                  <c:v>65991</c:v>
                </c:pt>
                <c:pt idx="23622">
                  <c:v>65992</c:v>
                </c:pt>
                <c:pt idx="23623">
                  <c:v>65993</c:v>
                </c:pt>
                <c:pt idx="23624">
                  <c:v>65994</c:v>
                </c:pt>
                <c:pt idx="23625">
                  <c:v>65995</c:v>
                </c:pt>
                <c:pt idx="23626">
                  <c:v>65996</c:v>
                </c:pt>
                <c:pt idx="23627">
                  <c:v>65997</c:v>
                </c:pt>
                <c:pt idx="23628">
                  <c:v>65998</c:v>
                </c:pt>
                <c:pt idx="23629">
                  <c:v>65999</c:v>
                </c:pt>
                <c:pt idx="23630">
                  <c:v>66000</c:v>
                </c:pt>
                <c:pt idx="23631">
                  <c:v>66001</c:v>
                </c:pt>
                <c:pt idx="23632">
                  <c:v>66002</c:v>
                </c:pt>
                <c:pt idx="23633">
                  <c:v>66003</c:v>
                </c:pt>
                <c:pt idx="23634">
                  <c:v>66004</c:v>
                </c:pt>
                <c:pt idx="23635">
                  <c:v>66005</c:v>
                </c:pt>
                <c:pt idx="23636">
                  <c:v>66006</c:v>
                </c:pt>
                <c:pt idx="23637">
                  <c:v>66007</c:v>
                </c:pt>
                <c:pt idx="23638">
                  <c:v>66008</c:v>
                </c:pt>
                <c:pt idx="23639">
                  <c:v>66009</c:v>
                </c:pt>
                <c:pt idx="23640">
                  <c:v>66010</c:v>
                </c:pt>
                <c:pt idx="23641">
                  <c:v>66011</c:v>
                </c:pt>
                <c:pt idx="23642">
                  <c:v>66012</c:v>
                </c:pt>
                <c:pt idx="23643">
                  <c:v>66013</c:v>
                </c:pt>
                <c:pt idx="23644">
                  <c:v>66014</c:v>
                </c:pt>
                <c:pt idx="23645">
                  <c:v>66015</c:v>
                </c:pt>
                <c:pt idx="23646">
                  <c:v>66016</c:v>
                </c:pt>
                <c:pt idx="23647">
                  <c:v>66017</c:v>
                </c:pt>
                <c:pt idx="23648">
                  <c:v>66018</c:v>
                </c:pt>
                <c:pt idx="23649">
                  <c:v>66019</c:v>
                </c:pt>
                <c:pt idx="23650">
                  <c:v>66020</c:v>
                </c:pt>
                <c:pt idx="23651">
                  <c:v>66021</c:v>
                </c:pt>
                <c:pt idx="23652">
                  <c:v>66022</c:v>
                </c:pt>
                <c:pt idx="23653">
                  <c:v>66023</c:v>
                </c:pt>
                <c:pt idx="23654">
                  <c:v>66024</c:v>
                </c:pt>
                <c:pt idx="23655">
                  <c:v>66025</c:v>
                </c:pt>
                <c:pt idx="23656">
                  <c:v>66026</c:v>
                </c:pt>
                <c:pt idx="23657">
                  <c:v>66027</c:v>
                </c:pt>
                <c:pt idx="23658">
                  <c:v>66028</c:v>
                </c:pt>
                <c:pt idx="23659">
                  <c:v>66029</c:v>
                </c:pt>
                <c:pt idx="23660">
                  <c:v>66030</c:v>
                </c:pt>
                <c:pt idx="23661">
                  <c:v>66031</c:v>
                </c:pt>
                <c:pt idx="23662">
                  <c:v>66032</c:v>
                </c:pt>
                <c:pt idx="23663">
                  <c:v>66033</c:v>
                </c:pt>
                <c:pt idx="23664">
                  <c:v>66034</c:v>
                </c:pt>
                <c:pt idx="23665">
                  <c:v>66035</c:v>
                </c:pt>
                <c:pt idx="23666">
                  <c:v>66036</c:v>
                </c:pt>
                <c:pt idx="23667">
                  <c:v>66037</c:v>
                </c:pt>
                <c:pt idx="23668">
                  <c:v>66038</c:v>
                </c:pt>
                <c:pt idx="23669">
                  <c:v>66039</c:v>
                </c:pt>
                <c:pt idx="23670">
                  <c:v>66040</c:v>
                </c:pt>
                <c:pt idx="23671">
                  <c:v>66041</c:v>
                </c:pt>
                <c:pt idx="23672">
                  <c:v>66042</c:v>
                </c:pt>
                <c:pt idx="23673">
                  <c:v>66043</c:v>
                </c:pt>
                <c:pt idx="23674">
                  <c:v>66044</c:v>
                </c:pt>
                <c:pt idx="23675">
                  <c:v>66045</c:v>
                </c:pt>
                <c:pt idx="23676">
                  <c:v>66046</c:v>
                </c:pt>
                <c:pt idx="23677">
                  <c:v>66047</c:v>
                </c:pt>
                <c:pt idx="23678">
                  <c:v>66048</c:v>
                </c:pt>
                <c:pt idx="23679">
                  <c:v>66049</c:v>
                </c:pt>
                <c:pt idx="23680">
                  <c:v>66050</c:v>
                </c:pt>
                <c:pt idx="23681">
                  <c:v>66051</c:v>
                </c:pt>
                <c:pt idx="23682">
                  <c:v>66052</c:v>
                </c:pt>
                <c:pt idx="23683">
                  <c:v>66053</c:v>
                </c:pt>
                <c:pt idx="23684">
                  <c:v>66054</c:v>
                </c:pt>
                <c:pt idx="23685">
                  <c:v>66055</c:v>
                </c:pt>
                <c:pt idx="23686">
                  <c:v>66056</c:v>
                </c:pt>
                <c:pt idx="23687">
                  <c:v>66057</c:v>
                </c:pt>
                <c:pt idx="23688">
                  <c:v>66058</c:v>
                </c:pt>
                <c:pt idx="23689">
                  <c:v>66059</c:v>
                </c:pt>
                <c:pt idx="23690">
                  <c:v>66060</c:v>
                </c:pt>
                <c:pt idx="23691">
                  <c:v>66061</c:v>
                </c:pt>
                <c:pt idx="23692">
                  <c:v>66062</c:v>
                </c:pt>
                <c:pt idx="23693">
                  <c:v>66063</c:v>
                </c:pt>
                <c:pt idx="23694">
                  <c:v>66064</c:v>
                </c:pt>
                <c:pt idx="23695">
                  <c:v>66065</c:v>
                </c:pt>
                <c:pt idx="23696">
                  <c:v>66066</c:v>
                </c:pt>
                <c:pt idx="23697">
                  <c:v>66067</c:v>
                </c:pt>
                <c:pt idx="23698">
                  <c:v>66068</c:v>
                </c:pt>
                <c:pt idx="23699">
                  <c:v>66069</c:v>
                </c:pt>
                <c:pt idx="23700">
                  <c:v>66070</c:v>
                </c:pt>
                <c:pt idx="23701">
                  <c:v>66071</c:v>
                </c:pt>
                <c:pt idx="23702">
                  <c:v>66072</c:v>
                </c:pt>
                <c:pt idx="23703">
                  <c:v>66073</c:v>
                </c:pt>
                <c:pt idx="23704">
                  <c:v>66074</c:v>
                </c:pt>
                <c:pt idx="23705">
                  <c:v>66075</c:v>
                </c:pt>
                <c:pt idx="23706">
                  <c:v>66076</c:v>
                </c:pt>
                <c:pt idx="23707">
                  <c:v>66077</c:v>
                </c:pt>
                <c:pt idx="23708">
                  <c:v>66078</c:v>
                </c:pt>
                <c:pt idx="23709">
                  <c:v>66079</c:v>
                </c:pt>
                <c:pt idx="23710">
                  <c:v>66080</c:v>
                </c:pt>
                <c:pt idx="23711">
                  <c:v>66081</c:v>
                </c:pt>
                <c:pt idx="23712">
                  <c:v>66082</c:v>
                </c:pt>
                <c:pt idx="23713">
                  <c:v>66083</c:v>
                </c:pt>
                <c:pt idx="23714">
                  <c:v>66084</c:v>
                </c:pt>
                <c:pt idx="23715">
                  <c:v>66085</c:v>
                </c:pt>
                <c:pt idx="23716">
                  <c:v>66086</c:v>
                </c:pt>
                <c:pt idx="23717">
                  <c:v>66087</c:v>
                </c:pt>
                <c:pt idx="23718">
                  <c:v>66088</c:v>
                </c:pt>
                <c:pt idx="23719">
                  <c:v>66089</c:v>
                </c:pt>
                <c:pt idx="23720">
                  <c:v>66090</c:v>
                </c:pt>
                <c:pt idx="23721">
                  <c:v>66091</c:v>
                </c:pt>
                <c:pt idx="23722">
                  <c:v>66092</c:v>
                </c:pt>
                <c:pt idx="23723">
                  <c:v>66093</c:v>
                </c:pt>
                <c:pt idx="23724">
                  <c:v>66094</c:v>
                </c:pt>
                <c:pt idx="23725">
                  <c:v>66095</c:v>
                </c:pt>
                <c:pt idx="23726">
                  <c:v>66096</c:v>
                </c:pt>
                <c:pt idx="23727">
                  <c:v>66097</c:v>
                </c:pt>
                <c:pt idx="23728">
                  <c:v>66098</c:v>
                </c:pt>
                <c:pt idx="23729">
                  <c:v>66099</c:v>
                </c:pt>
                <c:pt idx="23730">
                  <c:v>66100</c:v>
                </c:pt>
                <c:pt idx="23731">
                  <c:v>66101</c:v>
                </c:pt>
                <c:pt idx="23732">
                  <c:v>66102</c:v>
                </c:pt>
                <c:pt idx="23733">
                  <c:v>66103</c:v>
                </c:pt>
                <c:pt idx="23734">
                  <c:v>66104</c:v>
                </c:pt>
                <c:pt idx="23735">
                  <c:v>66105</c:v>
                </c:pt>
                <c:pt idx="23736">
                  <c:v>66106</c:v>
                </c:pt>
                <c:pt idx="23737">
                  <c:v>66107</c:v>
                </c:pt>
                <c:pt idx="23738">
                  <c:v>66108</c:v>
                </c:pt>
                <c:pt idx="23739">
                  <c:v>66109</c:v>
                </c:pt>
                <c:pt idx="23740">
                  <c:v>66110</c:v>
                </c:pt>
                <c:pt idx="23741">
                  <c:v>66111</c:v>
                </c:pt>
                <c:pt idx="23742">
                  <c:v>66112</c:v>
                </c:pt>
                <c:pt idx="23743">
                  <c:v>66113</c:v>
                </c:pt>
                <c:pt idx="23744">
                  <c:v>66114</c:v>
                </c:pt>
                <c:pt idx="23745">
                  <c:v>66115</c:v>
                </c:pt>
                <c:pt idx="23746">
                  <c:v>66116</c:v>
                </c:pt>
                <c:pt idx="23747">
                  <c:v>66117</c:v>
                </c:pt>
                <c:pt idx="23748">
                  <c:v>66118</c:v>
                </c:pt>
                <c:pt idx="23749">
                  <c:v>66119</c:v>
                </c:pt>
                <c:pt idx="23750">
                  <c:v>66120</c:v>
                </c:pt>
                <c:pt idx="23751">
                  <c:v>66121</c:v>
                </c:pt>
                <c:pt idx="23752">
                  <c:v>66122</c:v>
                </c:pt>
                <c:pt idx="23753">
                  <c:v>66123</c:v>
                </c:pt>
                <c:pt idx="23754">
                  <c:v>66124</c:v>
                </c:pt>
                <c:pt idx="23755">
                  <c:v>66125</c:v>
                </c:pt>
                <c:pt idx="23756">
                  <c:v>66126</c:v>
                </c:pt>
                <c:pt idx="23757">
                  <c:v>66127</c:v>
                </c:pt>
                <c:pt idx="23758">
                  <c:v>66128</c:v>
                </c:pt>
                <c:pt idx="23759">
                  <c:v>66129</c:v>
                </c:pt>
                <c:pt idx="23760">
                  <c:v>66130</c:v>
                </c:pt>
                <c:pt idx="23761">
                  <c:v>66131</c:v>
                </c:pt>
                <c:pt idx="23762">
                  <c:v>66132</c:v>
                </c:pt>
                <c:pt idx="23763">
                  <c:v>66133</c:v>
                </c:pt>
                <c:pt idx="23764">
                  <c:v>66134</c:v>
                </c:pt>
                <c:pt idx="23765">
                  <c:v>66135</c:v>
                </c:pt>
                <c:pt idx="23766">
                  <c:v>66136</c:v>
                </c:pt>
                <c:pt idx="23767">
                  <c:v>66137</c:v>
                </c:pt>
                <c:pt idx="23768">
                  <c:v>66138</c:v>
                </c:pt>
                <c:pt idx="23769">
                  <c:v>66139</c:v>
                </c:pt>
                <c:pt idx="23770">
                  <c:v>66140</c:v>
                </c:pt>
                <c:pt idx="23771">
                  <c:v>66141</c:v>
                </c:pt>
                <c:pt idx="23772">
                  <c:v>66142</c:v>
                </c:pt>
                <c:pt idx="23773">
                  <c:v>66143</c:v>
                </c:pt>
                <c:pt idx="23774">
                  <c:v>66144</c:v>
                </c:pt>
                <c:pt idx="23775">
                  <c:v>66145</c:v>
                </c:pt>
                <c:pt idx="23776">
                  <c:v>66146</c:v>
                </c:pt>
                <c:pt idx="23777">
                  <c:v>66147</c:v>
                </c:pt>
                <c:pt idx="23778">
                  <c:v>66148</c:v>
                </c:pt>
                <c:pt idx="23779">
                  <c:v>66149</c:v>
                </c:pt>
                <c:pt idx="23780">
                  <c:v>66150</c:v>
                </c:pt>
                <c:pt idx="23781">
                  <c:v>66151</c:v>
                </c:pt>
                <c:pt idx="23782">
                  <c:v>66152</c:v>
                </c:pt>
                <c:pt idx="23783">
                  <c:v>66153</c:v>
                </c:pt>
                <c:pt idx="23784">
                  <c:v>66154</c:v>
                </c:pt>
                <c:pt idx="23785">
                  <c:v>66155</c:v>
                </c:pt>
                <c:pt idx="23786">
                  <c:v>66156</c:v>
                </c:pt>
                <c:pt idx="23787">
                  <c:v>66157</c:v>
                </c:pt>
                <c:pt idx="23788">
                  <c:v>66158</c:v>
                </c:pt>
                <c:pt idx="23789">
                  <c:v>66159</c:v>
                </c:pt>
                <c:pt idx="23790">
                  <c:v>66160</c:v>
                </c:pt>
                <c:pt idx="23791">
                  <c:v>66161</c:v>
                </c:pt>
                <c:pt idx="23792">
                  <c:v>66162</c:v>
                </c:pt>
                <c:pt idx="23793">
                  <c:v>66163</c:v>
                </c:pt>
                <c:pt idx="23794">
                  <c:v>66164</c:v>
                </c:pt>
                <c:pt idx="23795">
                  <c:v>66165</c:v>
                </c:pt>
                <c:pt idx="23796">
                  <c:v>66166</c:v>
                </c:pt>
                <c:pt idx="23797">
                  <c:v>66167</c:v>
                </c:pt>
                <c:pt idx="23798">
                  <c:v>66168</c:v>
                </c:pt>
                <c:pt idx="23799">
                  <c:v>66169</c:v>
                </c:pt>
                <c:pt idx="23800">
                  <c:v>66170</c:v>
                </c:pt>
                <c:pt idx="23801">
                  <c:v>66171</c:v>
                </c:pt>
                <c:pt idx="23802">
                  <c:v>66172</c:v>
                </c:pt>
                <c:pt idx="23803">
                  <c:v>66173</c:v>
                </c:pt>
                <c:pt idx="23804">
                  <c:v>66174</c:v>
                </c:pt>
                <c:pt idx="23805">
                  <c:v>66175</c:v>
                </c:pt>
                <c:pt idx="23806">
                  <c:v>66176</c:v>
                </c:pt>
                <c:pt idx="23807">
                  <c:v>66177</c:v>
                </c:pt>
                <c:pt idx="23808">
                  <c:v>66178</c:v>
                </c:pt>
                <c:pt idx="23809">
                  <c:v>66179</c:v>
                </c:pt>
                <c:pt idx="23810">
                  <c:v>66180</c:v>
                </c:pt>
                <c:pt idx="23811">
                  <c:v>66181</c:v>
                </c:pt>
                <c:pt idx="23812">
                  <c:v>66182</c:v>
                </c:pt>
                <c:pt idx="23813">
                  <c:v>66183</c:v>
                </c:pt>
                <c:pt idx="23814">
                  <c:v>66184</c:v>
                </c:pt>
                <c:pt idx="23815">
                  <c:v>66185</c:v>
                </c:pt>
                <c:pt idx="23816">
                  <c:v>66186</c:v>
                </c:pt>
                <c:pt idx="23817">
                  <c:v>66187</c:v>
                </c:pt>
                <c:pt idx="23818">
                  <c:v>66188</c:v>
                </c:pt>
                <c:pt idx="23819">
                  <c:v>66189</c:v>
                </c:pt>
                <c:pt idx="23820">
                  <c:v>66190</c:v>
                </c:pt>
                <c:pt idx="23821">
                  <c:v>66191</c:v>
                </c:pt>
                <c:pt idx="23822">
                  <c:v>66192</c:v>
                </c:pt>
                <c:pt idx="23823">
                  <c:v>66193</c:v>
                </c:pt>
                <c:pt idx="23824">
                  <c:v>66194</c:v>
                </c:pt>
                <c:pt idx="23825">
                  <c:v>66195</c:v>
                </c:pt>
                <c:pt idx="23826">
                  <c:v>66196</c:v>
                </c:pt>
                <c:pt idx="23827">
                  <c:v>66197</c:v>
                </c:pt>
                <c:pt idx="23828">
                  <c:v>66198</c:v>
                </c:pt>
                <c:pt idx="23829">
                  <c:v>66199</c:v>
                </c:pt>
                <c:pt idx="23830">
                  <c:v>66200</c:v>
                </c:pt>
                <c:pt idx="23831">
                  <c:v>66201</c:v>
                </c:pt>
                <c:pt idx="23832">
                  <c:v>66202</c:v>
                </c:pt>
                <c:pt idx="23833">
                  <c:v>66203</c:v>
                </c:pt>
                <c:pt idx="23834">
                  <c:v>66204</c:v>
                </c:pt>
                <c:pt idx="23835">
                  <c:v>66205</c:v>
                </c:pt>
                <c:pt idx="23836">
                  <c:v>66206</c:v>
                </c:pt>
                <c:pt idx="23837">
                  <c:v>66207</c:v>
                </c:pt>
                <c:pt idx="23838">
                  <c:v>66208</c:v>
                </c:pt>
                <c:pt idx="23839">
                  <c:v>66209</c:v>
                </c:pt>
                <c:pt idx="23840">
                  <c:v>66210</c:v>
                </c:pt>
                <c:pt idx="23841">
                  <c:v>66211</c:v>
                </c:pt>
                <c:pt idx="23842">
                  <c:v>66212</c:v>
                </c:pt>
                <c:pt idx="23843">
                  <c:v>66213</c:v>
                </c:pt>
                <c:pt idx="23844">
                  <c:v>66214</c:v>
                </c:pt>
                <c:pt idx="23845">
                  <c:v>66215</c:v>
                </c:pt>
                <c:pt idx="23846">
                  <c:v>66216</c:v>
                </c:pt>
                <c:pt idx="23847">
                  <c:v>66217</c:v>
                </c:pt>
                <c:pt idx="23848">
                  <c:v>66218</c:v>
                </c:pt>
                <c:pt idx="23849">
                  <c:v>66219</c:v>
                </c:pt>
                <c:pt idx="23850">
                  <c:v>66220</c:v>
                </c:pt>
                <c:pt idx="23851">
                  <c:v>66221</c:v>
                </c:pt>
                <c:pt idx="23852">
                  <c:v>66222</c:v>
                </c:pt>
                <c:pt idx="23853">
                  <c:v>66223</c:v>
                </c:pt>
                <c:pt idx="23854">
                  <c:v>66224</c:v>
                </c:pt>
                <c:pt idx="23855">
                  <c:v>66225</c:v>
                </c:pt>
                <c:pt idx="23856">
                  <c:v>66226</c:v>
                </c:pt>
                <c:pt idx="23857">
                  <c:v>66227</c:v>
                </c:pt>
                <c:pt idx="23858">
                  <c:v>66228</c:v>
                </c:pt>
                <c:pt idx="23859">
                  <c:v>66229</c:v>
                </c:pt>
                <c:pt idx="23860">
                  <c:v>66230</c:v>
                </c:pt>
                <c:pt idx="23861">
                  <c:v>66231</c:v>
                </c:pt>
                <c:pt idx="23862">
                  <c:v>66232</c:v>
                </c:pt>
                <c:pt idx="23863">
                  <c:v>66233</c:v>
                </c:pt>
                <c:pt idx="23864">
                  <c:v>66234</c:v>
                </c:pt>
                <c:pt idx="23865">
                  <c:v>66235</c:v>
                </c:pt>
                <c:pt idx="23866">
                  <c:v>66236</c:v>
                </c:pt>
                <c:pt idx="23867">
                  <c:v>66237</c:v>
                </c:pt>
                <c:pt idx="23868">
                  <c:v>66238</c:v>
                </c:pt>
                <c:pt idx="23869">
                  <c:v>66239</c:v>
                </c:pt>
                <c:pt idx="23870">
                  <c:v>66240</c:v>
                </c:pt>
                <c:pt idx="23871">
                  <c:v>66241</c:v>
                </c:pt>
                <c:pt idx="23872">
                  <c:v>66242</c:v>
                </c:pt>
                <c:pt idx="23873">
                  <c:v>66243</c:v>
                </c:pt>
                <c:pt idx="23874">
                  <c:v>66244</c:v>
                </c:pt>
                <c:pt idx="23875">
                  <c:v>66245</c:v>
                </c:pt>
                <c:pt idx="23876">
                  <c:v>66246</c:v>
                </c:pt>
                <c:pt idx="23877">
                  <c:v>66247</c:v>
                </c:pt>
                <c:pt idx="23878">
                  <c:v>66248</c:v>
                </c:pt>
                <c:pt idx="23879">
                  <c:v>66249</c:v>
                </c:pt>
                <c:pt idx="23880">
                  <c:v>66250</c:v>
                </c:pt>
                <c:pt idx="23881">
                  <c:v>66251</c:v>
                </c:pt>
                <c:pt idx="23882">
                  <c:v>66252</c:v>
                </c:pt>
                <c:pt idx="23883">
                  <c:v>66253</c:v>
                </c:pt>
                <c:pt idx="23884">
                  <c:v>66254</c:v>
                </c:pt>
                <c:pt idx="23885">
                  <c:v>66255</c:v>
                </c:pt>
                <c:pt idx="23886">
                  <c:v>66256</c:v>
                </c:pt>
                <c:pt idx="23887">
                  <c:v>66257</c:v>
                </c:pt>
                <c:pt idx="23888">
                  <c:v>66258</c:v>
                </c:pt>
                <c:pt idx="23889">
                  <c:v>66259</c:v>
                </c:pt>
                <c:pt idx="23890">
                  <c:v>66260</c:v>
                </c:pt>
                <c:pt idx="23891">
                  <c:v>66261</c:v>
                </c:pt>
                <c:pt idx="23892">
                  <c:v>66262</c:v>
                </c:pt>
                <c:pt idx="23893">
                  <c:v>66263</c:v>
                </c:pt>
                <c:pt idx="23894">
                  <c:v>66264</c:v>
                </c:pt>
                <c:pt idx="23895">
                  <c:v>66265</c:v>
                </c:pt>
                <c:pt idx="23896">
                  <c:v>66266</c:v>
                </c:pt>
                <c:pt idx="23897">
                  <c:v>66267</c:v>
                </c:pt>
                <c:pt idx="23898">
                  <c:v>66268</c:v>
                </c:pt>
                <c:pt idx="23899">
                  <c:v>66269</c:v>
                </c:pt>
                <c:pt idx="23900">
                  <c:v>66270</c:v>
                </c:pt>
                <c:pt idx="23901">
                  <c:v>66271</c:v>
                </c:pt>
                <c:pt idx="23902">
                  <c:v>66272</c:v>
                </c:pt>
                <c:pt idx="23903">
                  <c:v>66273</c:v>
                </c:pt>
                <c:pt idx="23904">
                  <c:v>66274</c:v>
                </c:pt>
                <c:pt idx="23905">
                  <c:v>66275</c:v>
                </c:pt>
                <c:pt idx="23906">
                  <c:v>66276</c:v>
                </c:pt>
                <c:pt idx="23907">
                  <c:v>66277</c:v>
                </c:pt>
                <c:pt idx="23908">
                  <c:v>66278</c:v>
                </c:pt>
                <c:pt idx="23909">
                  <c:v>66279</c:v>
                </c:pt>
                <c:pt idx="23910">
                  <c:v>66280</c:v>
                </c:pt>
                <c:pt idx="23911">
                  <c:v>66281</c:v>
                </c:pt>
                <c:pt idx="23912">
                  <c:v>66282</c:v>
                </c:pt>
                <c:pt idx="23913">
                  <c:v>66283</c:v>
                </c:pt>
                <c:pt idx="23914">
                  <c:v>66284</c:v>
                </c:pt>
                <c:pt idx="23915">
                  <c:v>66285</c:v>
                </c:pt>
                <c:pt idx="23916">
                  <c:v>66286</c:v>
                </c:pt>
                <c:pt idx="23917">
                  <c:v>66287</c:v>
                </c:pt>
                <c:pt idx="23918">
                  <c:v>66288</c:v>
                </c:pt>
                <c:pt idx="23919">
                  <c:v>66289</c:v>
                </c:pt>
                <c:pt idx="23920">
                  <c:v>66290</c:v>
                </c:pt>
                <c:pt idx="23921">
                  <c:v>66291</c:v>
                </c:pt>
                <c:pt idx="23922">
                  <c:v>66292</c:v>
                </c:pt>
                <c:pt idx="23923">
                  <c:v>66293</c:v>
                </c:pt>
                <c:pt idx="23924">
                  <c:v>66294</c:v>
                </c:pt>
                <c:pt idx="23925">
                  <c:v>66295</c:v>
                </c:pt>
                <c:pt idx="23926">
                  <c:v>66296</c:v>
                </c:pt>
                <c:pt idx="23927">
                  <c:v>66297</c:v>
                </c:pt>
                <c:pt idx="23928">
                  <c:v>66298</c:v>
                </c:pt>
                <c:pt idx="23929">
                  <c:v>66299</c:v>
                </c:pt>
                <c:pt idx="23930">
                  <c:v>66300</c:v>
                </c:pt>
                <c:pt idx="23931">
                  <c:v>66301</c:v>
                </c:pt>
                <c:pt idx="23932">
                  <c:v>66302</c:v>
                </c:pt>
                <c:pt idx="23933">
                  <c:v>66303</c:v>
                </c:pt>
                <c:pt idx="23934">
                  <c:v>66304</c:v>
                </c:pt>
                <c:pt idx="23935">
                  <c:v>66305</c:v>
                </c:pt>
                <c:pt idx="23936">
                  <c:v>66306</c:v>
                </c:pt>
                <c:pt idx="23937">
                  <c:v>66307</c:v>
                </c:pt>
                <c:pt idx="23938">
                  <c:v>66308</c:v>
                </c:pt>
                <c:pt idx="23939">
                  <c:v>66309</c:v>
                </c:pt>
                <c:pt idx="23940">
                  <c:v>66310</c:v>
                </c:pt>
                <c:pt idx="23941">
                  <c:v>66311</c:v>
                </c:pt>
                <c:pt idx="23942">
                  <c:v>66312</c:v>
                </c:pt>
                <c:pt idx="23943">
                  <c:v>66313</c:v>
                </c:pt>
                <c:pt idx="23944">
                  <c:v>66314</c:v>
                </c:pt>
                <c:pt idx="23945">
                  <c:v>66315</c:v>
                </c:pt>
                <c:pt idx="23946">
                  <c:v>66316</c:v>
                </c:pt>
                <c:pt idx="23947">
                  <c:v>66317</c:v>
                </c:pt>
                <c:pt idx="23948">
                  <c:v>66318</c:v>
                </c:pt>
                <c:pt idx="23949">
                  <c:v>66319</c:v>
                </c:pt>
                <c:pt idx="23950">
                  <c:v>66320</c:v>
                </c:pt>
                <c:pt idx="23951">
                  <c:v>66321</c:v>
                </c:pt>
                <c:pt idx="23952">
                  <c:v>66322</c:v>
                </c:pt>
                <c:pt idx="23953">
                  <c:v>66323</c:v>
                </c:pt>
                <c:pt idx="23954">
                  <c:v>66324</c:v>
                </c:pt>
                <c:pt idx="23955">
                  <c:v>66325</c:v>
                </c:pt>
                <c:pt idx="23956">
                  <c:v>66326</c:v>
                </c:pt>
                <c:pt idx="23957">
                  <c:v>66327</c:v>
                </c:pt>
                <c:pt idx="23958">
                  <c:v>66328</c:v>
                </c:pt>
                <c:pt idx="23959">
                  <c:v>66329</c:v>
                </c:pt>
                <c:pt idx="23960">
                  <c:v>66330</c:v>
                </c:pt>
                <c:pt idx="23961">
                  <c:v>66331</c:v>
                </c:pt>
                <c:pt idx="23962">
                  <c:v>66332</c:v>
                </c:pt>
                <c:pt idx="23963">
                  <c:v>66333</c:v>
                </c:pt>
                <c:pt idx="23964">
                  <c:v>66334</c:v>
                </c:pt>
                <c:pt idx="23965">
                  <c:v>66335</c:v>
                </c:pt>
                <c:pt idx="23966">
                  <c:v>66336</c:v>
                </c:pt>
                <c:pt idx="23967">
                  <c:v>66337</c:v>
                </c:pt>
                <c:pt idx="23968">
                  <c:v>66338</c:v>
                </c:pt>
                <c:pt idx="23969">
                  <c:v>66339</c:v>
                </c:pt>
                <c:pt idx="23970">
                  <c:v>66340</c:v>
                </c:pt>
                <c:pt idx="23971">
                  <c:v>66341</c:v>
                </c:pt>
                <c:pt idx="23972">
                  <c:v>66342</c:v>
                </c:pt>
                <c:pt idx="23973">
                  <c:v>66343</c:v>
                </c:pt>
                <c:pt idx="23974">
                  <c:v>66344</c:v>
                </c:pt>
                <c:pt idx="23975">
                  <c:v>66345</c:v>
                </c:pt>
                <c:pt idx="23976">
                  <c:v>66346</c:v>
                </c:pt>
                <c:pt idx="23977">
                  <c:v>66347</c:v>
                </c:pt>
                <c:pt idx="23978">
                  <c:v>66348</c:v>
                </c:pt>
                <c:pt idx="23979">
                  <c:v>66349</c:v>
                </c:pt>
                <c:pt idx="23980">
                  <c:v>66350</c:v>
                </c:pt>
                <c:pt idx="23981">
                  <c:v>66351</c:v>
                </c:pt>
                <c:pt idx="23982">
                  <c:v>66352</c:v>
                </c:pt>
                <c:pt idx="23983">
                  <c:v>66353</c:v>
                </c:pt>
                <c:pt idx="23984">
                  <c:v>66354</c:v>
                </c:pt>
                <c:pt idx="23985">
                  <c:v>66355</c:v>
                </c:pt>
                <c:pt idx="23986">
                  <c:v>66356</c:v>
                </c:pt>
                <c:pt idx="23987">
                  <c:v>66357</c:v>
                </c:pt>
                <c:pt idx="23988">
                  <c:v>66358</c:v>
                </c:pt>
                <c:pt idx="23989">
                  <c:v>66359</c:v>
                </c:pt>
                <c:pt idx="23990">
                  <c:v>66360</c:v>
                </c:pt>
                <c:pt idx="23991">
                  <c:v>66361</c:v>
                </c:pt>
                <c:pt idx="23992">
                  <c:v>66362</c:v>
                </c:pt>
                <c:pt idx="23993">
                  <c:v>66363</c:v>
                </c:pt>
                <c:pt idx="23994">
                  <c:v>66364</c:v>
                </c:pt>
                <c:pt idx="23995">
                  <c:v>66365</c:v>
                </c:pt>
                <c:pt idx="23996">
                  <c:v>66366</c:v>
                </c:pt>
                <c:pt idx="23997">
                  <c:v>66367</c:v>
                </c:pt>
                <c:pt idx="23998">
                  <c:v>66368</c:v>
                </c:pt>
                <c:pt idx="23999">
                  <c:v>66369</c:v>
                </c:pt>
                <c:pt idx="24000">
                  <c:v>66370</c:v>
                </c:pt>
                <c:pt idx="24001">
                  <c:v>66371</c:v>
                </c:pt>
                <c:pt idx="24002">
                  <c:v>66372</c:v>
                </c:pt>
                <c:pt idx="24003">
                  <c:v>66373</c:v>
                </c:pt>
                <c:pt idx="24004">
                  <c:v>66374</c:v>
                </c:pt>
                <c:pt idx="24005">
                  <c:v>66375</c:v>
                </c:pt>
                <c:pt idx="24006">
                  <c:v>66376</c:v>
                </c:pt>
                <c:pt idx="24007">
                  <c:v>66377</c:v>
                </c:pt>
                <c:pt idx="24008">
                  <c:v>66378</c:v>
                </c:pt>
                <c:pt idx="24009">
                  <c:v>66379</c:v>
                </c:pt>
                <c:pt idx="24010">
                  <c:v>66380</c:v>
                </c:pt>
                <c:pt idx="24011">
                  <c:v>66381</c:v>
                </c:pt>
                <c:pt idx="24012">
                  <c:v>66382</c:v>
                </c:pt>
                <c:pt idx="24013">
                  <c:v>66383</c:v>
                </c:pt>
                <c:pt idx="24014">
                  <c:v>66384</c:v>
                </c:pt>
                <c:pt idx="24015">
                  <c:v>66385</c:v>
                </c:pt>
                <c:pt idx="24016">
                  <c:v>66386</c:v>
                </c:pt>
                <c:pt idx="24017">
                  <c:v>66387</c:v>
                </c:pt>
                <c:pt idx="24018">
                  <c:v>66388</c:v>
                </c:pt>
                <c:pt idx="24019">
                  <c:v>66389</c:v>
                </c:pt>
                <c:pt idx="24020">
                  <c:v>66390</c:v>
                </c:pt>
                <c:pt idx="24021">
                  <c:v>66391</c:v>
                </c:pt>
                <c:pt idx="24022">
                  <c:v>66392</c:v>
                </c:pt>
                <c:pt idx="24023">
                  <c:v>66393</c:v>
                </c:pt>
                <c:pt idx="24024">
                  <c:v>66394</c:v>
                </c:pt>
                <c:pt idx="24025">
                  <c:v>66395</c:v>
                </c:pt>
                <c:pt idx="24026">
                  <c:v>66396</c:v>
                </c:pt>
                <c:pt idx="24027">
                  <c:v>66397</c:v>
                </c:pt>
                <c:pt idx="24028">
                  <c:v>66398</c:v>
                </c:pt>
                <c:pt idx="24029">
                  <c:v>66399</c:v>
                </c:pt>
                <c:pt idx="24030">
                  <c:v>66400</c:v>
                </c:pt>
                <c:pt idx="24031">
                  <c:v>66401</c:v>
                </c:pt>
                <c:pt idx="24032">
                  <c:v>66402</c:v>
                </c:pt>
                <c:pt idx="24033">
                  <c:v>66403</c:v>
                </c:pt>
                <c:pt idx="24034">
                  <c:v>66404</c:v>
                </c:pt>
                <c:pt idx="24035">
                  <c:v>66405</c:v>
                </c:pt>
                <c:pt idx="24036">
                  <c:v>66406</c:v>
                </c:pt>
                <c:pt idx="24037">
                  <c:v>66407</c:v>
                </c:pt>
                <c:pt idx="24038">
                  <c:v>66408</c:v>
                </c:pt>
                <c:pt idx="24039">
                  <c:v>66409</c:v>
                </c:pt>
                <c:pt idx="24040">
                  <c:v>66410</c:v>
                </c:pt>
                <c:pt idx="24041">
                  <c:v>66411</c:v>
                </c:pt>
                <c:pt idx="24042">
                  <c:v>66412</c:v>
                </c:pt>
                <c:pt idx="24043">
                  <c:v>66413</c:v>
                </c:pt>
                <c:pt idx="24044">
                  <c:v>66414</c:v>
                </c:pt>
                <c:pt idx="24045">
                  <c:v>66415</c:v>
                </c:pt>
                <c:pt idx="24046">
                  <c:v>66416</c:v>
                </c:pt>
                <c:pt idx="24047">
                  <c:v>66417</c:v>
                </c:pt>
                <c:pt idx="24048">
                  <c:v>66418</c:v>
                </c:pt>
                <c:pt idx="24049">
                  <c:v>66419</c:v>
                </c:pt>
                <c:pt idx="24050">
                  <c:v>66420</c:v>
                </c:pt>
                <c:pt idx="24051">
                  <c:v>66421</c:v>
                </c:pt>
                <c:pt idx="24052">
                  <c:v>66422</c:v>
                </c:pt>
                <c:pt idx="24053">
                  <c:v>66423</c:v>
                </c:pt>
                <c:pt idx="24054">
                  <c:v>66424</c:v>
                </c:pt>
                <c:pt idx="24055">
                  <c:v>66425</c:v>
                </c:pt>
                <c:pt idx="24056">
                  <c:v>66426</c:v>
                </c:pt>
                <c:pt idx="24057">
                  <c:v>66427</c:v>
                </c:pt>
                <c:pt idx="24058">
                  <c:v>66428</c:v>
                </c:pt>
                <c:pt idx="24059">
                  <c:v>66429</c:v>
                </c:pt>
                <c:pt idx="24060">
                  <c:v>66430</c:v>
                </c:pt>
                <c:pt idx="24061">
                  <c:v>66431</c:v>
                </c:pt>
                <c:pt idx="24062">
                  <c:v>66432</c:v>
                </c:pt>
                <c:pt idx="24063">
                  <c:v>66433</c:v>
                </c:pt>
                <c:pt idx="24064">
                  <c:v>66434</c:v>
                </c:pt>
                <c:pt idx="24065">
                  <c:v>66435</c:v>
                </c:pt>
                <c:pt idx="24066">
                  <c:v>66436</c:v>
                </c:pt>
                <c:pt idx="24067">
                  <c:v>66437</c:v>
                </c:pt>
                <c:pt idx="24068">
                  <c:v>66438</c:v>
                </c:pt>
                <c:pt idx="24069">
                  <c:v>66439</c:v>
                </c:pt>
                <c:pt idx="24070">
                  <c:v>66440</c:v>
                </c:pt>
                <c:pt idx="24071">
                  <c:v>66441</c:v>
                </c:pt>
                <c:pt idx="24072">
                  <c:v>66442</c:v>
                </c:pt>
                <c:pt idx="24073">
                  <c:v>66443</c:v>
                </c:pt>
                <c:pt idx="24074">
                  <c:v>66444</c:v>
                </c:pt>
                <c:pt idx="24075">
                  <c:v>66445</c:v>
                </c:pt>
                <c:pt idx="24076">
                  <c:v>66446</c:v>
                </c:pt>
                <c:pt idx="24077">
                  <c:v>66447</c:v>
                </c:pt>
                <c:pt idx="24078">
                  <c:v>66448</c:v>
                </c:pt>
                <c:pt idx="24079">
                  <c:v>66449</c:v>
                </c:pt>
                <c:pt idx="24080">
                  <c:v>66450</c:v>
                </c:pt>
                <c:pt idx="24081">
                  <c:v>66451</c:v>
                </c:pt>
                <c:pt idx="24082">
                  <c:v>66452</c:v>
                </c:pt>
                <c:pt idx="24083">
                  <c:v>66453</c:v>
                </c:pt>
                <c:pt idx="24084">
                  <c:v>66454</c:v>
                </c:pt>
                <c:pt idx="24085">
                  <c:v>66455</c:v>
                </c:pt>
                <c:pt idx="24086">
                  <c:v>66456</c:v>
                </c:pt>
                <c:pt idx="24087">
                  <c:v>66457</c:v>
                </c:pt>
                <c:pt idx="24088">
                  <c:v>66458</c:v>
                </c:pt>
                <c:pt idx="24089">
                  <c:v>66459</c:v>
                </c:pt>
                <c:pt idx="24090">
                  <c:v>66460</c:v>
                </c:pt>
                <c:pt idx="24091">
                  <c:v>66461</c:v>
                </c:pt>
                <c:pt idx="24092">
                  <c:v>66462</c:v>
                </c:pt>
                <c:pt idx="24093">
                  <c:v>66463</c:v>
                </c:pt>
                <c:pt idx="24094">
                  <c:v>66464</c:v>
                </c:pt>
                <c:pt idx="24095">
                  <c:v>66465</c:v>
                </c:pt>
                <c:pt idx="24096">
                  <c:v>66466</c:v>
                </c:pt>
                <c:pt idx="24097">
                  <c:v>66467</c:v>
                </c:pt>
                <c:pt idx="24098">
                  <c:v>66468</c:v>
                </c:pt>
                <c:pt idx="24099">
                  <c:v>66469</c:v>
                </c:pt>
                <c:pt idx="24100">
                  <c:v>66470</c:v>
                </c:pt>
                <c:pt idx="24101">
                  <c:v>66471</c:v>
                </c:pt>
                <c:pt idx="24102">
                  <c:v>66472</c:v>
                </c:pt>
                <c:pt idx="24103">
                  <c:v>66473</c:v>
                </c:pt>
                <c:pt idx="24104">
                  <c:v>66474</c:v>
                </c:pt>
                <c:pt idx="24105">
                  <c:v>66475</c:v>
                </c:pt>
                <c:pt idx="24106">
                  <c:v>66476</c:v>
                </c:pt>
                <c:pt idx="24107">
                  <c:v>66477</c:v>
                </c:pt>
                <c:pt idx="24108">
                  <c:v>66478</c:v>
                </c:pt>
                <c:pt idx="24109">
                  <c:v>66479</c:v>
                </c:pt>
                <c:pt idx="24110">
                  <c:v>66480</c:v>
                </c:pt>
                <c:pt idx="24111">
                  <c:v>66481</c:v>
                </c:pt>
                <c:pt idx="24112">
                  <c:v>66482</c:v>
                </c:pt>
                <c:pt idx="24113">
                  <c:v>66483</c:v>
                </c:pt>
                <c:pt idx="24114">
                  <c:v>66484</c:v>
                </c:pt>
                <c:pt idx="24115">
                  <c:v>66485</c:v>
                </c:pt>
                <c:pt idx="24116">
                  <c:v>66486</c:v>
                </c:pt>
                <c:pt idx="24117">
                  <c:v>66487</c:v>
                </c:pt>
                <c:pt idx="24118">
                  <c:v>66488</c:v>
                </c:pt>
                <c:pt idx="24119">
                  <c:v>66489</c:v>
                </c:pt>
                <c:pt idx="24120">
                  <c:v>66490</c:v>
                </c:pt>
                <c:pt idx="24121">
                  <c:v>66491</c:v>
                </c:pt>
                <c:pt idx="24122">
                  <c:v>66492</c:v>
                </c:pt>
                <c:pt idx="24123">
                  <c:v>66493</c:v>
                </c:pt>
                <c:pt idx="24124">
                  <c:v>66494</c:v>
                </c:pt>
                <c:pt idx="24125">
                  <c:v>66495</c:v>
                </c:pt>
                <c:pt idx="24126">
                  <c:v>66496</c:v>
                </c:pt>
                <c:pt idx="24127">
                  <c:v>66497</c:v>
                </c:pt>
                <c:pt idx="24128">
                  <c:v>66498</c:v>
                </c:pt>
                <c:pt idx="24129">
                  <c:v>66499</c:v>
                </c:pt>
                <c:pt idx="24130">
                  <c:v>66500</c:v>
                </c:pt>
                <c:pt idx="24131">
                  <c:v>66501</c:v>
                </c:pt>
                <c:pt idx="24132">
                  <c:v>66502</c:v>
                </c:pt>
                <c:pt idx="24133">
                  <c:v>66503</c:v>
                </c:pt>
                <c:pt idx="24134">
                  <c:v>66504</c:v>
                </c:pt>
                <c:pt idx="24135">
                  <c:v>66505</c:v>
                </c:pt>
                <c:pt idx="24136">
                  <c:v>66506</c:v>
                </c:pt>
                <c:pt idx="24137">
                  <c:v>66507</c:v>
                </c:pt>
                <c:pt idx="24138">
                  <c:v>66508</c:v>
                </c:pt>
                <c:pt idx="24139">
                  <c:v>66509</c:v>
                </c:pt>
                <c:pt idx="24140">
                  <c:v>66510</c:v>
                </c:pt>
                <c:pt idx="24141">
                  <c:v>66511</c:v>
                </c:pt>
                <c:pt idx="24142">
                  <c:v>66512</c:v>
                </c:pt>
                <c:pt idx="24143">
                  <c:v>66513</c:v>
                </c:pt>
                <c:pt idx="24144">
                  <c:v>66514</c:v>
                </c:pt>
                <c:pt idx="24145">
                  <c:v>66515</c:v>
                </c:pt>
                <c:pt idx="24146">
                  <c:v>66516</c:v>
                </c:pt>
                <c:pt idx="24147">
                  <c:v>66517</c:v>
                </c:pt>
                <c:pt idx="24148">
                  <c:v>66518</c:v>
                </c:pt>
                <c:pt idx="24149">
                  <c:v>66519</c:v>
                </c:pt>
                <c:pt idx="24150">
                  <c:v>66520</c:v>
                </c:pt>
                <c:pt idx="24151">
                  <c:v>66521</c:v>
                </c:pt>
                <c:pt idx="24152">
                  <c:v>66522</c:v>
                </c:pt>
                <c:pt idx="24153">
                  <c:v>66523</c:v>
                </c:pt>
                <c:pt idx="24154">
                  <c:v>66524</c:v>
                </c:pt>
                <c:pt idx="24155">
                  <c:v>66525</c:v>
                </c:pt>
                <c:pt idx="24156">
                  <c:v>66526</c:v>
                </c:pt>
                <c:pt idx="24157">
                  <c:v>66527</c:v>
                </c:pt>
                <c:pt idx="24158">
                  <c:v>66528</c:v>
                </c:pt>
                <c:pt idx="24159">
                  <c:v>66529</c:v>
                </c:pt>
                <c:pt idx="24160">
                  <c:v>66530</c:v>
                </c:pt>
                <c:pt idx="24161">
                  <c:v>66531</c:v>
                </c:pt>
                <c:pt idx="24162">
                  <c:v>66532</c:v>
                </c:pt>
                <c:pt idx="24163">
                  <c:v>66533</c:v>
                </c:pt>
                <c:pt idx="24164">
                  <c:v>66534</c:v>
                </c:pt>
                <c:pt idx="24165">
                  <c:v>66535</c:v>
                </c:pt>
                <c:pt idx="24166">
                  <c:v>66536</c:v>
                </c:pt>
                <c:pt idx="24167">
                  <c:v>66537</c:v>
                </c:pt>
                <c:pt idx="24168">
                  <c:v>66538</c:v>
                </c:pt>
                <c:pt idx="24169">
                  <c:v>66539</c:v>
                </c:pt>
                <c:pt idx="24170">
                  <c:v>66540</c:v>
                </c:pt>
                <c:pt idx="24171">
                  <c:v>66541</c:v>
                </c:pt>
                <c:pt idx="24172">
                  <c:v>66542</c:v>
                </c:pt>
                <c:pt idx="24173">
                  <c:v>66543</c:v>
                </c:pt>
                <c:pt idx="24174">
                  <c:v>66544</c:v>
                </c:pt>
                <c:pt idx="24175">
                  <c:v>66545</c:v>
                </c:pt>
                <c:pt idx="24176">
                  <c:v>66546</c:v>
                </c:pt>
                <c:pt idx="24177">
                  <c:v>66547</c:v>
                </c:pt>
                <c:pt idx="24178">
                  <c:v>66548</c:v>
                </c:pt>
                <c:pt idx="24179">
                  <c:v>66549</c:v>
                </c:pt>
                <c:pt idx="24180">
                  <c:v>66550</c:v>
                </c:pt>
                <c:pt idx="24181">
                  <c:v>66551</c:v>
                </c:pt>
                <c:pt idx="24182">
                  <c:v>66552</c:v>
                </c:pt>
                <c:pt idx="24183">
                  <c:v>66553</c:v>
                </c:pt>
                <c:pt idx="24184">
                  <c:v>66554</c:v>
                </c:pt>
                <c:pt idx="24185">
                  <c:v>66555</c:v>
                </c:pt>
                <c:pt idx="24186">
                  <c:v>66556</c:v>
                </c:pt>
                <c:pt idx="24187">
                  <c:v>66557</c:v>
                </c:pt>
                <c:pt idx="24188">
                  <c:v>66558</c:v>
                </c:pt>
                <c:pt idx="24189">
                  <c:v>66559</c:v>
                </c:pt>
                <c:pt idx="24190">
                  <c:v>66560</c:v>
                </c:pt>
                <c:pt idx="24191">
                  <c:v>66561</c:v>
                </c:pt>
                <c:pt idx="24192">
                  <c:v>66562</c:v>
                </c:pt>
                <c:pt idx="24193">
                  <c:v>66563</c:v>
                </c:pt>
                <c:pt idx="24194">
                  <c:v>66564</c:v>
                </c:pt>
                <c:pt idx="24195">
                  <c:v>66565</c:v>
                </c:pt>
                <c:pt idx="24196">
                  <c:v>66566</c:v>
                </c:pt>
                <c:pt idx="24197">
                  <c:v>66567</c:v>
                </c:pt>
                <c:pt idx="24198">
                  <c:v>66568</c:v>
                </c:pt>
                <c:pt idx="24199">
                  <c:v>66569</c:v>
                </c:pt>
                <c:pt idx="24200">
                  <c:v>66570</c:v>
                </c:pt>
                <c:pt idx="24201">
                  <c:v>66571</c:v>
                </c:pt>
                <c:pt idx="24202">
                  <c:v>66572</c:v>
                </c:pt>
                <c:pt idx="24203">
                  <c:v>66573</c:v>
                </c:pt>
                <c:pt idx="24204">
                  <c:v>66574</c:v>
                </c:pt>
                <c:pt idx="24205">
                  <c:v>66575</c:v>
                </c:pt>
                <c:pt idx="24206">
                  <c:v>66576</c:v>
                </c:pt>
                <c:pt idx="24207">
                  <c:v>66577</c:v>
                </c:pt>
                <c:pt idx="24208">
                  <c:v>66578</c:v>
                </c:pt>
                <c:pt idx="24209">
                  <c:v>66579</c:v>
                </c:pt>
                <c:pt idx="24210">
                  <c:v>66580</c:v>
                </c:pt>
                <c:pt idx="24211">
                  <c:v>66581</c:v>
                </c:pt>
                <c:pt idx="24212">
                  <c:v>66582</c:v>
                </c:pt>
                <c:pt idx="24213">
                  <c:v>66583</c:v>
                </c:pt>
                <c:pt idx="24214">
                  <c:v>66584</c:v>
                </c:pt>
                <c:pt idx="24215">
                  <c:v>66585</c:v>
                </c:pt>
                <c:pt idx="24216">
                  <c:v>66586</c:v>
                </c:pt>
                <c:pt idx="24217">
                  <c:v>66587</c:v>
                </c:pt>
                <c:pt idx="24218">
                  <c:v>66588</c:v>
                </c:pt>
                <c:pt idx="24219">
                  <c:v>66589</c:v>
                </c:pt>
                <c:pt idx="24220">
                  <c:v>66590</c:v>
                </c:pt>
                <c:pt idx="24221">
                  <c:v>66591</c:v>
                </c:pt>
                <c:pt idx="24222">
                  <c:v>66592</c:v>
                </c:pt>
                <c:pt idx="24223">
                  <c:v>66593</c:v>
                </c:pt>
                <c:pt idx="24224">
                  <c:v>66594</c:v>
                </c:pt>
                <c:pt idx="24225">
                  <c:v>66595</c:v>
                </c:pt>
                <c:pt idx="24226">
                  <c:v>66596</c:v>
                </c:pt>
                <c:pt idx="24227">
                  <c:v>66597</c:v>
                </c:pt>
                <c:pt idx="24228">
                  <c:v>66598</c:v>
                </c:pt>
                <c:pt idx="24229">
                  <c:v>66599</c:v>
                </c:pt>
                <c:pt idx="24230">
                  <c:v>66600</c:v>
                </c:pt>
                <c:pt idx="24231">
                  <c:v>66601</c:v>
                </c:pt>
                <c:pt idx="24232">
                  <c:v>66602</c:v>
                </c:pt>
                <c:pt idx="24233">
                  <c:v>66603</c:v>
                </c:pt>
                <c:pt idx="24234">
                  <c:v>66604</c:v>
                </c:pt>
                <c:pt idx="24235">
                  <c:v>66605</c:v>
                </c:pt>
                <c:pt idx="24236">
                  <c:v>66606</c:v>
                </c:pt>
                <c:pt idx="24237">
                  <c:v>66607</c:v>
                </c:pt>
                <c:pt idx="24238">
                  <c:v>66608</c:v>
                </c:pt>
                <c:pt idx="24239">
                  <c:v>66609</c:v>
                </c:pt>
                <c:pt idx="24240">
                  <c:v>66610</c:v>
                </c:pt>
                <c:pt idx="24241">
                  <c:v>66611</c:v>
                </c:pt>
                <c:pt idx="24242">
                  <c:v>66612</c:v>
                </c:pt>
                <c:pt idx="24243">
                  <c:v>66613</c:v>
                </c:pt>
                <c:pt idx="24244">
                  <c:v>66614</c:v>
                </c:pt>
                <c:pt idx="24245">
                  <c:v>66615</c:v>
                </c:pt>
                <c:pt idx="24246">
                  <c:v>66616</c:v>
                </c:pt>
                <c:pt idx="24247">
                  <c:v>66617</c:v>
                </c:pt>
                <c:pt idx="24248">
                  <c:v>66618</c:v>
                </c:pt>
                <c:pt idx="24249">
                  <c:v>66619</c:v>
                </c:pt>
                <c:pt idx="24250">
                  <c:v>66620</c:v>
                </c:pt>
                <c:pt idx="24251">
                  <c:v>66621</c:v>
                </c:pt>
                <c:pt idx="24252">
                  <c:v>66622</c:v>
                </c:pt>
                <c:pt idx="24253">
                  <c:v>66623</c:v>
                </c:pt>
                <c:pt idx="24254">
                  <c:v>66624</c:v>
                </c:pt>
                <c:pt idx="24255">
                  <c:v>66625</c:v>
                </c:pt>
                <c:pt idx="24256">
                  <c:v>66626</c:v>
                </c:pt>
                <c:pt idx="24257">
                  <c:v>66627</c:v>
                </c:pt>
                <c:pt idx="24258">
                  <c:v>66628</c:v>
                </c:pt>
                <c:pt idx="24259">
                  <c:v>66629</c:v>
                </c:pt>
                <c:pt idx="24260">
                  <c:v>66630</c:v>
                </c:pt>
                <c:pt idx="24261">
                  <c:v>66631</c:v>
                </c:pt>
                <c:pt idx="24262">
                  <c:v>66632</c:v>
                </c:pt>
                <c:pt idx="24263">
                  <c:v>66633</c:v>
                </c:pt>
                <c:pt idx="24264">
                  <c:v>66634</c:v>
                </c:pt>
                <c:pt idx="24265">
                  <c:v>66635</c:v>
                </c:pt>
                <c:pt idx="24266">
                  <c:v>66636</c:v>
                </c:pt>
                <c:pt idx="24267">
                  <c:v>66637</c:v>
                </c:pt>
                <c:pt idx="24268">
                  <c:v>66638</c:v>
                </c:pt>
                <c:pt idx="24269">
                  <c:v>66639</c:v>
                </c:pt>
                <c:pt idx="24270">
                  <c:v>66640</c:v>
                </c:pt>
                <c:pt idx="24271">
                  <c:v>66641</c:v>
                </c:pt>
                <c:pt idx="24272">
                  <c:v>66642</c:v>
                </c:pt>
                <c:pt idx="24273">
                  <c:v>66643</c:v>
                </c:pt>
                <c:pt idx="24274">
                  <c:v>66644</c:v>
                </c:pt>
                <c:pt idx="24275">
                  <c:v>66645</c:v>
                </c:pt>
                <c:pt idx="24276">
                  <c:v>66646</c:v>
                </c:pt>
                <c:pt idx="24277">
                  <c:v>66647</c:v>
                </c:pt>
                <c:pt idx="24278">
                  <c:v>66648</c:v>
                </c:pt>
                <c:pt idx="24279">
                  <c:v>66649</c:v>
                </c:pt>
                <c:pt idx="24280">
                  <c:v>66650</c:v>
                </c:pt>
                <c:pt idx="24281">
                  <c:v>66651</c:v>
                </c:pt>
                <c:pt idx="24282">
                  <c:v>66652</c:v>
                </c:pt>
                <c:pt idx="24283">
                  <c:v>66653</c:v>
                </c:pt>
                <c:pt idx="24284">
                  <c:v>66654</c:v>
                </c:pt>
                <c:pt idx="24285">
                  <c:v>66655</c:v>
                </c:pt>
                <c:pt idx="24286">
                  <c:v>66656</c:v>
                </c:pt>
                <c:pt idx="24287">
                  <c:v>66657</c:v>
                </c:pt>
                <c:pt idx="24288">
                  <c:v>66658</c:v>
                </c:pt>
                <c:pt idx="24289">
                  <c:v>66659</c:v>
                </c:pt>
                <c:pt idx="24290">
                  <c:v>66660</c:v>
                </c:pt>
                <c:pt idx="24291">
                  <c:v>66661</c:v>
                </c:pt>
                <c:pt idx="24292">
                  <c:v>66662</c:v>
                </c:pt>
                <c:pt idx="24293">
                  <c:v>66663</c:v>
                </c:pt>
                <c:pt idx="24294">
                  <c:v>66664</c:v>
                </c:pt>
                <c:pt idx="24295">
                  <c:v>66665</c:v>
                </c:pt>
                <c:pt idx="24296">
                  <c:v>66666</c:v>
                </c:pt>
                <c:pt idx="24297">
                  <c:v>66667</c:v>
                </c:pt>
                <c:pt idx="24298">
                  <c:v>66668</c:v>
                </c:pt>
                <c:pt idx="24299">
                  <c:v>66669</c:v>
                </c:pt>
                <c:pt idx="24300">
                  <c:v>66670</c:v>
                </c:pt>
                <c:pt idx="24301">
                  <c:v>66671</c:v>
                </c:pt>
                <c:pt idx="24302">
                  <c:v>66672</c:v>
                </c:pt>
                <c:pt idx="24303">
                  <c:v>66673</c:v>
                </c:pt>
                <c:pt idx="24304">
                  <c:v>66674</c:v>
                </c:pt>
                <c:pt idx="24305">
                  <c:v>66675</c:v>
                </c:pt>
                <c:pt idx="24306">
                  <c:v>66676</c:v>
                </c:pt>
                <c:pt idx="24307">
                  <c:v>66677</c:v>
                </c:pt>
                <c:pt idx="24308">
                  <c:v>66678</c:v>
                </c:pt>
                <c:pt idx="24309">
                  <c:v>66679</c:v>
                </c:pt>
                <c:pt idx="24310">
                  <c:v>66680</c:v>
                </c:pt>
                <c:pt idx="24311">
                  <c:v>66681</c:v>
                </c:pt>
                <c:pt idx="24312">
                  <c:v>66682</c:v>
                </c:pt>
                <c:pt idx="24313">
                  <c:v>66683</c:v>
                </c:pt>
                <c:pt idx="24314">
                  <c:v>66684</c:v>
                </c:pt>
                <c:pt idx="24315">
                  <c:v>66685</c:v>
                </c:pt>
                <c:pt idx="24316">
                  <c:v>66686</c:v>
                </c:pt>
                <c:pt idx="24317">
                  <c:v>66687</c:v>
                </c:pt>
                <c:pt idx="24318">
                  <c:v>66688</c:v>
                </c:pt>
                <c:pt idx="24319">
                  <c:v>66689</c:v>
                </c:pt>
                <c:pt idx="24320">
                  <c:v>66690</c:v>
                </c:pt>
                <c:pt idx="24321">
                  <c:v>66691</c:v>
                </c:pt>
                <c:pt idx="24322">
                  <c:v>66692</c:v>
                </c:pt>
                <c:pt idx="24323">
                  <c:v>66693</c:v>
                </c:pt>
                <c:pt idx="24324">
                  <c:v>66694</c:v>
                </c:pt>
                <c:pt idx="24325">
                  <c:v>66695</c:v>
                </c:pt>
                <c:pt idx="24326">
                  <c:v>66696</c:v>
                </c:pt>
                <c:pt idx="24327">
                  <c:v>66697</c:v>
                </c:pt>
                <c:pt idx="24328">
                  <c:v>66698</c:v>
                </c:pt>
                <c:pt idx="24329">
                  <c:v>66699</c:v>
                </c:pt>
                <c:pt idx="24330">
                  <c:v>66700</c:v>
                </c:pt>
                <c:pt idx="24331">
                  <c:v>66701</c:v>
                </c:pt>
                <c:pt idx="24332">
                  <c:v>66702</c:v>
                </c:pt>
                <c:pt idx="24333">
                  <c:v>66703</c:v>
                </c:pt>
                <c:pt idx="24334">
                  <c:v>66704</c:v>
                </c:pt>
                <c:pt idx="24335">
                  <c:v>66705</c:v>
                </c:pt>
                <c:pt idx="24336">
                  <c:v>66706</c:v>
                </c:pt>
                <c:pt idx="24337">
                  <c:v>66707</c:v>
                </c:pt>
                <c:pt idx="24338">
                  <c:v>66708</c:v>
                </c:pt>
                <c:pt idx="24339">
                  <c:v>66709</c:v>
                </c:pt>
                <c:pt idx="24340">
                  <c:v>66710</c:v>
                </c:pt>
                <c:pt idx="24341">
                  <c:v>66711</c:v>
                </c:pt>
                <c:pt idx="24342">
                  <c:v>66712</c:v>
                </c:pt>
                <c:pt idx="24343">
                  <c:v>66713</c:v>
                </c:pt>
                <c:pt idx="24344">
                  <c:v>66714</c:v>
                </c:pt>
                <c:pt idx="24345">
                  <c:v>66715</c:v>
                </c:pt>
                <c:pt idx="24346">
                  <c:v>66716</c:v>
                </c:pt>
                <c:pt idx="24347">
                  <c:v>66717</c:v>
                </c:pt>
                <c:pt idx="24348">
                  <c:v>66718</c:v>
                </c:pt>
                <c:pt idx="24349">
                  <c:v>66719</c:v>
                </c:pt>
                <c:pt idx="24350">
                  <c:v>66720</c:v>
                </c:pt>
                <c:pt idx="24351">
                  <c:v>66721</c:v>
                </c:pt>
                <c:pt idx="24352">
                  <c:v>66722</c:v>
                </c:pt>
                <c:pt idx="24353">
                  <c:v>66723</c:v>
                </c:pt>
                <c:pt idx="24354">
                  <c:v>66724</c:v>
                </c:pt>
                <c:pt idx="24355">
                  <c:v>66725</c:v>
                </c:pt>
                <c:pt idx="24356">
                  <c:v>66726</c:v>
                </c:pt>
                <c:pt idx="24357">
                  <c:v>66727</c:v>
                </c:pt>
                <c:pt idx="24358">
                  <c:v>66728</c:v>
                </c:pt>
                <c:pt idx="24359">
                  <c:v>66729</c:v>
                </c:pt>
                <c:pt idx="24360">
                  <c:v>66730</c:v>
                </c:pt>
                <c:pt idx="24361">
                  <c:v>66731</c:v>
                </c:pt>
                <c:pt idx="24362">
                  <c:v>66732</c:v>
                </c:pt>
                <c:pt idx="24363">
                  <c:v>66733</c:v>
                </c:pt>
                <c:pt idx="24364">
                  <c:v>66734</c:v>
                </c:pt>
                <c:pt idx="24365">
                  <c:v>66735</c:v>
                </c:pt>
                <c:pt idx="24366">
                  <c:v>66736</c:v>
                </c:pt>
                <c:pt idx="24367">
                  <c:v>66737</c:v>
                </c:pt>
                <c:pt idx="24368">
                  <c:v>66738</c:v>
                </c:pt>
                <c:pt idx="24369">
                  <c:v>66739</c:v>
                </c:pt>
                <c:pt idx="24370">
                  <c:v>66740</c:v>
                </c:pt>
                <c:pt idx="24371">
                  <c:v>66741</c:v>
                </c:pt>
                <c:pt idx="24372">
                  <c:v>66742</c:v>
                </c:pt>
                <c:pt idx="24373">
                  <c:v>66743</c:v>
                </c:pt>
                <c:pt idx="24374">
                  <c:v>66744</c:v>
                </c:pt>
                <c:pt idx="24375">
                  <c:v>66745</c:v>
                </c:pt>
                <c:pt idx="24376">
                  <c:v>66746</c:v>
                </c:pt>
                <c:pt idx="24377">
                  <c:v>66747</c:v>
                </c:pt>
                <c:pt idx="24378">
                  <c:v>66748</c:v>
                </c:pt>
                <c:pt idx="24379">
                  <c:v>66749</c:v>
                </c:pt>
                <c:pt idx="24380">
                  <c:v>66750</c:v>
                </c:pt>
                <c:pt idx="24381">
                  <c:v>66751</c:v>
                </c:pt>
                <c:pt idx="24382">
                  <c:v>66752</c:v>
                </c:pt>
                <c:pt idx="24383">
                  <c:v>66753</c:v>
                </c:pt>
                <c:pt idx="24384">
                  <c:v>66754</c:v>
                </c:pt>
                <c:pt idx="24385">
                  <c:v>66755</c:v>
                </c:pt>
                <c:pt idx="24386">
                  <c:v>66756</c:v>
                </c:pt>
                <c:pt idx="24387">
                  <c:v>66757</c:v>
                </c:pt>
                <c:pt idx="24388">
                  <c:v>66758</c:v>
                </c:pt>
                <c:pt idx="24389">
                  <c:v>66759</c:v>
                </c:pt>
                <c:pt idx="24390">
                  <c:v>66760</c:v>
                </c:pt>
                <c:pt idx="24391">
                  <c:v>66761</c:v>
                </c:pt>
                <c:pt idx="24392">
                  <c:v>66762</c:v>
                </c:pt>
                <c:pt idx="24393">
                  <c:v>66763</c:v>
                </c:pt>
                <c:pt idx="24394">
                  <c:v>66764</c:v>
                </c:pt>
                <c:pt idx="24395">
                  <c:v>66765</c:v>
                </c:pt>
                <c:pt idx="24396">
                  <c:v>66766</c:v>
                </c:pt>
                <c:pt idx="24397">
                  <c:v>66767</c:v>
                </c:pt>
                <c:pt idx="24398">
                  <c:v>66768</c:v>
                </c:pt>
                <c:pt idx="24399">
                  <c:v>66769</c:v>
                </c:pt>
                <c:pt idx="24400">
                  <c:v>66770</c:v>
                </c:pt>
                <c:pt idx="24401">
                  <c:v>66771</c:v>
                </c:pt>
                <c:pt idx="24402">
                  <c:v>66772</c:v>
                </c:pt>
                <c:pt idx="24403">
                  <c:v>66773</c:v>
                </c:pt>
                <c:pt idx="24404">
                  <c:v>66774</c:v>
                </c:pt>
                <c:pt idx="24405">
                  <c:v>66775</c:v>
                </c:pt>
                <c:pt idx="24406">
                  <c:v>66776</c:v>
                </c:pt>
                <c:pt idx="24407">
                  <c:v>66777</c:v>
                </c:pt>
                <c:pt idx="24408">
                  <c:v>66778</c:v>
                </c:pt>
                <c:pt idx="24409">
                  <c:v>66779</c:v>
                </c:pt>
                <c:pt idx="24410">
                  <c:v>66780</c:v>
                </c:pt>
                <c:pt idx="24411">
                  <c:v>66781</c:v>
                </c:pt>
                <c:pt idx="24412">
                  <c:v>66782</c:v>
                </c:pt>
                <c:pt idx="24413">
                  <c:v>66783</c:v>
                </c:pt>
                <c:pt idx="24414">
                  <c:v>66784</c:v>
                </c:pt>
                <c:pt idx="24415">
                  <c:v>66785</c:v>
                </c:pt>
                <c:pt idx="24416">
                  <c:v>66786</c:v>
                </c:pt>
                <c:pt idx="24417">
                  <c:v>66787</c:v>
                </c:pt>
                <c:pt idx="24418">
                  <c:v>66788</c:v>
                </c:pt>
                <c:pt idx="24419">
                  <c:v>66789</c:v>
                </c:pt>
                <c:pt idx="24420">
                  <c:v>66790</c:v>
                </c:pt>
                <c:pt idx="24421">
                  <c:v>66791</c:v>
                </c:pt>
                <c:pt idx="24422">
                  <c:v>66792</c:v>
                </c:pt>
                <c:pt idx="24423">
                  <c:v>66793</c:v>
                </c:pt>
                <c:pt idx="24424">
                  <c:v>66794</c:v>
                </c:pt>
                <c:pt idx="24425">
                  <c:v>66795</c:v>
                </c:pt>
                <c:pt idx="24426">
                  <c:v>66796</c:v>
                </c:pt>
                <c:pt idx="24427">
                  <c:v>66797</c:v>
                </c:pt>
                <c:pt idx="24428">
                  <c:v>66798</c:v>
                </c:pt>
                <c:pt idx="24429">
                  <c:v>66799</c:v>
                </c:pt>
                <c:pt idx="24430">
                  <c:v>66800</c:v>
                </c:pt>
                <c:pt idx="24431">
                  <c:v>66801</c:v>
                </c:pt>
                <c:pt idx="24432">
                  <c:v>66802</c:v>
                </c:pt>
                <c:pt idx="24433">
                  <c:v>66803</c:v>
                </c:pt>
                <c:pt idx="24434">
                  <c:v>66804</c:v>
                </c:pt>
                <c:pt idx="24435">
                  <c:v>66805</c:v>
                </c:pt>
                <c:pt idx="24436">
                  <c:v>66806</c:v>
                </c:pt>
                <c:pt idx="24437">
                  <c:v>66807</c:v>
                </c:pt>
                <c:pt idx="24438">
                  <c:v>66808</c:v>
                </c:pt>
                <c:pt idx="24439">
                  <c:v>66809</c:v>
                </c:pt>
                <c:pt idx="24440">
                  <c:v>66810</c:v>
                </c:pt>
                <c:pt idx="24441">
                  <c:v>66811</c:v>
                </c:pt>
                <c:pt idx="24442">
                  <c:v>66812</c:v>
                </c:pt>
                <c:pt idx="24443">
                  <c:v>66813</c:v>
                </c:pt>
                <c:pt idx="24444">
                  <c:v>66814</c:v>
                </c:pt>
                <c:pt idx="24445">
                  <c:v>66815</c:v>
                </c:pt>
                <c:pt idx="24446">
                  <c:v>66816</c:v>
                </c:pt>
                <c:pt idx="24447">
                  <c:v>66817</c:v>
                </c:pt>
                <c:pt idx="24448">
                  <c:v>66818</c:v>
                </c:pt>
                <c:pt idx="24449">
                  <c:v>66819</c:v>
                </c:pt>
                <c:pt idx="24450">
                  <c:v>66820</c:v>
                </c:pt>
                <c:pt idx="24451">
                  <c:v>66821</c:v>
                </c:pt>
                <c:pt idx="24452">
                  <c:v>66822</c:v>
                </c:pt>
                <c:pt idx="24453">
                  <c:v>66823</c:v>
                </c:pt>
                <c:pt idx="24454">
                  <c:v>66824</c:v>
                </c:pt>
                <c:pt idx="24455">
                  <c:v>66825</c:v>
                </c:pt>
                <c:pt idx="24456">
                  <c:v>66826</c:v>
                </c:pt>
                <c:pt idx="24457">
                  <c:v>66827</c:v>
                </c:pt>
                <c:pt idx="24458">
                  <c:v>66828</c:v>
                </c:pt>
                <c:pt idx="24459">
                  <c:v>66829</c:v>
                </c:pt>
                <c:pt idx="24460">
                  <c:v>66830</c:v>
                </c:pt>
                <c:pt idx="24461">
                  <c:v>66831</c:v>
                </c:pt>
                <c:pt idx="24462">
                  <c:v>66832</c:v>
                </c:pt>
                <c:pt idx="24463">
                  <c:v>66833</c:v>
                </c:pt>
                <c:pt idx="24464">
                  <c:v>66834</c:v>
                </c:pt>
                <c:pt idx="24465">
                  <c:v>66835</c:v>
                </c:pt>
                <c:pt idx="24466">
                  <c:v>66836</c:v>
                </c:pt>
                <c:pt idx="24467">
                  <c:v>66837</c:v>
                </c:pt>
                <c:pt idx="24468">
                  <c:v>66838</c:v>
                </c:pt>
                <c:pt idx="24469">
                  <c:v>66839</c:v>
                </c:pt>
                <c:pt idx="24470">
                  <c:v>66840</c:v>
                </c:pt>
                <c:pt idx="24471">
                  <c:v>66841</c:v>
                </c:pt>
                <c:pt idx="24472">
                  <c:v>66842</c:v>
                </c:pt>
                <c:pt idx="24473">
                  <c:v>66843</c:v>
                </c:pt>
                <c:pt idx="24474">
                  <c:v>66844</c:v>
                </c:pt>
                <c:pt idx="24475">
                  <c:v>66845</c:v>
                </c:pt>
                <c:pt idx="24476">
                  <c:v>66846</c:v>
                </c:pt>
                <c:pt idx="24477">
                  <c:v>66847</c:v>
                </c:pt>
                <c:pt idx="24478">
                  <c:v>66848</c:v>
                </c:pt>
                <c:pt idx="24479">
                  <c:v>66849</c:v>
                </c:pt>
                <c:pt idx="24480">
                  <c:v>66850</c:v>
                </c:pt>
                <c:pt idx="24481">
                  <c:v>66851</c:v>
                </c:pt>
                <c:pt idx="24482">
                  <c:v>66852</c:v>
                </c:pt>
                <c:pt idx="24483">
                  <c:v>66853</c:v>
                </c:pt>
                <c:pt idx="24484">
                  <c:v>66854</c:v>
                </c:pt>
                <c:pt idx="24485">
                  <c:v>66855</c:v>
                </c:pt>
                <c:pt idx="24486">
                  <c:v>66856</c:v>
                </c:pt>
                <c:pt idx="24487">
                  <c:v>66857</c:v>
                </c:pt>
                <c:pt idx="24488">
                  <c:v>66858</c:v>
                </c:pt>
                <c:pt idx="24489">
                  <c:v>66859</c:v>
                </c:pt>
                <c:pt idx="24490">
                  <c:v>66860</c:v>
                </c:pt>
                <c:pt idx="24491">
                  <c:v>66861</c:v>
                </c:pt>
                <c:pt idx="24492">
                  <c:v>66862</c:v>
                </c:pt>
                <c:pt idx="24493">
                  <c:v>66863</c:v>
                </c:pt>
                <c:pt idx="24494">
                  <c:v>66864</c:v>
                </c:pt>
                <c:pt idx="24495">
                  <c:v>66865</c:v>
                </c:pt>
                <c:pt idx="24496">
                  <c:v>66866</c:v>
                </c:pt>
                <c:pt idx="24497">
                  <c:v>66867</c:v>
                </c:pt>
                <c:pt idx="24498">
                  <c:v>66868</c:v>
                </c:pt>
                <c:pt idx="24499">
                  <c:v>66869</c:v>
                </c:pt>
                <c:pt idx="24500">
                  <c:v>66870</c:v>
                </c:pt>
                <c:pt idx="24501">
                  <c:v>66871</c:v>
                </c:pt>
                <c:pt idx="24502">
                  <c:v>66872</c:v>
                </c:pt>
                <c:pt idx="24503">
                  <c:v>66873</c:v>
                </c:pt>
                <c:pt idx="24504">
                  <c:v>66874</c:v>
                </c:pt>
                <c:pt idx="24505">
                  <c:v>66875</c:v>
                </c:pt>
                <c:pt idx="24506">
                  <c:v>66876</c:v>
                </c:pt>
                <c:pt idx="24507">
                  <c:v>66877</c:v>
                </c:pt>
                <c:pt idx="24508">
                  <c:v>66878</c:v>
                </c:pt>
                <c:pt idx="24509">
                  <c:v>66879</c:v>
                </c:pt>
                <c:pt idx="24510">
                  <c:v>66880</c:v>
                </c:pt>
                <c:pt idx="24511">
                  <c:v>66881</c:v>
                </c:pt>
                <c:pt idx="24512">
                  <c:v>66882</c:v>
                </c:pt>
                <c:pt idx="24513">
                  <c:v>66883</c:v>
                </c:pt>
                <c:pt idx="24514">
                  <c:v>66884</c:v>
                </c:pt>
                <c:pt idx="24515">
                  <c:v>66885</c:v>
                </c:pt>
                <c:pt idx="24516">
                  <c:v>66886</c:v>
                </c:pt>
                <c:pt idx="24517">
                  <c:v>66887</c:v>
                </c:pt>
                <c:pt idx="24518">
                  <c:v>66888</c:v>
                </c:pt>
                <c:pt idx="24519">
                  <c:v>66889</c:v>
                </c:pt>
                <c:pt idx="24520">
                  <c:v>66890</c:v>
                </c:pt>
                <c:pt idx="24521">
                  <c:v>66891</c:v>
                </c:pt>
                <c:pt idx="24522">
                  <c:v>66892</c:v>
                </c:pt>
                <c:pt idx="24523">
                  <c:v>66893</c:v>
                </c:pt>
                <c:pt idx="24524">
                  <c:v>66894</c:v>
                </c:pt>
                <c:pt idx="24525">
                  <c:v>66895</c:v>
                </c:pt>
                <c:pt idx="24526">
                  <c:v>66896</c:v>
                </c:pt>
                <c:pt idx="24527">
                  <c:v>66897</c:v>
                </c:pt>
                <c:pt idx="24528">
                  <c:v>66898</c:v>
                </c:pt>
                <c:pt idx="24529">
                  <c:v>66899</c:v>
                </c:pt>
                <c:pt idx="24530">
                  <c:v>66900</c:v>
                </c:pt>
                <c:pt idx="24531">
                  <c:v>66901</c:v>
                </c:pt>
                <c:pt idx="24532">
                  <c:v>66902</c:v>
                </c:pt>
                <c:pt idx="24533">
                  <c:v>66903</c:v>
                </c:pt>
                <c:pt idx="24534">
                  <c:v>66904</c:v>
                </c:pt>
                <c:pt idx="24535">
                  <c:v>66905</c:v>
                </c:pt>
                <c:pt idx="24536">
                  <c:v>66906</c:v>
                </c:pt>
                <c:pt idx="24537">
                  <c:v>66907</c:v>
                </c:pt>
                <c:pt idx="24538">
                  <c:v>66908</c:v>
                </c:pt>
                <c:pt idx="24539">
                  <c:v>66909</c:v>
                </c:pt>
                <c:pt idx="24540">
                  <c:v>66910</c:v>
                </c:pt>
                <c:pt idx="24541">
                  <c:v>66911</c:v>
                </c:pt>
                <c:pt idx="24542">
                  <c:v>66912</c:v>
                </c:pt>
                <c:pt idx="24543">
                  <c:v>66913</c:v>
                </c:pt>
                <c:pt idx="24544">
                  <c:v>66914</c:v>
                </c:pt>
                <c:pt idx="24545">
                  <c:v>66915</c:v>
                </c:pt>
                <c:pt idx="24546">
                  <c:v>66916</c:v>
                </c:pt>
                <c:pt idx="24547">
                  <c:v>66917</c:v>
                </c:pt>
                <c:pt idx="24548">
                  <c:v>66918</c:v>
                </c:pt>
                <c:pt idx="24549">
                  <c:v>66919</c:v>
                </c:pt>
                <c:pt idx="24550">
                  <c:v>66920</c:v>
                </c:pt>
                <c:pt idx="24551">
                  <c:v>66921</c:v>
                </c:pt>
                <c:pt idx="24552">
                  <c:v>66922</c:v>
                </c:pt>
                <c:pt idx="24553">
                  <c:v>66923</c:v>
                </c:pt>
                <c:pt idx="24554">
                  <c:v>66924</c:v>
                </c:pt>
                <c:pt idx="24555">
                  <c:v>66925</c:v>
                </c:pt>
                <c:pt idx="24556">
                  <c:v>66926</c:v>
                </c:pt>
                <c:pt idx="24557">
                  <c:v>66927</c:v>
                </c:pt>
                <c:pt idx="24558">
                  <c:v>66928</c:v>
                </c:pt>
                <c:pt idx="24559">
                  <c:v>66929</c:v>
                </c:pt>
                <c:pt idx="24560">
                  <c:v>66930</c:v>
                </c:pt>
                <c:pt idx="24561">
                  <c:v>66931</c:v>
                </c:pt>
                <c:pt idx="24562">
                  <c:v>66932</c:v>
                </c:pt>
                <c:pt idx="24563">
                  <c:v>66933</c:v>
                </c:pt>
                <c:pt idx="24564">
                  <c:v>66934</c:v>
                </c:pt>
                <c:pt idx="24565">
                  <c:v>66935</c:v>
                </c:pt>
                <c:pt idx="24566">
                  <c:v>66936</c:v>
                </c:pt>
                <c:pt idx="24567">
                  <c:v>66937</c:v>
                </c:pt>
                <c:pt idx="24568">
                  <c:v>66938</c:v>
                </c:pt>
                <c:pt idx="24569">
                  <c:v>66939</c:v>
                </c:pt>
                <c:pt idx="24570">
                  <c:v>66940</c:v>
                </c:pt>
                <c:pt idx="24571">
                  <c:v>66941</c:v>
                </c:pt>
                <c:pt idx="24572">
                  <c:v>66942</c:v>
                </c:pt>
                <c:pt idx="24573">
                  <c:v>66943</c:v>
                </c:pt>
                <c:pt idx="24574">
                  <c:v>66944</c:v>
                </c:pt>
                <c:pt idx="24575">
                  <c:v>66945</c:v>
                </c:pt>
                <c:pt idx="24576">
                  <c:v>66946</c:v>
                </c:pt>
                <c:pt idx="24577">
                  <c:v>66947</c:v>
                </c:pt>
                <c:pt idx="24578">
                  <c:v>66948</c:v>
                </c:pt>
                <c:pt idx="24579">
                  <c:v>66949</c:v>
                </c:pt>
                <c:pt idx="24580">
                  <c:v>66950</c:v>
                </c:pt>
                <c:pt idx="24581">
                  <c:v>66951</c:v>
                </c:pt>
                <c:pt idx="24582">
                  <c:v>66952</c:v>
                </c:pt>
                <c:pt idx="24583">
                  <c:v>66953</c:v>
                </c:pt>
                <c:pt idx="24584">
                  <c:v>66954</c:v>
                </c:pt>
                <c:pt idx="24585">
                  <c:v>66955</c:v>
                </c:pt>
                <c:pt idx="24586">
                  <c:v>66956</c:v>
                </c:pt>
                <c:pt idx="24587">
                  <c:v>66957</c:v>
                </c:pt>
                <c:pt idx="24588">
                  <c:v>66958</c:v>
                </c:pt>
                <c:pt idx="24589">
                  <c:v>66959</c:v>
                </c:pt>
                <c:pt idx="24590">
                  <c:v>66960</c:v>
                </c:pt>
                <c:pt idx="24591">
                  <c:v>66961</c:v>
                </c:pt>
                <c:pt idx="24592">
                  <c:v>66962</c:v>
                </c:pt>
                <c:pt idx="24593">
                  <c:v>66963</c:v>
                </c:pt>
                <c:pt idx="24594">
                  <c:v>66964</c:v>
                </c:pt>
                <c:pt idx="24595">
                  <c:v>66965</c:v>
                </c:pt>
                <c:pt idx="24596">
                  <c:v>66966</c:v>
                </c:pt>
                <c:pt idx="24597">
                  <c:v>66967</c:v>
                </c:pt>
                <c:pt idx="24598">
                  <c:v>66968</c:v>
                </c:pt>
                <c:pt idx="24599">
                  <c:v>66969</c:v>
                </c:pt>
                <c:pt idx="24600">
                  <c:v>66970</c:v>
                </c:pt>
                <c:pt idx="24601">
                  <c:v>66971</c:v>
                </c:pt>
                <c:pt idx="24602">
                  <c:v>66972</c:v>
                </c:pt>
                <c:pt idx="24603">
                  <c:v>66973</c:v>
                </c:pt>
                <c:pt idx="24604">
                  <c:v>66974</c:v>
                </c:pt>
                <c:pt idx="24605">
                  <c:v>66975</c:v>
                </c:pt>
                <c:pt idx="24606">
                  <c:v>66976</c:v>
                </c:pt>
                <c:pt idx="24607">
                  <c:v>66977</c:v>
                </c:pt>
                <c:pt idx="24608">
                  <c:v>66978</c:v>
                </c:pt>
                <c:pt idx="24609">
                  <c:v>66979</c:v>
                </c:pt>
                <c:pt idx="24610">
                  <c:v>66980</c:v>
                </c:pt>
                <c:pt idx="24611">
                  <c:v>66981</c:v>
                </c:pt>
                <c:pt idx="24612">
                  <c:v>66982</c:v>
                </c:pt>
                <c:pt idx="24613">
                  <c:v>66983</c:v>
                </c:pt>
                <c:pt idx="24614">
                  <c:v>66984</c:v>
                </c:pt>
                <c:pt idx="24615">
                  <c:v>66985</c:v>
                </c:pt>
                <c:pt idx="24616">
                  <c:v>66986</c:v>
                </c:pt>
                <c:pt idx="24617">
                  <c:v>66987</c:v>
                </c:pt>
                <c:pt idx="24618">
                  <c:v>66988</c:v>
                </c:pt>
                <c:pt idx="24619">
                  <c:v>66989</c:v>
                </c:pt>
                <c:pt idx="24620">
                  <c:v>66990</c:v>
                </c:pt>
                <c:pt idx="24621">
                  <c:v>66991</c:v>
                </c:pt>
                <c:pt idx="24622">
                  <c:v>66992</c:v>
                </c:pt>
                <c:pt idx="24623">
                  <c:v>66993</c:v>
                </c:pt>
                <c:pt idx="24624">
                  <c:v>66994</c:v>
                </c:pt>
                <c:pt idx="24625">
                  <c:v>66995</c:v>
                </c:pt>
                <c:pt idx="24626">
                  <c:v>66996</c:v>
                </c:pt>
                <c:pt idx="24627">
                  <c:v>66997</c:v>
                </c:pt>
                <c:pt idx="24628">
                  <c:v>66998</c:v>
                </c:pt>
                <c:pt idx="24629">
                  <c:v>66999</c:v>
                </c:pt>
                <c:pt idx="24630">
                  <c:v>67000</c:v>
                </c:pt>
                <c:pt idx="24631">
                  <c:v>67001</c:v>
                </c:pt>
                <c:pt idx="24632">
                  <c:v>67002</c:v>
                </c:pt>
                <c:pt idx="24633">
                  <c:v>67003</c:v>
                </c:pt>
                <c:pt idx="24634">
                  <c:v>67004</c:v>
                </c:pt>
                <c:pt idx="24635">
                  <c:v>67005</c:v>
                </c:pt>
                <c:pt idx="24636">
                  <c:v>67006</c:v>
                </c:pt>
                <c:pt idx="24637">
                  <c:v>67007</c:v>
                </c:pt>
                <c:pt idx="24638">
                  <c:v>67008</c:v>
                </c:pt>
                <c:pt idx="24639">
                  <c:v>67009</c:v>
                </c:pt>
                <c:pt idx="24640">
                  <c:v>67010</c:v>
                </c:pt>
                <c:pt idx="24641">
                  <c:v>67011</c:v>
                </c:pt>
                <c:pt idx="24642">
                  <c:v>67012</c:v>
                </c:pt>
                <c:pt idx="24643">
                  <c:v>67013</c:v>
                </c:pt>
                <c:pt idx="24644">
                  <c:v>67014</c:v>
                </c:pt>
                <c:pt idx="24645">
                  <c:v>67015</c:v>
                </c:pt>
                <c:pt idx="24646">
                  <c:v>67016</c:v>
                </c:pt>
                <c:pt idx="24647">
                  <c:v>67017</c:v>
                </c:pt>
                <c:pt idx="24648">
                  <c:v>67018</c:v>
                </c:pt>
                <c:pt idx="24649">
                  <c:v>67019</c:v>
                </c:pt>
                <c:pt idx="24650">
                  <c:v>67020</c:v>
                </c:pt>
                <c:pt idx="24651">
                  <c:v>67021</c:v>
                </c:pt>
                <c:pt idx="24652">
                  <c:v>67022</c:v>
                </c:pt>
                <c:pt idx="24653">
                  <c:v>67023</c:v>
                </c:pt>
                <c:pt idx="24654">
                  <c:v>67024</c:v>
                </c:pt>
                <c:pt idx="24655">
                  <c:v>67025</c:v>
                </c:pt>
                <c:pt idx="24656">
                  <c:v>67026</c:v>
                </c:pt>
                <c:pt idx="24657">
                  <c:v>67027</c:v>
                </c:pt>
                <c:pt idx="24658">
                  <c:v>67028</c:v>
                </c:pt>
                <c:pt idx="24659">
                  <c:v>67029</c:v>
                </c:pt>
                <c:pt idx="24660">
                  <c:v>67030</c:v>
                </c:pt>
                <c:pt idx="24661">
                  <c:v>67031</c:v>
                </c:pt>
                <c:pt idx="24662">
                  <c:v>67032</c:v>
                </c:pt>
                <c:pt idx="24663">
                  <c:v>67033</c:v>
                </c:pt>
                <c:pt idx="24664">
                  <c:v>67034</c:v>
                </c:pt>
                <c:pt idx="24665">
                  <c:v>67035</c:v>
                </c:pt>
                <c:pt idx="24666">
                  <c:v>67036</c:v>
                </c:pt>
                <c:pt idx="24667">
                  <c:v>67037</c:v>
                </c:pt>
                <c:pt idx="24668">
                  <c:v>67038</c:v>
                </c:pt>
                <c:pt idx="24669">
                  <c:v>67039</c:v>
                </c:pt>
                <c:pt idx="24670">
                  <c:v>67040</c:v>
                </c:pt>
                <c:pt idx="24671">
                  <c:v>67041</c:v>
                </c:pt>
                <c:pt idx="24672">
                  <c:v>67042</c:v>
                </c:pt>
                <c:pt idx="24673">
                  <c:v>67043</c:v>
                </c:pt>
                <c:pt idx="24674">
                  <c:v>67044</c:v>
                </c:pt>
                <c:pt idx="24675">
                  <c:v>67045</c:v>
                </c:pt>
                <c:pt idx="24676">
                  <c:v>67046</c:v>
                </c:pt>
                <c:pt idx="24677">
                  <c:v>67047</c:v>
                </c:pt>
                <c:pt idx="24678">
                  <c:v>67048</c:v>
                </c:pt>
                <c:pt idx="24679">
                  <c:v>67049</c:v>
                </c:pt>
                <c:pt idx="24680">
                  <c:v>67050</c:v>
                </c:pt>
                <c:pt idx="24681">
                  <c:v>67051</c:v>
                </c:pt>
                <c:pt idx="24682">
                  <c:v>67052</c:v>
                </c:pt>
                <c:pt idx="24683">
                  <c:v>67053</c:v>
                </c:pt>
                <c:pt idx="24684">
                  <c:v>67054</c:v>
                </c:pt>
                <c:pt idx="24685">
                  <c:v>67055</c:v>
                </c:pt>
                <c:pt idx="24686">
                  <c:v>67056</c:v>
                </c:pt>
                <c:pt idx="24687">
                  <c:v>67057</c:v>
                </c:pt>
                <c:pt idx="24688">
                  <c:v>67058</c:v>
                </c:pt>
                <c:pt idx="24689">
                  <c:v>67059</c:v>
                </c:pt>
                <c:pt idx="24690">
                  <c:v>67060</c:v>
                </c:pt>
                <c:pt idx="24691">
                  <c:v>67061</c:v>
                </c:pt>
                <c:pt idx="24692">
                  <c:v>67062</c:v>
                </c:pt>
                <c:pt idx="24693">
                  <c:v>67063</c:v>
                </c:pt>
                <c:pt idx="24694">
                  <c:v>67064</c:v>
                </c:pt>
                <c:pt idx="24695">
                  <c:v>67065</c:v>
                </c:pt>
                <c:pt idx="24696">
                  <c:v>67066</c:v>
                </c:pt>
                <c:pt idx="24697">
                  <c:v>67067</c:v>
                </c:pt>
                <c:pt idx="24698">
                  <c:v>67068</c:v>
                </c:pt>
                <c:pt idx="24699">
                  <c:v>67069</c:v>
                </c:pt>
                <c:pt idx="24700">
                  <c:v>67070</c:v>
                </c:pt>
                <c:pt idx="24701">
                  <c:v>67071</c:v>
                </c:pt>
                <c:pt idx="24702">
                  <c:v>67072</c:v>
                </c:pt>
                <c:pt idx="24703">
                  <c:v>67073</c:v>
                </c:pt>
                <c:pt idx="24704">
                  <c:v>67074</c:v>
                </c:pt>
                <c:pt idx="24705">
                  <c:v>67075</c:v>
                </c:pt>
                <c:pt idx="24706">
                  <c:v>67076</c:v>
                </c:pt>
                <c:pt idx="24707">
                  <c:v>67077</c:v>
                </c:pt>
                <c:pt idx="24708">
                  <c:v>67078</c:v>
                </c:pt>
                <c:pt idx="24709">
                  <c:v>67079</c:v>
                </c:pt>
                <c:pt idx="24710">
                  <c:v>67080</c:v>
                </c:pt>
                <c:pt idx="24711">
                  <c:v>67081</c:v>
                </c:pt>
                <c:pt idx="24712">
                  <c:v>67082</c:v>
                </c:pt>
                <c:pt idx="24713">
                  <c:v>67083</c:v>
                </c:pt>
                <c:pt idx="24714">
                  <c:v>67084</c:v>
                </c:pt>
                <c:pt idx="24715">
                  <c:v>67085</c:v>
                </c:pt>
                <c:pt idx="24716">
                  <c:v>67086</c:v>
                </c:pt>
                <c:pt idx="24717">
                  <c:v>67087</c:v>
                </c:pt>
                <c:pt idx="24718">
                  <c:v>67088</c:v>
                </c:pt>
                <c:pt idx="24719">
                  <c:v>67089</c:v>
                </c:pt>
                <c:pt idx="24720">
                  <c:v>67090</c:v>
                </c:pt>
                <c:pt idx="24721">
                  <c:v>67091</c:v>
                </c:pt>
                <c:pt idx="24722">
                  <c:v>67092</c:v>
                </c:pt>
                <c:pt idx="24723">
                  <c:v>67093</c:v>
                </c:pt>
                <c:pt idx="24724">
                  <c:v>67094</c:v>
                </c:pt>
                <c:pt idx="24725">
                  <c:v>67095</c:v>
                </c:pt>
                <c:pt idx="24726">
                  <c:v>67096</c:v>
                </c:pt>
                <c:pt idx="24727">
                  <c:v>67097</c:v>
                </c:pt>
                <c:pt idx="24728">
                  <c:v>67098</c:v>
                </c:pt>
                <c:pt idx="24729">
                  <c:v>67099</c:v>
                </c:pt>
                <c:pt idx="24730">
                  <c:v>67100</c:v>
                </c:pt>
                <c:pt idx="24731">
                  <c:v>67101</c:v>
                </c:pt>
                <c:pt idx="24732">
                  <c:v>67102</c:v>
                </c:pt>
                <c:pt idx="24733">
                  <c:v>67103</c:v>
                </c:pt>
                <c:pt idx="24734">
                  <c:v>67104</c:v>
                </c:pt>
                <c:pt idx="24735">
                  <c:v>67105</c:v>
                </c:pt>
                <c:pt idx="24736">
                  <c:v>67106</c:v>
                </c:pt>
                <c:pt idx="24737">
                  <c:v>67107</c:v>
                </c:pt>
                <c:pt idx="24738">
                  <c:v>67108</c:v>
                </c:pt>
                <c:pt idx="24739">
                  <c:v>67109</c:v>
                </c:pt>
                <c:pt idx="24740">
                  <c:v>67110</c:v>
                </c:pt>
                <c:pt idx="24741">
                  <c:v>67111</c:v>
                </c:pt>
                <c:pt idx="24742">
                  <c:v>67112</c:v>
                </c:pt>
                <c:pt idx="24743">
                  <c:v>67113</c:v>
                </c:pt>
                <c:pt idx="24744">
                  <c:v>67114</c:v>
                </c:pt>
                <c:pt idx="24745">
                  <c:v>67115</c:v>
                </c:pt>
                <c:pt idx="24746">
                  <c:v>67116</c:v>
                </c:pt>
                <c:pt idx="24747">
                  <c:v>67117</c:v>
                </c:pt>
                <c:pt idx="24748">
                  <c:v>67118</c:v>
                </c:pt>
                <c:pt idx="24749">
                  <c:v>67119</c:v>
                </c:pt>
                <c:pt idx="24750">
                  <c:v>67120</c:v>
                </c:pt>
                <c:pt idx="24751">
                  <c:v>67121</c:v>
                </c:pt>
                <c:pt idx="24752">
                  <c:v>67122</c:v>
                </c:pt>
                <c:pt idx="24753">
                  <c:v>67123</c:v>
                </c:pt>
                <c:pt idx="24754">
                  <c:v>67124</c:v>
                </c:pt>
                <c:pt idx="24755">
                  <c:v>67125</c:v>
                </c:pt>
                <c:pt idx="24756">
                  <c:v>67126</c:v>
                </c:pt>
                <c:pt idx="24757">
                  <c:v>67127</c:v>
                </c:pt>
                <c:pt idx="24758">
                  <c:v>67128</c:v>
                </c:pt>
                <c:pt idx="24759">
                  <c:v>67129</c:v>
                </c:pt>
                <c:pt idx="24760">
                  <c:v>67130</c:v>
                </c:pt>
                <c:pt idx="24761">
                  <c:v>67131</c:v>
                </c:pt>
                <c:pt idx="24762">
                  <c:v>67132</c:v>
                </c:pt>
                <c:pt idx="24763">
                  <c:v>67133</c:v>
                </c:pt>
                <c:pt idx="24764">
                  <c:v>67134</c:v>
                </c:pt>
                <c:pt idx="24765">
                  <c:v>67135</c:v>
                </c:pt>
                <c:pt idx="24766">
                  <c:v>67136</c:v>
                </c:pt>
                <c:pt idx="24767">
                  <c:v>67137</c:v>
                </c:pt>
                <c:pt idx="24768">
                  <c:v>67138</c:v>
                </c:pt>
                <c:pt idx="24769">
                  <c:v>67139</c:v>
                </c:pt>
                <c:pt idx="24770">
                  <c:v>67140</c:v>
                </c:pt>
                <c:pt idx="24771">
                  <c:v>67141</c:v>
                </c:pt>
                <c:pt idx="24772">
                  <c:v>67142</c:v>
                </c:pt>
                <c:pt idx="24773">
                  <c:v>67143</c:v>
                </c:pt>
                <c:pt idx="24774">
                  <c:v>67144</c:v>
                </c:pt>
                <c:pt idx="24775">
                  <c:v>67145</c:v>
                </c:pt>
                <c:pt idx="24776">
                  <c:v>67146</c:v>
                </c:pt>
                <c:pt idx="24777">
                  <c:v>67147</c:v>
                </c:pt>
                <c:pt idx="24778">
                  <c:v>67148</c:v>
                </c:pt>
                <c:pt idx="24779">
                  <c:v>67149</c:v>
                </c:pt>
                <c:pt idx="24780">
                  <c:v>67150</c:v>
                </c:pt>
                <c:pt idx="24781">
                  <c:v>67151</c:v>
                </c:pt>
                <c:pt idx="24782">
                  <c:v>67152</c:v>
                </c:pt>
                <c:pt idx="24783">
                  <c:v>67153</c:v>
                </c:pt>
                <c:pt idx="24784">
                  <c:v>67154</c:v>
                </c:pt>
                <c:pt idx="24785">
                  <c:v>67155</c:v>
                </c:pt>
                <c:pt idx="24786">
                  <c:v>67156</c:v>
                </c:pt>
                <c:pt idx="24787">
                  <c:v>67157</c:v>
                </c:pt>
                <c:pt idx="24788">
                  <c:v>67158</c:v>
                </c:pt>
                <c:pt idx="24789">
                  <c:v>67159</c:v>
                </c:pt>
                <c:pt idx="24790">
                  <c:v>67160</c:v>
                </c:pt>
                <c:pt idx="24791">
                  <c:v>67161</c:v>
                </c:pt>
                <c:pt idx="24792">
                  <c:v>67162</c:v>
                </c:pt>
                <c:pt idx="24793">
                  <c:v>67163</c:v>
                </c:pt>
                <c:pt idx="24794">
                  <c:v>67164</c:v>
                </c:pt>
                <c:pt idx="24795">
                  <c:v>67165</c:v>
                </c:pt>
                <c:pt idx="24796">
                  <c:v>67166</c:v>
                </c:pt>
                <c:pt idx="24797">
                  <c:v>67167</c:v>
                </c:pt>
                <c:pt idx="24798">
                  <c:v>67168</c:v>
                </c:pt>
                <c:pt idx="24799">
                  <c:v>67169</c:v>
                </c:pt>
                <c:pt idx="24800">
                  <c:v>67170</c:v>
                </c:pt>
                <c:pt idx="24801">
                  <c:v>67171</c:v>
                </c:pt>
                <c:pt idx="24802">
                  <c:v>67172</c:v>
                </c:pt>
                <c:pt idx="24803">
                  <c:v>67173</c:v>
                </c:pt>
                <c:pt idx="24804">
                  <c:v>67174</c:v>
                </c:pt>
                <c:pt idx="24805">
                  <c:v>67175</c:v>
                </c:pt>
                <c:pt idx="24806">
                  <c:v>67176</c:v>
                </c:pt>
                <c:pt idx="24807">
                  <c:v>67177</c:v>
                </c:pt>
                <c:pt idx="24808">
                  <c:v>67178</c:v>
                </c:pt>
                <c:pt idx="24809">
                  <c:v>67179</c:v>
                </c:pt>
                <c:pt idx="24810">
                  <c:v>67180</c:v>
                </c:pt>
                <c:pt idx="24811">
                  <c:v>67181</c:v>
                </c:pt>
                <c:pt idx="24812">
                  <c:v>67182</c:v>
                </c:pt>
                <c:pt idx="24813">
                  <c:v>67183</c:v>
                </c:pt>
                <c:pt idx="24814">
                  <c:v>67184</c:v>
                </c:pt>
                <c:pt idx="24815">
                  <c:v>67185</c:v>
                </c:pt>
                <c:pt idx="24816">
                  <c:v>67186</c:v>
                </c:pt>
                <c:pt idx="24817">
                  <c:v>67187</c:v>
                </c:pt>
                <c:pt idx="24818">
                  <c:v>67188</c:v>
                </c:pt>
                <c:pt idx="24819">
                  <c:v>67189</c:v>
                </c:pt>
                <c:pt idx="24820">
                  <c:v>67190</c:v>
                </c:pt>
                <c:pt idx="24821">
                  <c:v>67191</c:v>
                </c:pt>
                <c:pt idx="24822">
                  <c:v>67192</c:v>
                </c:pt>
                <c:pt idx="24823">
                  <c:v>67193</c:v>
                </c:pt>
                <c:pt idx="24824">
                  <c:v>67194</c:v>
                </c:pt>
                <c:pt idx="24825">
                  <c:v>67195</c:v>
                </c:pt>
                <c:pt idx="24826">
                  <c:v>67196</c:v>
                </c:pt>
                <c:pt idx="24827">
                  <c:v>67197</c:v>
                </c:pt>
                <c:pt idx="24828">
                  <c:v>67198</c:v>
                </c:pt>
                <c:pt idx="24829">
                  <c:v>67199</c:v>
                </c:pt>
                <c:pt idx="24830">
                  <c:v>67200</c:v>
                </c:pt>
                <c:pt idx="24831">
                  <c:v>67201</c:v>
                </c:pt>
                <c:pt idx="24832">
                  <c:v>67202</c:v>
                </c:pt>
                <c:pt idx="24833">
                  <c:v>67203</c:v>
                </c:pt>
                <c:pt idx="24834">
                  <c:v>67204</c:v>
                </c:pt>
                <c:pt idx="24835">
                  <c:v>67205</c:v>
                </c:pt>
                <c:pt idx="24836">
                  <c:v>67206</c:v>
                </c:pt>
                <c:pt idx="24837">
                  <c:v>67207</c:v>
                </c:pt>
                <c:pt idx="24838">
                  <c:v>67208</c:v>
                </c:pt>
                <c:pt idx="24839">
                  <c:v>67209</c:v>
                </c:pt>
                <c:pt idx="24840">
                  <c:v>67210</c:v>
                </c:pt>
                <c:pt idx="24841">
                  <c:v>67211</c:v>
                </c:pt>
                <c:pt idx="24842">
                  <c:v>67212</c:v>
                </c:pt>
                <c:pt idx="24843">
                  <c:v>67213</c:v>
                </c:pt>
                <c:pt idx="24844">
                  <c:v>67214</c:v>
                </c:pt>
                <c:pt idx="24845">
                  <c:v>67215</c:v>
                </c:pt>
                <c:pt idx="24846">
                  <c:v>67216</c:v>
                </c:pt>
                <c:pt idx="24847">
                  <c:v>67217</c:v>
                </c:pt>
                <c:pt idx="24848">
                  <c:v>67218</c:v>
                </c:pt>
                <c:pt idx="24849">
                  <c:v>67219</c:v>
                </c:pt>
                <c:pt idx="24850">
                  <c:v>67220</c:v>
                </c:pt>
                <c:pt idx="24851">
                  <c:v>67221</c:v>
                </c:pt>
                <c:pt idx="24852">
                  <c:v>67222</c:v>
                </c:pt>
                <c:pt idx="24853">
                  <c:v>67223</c:v>
                </c:pt>
                <c:pt idx="24854">
                  <c:v>67224</c:v>
                </c:pt>
                <c:pt idx="24855">
                  <c:v>67225</c:v>
                </c:pt>
                <c:pt idx="24856">
                  <c:v>67226</c:v>
                </c:pt>
                <c:pt idx="24857">
                  <c:v>67227</c:v>
                </c:pt>
                <c:pt idx="24858">
                  <c:v>67228</c:v>
                </c:pt>
                <c:pt idx="24859">
                  <c:v>67229</c:v>
                </c:pt>
                <c:pt idx="24860">
                  <c:v>67230</c:v>
                </c:pt>
                <c:pt idx="24861">
                  <c:v>67231</c:v>
                </c:pt>
                <c:pt idx="24862">
                  <c:v>67232</c:v>
                </c:pt>
                <c:pt idx="24863">
                  <c:v>67233</c:v>
                </c:pt>
                <c:pt idx="24864">
                  <c:v>67234</c:v>
                </c:pt>
                <c:pt idx="24865">
                  <c:v>67235</c:v>
                </c:pt>
                <c:pt idx="24866">
                  <c:v>67236</c:v>
                </c:pt>
                <c:pt idx="24867">
                  <c:v>67237</c:v>
                </c:pt>
                <c:pt idx="24868">
                  <c:v>67238</c:v>
                </c:pt>
                <c:pt idx="24869">
                  <c:v>67239</c:v>
                </c:pt>
                <c:pt idx="24870">
                  <c:v>67240</c:v>
                </c:pt>
                <c:pt idx="24871">
                  <c:v>67241</c:v>
                </c:pt>
                <c:pt idx="24872">
                  <c:v>67242</c:v>
                </c:pt>
                <c:pt idx="24873">
                  <c:v>67243</c:v>
                </c:pt>
                <c:pt idx="24874">
                  <c:v>67244</c:v>
                </c:pt>
                <c:pt idx="24875">
                  <c:v>67245</c:v>
                </c:pt>
                <c:pt idx="24876">
                  <c:v>67246</c:v>
                </c:pt>
                <c:pt idx="24877">
                  <c:v>67247</c:v>
                </c:pt>
                <c:pt idx="24878">
                  <c:v>67248</c:v>
                </c:pt>
                <c:pt idx="24879">
                  <c:v>67249</c:v>
                </c:pt>
                <c:pt idx="24880">
                  <c:v>67250</c:v>
                </c:pt>
                <c:pt idx="24881">
                  <c:v>67251</c:v>
                </c:pt>
                <c:pt idx="24882">
                  <c:v>67252</c:v>
                </c:pt>
                <c:pt idx="24883">
                  <c:v>67253</c:v>
                </c:pt>
                <c:pt idx="24884">
                  <c:v>67254</c:v>
                </c:pt>
                <c:pt idx="24885">
                  <c:v>67255</c:v>
                </c:pt>
                <c:pt idx="24886">
                  <c:v>67256</c:v>
                </c:pt>
                <c:pt idx="24887">
                  <c:v>67257</c:v>
                </c:pt>
                <c:pt idx="24888">
                  <c:v>67258</c:v>
                </c:pt>
                <c:pt idx="24889">
                  <c:v>67259</c:v>
                </c:pt>
                <c:pt idx="24890">
                  <c:v>67260</c:v>
                </c:pt>
                <c:pt idx="24891">
                  <c:v>67261</c:v>
                </c:pt>
                <c:pt idx="24892">
                  <c:v>67262</c:v>
                </c:pt>
                <c:pt idx="24893">
                  <c:v>67263</c:v>
                </c:pt>
                <c:pt idx="24894">
                  <c:v>67264</c:v>
                </c:pt>
                <c:pt idx="24895">
                  <c:v>67265</c:v>
                </c:pt>
                <c:pt idx="24896">
                  <c:v>67266</c:v>
                </c:pt>
                <c:pt idx="24897">
                  <c:v>67267</c:v>
                </c:pt>
                <c:pt idx="24898">
                  <c:v>67268</c:v>
                </c:pt>
                <c:pt idx="24899">
                  <c:v>67269</c:v>
                </c:pt>
                <c:pt idx="24900">
                  <c:v>67270</c:v>
                </c:pt>
                <c:pt idx="24901">
                  <c:v>67271</c:v>
                </c:pt>
                <c:pt idx="24902">
                  <c:v>67272</c:v>
                </c:pt>
                <c:pt idx="24903">
                  <c:v>67273</c:v>
                </c:pt>
                <c:pt idx="24904">
                  <c:v>67274</c:v>
                </c:pt>
                <c:pt idx="24905">
                  <c:v>67275</c:v>
                </c:pt>
                <c:pt idx="24906">
                  <c:v>67276</c:v>
                </c:pt>
                <c:pt idx="24907">
                  <c:v>67277</c:v>
                </c:pt>
                <c:pt idx="24908">
                  <c:v>67278</c:v>
                </c:pt>
                <c:pt idx="24909">
                  <c:v>67279</c:v>
                </c:pt>
                <c:pt idx="24910">
                  <c:v>67280</c:v>
                </c:pt>
                <c:pt idx="24911">
                  <c:v>67281</c:v>
                </c:pt>
                <c:pt idx="24912">
                  <c:v>67282</c:v>
                </c:pt>
                <c:pt idx="24913">
                  <c:v>67283</c:v>
                </c:pt>
                <c:pt idx="24914">
                  <c:v>67284</c:v>
                </c:pt>
                <c:pt idx="24915">
                  <c:v>67285</c:v>
                </c:pt>
                <c:pt idx="24916">
                  <c:v>67286</c:v>
                </c:pt>
                <c:pt idx="24917">
                  <c:v>67287</c:v>
                </c:pt>
                <c:pt idx="24918">
                  <c:v>67288</c:v>
                </c:pt>
                <c:pt idx="24919">
                  <c:v>67289</c:v>
                </c:pt>
                <c:pt idx="24920">
                  <c:v>67290</c:v>
                </c:pt>
                <c:pt idx="24921">
                  <c:v>67291</c:v>
                </c:pt>
                <c:pt idx="24922">
                  <c:v>67292</c:v>
                </c:pt>
                <c:pt idx="24923">
                  <c:v>67293</c:v>
                </c:pt>
                <c:pt idx="24924">
                  <c:v>67294</c:v>
                </c:pt>
                <c:pt idx="24925">
                  <c:v>67295</c:v>
                </c:pt>
                <c:pt idx="24926">
                  <c:v>67296</c:v>
                </c:pt>
                <c:pt idx="24927">
                  <c:v>67297</c:v>
                </c:pt>
                <c:pt idx="24928">
                  <c:v>67298</c:v>
                </c:pt>
                <c:pt idx="24929">
                  <c:v>67299</c:v>
                </c:pt>
                <c:pt idx="24930">
                  <c:v>67300</c:v>
                </c:pt>
                <c:pt idx="24931">
                  <c:v>67301</c:v>
                </c:pt>
                <c:pt idx="24932">
                  <c:v>67302</c:v>
                </c:pt>
                <c:pt idx="24933">
                  <c:v>67303</c:v>
                </c:pt>
                <c:pt idx="24934">
                  <c:v>67304</c:v>
                </c:pt>
                <c:pt idx="24935">
                  <c:v>67305</c:v>
                </c:pt>
                <c:pt idx="24936">
                  <c:v>67306</c:v>
                </c:pt>
                <c:pt idx="24937">
                  <c:v>67307</c:v>
                </c:pt>
                <c:pt idx="24938">
                  <c:v>67308</c:v>
                </c:pt>
                <c:pt idx="24939">
                  <c:v>67309</c:v>
                </c:pt>
                <c:pt idx="24940">
                  <c:v>67310</c:v>
                </c:pt>
                <c:pt idx="24941">
                  <c:v>67311</c:v>
                </c:pt>
                <c:pt idx="24942">
                  <c:v>67312</c:v>
                </c:pt>
                <c:pt idx="24943">
                  <c:v>67313</c:v>
                </c:pt>
                <c:pt idx="24944">
                  <c:v>67314</c:v>
                </c:pt>
                <c:pt idx="24945">
                  <c:v>67315</c:v>
                </c:pt>
                <c:pt idx="24946">
                  <c:v>67316</c:v>
                </c:pt>
                <c:pt idx="24947">
                  <c:v>67317</c:v>
                </c:pt>
                <c:pt idx="24948">
                  <c:v>67318</c:v>
                </c:pt>
                <c:pt idx="24949">
                  <c:v>67319</c:v>
                </c:pt>
                <c:pt idx="24950">
                  <c:v>67320</c:v>
                </c:pt>
                <c:pt idx="24951">
                  <c:v>67321</c:v>
                </c:pt>
                <c:pt idx="24952">
                  <c:v>67322</c:v>
                </c:pt>
                <c:pt idx="24953">
                  <c:v>67323</c:v>
                </c:pt>
                <c:pt idx="24954">
                  <c:v>67324</c:v>
                </c:pt>
                <c:pt idx="24955">
                  <c:v>67325</c:v>
                </c:pt>
                <c:pt idx="24956">
                  <c:v>67326</c:v>
                </c:pt>
                <c:pt idx="24957">
                  <c:v>67327</c:v>
                </c:pt>
                <c:pt idx="24958">
                  <c:v>67328</c:v>
                </c:pt>
                <c:pt idx="24959">
                  <c:v>67329</c:v>
                </c:pt>
                <c:pt idx="24960">
                  <c:v>67330</c:v>
                </c:pt>
                <c:pt idx="24961">
                  <c:v>67331</c:v>
                </c:pt>
                <c:pt idx="24962">
                  <c:v>67332</c:v>
                </c:pt>
                <c:pt idx="24963">
                  <c:v>67333</c:v>
                </c:pt>
                <c:pt idx="24964">
                  <c:v>67334</c:v>
                </c:pt>
                <c:pt idx="24965">
                  <c:v>67335</c:v>
                </c:pt>
                <c:pt idx="24966">
                  <c:v>67336</c:v>
                </c:pt>
                <c:pt idx="24967">
                  <c:v>67337</c:v>
                </c:pt>
                <c:pt idx="24968">
                  <c:v>67338</c:v>
                </c:pt>
                <c:pt idx="24969">
                  <c:v>67339</c:v>
                </c:pt>
                <c:pt idx="24970">
                  <c:v>67340</c:v>
                </c:pt>
                <c:pt idx="24971">
                  <c:v>67341</c:v>
                </c:pt>
                <c:pt idx="24972">
                  <c:v>67342</c:v>
                </c:pt>
                <c:pt idx="24973">
                  <c:v>67343</c:v>
                </c:pt>
                <c:pt idx="24974">
                  <c:v>67344</c:v>
                </c:pt>
                <c:pt idx="24975">
                  <c:v>67345</c:v>
                </c:pt>
                <c:pt idx="24976">
                  <c:v>67346</c:v>
                </c:pt>
                <c:pt idx="24977">
                  <c:v>67347</c:v>
                </c:pt>
                <c:pt idx="24978">
                  <c:v>67348</c:v>
                </c:pt>
                <c:pt idx="24979">
                  <c:v>67349</c:v>
                </c:pt>
                <c:pt idx="24980">
                  <c:v>67350</c:v>
                </c:pt>
                <c:pt idx="24981">
                  <c:v>67351</c:v>
                </c:pt>
                <c:pt idx="24982">
                  <c:v>67352</c:v>
                </c:pt>
                <c:pt idx="24983">
                  <c:v>67353</c:v>
                </c:pt>
                <c:pt idx="24984">
                  <c:v>67354</c:v>
                </c:pt>
                <c:pt idx="24985">
                  <c:v>67355</c:v>
                </c:pt>
                <c:pt idx="24986">
                  <c:v>67356</c:v>
                </c:pt>
                <c:pt idx="24987">
                  <c:v>67357</c:v>
                </c:pt>
                <c:pt idx="24988">
                  <c:v>67358</c:v>
                </c:pt>
                <c:pt idx="24989">
                  <c:v>67359</c:v>
                </c:pt>
                <c:pt idx="24990">
                  <c:v>67360</c:v>
                </c:pt>
                <c:pt idx="24991">
                  <c:v>67361</c:v>
                </c:pt>
                <c:pt idx="24992">
                  <c:v>67362</c:v>
                </c:pt>
                <c:pt idx="24993">
                  <c:v>67363</c:v>
                </c:pt>
                <c:pt idx="24994">
                  <c:v>67364</c:v>
                </c:pt>
                <c:pt idx="24995">
                  <c:v>67365</c:v>
                </c:pt>
                <c:pt idx="24996">
                  <c:v>67366</c:v>
                </c:pt>
                <c:pt idx="24997">
                  <c:v>67367</c:v>
                </c:pt>
                <c:pt idx="24998">
                  <c:v>67368</c:v>
                </c:pt>
                <c:pt idx="24999">
                  <c:v>67369</c:v>
                </c:pt>
                <c:pt idx="25000">
                  <c:v>67370</c:v>
                </c:pt>
                <c:pt idx="25001">
                  <c:v>67371</c:v>
                </c:pt>
                <c:pt idx="25002">
                  <c:v>67372</c:v>
                </c:pt>
                <c:pt idx="25003">
                  <c:v>67373</c:v>
                </c:pt>
                <c:pt idx="25004">
                  <c:v>67374</c:v>
                </c:pt>
                <c:pt idx="25005">
                  <c:v>67375</c:v>
                </c:pt>
                <c:pt idx="25006">
                  <c:v>67376</c:v>
                </c:pt>
                <c:pt idx="25007">
                  <c:v>67377</c:v>
                </c:pt>
                <c:pt idx="25008">
                  <c:v>67378</c:v>
                </c:pt>
                <c:pt idx="25009">
                  <c:v>67379</c:v>
                </c:pt>
                <c:pt idx="25010">
                  <c:v>67380</c:v>
                </c:pt>
                <c:pt idx="25011">
                  <c:v>67381</c:v>
                </c:pt>
                <c:pt idx="25012">
                  <c:v>67382</c:v>
                </c:pt>
                <c:pt idx="25013">
                  <c:v>67383</c:v>
                </c:pt>
                <c:pt idx="25014">
                  <c:v>67384</c:v>
                </c:pt>
                <c:pt idx="25015">
                  <c:v>67385</c:v>
                </c:pt>
                <c:pt idx="25016">
                  <c:v>67386</c:v>
                </c:pt>
                <c:pt idx="25017">
                  <c:v>67387</c:v>
                </c:pt>
                <c:pt idx="25018">
                  <c:v>67388</c:v>
                </c:pt>
                <c:pt idx="25019">
                  <c:v>67389</c:v>
                </c:pt>
                <c:pt idx="25020">
                  <c:v>67390</c:v>
                </c:pt>
                <c:pt idx="25021">
                  <c:v>67391</c:v>
                </c:pt>
                <c:pt idx="25022">
                  <c:v>67392</c:v>
                </c:pt>
                <c:pt idx="25023">
                  <c:v>67393</c:v>
                </c:pt>
                <c:pt idx="25024">
                  <c:v>67394</c:v>
                </c:pt>
                <c:pt idx="25025">
                  <c:v>67395</c:v>
                </c:pt>
                <c:pt idx="25026">
                  <c:v>67396</c:v>
                </c:pt>
                <c:pt idx="25027">
                  <c:v>67397</c:v>
                </c:pt>
                <c:pt idx="25028">
                  <c:v>67398</c:v>
                </c:pt>
                <c:pt idx="25029">
                  <c:v>67399</c:v>
                </c:pt>
                <c:pt idx="25030">
                  <c:v>67400</c:v>
                </c:pt>
                <c:pt idx="25031">
                  <c:v>67401</c:v>
                </c:pt>
                <c:pt idx="25032">
                  <c:v>67402</c:v>
                </c:pt>
                <c:pt idx="25033">
                  <c:v>67403</c:v>
                </c:pt>
                <c:pt idx="25034">
                  <c:v>67404</c:v>
                </c:pt>
                <c:pt idx="25035">
                  <c:v>67405</c:v>
                </c:pt>
                <c:pt idx="25036">
                  <c:v>67406</c:v>
                </c:pt>
                <c:pt idx="25037">
                  <c:v>67407</c:v>
                </c:pt>
                <c:pt idx="25038">
                  <c:v>67408</c:v>
                </c:pt>
                <c:pt idx="25039">
                  <c:v>67409</c:v>
                </c:pt>
                <c:pt idx="25040">
                  <c:v>67410</c:v>
                </c:pt>
                <c:pt idx="25041">
                  <c:v>67411</c:v>
                </c:pt>
                <c:pt idx="25042">
                  <c:v>67412</c:v>
                </c:pt>
                <c:pt idx="25043">
                  <c:v>67413</c:v>
                </c:pt>
                <c:pt idx="25044">
                  <c:v>67414</c:v>
                </c:pt>
                <c:pt idx="25045">
                  <c:v>67415</c:v>
                </c:pt>
                <c:pt idx="25046">
                  <c:v>67416</c:v>
                </c:pt>
                <c:pt idx="25047">
                  <c:v>67417</c:v>
                </c:pt>
                <c:pt idx="25048">
                  <c:v>67418</c:v>
                </c:pt>
                <c:pt idx="25049">
                  <c:v>67419</c:v>
                </c:pt>
                <c:pt idx="25050">
                  <c:v>67420</c:v>
                </c:pt>
                <c:pt idx="25051">
                  <c:v>67421</c:v>
                </c:pt>
                <c:pt idx="25052">
                  <c:v>67422</c:v>
                </c:pt>
                <c:pt idx="25053">
                  <c:v>67423</c:v>
                </c:pt>
                <c:pt idx="25054">
                  <c:v>67424</c:v>
                </c:pt>
                <c:pt idx="25055">
                  <c:v>67425</c:v>
                </c:pt>
                <c:pt idx="25056">
                  <c:v>67426</c:v>
                </c:pt>
                <c:pt idx="25057">
                  <c:v>67427</c:v>
                </c:pt>
                <c:pt idx="25058">
                  <c:v>67428</c:v>
                </c:pt>
                <c:pt idx="25059">
                  <c:v>67429</c:v>
                </c:pt>
                <c:pt idx="25060">
                  <c:v>67430</c:v>
                </c:pt>
                <c:pt idx="25061">
                  <c:v>67431</c:v>
                </c:pt>
                <c:pt idx="25062">
                  <c:v>67432</c:v>
                </c:pt>
                <c:pt idx="25063">
                  <c:v>67433</c:v>
                </c:pt>
                <c:pt idx="25064">
                  <c:v>67434</c:v>
                </c:pt>
                <c:pt idx="25065">
                  <c:v>67435</c:v>
                </c:pt>
                <c:pt idx="25066">
                  <c:v>67436</c:v>
                </c:pt>
                <c:pt idx="25067">
                  <c:v>67437</c:v>
                </c:pt>
                <c:pt idx="25068">
                  <c:v>67438</c:v>
                </c:pt>
                <c:pt idx="25069">
                  <c:v>67439</c:v>
                </c:pt>
                <c:pt idx="25070">
                  <c:v>67440</c:v>
                </c:pt>
                <c:pt idx="25071">
                  <c:v>67441</c:v>
                </c:pt>
                <c:pt idx="25072">
                  <c:v>67442</c:v>
                </c:pt>
                <c:pt idx="25073">
                  <c:v>67443</c:v>
                </c:pt>
                <c:pt idx="25074">
                  <c:v>67444</c:v>
                </c:pt>
                <c:pt idx="25075">
                  <c:v>67445</c:v>
                </c:pt>
                <c:pt idx="25076">
                  <c:v>67446</c:v>
                </c:pt>
                <c:pt idx="25077">
                  <c:v>67447</c:v>
                </c:pt>
                <c:pt idx="25078">
                  <c:v>67448</c:v>
                </c:pt>
                <c:pt idx="25079">
                  <c:v>67449</c:v>
                </c:pt>
                <c:pt idx="25080">
                  <c:v>67450</c:v>
                </c:pt>
                <c:pt idx="25081">
                  <c:v>67451</c:v>
                </c:pt>
                <c:pt idx="25082">
                  <c:v>67452</c:v>
                </c:pt>
                <c:pt idx="25083">
                  <c:v>67453</c:v>
                </c:pt>
                <c:pt idx="25084">
                  <c:v>67454</c:v>
                </c:pt>
                <c:pt idx="25085">
                  <c:v>67455</c:v>
                </c:pt>
                <c:pt idx="25086">
                  <c:v>67456</c:v>
                </c:pt>
                <c:pt idx="25087">
                  <c:v>67457</c:v>
                </c:pt>
                <c:pt idx="25088">
                  <c:v>67458</c:v>
                </c:pt>
                <c:pt idx="25089">
                  <c:v>67459</c:v>
                </c:pt>
                <c:pt idx="25090">
                  <c:v>67460</c:v>
                </c:pt>
                <c:pt idx="25091">
                  <c:v>67461</c:v>
                </c:pt>
                <c:pt idx="25092">
                  <c:v>67462</c:v>
                </c:pt>
                <c:pt idx="25093">
                  <c:v>67463</c:v>
                </c:pt>
                <c:pt idx="25094">
                  <c:v>67464</c:v>
                </c:pt>
                <c:pt idx="25095">
                  <c:v>67465</c:v>
                </c:pt>
                <c:pt idx="25096">
                  <c:v>67466</c:v>
                </c:pt>
                <c:pt idx="25097">
                  <c:v>67467</c:v>
                </c:pt>
                <c:pt idx="25098">
                  <c:v>67468</c:v>
                </c:pt>
                <c:pt idx="25099">
                  <c:v>67469</c:v>
                </c:pt>
                <c:pt idx="25100">
                  <c:v>67470</c:v>
                </c:pt>
                <c:pt idx="25101">
                  <c:v>67471</c:v>
                </c:pt>
                <c:pt idx="25102">
                  <c:v>67472</c:v>
                </c:pt>
                <c:pt idx="25103">
                  <c:v>67473</c:v>
                </c:pt>
                <c:pt idx="25104">
                  <c:v>67474</c:v>
                </c:pt>
                <c:pt idx="25105">
                  <c:v>67475</c:v>
                </c:pt>
                <c:pt idx="25106">
                  <c:v>67476</c:v>
                </c:pt>
                <c:pt idx="25107">
                  <c:v>67477</c:v>
                </c:pt>
                <c:pt idx="25108">
                  <c:v>67478</c:v>
                </c:pt>
                <c:pt idx="25109">
                  <c:v>67479</c:v>
                </c:pt>
                <c:pt idx="25110">
                  <c:v>67480</c:v>
                </c:pt>
                <c:pt idx="25111">
                  <c:v>67481</c:v>
                </c:pt>
                <c:pt idx="25112">
                  <c:v>67482</c:v>
                </c:pt>
                <c:pt idx="25113">
                  <c:v>67483</c:v>
                </c:pt>
                <c:pt idx="25114">
                  <c:v>67484</c:v>
                </c:pt>
                <c:pt idx="25115">
                  <c:v>67485</c:v>
                </c:pt>
                <c:pt idx="25116">
                  <c:v>67486</c:v>
                </c:pt>
                <c:pt idx="25117">
                  <c:v>67487</c:v>
                </c:pt>
                <c:pt idx="25118">
                  <c:v>67488</c:v>
                </c:pt>
                <c:pt idx="25119">
                  <c:v>67489</c:v>
                </c:pt>
                <c:pt idx="25120">
                  <c:v>67490</c:v>
                </c:pt>
                <c:pt idx="25121">
                  <c:v>67491</c:v>
                </c:pt>
                <c:pt idx="25122">
                  <c:v>67492</c:v>
                </c:pt>
                <c:pt idx="25123">
                  <c:v>67493</c:v>
                </c:pt>
                <c:pt idx="25124">
                  <c:v>67494</c:v>
                </c:pt>
                <c:pt idx="25125">
                  <c:v>67495</c:v>
                </c:pt>
                <c:pt idx="25126">
                  <c:v>67496</c:v>
                </c:pt>
                <c:pt idx="25127">
                  <c:v>67497</c:v>
                </c:pt>
                <c:pt idx="25128">
                  <c:v>67498</c:v>
                </c:pt>
                <c:pt idx="25129">
                  <c:v>67499</c:v>
                </c:pt>
                <c:pt idx="25130">
                  <c:v>67500</c:v>
                </c:pt>
                <c:pt idx="25131">
                  <c:v>67501</c:v>
                </c:pt>
                <c:pt idx="25132">
                  <c:v>67502</c:v>
                </c:pt>
                <c:pt idx="25133">
                  <c:v>67503</c:v>
                </c:pt>
                <c:pt idx="25134">
                  <c:v>67504</c:v>
                </c:pt>
                <c:pt idx="25135">
                  <c:v>67505</c:v>
                </c:pt>
                <c:pt idx="25136">
                  <c:v>67506</c:v>
                </c:pt>
                <c:pt idx="25137">
                  <c:v>67507</c:v>
                </c:pt>
                <c:pt idx="25138">
                  <c:v>67508</c:v>
                </c:pt>
                <c:pt idx="25139">
                  <c:v>67509</c:v>
                </c:pt>
                <c:pt idx="25140">
                  <c:v>67510</c:v>
                </c:pt>
                <c:pt idx="25141">
                  <c:v>67511</c:v>
                </c:pt>
                <c:pt idx="25142">
                  <c:v>67512</c:v>
                </c:pt>
                <c:pt idx="25143">
                  <c:v>67513</c:v>
                </c:pt>
                <c:pt idx="25144">
                  <c:v>67514</c:v>
                </c:pt>
                <c:pt idx="25145">
                  <c:v>67515</c:v>
                </c:pt>
                <c:pt idx="25146">
                  <c:v>67516</c:v>
                </c:pt>
                <c:pt idx="25147">
                  <c:v>67517</c:v>
                </c:pt>
                <c:pt idx="25148">
                  <c:v>67518</c:v>
                </c:pt>
                <c:pt idx="25149">
                  <c:v>67519</c:v>
                </c:pt>
                <c:pt idx="25150">
                  <c:v>67520</c:v>
                </c:pt>
                <c:pt idx="25151">
                  <c:v>67521</c:v>
                </c:pt>
                <c:pt idx="25152">
                  <c:v>67522</c:v>
                </c:pt>
                <c:pt idx="25153">
                  <c:v>67523</c:v>
                </c:pt>
                <c:pt idx="25154">
                  <c:v>67524</c:v>
                </c:pt>
                <c:pt idx="25155">
                  <c:v>67525</c:v>
                </c:pt>
                <c:pt idx="25156">
                  <c:v>67526</c:v>
                </c:pt>
                <c:pt idx="25157">
                  <c:v>67527</c:v>
                </c:pt>
                <c:pt idx="25158">
                  <c:v>67528</c:v>
                </c:pt>
                <c:pt idx="25159">
                  <c:v>67529</c:v>
                </c:pt>
                <c:pt idx="25160">
                  <c:v>67530</c:v>
                </c:pt>
                <c:pt idx="25161">
                  <c:v>67531</c:v>
                </c:pt>
                <c:pt idx="25162">
                  <c:v>67532</c:v>
                </c:pt>
                <c:pt idx="25163">
                  <c:v>67533</c:v>
                </c:pt>
                <c:pt idx="25164">
                  <c:v>67534</c:v>
                </c:pt>
                <c:pt idx="25165">
                  <c:v>67535</c:v>
                </c:pt>
                <c:pt idx="25166">
                  <c:v>67536</c:v>
                </c:pt>
                <c:pt idx="25167">
                  <c:v>67537</c:v>
                </c:pt>
                <c:pt idx="25168">
                  <c:v>67538</c:v>
                </c:pt>
                <c:pt idx="25169">
                  <c:v>67539</c:v>
                </c:pt>
                <c:pt idx="25170">
                  <c:v>67540</c:v>
                </c:pt>
                <c:pt idx="25171">
                  <c:v>67541</c:v>
                </c:pt>
                <c:pt idx="25172">
                  <c:v>67542</c:v>
                </c:pt>
                <c:pt idx="25173">
                  <c:v>67543</c:v>
                </c:pt>
                <c:pt idx="25174">
                  <c:v>67544</c:v>
                </c:pt>
                <c:pt idx="25175">
                  <c:v>67545</c:v>
                </c:pt>
                <c:pt idx="25176">
                  <c:v>67546</c:v>
                </c:pt>
                <c:pt idx="25177">
                  <c:v>67547</c:v>
                </c:pt>
                <c:pt idx="25178">
                  <c:v>67548</c:v>
                </c:pt>
                <c:pt idx="25179">
                  <c:v>67549</c:v>
                </c:pt>
                <c:pt idx="25180">
                  <c:v>67550</c:v>
                </c:pt>
                <c:pt idx="25181">
                  <c:v>67551</c:v>
                </c:pt>
                <c:pt idx="25182">
                  <c:v>67552</c:v>
                </c:pt>
                <c:pt idx="25183">
                  <c:v>67553</c:v>
                </c:pt>
                <c:pt idx="25184">
                  <c:v>67554</c:v>
                </c:pt>
                <c:pt idx="25185">
                  <c:v>67555</c:v>
                </c:pt>
                <c:pt idx="25186">
                  <c:v>67556</c:v>
                </c:pt>
                <c:pt idx="25187">
                  <c:v>67557</c:v>
                </c:pt>
                <c:pt idx="25188">
                  <c:v>67558</c:v>
                </c:pt>
                <c:pt idx="25189">
                  <c:v>67559</c:v>
                </c:pt>
                <c:pt idx="25190">
                  <c:v>67560</c:v>
                </c:pt>
                <c:pt idx="25191">
                  <c:v>67561</c:v>
                </c:pt>
                <c:pt idx="25192">
                  <c:v>67562</c:v>
                </c:pt>
                <c:pt idx="25193">
                  <c:v>67563</c:v>
                </c:pt>
                <c:pt idx="25194">
                  <c:v>67564</c:v>
                </c:pt>
                <c:pt idx="25195">
                  <c:v>67565</c:v>
                </c:pt>
                <c:pt idx="25196">
                  <c:v>67566</c:v>
                </c:pt>
                <c:pt idx="25197">
                  <c:v>67567</c:v>
                </c:pt>
                <c:pt idx="25198">
                  <c:v>67568</c:v>
                </c:pt>
                <c:pt idx="25199">
                  <c:v>67569</c:v>
                </c:pt>
                <c:pt idx="25200">
                  <c:v>67570</c:v>
                </c:pt>
                <c:pt idx="25201">
                  <c:v>67571</c:v>
                </c:pt>
                <c:pt idx="25202">
                  <c:v>67572</c:v>
                </c:pt>
                <c:pt idx="25203">
                  <c:v>67573</c:v>
                </c:pt>
                <c:pt idx="25204">
                  <c:v>67574</c:v>
                </c:pt>
                <c:pt idx="25205">
                  <c:v>67575</c:v>
                </c:pt>
                <c:pt idx="25206">
                  <c:v>67576</c:v>
                </c:pt>
                <c:pt idx="25207">
                  <c:v>67577</c:v>
                </c:pt>
                <c:pt idx="25208">
                  <c:v>67578</c:v>
                </c:pt>
                <c:pt idx="25209">
                  <c:v>67579</c:v>
                </c:pt>
                <c:pt idx="25210">
                  <c:v>67580</c:v>
                </c:pt>
                <c:pt idx="25211">
                  <c:v>67581</c:v>
                </c:pt>
                <c:pt idx="25212">
                  <c:v>67582</c:v>
                </c:pt>
                <c:pt idx="25213">
                  <c:v>67583</c:v>
                </c:pt>
                <c:pt idx="25214">
                  <c:v>67584</c:v>
                </c:pt>
                <c:pt idx="25215">
                  <c:v>67585</c:v>
                </c:pt>
                <c:pt idx="25216">
                  <c:v>67586</c:v>
                </c:pt>
                <c:pt idx="25217">
                  <c:v>67587</c:v>
                </c:pt>
                <c:pt idx="25218">
                  <c:v>67588</c:v>
                </c:pt>
                <c:pt idx="25219">
                  <c:v>67589</c:v>
                </c:pt>
                <c:pt idx="25220">
                  <c:v>67590</c:v>
                </c:pt>
                <c:pt idx="25221">
                  <c:v>67591</c:v>
                </c:pt>
                <c:pt idx="25222">
                  <c:v>67592</c:v>
                </c:pt>
                <c:pt idx="25223">
                  <c:v>67593</c:v>
                </c:pt>
                <c:pt idx="25224">
                  <c:v>67594</c:v>
                </c:pt>
                <c:pt idx="25225">
                  <c:v>67595</c:v>
                </c:pt>
                <c:pt idx="25226">
                  <c:v>67596</c:v>
                </c:pt>
                <c:pt idx="25227">
                  <c:v>67597</c:v>
                </c:pt>
                <c:pt idx="25228">
                  <c:v>67598</c:v>
                </c:pt>
                <c:pt idx="25229">
                  <c:v>67599</c:v>
                </c:pt>
                <c:pt idx="25230">
                  <c:v>67600</c:v>
                </c:pt>
                <c:pt idx="25231">
                  <c:v>67601</c:v>
                </c:pt>
                <c:pt idx="25232">
                  <c:v>67602</c:v>
                </c:pt>
                <c:pt idx="25233">
                  <c:v>67603</c:v>
                </c:pt>
                <c:pt idx="25234">
                  <c:v>67604</c:v>
                </c:pt>
                <c:pt idx="25235">
                  <c:v>67605</c:v>
                </c:pt>
                <c:pt idx="25236">
                  <c:v>67606</c:v>
                </c:pt>
                <c:pt idx="25237">
                  <c:v>67607</c:v>
                </c:pt>
                <c:pt idx="25238">
                  <c:v>67608</c:v>
                </c:pt>
                <c:pt idx="25239">
                  <c:v>67609</c:v>
                </c:pt>
                <c:pt idx="25240">
                  <c:v>67610</c:v>
                </c:pt>
                <c:pt idx="25241">
                  <c:v>67611</c:v>
                </c:pt>
                <c:pt idx="25242">
                  <c:v>67612</c:v>
                </c:pt>
                <c:pt idx="25243">
                  <c:v>67613</c:v>
                </c:pt>
                <c:pt idx="25244">
                  <c:v>67614</c:v>
                </c:pt>
                <c:pt idx="25245">
                  <c:v>67615</c:v>
                </c:pt>
                <c:pt idx="25246">
                  <c:v>67616</c:v>
                </c:pt>
                <c:pt idx="25247">
                  <c:v>67617</c:v>
                </c:pt>
                <c:pt idx="25248">
                  <c:v>67618</c:v>
                </c:pt>
                <c:pt idx="25249">
                  <c:v>67619</c:v>
                </c:pt>
                <c:pt idx="25250">
                  <c:v>67620</c:v>
                </c:pt>
                <c:pt idx="25251">
                  <c:v>67621</c:v>
                </c:pt>
                <c:pt idx="25252">
                  <c:v>67622</c:v>
                </c:pt>
                <c:pt idx="25253">
                  <c:v>67623</c:v>
                </c:pt>
                <c:pt idx="25254">
                  <c:v>67624</c:v>
                </c:pt>
                <c:pt idx="25255">
                  <c:v>67625</c:v>
                </c:pt>
                <c:pt idx="25256">
                  <c:v>67626</c:v>
                </c:pt>
                <c:pt idx="25257">
                  <c:v>67627</c:v>
                </c:pt>
                <c:pt idx="25258">
                  <c:v>67628</c:v>
                </c:pt>
                <c:pt idx="25259">
                  <c:v>67629</c:v>
                </c:pt>
                <c:pt idx="25260">
                  <c:v>67630</c:v>
                </c:pt>
                <c:pt idx="25261">
                  <c:v>67631</c:v>
                </c:pt>
                <c:pt idx="25262">
                  <c:v>67632</c:v>
                </c:pt>
                <c:pt idx="25263">
                  <c:v>67633</c:v>
                </c:pt>
                <c:pt idx="25264">
                  <c:v>67634</c:v>
                </c:pt>
                <c:pt idx="25265">
                  <c:v>67635</c:v>
                </c:pt>
                <c:pt idx="25266">
                  <c:v>67636</c:v>
                </c:pt>
                <c:pt idx="25267">
                  <c:v>67637</c:v>
                </c:pt>
                <c:pt idx="25268">
                  <c:v>67638</c:v>
                </c:pt>
                <c:pt idx="25269">
                  <c:v>67639</c:v>
                </c:pt>
                <c:pt idx="25270">
                  <c:v>67640</c:v>
                </c:pt>
                <c:pt idx="25271">
                  <c:v>67641</c:v>
                </c:pt>
                <c:pt idx="25272">
                  <c:v>67642</c:v>
                </c:pt>
                <c:pt idx="25273">
                  <c:v>67643</c:v>
                </c:pt>
                <c:pt idx="25274">
                  <c:v>67644</c:v>
                </c:pt>
                <c:pt idx="25275">
                  <c:v>67645</c:v>
                </c:pt>
                <c:pt idx="25276">
                  <c:v>67646</c:v>
                </c:pt>
                <c:pt idx="25277">
                  <c:v>67647</c:v>
                </c:pt>
                <c:pt idx="25278">
                  <c:v>67648</c:v>
                </c:pt>
                <c:pt idx="25279">
                  <c:v>67649</c:v>
                </c:pt>
                <c:pt idx="25280">
                  <c:v>67650</c:v>
                </c:pt>
                <c:pt idx="25281">
                  <c:v>67651</c:v>
                </c:pt>
                <c:pt idx="25282">
                  <c:v>67652</c:v>
                </c:pt>
                <c:pt idx="25283">
                  <c:v>67653</c:v>
                </c:pt>
                <c:pt idx="25284">
                  <c:v>67654</c:v>
                </c:pt>
                <c:pt idx="25285">
                  <c:v>67655</c:v>
                </c:pt>
                <c:pt idx="25286">
                  <c:v>67656</c:v>
                </c:pt>
                <c:pt idx="25287">
                  <c:v>67657</c:v>
                </c:pt>
                <c:pt idx="25288">
                  <c:v>67658</c:v>
                </c:pt>
                <c:pt idx="25289">
                  <c:v>67659</c:v>
                </c:pt>
                <c:pt idx="25290">
                  <c:v>67660</c:v>
                </c:pt>
                <c:pt idx="25291">
                  <c:v>67661</c:v>
                </c:pt>
                <c:pt idx="25292">
                  <c:v>67662</c:v>
                </c:pt>
                <c:pt idx="25293">
                  <c:v>67663</c:v>
                </c:pt>
                <c:pt idx="25294">
                  <c:v>67664</c:v>
                </c:pt>
                <c:pt idx="25295">
                  <c:v>67665</c:v>
                </c:pt>
                <c:pt idx="25296">
                  <c:v>67666</c:v>
                </c:pt>
                <c:pt idx="25297">
                  <c:v>67667</c:v>
                </c:pt>
                <c:pt idx="25298">
                  <c:v>67668</c:v>
                </c:pt>
                <c:pt idx="25299">
                  <c:v>67669</c:v>
                </c:pt>
                <c:pt idx="25300">
                  <c:v>67670</c:v>
                </c:pt>
                <c:pt idx="25301">
                  <c:v>67671</c:v>
                </c:pt>
                <c:pt idx="25302">
                  <c:v>67672</c:v>
                </c:pt>
                <c:pt idx="25303">
                  <c:v>67673</c:v>
                </c:pt>
                <c:pt idx="25304">
                  <c:v>67674</c:v>
                </c:pt>
                <c:pt idx="25305">
                  <c:v>67675</c:v>
                </c:pt>
                <c:pt idx="25306">
                  <c:v>67676</c:v>
                </c:pt>
                <c:pt idx="25307">
                  <c:v>67677</c:v>
                </c:pt>
                <c:pt idx="25308">
                  <c:v>67678</c:v>
                </c:pt>
                <c:pt idx="25309">
                  <c:v>67679</c:v>
                </c:pt>
                <c:pt idx="25310">
                  <c:v>67680</c:v>
                </c:pt>
                <c:pt idx="25311">
                  <c:v>67681</c:v>
                </c:pt>
                <c:pt idx="25312">
                  <c:v>67682</c:v>
                </c:pt>
                <c:pt idx="25313">
                  <c:v>67683</c:v>
                </c:pt>
                <c:pt idx="25314">
                  <c:v>67684</c:v>
                </c:pt>
                <c:pt idx="25315">
                  <c:v>67685</c:v>
                </c:pt>
                <c:pt idx="25316">
                  <c:v>67686</c:v>
                </c:pt>
                <c:pt idx="25317">
                  <c:v>67687</c:v>
                </c:pt>
                <c:pt idx="25318">
                  <c:v>67688</c:v>
                </c:pt>
                <c:pt idx="25319">
                  <c:v>67689</c:v>
                </c:pt>
                <c:pt idx="25320">
                  <c:v>67690</c:v>
                </c:pt>
                <c:pt idx="25321">
                  <c:v>67691</c:v>
                </c:pt>
                <c:pt idx="25322">
                  <c:v>67692</c:v>
                </c:pt>
                <c:pt idx="25323">
                  <c:v>67693</c:v>
                </c:pt>
                <c:pt idx="25324">
                  <c:v>67694</c:v>
                </c:pt>
                <c:pt idx="25325">
                  <c:v>67695</c:v>
                </c:pt>
                <c:pt idx="25326">
                  <c:v>67696</c:v>
                </c:pt>
                <c:pt idx="25327">
                  <c:v>67697</c:v>
                </c:pt>
                <c:pt idx="25328">
                  <c:v>67698</c:v>
                </c:pt>
                <c:pt idx="25329">
                  <c:v>67699</c:v>
                </c:pt>
                <c:pt idx="25330">
                  <c:v>67700</c:v>
                </c:pt>
                <c:pt idx="25331">
                  <c:v>67701</c:v>
                </c:pt>
                <c:pt idx="25332">
                  <c:v>67702</c:v>
                </c:pt>
                <c:pt idx="25333">
                  <c:v>67703</c:v>
                </c:pt>
                <c:pt idx="25334">
                  <c:v>67704</c:v>
                </c:pt>
                <c:pt idx="25335">
                  <c:v>67705</c:v>
                </c:pt>
                <c:pt idx="25336">
                  <c:v>67706</c:v>
                </c:pt>
                <c:pt idx="25337">
                  <c:v>67707</c:v>
                </c:pt>
                <c:pt idx="25338">
                  <c:v>67708</c:v>
                </c:pt>
                <c:pt idx="25339">
                  <c:v>67709</c:v>
                </c:pt>
                <c:pt idx="25340">
                  <c:v>67710</c:v>
                </c:pt>
                <c:pt idx="25341">
                  <c:v>67711</c:v>
                </c:pt>
                <c:pt idx="25342">
                  <c:v>67712</c:v>
                </c:pt>
                <c:pt idx="25343">
                  <c:v>67713</c:v>
                </c:pt>
                <c:pt idx="25344">
                  <c:v>67714</c:v>
                </c:pt>
                <c:pt idx="25345">
                  <c:v>67715</c:v>
                </c:pt>
                <c:pt idx="25346">
                  <c:v>67716</c:v>
                </c:pt>
                <c:pt idx="25347">
                  <c:v>67717</c:v>
                </c:pt>
                <c:pt idx="25348">
                  <c:v>67718</c:v>
                </c:pt>
                <c:pt idx="25349">
                  <c:v>67719</c:v>
                </c:pt>
                <c:pt idx="25350">
                  <c:v>67720</c:v>
                </c:pt>
                <c:pt idx="25351">
                  <c:v>67721</c:v>
                </c:pt>
                <c:pt idx="25352">
                  <c:v>67722</c:v>
                </c:pt>
                <c:pt idx="25353">
                  <c:v>67723</c:v>
                </c:pt>
                <c:pt idx="25354">
                  <c:v>67724</c:v>
                </c:pt>
                <c:pt idx="25355">
                  <c:v>67725</c:v>
                </c:pt>
                <c:pt idx="25356">
                  <c:v>67726</c:v>
                </c:pt>
                <c:pt idx="25357">
                  <c:v>67727</c:v>
                </c:pt>
                <c:pt idx="25358">
                  <c:v>67728</c:v>
                </c:pt>
                <c:pt idx="25359">
                  <c:v>67729</c:v>
                </c:pt>
                <c:pt idx="25360">
                  <c:v>67730</c:v>
                </c:pt>
                <c:pt idx="25361">
                  <c:v>67731</c:v>
                </c:pt>
                <c:pt idx="25362">
                  <c:v>67732</c:v>
                </c:pt>
                <c:pt idx="25363">
                  <c:v>67733</c:v>
                </c:pt>
                <c:pt idx="25364">
                  <c:v>67734</c:v>
                </c:pt>
                <c:pt idx="25365">
                  <c:v>67735</c:v>
                </c:pt>
                <c:pt idx="25366">
                  <c:v>67736</c:v>
                </c:pt>
                <c:pt idx="25367">
                  <c:v>67737</c:v>
                </c:pt>
                <c:pt idx="25368">
                  <c:v>67738</c:v>
                </c:pt>
                <c:pt idx="25369">
                  <c:v>67739</c:v>
                </c:pt>
                <c:pt idx="25370">
                  <c:v>67740</c:v>
                </c:pt>
                <c:pt idx="25371">
                  <c:v>67741</c:v>
                </c:pt>
                <c:pt idx="25372">
                  <c:v>67742</c:v>
                </c:pt>
                <c:pt idx="25373">
                  <c:v>67743</c:v>
                </c:pt>
                <c:pt idx="25374">
                  <c:v>67744</c:v>
                </c:pt>
                <c:pt idx="25375">
                  <c:v>67745</c:v>
                </c:pt>
                <c:pt idx="25376">
                  <c:v>67746</c:v>
                </c:pt>
                <c:pt idx="25377">
                  <c:v>67747</c:v>
                </c:pt>
                <c:pt idx="25378">
                  <c:v>67748</c:v>
                </c:pt>
                <c:pt idx="25379">
                  <c:v>67749</c:v>
                </c:pt>
                <c:pt idx="25380">
                  <c:v>67750</c:v>
                </c:pt>
                <c:pt idx="25381">
                  <c:v>67751</c:v>
                </c:pt>
                <c:pt idx="25382">
                  <c:v>67752</c:v>
                </c:pt>
                <c:pt idx="25383">
                  <c:v>67753</c:v>
                </c:pt>
                <c:pt idx="25384">
                  <c:v>67754</c:v>
                </c:pt>
                <c:pt idx="25385">
                  <c:v>67755</c:v>
                </c:pt>
                <c:pt idx="25386">
                  <c:v>67756</c:v>
                </c:pt>
                <c:pt idx="25387">
                  <c:v>67757</c:v>
                </c:pt>
                <c:pt idx="25388">
                  <c:v>67758</c:v>
                </c:pt>
                <c:pt idx="25389">
                  <c:v>67759</c:v>
                </c:pt>
                <c:pt idx="25390">
                  <c:v>67760</c:v>
                </c:pt>
                <c:pt idx="25391">
                  <c:v>67761</c:v>
                </c:pt>
                <c:pt idx="25392">
                  <c:v>67762</c:v>
                </c:pt>
                <c:pt idx="25393">
                  <c:v>67763</c:v>
                </c:pt>
                <c:pt idx="25394">
                  <c:v>67764</c:v>
                </c:pt>
                <c:pt idx="25395">
                  <c:v>67765</c:v>
                </c:pt>
                <c:pt idx="25396">
                  <c:v>67766</c:v>
                </c:pt>
                <c:pt idx="25397">
                  <c:v>67767</c:v>
                </c:pt>
                <c:pt idx="25398">
                  <c:v>67768</c:v>
                </c:pt>
                <c:pt idx="25399">
                  <c:v>67769</c:v>
                </c:pt>
                <c:pt idx="25400">
                  <c:v>67770</c:v>
                </c:pt>
                <c:pt idx="25401">
                  <c:v>67771</c:v>
                </c:pt>
                <c:pt idx="25402">
                  <c:v>67772</c:v>
                </c:pt>
                <c:pt idx="25403">
                  <c:v>67773</c:v>
                </c:pt>
                <c:pt idx="25404">
                  <c:v>67774</c:v>
                </c:pt>
                <c:pt idx="25405">
                  <c:v>67775</c:v>
                </c:pt>
                <c:pt idx="25406">
                  <c:v>67776</c:v>
                </c:pt>
                <c:pt idx="25407">
                  <c:v>67777</c:v>
                </c:pt>
                <c:pt idx="25408">
                  <c:v>67778</c:v>
                </c:pt>
                <c:pt idx="25409">
                  <c:v>67779</c:v>
                </c:pt>
                <c:pt idx="25410">
                  <c:v>67780</c:v>
                </c:pt>
                <c:pt idx="25411">
                  <c:v>67781</c:v>
                </c:pt>
                <c:pt idx="25412">
                  <c:v>67782</c:v>
                </c:pt>
                <c:pt idx="25413">
                  <c:v>67783</c:v>
                </c:pt>
                <c:pt idx="25414">
                  <c:v>67784</c:v>
                </c:pt>
                <c:pt idx="25415">
                  <c:v>67785</c:v>
                </c:pt>
                <c:pt idx="25416">
                  <c:v>67786</c:v>
                </c:pt>
                <c:pt idx="25417">
                  <c:v>67787</c:v>
                </c:pt>
                <c:pt idx="25418">
                  <c:v>67788</c:v>
                </c:pt>
                <c:pt idx="25419">
                  <c:v>67789</c:v>
                </c:pt>
                <c:pt idx="25420">
                  <c:v>67790</c:v>
                </c:pt>
                <c:pt idx="25421">
                  <c:v>67791</c:v>
                </c:pt>
                <c:pt idx="25422">
                  <c:v>67792</c:v>
                </c:pt>
                <c:pt idx="25423">
                  <c:v>67793</c:v>
                </c:pt>
                <c:pt idx="25424">
                  <c:v>67794</c:v>
                </c:pt>
                <c:pt idx="25425">
                  <c:v>67795</c:v>
                </c:pt>
                <c:pt idx="25426">
                  <c:v>67796</c:v>
                </c:pt>
                <c:pt idx="25427">
                  <c:v>67797</c:v>
                </c:pt>
                <c:pt idx="25428">
                  <c:v>67798</c:v>
                </c:pt>
                <c:pt idx="25429">
                  <c:v>67799</c:v>
                </c:pt>
                <c:pt idx="25430">
                  <c:v>67800</c:v>
                </c:pt>
                <c:pt idx="25431">
                  <c:v>67801</c:v>
                </c:pt>
                <c:pt idx="25432">
                  <c:v>67802</c:v>
                </c:pt>
                <c:pt idx="25433">
                  <c:v>67803</c:v>
                </c:pt>
                <c:pt idx="25434">
                  <c:v>67804</c:v>
                </c:pt>
                <c:pt idx="25435">
                  <c:v>67805</c:v>
                </c:pt>
                <c:pt idx="25436">
                  <c:v>67806</c:v>
                </c:pt>
                <c:pt idx="25437">
                  <c:v>67807</c:v>
                </c:pt>
                <c:pt idx="25438">
                  <c:v>67808</c:v>
                </c:pt>
                <c:pt idx="25439">
                  <c:v>67809</c:v>
                </c:pt>
                <c:pt idx="25440">
                  <c:v>67810</c:v>
                </c:pt>
                <c:pt idx="25441">
                  <c:v>67811</c:v>
                </c:pt>
                <c:pt idx="25442">
                  <c:v>67812</c:v>
                </c:pt>
                <c:pt idx="25443">
                  <c:v>67813</c:v>
                </c:pt>
                <c:pt idx="25444">
                  <c:v>67814</c:v>
                </c:pt>
                <c:pt idx="25445">
                  <c:v>67815</c:v>
                </c:pt>
                <c:pt idx="25446">
                  <c:v>67816</c:v>
                </c:pt>
                <c:pt idx="25447">
                  <c:v>67817</c:v>
                </c:pt>
                <c:pt idx="25448">
                  <c:v>67818</c:v>
                </c:pt>
                <c:pt idx="25449">
                  <c:v>67819</c:v>
                </c:pt>
                <c:pt idx="25450">
                  <c:v>67820</c:v>
                </c:pt>
                <c:pt idx="25451">
                  <c:v>67821</c:v>
                </c:pt>
                <c:pt idx="25452">
                  <c:v>67822</c:v>
                </c:pt>
                <c:pt idx="25453">
                  <c:v>67823</c:v>
                </c:pt>
                <c:pt idx="25454">
                  <c:v>67824</c:v>
                </c:pt>
                <c:pt idx="25455">
                  <c:v>67825</c:v>
                </c:pt>
                <c:pt idx="25456">
                  <c:v>67826</c:v>
                </c:pt>
                <c:pt idx="25457">
                  <c:v>67827</c:v>
                </c:pt>
                <c:pt idx="25458">
                  <c:v>67828</c:v>
                </c:pt>
                <c:pt idx="25459">
                  <c:v>67829</c:v>
                </c:pt>
                <c:pt idx="25460">
                  <c:v>67830</c:v>
                </c:pt>
                <c:pt idx="25461">
                  <c:v>67831</c:v>
                </c:pt>
                <c:pt idx="25462">
                  <c:v>67832</c:v>
                </c:pt>
                <c:pt idx="25463">
                  <c:v>67833</c:v>
                </c:pt>
                <c:pt idx="25464">
                  <c:v>67834</c:v>
                </c:pt>
                <c:pt idx="25465">
                  <c:v>67835</c:v>
                </c:pt>
                <c:pt idx="25466">
                  <c:v>67836</c:v>
                </c:pt>
                <c:pt idx="25467">
                  <c:v>67837</c:v>
                </c:pt>
                <c:pt idx="25468">
                  <c:v>67838</c:v>
                </c:pt>
                <c:pt idx="25469">
                  <c:v>67839</c:v>
                </c:pt>
                <c:pt idx="25470">
                  <c:v>67840</c:v>
                </c:pt>
                <c:pt idx="25471">
                  <c:v>67841</c:v>
                </c:pt>
                <c:pt idx="25472">
                  <c:v>67842</c:v>
                </c:pt>
                <c:pt idx="25473">
                  <c:v>67843</c:v>
                </c:pt>
                <c:pt idx="25474">
                  <c:v>67844</c:v>
                </c:pt>
                <c:pt idx="25475">
                  <c:v>67845</c:v>
                </c:pt>
                <c:pt idx="25476">
                  <c:v>67846</c:v>
                </c:pt>
                <c:pt idx="25477">
                  <c:v>67847</c:v>
                </c:pt>
                <c:pt idx="25478">
                  <c:v>67848</c:v>
                </c:pt>
                <c:pt idx="25479">
                  <c:v>67849</c:v>
                </c:pt>
                <c:pt idx="25480">
                  <c:v>67850</c:v>
                </c:pt>
                <c:pt idx="25481">
                  <c:v>67851</c:v>
                </c:pt>
                <c:pt idx="25482">
                  <c:v>67852</c:v>
                </c:pt>
                <c:pt idx="25483">
                  <c:v>67853</c:v>
                </c:pt>
                <c:pt idx="25484">
                  <c:v>67854</c:v>
                </c:pt>
                <c:pt idx="25485">
                  <c:v>67855</c:v>
                </c:pt>
                <c:pt idx="25486">
                  <c:v>67856</c:v>
                </c:pt>
                <c:pt idx="25487">
                  <c:v>67857</c:v>
                </c:pt>
                <c:pt idx="25488">
                  <c:v>67858</c:v>
                </c:pt>
                <c:pt idx="25489">
                  <c:v>67859</c:v>
                </c:pt>
                <c:pt idx="25490">
                  <c:v>67860</c:v>
                </c:pt>
                <c:pt idx="25491">
                  <c:v>67861</c:v>
                </c:pt>
                <c:pt idx="25492">
                  <c:v>67862</c:v>
                </c:pt>
                <c:pt idx="25493">
                  <c:v>67863</c:v>
                </c:pt>
                <c:pt idx="25494">
                  <c:v>67864</c:v>
                </c:pt>
                <c:pt idx="25495">
                  <c:v>67865</c:v>
                </c:pt>
                <c:pt idx="25496">
                  <c:v>67866</c:v>
                </c:pt>
                <c:pt idx="25497">
                  <c:v>67867</c:v>
                </c:pt>
                <c:pt idx="25498">
                  <c:v>67868</c:v>
                </c:pt>
                <c:pt idx="25499">
                  <c:v>67869</c:v>
                </c:pt>
                <c:pt idx="25500">
                  <c:v>67870</c:v>
                </c:pt>
                <c:pt idx="25501">
                  <c:v>67871</c:v>
                </c:pt>
                <c:pt idx="25502">
                  <c:v>67872</c:v>
                </c:pt>
                <c:pt idx="25503">
                  <c:v>67873</c:v>
                </c:pt>
                <c:pt idx="25504">
                  <c:v>67874</c:v>
                </c:pt>
                <c:pt idx="25505">
                  <c:v>67875</c:v>
                </c:pt>
                <c:pt idx="25506">
                  <c:v>67876</c:v>
                </c:pt>
                <c:pt idx="25507">
                  <c:v>67877</c:v>
                </c:pt>
                <c:pt idx="25508">
                  <c:v>67878</c:v>
                </c:pt>
                <c:pt idx="25509">
                  <c:v>67879</c:v>
                </c:pt>
                <c:pt idx="25510">
                  <c:v>67880</c:v>
                </c:pt>
                <c:pt idx="25511">
                  <c:v>67881</c:v>
                </c:pt>
                <c:pt idx="25512">
                  <c:v>67882</c:v>
                </c:pt>
                <c:pt idx="25513">
                  <c:v>67883</c:v>
                </c:pt>
                <c:pt idx="25514">
                  <c:v>67884</c:v>
                </c:pt>
                <c:pt idx="25515">
                  <c:v>67885</c:v>
                </c:pt>
                <c:pt idx="25516">
                  <c:v>67886</c:v>
                </c:pt>
                <c:pt idx="25517">
                  <c:v>67887</c:v>
                </c:pt>
                <c:pt idx="25518">
                  <c:v>67888</c:v>
                </c:pt>
                <c:pt idx="25519">
                  <c:v>67889</c:v>
                </c:pt>
                <c:pt idx="25520">
                  <c:v>67890</c:v>
                </c:pt>
                <c:pt idx="25521">
                  <c:v>67891</c:v>
                </c:pt>
                <c:pt idx="25522">
                  <c:v>67892</c:v>
                </c:pt>
                <c:pt idx="25523">
                  <c:v>67893</c:v>
                </c:pt>
                <c:pt idx="25524">
                  <c:v>67894</c:v>
                </c:pt>
                <c:pt idx="25525">
                  <c:v>67895</c:v>
                </c:pt>
                <c:pt idx="25526">
                  <c:v>67896</c:v>
                </c:pt>
                <c:pt idx="25527">
                  <c:v>67897</c:v>
                </c:pt>
                <c:pt idx="25528">
                  <c:v>67898</c:v>
                </c:pt>
                <c:pt idx="25529">
                  <c:v>67899</c:v>
                </c:pt>
                <c:pt idx="25530">
                  <c:v>67900</c:v>
                </c:pt>
                <c:pt idx="25531">
                  <c:v>67901</c:v>
                </c:pt>
                <c:pt idx="25532">
                  <c:v>67902</c:v>
                </c:pt>
                <c:pt idx="25533">
                  <c:v>67903</c:v>
                </c:pt>
                <c:pt idx="25534">
                  <c:v>67904</c:v>
                </c:pt>
                <c:pt idx="25535">
                  <c:v>67905</c:v>
                </c:pt>
                <c:pt idx="25536">
                  <c:v>67906</c:v>
                </c:pt>
                <c:pt idx="25537">
                  <c:v>67907</c:v>
                </c:pt>
                <c:pt idx="25538">
                  <c:v>67908</c:v>
                </c:pt>
                <c:pt idx="25539">
                  <c:v>67909</c:v>
                </c:pt>
                <c:pt idx="25540">
                  <c:v>67910</c:v>
                </c:pt>
                <c:pt idx="25541">
                  <c:v>67911</c:v>
                </c:pt>
                <c:pt idx="25542">
                  <c:v>67912</c:v>
                </c:pt>
                <c:pt idx="25543">
                  <c:v>67913</c:v>
                </c:pt>
                <c:pt idx="25544">
                  <c:v>67914</c:v>
                </c:pt>
                <c:pt idx="25545">
                  <c:v>67915</c:v>
                </c:pt>
                <c:pt idx="25546">
                  <c:v>67916</c:v>
                </c:pt>
                <c:pt idx="25547">
                  <c:v>67917</c:v>
                </c:pt>
                <c:pt idx="25548">
                  <c:v>67918</c:v>
                </c:pt>
                <c:pt idx="25549">
                  <c:v>67919</c:v>
                </c:pt>
                <c:pt idx="25550">
                  <c:v>67920</c:v>
                </c:pt>
                <c:pt idx="25551">
                  <c:v>67921</c:v>
                </c:pt>
                <c:pt idx="25552">
                  <c:v>67922</c:v>
                </c:pt>
                <c:pt idx="25553">
                  <c:v>67923</c:v>
                </c:pt>
                <c:pt idx="25554">
                  <c:v>67924</c:v>
                </c:pt>
                <c:pt idx="25555">
                  <c:v>67925</c:v>
                </c:pt>
                <c:pt idx="25556">
                  <c:v>67926</c:v>
                </c:pt>
                <c:pt idx="25557">
                  <c:v>67927</c:v>
                </c:pt>
                <c:pt idx="25558">
                  <c:v>67928</c:v>
                </c:pt>
                <c:pt idx="25559">
                  <c:v>67929</c:v>
                </c:pt>
                <c:pt idx="25560">
                  <c:v>67930</c:v>
                </c:pt>
                <c:pt idx="25561">
                  <c:v>67931</c:v>
                </c:pt>
                <c:pt idx="25562">
                  <c:v>67932</c:v>
                </c:pt>
                <c:pt idx="25563">
                  <c:v>67933</c:v>
                </c:pt>
                <c:pt idx="25564">
                  <c:v>67934</c:v>
                </c:pt>
                <c:pt idx="25565">
                  <c:v>67935</c:v>
                </c:pt>
                <c:pt idx="25566">
                  <c:v>67936</c:v>
                </c:pt>
                <c:pt idx="25567">
                  <c:v>67937</c:v>
                </c:pt>
                <c:pt idx="25568">
                  <c:v>67938</c:v>
                </c:pt>
                <c:pt idx="25569">
                  <c:v>67939</c:v>
                </c:pt>
                <c:pt idx="25570">
                  <c:v>67940</c:v>
                </c:pt>
                <c:pt idx="25571">
                  <c:v>67941</c:v>
                </c:pt>
                <c:pt idx="25572">
                  <c:v>67942</c:v>
                </c:pt>
                <c:pt idx="25573">
                  <c:v>67943</c:v>
                </c:pt>
                <c:pt idx="25574">
                  <c:v>67944</c:v>
                </c:pt>
                <c:pt idx="25575">
                  <c:v>67945</c:v>
                </c:pt>
                <c:pt idx="25576">
                  <c:v>67946</c:v>
                </c:pt>
                <c:pt idx="25577">
                  <c:v>67947</c:v>
                </c:pt>
                <c:pt idx="25578">
                  <c:v>67948</c:v>
                </c:pt>
                <c:pt idx="25579">
                  <c:v>67949</c:v>
                </c:pt>
                <c:pt idx="25580">
                  <c:v>67950</c:v>
                </c:pt>
                <c:pt idx="25581">
                  <c:v>67951</c:v>
                </c:pt>
                <c:pt idx="25582">
                  <c:v>67952</c:v>
                </c:pt>
                <c:pt idx="25583">
                  <c:v>67953</c:v>
                </c:pt>
                <c:pt idx="25584">
                  <c:v>67954</c:v>
                </c:pt>
                <c:pt idx="25585">
                  <c:v>67955</c:v>
                </c:pt>
                <c:pt idx="25586">
                  <c:v>67956</c:v>
                </c:pt>
                <c:pt idx="25587">
                  <c:v>67957</c:v>
                </c:pt>
                <c:pt idx="25588">
                  <c:v>67958</c:v>
                </c:pt>
                <c:pt idx="25589">
                  <c:v>67959</c:v>
                </c:pt>
                <c:pt idx="25590">
                  <c:v>67960</c:v>
                </c:pt>
                <c:pt idx="25591">
                  <c:v>67961</c:v>
                </c:pt>
                <c:pt idx="25592">
                  <c:v>67962</c:v>
                </c:pt>
                <c:pt idx="25593">
                  <c:v>67963</c:v>
                </c:pt>
                <c:pt idx="25594">
                  <c:v>67964</c:v>
                </c:pt>
                <c:pt idx="25595">
                  <c:v>67965</c:v>
                </c:pt>
                <c:pt idx="25596">
                  <c:v>67966</c:v>
                </c:pt>
                <c:pt idx="25597">
                  <c:v>67967</c:v>
                </c:pt>
                <c:pt idx="25598">
                  <c:v>67968</c:v>
                </c:pt>
                <c:pt idx="25599">
                  <c:v>67969</c:v>
                </c:pt>
                <c:pt idx="25600">
                  <c:v>67970</c:v>
                </c:pt>
                <c:pt idx="25601">
                  <c:v>67971</c:v>
                </c:pt>
                <c:pt idx="25602">
                  <c:v>67972</c:v>
                </c:pt>
                <c:pt idx="25603">
                  <c:v>67973</c:v>
                </c:pt>
                <c:pt idx="25604">
                  <c:v>67974</c:v>
                </c:pt>
                <c:pt idx="25605">
                  <c:v>67975</c:v>
                </c:pt>
                <c:pt idx="25606">
                  <c:v>67976</c:v>
                </c:pt>
                <c:pt idx="25607">
                  <c:v>67977</c:v>
                </c:pt>
                <c:pt idx="25608">
                  <c:v>67978</c:v>
                </c:pt>
                <c:pt idx="25609">
                  <c:v>67979</c:v>
                </c:pt>
                <c:pt idx="25610">
                  <c:v>67980</c:v>
                </c:pt>
                <c:pt idx="25611">
                  <c:v>67981</c:v>
                </c:pt>
                <c:pt idx="25612">
                  <c:v>67982</c:v>
                </c:pt>
                <c:pt idx="25613">
                  <c:v>67983</c:v>
                </c:pt>
                <c:pt idx="25614">
                  <c:v>67984</c:v>
                </c:pt>
                <c:pt idx="25615">
                  <c:v>67985</c:v>
                </c:pt>
                <c:pt idx="25616">
                  <c:v>67986</c:v>
                </c:pt>
                <c:pt idx="25617">
                  <c:v>67987</c:v>
                </c:pt>
                <c:pt idx="25618">
                  <c:v>67988</c:v>
                </c:pt>
                <c:pt idx="25619">
                  <c:v>67989</c:v>
                </c:pt>
                <c:pt idx="25620">
                  <c:v>67990</c:v>
                </c:pt>
                <c:pt idx="25621">
                  <c:v>67991</c:v>
                </c:pt>
                <c:pt idx="25622">
                  <c:v>67992</c:v>
                </c:pt>
                <c:pt idx="25623">
                  <c:v>67993</c:v>
                </c:pt>
                <c:pt idx="25624">
                  <c:v>67994</c:v>
                </c:pt>
                <c:pt idx="25625">
                  <c:v>67995</c:v>
                </c:pt>
                <c:pt idx="25626">
                  <c:v>67996</c:v>
                </c:pt>
                <c:pt idx="25627">
                  <c:v>67997</c:v>
                </c:pt>
                <c:pt idx="25628">
                  <c:v>67998</c:v>
                </c:pt>
                <c:pt idx="25629">
                  <c:v>67999</c:v>
                </c:pt>
                <c:pt idx="25630">
                  <c:v>68000</c:v>
                </c:pt>
                <c:pt idx="25631">
                  <c:v>68001</c:v>
                </c:pt>
                <c:pt idx="25632">
                  <c:v>68002</c:v>
                </c:pt>
                <c:pt idx="25633">
                  <c:v>68003</c:v>
                </c:pt>
                <c:pt idx="25634">
                  <c:v>68004</c:v>
                </c:pt>
                <c:pt idx="25635">
                  <c:v>68005</c:v>
                </c:pt>
                <c:pt idx="25636">
                  <c:v>68006</c:v>
                </c:pt>
                <c:pt idx="25637">
                  <c:v>68007</c:v>
                </c:pt>
                <c:pt idx="25638">
                  <c:v>68008</c:v>
                </c:pt>
                <c:pt idx="25639">
                  <c:v>68009</c:v>
                </c:pt>
                <c:pt idx="25640">
                  <c:v>68010</c:v>
                </c:pt>
                <c:pt idx="25641">
                  <c:v>68011</c:v>
                </c:pt>
                <c:pt idx="25642">
                  <c:v>68012</c:v>
                </c:pt>
                <c:pt idx="25643">
                  <c:v>68013</c:v>
                </c:pt>
                <c:pt idx="25644">
                  <c:v>68014</c:v>
                </c:pt>
                <c:pt idx="25645">
                  <c:v>68015</c:v>
                </c:pt>
                <c:pt idx="25646">
                  <c:v>68016</c:v>
                </c:pt>
                <c:pt idx="25647">
                  <c:v>68017</c:v>
                </c:pt>
                <c:pt idx="25648">
                  <c:v>68018</c:v>
                </c:pt>
                <c:pt idx="25649">
                  <c:v>68019</c:v>
                </c:pt>
                <c:pt idx="25650">
                  <c:v>68020</c:v>
                </c:pt>
                <c:pt idx="25651">
                  <c:v>68021</c:v>
                </c:pt>
                <c:pt idx="25652">
                  <c:v>68022</c:v>
                </c:pt>
                <c:pt idx="25653">
                  <c:v>68023</c:v>
                </c:pt>
                <c:pt idx="25654">
                  <c:v>68024</c:v>
                </c:pt>
                <c:pt idx="25655">
                  <c:v>68025</c:v>
                </c:pt>
                <c:pt idx="25656">
                  <c:v>68026</c:v>
                </c:pt>
                <c:pt idx="25657">
                  <c:v>68027</c:v>
                </c:pt>
                <c:pt idx="25658">
                  <c:v>68028</c:v>
                </c:pt>
                <c:pt idx="25659">
                  <c:v>68029</c:v>
                </c:pt>
                <c:pt idx="25660">
                  <c:v>68030</c:v>
                </c:pt>
                <c:pt idx="25661">
                  <c:v>68031</c:v>
                </c:pt>
                <c:pt idx="25662">
                  <c:v>68032</c:v>
                </c:pt>
                <c:pt idx="25663">
                  <c:v>68033</c:v>
                </c:pt>
                <c:pt idx="25664">
                  <c:v>68034</c:v>
                </c:pt>
                <c:pt idx="25665">
                  <c:v>68035</c:v>
                </c:pt>
                <c:pt idx="25666">
                  <c:v>68036</c:v>
                </c:pt>
                <c:pt idx="25667">
                  <c:v>68037</c:v>
                </c:pt>
                <c:pt idx="25668">
                  <c:v>68038</c:v>
                </c:pt>
                <c:pt idx="25669">
                  <c:v>68039</c:v>
                </c:pt>
                <c:pt idx="25670">
                  <c:v>68040</c:v>
                </c:pt>
                <c:pt idx="25671">
                  <c:v>68041</c:v>
                </c:pt>
                <c:pt idx="25672">
                  <c:v>68042</c:v>
                </c:pt>
                <c:pt idx="25673">
                  <c:v>68043</c:v>
                </c:pt>
                <c:pt idx="25674">
                  <c:v>68044</c:v>
                </c:pt>
                <c:pt idx="25675">
                  <c:v>68045</c:v>
                </c:pt>
                <c:pt idx="25676">
                  <c:v>68046</c:v>
                </c:pt>
                <c:pt idx="25677">
                  <c:v>68047</c:v>
                </c:pt>
                <c:pt idx="25678">
                  <c:v>68048</c:v>
                </c:pt>
                <c:pt idx="25679">
                  <c:v>68049</c:v>
                </c:pt>
                <c:pt idx="25680">
                  <c:v>68050</c:v>
                </c:pt>
                <c:pt idx="25681">
                  <c:v>68051</c:v>
                </c:pt>
                <c:pt idx="25682">
                  <c:v>68052</c:v>
                </c:pt>
                <c:pt idx="25683">
                  <c:v>68053</c:v>
                </c:pt>
                <c:pt idx="25684">
                  <c:v>68054</c:v>
                </c:pt>
                <c:pt idx="25685">
                  <c:v>68055</c:v>
                </c:pt>
                <c:pt idx="25686">
                  <c:v>68056</c:v>
                </c:pt>
                <c:pt idx="25687">
                  <c:v>68057</c:v>
                </c:pt>
                <c:pt idx="25688">
                  <c:v>68058</c:v>
                </c:pt>
                <c:pt idx="25689">
                  <c:v>68059</c:v>
                </c:pt>
                <c:pt idx="25690">
                  <c:v>68060</c:v>
                </c:pt>
                <c:pt idx="25691">
                  <c:v>68061</c:v>
                </c:pt>
                <c:pt idx="25692">
                  <c:v>68062</c:v>
                </c:pt>
                <c:pt idx="25693">
                  <c:v>68063</c:v>
                </c:pt>
                <c:pt idx="25694">
                  <c:v>68064</c:v>
                </c:pt>
                <c:pt idx="25695">
                  <c:v>68065</c:v>
                </c:pt>
                <c:pt idx="25696">
                  <c:v>68066</c:v>
                </c:pt>
                <c:pt idx="25697">
                  <c:v>68067</c:v>
                </c:pt>
                <c:pt idx="25698">
                  <c:v>68068</c:v>
                </c:pt>
                <c:pt idx="25699">
                  <c:v>68069</c:v>
                </c:pt>
                <c:pt idx="25700">
                  <c:v>68070</c:v>
                </c:pt>
                <c:pt idx="25701">
                  <c:v>68071</c:v>
                </c:pt>
                <c:pt idx="25702">
                  <c:v>68072</c:v>
                </c:pt>
                <c:pt idx="25703">
                  <c:v>68073</c:v>
                </c:pt>
                <c:pt idx="25704">
                  <c:v>68074</c:v>
                </c:pt>
                <c:pt idx="25705">
                  <c:v>68075</c:v>
                </c:pt>
                <c:pt idx="25706">
                  <c:v>68076</c:v>
                </c:pt>
                <c:pt idx="25707">
                  <c:v>68077</c:v>
                </c:pt>
                <c:pt idx="25708">
                  <c:v>68078</c:v>
                </c:pt>
                <c:pt idx="25709">
                  <c:v>68079</c:v>
                </c:pt>
                <c:pt idx="25710">
                  <c:v>68080</c:v>
                </c:pt>
                <c:pt idx="25711">
                  <c:v>68081</c:v>
                </c:pt>
                <c:pt idx="25712">
                  <c:v>68082</c:v>
                </c:pt>
                <c:pt idx="25713">
                  <c:v>68083</c:v>
                </c:pt>
                <c:pt idx="25714">
                  <c:v>68084</c:v>
                </c:pt>
                <c:pt idx="25715">
                  <c:v>68085</c:v>
                </c:pt>
                <c:pt idx="25716">
                  <c:v>68086</c:v>
                </c:pt>
                <c:pt idx="25717">
                  <c:v>68087</c:v>
                </c:pt>
                <c:pt idx="25718">
                  <c:v>68088</c:v>
                </c:pt>
                <c:pt idx="25719">
                  <c:v>68089</c:v>
                </c:pt>
                <c:pt idx="25720">
                  <c:v>68090</c:v>
                </c:pt>
                <c:pt idx="25721">
                  <c:v>68091</c:v>
                </c:pt>
                <c:pt idx="25722">
                  <c:v>68092</c:v>
                </c:pt>
                <c:pt idx="25723">
                  <c:v>68093</c:v>
                </c:pt>
                <c:pt idx="25724">
                  <c:v>68094</c:v>
                </c:pt>
                <c:pt idx="25725">
                  <c:v>68095</c:v>
                </c:pt>
                <c:pt idx="25726">
                  <c:v>68096</c:v>
                </c:pt>
                <c:pt idx="25727">
                  <c:v>68097</c:v>
                </c:pt>
                <c:pt idx="25728">
                  <c:v>68098</c:v>
                </c:pt>
                <c:pt idx="25729">
                  <c:v>68099</c:v>
                </c:pt>
                <c:pt idx="25730">
                  <c:v>68100</c:v>
                </c:pt>
                <c:pt idx="25731">
                  <c:v>68101</c:v>
                </c:pt>
                <c:pt idx="25732">
                  <c:v>68102</c:v>
                </c:pt>
                <c:pt idx="25733">
                  <c:v>68103</c:v>
                </c:pt>
                <c:pt idx="25734">
                  <c:v>68104</c:v>
                </c:pt>
                <c:pt idx="25735">
                  <c:v>68105</c:v>
                </c:pt>
                <c:pt idx="25736">
                  <c:v>68106</c:v>
                </c:pt>
                <c:pt idx="25737">
                  <c:v>68107</c:v>
                </c:pt>
                <c:pt idx="25738">
                  <c:v>68108</c:v>
                </c:pt>
                <c:pt idx="25739">
                  <c:v>68109</c:v>
                </c:pt>
                <c:pt idx="25740">
                  <c:v>68110</c:v>
                </c:pt>
                <c:pt idx="25741">
                  <c:v>68111</c:v>
                </c:pt>
                <c:pt idx="25742">
                  <c:v>68112</c:v>
                </c:pt>
                <c:pt idx="25743">
                  <c:v>68113</c:v>
                </c:pt>
                <c:pt idx="25744">
                  <c:v>68114</c:v>
                </c:pt>
                <c:pt idx="25745">
                  <c:v>68115</c:v>
                </c:pt>
                <c:pt idx="25746">
                  <c:v>68116</c:v>
                </c:pt>
                <c:pt idx="25747">
                  <c:v>68117</c:v>
                </c:pt>
                <c:pt idx="25748">
                  <c:v>68118</c:v>
                </c:pt>
                <c:pt idx="25749">
                  <c:v>68119</c:v>
                </c:pt>
                <c:pt idx="25750">
                  <c:v>68120</c:v>
                </c:pt>
                <c:pt idx="25751">
                  <c:v>68121</c:v>
                </c:pt>
                <c:pt idx="25752">
                  <c:v>68122</c:v>
                </c:pt>
                <c:pt idx="25753">
                  <c:v>68123</c:v>
                </c:pt>
                <c:pt idx="25754">
                  <c:v>68124</c:v>
                </c:pt>
                <c:pt idx="25755">
                  <c:v>68125</c:v>
                </c:pt>
                <c:pt idx="25756">
                  <c:v>68126</c:v>
                </c:pt>
                <c:pt idx="25757">
                  <c:v>68127</c:v>
                </c:pt>
                <c:pt idx="25758">
                  <c:v>68128</c:v>
                </c:pt>
                <c:pt idx="25759">
                  <c:v>68129</c:v>
                </c:pt>
                <c:pt idx="25760">
                  <c:v>68130</c:v>
                </c:pt>
                <c:pt idx="25761">
                  <c:v>68131</c:v>
                </c:pt>
                <c:pt idx="25762">
                  <c:v>68132</c:v>
                </c:pt>
                <c:pt idx="25763">
                  <c:v>68133</c:v>
                </c:pt>
                <c:pt idx="25764">
                  <c:v>68134</c:v>
                </c:pt>
                <c:pt idx="25765">
                  <c:v>68135</c:v>
                </c:pt>
                <c:pt idx="25766">
                  <c:v>68136</c:v>
                </c:pt>
                <c:pt idx="25767">
                  <c:v>68137</c:v>
                </c:pt>
                <c:pt idx="25768">
                  <c:v>68138</c:v>
                </c:pt>
                <c:pt idx="25769">
                  <c:v>68139</c:v>
                </c:pt>
                <c:pt idx="25770">
                  <c:v>68140</c:v>
                </c:pt>
                <c:pt idx="25771">
                  <c:v>68141</c:v>
                </c:pt>
                <c:pt idx="25772">
                  <c:v>68142</c:v>
                </c:pt>
                <c:pt idx="25773">
                  <c:v>68143</c:v>
                </c:pt>
                <c:pt idx="25774">
                  <c:v>68144</c:v>
                </c:pt>
                <c:pt idx="25775">
                  <c:v>68145</c:v>
                </c:pt>
                <c:pt idx="25776">
                  <c:v>68146</c:v>
                </c:pt>
                <c:pt idx="25777">
                  <c:v>68147</c:v>
                </c:pt>
                <c:pt idx="25778">
                  <c:v>68148</c:v>
                </c:pt>
                <c:pt idx="25779">
                  <c:v>68149</c:v>
                </c:pt>
                <c:pt idx="25780">
                  <c:v>68150</c:v>
                </c:pt>
                <c:pt idx="25781">
                  <c:v>68151</c:v>
                </c:pt>
                <c:pt idx="25782">
                  <c:v>68152</c:v>
                </c:pt>
                <c:pt idx="25783">
                  <c:v>68153</c:v>
                </c:pt>
                <c:pt idx="25784">
                  <c:v>68154</c:v>
                </c:pt>
                <c:pt idx="25785">
                  <c:v>68155</c:v>
                </c:pt>
                <c:pt idx="25786">
                  <c:v>68156</c:v>
                </c:pt>
                <c:pt idx="25787">
                  <c:v>68157</c:v>
                </c:pt>
                <c:pt idx="25788">
                  <c:v>68158</c:v>
                </c:pt>
                <c:pt idx="25789">
                  <c:v>68159</c:v>
                </c:pt>
                <c:pt idx="25790">
                  <c:v>68160</c:v>
                </c:pt>
                <c:pt idx="25791">
                  <c:v>68161</c:v>
                </c:pt>
                <c:pt idx="25792">
                  <c:v>68162</c:v>
                </c:pt>
                <c:pt idx="25793">
                  <c:v>68163</c:v>
                </c:pt>
                <c:pt idx="25794">
                  <c:v>68164</c:v>
                </c:pt>
                <c:pt idx="25795">
                  <c:v>68165</c:v>
                </c:pt>
                <c:pt idx="25796">
                  <c:v>68166</c:v>
                </c:pt>
                <c:pt idx="25797">
                  <c:v>68167</c:v>
                </c:pt>
                <c:pt idx="25798">
                  <c:v>68168</c:v>
                </c:pt>
                <c:pt idx="25799">
                  <c:v>68169</c:v>
                </c:pt>
                <c:pt idx="25800">
                  <c:v>68170</c:v>
                </c:pt>
                <c:pt idx="25801">
                  <c:v>68171</c:v>
                </c:pt>
                <c:pt idx="25802">
                  <c:v>68172</c:v>
                </c:pt>
                <c:pt idx="25803">
                  <c:v>68173</c:v>
                </c:pt>
                <c:pt idx="25804">
                  <c:v>68174</c:v>
                </c:pt>
                <c:pt idx="25805">
                  <c:v>68175</c:v>
                </c:pt>
                <c:pt idx="25806">
                  <c:v>68176</c:v>
                </c:pt>
                <c:pt idx="25807">
                  <c:v>68177</c:v>
                </c:pt>
                <c:pt idx="25808">
                  <c:v>68178</c:v>
                </c:pt>
                <c:pt idx="25809">
                  <c:v>68179</c:v>
                </c:pt>
                <c:pt idx="25810">
                  <c:v>68180</c:v>
                </c:pt>
                <c:pt idx="25811">
                  <c:v>68181</c:v>
                </c:pt>
                <c:pt idx="25812">
                  <c:v>68182</c:v>
                </c:pt>
                <c:pt idx="25813">
                  <c:v>68183</c:v>
                </c:pt>
                <c:pt idx="25814">
                  <c:v>68184</c:v>
                </c:pt>
                <c:pt idx="25815">
                  <c:v>68185</c:v>
                </c:pt>
                <c:pt idx="25816">
                  <c:v>68186</c:v>
                </c:pt>
                <c:pt idx="25817">
                  <c:v>68187</c:v>
                </c:pt>
                <c:pt idx="25818">
                  <c:v>68188</c:v>
                </c:pt>
                <c:pt idx="25819">
                  <c:v>68189</c:v>
                </c:pt>
                <c:pt idx="25820">
                  <c:v>68190</c:v>
                </c:pt>
                <c:pt idx="25821">
                  <c:v>68191</c:v>
                </c:pt>
                <c:pt idx="25822">
                  <c:v>68192</c:v>
                </c:pt>
                <c:pt idx="25823">
                  <c:v>68193</c:v>
                </c:pt>
                <c:pt idx="25824">
                  <c:v>68194</c:v>
                </c:pt>
                <c:pt idx="25825">
                  <c:v>68195</c:v>
                </c:pt>
                <c:pt idx="25826">
                  <c:v>68196</c:v>
                </c:pt>
                <c:pt idx="25827">
                  <c:v>68197</c:v>
                </c:pt>
                <c:pt idx="25828">
                  <c:v>68198</c:v>
                </c:pt>
                <c:pt idx="25829">
                  <c:v>68199</c:v>
                </c:pt>
                <c:pt idx="25830">
                  <c:v>68200</c:v>
                </c:pt>
                <c:pt idx="25831">
                  <c:v>68201</c:v>
                </c:pt>
                <c:pt idx="25832">
                  <c:v>68202</c:v>
                </c:pt>
                <c:pt idx="25833">
                  <c:v>68203</c:v>
                </c:pt>
                <c:pt idx="25834">
                  <c:v>68204</c:v>
                </c:pt>
                <c:pt idx="25835">
                  <c:v>68205</c:v>
                </c:pt>
                <c:pt idx="25836">
                  <c:v>68206</c:v>
                </c:pt>
                <c:pt idx="25837">
                  <c:v>68207</c:v>
                </c:pt>
                <c:pt idx="25838">
                  <c:v>68208</c:v>
                </c:pt>
                <c:pt idx="25839">
                  <c:v>68209</c:v>
                </c:pt>
                <c:pt idx="25840">
                  <c:v>68210</c:v>
                </c:pt>
                <c:pt idx="25841">
                  <c:v>68211</c:v>
                </c:pt>
                <c:pt idx="25842">
                  <c:v>68212</c:v>
                </c:pt>
                <c:pt idx="25843">
                  <c:v>68213</c:v>
                </c:pt>
                <c:pt idx="25844">
                  <c:v>68214</c:v>
                </c:pt>
                <c:pt idx="25845">
                  <c:v>68215</c:v>
                </c:pt>
                <c:pt idx="25846">
                  <c:v>68216</c:v>
                </c:pt>
                <c:pt idx="25847">
                  <c:v>68217</c:v>
                </c:pt>
                <c:pt idx="25848">
                  <c:v>68218</c:v>
                </c:pt>
                <c:pt idx="25849">
                  <c:v>68219</c:v>
                </c:pt>
                <c:pt idx="25850">
                  <c:v>68220</c:v>
                </c:pt>
                <c:pt idx="25851">
                  <c:v>68221</c:v>
                </c:pt>
                <c:pt idx="25852">
                  <c:v>68222</c:v>
                </c:pt>
                <c:pt idx="25853">
                  <c:v>68223</c:v>
                </c:pt>
                <c:pt idx="25854">
                  <c:v>68224</c:v>
                </c:pt>
                <c:pt idx="25855">
                  <c:v>68225</c:v>
                </c:pt>
                <c:pt idx="25856">
                  <c:v>68226</c:v>
                </c:pt>
                <c:pt idx="25857">
                  <c:v>68227</c:v>
                </c:pt>
                <c:pt idx="25858">
                  <c:v>68228</c:v>
                </c:pt>
                <c:pt idx="25859">
                  <c:v>68229</c:v>
                </c:pt>
                <c:pt idx="25860">
                  <c:v>68230</c:v>
                </c:pt>
                <c:pt idx="25861">
                  <c:v>68231</c:v>
                </c:pt>
                <c:pt idx="25862">
                  <c:v>68232</c:v>
                </c:pt>
                <c:pt idx="25863">
                  <c:v>68233</c:v>
                </c:pt>
                <c:pt idx="25864">
                  <c:v>68234</c:v>
                </c:pt>
                <c:pt idx="25865">
                  <c:v>68235</c:v>
                </c:pt>
                <c:pt idx="25866">
                  <c:v>68236</c:v>
                </c:pt>
                <c:pt idx="25867">
                  <c:v>68237</c:v>
                </c:pt>
                <c:pt idx="25868">
                  <c:v>68238</c:v>
                </c:pt>
                <c:pt idx="25869">
                  <c:v>68239</c:v>
                </c:pt>
                <c:pt idx="25870">
                  <c:v>68240</c:v>
                </c:pt>
                <c:pt idx="25871">
                  <c:v>68241</c:v>
                </c:pt>
                <c:pt idx="25872">
                  <c:v>68242</c:v>
                </c:pt>
                <c:pt idx="25873">
                  <c:v>68243</c:v>
                </c:pt>
                <c:pt idx="25874">
                  <c:v>68244</c:v>
                </c:pt>
                <c:pt idx="25875">
                  <c:v>68245</c:v>
                </c:pt>
                <c:pt idx="25876">
                  <c:v>68246</c:v>
                </c:pt>
                <c:pt idx="25877">
                  <c:v>68247</c:v>
                </c:pt>
                <c:pt idx="25878">
                  <c:v>68248</c:v>
                </c:pt>
                <c:pt idx="25879">
                  <c:v>68249</c:v>
                </c:pt>
                <c:pt idx="25880">
                  <c:v>68250</c:v>
                </c:pt>
                <c:pt idx="25881">
                  <c:v>68251</c:v>
                </c:pt>
                <c:pt idx="25882">
                  <c:v>68252</c:v>
                </c:pt>
                <c:pt idx="25883">
                  <c:v>68253</c:v>
                </c:pt>
                <c:pt idx="25884">
                  <c:v>68254</c:v>
                </c:pt>
                <c:pt idx="25885">
                  <c:v>68255</c:v>
                </c:pt>
                <c:pt idx="25886">
                  <c:v>68256</c:v>
                </c:pt>
                <c:pt idx="25887">
                  <c:v>68257</c:v>
                </c:pt>
                <c:pt idx="25888">
                  <c:v>68258</c:v>
                </c:pt>
                <c:pt idx="25889">
                  <c:v>68259</c:v>
                </c:pt>
                <c:pt idx="25890">
                  <c:v>68260</c:v>
                </c:pt>
                <c:pt idx="25891">
                  <c:v>68261</c:v>
                </c:pt>
                <c:pt idx="25892">
                  <c:v>68262</c:v>
                </c:pt>
                <c:pt idx="25893">
                  <c:v>68263</c:v>
                </c:pt>
                <c:pt idx="25894">
                  <c:v>68264</c:v>
                </c:pt>
                <c:pt idx="25895">
                  <c:v>68265</c:v>
                </c:pt>
                <c:pt idx="25896">
                  <c:v>68266</c:v>
                </c:pt>
                <c:pt idx="25897">
                  <c:v>68267</c:v>
                </c:pt>
                <c:pt idx="25898">
                  <c:v>68268</c:v>
                </c:pt>
                <c:pt idx="25899">
                  <c:v>68269</c:v>
                </c:pt>
                <c:pt idx="25900">
                  <c:v>68270</c:v>
                </c:pt>
                <c:pt idx="25901">
                  <c:v>68271</c:v>
                </c:pt>
                <c:pt idx="25902">
                  <c:v>68272</c:v>
                </c:pt>
                <c:pt idx="25903">
                  <c:v>68273</c:v>
                </c:pt>
                <c:pt idx="25904">
                  <c:v>68274</c:v>
                </c:pt>
                <c:pt idx="25905">
                  <c:v>68275</c:v>
                </c:pt>
                <c:pt idx="25906">
                  <c:v>68276</c:v>
                </c:pt>
                <c:pt idx="25907">
                  <c:v>68277</c:v>
                </c:pt>
                <c:pt idx="25908">
                  <c:v>68278</c:v>
                </c:pt>
                <c:pt idx="25909">
                  <c:v>68279</c:v>
                </c:pt>
                <c:pt idx="25910">
                  <c:v>68280</c:v>
                </c:pt>
                <c:pt idx="25911">
                  <c:v>68281</c:v>
                </c:pt>
                <c:pt idx="25912">
                  <c:v>68282</c:v>
                </c:pt>
                <c:pt idx="25913">
                  <c:v>68283</c:v>
                </c:pt>
                <c:pt idx="25914">
                  <c:v>68284</c:v>
                </c:pt>
                <c:pt idx="25915">
                  <c:v>68285</c:v>
                </c:pt>
                <c:pt idx="25916">
                  <c:v>68286</c:v>
                </c:pt>
                <c:pt idx="25917">
                  <c:v>68287</c:v>
                </c:pt>
                <c:pt idx="25918">
                  <c:v>68288</c:v>
                </c:pt>
                <c:pt idx="25919">
                  <c:v>68289</c:v>
                </c:pt>
                <c:pt idx="25920">
                  <c:v>68290</c:v>
                </c:pt>
                <c:pt idx="25921">
                  <c:v>68291</c:v>
                </c:pt>
                <c:pt idx="25922">
                  <c:v>68292</c:v>
                </c:pt>
                <c:pt idx="25923">
                  <c:v>68293</c:v>
                </c:pt>
                <c:pt idx="25924">
                  <c:v>68294</c:v>
                </c:pt>
                <c:pt idx="25925">
                  <c:v>68295</c:v>
                </c:pt>
                <c:pt idx="25926">
                  <c:v>68296</c:v>
                </c:pt>
                <c:pt idx="25927">
                  <c:v>68297</c:v>
                </c:pt>
                <c:pt idx="25928">
                  <c:v>68298</c:v>
                </c:pt>
                <c:pt idx="25929">
                  <c:v>68299</c:v>
                </c:pt>
                <c:pt idx="25930">
                  <c:v>68300</c:v>
                </c:pt>
                <c:pt idx="25931">
                  <c:v>68301</c:v>
                </c:pt>
                <c:pt idx="25932">
                  <c:v>68302</c:v>
                </c:pt>
                <c:pt idx="25933">
                  <c:v>68303</c:v>
                </c:pt>
                <c:pt idx="25934">
                  <c:v>68304</c:v>
                </c:pt>
                <c:pt idx="25935">
                  <c:v>68305</c:v>
                </c:pt>
                <c:pt idx="25936">
                  <c:v>68306</c:v>
                </c:pt>
                <c:pt idx="25937">
                  <c:v>68307</c:v>
                </c:pt>
                <c:pt idx="25938">
                  <c:v>68308</c:v>
                </c:pt>
                <c:pt idx="25939">
                  <c:v>68309</c:v>
                </c:pt>
                <c:pt idx="25940">
                  <c:v>68310</c:v>
                </c:pt>
                <c:pt idx="25941">
                  <c:v>68311</c:v>
                </c:pt>
                <c:pt idx="25942">
                  <c:v>68312</c:v>
                </c:pt>
                <c:pt idx="25943">
                  <c:v>68313</c:v>
                </c:pt>
                <c:pt idx="25944">
                  <c:v>68314</c:v>
                </c:pt>
                <c:pt idx="25945">
                  <c:v>68315</c:v>
                </c:pt>
                <c:pt idx="25946">
                  <c:v>68316</c:v>
                </c:pt>
                <c:pt idx="25947">
                  <c:v>68317</c:v>
                </c:pt>
                <c:pt idx="25948">
                  <c:v>68318</c:v>
                </c:pt>
                <c:pt idx="25949">
                  <c:v>68319</c:v>
                </c:pt>
                <c:pt idx="25950">
                  <c:v>68320</c:v>
                </c:pt>
                <c:pt idx="25951">
                  <c:v>68321</c:v>
                </c:pt>
                <c:pt idx="25952">
                  <c:v>68322</c:v>
                </c:pt>
                <c:pt idx="25953">
                  <c:v>68323</c:v>
                </c:pt>
                <c:pt idx="25954">
                  <c:v>68324</c:v>
                </c:pt>
                <c:pt idx="25955">
                  <c:v>68325</c:v>
                </c:pt>
                <c:pt idx="25956">
                  <c:v>68326</c:v>
                </c:pt>
                <c:pt idx="25957">
                  <c:v>68327</c:v>
                </c:pt>
                <c:pt idx="25958">
                  <c:v>68328</c:v>
                </c:pt>
                <c:pt idx="25959">
                  <c:v>68329</c:v>
                </c:pt>
                <c:pt idx="25960">
                  <c:v>68330</c:v>
                </c:pt>
                <c:pt idx="25961">
                  <c:v>68331</c:v>
                </c:pt>
                <c:pt idx="25962">
                  <c:v>68332</c:v>
                </c:pt>
                <c:pt idx="25963">
                  <c:v>68333</c:v>
                </c:pt>
                <c:pt idx="25964">
                  <c:v>68334</c:v>
                </c:pt>
                <c:pt idx="25965">
                  <c:v>68335</c:v>
                </c:pt>
                <c:pt idx="25966">
                  <c:v>68336</c:v>
                </c:pt>
                <c:pt idx="25967">
                  <c:v>68337</c:v>
                </c:pt>
                <c:pt idx="25968">
                  <c:v>68338</c:v>
                </c:pt>
                <c:pt idx="25969">
                  <c:v>68339</c:v>
                </c:pt>
                <c:pt idx="25970">
                  <c:v>68340</c:v>
                </c:pt>
                <c:pt idx="25971">
                  <c:v>68341</c:v>
                </c:pt>
                <c:pt idx="25972">
                  <c:v>68342</c:v>
                </c:pt>
                <c:pt idx="25973">
                  <c:v>68343</c:v>
                </c:pt>
                <c:pt idx="25974">
                  <c:v>68344</c:v>
                </c:pt>
                <c:pt idx="25975">
                  <c:v>68345</c:v>
                </c:pt>
                <c:pt idx="25976">
                  <c:v>68346</c:v>
                </c:pt>
                <c:pt idx="25977">
                  <c:v>68347</c:v>
                </c:pt>
                <c:pt idx="25978">
                  <c:v>68348</c:v>
                </c:pt>
                <c:pt idx="25979">
                  <c:v>68349</c:v>
                </c:pt>
                <c:pt idx="25980">
                  <c:v>68350</c:v>
                </c:pt>
                <c:pt idx="25981">
                  <c:v>68351</c:v>
                </c:pt>
                <c:pt idx="25982">
                  <c:v>68352</c:v>
                </c:pt>
                <c:pt idx="25983">
                  <c:v>68353</c:v>
                </c:pt>
                <c:pt idx="25984">
                  <c:v>68354</c:v>
                </c:pt>
                <c:pt idx="25985">
                  <c:v>68355</c:v>
                </c:pt>
                <c:pt idx="25986">
                  <c:v>68356</c:v>
                </c:pt>
                <c:pt idx="25987">
                  <c:v>68357</c:v>
                </c:pt>
                <c:pt idx="25988">
                  <c:v>68358</c:v>
                </c:pt>
                <c:pt idx="25989">
                  <c:v>68359</c:v>
                </c:pt>
                <c:pt idx="25990">
                  <c:v>68360</c:v>
                </c:pt>
                <c:pt idx="25991">
                  <c:v>68361</c:v>
                </c:pt>
                <c:pt idx="25992">
                  <c:v>68362</c:v>
                </c:pt>
                <c:pt idx="25993">
                  <c:v>68363</c:v>
                </c:pt>
                <c:pt idx="25994">
                  <c:v>68364</c:v>
                </c:pt>
                <c:pt idx="25995">
                  <c:v>68365</c:v>
                </c:pt>
                <c:pt idx="25996">
                  <c:v>68366</c:v>
                </c:pt>
                <c:pt idx="25997">
                  <c:v>68367</c:v>
                </c:pt>
                <c:pt idx="25998">
                  <c:v>68368</c:v>
                </c:pt>
                <c:pt idx="25999">
                  <c:v>68369</c:v>
                </c:pt>
                <c:pt idx="26000">
                  <c:v>68370</c:v>
                </c:pt>
                <c:pt idx="26001">
                  <c:v>68371</c:v>
                </c:pt>
                <c:pt idx="26002">
                  <c:v>68372</c:v>
                </c:pt>
                <c:pt idx="26003">
                  <c:v>68373</c:v>
                </c:pt>
                <c:pt idx="26004">
                  <c:v>68374</c:v>
                </c:pt>
                <c:pt idx="26005">
                  <c:v>68375</c:v>
                </c:pt>
                <c:pt idx="26006">
                  <c:v>68376</c:v>
                </c:pt>
                <c:pt idx="26007">
                  <c:v>68377</c:v>
                </c:pt>
                <c:pt idx="26008">
                  <c:v>68378</c:v>
                </c:pt>
                <c:pt idx="26009">
                  <c:v>68379</c:v>
                </c:pt>
                <c:pt idx="26010">
                  <c:v>68380</c:v>
                </c:pt>
                <c:pt idx="26011">
                  <c:v>68381</c:v>
                </c:pt>
                <c:pt idx="26012">
                  <c:v>68382</c:v>
                </c:pt>
                <c:pt idx="26013">
                  <c:v>68383</c:v>
                </c:pt>
                <c:pt idx="26014">
                  <c:v>68384</c:v>
                </c:pt>
                <c:pt idx="26015">
                  <c:v>68385</c:v>
                </c:pt>
                <c:pt idx="26016">
                  <c:v>68386</c:v>
                </c:pt>
                <c:pt idx="26017">
                  <c:v>68387</c:v>
                </c:pt>
                <c:pt idx="26018">
                  <c:v>68388</c:v>
                </c:pt>
                <c:pt idx="26019">
                  <c:v>68389</c:v>
                </c:pt>
                <c:pt idx="26020">
                  <c:v>68390</c:v>
                </c:pt>
                <c:pt idx="26021">
                  <c:v>68391</c:v>
                </c:pt>
                <c:pt idx="26022">
                  <c:v>68392</c:v>
                </c:pt>
                <c:pt idx="26023">
                  <c:v>68393</c:v>
                </c:pt>
                <c:pt idx="26024">
                  <c:v>68394</c:v>
                </c:pt>
                <c:pt idx="26025">
                  <c:v>68395</c:v>
                </c:pt>
                <c:pt idx="26026">
                  <c:v>68396</c:v>
                </c:pt>
                <c:pt idx="26027">
                  <c:v>68397</c:v>
                </c:pt>
                <c:pt idx="26028">
                  <c:v>68398</c:v>
                </c:pt>
                <c:pt idx="26029">
                  <c:v>68399</c:v>
                </c:pt>
                <c:pt idx="26030">
                  <c:v>68400</c:v>
                </c:pt>
                <c:pt idx="26031">
                  <c:v>68401</c:v>
                </c:pt>
                <c:pt idx="26032">
                  <c:v>68402</c:v>
                </c:pt>
                <c:pt idx="26033">
                  <c:v>68403</c:v>
                </c:pt>
                <c:pt idx="26034">
                  <c:v>68404</c:v>
                </c:pt>
                <c:pt idx="26035">
                  <c:v>68405</c:v>
                </c:pt>
                <c:pt idx="26036">
                  <c:v>68406</c:v>
                </c:pt>
                <c:pt idx="26037">
                  <c:v>68407</c:v>
                </c:pt>
                <c:pt idx="26038">
                  <c:v>68408</c:v>
                </c:pt>
                <c:pt idx="26039">
                  <c:v>68409</c:v>
                </c:pt>
                <c:pt idx="26040">
                  <c:v>68410</c:v>
                </c:pt>
                <c:pt idx="26041">
                  <c:v>68411</c:v>
                </c:pt>
                <c:pt idx="26042">
                  <c:v>68412</c:v>
                </c:pt>
                <c:pt idx="26043">
                  <c:v>68413</c:v>
                </c:pt>
                <c:pt idx="26044">
                  <c:v>68414</c:v>
                </c:pt>
                <c:pt idx="26045">
                  <c:v>68415</c:v>
                </c:pt>
                <c:pt idx="26046">
                  <c:v>68416</c:v>
                </c:pt>
                <c:pt idx="26047">
                  <c:v>68417</c:v>
                </c:pt>
                <c:pt idx="26048">
                  <c:v>68418</c:v>
                </c:pt>
                <c:pt idx="26049">
                  <c:v>68419</c:v>
                </c:pt>
                <c:pt idx="26050">
                  <c:v>68420</c:v>
                </c:pt>
                <c:pt idx="26051">
                  <c:v>68421</c:v>
                </c:pt>
                <c:pt idx="26052">
                  <c:v>68422</c:v>
                </c:pt>
                <c:pt idx="26053">
                  <c:v>68423</c:v>
                </c:pt>
                <c:pt idx="26054">
                  <c:v>68424</c:v>
                </c:pt>
                <c:pt idx="26055">
                  <c:v>68425</c:v>
                </c:pt>
                <c:pt idx="26056">
                  <c:v>68426</c:v>
                </c:pt>
                <c:pt idx="26057">
                  <c:v>68427</c:v>
                </c:pt>
                <c:pt idx="26058">
                  <c:v>68428</c:v>
                </c:pt>
                <c:pt idx="26059">
                  <c:v>68429</c:v>
                </c:pt>
                <c:pt idx="26060">
                  <c:v>68430</c:v>
                </c:pt>
                <c:pt idx="26061">
                  <c:v>68431</c:v>
                </c:pt>
                <c:pt idx="26062">
                  <c:v>68432</c:v>
                </c:pt>
                <c:pt idx="26063">
                  <c:v>68433</c:v>
                </c:pt>
                <c:pt idx="26064">
                  <c:v>68434</c:v>
                </c:pt>
                <c:pt idx="26065">
                  <c:v>68435</c:v>
                </c:pt>
                <c:pt idx="26066">
                  <c:v>68436</c:v>
                </c:pt>
                <c:pt idx="26067">
                  <c:v>68437</c:v>
                </c:pt>
                <c:pt idx="26068">
                  <c:v>68438</c:v>
                </c:pt>
                <c:pt idx="26069">
                  <c:v>68439</c:v>
                </c:pt>
                <c:pt idx="26070">
                  <c:v>68440</c:v>
                </c:pt>
                <c:pt idx="26071">
                  <c:v>68441</c:v>
                </c:pt>
                <c:pt idx="26072">
                  <c:v>68442</c:v>
                </c:pt>
                <c:pt idx="26073">
                  <c:v>68443</c:v>
                </c:pt>
                <c:pt idx="26074">
                  <c:v>68444</c:v>
                </c:pt>
                <c:pt idx="26075">
                  <c:v>68445</c:v>
                </c:pt>
                <c:pt idx="26076">
                  <c:v>68446</c:v>
                </c:pt>
                <c:pt idx="26077">
                  <c:v>68447</c:v>
                </c:pt>
                <c:pt idx="26078">
                  <c:v>68448</c:v>
                </c:pt>
                <c:pt idx="26079">
                  <c:v>68449</c:v>
                </c:pt>
                <c:pt idx="26080">
                  <c:v>68450</c:v>
                </c:pt>
                <c:pt idx="26081">
                  <c:v>68451</c:v>
                </c:pt>
                <c:pt idx="26082">
                  <c:v>68452</c:v>
                </c:pt>
                <c:pt idx="26083">
                  <c:v>68453</c:v>
                </c:pt>
                <c:pt idx="26084">
                  <c:v>68454</c:v>
                </c:pt>
                <c:pt idx="26085">
                  <c:v>68455</c:v>
                </c:pt>
                <c:pt idx="26086">
                  <c:v>68456</c:v>
                </c:pt>
                <c:pt idx="26087">
                  <c:v>68457</c:v>
                </c:pt>
                <c:pt idx="26088">
                  <c:v>68458</c:v>
                </c:pt>
                <c:pt idx="26089">
                  <c:v>68459</c:v>
                </c:pt>
                <c:pt idx="26090">
                  <c:v>68460</c:v>
                </c:pt>
                <c:pt idx="26091">
                  <c:v>68461</c:v>
                </c:pt>
                <c:pt idx="26092">
                  <c:v>68462</c:v>
                </c:pt>
                <c:pt idx="26093">
                  <c:v>68463</c:v>
                </c:pt>
                <c:pt idx="26094">
                  <c:v>68464</c:v>
                </c:pt>
                <c:pt idx="26095">
                  <c:v>68465</c:v>
                </c:pt>
                <c:pt idx="26096">
                  <c:v>68466</c:v>
                </c:pt>
                <c:pt idx="26097">
                  <c:v>68467</c:v>
                </c:pt>
                <c:pt idx="26098">
                  <c:v>68468</c:v>
                </c:pt>
                <c:pt idx="26099">
                  <c:v>68469</c:v>
                </c:pt>
                <c:pt idx="26100">
                  <c:v>68470</c:v>
                </c:pt>
                <c:pt idx="26101">
                  <c:v>68471</c:v>
                </c:pt>
                <c:pt idx="26102">
                  <c:v>68472</c:v>
                </c:pt>
                <c:pt idx="26103">
                  <c:v>68473</c:v>
                </c:pt>
                <c:pt idx="26104">
                  <c:v>68474</c:v>
                </c:pt>
                <c:pt idx="26105">
                  <c:v>68475</c:v>
                </c:pt>
                <c:pt idx="26106">
                  <c:v>68476</c:v>
                </c:pt>
                <c:pt idx="26107">
                  <c:v>68477</c:v>
                </c:pt>
                <c:pt idx="26108">
                  <c:v>68478</c:v>
                </c:pt>
                <c:pt idx="26109">
                  <c:v>68479</c:v>
                </c:pt>
                <c:pt idx="26110">
                  <c:v>68480</c:v>
                </c:pt>
                <c:pt idx="26111">
                  <c:v>68481</c:v>
                </c:pt>
                <c:pt idx="26112">
                  <c:v>68482</c:v>
                </c:pt>
                <c:pt idx="26113">
                  <c:v>68483</c:v>
                </c:pt>
                <c:pt idx="26114">
                  <c:v>68484</c:v>
                </c:pt>
                <c:pt idx="26115">
                  <c:v>68485</c:v>
                </c:pt>
                <c:pt idx="26116">
                  <c:v>68486</c:v>
                </c:pt>
                <c:pt idx="26117">
                  <c:v>68487</c:v>
                </c:pt>
                <c:pt idx="26118">
                  <c:v>68488</c:v>
                </c:pt>
                <c:pt idx="26119">
                  <c:v>68489</c:v>
                </c:pt>
                <c:pt idx="26120">
                  <c:v>68490</c:v>
                </c:pt>
                <c:pt idx="26121">
                  <c:v>68491</c:v>
                </c:pt>
                <c:pt idx="26122">
                  <c:v>68492</c:v>
                </c:pt>
                <c:pt idx="26123">
                  <c:v>68493</c:v>
                </c:pt>
                <c:pt idx="26124">
                  <c:v>68494</c:v>
                </c:pt>
                <c:pt idx="26125">
                  <c:v>68495</c:v>
                </c:pt>
                <c:pt idx="26126">
                  <c:v>68496</c:v>
                </c:pt>
                <c:pt idx="26127">
                  <c:v>68497</c:v>
                </c:pt>
                <c:pt idx="26128">
                  <c:v>68498</c:v>
                </c:pt>
                <c:pt idx="26129">
                  <c:v>68499</c:v>
                </c:pt>
                <c:pt idx="26130">
                  <c:v>68500</c:v>
                </c:pt>
                <c:pt idx="26131">
                  <c:v>68501</c:v>
                </c:pt>
                <c:pt idx="26132">
                  <c:v>68502</c:v>
                </c:pt>
                <c:pt idx="26133">
                  <c:v>68503</c:v>
                </c:pt>
                <c:pt idx="26134">
                  <c:v>68504</c:v>
                </c:pt>
                <c:pt idx="26135">
                  <c:v>68505</c:v>
                </c:pt>
                <c:pt idx="26136">
                  <c:v>68506</c:v>
                </c:pt>
                <c:pt idx="26137">
                  <c:v>68507</c:v>
                </c:pt>
                <c:pt idx="26138">
                  <c:v>68508</c:v>
                </c:pt>
                <c:pt idx="26139">
                  <c:v>68509</c:v>
                </c:pt>
                <c:pt idx="26140">
                  <c:v>68510</c:v>
                </c:pt>
                <c:pt idx="26141">
                  <c:v>68511</c:v>
                </c:pt>
                <c:pt idx="26142">
                  <c:v>68512</c:v>
                </c:pt>
                <c:pt idx="26143">
                  <c:v>68513</c:v>
                </c:pt>
                <c:pt idx="26144">
                  <c:v>68514</c:v>
                </c:pt>
                <c:pt idx="26145">
                  <c:v>68515</c:v>
                </c:pt>
                <c:pt idx="26146">
                  <c:v>68516</c:v>
                </c:pt>
                <c:pt idx="26147">
                  <c:v>68517</c:v>
                </c:pt>
                <c:pt idx="26148">
                  <c:v>68518</c:v>
                </c:pt>
                <c:pt idx="26149">
                  <c:v>68519</c:v>
                </c:pt>
                <c:pt idx="26150">
                  <c:v>68520</c:v>
                </c:pt>
                <c:pt idx="26151">
                  <c:v>68521</c:v>
                </c:pt>
                <c:pt idx="26152">
                  <c:v>68522</c:v>
                </c:pt>
                <c:pt idx="26153">
                  <c:v>68523</c:v>
                </c:pt>
                <c:pt idx="26154">
                  <c:v>68524</c:v>
                </c:pt>
                <c:pt idx="26155">
                  <c:v>68525</c:v>
                </c:pt>
                <c:pt idx="26156">
                  <c:v>68526</c:v>
                </c:pt>
                <c:pt idx="26157">
                  <c:v>68527</c:v>
                </c:pt>
                <c:pt idx="26158">
                  <c:v>68528</c:v>
                </c:pt>
                <c:pt idx="26159">
                  <c:v>68529</c:v>
                </c:pt>
                <c:pt idx="26160">
                  <c:v>68530</c:v>
                </c:pt>
                <c:pt idx="26161">
                  <c:v>68531</c:v>
                </c:pt>
                <c:pt idx="26162">
                  <c:v>68532</c:v>
                </c:pt>
                <c:pt idx="26163">
                  <c:v>68533</c:v>
                </c:pt>
                <c:pt idx="26164">
                  <c:v>68534</c:v>
                </c:pt>
                <c:pt idx="26165">
                  <c:v>68535</c:v>
                </c:pt>
                <c:pt idx="26166">
                  <c:v>68536</c:v>
                </c:pt>
                <c:pt idx="26167">
                  <c:v>68537</c:v>
                </c:pt>
                <c:pt idx="26168">
                  <c:v>68538</c:v>
                </c:pt>
                <c:pt idx="26169">
                  <c:v>68539</c:v>
                </c:pt>
                <c:pt idx="26170">
                  <c:v>68540</c:v>
                </c:pt>
                <c:pt idx="26171">
                  <c:v>68541</c:v>
                </c:pt>
                <c:pt idx="26172">
                  <c:v>68542</c:v>
                </c:pt>
                <c:pt idx="26173">
                  <c:v>68543</c:v>
                </c:pt>
                <c:pt idx="26174">
                  <c:v>68544</c:v>
                </c:pt>
                <c:pt idx="26175">
                  <c:v>68545</c:v>
                </c:pt>
                <c:pt idx="26176">
                  <c:v>68546</c:v>
                </c:pt>
                <c:pt idx="26177">
                  <c:v>68547</c:v>
                </c:pt>
                <c:pt idx="26178">
                  <c:v>68548</c:v>
                </c:pt>
                <c:pt idx="26179">
                  <c:v>68549</c:v>
                </c:pt>
                <c:pt idx="26180">
                  <c:v>68550</c:v>
                </c:pt>
                <c:pt idx="26181">
                  <c:v>68551</c:v>
                </c:pt>
                <c:pt idx="26182">
                  <c:v>68552</c:v>
                </c:pt>
                <c:pt idx="26183">
                  <c:v>68553</c:v>
                </c:pt>
                <c:pt idx="26184">
                  <c:v>68554</c:v>
                </c:pt>
                <c:pt idx="26185">
                  <c:v>68555</c:v>
                </c:pt>
                <c:pt idx="26186">
                  <c:v>68556</c:v>
                </c:pt>
                <c:pt idx="26187">
                  <c:v>68557</c:v>
                </c:pt>
                <c:pt idx="26188">
                  <c:v>68558</c:v>
                </c:pt>
                <c:pt idx="26189">
                  <c:v>68559</c:v>
                </c:pt>
                <c:pt idx="26190">
                  <c:v>68560</c:v>
                </c:pt>
                <c:pt idx="26191">
                  <c:v>68561</c:v>
                </c:pt>
                <c:pt idx="26192">
                  <c:v>68562</c:v>
                </c:pt>
                <c:pt idx="26193">
                  <c:v>68563</c:v>
                </c:pt>
                <c:pt idx="26194">
                  <c:v>68564</c:v>
                </c:pt>
                <c:pt idx="26195">
                  <c:v>68565</c:v>
                </c:pt>
                <c:pt idx="26196">
                  <c:v>68566</c:v>
                </c:pt>
                <c:pt idx="26197">
                  <c:v>68567</c:v>
                </c:pt>
                <c:pt idx="26198">
                  <c:v>68568</c:v>
                </c:pt>
                <c:pt idx="26199">
                  <c:v>68569</c:v>
                </c:pt>
                <c:pt idx="26200">
                  <c:v>68570</c:v>
                </c:pt>
                <c:pt idx="26201">
                  <c:v>68571</c:v>
                </c:pt>
                <c:pt idx="26202">
                  <c:v>68572</c:v>
                </c:pt>
                <c:pt idx="26203">
                  <c:v>68573</c:v>
                </c:pt>
                <c:pt idx="26204">
                  <c:v>68574</c:v>
                </c:pt>
                <c:pt idx="26205">
                  <c:v>68575</c:v>
                </c:pt>
                <c:pt idx="26206">
                  <c:v>68576</c:v>
                </c:pt>
                <c:pt idx="26207">
                  <c:v>68577</c:v>
                </c:pt>
                <c:pt idx="26208">
                  <c:v>68578</c:v>
                </c:pt>
                <c:pt idx="26209">
                  <c:v>68579</c:v>
                </c:pt>
                <c:pt idx="26210">
                  <c:v>68580</c:v>
                </c:pt>
                <c:pt idx="26211">
                  <c:v>68581</c:v>
                </c:pt>
                <c:pt idx="26212">
                  <c:v>68582</c:v>
                </c:pt>
                <c:pt idx="26213">
                  <c:v>68583</c:v>
                </c:pt>
                <c:pt idx="26214">
                  <c:v>68584</c:v>
                </c:pt>
                <c:pt idx="26215">
                  <c:v>68585</c:v>
                </c:pt>
                <c:pt idx="26216">
                  <c:v>68586</c:v>
                </c:pt>
                <c:pt idx="26217">
                  <c:v>68587</c:v>
                </c:pt>
                <c:pt idx="26218">
                  <c:v>68588</c:v>
                </c:pt>
                <c:pt idx="26219">
                  <c:v>68589</c:v>
                </c:pt>
                <c:pt idx="26220">
                  <c:v>68590</c:v>
                </c:pt>
                <c:pt idx="26221">
                  <c:v>68591</c:v>
                </c:pt>
                <c:pt idx="26222">
                  <c:v>68592</c:v>
                </c:pt>
                <c:pt idx="26223">
                  <c:v>68593</c:v>
                </c:pt>
                <c:pt idx="26224">
                  <c:v>68594</c:v>
                </c:pt>
                <c:pt idx="26225">
                  <c:v>68595</c:v>
                </c:pt>
                <c:pt idx="26226">
                  <c:v>68596</c:v>
                </c:pt>
                <c:pt idx="26227">
                  <c:v>68597</c:v>
                </c:pt>
                <c:pt idx="26228">
                  <c:v>68598</c:v>
                </c:pt>
                <c:pt idx="26229">
                  <c:v>68599</c:v>
                </c:pt>
                <c:pt idx="26230">
                  <c:v>68600</c:v>
                </c:pt>
                <c:pt idx="26231">
                  <c:v>68601</c:v>
                </c:pt>
                <c:pt idx="26232">
                  <c:v>68602</c:v>
                </c:pt>
                <c:pt idx="26233">
                  <c:v>68603</c:v>
                </c:pt>
                <c:pt idx="26234">
                  <c:v>68604</c:v>
                </c:pt>
                <c:pt idx="26235">
                  <c:v>68605</c:v>
                </c:pt>
                <c:pt idx="26236">
                  <c:v>68606</c:v>
                </c:pt>
                <c:pt idx="26237">
                  <c:v>68607</c:v>
                </c:pt>
                <c:pt idx="26238">
                  <c:v>68608</c:v>
                </c:pt>
                <c:pt idx="26239">
                  <c:v>68609</c:v>
                </c:pt>
                <c:pt idx="26240">
                  <c:v>68610</c:v>
                </c:pt>
                <c:pt idx="26241">
                  <c:v>68611</c:v>
                </c:pt>
                <c:pt idx="26242">
                  <c:v>68612</c:v>
                </c:pt>
                <c:pt idx="26243">
                  <c:v>68613</c:v>
                </c:pt>
                <c:pt idx="26244">
                  <c:v>68614</c:v>
                </c:pt>
                <c:pt idx="26245">
                  <c:v>68615</c:v>
                </c:pt>
                <c:pt idx="26246">
                  <c:v>68616</c:v>
                </c:pt>
                <c:pt idx="26247">
                  <c:v>68617</c:v>
                </c:pt>
                <c:pt idx="26248">
                  <c:v>68618</c:v>
                </c:pt>
                <c:pt idx="26249">
                  <c:v>68619</c:v>
                </c:pt>
                <c:pt idx="26250">
                  <c:v>68620</c:v>
                </c:pt>
                <c:pt idx="26251">
                  <c:v>68621</c:v>
                </c:pt>
                <c:pt idx="26252">
                  <c:v>68622</c:v>
                </c:pt>
                <c:pt idx="26253">
                  <c:v>68623</c:v>
                </c:pt>
                <c:pt idx="26254">
                  <c:v>68624</c:v>
                </c:pt>
                <c:pt idx="26255">
                  <c:v>68625</c:v>
                </c:pt>
                <c:pt idx="26256">
                  <c:v>68626</c:v>
                </c:pt>
                <c:pt idx="26257">
                  <c:v>68627</c:v>
                </c:pt>
                <c:pt idx="26258">
                  <c:v>68628</c:v>
                </c:pt>
                <c:pt idx="26259">
                  <c:v>68629</c:v>
                </c:pt>
                <c:pt idx="26260">
                  <c:v>68630</c:v>
                </c:pt>
                <c:pt idx="26261">
                  <c:v>68631</c:v>
                </c:pt>
                <c:pt idx="26262">
                  <c:v>68632</c:v>
                </c:pt>
                <c:pt idx="26263">
                  <c:v>68633</c:v>
                </c:pt>
                <c:pt idx="26264">
                  <c:v>68634</c:v>
                </c:pt>
                <c:pt idx="26265">
                  <c:v>68635</c:v>
                </c:pt>
                <c:pt idx="26266">
                  <c:v>68636</c:v>
                </c:pt>
                <c:pt idx="26267">
                  <c:v>68637</c:v>
                </c:pt>
                <c:pt idx="26268">
                  <c:v>68638</c:v>
                </c:pt>
                <c:pt idx="26269">
                  <c:v>68639</c:v>
                </c:pt>
                <c:pt idx="26270">
                  <c:v>68640</c:v>
                </c:pt>
                <c:pt idx="26271">
                  <c:v>68641</c:v>
                </c:pt>
                <c:pt idx="26272">
                  <c:v>68642</c:v>
                </c:pt>
                <c:pt idx="26273">
                  <c:v>68643</c:v>
                </c:pt>
                <c:pt idx="26274">
                  <c:v>68644</c:v>
                </c:pt>
                <c:pt idx="26275">
                  <c:v>68645</c:v>
                </c:pt>
                <c:pt idx="26276">
                  <c:v>68646</c:v>
                </c:pt>
                <c:pt idx="26277">
                  <c:v>68647</c:v>
                </c:pt>
                <c:pt idx="26278">
                  <c:v>68648</c:v>
                </c:pt>
                <c:pt idx="26279">
                  <c:v>68649</c:v>
                </c:pt>
                <c:pt idx="26280">
                  <c:v>68650</c:v>
                </c:pt>
                <c:pt idx="26281">
                  <c:v>68651</c:v>
                </c:pt>
                <c:pt idx="26282">
                  <c:v>68652</c:v>
                </c:pt>
                <c:pt idx="26283">
                  <c:v>68653</c:v>
                </c:pt>
                <c:pt idx="26284">
                  <c:v>68654</c:v>
                </c:pt>
                <c:pt idx="26285">
                  <c:v>68655</c:v>
                </c:pt>
                <c:pt idx="26286">
                  <c:v>68656</c:v>
                </c:pt>
                <c:pt idx="26287">
                  <c:v>68657</c:v>
                </c:pt>
                <c:pt idx="26288">
                  <c:v>68658</c:v>
                </c:pt>
                <c:pt idx="26289">
                  <c:v>68659</c:v>
                </c:pt>
                <c:pt idx="26290">
                  <c:v>68660</c:v>
                </c:pt>
                <c:pt idx="26291">
                  <c:v>68661</c:v>
                </c:pt>
                <c:pt idx="26292">
                  <c:v>68662</c:v>
                </c:pt>
                <c:pt idx="26293">
                  <c:v>68663</c:v>
                </c:pt>
                <c:pt idx="26294">
                  <c:v>68664</c:v>
                </c:pt>
                <c:pt idx="26295">
                  <c:v>68665</c:v>
                </c:pt>
                <c:pt idx="26296">
                  <c:v>68666</c:v>
                </c:pt>
                <c:pt idx="26297">
                  <c:v>68667</c:v>
                </c:pt>
                <c:pt idx="26298">
                  <c:v>68668</c:v>
                </c:pt>
                <c:pt idx="26299">
                  <c:v>68669</c:v>
                </c:pt>
                <c:pt idx="26300">
                  <c:v>68670</c:v>
                </c:pt>
                <c:pt idx="26301">
                  <c:v>68671</c:v>
                </c:pt>
                <c:pt idx="26302">
                  <c:v>68672</c:v>
                </c:pt>
                <c:pt idx="26303">
                  <c:v>68673</c:v>
                </c:pt>
                <c:pt idx="26304">
                  <c:v>68674</c:v>
                </c:pt>
                <c:pt idx="26305">
                  <c:v>68675</c:v>
                </c:pt>
                <c:pt idx="26306">
                  <c:v>68676</c:v>
                </c:pt>
                <c:pt idx="26307">
                  <c:v>68677</c:v>
                </c:pt>
                <c:pt idx="26308">
                  <c:v>68678</c:v>
                </c:pt>
                <c:pt idx="26309">
                  <c:v>68679</c:v>
                </c:pt>
                <c:pt idx="26310">
                  <c:v>68680</c:v>
                </c:pt>
                <c:pt idx="26311">
                  <c:v>68681</c:v>
                </c:pt>
                <c:pt idx="26312">
                  <c:v>68682</c:v>
                </c:pt>
                <c:pt idx="26313">
                  <c:v>68683</c:v>
                </c:pt>
                <c:pt idx="26314">
                  <c:v>68684</c:v>
                </c:pt>
                <c:pt idx="26315">
                  <c:v>68685</c:v>
                </c:pt>
                <c:pt idx="26316">
                  <c:v>68686</c:v>
                </c:pt>
                <c:pt idx="26317">
                  <c:v>68687</c:v>
                </c:pt>
                <c:pt idx="26318">
                  <c:v>68688</c:v>
                </c:pt>
                <c:pt idx="26319">
                  <c:v>68689</c:v>
                </c:pt>
                <c:pt idx="26320">
                  <c:v>68690</c:v>
                </c:pt>
                <c:pt idx="26321">
                  <c:v>68691</c:v>
                </c:pt>
                <c:pt idx="26322">
                  <c:v>68692</c:v>
                </c:pt>
                <c:pt idx="26323">
                  <c:v>68693</c:v>
                </c:pt>
                <c:pt idx="26324">
                  <c:v>68694</c:v>
                </c:pt>
                <c:pt idx="26325">
                  <c:v>68695</c:v>
                </c:pt>
                <c:pt idx="26326">
                  <c:v>68696</c:v>
                </c:pt>
                <c:pt idx="26327">
                  <c:v>68697</c:v>
                </c:pt>
                <c:pt idx="26328">
                  <c:v>68698</c:v>
                </c:pt>
                <c:pt idx="26329">
                  <c:v>68699</c:v>
                </c:pt>
                <c:pt idx="26330">
                  <c:v>68700</c:v>
                </c:pt>
                <c:pt idx="26331">
                  <c:v>68701</c:v>
                </c:pt>
                <c:pt idx="26332">
                  <c:v>68702</c:v>
                </c:pt>
                <c:pt idx="26333">
                  <c:v>68703</c:v>
                </c:pt>
                <c:pt idx="26334">
                  <c:v>68704</c:v>
                </c:pt>
                <c:pt idx="26335">
                  <c:v>68705</c:v>
                </c:pt>
                <c:pt idx="26336">
                  <c:v>68706</c:v>
                </c:pt>
                <c:pt idx="26337">
                  <c:v>68707</c:v>
                </c:pt>
                <c:pt idx="26338">
                  <c:v>68708</c:v>
                </c:pt>
                <c:pt idx="26339">
                  <c:v>68709</c:v>
                </c:pt>
                <c:pt idx="26340">
                  <c:v>68710</c:v>
                </c:pt>
                <c:pt idx="26341">
                  <c:v>68711</c:v>
                </c:pt>
                <c:pt idx="26342">
                  <c:v>68712</c:v>
                </c:pt>
                <c:pt idx="26343">
                  <c:v>68713</c:v>
                </c:pt>
                <c:pt idx="26344">
                  <c:v>68714</c:v>
                </c:pt>
                <c:pt idx="26345">
                  <c:v>68715</c:v>
                </c:pt>
                <c:pt idx="26346">
                  <c:v>68716</c:v>
                </c:pt>
                <c:pt idx="26347">
                  <c:v>68717</c:v>
                </c:pt>
                <c:pt idx="26348">
                  <c:v>68718</c:v>
                </c:pt>
                <c:pt idx="26349">
                  <c:v>68719</c:v>
                </c:pt>
                <c:pt idx="26350">
                  <c:v>68720</c:v>
                </c:pt>
                <c:pt idx="26351">
                  <c:v>68721</c:v>
                </c:pt>
                <c:pt idx="26352">
                  <c:v>68722</c:v>
                </c:pt>
                <c:pt idx="26353">
                  <c:v>68723</c:v>
                </c:pt>
                <c:pt idx="26354">
                  <c:v>68724</c:v>
                </c:pt>
                <c:pt idx="26355">
                  <c:v>68725</c:v>
                </c:pt>
                <c:pt idx="26356">
                  <c:v>68726</c:v>
                </c:pt>
                <c:pt idx="26357">
                  <c:v>68727</c:v>
                </c:pt>
                <c:pt idx="26358">
                  <c:v>68728</c:v>
                </c:pt>
                <c:pt idx="26359">
                  <c:v>68729</c:v>
                </c:pt>
                <c:pt idx="26360">
                  <c:v>68730</c:v>
                </c:pt>
                <c:pt idx="26361">
                  <c:v>68731</c:v>
                </c:pt>
                <c:pt idx="26362">
                  <c:v>68732</c:v>
                </c:pt>
                <c:pt idx="26363">
                  <c:v>68733</c:v>
                </c:pt>
                <c:pt idx="26364">
                  <c:v>68734</c:v>
                </c:pt>
                <c:pt idx="26365">
                  <c:v>68735</c:v>
                </c:pt>
                <c:pt idx="26366">
                  <c:v>68736</c:v>
                </c:pt>
                <c:pt idx="26367">
                  <c:v>68737</c:v>
                </c:pt>
                <c:pt idx="26368">
                  <c:v>68738</c:v>
                </c:pt>
                <c:pt idx="26369">
                  <c:v>68739</c:v>
                </c:pt>
                <c:pt idx="26370">
                  <c:v>68740</c:v>
                </c:pt>
                <c:pt idx="26371">
                  <c:v>68741</c:v>
                </c:pt>
                <c:pt idx="26372">
                  <c:v>68742</c:v>
                </c:pt>
                <c:pt idx="26373">
                  <c:v>68743</c:v>
                </c:pt>
                <c:pt idx="26374">
                  <c:v>68744</c:v>
                </c:pt>
                <c:pt idx="26375">
                  <c:v>68745</c:v>
                </c:pt>
                <c:pt idx="26376">
                  <c:v>68746</c:v>
                </c:pt>
                <c:pt idx="26377">
                  <c:v>68747</c:v>
                </c:pt>
                <c:pt idx="26378">
                  <c:v>68748</c:v>
                </c:pt>
                <c:pt idx="26379">
                  <c:v>68749</c:v>
                </c:pt>
                <c:pt idx="26380">
                  <c:v>68750</c:v>
                </c:pt>
                <c:pt idx="26381">
                  <c:v>68751</c:v>
                </c:pt>
                <c:pt idx="26382">
                  <c:v>68752</c:v>
                </c:pt>
                <c:pt idx="26383">
                  <c:v>68753</c:v>
                </c:pt>
                <c:pt idx="26384">
                  <c:v>68754</c:v>
                </c:pt>
                <c:pt idx="26385">
                  <c:v>68755</c:v>
                </c:pt>
                <c:pt idx="26386">
                  <c:v>68756</c:v>
                </c:pt>
                <c:pt idx="26387">
                  <c:v>68757</c:v>
                </c:pt>
                <c:pt idx="26388">
                  <c:v>68758</c:v>
                </c:pt>
                <c:pt idx="26389">
                  <c:v>68759</c:v>
                </c:pt>
                <c:pt idx="26390">
                  <c:v>68760</c:v>
                </c:pt>
                <c:pt idx="26391">
                  <c:v>68761</c:v>
                </c:pt>
                <c:pt idx="26392">
                  <c:v>68762</c:v>
                </c:pt>
                <c:pt idx="26393">
                  <c:v>68763</c:v>
                </c:pt>
                <c:pt idx="26394">
                  <c:v>68764</c:v>
                </c:pt>
                <c:pt idx="26395">
                  <c:v>68765</c:v>
                </c:pt>
                <c:pt idx="26396">
                  <c:v>68766</c:v>
                </c:pt>
                <c:pt idx="26397">
                  <c:v>68767</c:v>
                </c:pt>
                <c:pt idx="26398">
                  <c:v>68768</c:v>
                </c:pt>
                <c:pt idx="26399">
                  <c:v>68769</c:v>
                </c:pt>
                <c:pt idx="26400">
                  <c:v>68770</c:v>
                </c:pt>
                <c:pt idx="26401">
                  <c:v>68771</c:v>
                </c:pt>
                <c:pt idx="26402">
                  <c:v>68772</c:v>
                </c:pt>
                <c:pt idx="26403">
                  <c:v>68773</c:v>
                </c:pt>
                <c:pt idx="26404">
                  <c:v>68774</c:v>
                </c:pt>
                <c:pt idx="26405">
                  <c:v>68775</c:v>
                </c:pt>
                <c:pt idx="26406">
                  <c:v>68776</c:v>
                </c:pt>
                <c:pt idx="26407">
                  <c:v>68777</c:v>
                </c:pt>
                <c:pt idx="26408">
                  <c:v>68778</c:v>
                </c:pt>
                <c:pt idx="26409">
                  <c:v>68779</c:v>
                </c:pt>
                <c:pt idx="26410">
                  <c:v>68780</c:v>
                </c:pt>
                <c:pt idx="26411">
                  <c:v>68781</c:v>
                </c:pt>
                <c:pt idx="26412">
                  <c:v>68782</c:v>
                </c:pt>
                <c:pt idx="26413">
                  <c:v>68783</c:v>
                </c:pt>
                <c:pt idx="26414">
                  <c:v>68784</c:v>
                </c:pt>
                <c:pt idx="26415">
                  <c:v>68785</c:v>
                </c:pt>
                <c:pt idx="26416">
                  <c:v>68786</c:v>
                </c:pt>
                <c:pt idx="26417">
                  <c:v>68787</c:v>
                </c:pt>
                <c:pt idx="26418">
                  <c:v>68788</c:v>
                </c:pt>
                <c:pt idx="26419">
                  <c:v>68789</c:v>
                </c:pt>
                <c:pt idx="26420">
                  <c:v>68790</c:v>
                </c:pt>
                <c:pt idx="26421">
                  <c:v>68791</c:v>
                </c:pt>
                <c:pt idx="26422">
                  <c:v>68792</c:v>
                </c:pt>
                <c:pt idx="26423">
                  <c:v>68793</c:v>
                </c:pt>
                <c:pt idx="26424">
                  <c:v>68794</c:v>
                </c:pt>
                <c:pt idx="26425">
                  <c:v>68795</c:v>
                </c:pt>
                <c:pt idx="26426">
                  <c:v>68796</c:v>
                </c:pt>
                <c:pt idx="26427">
                  <c:v>68797</c:v>
                </c:pt>
                <c:pt idx="26428">
                  <c:v>68798</c:v>
                </c:pt>
                <c:pt idx="26429">
                  <c:v>68799</c:v>
                </c:pt>
                <c:pt idx="26430">
                  <c:v>68800</c:v>
                </c:pt>
                <c:pt idx="26431">
                  <c:v>68801</c:v>
                </c:pt>
                <c:pt idx="26432">
                  <c:v>68802</c:v>
                </c:pt>
                <c:pt idx="26433">
                  <c:v>68803</c:v>
                </c:pt>
                <c:pt idx="26434">
                  <c:v>68804</c:v>
                </c:pt>
                <c:pt idx="26435">
                  <c:v>68805</c:v>
                </c:pt>
                <c:pt idx="26436">
                  <c:v>68806</c:v>
                </c:pt>
                <c:pt idx="26437">
                  <c:v>68807</c:v>
                </c:pt>
                <c:pt idx="26438">
                  <c:v>68808</c:v>
                </c:pt>
                <c:pt idx="26439">
                  <c:v>68809</c:v>
                </c:pt>
                <c:pt idx="26440">
                  <c:v>68810</c:v>
                </c:pt>
                <c:pt idx="26441">
                  <c:v>68811</c:v>
                </c:pt>
                <c:pt idx="26442">
                  <c:v>68812</c:v>
                </c:pt>
                <c:pt idx="26443">
                  <c:v>68813</c:v>
                </c:pt>
                <c:pt idx="26444">
                  <c:v>68814</c:v>
                </c:pt>
                <c:pt idx="26445">
                  <c:v>68815</c:v>
                </c:pt>
                <c:pt idx="26446">
                  <c:v>68816</c:v>
                </c:pt>
                <c:pt idx="26447">
                  <c:v>68817</c:v>
                </c:pt>
                <c:pt idx="26448">
                  <c:v>68818</c:v>
                </c:pt>
                <c:pt idx="26449">
                  <c:v>68819</c:v>
                </c:pt>
                <c:pt idx="26450">
                  <c:v>68820</c:v>
                </c:pt>
                <c:pt idx="26451">
                  <c:v>68821</c:v>
                </c:pt>
                <c:pt idx="26452">
                  <c:v>68822</c:v>
                </c:pt>
                <c:pt idx="26453">
                  <c:v>68823</c:v>
                </c:pt>
                <c:pt idx="26454">
                  <c:v>68824</c:v>
                </c:pt>
                <c:pt idx="26455">
                  <c:v>68825</c:v>
                </c:pt>
                <c:pt idx="26456">
                  <c:v>68826</c:v>
                </c:pt>
                <c:pt idx="26457">
                  <c:v>68827</c:v>
                </c:pt>
                <c:pt idx="26458">
                  <c:v>68828</c:v>
                </c:pt>
                <c:pt idx="26459">
                  <c:v>68829</c:v>
                </c:pt>
                <c:pt idx="26460">
                  <c:v>68830</c:v>
                </c:pt>
                <c:pt idx="26461">
                  <c:v>68831</c:v>
                </c:pt>
                <c:pt idx="26462">
                  <c:v>68832</c:v>
                </c:pt>
                <c:pt idx="26463">
                  <c:v>68833</c:v>
                </c:pt>
                <c:pt idx="26464">
                  <c:v>68834</c:v>
                </c:pt>
                <c:pt idx="26465">
                  <c:v>68835</c:v>
                </c:pt>
                <c:pt idx="26466">
                  <c:v>68836</c:v>
                </c:pt>
                <c:pt idx="26467">
                  <c:v>68837</c:v>
                </c:pt>
                <c:pt idx="26468">
                  <c:v>68838</c:v>
                </c:pt>
                <c:pt idx="26469">
                  <c:v>68839</c:v>
                </c:pt>
                <c:pt idx="26470">
                  <c:v>68840</c:v>
                </c:pt>
                <c:pt idx="26471">
                  <c:v>68841</c:v>
                </c:pt>
                <c:pt idx="26472">
                  <c:v>68842</c:v>
                </c:pt>
                <c:pt idx="26473">
                  <c:v>68843</c:v>
                </c:pt>
                <c:pt idx="26474">
                  <c:v>68844</c:v>
                </c:pt>
                <c:pt idx="26475">
                  <c:v>68845</c:v>
                </c:pt>
                <c:pt idx="26476">
                  <c:v>68846</c:v>
                </c:pt>
                <c:pt idx="26477">
                  <c:v>68847</c:v>
                </c:pt>
                <c:pt idx="26478">
                  <c:v>68848</c:v>
                </c:pt>
                <c:pt idx="26479">
                  <c:v>68849</c:v>
                </c:pt>
                <c:pt idx="26480">
                  <c:v>68850</c:v>
                </c:pt>
                <c:pt idx="26481">
                  <c:v>68851</c:v>
                </c:pt>
                <c:pt idx="26482">
                  <c:v>68852</c:v>
                </c:pt>
                <c:pt idx="26483">
                  <c:v>68853</c:v>
                </c:pt>
                <c:pt idx="26484">
                  <c:v>68854</c:v>
                </c:pt>
                <c:pt idx="26485">
                  <c:v>68855</c:v>
                </c:pt>
                <c:pt idx="26486">
                  <c:v>68856</c:v>
                </c:pt>
                <c:pt idx="26487">
                  <c:v>68857</c:v>
                </c:pt>
                <c:pt idx="26488">
                  <c:v>68858</c:v>
                </c:pt>
                <c:pt idx="26489">
                  <c:v>68859</c:v>
                </c:pt>
                <c:pt idx="26490">
                  <c:v>68860</c:v>
                </c:pt>
                <c:pt idx="26491">
                  <c:v>68861</c:v>
                </c:pt>
                <c:pt idx="26492">
                  <c:v>68862</c:v>
                </c:pt>
                <c:pt idx="26493">
                  <c:v>68863</c:v>
                </c:pt>
                <c:pt idx="26494">
                  <c:v>68864</c:v>
                </c:pt>
                <c:pt idx="26495">
                  <c:v>68865</c:v>
                </c:pt>
                <c:pt idx="26496">
                  <c:v>68866</c:v>
                </c:pt>
                <c:pt idx="26497">
                  <c:v>68867</c:v>
                </c:pt>
                <c:pt idx="26498">
                  <c:v>68868</c:v>
                </c:pt>
                <c:pt idx="26499">
                  <c:v>68869</c:v>
                </c:pt>
                <c:pt idx="26500">
                  <c:v>68870</c:v>
                </c:pt>
                <c:pt idx="26501">
                  <c:v>68871</c:v>
                </c:pt>
                <c:pt idx="26502">
                  <c:v>68872</c:v>
                </c:pt>
                <c:pt idx="26503">
                  <c:v>68873</c:v>
                </c:pt>
                <c:pt idx="26504">
                  <c:v>68874</c:v>
                </c:pt>
                <c:pt idx="26505">
                  <c:v>68875</c:v>
                </c:pt>
                <c:pt idx="26506">
                  <c:v>68876</c:v>
                </c:pt>
                <c:pt idx="26507">
                  <c:v>68877</c:v>
                </c:pt>
                <c:pt idx="26508">
                  <c:v>68878</c:v>
                </c:pt>
                <c:pt idx="26509">
                  <c:v>68879</c:v>
                </c:pt>
                <c:pt idx="26510">
                  <c:v>68880</c:v>
                </c:pt>
                <c:pt idx="26511">
                  <c:v>68881</c:v>
                </c:pt>
                <c:pt idx="26512">
                  <c:v>68882</c:v>
                </c:pt>
                <c:pt idx="26513">
                  <c:v>68883</c:v>
                </c:pt>
                <c:pt idx="26514">
                  <c:v>68884</c:v>
                </c:pt>
                <c:pt idx="26515">
                  <c:v>68885</c:v>
                </c:pt>
                <c:pt idx="26516">
                  <c:v>68886</c:v>
                </c:pt>
                <c:pt idx="26517">
                  <c:v>68887</c:v>
                </c:pt>
                <c:pt idx="26518">
                  <c:v>68888</c:v>
                </c:pt>
                <c:pt idx="26519">
                  <c:v>68889</c:v>
                </c:pt>
                <c:pt idx="26520">
                  <c:v>68890</c:v>
                </c:pt>
                <c:pt idx="26521">
                  <c:v>68891</c:v>
                </c:pt>
                <c:pt idx="26522">
                  <c:v>68892</c:v>
                </c:pt>
                <c:pt idx="26523">
                  <c:v>68893</c:v>
                </c:pt>
                <c:pt idx="26524">
                  <c:v>68894</c:v>
                </c:pt>
                <c:pt idx="26525">
                  <c:v>68895</c:v>
                </c:pt>
                <c:pt idx="26526">
                  <c:v>68896</c:v>
                </c:pt>
                <c:pt idx="26527">
                  <c:v>68897</c:v>
                </c:pt>
                <c:pt idx="26528">
                  <c:v>68898</c:v>
                </c:pt>
                <c:pt idx="26529">
                  <c:v>68899</c:v>
                </c:pt>
                <c:pt idx="26530">
                  <c:v>68900</c:v>
                </c:pt>
                <c:pt idx="26531">
                  <c:v>68901</c:v>
                </c:pt>
                <c:pt idx="26532">
                  <c:v>68902</c:v>
                </c:pt>
                <c:pt idx="26533">
                  <c:v>68903</c:v>
                </c:pt>
                <c:pt idx="26534">
                  <c:v>68904</c:v>
                </c:pt>
                <c:pt idx="26535">
                  <c:v>68905</c:v>
                </c:pt>
                <c:pt idx="26536">
                  <c:v>68906</c:v>
                </c:pt>
                <c:pt idx="26537">
                  <c:v>68907</c:v>
                </c:pt>
                <c:pt idx="26538">
                  <c:v>68908</c:v>
                </c:pt>
                <c:pt idx="26539">
                  <c:v>68909</c:v>
                </c:pt>
                <c:pt idx="26540">
                  <c:v>68910</c:v>
                </c:pt>
                <c:pt idx="26541">
                  <c:v>68911</c:v>
                </c:pt>
                <c:pt idx="26542">
                  <c:v>68912</c:v>
                </c:pt>
                <c:pt idx="26543">
                  <c:v>68913</c:v>
                </c:pt>
                <c:pt idx="26544">
                  <c:v>68914</c:v>
                </c:pt>
                <c:pt idx="26545">
                  <c:v>68915</c:v>
                </c:pt>
                <c:pt idx="26546">
                  <c:v>68916</c:v>
                </c:pt>
                <c:pt idx="26547">
                  <c:v>68917</c:v>
                </c:pt>
                <c:pt idx="26548">
                  <c:v>68918</c:v>
                </c:pt>
                <c:pt idx="26549">
                  <c:v>68919</c:v>
                </c:pt>
                <c:pt idx="26550">
                  <c:v>68920</c:v>
                </c:pt>
                <c:pt idx="26551">
                  <c:v>68921</c:v>
                </c:pt>
                <c:pt idx="26552">
                  <c:v>68922</c:v>
                </c:pt>
                <c:pt idx="26553">
                  <c:v>68923</c:v>
                </c:pt>
                <c:pt idx="26554">
                  <c:v>68924</c:v>
                </c:pt>
                <c:pt idx="26555">
                  <c:v>68925</c:v>
                </c:pt>
                <c:pt idx="26556">
                  <c:v>68926</c:v>
                </c:pt>
                <c:pt idx="26557">
                  <c:v>68927</c:v>
                </c:pt>
                <c:pt idx="26558">
                  <c:v>68928</c:v>
                </c:pt>
                <c:pt idx="26559">
                  <c:v>68929</c:v>
                </c:pt>
                <c:pt idx="26560">
                  <c:v>68930</c:v>
                </c:pt>
                <c:pt idx="26561">
                  <c:v>68931</c:v>
                </c:pt>
                <c:pt idx="26562">
                  <c:v>68932</c:v>
                </c:pt>
                <c:pt idx="26563">
                  <c:v>68933</c:v>
                </c:pt>
                <c:pt idx="26564">
                  <c:v>68934</c:v>
                </c:pt>
                <c:pt idx="26565">
                  <c:v>68935</c:v>
                </c:pt>
                <c:pt idx="26566">
                  <c:v>68936</c:v>
                </c:pt>
                <c:pt idx="26567">
                  <c:v>68937</c:v>
                </c:pt>
                <c:pt idx="26568">
                  <c:v>68938</c:v>
                </c:pt>
                <c:pt idx="26569">
                  <c:v>68939</c:v>
                </c:pt>
                <c:pt idx="26570">
                  <c:v>68940</c:v>
                </c:pt>
                <c:pt idx="26571">
                  <c:v>68941</c:v>
                </c:pt>
                <c:pt idx="26572">
                  <c:v>68942</c:v>
                </c:pt>
                <c:pt idx="26573">
                  <c:v>68943</c:v>
                </c:pt>
                <c:pt idx="26574">
                  <c:v>68944</c:v>
                </c:pt>
                <c:pt idx="26575">
                  <c:v>68945</c:v>
                </c:pt>
                <c:pt idx="26576">
                  <c:v>68946</c:v>
                </c:pt>
                <c:pt idx="26577">
                  <c:v>68947</c:v>
                </c:pt>
                <c:pt idx="26578">
                  <c:v>68948</c:v>
                </c:pt>
                <c:pt idx="26579">
                  <c:v>68949</c:v>
                </c:pt>
                <c:pt idx="26580">
                  <c:v>68950</c:v>
                </c:pt>
                <c:pt idx="26581">
                  <c:v>68951</c:v>
                </c:pt>
                <c:pt idx="26582">
                  <c:v>68952</c:v>
                </c:pt>
                <c:pt idx="26583">
                  <c:v>68953</c:v>
                </c:pt>
                <c:pt idx="26584">
                  <c:v>68954</c:v>
                </c:pt>
                <c:pt idx="26585">
                  <c:v>68955</c:v>
                </c:pt>
                <c:pt idx="26586">
                  <c:v>68956</c:v>
                </c:pt>
                <c:pt idx="26587">
                  <c:v>68957</c:v>
                </c:pt>
                <c:pt idx="26588">
                  <c:v>68958</c:v>
                </c:pt>
                <c:pt idx="26589">
                  <c:v>68959</c:v>
                </c:pt>
                <c:pt idx="26590">
                  <c:v>68960</c:v>
                </c:pt>
                <c:pt idx="26591">
                  <c:v>68961</c:v>
                </c:pt>
                <c:pt idx="26592">
                  <c:v>68962</c:v>
                </c:pt>
                <c:pt idx="26593">
                  <c:v>68963</c:v>
                </c:pt>
                <c:pt idx="26594">
                  <c:v>68964</c:v>
                </c:pt>
                <c:pt idx="26595">
                  <c:v>68965</c:v>
                </c:pt>
                <c:pt idx="26596">
                  <c:v>68966</c:v>
                </c:pt>
                <c:pt idx="26597">
                  <c:v>68967</c:v>
                </c:pt>
                <c:pt idx="26598">
                  <c:v>68968</c:v>
                </c:pt>
                <c:pt idx="26599">
                  <c:v>68969</c:v>
                </c:pt>
                <c:pt idx="26600">
                  <c:v>68970</c:v>
                </c:pt>
                <c:pt idx="26601">
                  <c:v>68971</c:v>
                </c:pt>
                <c:pt idx="26602">
                  <c:v>68972</c:v>
                </c:pt>
                <c:pt idx="26603">
                  <c:v>68973</c:v>
                </c:pt>
                <c:pt idx="26604">
                  <c:v>68974</c:v>
                </c:pt>
                <c:pt idx="26605">
                  <c:v>68975</c:v>
                </c:pt>
                <c:pt idx="26606">
                  <c:v>68976</c:v>
                </c:pt>
                <c:pt idx="26607">
                  <c:v>68977</c:v>
                </c:pt>
                <c:pt idx="26608">
                  <c:v>68978</c:v>
                </c:pt>
                <c:pt idx="26609">
                  <c:v>68979</c:v>
                </c:pt>
                <c:pt idx="26610">
                  <c:v>68980</c:v>
                </c:pt>
                <c:pt idx="26611">
                  <c:v>68981</c:v>
                </c:pt>
                <c:pt idx="26612">
                  <c:v>68982</c:v>
                </c:pt>
                <c:pt idx="26613">
                  <c:v>68983</c:v>
                </c:pt>
                <c:pt idx="26614">
                  <c:v>68984</c:v>
                </c:pt>
                <c:pt idx="26615">
                  <c:v>68985</c:v>
                </c:pt>
                <c:pt idx="26616">
                  <c:v>68986</c:v>
                </c:pt>
                <c:pt idx="26617">
                  <c:v>68987</c:v>
                </c:pt>
                <c:pt idx="26618">
                  <c:v>68988</c:v>
                </c:pt>
                <c:pt idx="26619">
                  <c:v>68989</c:v>
                </c:pt>
                <c:pt idx="26620">
                  <c:v>68990</c:v>
                </c:pt>
                <c:pt idx="26621">
                  <c:v>68991</c:v>
                </c:pt>
                <c:pt idx="26622">
                  <c:v>68992</c:v>
                </c:pt>
                <c:pt idx="26623">
                  <c:v>68993</c:v>
                </c:pt>
                <c:pt idx="26624">
                  <c:v>68994</c:v>
                </c:pt>
                <c:pt idx="26625">
                  <c:v>68995</c:v>
                </c:pt>
                <c:pt idx="26626">
                  <c:v>68996</c:v>
                </c:pt>
                <c:pt idx="26627">
                  <c:v>68997</c:v>
                </c:pt>
                <c:pt idx="26628">
                  <c:v>68998</c:v>
                </c:pt>
                <c:pt idx="26629">
                  <c:v>68999</c:v>
                </c:pt>
                <c:pt idx="26630">
                  <c:v>69000</c:v>
                </c:pt>
                <c:pt idx="26631">
                  <c:v>69001</c:v>
                </c:pt>
                <c:pt idx="26632">
                  <c:v>69002</c:v>
                </c:pt>
                <c:pt idx="26633">
                  <c:v>69003</c:v>
                </c:pt>
                <c:pt idx="26634">
                  <c:v>69004</c:v>
                </c:pt>
                <c:pt idx="26635">
                  <c:v>69005</c:v>
                </c:pt>
                <c:pt idx="26636">
                  <c:v>69006</c:v>
                </c:pt>
                <c:pt idx="26637">
                  <c:v>69007</c:v>
                </c:pt>
                <c:pt idx="26638">
                  <c:v>69008</c:v>
                </c:pt>
                <c:pt idx="26639">
                  <c:v>69009</c:v>
                </c:pt>
                <c:pt idx="26640">
                  <c:v>69010</c:v>
                </c:pt>
                <c:pt idx="26641">
                  <c:v>69011</c:v>
                </c:pt>
                <c:pt idx="26642">
                  <c:v>69012</c:v>
                </c:pt>
                <c:pt idx="26643">
                  <c:v>69013</c:v>
                </c:pt>
                <c:pt idx="26644">
                  <c:v>69014</c:v>
                </c:pt>
                <c:pt idx="26645">
                  <c:v>69015</c:v>
                </c:pt>
                <c:pt idx="26646">
                  <c:v>69016</c:v>
                </c:pt>
                <c:pt idx="26647">
                  <c:v>69017</c:v>
                </c:pt>
                <c:pt idx="26648">
                  <c:v>69018</c:v>
                </c:pt>
                <c:pt idx="26649">
                  <c:v>69019</c:v>
                </c:pt>
                <c:pt idx="26650">
                  <c:v>69020</c:v>
                </c:pt>
                <c:pt idx="26651">
                  <c:v>69021</c:v>
                </c:pt>
                <c:pt idx="26652">
                  <c:v>69022</c:v>
                </c:pt>
                <c:pt idx="26653">
                  <c:v>69023</c:v>
                </c:pt>
                <c:pt idx="26654">
                  <c:v>69024</c:v>
                </c:pt>
                <c:pt idx="26655">
                  <c:v>69025</c:v>
                </c:pt>
                <c:pt idx="26656">
                  <c:v>69026</c:v>
                </c:pt>
                <c:pt idx="26657">
                  <c:v>69027</c:v>
                </c:pt>
                <c:pt idx="26658">
                  <c:v>69028</c:v>
                </c:pt>
                <c:pt idx="26659">
                  <c:v>69029</c:v>
                </c:pt>
                <c:pt idx="26660">
                  <c:v>69030</c:v>
                </c:pt>
                <c:pt idx="26661">
                  <c:v>69031</c:v>
                </c:pt>
                <c:pt idx="26662">
                  <c:v>69032</c:v>
                </c:pt>
                <c:pt idx="26663">
                  <c:v>69033</c:v>
                </c:pt>
                <c:pt idx="26664">
                  <c:v>69034</c:v>
                </c:pt>
                <c:pt idx="26665">
                  <c:v>69035</c:v>
                </c:pt>
                <c:pt idx="26666">
                  <c:v>69036</c:v>
                </c:pt>
                <c:pt idx="26667">
                  <c:v>69037</c:v>
                </c:pt>
                <c:pt idx="26668">
                  <c:v>69038</c:v>
                </c:pt>
                <c:pt idx="26669">
                  <c:v>69039</c:v>
                </c:pt>
                <c:pt idx="26670">
                  <c:v>69040</c:v>
                </c:pt>
                <c:pt idx="26671">
                  <c:v>69041</c:v>
                </c:pt>
                <c:pt idx="26672">
                  <c:v>69042</c:v>
                </c:pt>
                <c:pt idx="26673">
                  <c:v>69043</c:v>
                </c:pt>
                <c:pt idx="26674">
                  <c:v>69044</c:v>
                </c:pt>
                <c:pt idx="26675">
                  <c:v>69045</c:v>
                </c:pt>
                <c:pt idx="26676">
                  <c:v>69046</c:v>
                </c:pt>
                <c:pt idx="26677">
                  <c:v>69047</c:v>
                </c:pt>
                <c:pt idx="26678">
                  <c:v>69048</c:v>
                </c:pt>
                <c:pt idx="26679">
                  <c:v>69049</c:v>
                </c:pt>
                <c:pt idx="26680">
                  <c:v>69050</c:v>
                </c:pt>
                <c:pt idx="26681">
                  <c:v>69051</c:v>
                </c:pt>
                <c:pt idx="26682">
                  <c:v>69052</c:v>
                </c:pt>
                <c:pt idx="26683">
                  <c:v>69053</c:v>
                </c:pt>
                <c:pt idx="26684">
                  <c:v>69054</c:v>
                </c:pt>
                <c:pt idx="26685">
                  <c:v>69055</c:v>
                </c:pt>
                <c:pt idx="26686">
                  <c:v>69056</c:v>
                </c:pt>
                <c:pt idx="26687">
                  <c:v>69057</c:v>
                </c:pt>
                <c:pt idx="26688">
                  <c:v>69058</c:v>
                </c:pt>
                <c:pt idx="26689">
                  <c:v>69059</c:v>
                </c:pt>
                <c:pt idx="26690">
                  <c:v>69060</c:v>
                </c:pt>
                <c:pt idx="26691">
                  <c:v>69061</c:v>
                </c:pt>
                <c:pt idx="26692">
                  <c:v>69062</c:v>
                </c:pt>
                <c:pt idx="26693">
                  <c:v>69063</c:v>
                </c:pt>
                <c:pt idx="26694">
                  <c:v>69064</c:v>
                </c:pt>
                <c:pt idx="26695">
                  <c:v>69065</c:v>
                </c:pt>
                <c:pt idx="26696">
                  <c:v>69066</c:v>
                </c:pt>
                <c:pt idx="26697">
                  <c:v>69067</c:v>
                </c:pt>
                <c:pt idx="26698">
                  <c:v>69068</c:v>
                </c:pt>
                <c:pt idx="26699">
                  <c:v>69069</c:v>
                </c:pt>
                <c:pt idx="26700">
                  <c:v>69070</c:v>
                </c:pt>
                <c:pt idx="26701">
                  <c:v>69071</c:v>
                </c:pt>
                <c:pt idx="26702">
                  <c:v>69072</c:v>
                </c:pt>
                <c:pt idx="26703">
                  <c:v>69073</c:v>
                </c:pt>
                <c:pt idx="26704">
                  <c:v>69074</c:v>
                </c:pt>
                <c:pt idx="26705">
                  <c:v>69075</c:v>
                </c:pt>
                <c:pt idx="26706">
                  <c:v>69076</c:v>
                </c:pt>
                <c:pt idx="26707">
                  <c:v>69077</c:v>
                </c:pt>
                <c:pt idx="26708">
                  <c:v>69078</c:v>
                </c:pt>
                <c:pt idx="26709">
                  <c:v>69079</c:v>
                </c:pt>
                <c:pt idx="26710">
                  <c:v>69080</c:v>
                </c:pt>
                <c:pt idx="26711">
                  <c:v>69081</c:v>
                </c:pt>
                <c:pt idx="26712">
                  <c:v>69082</c:v>
                </c:pt>
                <c:pt idx="26713">
                  <c:v>69083</c:v>
                </c:pt>
                <c:pt idx="26714">
                  <c:v>69084</c:v>
                </c:pt>
                <c:pt idx="26715">
                  <c:v>69085</c:v>
                </c:pt>
                <c:pt idx="26716">
                  <c:v>69086</c:v>
                </c:pt>
                <c:pt idx="26717">
                  <c:v>69087</c:v>
                </c:pt>
                <c:pt idx="26718">
                  <c:v>69088</c:v>
                </c:pt>
                <c:pt idx="26719">
                  <c:v>69089</c:v>
                </c:pt>
                <c:pt idx="26720">
                  <c:v>69090</c:v>
                </c:pt>
                <c:pt idx="26721">
                  <c:v>69091</c:v>
                </c:pt>
                <c:pt idx="26722">
                  <c:v>69092</c:v>
                </c:pt>
                <c:pt idx="26723">
                  <c:v>69093</c:v>
                </c:pt>
                <c:pt idx="26724">
                  <c:v>69094</c:v>
                </c:pt>
                <c:pt idx="26725">
                  <c:v>69095</c:v>
                </c:pt>
                <c:pt idx="26726">
                  <c:v>69096</c:v>
                </c:pt>
                <c:pt idx="26727">
                  <c:v>69097</c:v>
                </c:pt>
                <c:pt idx="26728">
                  <c:v>69098</c:v>
                </c:pt>
                <c:pt idx="26729">
                  <c:v>69099</c:v>
                </c:pt>
                <c:pt idx="26730">
                  <c:v>69100</c:v>
                </c:pt>
                <c:pt idx="26731">
                  <c:v>69101</c:v>
                </c:pt>
                <c:pt idx="26732">
                  <c:v>69102</c:v>
                </c:pt>
                <c:pt idx="26733">
                  <c:v>69103</c:v>
                </c:pt>
                <c:pt idx="26734">
                  <c:v>69104</c:v>
                </c:pt>
                <c:pt idx="26735">
                  <c:v>69105</c:v>
                </c:pt>
                <c:pt idx="26736">
                  <c:v>69106</c:v>
                </c:pt>
                <c:pt idx="26737">
                  <c:v>69107</c:v>
                </c:pt>
                <c:pt idx="26738">
                  <c:v>69108</c:v>
                </c:pt>
                <c:pt idx="26739">
                  <c:v>69109</c:v>
                </c:pt>
                <c:pt idx="26740">
                  <c:v>69110</c:v>
                </c:pt>
                <c:pt idx="26741">
                  <c:v>69111</c:v>
                </c:pt>
                <c:pt idx="26742">
                  <c:v>69112</c:v>
                </c:pt>
                <c:pt idx="26743">
                  <c:v>69113</c:v>
                </c:pt>
                <c:pt idx="26744">
                  <c:v>69114</c:v>
                </c:pt>
                <c:pt idx="26745">
                  <c:v>69115</c:v>
                </c:pt>
                <c:pt idx="26746">
                  <c:v>69116</c:v>
                </c:pt>
                <c:pt idx="26747">
                  <c:v>69117</c:v>
                </c:pt>
                <c:pt idx="26748">
                  <c:v>69118</c:v>
                </c:pt>
                <c:pt idx="26749">
                  <c:v>69119</c:v>
                </c:pt>
                <c:pt idx="26750">
                  <c:v>69120</c:v>
                </c:pt>
                <c:pt idx="26751">
                  <c:v>69121</c:v>
                </c:pt>
                <c:pt idx="26752">
                  <c:v>69122</c:v>
                </c:pt>
                <c:pt idx="26753">
                  <c:v>69123</c:v>
                </c:pt>
                <c:pt idx="26754">
                  <c:v>69124</c:v>
                </c:pt>
                <c:pt idx="26755">
                  <c:v>69125</c:v>
                </c:pt>
                <c:pt idx="26756">
                  <c:v>69126</c:v>
                </c:pt>
                <c:pt idx="26757">
                  <c:v>69127</c:v>
                </c:pt>
                <c:pt idx="26758">
                  <c:v>69128</c:v>
                </c:pt>
                <c:pt idx="26759">
                  <c:v>69129</c:v>
                </c:pt>
                <c:pt idx="26760">
                  <c:v>69130</c:v>
                </c:pt>
                <c:pt idx="26761">
                  <c:v>69131</c:v>
                </c:pt>
                <c:pt idx="26762">
                  <c:v>69132</c:v>
                </c:pt>
                <c:pt idx="26763">
                  <c:v>69133</c:v>
                </c:pt>
                <c:pt idx="26764">
                  <c:v>69134</c:v>
                </c:pt>
                <c:pt idx="26765">
                  <c:v>69135</c:v>
                </c:pt>
                <c:pt idx="26766">
                  <c:v>69136</c:v>
                </c:pt>
                <c:pt idx="26767">
                  <c:v>69137</c:v>
                </c:pt>
                <c:pt idx="26768">
                  <c:v>69138</c:v>
                </c:pt>
                <c:pt idx="26769">
                  <c:v>69139</c:v>
                </c:pt>
                <c:pt idx="26770">
                  <c:v>69140</c:v>
                </c:pt>
                <c:pt idx="26771">
                  <c:v>69141</c:v>
                </c:pt>
                <c:pt idx="26772">
                  <c:v>69142</c:v>
                </c:pt>
                <c:pt idx="26773">
                  <c:v>69143</c:v>
                </c:pt>
                <c:pt idx="26774">
                  <c:v>69144</c:v>
                </c:pt>
                <c:pt idx="26775">
                  <c:v>69145</c:v>
                </c:pt>
                <c:pt idx="26776">
                  <c:v>69146</c:v>
                </c:pt>
                <c:pt idx="26777">
                  <c:v>69147</c:v>
                </c:pt>
                <c:pt idx="26778">
                  <c:v>69148</c:v>
                </c:pt>
                <c:pt idx="26779">
                  <c:v>69149</c:v>
                </c:pt>
                <c:pt idx="26780">
                  <c:v>69150</c:v>
                </c:pt>
                <c:pt idx="26781">
                  <c:v>69151</c:v>
                </c:pt>
                <c:pt idx="26782">
                  <c:v>69152</c:v>
                </c:pt>
                <c:pt idx="26783">
                  <c:v>69153</c:v>
                </c:pt>
                <c:pt idx="26784">
                  <c:v>69154</c:v>
                </c:pt>
                <c:pt idx="26785">
                  <c:v>69155</c:v>
                </c:pt>
                <c:pt idx="26786">
                  <c:v>69156</c:v>
                </c:pt>
                <c:pt idx="26787">
                  <c:v>69157</c:v>
                </c:pt>
                <c:pt idx="26788">
                  <c:v>69158</c:v>
                </c:pt>
                <c:pt idx="26789">
                  <c:v>69159</c:v>
                </c:pt>
                <c:pt idx="26790">
                  <c:v>69160</c:v>
                </c:pt>
                <c:pt idx="26791">
                  <c:v>69161</c:v>
                </c:pt>
                <c:pt idx="26792">
                  <c:v>69162</c:v>
                </c:pt>
                <c:pt idx="26793">
                  <c:v>69163</c:v>
                </c:pt>
                <c:pt idx="26794">
                  <c:v>69164</c:v>
                </c:pt>
                <c:pt idx="26795">
                  <c:v>69165</c:v>
                </c:pt>
                <c:pt idx="26796">
                  <c:v>69166</c:v>
                </c:pt>
                <c:pt idx="26797">
                  <c:v>69167</c:v>
                </c:pt>
                <c:pt idx="26798">
                  <c:v>69168</c:v>
                </c:pt>
                <c:pt idx="26799">
                  <c:v>69169</c:v>
                </c:pt>
                <c:pt idx="26800">
                  <c:v>69170</c:v>
                </c:pt>
                <c:pt idx="26801">
                  <c:v>69171</c:v>
                </c:pt>
                <c:pt idx="26802">
                  <c:v>69172</c:v>
                </c:pt>
                <c:pt idx="26803">
                  <c:v>69173</c:v>
                </c:pt>
                <c:pt idx="26804">
                  <c:v>69174</c:v>
                </c:pt>
                <c:pt idx="26805">
                  <c:v>69175</c:v>
                </c:pt>
                <c:pt idx="26806">
                  <c:v>69176</c:v>
                </c:pt>
                <c:pt idx="26807">
                  <c:v>69177</c:v>
                </c:pt>
                <c:pt idx="26808">
                  <c:v>69178</c:v>
                </c:pt>
                <c:pt idx="26809">
                  <c:v>69179</c:v>
                </c:pt>
                <c:pt idx="26810">
                  <c:v>69180</c:v>
                </c:pt>
                <c:pt idx="26811">
                  <c:v>69181</c:v>
                </c:pt>
                <c:pt idx="26812">
                  <c:v>69182</c:v>
                </c:pt>
                <c:pt idx="26813">
                  <c:v>69183</c:v>
                </c:pt>
                <c:pt idx="26814">
                  <c:v>69184</c:v>
                </c:pt>
                <c:pt idx="26815">
                  <c:v>69185</c:v>
                </c:pt>
                <c:pt idx="26816">
                  <c:v>69186</c:v>
                </c:pt>
                <c:pt idx="26817">
                  <c:v>69187</c:v>
                </c:pt>
                <c:pt idx="26818">
                  <c:v>69188</c:v>
                </c:pt>
                <c:pt idx="26819">
                  <c:v>69189</c:v>
                </c:pt>
                <c:pt idx="26820">
                  <c:v>69190</c:v>
                </c:pt>
                <c:pt idx="26821">
                  <c:v>69191</c:v>
                </c:pt>
                <c:pt idx="26822">
                  <c:v>69192</c:v>
                </c:pt>
                <c:pt idx="26823">
                  <c:v>69193</c:v>
                </c:pt>
                <c:pt idx="26824">
                  <c:v>69194</c:v>
                </c:pt>
                <c:pt idx="26825">
                  <c:v>69195</c:v>
                </c:pt>
                <c:pt idx="26826">
                  <c:v>69196</c:v>
                </c:pt>
                <c:pt idx="26827">
                  <c:v>69197</c:v>
                </c:pt>
                <c:pt idx="26828">
                  <c:v>69198</c:v>
                </c:pt>
                <c:pt idx="26829">
                  <c:v>69199</c:v>
                </c:pt>
                <c:pt idx="26830">
                  <c:v>69200</c:v>
                </c:pt>
                <c:pt idx="26831">
                  <c:v>69201</c:v>
                </c:pt>
                <c:pt idx="26832">
                  <c:v>69202</c:v>
                </c:pt>
                <c:pt idx="26833">
                  <c:v>69203</c:v>
                </c:pt>
                <c:pt idx="26834">
                  <c:v>69204</c:v>
                </c:pt>
                <c:pt idx="26835">
                  <c:v>69205</c:v>
                </c:pt>
                <c:pt idx="26836">
                  <c:v>69206</c:v>
                </c:pt>
                <c:pt idx="26837">
                  <c:v>69207</c:v>
                </c:pt>
                <c:pt idx="26838">
                  <c:v>69208</c:v>
                </c:pt>
                <c:pt idx="26839">
                  <c:v>69209</c:v>
                </c:pt>
                <c:pt idx="26840">
                  <c:v>69210</c:v>
                </c:pt>
                <c:pt idx="26841">
                  <c:v>69211</c:v>
                </c:pt>
                <c:pt idx="26842">
                  <c:v>69212</c:v>
                </c:pt>
                <c:pt idx="26843">
                  <c:v>69213</c:v>
                </c:pt>
                <c:pt idx="26844">
                  <c:v>69214</c:v>
                </c:pt>
                <c:pt idx="26845">
                  <c:v>69215</c:v>
                </c:pt>
                <c:pt idx="26846">
                  <c:v>69216</c:v>
                </c:pt>
                <c:pt idx="26847">
                  <c:v>69217</c:v>
                </c:pt>
                <c:pt idx="26848">
                  <c:v>69218</c:v>
                </c:pt>
                <c:pt idx="26849">
                  <c:v>69219</c:v>
                </c:pt>
                <c:pt idx="26850">
                  <c:v>69220</c:v>
                </c:pt>
                <c:pt idx="26851">
                  <c:v>69221</c:v>
                </c:pt>
                <c:pt idx="26852">
                  <c:v>69222</c:v>
                </c:pt>
                <c:pt idx="26853">
                  <c:v>69223</c:v>
                </c:pt>
                <c:pt idx="26854">
                  <c:v>69224</c:v>
                </c:pt>
                <c:pt idx="26855">
                  <c:v>69225</c:v>
                </c:pt>
                <c:pt idx="26856">
                  <c:v>69226</c:v>
                </c:pt>
                <c:pt idx="26857">
                  <c:v>69227</c:v>
                </c:pt>
                <c:pt idx="26858">
                  <c:v>69228</c:v>
                </c:pt>
                <c:pt idx="26859">
                  <c:v>69229</c:v>
                </c:pt>
                <c:pt idx="26860">
                  <c:v>69230</c:v>
                </c:pt>
                <c:pt idx="26861">
                  <c:v>69231</c:v>
                </c:pt>
                <c:pt idx="26862">
                  <c:v>69232</c:v>
                </c:pt>
                <c:pt idx="26863">
                  <c:v>69233</c:v>
                </c:pt>
                <c:pt idx="26864">
                  <c:v>69234</c:v>
                </c:pt>
                <c:pt idx="26865">
                  <c:v>69235</c:v>
                </c:pt>
                <c:pt idx="26866">
                  <c:v>69236</c:v>
                </c:pt>
                <c:pt idx="26867">
                  <c:v>69237</c:v>
                </c:pt>
                <c:pt idx="26868">
                  <c:v>69238</c:v>
                </c:pt>
                <c:pt idx="26869">
                  <c:v>69239</c:v>
                </c:pt>
                <c:pt idx="26870">
                  <c:v>69240</c:v>
                </c:pt>
                <c:pt idx="26871">
                  <c:v>69241</c:v>
                </c:pt>
                <c:pt idx="26872">
                  <c:v>69242</c:v>
                </c:pt>
                <c:pt idx="26873">
                  <c:v>69243</c:v>
                </c:pt>
                <c:pt idx="26874">
                  <c:v>69244</c:v>
                </c:pt>
                <c:pt idx="26875">
                  <c:v>69245</c:v>
                </c:pt>
                <c:pt idx="26876">
                  <c:v>69246</c:v>
                </c:pt>
                <c:pt idx="26877">
                  <c:v>69247</c:v>
                </c:pt>
                <c:pt idx="26878">
                  <c:v>69248</c:v>
                </c:pt>
                <c:pt idx="26879">
                  <c:v>69249</c:v>
                </c:pt>
                <c:pt idx="26880">
                  <c:v>69250</c:v>
                </c:pt>
                <c:pt idx="26881">
                  <c:v>69251</c:v>
                </c:pt>
                <c:pt idx="26882">
                  <c:v>69252</c:v>
                </c:pt>
                <c:pt idx="26883">
                  <c:v>69253</c:v>
                </c:pt>
                <c:pt idx="26884">
                  <c:v>69254</c:v>
                </c:pt>
                <c:pt idx="26885">
                  <c:v>69255</c:v>
                </c:pt>
                <c:pt idx="26886">
                  <c:v>69256</c:v>
                </c:pt>
                <c:pt idx="26887">
                  <c:v>69257</c:v>
                </c:pt>
                <c:pt idx="26888">
                  <c:v>69258</c:v>
                </c:pt>
                <c:pt idx="26889">
                  <c:v>69259</c:v>
                </c:pt>
                <c:pt idx="26890">
                  <c:v>69260</c:v>
                </c:pt>
                <c:pt idx="26891">
                  <c:v>69261</c:v>
                </c:pt>
                <c:pt idx="26892">
                  <c:v>69262</c:v>
                </c:pt>
                <c:pt idx="26893">
                  <c:v>69263</c:v>
                </c:pt>
                <c:pt idx="26894">
                  <c:v>69264</c:v>
                </c:pt>
                <c:pt idx="26895">
                  <c:v>69265</c:v>
                </c:pt>
                <c:pt idx="26896">
                  <c:v>69266</c:v>
                </c:pt>
                <c:pt idx="26897">
                  <c:v>69267</c:v>
                </c:pt>
                <c:pt idx="26898">
                  <c:v>69268</c:v>
                </c:pt>
                <c:pt idx="26899">
                  <c:v>69269</c:v>
                </c:pt>
                <c:pt idx="26900">
                  <c:v>69270</c:v>
                </c:pt>
                <c:pt idx="26901">
                  <c:v>69271</c:v>
                </c:pt>
                <c:pt idx="26902">
                  <c:v>69272</c:v>
                </c:pt>
                <c:pt idx="26903">
                  <c:v>69273</c:v>
                </c:pt>
                <c:pt idx="26904">
                  <c:v>69274</c:v>
                </c:pt>
                <c:pt idx="26905">
                  <c:v>69275</c:v>
                </c:pt>
                <c:pt idx="26906">
                  <c:v>69276</c:v>
                </c:pt>
                <c:pt idx="26907">
                  <c:v>69277</c:v>
                </c:pt>
                <c:pt idx="26908">
                  <c:v>69278</c:v>
                </c:pt>
                <c:pt idx="26909">
                  <c:v>69279</c:v>
                </c:pt>
                <c:pt idx="26910">
                  <c:v>69280</c:v>
                </c:pt>
                <c:pt idx="26911">
                  <c:v>69281</c:v>
                </c:pt>
                <c:pt idx="26912">
                  <c:v>69282</c:v>
                </c:pt>
                <c:pt idx="26913">
                  <c:v>69283</c:v>
                </c:pt>
                <c:pt idx="26914">
                  <c:v>69284</c:v>
                </c:pt>
                <c:pt idx="26915">
                  <c:v>69285</c:v>
                </c:pt>
                <c:pt idx="26916">
                  <c:v>69286</c:v>
                </c:pt>
                <c:pt idx="26917">
                  <c:v>69287</c:v>
                </c:pt>
                <c:pt idx="26918">
                  <c:v>69288</c:v>
                </c:pt>
                <c:pt idx="26919">
                  <c:v>69289</c:v>
                </c:pt>
                <c:pt idx="26920">
                  <c:v>69290</c:v>
                </c:pt>
                <c:pt idx="26921">
                  <c:v>69291</c:v>
                </c:pt>
                <c:pt idx="26922">
                  <c:v>69292</c:v>
                </c:pt>
                <c:pt idx="26923">
                  <c:v>69293</c:v>
                </c:pt>
                <c:pt idx="26924">
                  <c:v>69294</c:v>
                </c:pt>
                <c:pt idx="26925">
                  <c:v>69295</c:v>
                </c:pt>
                <c:pt idx="26926">
                  <c:v>69296</c:v>
                </c:pt>
                <c:pt idx="26927">
                  <c:v>69297</c:v>
                </c:pt>
                <c:pt idx="26928">
                  <c:v>69298</c:v>
                </c:pt>
                <c:pt idx="26929">
                  <c:v>69299</c:v>
                </c:pt>
                <c:pt idx="26930">
                  <c:v>69300</c:v>
                </c:pt>
                <c:pt idx="26931">
                  <c:v>69301</c:v>
                </c:pt>
                <c:pt idx="26932">
                  <c:v>69302</c:v>
                </c:pt>
                <c:pt idx="26933">
                  <c:v>69303</c:v>
                </c:pt>
                <c:pt idx="26934">
                  <c:v>69304</c:v>
                </c:pt>
                <c:pt idx="26935">
                  <c:v>69305</c:v>
                </c:pt>
                <c:pt idx="26936">
                  <c:v>69306</c:v>
                </c:pt>
                <c:pt idx="26937">
                  <c:v>69307</c:v>
                </c:pt>
                <c:pt idx="26938">
                  <c:v>69308</c:v>
                </c:pt>
                <c:pt idx="26939">
                  <c:v>69309</c:v>
                </c:pt>
                <c:pt idx="26940">
                  <c:v>69310</c:v>
                </c:pt>
                <c:pt idx="26941">
                  <c:v>69311</c:v>
                </c:pt>
                <c:pt idx="26942">
                  <c:v>69312</c:v>
                </c:pt>
                <c:pt idx="26943">
                  <c:v>69313</c:v>
                </c:pt>
                <c:pt idx="26944">
                  <c:v>69314</c:v>
                </c:pt>
                <c:pt idx="26945">
                  <c:v>69315</c:v>
                </c:pt>
                <c:pt idx="26946">
                  <c:v>69316</c:v>
                </c:pt>
                <c:pt idx="26947">
                  <c:v>69317</c:v>
                </c:pt>
                <c:pt idx="26948">
                  <c:v>69318</c:v>
                </c:pt>
                <c:pt idx="26949">
                  <c:v>69319</c:v>
                </c:pt>
                <c:pt idx="26950">
                  <c:v>69320</c:v>
                </c:pt>
                <c:pt idx="26951">
                  <c:v>69321</c:v>
                </c:pt>
                <c:pt idx="26952">
                  <c:v>69322</c:v>
                </c:pt>
                <c:pt idx="26953">
                  <c:v>69323</c:v>
                </c:pt>
                <c:pt idx="26954">
                  <c:v>69324</c:v>
                </c:pt>
                <c:pt idx="26955">
                  <c:v>69325</c:v>
                </c:pt>
                <c:pt idx="26956">
                  <c:v>69326</c:v>
                </c:pt>
                <c:pt idx="26957">
                  <c:v>69327</c:v>
                </c:pt>
                <c:pt idx="26958">
                  <c:v>69328</c:v>
                </c:pt>
                <c:pt idx="26959">
                  <c:v>69329</c:v>
                </c:pt>
                <c:pt idx="26960">
                  <c:v>69330</c:v>
                </c:pt>
                <c:pt idx="26961">
                  <c:v>69331</c:v>
                </c:pt>
                <c:pt idx="26962">
                  <c:v>69332</c:v>
                </c:pt>
                <c:pt idx="26963">
                  <c:v>69333</c:v>
                </c:pt>
                <c:pt idx="26964">
                  <c:v>69334</c:v>
                </c:pt>
                <c:pt idx="26965">
                  <c:v>69335</c:v>
                </c:pt>
                <c:pt idx="26966">
                  <c:v>69336</c:v>
                </c:pt>
                <c:pt idx="26967">
                  <c:v>69337</c:v>
                </c:pt>
                <c:pt idx="26968">
                  <c:v>69338</c:v>
                </c:pt>
                <c:pt idx="26969">
                  <c:v>69339</c:v>
                </c:pt>
                <c:pt idx="26970">
                  <c:v>69340</c:v>
                </c:pt>
                <c:pt idx="26971">
                  <c:v>69341</c:v>
                </c:pt>
                <c:pt idx="26972">
                  <c:v>69342</c:v>
                </c:pt>
                <c:pt idx="26973">
                  <c:v>69343</c:v>
                </c:pt>
                <c:pt idx="26974">
                  <c:v>69344</c:v>
                </c:pt>
                <c:pt idx="26975">
                  <c:v>69345</c:v>
                </c:pt>
                <c:pt idx="26976">
                  <c:v>69346</c:v>
                </c:pt>
                <c:pt idx="26977">
                  <c:v>69347</c:v>
                </c:pt>
                <c:pt idx="26978">
                  <c:v>69348</c:v>
                </c:pt>
                <c:pt idx="26979">
                  <c:v>69349</c:v>
                </c:pt>
                <c:pt idx="26980">
                  <c:v>69350</c:v>
                </c:pt>
                <c:pt idx="26981">
                  <c:v>69351</c:v>
                </c:pt>
                <c:pt idx="26982">
                  <c:v>69352</c:v>
                </c:pt>
                <c:pt idx="26983">
                  <c:v>69353</c:v>
                </c:pt>
                <c:pt idx="26984">
                  <c:v>69354</c:v>
                </c:pt>
                <c:pt idx="26985">
                  <c:v>69355</c:v>
                </c:pt>
                <c:pt idx="26986">
                  <c:v>69356</c:v>
                </c:pt>
                <c:pt idx="26987">
                  <c:v>69357</c:v>
                </c:pt>
                <c:pt idx="26988">
                  <c:v>69358</c:v>
                </c:pt>
                <c:pt idx="26989">
                  <c:v>69359</c:v>
                </c:pt>
                <c:pt idx="26990">
                  <c:v>69360</c:v>
                </c:pt>
                <c:pt idx="26991">
                  <c:v>69361</c:v>
                </c:pt>
                <c:pt idx="26992">
                  <c:v>69362</c:v>
                </c:pt>
                <c:pt idx="26993">
                  <c:v>69363</c:v>
                </c:pt>
                <c:pt idx="26994">
                  <c:v>69364</c:v>
                </c:pt>
                <c:pt idx="26995">
                  <c:v>69365</c:v>
                </c:pt>
                <c:pt idx="26996">
                  <c:v>69366</c:v>
                </c:pt>
                <c:pt idx="26997">
                  <c:v>69367</c:v>
                </c:pt>
                <c:pt idx="26998">
                  <c:v>69368</c:v>
                </c:pt>
                <c:pt idx="26999">
                  <c:v>69369</c:v>
                </c:pt>
                <c:pt idx="27000">
                  <c:v>69370</c:v>
                </c:pt>
                <c:pt idx="27001">
                  <c:v>69371</c:v>
                </c:pt>
                <c:pt idx="27002">
                  <c:v>69372</c:v>
                </c:pt>
                <c:pt idx="27003">
                  <c:v>69373</c:v>
                </c:pt>
                <c:pt idx="27004">
                  <c:v>69374</c:v>
                </c:pt>
                <c:pt idx="27005">
                  <c:v>69375</c:v>
                </c:pt>
                <c:pt idx="27006">
                  <c:v>69376</c:v>
                </c:pt>
                <c:pt idx="27007">
                  <c:v>69377</c:v>
                </c:pt>
                <c:pt idx="27008">
                  <c:v>69378</c:v>
                </c:pt>
                <c:pt idx="27009">
                  <c:v>69379</c:v>
                </c:pt>
                <c:pt idx="27010">
                  <c:v>69380</c:v>
                </c:pt>
                <c:pt idx="27011">
                  <c:v>69381</c:v>
                </c:pt>
                <c:pt idx="27012">
                  <c:v>69382</c:v>
                </c:pt>
                <c:pt idx="27013">
                  <c:v>69383</c:v>
                </c:pt>
                <c:pt idx="27014">
                  <c:v>69384</c:v>
                </c:pt>
                <c:pt idx="27015">
                  <c:v>69385</c:v>
                </c:pt>
                <c:pt idx="27016">
                  <c:v>69386</c:v>
                </c:pt>
                <c:pt idx="27017">
                  <c:v>69387</c:v>
                </c:pt>
                <c:pt idx="27018">
                  <c:v>69388</c:v>
                </c:pt>
                <c:pt idx="27019">
                  <c:v>69389</c:v>
                </c:pt>
                <c:pt idx="27020">
                  <c:v>69390</c:v>
                </c:pt>
                <c:pt idx="27021">
                  <c:v>69391</c:v>
                </c:pt>
                <c:pt idx="27022">
                  <c:v>69392</c:v>
                </c:pt>
                <c:pt idx="27023">
                  <c:v>69393</c:v>
                </c:pt>
                <c:pt idx="27024">
                  <c:v>69394</c:v>
                </c:pt>
                <c:pt idx="27025">
                  <c:v>69395</c:v>
                </c:pt>
                <c:pt idx="27026">
                  <c:v>69396</c:v>
                </c:pt>
                <c:pt idx="27027">
                  <c:v>69397</c:v>
                </c:pt>
                <c:pt idx="27028">
                  <c:v>69398</c:v>
                </c:pt>
                <c:pt idx="27029">
                  <c:v>69399</c:v>
                </c:pt>
                <c:pt idx="27030">
                  <c:v>69400</c:v>
                </c:pt>
                <c:pt idx="27031">
                  <c:v>69401</c:v>
                </c:pt>
                <c:pt idx="27032">
                  <c:v>69402</c:v>
                </c:pt>
                <c:pt idx="27033">
                  <c:v>69403</c:v>
                </c:pt>
                <c:pt idx="27034">
                  <c:v>69404</c:v>
                </c:pt>
                <c:pt idx="27035">
                  <c:v>69405</c:v>
                </c:pt>
                <c:pt idx="27036">
                  <c:v>69406</c:v>
                </c:pt>
                <c:pt idx="27037">
                  <c:v>69407</c:v>
                </c:pt>
                <c:pt idx="27038">
                  <c:v>69408</c:v>
                </c:pt>
                <c:pt idx="27039">
                  <c:v>69409</c:v>
                </c:pt>
                <c:pt idx="27040">
                  <c:v>69410</c:v>
                </c:pt>
                <c:pt idx="27041">
                  <c:v>69411</c:v>
                </c:pt>
                <c:pt idx="27042">
                  <c:v>69412</c:v>
                </c:pt>
                <c:pt idx="27043">
                  <c:v>69413</c:v>
                </c:pt>
                <c:pt idx="27044">
                  <c:v>69414</c:v>
                </c:pt>
                <c:pt idx="27045">
                  <c:v>69415</c:v>
                </c:pt>
                <c:pt idx="27046">
                  <c:v>69416</c:v>
                </c:pt>
                <c:pt idx="27047">
                  <c:v>69417</c:v>
                </c:pt>
                <c:pt idx="27048">
                  <c:v>69418</c:v>
                </c:pt>
                <c:pt idx="27049">
                  <c:v>69419</c:v>
                </c:pt>
                <c:pt idx="27050">
                  <c:v>69420</c:v>
                </c:pt>
                <c:pt idx="27051">
                  <c:v>69421</c:v>
                </c:pt>
                <c:pt idx="27052">
                  <c:v>69422</c:v>
                </c:pt>
                <c:pt idx="27053">
                  <c:v>69423</c:v>
                </c:pt>
                <c:pt idx="27054">
                  <c:v>69424</c:v>
                </c:pt>
                <c:pt idx="27055">
                  <c:v>69425</c:v>
                </c:pt>
                <c:pt idx="27056">
                  <c:v>69426</c:v>
                </c:pt>
                <c:pt idx="27057">
                  <c:v>69427</c:v>
                </c:pt>
                <c:pt idx="27058">
                  <c:v>69428</c:v>
                </c:pt>
                <c:pt idx="27059">
                  <c:v>69429</c:v>
                </c:pt>
                <c:pt idx="27060">
                  <c:v>69430</c:v>
                </c:pt>
                <c:pt idx="27061">
                  <c:v>69431</c:v>
                </c:pt>
                <c:pt idx="27062">
                  <c:v>69432</c:v>
                </c:pt>
                <c:pt idx="27063">
                  <c:v>69433</c:v>
                </c:pt>
                <c:pt idx="27064">
                  <c:v>69434</c:v>
                </c:pt>
                <c:pt idx="27065">
                  <c:v>69435</c:v>
                </c:pt>
                <c:pt idx="27066">
                  <c:v>69436</c:v>
                </c:pt>
                <c:pt idx="27067">
                  <c:v>69437</c:v>
                </c:pt>
                <c:pt idx="27068">
                  <c:v>69438</c:v>
                </c:pt>
                <c:pt idx="27069">
                  <c:v>69439</c:v>
                </c:pt>
                <c:pt idx="27070">
                  <c:v>69440</c:v>
                </c:pt>
                <c:pt idx="27071">
                  <c:v>69441</c:v>
                </c:pt>
                <c:pt idx="27072">
                  <c:v>69442</c:v>
                </c:pt>
                <c:pt idx="27073">
                  <c:v>69443</c:v>
                </c:pt>
                <c:pt idx="27074">
                  <c:v>69444</c:v>
                </c:pt>
                <c:pt idx="27075">
                  <c:v>69445</c:v>
                </c:pt>
                <c:pt idx="27076">
                  <c:v>69446</c:v>
                </c:pt>
                <c:pt idx="27077">
                  <c:v>69447</c:v>
                </c:pt>
                <c:pt idx="27078">
                  <c:v>69448</c:v>
                </c:pt>
                <c:pt idx="27079">
                  <c:v>69449</c:v>
                </c:pt>
                <c:pt idx="27080">
                  <c:v>69450</c:v>
                </c:pt>
                <c:pt idx="27081">
                  <c:v>69451</c:v>
                </c:pt>
                <c:pt idx="27082">
                  <c:v>69452</c:v>
                </c:pt>
                <c:pt idx="27083">
                  <c:v>69453</c:v>
                </c:pt>
                <c:pt idx="27084">
                  <c:v>69454</c:v>
                </c:pt>
                <c:pt idx="27085">
                  <c:v>69455</c:v>
                </c:pt>
                <c:pt idx="27086">
                  <c:v>69456</c:v>
                </c:pt>
                <c:pt idx="27087">
                  <c:v>69457</c:v>
                </c:pt>
                <c:pt idx="27088">
                  <c:v>69458</c:v>
                </c:pt>
                <c:pt idx="27089">
                  <c:v>69459</c:v>
                </c:pt>
                <c:pt idx="27090">
                  <c:v>69460</c:v>
                </c:pt>
                <c:pt idx="27091">
                  <c:v>69461</c:v>
                </c:pt>
                <c:pt idx="27092">
                  <c:v>69462</c:v>
                </c:pt>
                <c:pt idx="27093">
                  <c:v>69463</c:v>
                </c:pt>
                <c:pt idx="27094">
                  <c:v>69464</c:v>
                </c:pt>
                <c:pt idx="27095">
                  <c:v>69465</c:v>
                </c:pt>
                <c:pt idx="27096">
                  <c:v>69466</c:v>
                </c:pt>
                <c:pt idx="27097">
                  <c:v>69467</c:v>
                </c:pt>
                <c:pt idx="27098">
                  <c:v>69468</c:v>
                </c:pt>
                <c:pt idx="27099">
                  <c:v>69469</c:v>
                </c:pt>
                <c:pt idx="27100">
                  <c:v>69470</c:v>
                </c:pt>
                <c:pt idx="27101">
                  <c:v>69471</c:v>
                </c:pt>
                <c:pt idx="27102">
                  <c:v>69472</c:v>
                </c:pt>
                <c:pt idx="27103">
                  <c:v>69473</c:v>
                </c:pt>
                <c:pt idx="27104">
                  <c:v>69474</c:v>
                </c:pt>
                <c:pt idx="27105">
                  <c:v>69475</c:v>
                </c:pt>
                <c:pt idx="27106">
                  <c:v>69476</c:v>
                </c:pt>
                <c:pt idx="27107">
                  <c:v>69477</c:v>
                </c:pt>
                <c:pt idx="27108">
                  <c:v>69478</c:v>
                </c:pt>
                <c:pt idx="27109">
                  <c:v>69479</c:v>
                </c:pt>
                <c:pt idx="27110">
                  <c:v>69480</c:v>
                </c:pt>
                <c:pt idx="27111">
                  <c:v>69481</c:v>
                </c:pt>
                <c:pt idx="27112">
                  <c:v>69482</c:v>
                </c:pt>
                <c:pt idx="27113">
                  <c:v>69483</c:v>
                </c:pt>
                <c:pt idx="27114">
                  <c:v>69484</c:v>
                </c:pt>
                <c:pt idx="27115">
                  <c:v>69485</c:v>
                </c:pt>
                <c:pt idx="27116">
                  <c:v>69486</c:v>
                </c:pt>
                <c:pt idx="27117">
                  <c:v>69487</c:v>
                </c:pt>
                <c:pt idx="27118">
                  <c:v>69488</c:v>
                </c:pt>
                <c:pt idx="27119">
                  <c:v>69489</c:v>
                </c:pt>
                <c:pt idx="27120">
                  <c:v>69490</c:v>
                </c:pt>
                <c:pt idx="27121">
                  <c:v>69491</c:v>
                </c:pt>
                <c:pt idx="27122">
                  <c:v>69492</c:v>
                </c:pt>
                <c:pt idx="27123">
                  <c:v>69493</c:v>
                </c:pt>
                <c:pt idx="27124">
                  <c:v>69494</c:v>
                </c:pt>
                <c:pt idx="27125">
                  <c:v>69495</c:v>
                </c:pt>
                <c:pt idx="27126">
                  <c:v>69496</c:v>
                </c:pt>
                <c:pt idx="27127">
                  <c:v>69497</c:v>
                </c:pt>
                <c:pt idx="27128">
                  <c:v>69498</c:v>
                </c:pt>
                <c:pt idx="27129">
                  <c:v>69499</c:v>
                </c:pt>
                <c:pt idx="27130">
                  <c:v>69500</c:v>
                </c:pt>
                <c:pt idx="27131">
                  <c:v>69501</c:v>
                </c:pt>
                <c:pt idx="27132">
                  <c:v>69502</c:v>
                </c:pt>
                <c:pt idx="27133">
                  <c:v>69503</c:v>
                </c:pt>
                <c:pt idx="27134">
                  <c:v>69504</c:v>
                </c:pt>
                <c:pt idx="27135">
                  <c:v>69505</c:v>
                </c:pt>
                <c:pt idx="27136">
                  <c:v>69506</c:v>
                </c:pt>
                <c:pt idx="27137">
                  <c:v>69507</c:v>
                </c:pt>
                <c:pt idx="27138">
                  <c:v>69508</c:v>
                </c:pt>
                <c:pt idx="27139">
                  <c:v>69509</c:v>
                </c:pt>
                <c:pt idx="27140">
                  <c:v>69510</c:v>
                </c:pt>
                <c:pt idx="27141">
                  <c:v>69511</c:v>
                </c:pt>
                <c:pt idx="27142">
                  <c:v>69512</c:v>
                </c:pt>
                <c:pt idx="27143">
                  <c:v>69513</c:v>
                </c:pt>
                <c:pt idx="27144">
                  <c:v>69514</c:v>
                </c:pt>
                <c:pt idx="27145">
                  <c:v>69515</c:v>
                </c:pt>
                <c:pt idx="27146">
                  <c:v>69516</c:v>
                </c:pt>
                <c:pt idx="27147">
                  <c:v>69517</c:v>
                </c:pt>
                <c:pt idx="27148">
                  <c:v>69518</c:v>
                </c:pt>
                <c:pt idx="27149">
                  <c:v>69519</c:v>
                </c:pt>
                <c:pt idx="27150">
                  <c:v>69520</c:v>
                </c:pt>
                <c:pt idx="27151">
                  <c:v>69521</c:v>
                </c:pt>
                <c:pt idx="27152">
                  <c:v>69522</c:v>
                </c:pt>
                <c:pt idx="27153">
                  <c:v>69523</c:v>
                </c:pt>
                <c:pt idx="27154">
                  <c:v>69524</c:v>
                </c:pt>
                <c:pt idx="27155">
                  <c:v>69525</c:v>
                </c:pt>
                <c:pt idx="27156">
                  <c:v>69526</c:v>
                </c:pt>
                <c:pt idx="27157">
                  <c:v>69527</c:v>
                </c:pt>
                <c:pt idx="27158">
                  <c:v>69528</c:v>
                </c:pt>
                <c:pt idx="27159">
                  <c:v>69529</c:v>
                </c:pt>
                <c:pt idx="27160">
                  <c:v>69530</c:v>
                </c:pt>
                <c:pt idx="27161">
                  <c:v>69531</c:v>
                </c:pt>
                <c:pt idx="27162">
                  <c:v>69532</c:v>
                </c:pt>
                <c:pt idx="27163">
                  <c:v>69533</c:v>
                </c:pt>
                <c:pt idx="27164">
                  <c:v>69534</c:v>
                </c:pt>
                <c:pt idx="27165">
                  <c:v>69535</c:v>
                </c:pt>
                <c:pt idx="27166">
                  <c:v>69536</c:v>
                </c:pt>
                <c:pt idx="27167">
                  <c:v>69537</c:v>
                </c:pt>
                <c:pt idx="27168">
                  <c:v>69538</c:v>
                </c:pt>
                <c:pt idx="27169">
                  <c:v>69539</c:v>
                </c:pt>
                <c:pt idx="27170">
                  <c:v>69540</c:v>
                </c:pt>
                <c:pt idx="27171">
                  <c:v>69541</c:v>
                </c:pt>
                <c:pt idx="27172">
                  <c:v>69542</c:v>
                </c:pt>
                <c:pt idx="27173">
                  <c:v>69543</c:v>
                </c:pt>
                <c:pt idx="27174">
                  <c:v>69544</c:v>
                </c:pt>
                <c:pt idx="27175">
                  <c:v>69545</c:v>
                </c:pt>
                <c:pt idx="27176">
                  <c:v>69546</c:v>
                </c:pt>
                <c:pt idx="27177">
                  <c:v>69547</c:v>
                </c:pt>
                <c:pt idx="27178">
                  <c:v>69548</c:v>
                </c:pt>
                <c:pt idx="27179">
                  <c:v>69549</c:v>
                </c:pt>
                <c:pt idx="27180">
                  <c:v>69550</c:v>
                </c:pt>
                <c:pt idx="27181">
                  <c:v>69551</c:v>
                </c:pt>
                <c:pt idx="27182">
                  <c:v>69552</c:v>
                </c:pt>
                <c:pt idx="27183">
                  <c:v>69553</c:v>
                </c:pt>
                <c:pt idx="27184">
                  <c:v>69554</c:v>
                </c:pt>
                <c:pt idx="27185">
                  <c:v>69555</c:v>
                </c:pt>
                <c:pt idx="27186">
                  <c:v>69556</c:v>
                </c:pt>
                <c:pt idx="27187">
                  <c:v>69557</c:v>
                </c:pt>
                <c:pt idx="27188">
                  <c:v>69558</c:v>
                </c:pt>
                <c:pt idx="27189">
                  <c:v>69559</c:v>
                </c:pt>
                <c:pt idx="27190">
                  <c:v>69560</c:v>
                </c:pt>
                <c:pt idx="27191">
                  <c:v>69561</c:v>
                </c:pt>
                <c:pt idx="27192">
                  <c:v>69562</c:v>
                </c:pt>
                <c:pt idx="27193">
                  <c:v>69563</c:v>
                </c:pt>
                <c:pt idx="27194">
                  <c:v>69564</c:v>
                </c:pt>
                <c:pt idx="27195">
                  <c:v>69565</c:v>
                </c:pt>
                <c:pt idx="27196">
                  <c:v>69566</c:v>
                </c:pt>
                <c:pt idx="27197">
                  <c:v>69567</c:v>
                </c:pt>
                <c:pt idx="27198">
                  <c:v>69568</c:v>
                </c:pt>
                <c:pt idx="27199">
                  <c:v>69569</c:v>
                </c:pt>
                <c:pt idx="27200">
                  <c:v>69570</c:v>
                </c:pt>
                <c:pt idx="27201">
                  <c:v>69571</c:v>
                </c:pt>
                <c:pt idx="27202">
                  <c:v>69572</c:v>
                </c:pt>
                <c:pt idx="27203">
                  <c:v>69573</c:v>
                </c:pt>
                <c:pt idx="27204">
                  <c:v>69574</c:v>
                </c:pt>
                <c:pt idx="27205">
                  <c:v>69575</c:v>
                </c:pt>
                <c:pt idx="27206">
                  <c:v>69576</c:v>
                </c:pt>
                <c:pt idx="27207">
                  <c:v>69577</c:v>
                </c:pt>
                <c:pt idx="27208">
                  <c:v>69578</c:v>
                </c:pt>
                <c:pt idx="27209">
                  <c:v>69579</c:v>
                </c:pt>
                <c:pt idx="27210">
                  <c:v>69580</c:v>
                </c:pt>
                <c:pt idx="27211">
                  <c:v>69581</c:v>
                </c:pt>
                <c:pt idx="27212">
                  <c:v>69582</c:v>
                </c:pt>
                <c:pt idx="27213">
                  <c:v>69583</c:v>
                </c:pt>
                <c:pt idx="27214">
                  <c:v>69584</c:v>
                </c:pt>
                <c:pt idx="27215">
                  <c:v>69585</c:v>
                </c:pt>
                <c:pt idx="27216">
                  <c:v>69586</c:v>
                </c:pt>
                <c:pt idx="27217">
                  <c:v>69587</c:v>
                </c:pt>
                <c:pt idx="27218">
                  <c:v>69588</c:v>
                </c:pt>
                <c:pt idx="27219">
                  <c:v>69589</c:v>
                </c:pt>
                <c:pt idx="27220">
                  <c:v>69590</c:v>
                </c:pt>
                <c:pt idx="27221">
                  <c:v>69591</c:v>
                </c:pt>
                <c:pt idx="27222">
                  <c:v>69592</c:v>
                </c:pt>
                <c:pt idx="27223">
                  <c:v>69593</c:v>
                </c:pt>
                <c:pt idx="27224">
                  <c:v>69594</c:v>
                </c:pt>
                <c:pt idx="27225">
                  <c:v>69595</c:v>
                </c:pt>
                <c:pt idx="27226">
                  <c:v>69596</c:v>
                </c:pt>
                <c:pt idx="27227">
                  <c:v>69597</c:v>
                </c:pt>
                <c:pt idx="27228">
                  <c:v>69598</c:v>
                </c:pt>
                <c:pt idx="27229">
                  <c:v>69599</c:v>
                </c:pt>
                <c:pt idx="27230">
                  <c:v>69600</c:v>
                </c:pt>
                <c:pt idx="27231">
                  <c:v>69601</c:v>
                </c:pt>
                <c:pt idx="27232">
                  <c:v>69602</c:v>
                </c:pt>
                <c:pt idx="27233">
                  <c:v>69603</c:v>
                </c:pt>
                <c:pt idx="27234">
                  <c:v>69604</c:v>
                </c:pt>
                <c:pt idx="27235">
                  <c:v>69605</c:v>
                </c:pt>
                <c:pt idx="27236">
                  <c:v>69606</c:v>
                </c:pt>
                <c:pt idx="27237">
                  <c:v>69607</c:v>
                </c:pt>
                <c:pt idx="27238">
                  <c:v>69608</c:v>
                </c:pt>
                <c:pt idx="27239">
                  <c:v>69609</c:v>
                </c:pt>
                <c:pt idx="27240">
                  <c:v>69610</c:v>
                </c:pt>
                <c:pt idx="27241">
                  <c:v>69611</c:v>
                </c:pt>
                <c:pt idx="27242">
                  <c:v>69612</c:v>
                </c:pt>
                <c:pt idx="27243">
                  <c:v>69613</c:v>
                </c:pt>
                <c:pt idx="27244">
                  <c:v>69614</c:v>
                </c:pt>
                <c:pt idx="27245">
                  <c:v>69615</c:v>
                </c:pt>
                <c:pt idx="27246">
                  <c:v>69616</c:v>
                </c:pt>
                <c:pt idx="27247">
                  <c:v>69617</c:v>
                </c:pt>
                <c:pt idx="27248">
                  <c:v>69618</c:v>
                </c:pt>
                <c:pt idx="27249">
                  <c:v>69619</c:v>
                </c:pt>
                <c:pt idx="27250">
                  <c:v>69620</c:v>
                </c:pt>
                <c:pt idx="27251">
                  <c:v>69621</c:v>
                </c:pt>
                <c:pt idx="27252">
                  <c:v>69622</c:v>
                </c:pt>
                <c:pt idx="27253">
                  <c:v>69623</c:v>
                </c:pt>
                <c:pt idx="27254">
                  <c:v>69624</c:v>
                </c:pt>
                <c:pt idx="27255">
                  <c:v>69625</c:v>
                </c:pt>
                <c:pt idx="27256">
                  <c:v>69626</c:v>
                </c:pt>
                <c:pt idx="27257">
                  <c:v>69627</c:v>
                </c:pt>
                <c:pt idx="27258">
                  <c:v>69628</c:v>
                </c:pt>
                <c:pt idx="27259">
                  <c:v>69629</c:v>
                </c:pt>
                <c:pt idx="27260">
                  <c:v>69630</c:v>
                </c:pt>
                <c:pt idx="27261">
                  <c:v>69631</c:v>
                </c:pt>
                <c:pt idx="27262">
                  <c:v>69632</c:v>
                </c:pt>
                <c:pt idx="27263">
                  <c:v>69633</c:v>
                </c:pt>
                <c:pt idx="27264">
                  <c:v>69634</c:v>
                </c:pt>
                <c:pt idx="27265">
                  <c:v>69635</c:v>
                </c:pt>
                <c:pt idx="27266">
                  <c:v>69636</c:v>
                </c:pt>
                <c:pt idx="27267">
                  <c:v>69637</c:v>
                </c:pt>
                <c:pt idx="27268">
                  <c:v>69638</c:v>
                </c:pt>
                <c:pt idx="27269">
                  <c:v>69639</c:v>
                </c:pt>
                <c:pt idx="27270">
                  <c:v>69640</c:v>
                </c:pt>
                <c:pt idx="27271">
                  <c:v>69641</c:v>
                </c:pt>
                <c:pt idx="27272">
                  <c:v>69642</c:v>
                </c:pt>
                <c:pt idx="27273">
                  <c:v>69643</c:v>
                </c:pt>
                <c:pt idx="27274">
                  <c:v>69644</c:v>
                </c:pt>
                <c:pt idx="27275">
                  <c:v>69645</c:v>
                </c:pt>
                <c:pt idx="27276">
                  <c:v>69646</c:v>
                </c:pt>
                <c:pt idx="27277">
                  <c:v>69647</c:v>
                </c:pt>
                <c:pt idx="27278">
                  <c:v>69648</c:v>
                </c:pt>
                <c:pt idx="27279">
                  <c:v>69649</c:v>
                </c:pt>
                <c:pt idx="27280">
                  <c:v>69650</c:v>
                </c:pt>
                <c:pt idx="27281">
                  <c:v>69651</c:v>
                </c:pt>
                <c:pt idx="27282">
                  <c:v>69652</c:v>
                </c:pt>
                <c:pt idx="27283">
                  <c:v>69653</c:v>
                </c:pt>
                <c:pt idx="27284">
                  <c:v>69654</c:v>
                </c:pt>
                <c:pt idx="27285">
                  <c:v>69655</c:v>
                </c:pt>
                <c:pt idx="27286">
                  <c:v>69656</c:v>
                </c:pt>
                <c:pt idx="27287">
                  <c:v>69657</c:v>
                </c:pt>
                <c:pt idx="27288">
                  <c:v>69658</c:v>
                </c:pt>
                <c:pt idx="27289">
                  <c:v>69659</c:v>
                </c:pt>
                <c:pt idx="27290">
                  <c:v>69660</c:v>
                </c:pt>
                <c:pt idx="27291">
                  <c:v>69661</c:v>
                </c:pt>
                <c:pt idx="27292">
                  <c:v>69662</c:v>
                </c:pt>
                <c:pt idx="27293">
                  <c:v>69663</c:v>
                </c:pt>
                <c:pt idx="27294">
                  <c:v>69664</c:v>
                </c:pt>
                <c:pt idx="27295">
                  <c:v>69665</c:v>
                </c:pt>
                <c:pt idx="27296">
                  <c:v>69666</c:v>
                </c:pt>
                <c:pt idx="27297">
                  <c:v>69667</c:v>
                </c:pt>
                <c:pt idx="27298">
                  <c:v>69668</c:v>
                </c:pt>
                <c:pt idx="27299">
                  <c:v>69669</c:v>
                </c:pt>
                <c:pt idx="27300">
                  <c:v>69670</c:v>
                </c:pt>
                <c:pt idx="27301">
                  <c:v>69671</c:v>
                </c:pt>
                <c:pt idx="27302">
                  <c:v>69672</c:v>
                </c:pt>
                <c:pt idx="27303">
                  <c:v>69673</c:v>
                </c:pt>
                <c:pt idx="27304">
                  <c:v>69674</c:v>
                </c:pt>
                <c:pt idx="27305">
                  <c:v>69675</c:v>
                </c:pt>
                <c:pt idx="27306">
                  <c:v>69676</c:v>
                </c:pt>
                <c:pt idx="27307">
                  <c:v>69677</c:v>
                </c:pt>
                <c:pt idx="27308">
                  <c:v>69678</c:v>
                </c:pt>
                <c:pt idx="27309">
                  <c:v>69679</c:v>
                </c:pt>
                <c:pt idx="27310">
                  <c:v>69680</c:v>
                </c:pt>
                <c:pt idx="27311">
                  <c:v>69681</c:v>
                </c:pt>
                <c:pt idx="27312">
                  <c:v>69682</c:v>
                </c:pt>
                <c:pt idx="27313">
                  <c:v>69683</c:v>
                </c:pt>
                <c:pt idx="27314">
                  <c:v>69684</c:v>
                </c:pt>
                <c:pt idx="27315">
                  <c:v>69685</c:v>
                </c:pt>
                <c:pt idx="27316">
                  <c:v>69686</c:v>
                </c:pt>
                <c:pt idx="27317">
                  <c:v>69687</c:v>
                </c:pt>
                <c:pt idx="27318">
                  <c:v>69688</c:v>
                </c:pt>
                <c:pt idx="27319">
                  <c:v>69689</c:v>
                </c:pt>
                <c:pt idx="27320">
                  <c:v>69690</c:v>
                </c:pt>
                <c:pt idx="27321">
                  <c:v>69691</c:v>
                </c:pt>
                <c:pt idx="27322">
                  <c:v>69692</c:v>
                </c:pt>
                <c:pt idx="27323">
                  <c:v>69693</c:v>
                </c:pt>
                <c:pt idx="27324">
                  <c:v>69694</c:v>
                </c:pt>
                <c:pt idx="27325">
                  <c:v>69695</c:v>
                </c:pt>
                <c:pt idx="27326">
                  <c:v>69696</c:v>
                </c:pt>
                <c:pt idx="27327">
                  <c:v>69697</c:v>
                </c:pt>
                <c:pt idx="27328">
                  <c:v>69698</c:v>
                </c:pt>
                <c:pt idx="27329">
                  <c:v>69699</c:v>
                </c:pt>
                <c:pt idx="27330">
                  <c:v>69700</c:v>
                </c:pt>
                <c:pt idx="27331">
                  <c:v>69701</c:v>
                </c:pt>
                <c:pt idx="27332">
                  <c:v>69702</c:v>
                </c:pt>
                <c:pt idx="27333">
                  <c:v>69703</c:v>
                </c:pt>
                <c:pt idx="27334">
                  <c:v>69704</c:v>
                </c:pt>
                <c:pt idx="27335">
                  <c:v>69705</c:v>
                </c:pt>
                <c:pt idx="27336">
                  <c:v>69706</c:v>
                </c:pt>
                <c:pt idx="27337">
                  <c:v>69707</c:v>
                </c:pt>
                <c:pt idx="27338">
                  <c:v>69708</c:v>
                </c:pt>
                <c:pt idx="27339">
                  <c:v>69709</c:v>
                </c:pt>
                <c:pt idx="27340">
                  <c:v>69710</c:v>
                </c:pt>
                <c:pt idx="27341">
                  <c:v>69711</c:v>
                </c:pt>
                <c:pt idx="27342">
                  <c:v>69712</c:v>
                </c:pt>
                <c:pt idx="27343">
                  <c:v>69713</c:v>
                </c:pt>
                <c:pt idx="27344">
                  <c:v>69714</c:v>
                </c:pt>
                <c:pt idx="27345">
                  <c:v>69715</c:v>
                </c:pt>
                <c:pt idx="27346">
                  <c:v>69716</c:v>
                </c:pt>
                <c:pt idx="27347">
                  <c:v>69717</c:v>
                </c:pt>
                <c:pt idx="27348">
                  <c:v>69718</c:v>
                </c:pt>
                <c:pt idx="27349">
                  <c:v>69719</c:v>
                </c:pt>
                <c:pt idx="27350">
                  <c:v>69720</c:v>
                </c:pt>
                <c:pt idx="27351">
                  <c:v>69721</c:v>
                </c:pt>
                <c:pt idx="27352">
                  <c:v>69722</c:v>
                </c:pt>
                <c:pt idx="27353">
                  <c:v>69723</c:v>
                </c:pt>
                <c:pt idx="27354">
                  <c:v>69724</c:v>
                </c:pt>
                <c:pt idx="27355">
                  <c:v>69725</c:v>
                </c:pt>
                <c:pt idx="27356">
                  <c:v>69726</c:v>
                </c:pt>
                <c:pt idx="27357">
                  <c:v>69727</c:v>
                </c:pt>
                <c:pt idx="27358">
                  <c:v>69728</c:v>
                </c:pt>
                <c:pt idx="27359">
                  <c:v>69729</c:v>
                </c:pt>
                <c:pt idx="27360">
                  <c:v>69730</c:v>
                </c:pt>
                <c:pt idx="27361">
                  <c:v>69731</c:v>
                </c:pt>
                <c:pt idx="27362">
                  <c:v>69732</c:v>
                </c:pt>
                <c:pt idx="27363">
                  <c:v>69733</c:v>
                </c:pt>
                <c:pt idx="27364">
                  <c:v>69734</c:v>
                </c:pt>
                <c:pt idx="27365">
                  <c:v>69735</c:v>
                </c:pt>
                <c:pt idx="27366">
                  <c:v>69736</c:v>
                </c:pt>
                <c:pt idx="27367">
                  <c:v>69737</c:v>
                </c:pt>
                <c:pt idx="27368">
                  <c:v>69738</c:v>
                </c:pt>
                <c:pt idx="27369">
                  <c:v>69739</c:v>
                </c:pt>
                <c:pt idx="27370">
                  <c:v>69740</c:v>
                </c:pt>
                <c:pt idx="27371">
                  <c:v>69741</c:v>
                </c:pt>
                <c:pt idx="27372">
                  <c:v>69742</c:v>
                </c:pt>
                <c:pt idx="27373">
                  <c:v>69743</c:v>
                </c:pt>
                <c:pt idx="27374">
                  <c:v>69744</c:v>
                </c:pt>
                <c:pt idx="27375">
                  <c:v>69745</c:v>
                </c:pt>
                <c:pt idx="27376">
                  <c:v>69746</c:v>
                </c:pt>
                <c:pt idx="27377">
                  <c:v>69747</c:v>
                </c:pt>
                <c:pt idx="27378">
                  <c:v>69748</c:v>
                </c:pt>
                <c:pt idx="27379">
                  <c:v>69749</c:v>
                </c:pt>
                <c:pt idx="27380">
                  <c:v>69750</c:v>
                </c:pt>
                <c:pt idx="27381">
                  <c:v>69751</c:v>
                </c:pt>
                <c:pt idx="27382">
                  <c:v>69752</c:v>
                </c:pt>
                <c:pt idx="27383">
                  <c:v>69753</c:v>
                </c:pt>
                <c:pt idx="27384">
                  <c:v>69754</c:v>
                </c:pt>
                <c:pt idx="27385">
                  <c:v>69755</c:v>
                </c:pt>
                <c:pt idx="27386">
                  <c:v>69756</c:v>
                </c:pt>
                <c:pt idx="27387">
                  <c:v>69757</c:v>
                </c:pt>
                <c:pt idx="27388">
                  <c:v>69758</c:v>
                </c:pt>
                <c:pt idx="27389">
                  <c:v>69759</c:v>
                </c:pt>
                <c:pt idx="27390">
                  <c:v>69760</c:v>
                </c:pt>
                <c:pt idx="27391">
                  <c:v>69761</c:v>
                </c:pt>
                <c:pt idx="27392">
                  <c:v>69762</c:v>
                </c:pt>
                <c:pt idx="27393">
                  <c:v>69763</c:v>
                </c:pt>
                <c:pt idx="27394">
                  <c:v>69764</c:v>
                </c:pt>
                <c:pt idx="27395">
                  <c:v>69765</c:v>
                </c:pt>
                <c:pt idx="27396">
                  <c:v>69766</c:v>
                </c:pt>
                <c:pt idx="27397">
                  <c:v>69767</c:v>
                </c:pt>
                <c:pt idx="27398">
                  <c:v>69768</c:v>
                </c:pt>
                <c:pt idx="27399">
                  <c:v>69769</c:v>
                </c:pt>
                <c:pt idx="27400">
                  <c:v>69770</c:v>
                </c:pt>
                <c:pt idx="27401">
                  <c:v>69771</c:v>
                </c:pt>
                <c:pt idx="27402">
                  <c:v>69772</c:v>
                </c:pt>
                <c:pt idx="27403">
                  <c:v>69773</c:v>
                </c:pt>
                <c:pt idx="27404">
                  <c:v>69774</c:v>
                </c:pt>
                <c:pt idx="27405">
                  <c:v>69775</c:v>
                </c:pt>
                <c:pt idx="27406">
                  <c:v>69776</c:v>
                </c:pt>
                <c:pt idx="27407">
                  <c:v>69777</c:v>
                </c:pt>
                <c:pt idx="27408">
                  <c:v>69778</c:v>
                </c:pt>
                <c:pt idx="27409">
                  <c:v>69779</c:v>
                </c:pt>
                <c:pt idx="27410">
                  <c:v>69780</c:v>
                </c:pt>
                <c:pt idx="27411">
                  <c:v>69781</c:v>
                </c:pt>
                <c:pt idx="27412">
                  <c:v>69782</c:v>
                </c:pt>
                <c:pt idx="27413">
                  <c:v>69783</c:v>
                </c:pt>
                <c:pt idx="27414">
                  <c:v>69784</c:v>
                </c:pt>
                <c:pt idx="27415">
                  <c:v>69785</c:v>
                </c:pt>
                <c:pt idx="27416">
                  <c:v>69786</c:v>
                </c:pt>
                <c:pt idx="27417">
                  <c:v>69787</c:v>
                </c:pt>
                <c:pt idx="27418">
                  <c:v>69788</c:v>
                </c:pt>
                <c:pt idx="27419">
                  <c:v>69789</c:v>
                </c:pt>
                <c:pt idx="27420">
                  <c:v>69790</c:v>
                </c:pt>
                <c:pt idx="27421">
                  <c:v>69791</c:v>
                </c:pt>
                <c:pt idx="27422">
                  <c:v>69792</c:v>
                </c:pt>
                <c:pt idx="27423">
                  <c:v>69793</c:v>
                </c:pt>
                <c:pt idx="27424">
                  <c:v>69794</c:v>
                </c:pt>
                <c:pt idx="27425">
                  <c:v>69795</c:v>
                </c:pt>
                <c:pt idx="27426">
                  <c:v>69796</c:v>
                </c:pt>
                <c:pt idx="27427">
                  <c:v>69797</c:v>
                </c:pt>
                <c:pt idx="27428">
                  <c:v>69798</c:v>
                </c:pt>
                <c:pt idx="27429">
                  <c:v>69799</c:v>
                </c:pt>
                <c:pt idx="27430">
                  <c:v>69800</c:v>
                </c:pt>
                <c:pt idx="27431">
                  <c:v>69801</c:v>
                </c:pt>
                <c:pt idx="27432">
                  <c:v>69802</c:v>
                </c:pt>
                <c:pt idx="27433">
                  <c:v>69803</c:v>
                </c:pt>
                <c:pt idx="27434">
                  <c:v>69804</c:v>
                </c:pt>
                <c:pt idx="27435">
                  <c:v>69805</c:v>
                </c:pt>
                <c:pt idx="27436">
                  <c:v>69806</c:v>
                </c:pt>
                <c:pt idx="27437">
                  <c:v>69807</c:v>
                </c:pt>
                <c:pt idx="27438">
                  <c:v>69808</c:v>
                </c:pt>
                <c:pt idx="27439">
                  <c:v>69809</c:v>
                </c:pt>
                <c:pt idx="27440">
                  <c:v>69810</c:v>
                </c:pt>
                <c:pt idx="27441">
                  <c:v>69811</c:v>
                </c:pt>
                <c:pt idx="27442">
                  <c:v>69812</c:v>
                </c:pt>
                <c:pt idx="27443">
                  <c:v>69813</c:v>
                </c:pt>
                <c:pt idx="27444">
                  <c:v>69814</c:v>
                </c:pt>
                <c:pt idx="27445">
                  <c:v>69815</c:v>
                </c:pt>
                <c:pt idx="27446">
                  <c:v>69816</c:v>
                </c:pt>
                <c:pt idx="27447">
                  <c:v>69817</c:v>
                </c:pt>
                <c:pt idx="27448">
                  <c:v>69818</c:v>
                </c:pt>
                <c:pt idx="27449">
                  <c:v>69819</c:v>
                </c:pt>
                <c:pt idx="27450">
                  <c:v>69820</c:v>
                </c:pt>
                <c:pt idx="27451">
                  <c:v>69821</c:v>
                </c:pt>
                <c:pt idx="27452">
                  <c:v>69822</c:v>
                </c:pt>
                <c:pt idx="27453">
                  <c:v>69823</c:v>
                </c:pt>
                <c:pt idx="27454">
                  <c:v>69824</c:v>
                </c:pt>
                <c:pt idx="27455">
                  <c:v>69825</c:v>
                </c:pt>
                <c:pt idx="27456">
                  <c:v>69826</c:v>
                </c:pt>
                <c:pt idx="27457">
                  <c:v>69827</c:v>
                </c:pt>
                <c:pt idx="27458">
                  <c:v>69828</c:v>
                </c:pt>
                <c:pt idx="27459">
                  <c:v>69829</c:v>
                </c:pt>
                <c:pt idx="27460">
                  <c:v>69830</c:v>
                </c:pt>
                <c:pt idx="27461">
                  <c:v>69831</c:v>
                </c:pt>
                <c:pt idx="27462">
                  <c:v>69832</c:v>
                </c:pt>
                <c:pt idx="27463">
                  <c:v>69833</c:v>
                </c:pt>
                <c:pt idx="27464">
                  <c:v>69834</c:v>
                </c:pt>
                <c:pt idx="27465">
                  <c:v>69835</c:v>
                </c:pt>
                <c:pt idx="27466">
                  <c:v>69836</c:v>
                </c:pt>
                <c:pt idx="27467">
                  <c:v>69837</c:v>
                </c:pt>
                <c:pt idx="27468">
                  <c:v>69838</c:v>
                </c:pt>
                <c:pt idx="27469">
                  <c:v>69839</c:v>
                </c:pt>
                <c:pt idx="27470">
                  <c:v>69840</c:v>
                </c:pt>
                <c:pt idx="27471">
                  <c:v>69841</c:v>
                </c:pt>
                <c:pt idx="27472">
                  <c:v>69842</c:v>
                </c:pt>
                <c:pt idx="27473">
                  <c:v>69843</c:v>
                </c:pt>
                <c:pt idx="27474">
                  <c:v>69844</c:v>
                </c:pt>
                <c:pt idx="27475">
                  <c:v>69845</c:v>
                </c:pt>
                <c:pt idx="27476">
                  <c:v>69846</c:v>
                </c:pt>
                <c:pt idx="27477">
                  <c:v>69847</c:v>
                </c:pt>
                <c:pt idx="27478">
                  <c:v>69848</c:v>
                </c:pt>
                <c:pt idx="27479">
                  <c:v>69849</c:v>
                </c:pt>
                <c:pt idx="27480">
                  <c:v>69850</c:v>
                </c:pt>
                <c:pt idx="27481">
                  <c:v>69851</c:v>
                </c:pt>
                <c:pt idx="27482">
                  <c:v>69852</c:v>
                </c:pt>
                <c:pt idx="27483">
                  <c:v>69853</c:v>
                </c:pt>
                <c:pt idx="27484">
                  <c:v>69854</c:v>
                </c:pt>
                <c:pt idx="27485">
                  <c:v>69855</c:v>
                </c:pt>
                <c:pt idx="27486">
                  <c:v>69856</c:v>
                </c:pt>
                <c:pt idx="27487">
                  <c:v>69857</c:v>
                </c:pt>
                <c:pt idx="27488">
                  <c:v>69858</c:v>
                </c:pt>
                <c:pt idx="27489">
                  <c:v>69859</c:v>
                </c:pt>
                <c:pt idx="27490">
                  <c:v>69860</c:v>
                </c:pt>
                <c:pt idx="27491">
                  <c:v>69861</c:v>
                </c:pt>
                <c:pt idx="27492">
                  <c:v>69862</c:v>
                </c:pt>
                <c:pt idx="27493">
                  <c:v>69863</c:v>
                </c:pt>
                <c:pt idx="27494">
                  <c:v>69864</c:v>
                </c:pt>
                <c:pt idx="27495">
                  <c:v>69865</c:v>
                </c:pt>
                <c:pt idx="27496">
                  <c:v>69866</c:v>
                </c:pt>
                <c:pt idx="27497">
                  <c:v>69867</c:v>
                </c:pt>
                <c:pt idx="27498">
                  <c:v>69868</c:v>
                </c:pt>
                <c:pt idx="27499">
                  <c:v>69869</c:v>
                </c:pt>
                <c:pt idx="27500">
                  <c:v>69870</c:v>
                </c:pt>
                <c:pt idx="27501">
                  <c:v>69871</c:v>
                </c:pt>
                <c:pt idx="27502">
                  <c:v>69872</c:v>
                </c:pt>
                <c:pt idx="27503">
                  <c:v>69873</c:v>
                </c:pt>
                <c:pt idx="27504">
                  <c:v>69874</c:v>
                </c:pt>
                <c:pt idx="27505">
                  <c:v>69875</c:v>
                </c:pt>
                <c:pt idx="27506">
                  <c:v>69876</c:v>
                </c:pt>
                <c:pt idx="27507">
                  <c:v>69877</c:v>
                </c:pt>
                <c:pt idx="27508">
                  <c:v>69878</c:v>
                </c:pt>
                <c:pt idx="27509">
                  <c:v>69879</c:v>
                </c:pt>
                <c:pt idx="27510">
                  <c:v>69880</c:v>
                </c:pt>
                <c:pt idx="27511">
                  <c:v>69881</c:v>
                </c:pt>
                <c:pt idx="27512">
                  <c:v>69882</c:v>
                </c:pt>
                <c:pt idx="27513">
                  <c:v>69883</c:v>
                </c:pt>
                <c:pt idx="27514">
                  <c:v>69884</c:v>
                </c:pt>
                <c:pt idx="27515">
                  <c:v>69885</c:v>
                </c:pt>
                <c:pt idx="27516">
                  <c:v>69886</c:v>
                </c:pt>
                <c:pt idx="27517">
                  <c:v>69887</c:v>
                </c:pt>
                <c:pt idx="27518">
                  <c:v>69888</c:v>
                </c:pt>
                <c:pt idx="27519">
                  <c:v>69889</c:v>
                </c:pt>
                <c:pt idx="27520">
                  <c:v>69890</c:v>
                </c:pt>
                <c:pt idx="27521">
                  <c:v>69891</c:v>
                </c:pt>
                <c:pt idx="27522">
                  <c:v>69892</c:v>
                </c:pt>
                <c:pt idx="27523">
                  <c:v>69893</c:v>
                </c:pt>
                <c:pt idx="27524">
                  <c:v>69894</c:v>
                </c:pt>
                <c:pt idx="27525">
                  <c:v>69895</c:v>
                </c:pt>
                <c:pt idx="27526">
                  <c:v>69896</c:v>
                </c:pt>
                <c:pt idx="27527">
                  <c:v>69897</c:v>
                </c:pt>
                <c:pt idx="27528">
                  <c:v>69898</c:v>
                </c:pt>
                <c:pt idx="27529">
                  <c:v>69899</c:v>
                </c:pt>
                <c:pt idx="27530">
                  <c:v>69900</c:v>
                </c:pt>
                <c:pt idx="27531">
                  <c:v>69901</c:v>
                </c:pt>
                <c:pt idx="27532">
                  <c:v>69902</c:v>
                </c:pt>
                <c:pt idx="27533">
                  <c:v>69903</c:v>
                </c:pt>
                <c:pt idx="27534">
                  <c:v>69904</c:v>
                </c:pt>
                <c:pt idx="27535">
                  <c:v>69905</c:v>
                </c:pt>
                <c:pt idx="27536">
                  <c:v>69906</c:v>
                </c:pt>
                <c:pt idx="27537">
                  <c:v>69907</c:v>
                </c:pt>
                <c:pt idx="27538">
                  <c:v>69908</c:v>
                </c:pt>
                <c:pt idx="27539">
                  <c:v>69909</c:v>
                </c:pt>
                <c:pt idx="27540">
                  <c:v>69910</c:v>
                </c:pt>
                <c:pt idx="27541">
                  <c:v>69911</c:v>
                </c:pt>
                <c:pt idx="27542">
                  <c:v>69912</c:v>
                </c:pt>
                <c:pt idx="27543">
                  <c:v>69913</c:v>
                </c:pt>
                <c:pt idx="27544">
                  <c:v>69914</c:v>
                </c:pt>
                <c:pt idx="27545">
                  <c:v>69915</c:v>
                </c:pt>
                <c:pt idx="27546">
                  <c:v>69916</c:v>
                </c:pt>
                <c:pt idx="27547">
                  <c:v>69917</c:v>
                </c:pt>
                <c:pt idx="27548">
                  <c:v>69918</c:v>
                </c:pt>
                <c:pt idx="27549">
                  <c:v>69919</c:v>
                </c:pt>
                <c:pt idx="27550">
                  <c:v>69920</c:v>
                </c:pt>
                <c:pt idx="27551">
                  <c:v>69921</c:v>
                </c:pt>
                <c:pt idx="27552">
                  <c:v>69922</c:v>
                </c:pt>
                <c:pt idx="27553">
                  <c:v>69923</c:v>
                </c:pt>
                <c:pt idx="27554">
                  <c:v>69924</c:v>
                </c:pt>
                <c:pt idx="27555">
                  <c:v>69925</c:v>
                </c:pt>
                <c:pt idx="27556">
                  <c:v>69926</c:v>
                </c:pt>
                <c:pt idx="27557">
                  <c:v>69927</c:v>
                </c:pt>
                <c:pt idx="27558">
                  <c:v>69928</c:v>
                </c:pt>
                <c:pt idx="27559">
                  <c:v>69929</c:v>
                </c:pt>
                <c:pt idx="27560">
                  <c:v>69930</c:v>
                </c:pt>
                <c:pt idx="27561">
                  <c:v>69931</c:v>
                </c:pt>
                <c:pt idx="27562">
                  <c:v>69932</c:v>
                </c:pt>
                <c:pt idx="27563">
                  <c:v>69933</c:v>
                </c:pt>
                <c:pt idx="27564">
                  <c:v>69934</c:v>
                </c:pt>
                <c:pt idx="27565">
                  <c:v>69935</c:v>
                </c:pt>
                <c:pt idx="27566">
                  <c:v>69936</c:v>
                </c:pt>
                <c:pt idx="27567">
                  <c:v>69937</c:v>
                </c:pt>
                <c:pt idx="27568">
                  <c:v>69938</c:v>
                </c:pt>
                <c:pt idx="27569">
                  <c:v>69939</c:v>
                </c:pt>
                <c:pt idx="27570">
                  <c:v>69940</c:v>
                </c:pt>
                <c:pt idx="27571">
                  <c:v>69941</c:v>
                </c:pt>
                <c:pt idx="27572">
                  <c:v>69942</c:v>
                </c:pt>
                <c:pt idx="27573">
                  <c:v>69943</c:v>
                </c:pt>
                <c:pt idx="27574">
                  <c:v>69944</c:v>
                </c:pt>
                <c:pt idx="27575">
                  <c:v>69945</c:v>
                </c:pt>
                <c:pt idx="27576">
                  <c:v>69946</c:v>
                </c:pt>
                <c:pt idx="27577">
                  <c:v>69947</c:v>
                </c:pt>
                <c:pt idx="27578">
                  <c:v>69948</c:v>
                </c:pt>
                <c:pt idx="27579">
                  <c:v>69949</c:v>
                </c:pt>
                <c:pt idx="27580">
                  <c:v>69950</c:v>
                </c:pt>
                <c:pt idx="27581">
                  <c:v>69951</c:v>
                </c:pt>
                <c:pt idx="27582">
                  <c:v>69952</c:v>
                </c:pt>
                <c:pt idx="27583">
                  <c:v>69953</c:v>
                </c:pt>
                <c:pt idx="27584">
                  <c:v>69954</c:v>
                </c:pt>
                <c:pt idx="27585">
                  <c:v>69955</c:v>
                </c:pt>
                <c:pt idx="27586">
                  <c:v>69956</c:v>
                </c:pt>
                <c:pt idx="27587">
                  <c:v>69957</c:v>
                </c:pt>
                <c:pt idx="27588">
                  <c:v>69958</c:v>
                </c:pt>
                <c:pt idx="27589">
                  <c:v>69959</c:v>
                </c:pt>
                <c:pt idx="27590">
                  <c:v>69960</c:v>
                </c:pt>
                <c:pt idx="27591">
                  <c:v>69961</c:v>
                </c:pt>
                <c:pt idx="27592">
                  <c:v>69962</c:v>
                </c:pt>
                <c:pt idx="27593">
                  <c:v>69963</c:v>
                </c:pt>
                <c:pt idx="27594">
                  <c:v>69964</c:v>
                </c:pt>
                <c:pt idx="27595">
                  <c:v>69965</c:v>
                </c:pt>
                <c:pt idx="27596">
                  <c:v>69966</c:v>
                </c:pt>
                <c:pt idx="27597">
                  <c:v>69967</c:v>
                </c:pt>
                <c:pt idx="27598">
                  <c:v>69968</c:v>
                </c:pt>
                <c:pt idx="27599">
                  <c:v>69969</c:v>
                </c:pt>
                <c:pt idx="27600">
                  <c:v>69970</c:v>
                </c:pt>
                <c:pt idx="27601">
                  <c:v>69971</c:v>
                </c:pt>
                <c:pt idx="27602">
                  <c:v>69972</c:v>
                </c:pt>
                <c:pt idx="27603">
                  <c:v>69973</c:v>
                </c:pt>
                <c:pt idx="27604">
                  <c:v>69974</c:v>
                </c:pt>
                <c:pt idx="27605">
                  <c:v>69975</c:v>
                </c:pt>
                <c:pt idx="27606">
                  <c:v>69976</c:v>
                </c:pt>
                <c:pt idx="27607">
                  <c:v>69977</c:v>
                </c:pt>
                <c:pt idx="27608">
                  <c:v>69978</c:v>
                </c:pt>
                <c:pt idx="27609">
                  <c:v>69979</c:v>
                </c:pt>
                <c:pt idx="27610">
                  <c:v>69980</c:v>
                </c:pt>
                <c:pt idx="27611">
                  <c:v>69981</c:v>
                </c:pt>
                <c:pt idx="27612">
                  <c:v>69982</c:v>
                </c:pt>
                <c:pt idx="27613">
                  <c:v>69983</c:v>
                </c:pt>
                <c:pt idx="27614">
                  <c:v>69984</c:v>
                </c:pt>
                <c:pt idx="27615">
                  <c:v>69985</c:v>
                </c:pt>
                <c:pt idx="27616">
                  <c:v>69986</c:v>
                </c:pt>
                <c:pt idx="27617">
                  <c:v>69987</c:v>
                </c:pt>
                <c:pt idx="27618">
                  <c:v>69988</c:v>
                </c:pt>
                <c:pt idx="27619">
                  <c:v>69989</c:v>
                </c:pt>
                <c:pt idx="27620">
                  <c:v>69990</c:v>
                </c:pt>
                <c:pt idx="27621">
                  <c:v>69991</c:v>
                </c:pt>
                <c:pt idx="27622">
                  <c:v>69992</c:v>
                </c:pt>
                <c:pt idx="27623">
                  <c:v>69993</c:v>
                </c:pt>
                <c:pt idx="27624">
                  <c:v>69994</c:v>
                </c:pt>
                <c:pt idx="27625">
                  <c:v>69995</c:v>
                </c:pt>
                <c:pt idx="27626">
                  <c:v>69996</c:v>
                </c:pt>
                <c:pt idx="27627">
                  <c:v>69997</c:v>
                </c:pt>
                <c:pt idx="27628">
                  <c:v>69998</c:v>
                </c:pt>
                <c:pt idx="27629">
                  <c:v>69999</c:v>
                </c:pt>
                <c:pt idx="27630">
                  <c:v>70000</c:v>
                </c:pt>
                <c:pt idx="27631">
                  <c:v>70001</c:v>
                </c:pt>
                <c:pt idx="27632">
                  <c:v>70002</c:v>
                </c:pt>
                <c:pt idx="27633">
                  <c:v>70003</c:v>
                </c:pt>
                <c:pt idx="27634">
                  <c:v>70004</c:v>
                </c:pt>
                <c:pt idx="27635">
                  <c:v>70005</c:v>
                </c:pt>
                <c:pt idx="27636">
                  <c:v>70006</c:v>
                </c:pt>
                <c:pt idx="27637">
                  <c:v>70007</c:v>
                </c:pt>
                <c:pt idx="27638">
                  <c:v>70008</c:v>
                </c:pt>
                <c:pt idx="27639">
                  <c:v>70009</c:v>
                </c:pt>
                <c:pt idx="27640">
                  <c:v>70010</c:v>
                </c:pt>
                <c:pt idx="27641">
                  <c:v>70011</c:v>
                </c:pt>
                <c:pt idx="27642">
                  <c:v>70012</c:v>
                </c:pt>
                <c:pt idx="27643">
                  <c:v>70013</c:v>
                </c:pt>
                <c:pt idx="27644">
                  <c:v>70014</c:v>
                </c:pt>
                <c:pt idx="27645">
                  <c:v>70015</c:v>
                </c:pt>
                <c:pt idx="27646">
                  <c:v>70016</c:v>
                </c:pt>
                <c:pt idx="27647">
                  <c:v>70017</c:v>
                </c:pt>
                <c:pt idx="27648">
                  <c:v>70018</c:v>
                </c:pt>
                <c:pt idx="27649">
                  <c:v>70019</c:v>
                </c:pt>
                <c:pt idx="27650">
                  <c:v>70020</c:v>
                </c:pt>
                <c:pt idx="27651">
                  <c:v>70021</c:v>
                </c:pt>
                <c:pt idx="27652">
                  <c:v>70022</c:v>
                </c:pt>
                <c:pt idx="27653">
                  <c:v>70023</c:v>
                </c:pt>
                <c:pt idx="27654">
                  <c:v>70024</c:v>
                </c:pt>
                <c:pt idx="27655">
                  <c:v>70025</c:v>
                </c:pt>
                <c:pt idx="27656">
                  <c:v>70026</c:v>
                </c:pt>
                <c:pt idx="27657">
                  <c:v>70027</c:v>
                </c:pt>
                <c:pt idx="27658">
                  <c:v>70028</c:v>
                </c:pt>
                <c:pt idx="27659">
                  <c:v>70029</c:v>
                </c:pt>
                <c:pt idx="27660">
                  <c:v>70030</c:v>
                </c:pt>
                <c:pt idx="27661">
                  <c:v>70031</c:v>
                </c:pt>
                <c:pt idx="27662">
                  <c:v>70032</c:v>
                </c:pt>
                <c:pt idx="27663">
                  <c:v>70033</c:v>
                </c:pt>
                <c:pt idx="27664">
                  <c:v>70034</c:v>
                </c:pt>
                <c:pt idx="27665">
                  <c:v>70035</c:v>
                </c:pt>
                <c:pt idx="27666">
                  <c:v>70036</c:v>
                </c:pt>
                <c:pt idx="27667">
                  <c:v>70037</c:v>
                </c:pt>
                <c:pt idx="27668">
                  <c:v>70038</c:v>
                </c:pt>
                <c:pt idx="27669">
                  <c:v>70039</c:v>
                </c:pt>
                <c:pt idx="27670">
                  <c:v>70040</c:v>
                </c:pt>
                <c:pt idx="27671">
                  <c:v>70041</c:v>
                </c:pt>
                <c:pt idx="27672">
                  <c:v>70042</c:v>
                </c:pt>
                <c:pt idx="27673">
                  <c:v>70043</c:v>
                </c:pt>
                <c:pt idx="27674">
                  <c:v>70044</c:v>
                </c:pt>
                <c:pt idx="27675">
                  <c:v>70045</c:v>
                </c:pt>
                <c:pt idx="27676">
                  <c:v>70046</c:v>
                </c:pt>
                <c:pt idx="27677">
                  <c:v>70047</c:v>
                </c:pt>
                <c:pt idx="27678">
                  <c:v>70048</c:v>
                </c:pt>
                <c:pt idx="27679">
                  <c:v>70049</c:v>
                </c:pt>
                <c:pt idx="27680">
                  <c:v>70050</c:v>
                </c:pt>
                <c:pt idx="27681">
                  <c:v>70051</c:v>
                </c:pt>
                <c:pt idx="27682">
                  <c:v>70052</c:v>
                </c:pt>
                <c:pt idx="27683">
                  <c:v>70053</c:v>
                </c:pt>
                <c:pt idx="27684">
                  <c:v>70054</c:v>
                </c:pt>
                <c:pt idx="27685">
                  <c:v>70055</c:v>
                </c:pt>
                <c:pt idx="27686">
                  <c:v>70056</c:v>
                </c:pt>
                <c:pt idx="27687">
                  <c:v>70057</c:v>
                </c:pt>
                <c:pt idx="27688">
                  <c:v>70058</c:v>
                </c:pt>
                <c:pt idx="27689">
                  <c:v>70059</c:v>
                </c:pt>
                <c:pt idx="27690">
                  <c:v>70060</c:v>
                </c:pt>
                <c:pt idx="27691">
                  <c:v>70061</c:v>
                </c:pt>
                <c:pt idx="27692">
                  <c:v>70062</c:v>
                </c:pt>
                <c:pt idx="27693">
                  <c:v>70063</c:v>
                </c:pt>
                <c:pt idx="27694">
                  <c:v>70064</c:v>
                </c:pt>
                <c:pt idx="27695">
                  <c:v>70065</c:v>
                </c:pt>
                <c:pt idx="27696">
                  <c:v>70066</c:v>
                </c:pt>
                <c:pt idx="27697">
                  <c:v>70067</c:v>
                </c:pt>
                <c:pt idx="27698">
                  <c:v>70068</c:v>
                </c:pt>
                <c:pt idx="27699">
                  <c:v>70069</c:v>
                </c:pt>
                <c:pt idx="27700">
                  <c:v>70070</c:v>
                </c:pt>
                <c:pt idx="27701">
                  <c:v>70071</c:v>
                </c:pt>
                <c:pt idx="27702">
                  <c:v>70072</c:v>
                </c:pt>
                <c:pt idx="27703">
                  <c:v>70073</c:v>
                </c:pt>
                <c:pt idx="27704">
                  <c:v>70074</c:v>
                </c:pt>
                <c:pt idx="27705">
                  <c:v>70075</c:v>
                </c:pt>
                <c:pt idx="27706">
                  <c:v>70076</c:v>
                </c:pt>
                <c:pt idx="27707">
                  <c:v>70077</c:v>
                </c:pt>
                <c:pt idx="27708">
                  <c:v>70078</c:v>
                </c:pt>
                <c:pt idx="27709">
                  <c:v>70079</c:v>
                </c:pt>
                <c:pt idx="27710">
                  <c:v>70080</c:v>
                </c:pt>
                <c:pt idx="27711">
                  <c:v>70081</c:v>
                </c:pt>
                <c:pt idx="27712">
                  <c:v>70082</c:v>
                </c:pt>
                <c:pt idx="27713">
                  <c:v>70083</c:v>
                </c:pt>
                <c:pt idx="27714">
                  <c:v>70084</c:v>
                </c:pt>
                <c:pt idx="27715">
                  <c:v>70085</c:v>
                </c:pt>
                <c:pt idx="27716">
                  <c:v>70086</c:v>
                </c:pt>
                <c:pt idx="27717">
                  <c:v>70087</c:v>
                </c:pt>
                <c:pt idx="27718">
                  <c:v>70088</c:v>
                </c:pt>
                <c:pt idx="27719">
                  <c:v>70089</c:v>
                </c:pt>
                <c:pt idx="27720">
                  <c:v>70090</c:v>
                </c:pt>
                <c:pt idx="27721">
                  <c:v>70091</c:v>
                </c:pt>
                <c:pt idx="27722">
                  <c:v>70092</c:v>
                </c:pt>
                <c:pt idx="27723">
                  <c:v>70093</c:v>
                </c:pt>
                <c:pt idx="27724">
                  <c:v>70094</c:v>
                </c:pt>
                <c:pt idx="27725">
                  <c:v>70095</c:v>
                </c:pt>
                <c:pt idx="27726">
                  <c:v>70096</c:v>
                </c:pt>
                <c:pt idx="27727">
                  <c:v>70097</c:v>
                </c:pt>
                <c:pt idx="27728">
                  <c:v>70098</c:v>
                </c:pt>
                <c:pt idx="27729">
                  <c:v>70099</c:v>
                </c:pt>
                <c:pt idx="27730">
                  <c:v>70100</c:v>
                </c:pt>
                <c:pt idx="27731">
                  <c:v>70101</c:v>
                </c:pt>
                <c:pt idx="27732">
                  <c:v>70102</c:v>
                </c:pt>
                <c:pt idx="27733">
                  <c:v>70103</c:v>
                </c:pt>
                <c:pt idx="27734">
                  <c:v>70104</c:v>
                </c:pt>
                <c:pt idx="27735">
                  <c:v>70105</c:v>
                </c:pt>
                <c:pt idx="27736">
                  <c:v>70106</c:v>
                </c:pt>
                <c:pt idx="27737">
                  <c:v>70107</c:v>
                </c:pt>
                <c:pt idx="27738">
                  <c:v>70108</c:v>
                </c:pt>
                <c:pt idx="27739">
                  <c:v>70109</c:v>
                </c:pt>
                <c:pt idx="27740">
                  <c:v>70110</c:v>
                </c:pt>
                <c:pt idx="27741">
                  <c:v>70111</c:v>
                </c:pt>
                <c:pt idx="27742">
                  <c:v>70112</c:v>
                </c:pt>
                <c:pt idx="27743">
                  <c:v>70113</c:v>
                </c:pt>
                <c:pt idx="27744">
                  <c:v>70114</c:v>
                </c:pt>
                <c:pt idx="27745">
                  <c:v>70115</c:v>
                </c:pt>
                <c:pt idx="27746">
                  <c:v>70116</c:v>
                </c:pt>
                <c:pt idx="27747">
                  <c:v>70117</c:v>
                </c:pt>
                <c:pt idx="27748">
                  <c:v>70118</c:v>
                </c:pt>
                <c:pt idx="27749">
                  <c:v>70119</c:v>
                </c:pt>
                <c:pt idx="27750">
                  <c:v>70120</c:v>
                </c:pt>
                <c:pt idx="27751">
                  <c:v>70121</c:v>
                </c:pt>
                <c:pt idx="27752">
                  <c:v>70122</c:v>
                </c:pt>
                <c:pt idx="27753">
                  <c:v>70123</c:v>
                </c:pt>
                <c:pt idx="27754">
                  <c:v>70124</c:v>
                </c:pt>
                <c:pt idx="27755">
                  <c:v>70125</c:v>
                </c:pt>
                <c:pt idx="27756">
                  <c:v>70126</c:v>
                </c:pt>
                <c:pt idx="27757">
                  <c:v>70127</c:v>
                </c:pt>
                <c:pt idx="27758">
                  <c:v>70128</c:v>
                </c:pt>
                <c:pt idx="27759">
                  <c:v>70129</c:v>
                </c:pt>
                <c:pt idx="27760">
                  <c:v>70130</c:v>
                </c:pt>
                <c:pt idx="27761">
                  <c:v>70131</c:v>
                </c:pt>
                <c:pt idx="27762">
                  <c:v>70132</c:v>
                </c:pt>
                <c:pt idx="27763">
                  <c:v>70133</c:v>
                </c:pt>
                <c:pt idx="27764">
                  <c:v>70134</c:v>
                </c:pt>
                <c:pt idx="27765">
                  <c:v>70135</c:v>
                </c:pt>
                <c:pt idx="27766">
                  <c:v>70136</c:v>
                </c:pt>
                <c:pt idx="27767">
                  <c:v>70137</c:v>
                </c:pt>
                <c:pt idx="27768">
                  <c:v>70138</c:v>
                </c:pt>
                <c:pt idx="27769">
                  <c:v>70139</c:v>
                </c:pt>
                <c:pt idx="27770">
                  <c:v>70140</c:v>
                </c:pt>
                <c:pt idx="27771">
                  <c:v>70141</c:v>
                </c:pt>
                <c:pt idx="27772">
                  <c:v>70142</c:v>
                </c:pt>
                <c:pt idx="27773">
                  <c:v>70143</c:v>
                </c:pt>
                <c:pt idx="27774">
                  <c:v>70144</c:v>
                </c:pt>
                <c:pt idx="27775">
                  <c:v>70145</c:v>
                </c:pt>
                <c:pt idx="27776">
                  <c:v>70146</c:v>
                </c:pt>
                <c:pt idx="27777">
                  <c:v>70147</c:v>
                </c:pt>
                <c:pt idx="27778">
                  <c:v>70148</c:v>
                </c:pt>
                <c:pt idx="27779">
                  <c:v>70149</c:v>
                </c:pt>
                <c:pt idx="27780">
                  <c:v>70150</c:v>
                </c:pt>
                <c:pt idx="27781">
                  <c:v>70151</c:v>
                </c:pt>
                <c:pt idx="27782">
                  <c:v>70152</c:v>
                </c:pt>
                <c:pt idx="27783">
                  <c:v>70153</c:v>
                </c:pt>
                <c:pt idx="27784">
                  <c:v>70154</c:v>
                </c:pt>
                <c:pt idx="27785">
                  <c:v>70155</c:v>
                </c:pt>
                <c:pt idx="27786">
                  <c:v>70156</c:v>
                </c:pt>
                <c:pt idx="27787">
                  <c:v>70157</c:v>
                </c:pt>
                <c:pt idx="27788">
                  <c:v>70158</c:v>
                </c:pt>
                <c:pt idx="27789">
                  <c:v>70159</c:v>
                </c:pt>
                <c:pt idx="27790">
                  <c:v>70160</c:v>
                </c:pt>
                <c:pt idx="27791">
                  <c:v>70161</c:v>
                </c:pt>
                <c:pt idx="27792">
                  <c:v>70162</c:v>
                </c:pt>
                <c:pt idx="27793">
                  <c:v>70163</c:v>
                </c:pt>
                <c:pt idx="27794">
                  <c:v>70164</c:v>
                </c:pt>
                <c:pt idx="27795">
                  <c:v>70165</c:v>
                </c:pt>
                <c:pt idx="27796">
                  <c:v>70166</c:v>
                </c:pt>
                <c:pt idx="27797">
                  <c:v>70167</c:v>
                </c:pt>
                <c:pt idx="27798">
                  <c:v>70168</c:v>
                </c:pt>
                <c:pt idx="27799">
                  <c:v>70169</c:v>
                </c:pt>
                <c:pt idx="27800">
                  <c:v>70170</c:v>
                </c:pt>
                <c:pt idx="27801">
                  <c:v>70171</c:v>
                </c:pt>
                <c:pt idx="27802">
                  <c:v>70172</c:v>
                </c:pt>
                <c:pt idx="27803">
                  <c:v>70173</c:v>
                </c:pt>
                <c:pt idx="27804">
                  <c:v>70174</c:v>
                </c:pt>
                <c:pt idx="27805">
                  <c:v>70175</c:v>
                </c:pt>
                <c:pt idx="27806">
                  <c:v>70176</c:v>
                </c:pt>
                <c:pt idx="27807">
                  <c:v>70177</c:v>
                </c:pt>
                <c:pt idx="27808">
                  <c:v>70178</c:v>
                </c:pt>
                <c:pt idx="27809">
                  <c:v>70179</c:v>
                </c:pt>
                <c:pt idx="27810">
                  <c:v>70180</c:v>
                </c:pt>
                <c:pt idx="27811">
                  <c:v>70181</c:v>
                </c:pt>
                <c:pt idx="27812">
                  <c:v>70182</c:v>
                </c:pt>
                <c:pt idx="27813">
                  <c:v>70183</c:v>
                </c:pt>
                <c:pt idx="27814">
                  <c:v>70184</c:v>
                </c:pt>
                <c:pt idx="27815">
                  <c:v>70185</c:v>
                </c:pt>
                <c:pt idx="27816">
                  <c:v>70186</c:v>
                </c:pt>
                <c:pt idx="27817">
                  <c:v>70187</c:v>
                </c:pt>
                <c:pt idx="27818">
                  <c:v>70188</c:v>
                </c:pt>
                <c:pt idx="27819">
                  <c:v>70189</c:v>
                </c:pt>
                <c:pt idx="27820">
                  <c:v>70190</c:v>
                </c:pt>
                <c:pt idx="27821">
                  <c:v>70191</c:v>
                </c:pt>
                <c:pt idx="27822">
                  <c:v>70192</c:v>
                </c:pt>
                <c:pt idx="27823">
                  <c:v>70193</c:v>
                </c:pt>
                <c:pt idx="27824">
                  <c:v>70194</c:v>
                </c:pt>
                <c:pt idx="27825">
                  <c:v>70195</c:v>
                </c:pt>
                <c:pt idx="27826">
                  <c:v>70196</c:v>
                </c:pt>
                <c:pt idx="27827">
                  <c:v>70197</c:v>
                </c:pt>
                <c:pt idx="27828">
                  <c:v>70198</c:v>
                </c:pt>
                <c:pt idx="27829">
                  <c:v>70199</c:v>
                </c:pt>
                <c:pt idx="27830">
                  <c:v>70200</c:v>
                </c:pt>
                <c:pt idx="27831">
                  <c:v>70201</c:v>
                </c:pt>
                <c:pt idx="27832">
                  <c:v>70202</c:v>
                </c:pt>
                <c:pt idx="27833">
                  <c:v>70203</c:v>
                </c:pt>
                <c:pt idx="27834">
                  <c:v>70204</c:v>
                </c:pt>
                <c:pt idx="27835">
                  <c:v>70205</c:v>
                </c:pt>
                <c:pt idx="27836">
                  <c:v>70206</c:v>
                </c:pt>
                <c:pt idx="27837">
                  <c:v>70207</c:v>
                </c:pt>
                <c:pt idx="27838">
                  <c:v>70208</c:v>
                </c:pt>
                <c:pt idx="27839">
                  <c:v>70209</c:v>
                </c:pt>
                <c:pt idx="27840">
                  <c:v>70210</c:v>
                </c:pt>
                <c:pt idx="27841">
                  <c:v>70211</c:v>
                </c:pt>
                <c:pt idx="27842">
                  <c:v>70212</c:v>
                </c:pt>
                <c:pt idx="27843">
                  <c:v>70213</c:v>
                </c:pt>
                <c:pt idx="27844">
                  <c:v>70214</c:v>
                </c:pt>
                <c:pt idx="27845">
                  <c:v>70215</c:v>
                </c:pt>
                <c:pt idx="27846">
                  <c:v>70216</c:v>
                </c:pt>
                <c:pt idx="27847">
                  <c:v>70217</c:v>
                </c:pt>
                <c:pt idx="27848">
                  <c:v>70218</c:v>
                </c:pt>
                <c:pt idx="27849">
                  <c:v>70219</c:v>
                </c:pt>
                <c:pt idx="27850">
                  <c:v>70220</c:v>
                </c:pt>
                <c:pt idx="27851">
                  <c:v>70221</c:v>
                </c:pt>
                <c:pt idx="27852">
                  <c:v>70222</c:v>
                </c:pt>
                <c:pt idx="27853">
                  <c:v>70223</c:v>
                </c:pt>
                <c:pt idx="27854">
                  <c:v>70224</c:v>
                </c:pt>
                <c:pt idx="27855">
                  <c:v>70225</c:v>
                </c:pt>
                <c:pt idx="27856">
                  <c:v>70226</c:v>
                </c:pt>
                <c:pt idx="27857">
                  <c:v>70227</c:v>
                </c:pt>
                <c:pt idx="27858">
                  <c:v>70228</c:v>
                </c:pt>
                <c:pt idx="27859">
                  <c:v>70229</c:v>
                </c:pt>
                <c:pt idx="27860">
                  <c:v>70230</c:v>
                </c:pt>
                <c:pt idx="27861">
                  <c:v>70231</c:v>
                </c:pt>
                <c:pt idx="27862">
                  <c:v>70232</c:v>
                </c:pt>
                <c:pt idx="27863">
                  <c:v>70233</c:v>
                </c:pt>
                <c:pt idx="27864">
                  <c:v>70234</c:v>
                </c:pt>
                <c:pt idx="27865">
                  <c:v>70235</c:v>
                </c:pt>
                <c:pt idx="27866">
                  <c:v>70236</c:v>
                </c:pt>
                <c:pt idx="27867">
                  <c:v>70237</c:v>
                </c:pt>
                <c:pt idx="27868">
                  <c:v>70238</c:v>
                </c:pt>
                <c:pt idx="27869">
                  <c:v>70239</c:v>
                </c:pt>
                <c:pt idx="27870">
                  <c:v>70240</c:v>
                </c:pt>
                <c:pt idx="27871">
                  <c:v>70241</c:v>
                </c:pt>
                <c:pt idx="27872">
                  <c:v>70242</c:v>
                </c:pt>
                <c:pt idx="27873">
                  <c:v>70243</c:v>
                </c:pt>
                <c:pt idx="27874">
                  <c:v>70244</c:v>
                </c:pt>
                <c:pt idx="27875">
                  <c:v>70245</c:v>
                </c:pt>
                <c:pt idx="27876">
                  <c:v>70246</c:v>
                </c:pt>
                <c:pt idx="27877">
                  <c:v>70247</c:v>
                </c:pt>
                <c:pt idx="27878">
                  <c:v>70248</c:v>
                </c:pt>
                <c:pt idx="27879">
                  <c:v>70249</c:v>
                </c:pt>
                <c:pt idx="27880">
                  <c:v>70250</c:v>
                </c:pt>
                <c:pt idx="27881">
                  <c:v>70251</c:v>
                </c:pt>
                <c:pt idx="27882">
                  <c:v>70252</c:v>
                </c:pt>
                <c:pt idx="27883">
                  <c:v>70253</c:v>
                </c:pt>
                <c:pt idx="27884">
                  <c:v>70254</c:v>
                </c:pt>
                <c:pt idx="27885">
                  <c:v>70255</c:v>
                </c:pt>
                <c:pt idx="27886">
                  <c:v>70256</c:v>
                </c:pt>
                <c:pt idx="27887">
                  <c:v>70257</c:v>
                </c:pt>
                <c:pt idx="27888">
                  <c:v>70258</c:v>
                </c:pt>
                <c:pt idx="27889">
                  <c:v>70259</c:v>
                </c:pt>
                <c:pt idx="27890">
                  <c:v>70260</c:v>
                </c:pt>
                <c:pt idx="27891">
                  <c:v>70261</c:v>
                </c:pt>
                <c:pt idx="27892">
                  <c:v>70262</c:v>
                </c:pt>
                <c:pt idx="27893">
                  <c:v>70263</c:v>
                </c:pt>
                <c:pt idx="27894">
                  <c:v>70264</c:v>
                </c:pt>
                <c:pt idx="27895">
                  <c:v>70265</c:v>
                </c:pt>
                <c:pt idx="27896">
                  <c:v>70266</c:v>
                </c:pt>
                <c:pt idx="27897">
                  <c:v>70267</c:v>
                </c:pt>
                <c:pt idx="27898">
                  <c:v>70268</c:v>
                </c:pt>
                <c:pt idx="27899">
                  <c:v>70269</c:v>
                </c:pt>
                <c:pt idx="27900">
                  <c:v>70270</c:v>
                </c:pt>
                <c:pt idx="27901">
                  <c:v>70271</c:v>
                </c:pt>
                <c:pt idx="27902">
                  <c:v>70272</c:v>
                </c:pt>
                <c:pt idx="27903">
                  <c:v>70273</c:v>
                </c:pt>
                <c:pt idx="27904">
                  <c:v>70274</c:v>
                </c:pt>
                <c:pt idx="27905">
                  <c:v>70275</c:v>
                </c:pt>
                <c:pt idx="27906">
                  <c:v>70276</c:v>
                </c:pt>
                <c:pt idx="27907">
                  <c:v>70277</c:v>
                </c:pt>
                <c:pt idx="27908">
                  <c:v>70278</c:v>
                </c:pt>
                <c:pt idx="27909">
                  <c:v>70279</c:v>
                </c:pt>
                <c:pt idx="27910">
                  <c:v>70280</c:v>
                </c:pt>
                <c:pt idx="27911">
                  <c:v>70281</c:v>
                </c:pt>
                <c:pt idx="27912">
                  <c:v>70282</c:v>
                </c:pt>
                <c:pt idx="27913">
                  <c:v>70283</c:v>
                </c:pt>
                <c:pt idx="27914">
                  <c:v>70284</c:v>
                </c:pt>
                <c:pt idx="27915">
                  <c:v>70285</c:v>
                </c:pt>
                <c:pt idx="27916">
                  <c:v>70286</c:v>
                </c:pt>
                <c:pt idx="27917">
                  <c:v>70287</c:v>
                </c:pt>
                <c:pt idx="27918">
                  <c:v>70288</c:v>
                </c:pt>
                <c:pt idx="27919">
                  <c:v>70289</c:v>
                </c:pt>
                <c:pt idx="27920">
                  <c:v>70290</c:v>
                </c:pt>
                <c:pt idx="27921">
                  <c:v>70291</c:v>
                </c:pt>
                <c:pt idx="27922">
                  <c:v>70292</c:v>
                </c:pt>
                <c:pt idx="27923">
                  <c:v>70293</c:v>
                </c:pt>
                <c:pt idx="27924">
                  <c:v>70294</c:v>
                </c:pt>
                <c:pt idx="27925">
                  <c:v>70295</c:v>
                </c:pt>
                <c:pt idx="27926">
                  <c:v>70296</c:v>
                </c:pt>
                <c:pt idx="27927">
                  <c:v>70297</c:v>
                </c:pt>
                <c:pt idx="27928">
                  <c:v>70298</c:v>
                </c:pt>
                <c:pt idx="27929">
                  <c:v>70299</c:v>
                </c:pt>
                <c:pt idx="27930">
                  <c:v>70300</c:v>
                </c:pt>
                <c:pt idx="27931">
                  <c:v>70301</c:v>
                </c:pt>
                <c:pt idx="27932">
                  <c:v>70302</c:v>
                </c:pt>
                <c:pt idx="27933">
                  <c:v>70303</c:v>
                </c:pt>
                <c:pt idx="27934">
                  <c:v>70304</c:v>
                </c:pt>
                <c:pt idx="27935">
                  <c:v>70305</c:v>
                </c:pt>
                <c:pt idx="27936">
                  <c:v>70306</c:v>
                </c:pt>
                <c:pt idx="27937">
                  <c:v>70307</c:v>
                </c:pt>
                <c:pt idx="27938">
                  <c:v>70308</c:v>
                </c:pt>
                <c:pt idx="27939">
                  <c:v>70309</c:v>
                </c:pt>
                <c:pt idx="27940">
                  <c:v>70310</c:v>
                </c:pt>
                <c:pt idx="27941">
                  <c:v>70311</c:v>
                </c:pt>
                <c:pt idx="27942">
                  <c:v>70312</c:v>
                </c:pt>
                <c:pt idx="27943">
                  <c:v>70313</c:v>
                </c:pt>
                <c:pt idx="27944">
                  <c:v>70314</c:v>
                </c:pt>
                <c:pt idx="27945">
                  <c:v>70315</c:v>
                </c:pt>
                <c:pt idx="27946">
                  <c:v>70316</c:v>
                </c:pt>
                <c:pt idx="27947">
                  <c:v>70317</c:v>
                </c:pt>
                <c:pt idx="27948">
                  <c:v>70318</c:v>
                </c:pt>
                <c:pt idx="27949">
                  <c:v>70319</c:v>
                </c:pt>
                <c:pt idx="27950">
                  <c:v>70320</c:v>
                </c:pt>
                <c:pt idx="27951">
                  <c:v>70321</c:v>
                </c:pt>
                <c:pt idx="27952">
                  <c:v>70322</c:v>
                </c:pt>
                <c:pt idx="27953">
                  <c:v>70323</c:v>
                </c:pt>
                <c:pt idx="27954">
                  <c:v>70324</c:v>
                </c:pt>
                <c:pt idx="27955">
                  <c:v>70325</c:v>
                </c:pt>
                <c:pt idx="27956">
                  <c:v>70326</c:v>
                </c:pt>
                <c:pt idx="27957">
                  <c:v>70327</c:v>
                </c:pt>
                <c:pt idx="27958">
                  <c:v>70328</c:v>
                </c:pt>
                <c:pt idx="27959">
                  <c:v>70329</c:v>
                </c:pt>
                <c:pt idx="27960">
                  <c:v>70330</c:v>
                </c:pt>
                <c:pt idx="27961">
                  <c:v>70331</c:v>
                </c:pt>
                <c:pt idx="27962">
                  <c:v>70332</c:v>
                </c:pt>
                <c:pt idx="27963">
                  <c:v>70333</c:v>
                </c:pt>
                <c:pt idx="27964">
                  <c:v>70334</c:v>
                </c:pt>
                <c:pt idx="27965">
                  <c:v>70335</c:v>
                </c:pt>
                <c:pt idx="27966">
                  <c:v>70336</c:v>
                </c:pt>
                <c:pt idx="27967">
                  <c:v>70337</c:v>
                </c:pt>
                <c:pt idx="27968">
                  <c:v>70338</c:v>
                </c:pt>
                <c:pt idx="27969">
                  <c:v>70339</c:v>
                </c:pt>
                <c:pt idx="27970">
                  <c:v>70340</c:v>
                </c:pt>
                <c:pt idx="27971">
                  <c:v>70341</c:v>
                </c:pt>
                <c:pt idx="27972">
                  <c:v>70342</c:v>
                </c:pt>
                <c:pt idx="27973">
                  <c:v>70343</c:v>
                </c:pt>
                <c:pt idx="27974">
                  <c:v>70344</c:v>
                </c:pt>
                <c:pt idx="27975">
                  <c:v>70345</c:v>
                </c:pt>
                <c:pt idx="27976">
                  <c:v>70346</c:v>
                </c:pt>
                <c:pt idx="27977">
                  <c:v>70347</c:v>
                </c:pt>
                <c:pt idx="27978">
                  <c:v>70348</c:v>
                </c:pt>
                <c:pt idx="27979">
                  <c:v>70349</c:v>
                </c:pt>
                <c:pt idx="27980">
                  <c:v>70350</c:v>
                </c:pt>
                <c:pt idx="27981">
                  <c:v>70351</c:v>
                </c:pt>
                <c:pt idx="27982">
                  <c:v>70352</c:v>
                </c:pt>
                <c:pt idx="27983">
                  <c:v>70353</c:v>
                </c:pt>
                <c:pt idx="27984">
                  <c:v>70354</c:v>
                </c:pt>
                <c:pt idx="27985">
                  <c:v>70355</c:v>
                </c:pt>
                <c:pt idx="27986">
                  <c:v>70356</c:v>
                </c:pt>
                <c:pt idx="27987">
                  <c:v>70357</c:v>
                </c:pt>
                <c:pt idx="27988">
                  <c:v>70358</c:v>
                </c:pt>
                <c:pt idx="27989">
                  <c:v>70359</c:v>
                </c:pt>
                <c:pt idx="27990">
                  <c:v>70360</c:v>
                </c:pt>
                <c:pt idx="27991">
                  <c:v>70361</c:v>
                </c:pt>
                <c:pt idx="27992">
                  <c:v>70362</c:v>
                </c:pt>
                <c:pt idx="27993">
                  <c:v>70363</c:v>
                </c:pt>
                <c:pt idx="27994">
                  <c:v>70364</c:v>
                </c:pt>
                <c:pt idx="27995">
                  <c:v>70365</c:v>
                </c:pt>
                <c:pt idx="27996">
                  <c:v>70366</c:v>
                </c:pt>
                <c:pt idx="27997">
                  <c:v>70367</c:v>
                </c:pt>
                <c:pt idx="27998">
                  <c:v>70368</c:v>
                </c:pt>
                <c:pt idx="27999">
                  <c:v>70369</c:v>
                </c:pt>
                <c:pt idx="28000">
                  <c:v>70370</c:v>
                </c:pt>
                <c:pt idx="28001">
                  <c:v>70371</c:v>
                </c:pt>
                <c:pt idx="28002">
                  <c:v>70372</c:v>
                </c:pt>
                <c:pt idx="28003">
                  <c:v>70373</c:v>
                </c:pt>
                <c:pt idx="28004">
                  <c:v>70374</c:v>
                </c:pt>
                <c:pt idx="28005">
                  <c:v>70375</c:v>
                </c:pt>
                <c:pt idx="28006">
                  <c:v>70376</c:v>
                </c:pt>
                <c:pt idx="28007">
                  <c:v>70377</c:v>
                </c:pt>
                <c:pt idx="28008">
                  <c:v>70378</c:v>
                </c:pt>
                <c:pt idx="28009">
                  <c:v>70379</c:v>
                </c:pt>
                <c:pt idx="28010">
                  <c:v>70380</c:v>
                </c:pt>
                <c:pt idx="28011">
                  <c:v>70381</c:v>
                </c:pt>
                <c:pt idx="28012">
                  <c:v>70382</c:v>
                </c:pt>
                <c:pt idx="28013">
                  <c:v>70383</c:v>
                </c:pt>
                <c:pt idx="28014">
                  <c:v>70384</c:v>
                </c:pt>
                <c:pt idx="28015">
                  <c:v>70385</c:v>
                </c:pt>
                <c:pt idx="28016">
                  <c:v>70386</c:v>
                </c:pt>
                <c:pt idx="28017">
                  <c:v>70387</c:v>
                </c:pt>
                <c:pt idx="28018">
                  <c:v>70388</c:v>
                </c:pt>
                <c:pt idx="28019">
                  <c:v>70389</c:v>
                </c:pt>
                <c:pt idx="28020">
                  <c:v>70390</c:v>
                </c:pt>
                <c:pt idx="28021">
                  <c:v>70391</c:v>
                </c:pt>
                <c:pt idx="28022">
                  <c:v>70392</c:v>
                </c:pt>
                <c:pt idx="28023">
                  <c:v>70393</c:v>
                </c:pt>
                <c:pt idx="28024">
                  <c:v>70394</c:v>
                </c:pt>
                <c:pt idx="28025">
                  <c:v>70395</c:v>
                </c:pt>
                <c:pt idx="28026">
                  <c:v>70396</c:v>
                </c:pt>
                <c:pt idx="28027">
                  <c:v>70397</c:v>
                </c:pt>
                <c:pt idx="28028">
                  <c:v>70398</c:v>
                </c:pt>
                <c:pt idx="28029">
                  <c:v>70399</c:v>
                </c:pt>
                <c:pt idx="28030">
                  <c:v>70400</c:v>
                </c:pt>
                <c:pt idx="28031">
                  <c:v>70401</c:v>
                </c:pt>
                <c:pt idx="28032">
                  <c:v>70402</c:v>
                </c:pt>
                <c:pt idx="28033">
                  <c:v>70403</c:v>
                </c:pt>
                <c:pt idx="28034">
                  <c:v>70404</c:v>
                </c:pt>
                <c:pt idx="28035">
                  <c:v>70405</c:v>
                </c:pt>
                <c:pt idx="28036">
                  <c:v>70406</c:v>
                </c:pt>
                <c:pt idx="28037">
                  <c:v>70407</c:v>
                </c:pt>
                <c:pt idx="28038">
                  <c:v>70408</c:v>
                </c:pt>
                <c:pt idx="28039">
                  <c:v>70409</c:v>
                </c:pt>
                <c:pt idx="28040">
                  <c:v>70410</c:v>
                </c:pt>
                <c:pt idx="28041">
                  <c:v>70411</c:v>
                </c:pt>
                <c:pt idx="28042">
                  <c:v>70412</c:v>
                </c:pt>
                <c:pt idx="28043">
                  <c:v>70413</c:v>
                </c:pt>
                <c:pt idx="28044">
                  <c:v>70414</c:v>
                </c:pt>
                <c:pt idx="28045">
                  <c:v>70415</c:v>
                </c:pt>
                <c:pt idx="28046">
                  <c:v>70416</c:v>
                </c:pt>
                <c:pt idx="28047">
                  <c:v>70417</c:v>
                </c:pt>
                <c:pt idx="28048">
                  <c:v>70418</c:v>
                </c:pt>
                <c:pt idx="28049">
                  <c:v>70419</c:v>
                </c:pt>
                <c:pt idx="28050">
                  <c:v>70420</c:v>
                </c:pt>
                <c:pt idx="28051">
                  <c:v>70421</c:v>
                </c:pt>
                <c:pt idx="28052">
                  <c:v>70422</c:v>
                </c:pt>
                <c:pt idx="28053">
                  <c:v>70423</c:v>
                </c:pt>
                <c:pt idx="28054">
                  <c:v>70424</c:v>
                </c:pt>
                <c:pt idx="28055">
                  <c:v>70425</c:v>
                </c:pt>
                <c:pt idx="28056">
                  <c:v>70426</c:v>
                </c:pt>
                <c:pt idx="28057">
                  <c:v>70427</c:v>
                </c:pt>
                <c:pt idx="28058">
                  <c:v>70428</c:v>
                </c:pt>
                <c:pt idx="28059">
                  <c:v>70429</c:v>
                </c:pt>
                <c:pt idx="28060">
                  <c:v>70430</c:v>
                </c:pt>
                <c:pt idx="28061">
                  <c:v>70431</c:v>
                </c:pt>
                <c:pt idx="28062">
                  <c:v>70432</c:v>
                </c:pt>
                <c:pt idx="28063">
                  <c:v>70433</c:v>
                </c:pt>
                <c:pt idx="28064">
                  <c:v>70434</c:v>
                </c:pt>
                <c:pt idx="28065">
                  <c:v>70435</c:v>
                </c:pt>
                <c:pt idx="28066">
                  <c:v>70436</c:v>
                </c:pt>
                <c:pt idx="28067">
                  <c:v>70437</c:v>
                </c:pt>
                <c:pt idx="28068">
                  <c:v>70438</c:v>
                </c:pt>
                <c:pt idx="28069">
                  <c:v>70439</c:v>
                </c:pt>
                <c:pt idx="28070">
                  <c:v>70440</c:v>
                </c:pt>
                <c:pt idx="28071">
                  <c:v>70441</c:v>
                </c:pt>
                <c:pt idx="28072">
                  <c:v>70442</c:v>
                </c:pt>
                <c:pt idx="28073">
                  <c:v>70443</c:v>
                </c:pt>
                <c:pt idx="28074">
                  <c:v>70444</c:v>
                </c:pt>
                <c:pt idx="28075">
                  <c:v>70445</c:v>
                </c:pt>
                <c:pt idx="28076">
                  <c:v>70446</c:v>
                </c:pt>
                <c:pt idx="28077">
                  <c:v>70447</c:v>
                </c:pt>
                <c:pt idx="28078">
                  <c:v>70448</c:v>
                </c:pt>
                <c:pt idx="28079">
                  <c:v>70449</c:v>
                </c:pt>
                <c:pt idx="28080">
                  <c:v>70450</c:v>
                </c:pt>
                <c:pt idx="28081">
                  <c:v>70451</c:v>
                </c:pt>
                <c:pt idx="28082">
                  <c:v>70452</c:v>
                </c:pt>
                <c:pt idx="28083">
                  <c:v>70453</c:v>
                </c:pt>
                <c:pt idx="28084">
                  <c:v>70454</c:v>
                </c:pt>
                <c:pt idx="28085">
                  <c:v>70455</c:v>
                </c:pt>
                <c:pt idx="28086">
                  <c:v>70456</c:v>
                </c:pt>
                <c:pt idx="28087">
                  <c:v>70457</c:v>
                </c:pt>
                <c:pt idx="28088">
                  <c:v>70458</c:v>
                </c:pt>
                <c:pt idx="28089">
                  <c:v>70459</c:v>
                </c:pt>
                <c:pt idx="28090">
                  <c:v>70460</c:v>
                </c:pt>
                <c:pt idx="28091">
                  <c:v>70461</c:v>
                </c:pt>
                <c:pt idx="28092">
                  <c:v>70462</c:v>
                </c:pt>
                <c:pt idx="28093">
                  <c:v>70463</c:v>
                </c:pt>
                <c:pt idx="28094">
                  <c:v>70464</c:v>
                </c:pt>
                <c:pt idx="28095">
                  <c:v>70465</c:v>
                </c:pt>
                <c:pt idx="28096">
                  <c:v>70466</c:v>
                </c:pt>
                <c:pt idx="28097">
                  <c:v>70467</c:v>
                </c:pt>
                <c:pt idx="28098">
                  <c:v>70468</c:v>
                </c:pt>
                <c:pt idx="28099">
                  <c:v>70469</c:v>
                </c:pt>
                <c:pt idx="28100">
                  <c:v>70470</c:v>
                </c:pt>
                <c:pt idx="28101">
                  <c:v>70471</c:v>
                </c:pt>
                <c:pt idx="28102">
                  <c:v>70472</c:v>
                </c:pt>
                <c:pt idx="28103">
                  <c:v>70473</c:v>
                </c:pt>
                <c:pt idx="28104">
                  <c:v>70474</c:v>
                </c:pt>
                <c:pt idx="28105">
                  <c:v>70475</c:v>
                </c:pt>
                <c:pt idx="28106">
                  <c:v>70476</c:v>
                </c:pt>
                <c:pt idx="28107">
                  <c:v>70477</c:v>
                </c:pt>
                <c:pt idx="28108">
                  <c:v>70478</c:v>
                </c:pt>
                <c:pt idx="28109">
                  <c:v>70479</c:v>
                </c:pt>
                <c:pt idx="28110">
                  <c:v>70480</c:v>
                </c:pt>
                <c:pt idx="28111">
                  <c:v>70481</c:v>
                </c:pt>
                <c:pt idx="28112">
                  <c:v>70482</c:v>
                </c:pt>
                <c:pt idx="28113">
                  <c:v>70483</c:v>
                </c:pt>
                <c:pt idx="28114">
                  <c:v>70484</c:v>
                </c:pt>
                <c:pt idx="28115">
                  <c:v>70485</c:v>
                </c:pt>
                <c:pt idx="28116">
                  <c:v>70486</c:v>
                </c:pt>
                <c:pt idx="28117">
                  <c:v>70487</c:v>
                </c:pt>
                <c:pt idx="28118">
                  <c:v>70488</c:v>
                </c:pt>
                <c:pt idx="28119">
                  <c:v>70489</c:v>
                </c:pt>
                <c:pt idx="28120">
                  <c:v>70490</c:v>
                </c:pt>
                <c:pt idx="28121">
                  <c:v>70491</c:v>
                </c:pt>
                <c:pt idx="28122">
                  <c:v>70492</c:v>
                </c:pt>
                <c:pt idx="28123">
                  <c:v>70493</c:v>
                </c:pt>
                <c:pt idx="28124">
                  <c:v>70494</c:v>
                </c:pt>
                <c:pt idx="28125">
                  <c:v>70495</c:v>
                </c:pt>
                <c:pt idx="28126">
                  <c:v>70496</c:v>
                </c:pt>
                <c:pt idx="28127">
                  <c:v>70497</c:v>
                </c:pt>
                <c:pt idx="28128">
                  <c:v>70498</c:v>
                </c:pt>
                <c:pt idx="28129">
                  <c:v>70499</c:v>
                </c:pt>
                <c:pt idx="28130">
                  <c:v>70500</c:v>
                </c:pt>
                <c:pt idx="28131">
                  <c:v>70501</c:v>
                </c:pt>
                <c:pt idx="28132">
                  <c:v>70502</c:v>
                </c:pt>
                <c:pt idx="28133">
                  <c:v>70503</c:v>
                </c:pt>
                <c:pt idx="28134">
                  <c:v>70504</c:v>
                </c:pt>
                <c:pt idx="28135">
                  <c:v>70505</c:v>
                </c:pt>
                <c:pt idx="28136">
                  <c:v>70506</c:v>
                </c:pt>
                <c:pt idx="28137">
                  <c:v>70507</c:v>
                </c:pt>
                <c:pt idx="28138">
                  <c:v>70508</c:v>
                </c:pt>
                <c:pt idx="28139">
                  <c:v>70509</c:v>
                </c:pt>
                <c:pt idx="28140">
                  <c:v>70510</c:v>
                </c:pt>
                <c:pt idx="28141">
                  <c:v>70511</c:v>
                </c:pt>
                <c:pt idx="28142">
                  <c:v>70512</c:v>
                </c:pt>
                <c:pt idx="28143">
                  <c:v>70513</c:v>
                </c:pt>
                <c:pt idx="28144">
                  <c:v>70514</c:v>
                </c:pt>
                <c:pt idx="28145">
                  <c:v>70515</c:v>
                </c:pt>
                <c:pt idx="28146">
                  <c:v>70516</c:v>
                </c:pt>
                <c:pt idx="28147">
                  <c:v>70517</c:v>
                </c:pt>
                <c:pt idx="28148">
                  <c:v>70518</c:v>
                </c:pt>
                <c:pt idx="28149">
                  <c:v>70519</c:v>
                </c:pt>
                <c:pt idx="28150">
                  <c:v>70520</c:v>
                </c:pt>
                <c:pt idx="28151">
                  <c:v>70521</c:v>
                </c:pt>
                <c:pt idx="28152">
                  <c:v>70522</c:v>
                </c:pt>
                <c:pt idx="28153">
                  <c:v>70523</c:v>
                </c:pt>
                <c:pt idx="28154">
                  <c:v>70524</c:v>
                </c:pt>
                <c:pt idx="28155">
                  <c:v>70525</c:v>
                </c:pt>
                <c:pt idx="28156">
                  <c:v>70526</c:v>
                </c:pt>
                <c:pt idx="28157">
                  <c:v>70527</c:v>
                </c:pt>
                <c:pt idx="28158">
                  <c:v>70528</c:v>
                </c:pt>
                <c:pt idx="28159">
                  <c:v>70529</c:v>
                </c:pt>
                <c:pt idx="28160">
                  <c:v>70530</c:v>
                </c:pt>
                <c:pt idx="28161">
                  <c:v>70531</c:v>
                </c:pt>
                <c:pt idx="28162">
                  <c:v>70532</c:v>
                </c:pt>
                <c:pt idx="28163">
                  <c:v>70533</c:v>
                </c:pt>
                <c:pt idx="28164">
                  <c:v>70534</c:v>
                </c:pt>
                <c:pt idx="28165">
                  <c:v>70535</c:v>
                </c:pt>
                <c:pt idx="28166">
                  <c:v>70536</c:v>
                </c:pt>
                <c:pt idx="28167">
                  <c:v>70537</c:v>
                </c:pt>
                <c:pt idx="28168">
                  <c:v>70538</c:v>
                </c:pt>
                <c:pt idx="28169">
                  <c:v>70539</c:v>
                </c:pt>
                <c:pt idx="28170">
                  <c:v>70540</c:v>
                </c:pt>
                <c:pt idx="28171">
                  <c:v>70541</c:v>
                </c:pt>
                <c:pt idx="28172">
                  <c:v>70542</c:v>
                </c:pt>
                <c:pt idx="28173">
                  <c:v>70543</c:v>
                </c:pt>
                <c:pt idx="28174">
                  <c:v>70544</c:v>
                </c:pt>
                <c:pt idx="28175">
                  <c:v>70545</c:v>
                </c:pt>
                <c:pt idx="28176">
                  <c:v>70546</c:v>
                </c:pt>
                <c:pt idx="28177">
                  <c:v>70547</c:v>
                </c:pt>
                <c:pt idx="28178">
                  <c:v>70548</c:v>
                </c:pt>
                <c:pt idx="28179">
                  <c:v>70549</c:v>
                </c:pt>
                <c:pt idx="28180">
                  <c:v>70550</c:v>
                </c:pt>
                <c:pt idx="28181">
                  <c:v>70551</c:v>
                </c:pt>
                <c:pt idx="28182">
                  <c:v>70552</c:v>
                </c:pt>
                <c:pt idx="28183">
                  <c:v>70553</c:v>
                </c:pt>
                <c:pt idx="28184">
                  <c:v>70554</c:v>
                </c:pt>
                <c:pt idx="28185">
                  <c:v>70555</c:v>
                </c:pt>
                <c:pt idx="28186">
                  <c:v>70556</c:v>
                </c:pt>
                <c:pt idx="28187">
                  <c:v>70557</c:v>
                </c:pt>
                <c:pt idx="28188">
                  <c:v>70558</c:v>
                </c:pt>
                <c:pt idx="28189">
                  <c:v>70559</c:v>
                </c:pt>
                <c:pt idx="28190">
                  <c:v>70560</c:v>
                </c:pt>
                <c:pt idx="28191">
                  <c:v>70561</c:v>
                </c:pt>
                <c:pt idx="28192">
                  <c:v>70562</c:v>
                </c:pt>
                <c:pt idx="28193">
                  <c:v>70563</c:v>
                </c:pt>
                <c:pt idx="28194">
                  <c:v>70564</c:v>
                </c:pt>
                <c:pt idx="28195">
                  <c:v>70565</c:v>
                </c:pt>
                <c:pt idx="28196">
                  <c:v>70566</c:v>
                </c:pt>
                <c:pt idx="28197">
                  <c:v>70567</c:v>
                </c:pt>
                <c:pt idx="28198">
                  <c:v>70568</c:v>
                </c:pt>
                <c:pt idx="28199">
                  <c:v>70569</c:v>
                </c:pt>
                <c:pt idx="28200">
                  <c:v>70570</c:v>
                </c:pt>
                <c:pt idx="28201">
                  <c:v>70571</c:v>
                </c:pt>
                <c:pt idx="28202">
                  <c:v>70572</c:v>
                </c:pt>
                <c:pt idx="28203">
                  <c:v>70573</c:v>
                </c:pt>
                <c:pt idx="28204">
                  <c:v>70574</c:v>
                </c:pt>
                <c:pt idx="28205">
                  <c:v>70575</c:v>
                </c:pt>
                <c:pt idx="28206">
                  <c:v>70576</c:v>
                </c:pt>
                <c:pt idx="28207">
                  <c:v>70577</c:v>
                </c:pt>
                <c:pt idx="28208">
                  <c:v>70578</c:v>
                </c:pt>
                <c:pt idx="28209">
                  <c:v>70579</c:v>
                </c:pt>
                <c:pt idx="28210">
                  <c:v>70580</c:v>
                </c:pt>
                <c:pt idx="28211">
                  <c:v>70581</c:v>
                </c:pt>
                <c:pt idx="28212">
                  <c:v>70582</c:v>
                </c:pt>
                <c:pt idx="28213">
                  <c:v>70583</c:v>
                </c:pt>
                <c:pt idx="28214">
                  <c:v>70584</c:v>
                </c:pt>
                <c:pt idx="28215">
                  <c:v>70585</c:v>
                </c:pt>
                <c:pt idx="28216">
                  <c:v>70586</c:v>
                </c:pt>
                <c:pt idx="28217">
                  <c:v>70587</c:v>
                </c:pt>
                <c:pt idx="28218">
                  <c:v>70588</c:v>
                </c:pt>
                <c:pt idx="28219">
                  <c:v>70589</c:v>
                </c:pt>
                <c:pt idx="28220">
                  <c:v>70590</c:v>
                </c:pt>
                <c:pt idx="28221">
                  <c:v>70591</c:v>
                </c:pt>
                <c:pt idx="28222">
                  <c:v>70592</c:v>
                </c:pt>
                <c:pt idx="28223">
                  <c:v>70593</c:v>
                </c:pt>
                <c:pt idx="28224">
                  <c:v>70594</c:v>
                </c:pt>
                <c:pt idx="28225">
                  <c:v>70595</c:v>
                </c:pt>
                <c:pt idx="28226">
                  <c:v>70596</c:v>
                </c:pt>
                <c:pt idx="28227">
                  <c:v>70597</c:v>
                </c:pt>
                <c:pt idx="28228">
                  <c:v>70598</c:v>
                </c:pt>
                <c:pt idx="28229">
                  <c:v>70599</c:v>
                </c:pt>
                <c:pt idx="28230">
                  <c:v>70600</c:v>
                </c:pt>
                <c:pt idx="28231">
                  <c:v>70601</c:v>
                </c:pt>
                <c:pt idx="28232">
                  <c:v>70602</c:v>
                </c:pt>
                <c:pt idx="28233">
                  <c:v>70603</c:v>
                </c:pt>
                <c:pt idx="28234">
                  <c:v>70604</c:v>
                </c:pt>
                <c:pt idx="28235">
                  <c:v>70605</c:v>
                </c:pt>
                <c:pt idx="28236">
                  <c:v>70606</c:v>
                </c:pt>
                <c:pt idx="28237">
                  <c:v>70607</c:v>
                </c:pt>
                <c:pt idx="28238">
                  <c:v>70608</c:v>
                </c:pt>
                <c:pt idx="28239">
                  <c:v>70609</c:v>
                </c:pt>
                <c:pt idx="28240">
                  <c:v>70610</c:v>
                </c:pt>
                <c:pt idx="28241">
                  <c:v>70611</c:v>
                </c:pt>
                <c:pt idx="28242">
                  <c:v>70612</c:v>
                </c:pt>
                <c:pt idx="28243">
                  <c:v>70613</c:v>
                </c:pt>
                <c:pt idx="28244">
                  <c:v>70614</c:v>
                </c:pt>
                <c:pt idx="28245">
                  <c:v>70615</c:v>
                </c:pt>
                <c:pt idx="28246">
                  <c:v>70616</c:v>
                </c:pt>
                <c:pt idx="28247">
                  <c:v>70617</c:v>
                </c:pt>
                <c:pt idx="28248">
                  <c:v>70618</c:v>
                </c:pt>
                <c:pt idx="28249">
                  <c:v>70619</c:v>
                </c:pt>
                <c:pt idx="28250">
                  <c:v>70620</c:v>
                </c:pt>
                <c:pt idx="28251">
                  <c:v>70621</c:v>
                </c:pt>
                <c:pt idx="28252">
                  <c:v>70622</c:v>
                </c:pt>
                <c:pt idx="28253">
                  <c:v>70623</c:v>
                </c:pt>
                <c:pt idx="28254">
                  <c:v>70624</c:v>
                </c:pt>
                <c:pt idx="28255">
                  <c:v>70625</c:v>
                </c:pt>
                <c:pt idx="28256">
                  <c:v>70626</c:v>
                </c:pt>
                <c:pt idx="28257">
                  <c:v>70627</c:v>
                </c:pt>
                <c:pt idx="28258">
                  <c:v>70628</c:v>
                </c:pt>
                <c:pt idx="28259">
                  <c:v>70629</c:v>
                </c:pt>
                <c:pt idx="28260">
                  <c:v>70630</c:v>
                </c:pt>
                <c:pt idx="28261">
                  <c:v>70631</c:v>
                </c:pt>
                <c:pt idx="28262">
                  <c:v>70632</c:v>
                </c:pt>
                <c:pt idx="28263">
                  <c:v>70633</c:v>
                </c:pt>
                <c:pt idx="28264">
                  <c:v>70634</c:v>
                </c:pt>
                <c:pt idx="28265">
                  <c:v>70635</c:v>
                </c:pt>
                <c:pt idx="28266">
                  <c:v>70636</c:v>
                </c:pt>
                <c:pt idx="28267">
                  <c:v>70637</c:v>
                </c:pt>
                <c:pt idx="28268">
                  <c:v>70638</c:v>
                </c:pt>
                <c:pt idx="28269">
                  <c:v>70639</c:v>
                </c:pt>
                <c:pt idx="28270">
                  <c:v>70640</c:v>
                </c:pt>
                <c:pt idx="28271">
                  <c:v>70641</c:v>
                </c:pt>
                <c:pt idx="28272">
                  <c:v>70642</c:v>
                </c:pt>
                <c:pt idx="28273">
                  <c:v>70643</c:v>
                </c:pt>
                <c:pt idx="28274">
                  <c:v>70644</c:v>
                </c:pt>
                <c:pt idx="28275">
                  <c:v>70645</c:v>
                </c:pt>
                <c:pt idx="28276">
                  <c:v>70646</c:v>
                </c:pt>
                <c:pt idx="28277">
                  <c:v>70647</c:v>
                </c:pt>
                <c:pt idx="28278">
                  <c:v>70648</c:v>
                </c:pt>
                <c:pt idx="28279">
                  <c:v>70649</c:v>
                </c:pt>
                <c:pt idx="28280">
                  <c:v>70650</c:v>
                </c:pt>
                <c:pt idx="28281">
                  <c:v>70651</c:v>
                </c:pt>
                <c:pt idx="28282">
                  <c:v>70652</c:v>
                </c:pt>
                <c:pt idx="28283">
                  <c:v>70653</c:v>
                </c:pt>
                <c:pt idx="28284">
                  <c:v>70654</c:v>
                </c:pt>
                <c:pt idx="28285">
                  <c:v>70655</c:v>
                </c:pt>
                <c:pt idx="28286">
                  <c:v>70656</c:v>
                </c:pt>
                <c:pt idx="28287">
                  <c:v>70657</c:v>
                </c:pt>
                <c:pt idx="28288">
                  <c:v>70658</c:v>
                </c:pt>
                <c:pt idx="28289">
                  <c:v>70659</c:v>
                </c:pt>
                <c:pt idx="28290">
                  <c:v>70660</c:v>
                </c:pt>
                <c:pt idx="28291">
                  <c:v>70661</c:v>
                </c:pt>
                <c:pt idx="28292">
                  <c:v>70662</c:v>
                </c:pt>
                <c:pt idx="28293">
                  <c:v>70663</c:v>
                </c:pt>
                <c:pt idx="28294">
                  <c:v>70664</c:v>
                </c:pt>
                <c:pt idx="28295">
                  <c:v>70665</c:v>
                </c:pt>
                <c:pt idx="28296">
                  <c:v>70666</c:v>
                </c:pt>
                <c:pt idx="28297">
                  <c:v>70667</c:v>
                </c:pt>
                <c:pt idx="28298">
                  <c:v>70668</c:v>
                </c:pt>
                <c:pt idx="28299">
                  <c:v>70669</c:v>
                </c:pt>
                <c:pt idx="28300">
                  <c:v>70670</c:v>
                </c:pt>
                <c:pt idx="28301">
                  <c:v>70671</c:v>
                </c:pt>
                <c:pt idx="28302">
                  <c:v>70672</c:v>
                </c:pt>
                <c:pt idx="28303">
                  <c:v>70673</c:v>
                </c:pt>
                <c:pt idx="28304">
                  <c:v>70674</c:v>
                </c:pt>
                <c:pt idx="28305">
                  <c:v>70675</c:v>
                </c:pt>
                <c:pt idx="28306">
                  <c:v>70676</c:v>
                </c:pt>
                <c:pt idx="28307">
                  <c:v>70677</c:v>
                </c:pt>
                <c:pt idx="28308">
                  <c:v>70678</c:v>
                </c:pt>
                <c:pt idx="28309">
                  <c:v>70679</c:v>
                </c:pt>
                <c:pt idx="28310">
                  <c:v>70680</c:v>
                </c:pt>
                <c:pt idx="28311">
                  <c:v>70681</c:v>
                </c:pt>
                <c:pt idx="28312">
                  <c:v>70682</c:v>
                </c:pt>
                <c:pt idx="28313">
                  <c:v>70683</c:v>
                </c:pt>
                <c:pt idx="28314">
                  <c:v>70684</c:v>
                </c:pt>
                <c:pt idx="28315">
                  <c:v>70685</c:v>
                </c:pt>
                <c:pt idx="28316">
                  <c:v>70686</c:v>
                </c:pt>
                <c:pt idx="28317">
                  <c:v>70687</c:v>
                </c:pt>
                <c:pt idx="28318">
                  <c:v>70688</c:v>
                </c:pt>
                <c:pt idx="28319">
                  <c:v>70689</c:v>
                </c:pt>
                <c:pt idx="28320">
                  <c:v>70690</c:v>
                </c:pt>
                <c:pt idx="28321">
                  <c:v>70691</c:v>
                </c:pt>
                <c:pt idx="28322">
                  <c:v>70692</c:v>
                </c:pt>
                <c:pt idx="28323">
                  <c:v>70693</c:v>
                </c:pt>
                <c:pt idx="28324">
                  <c:v>70694</c:v>
                </c:pt>
                <c:pt idx="28325">
                  <c:v>70695</c:v>
                </c:pt>
                <c:pt idx="28326">
                  <c:v>70696</c:v>
                </c:pt>
                <c:pt idx="28327">
                  <c:v>70697</c:v>
                </c:pt>
                <c:pt idx="28328">
                  <c:v>70698</c:v>
                </c:pt>
                <c:pt idx="28329">
                  <c:v>70699</c:v>
                </c:pt>
                <c:pt idx="28330">
                  <c:v>70700</c:v>
                </c:pt>
                <c:pt idx="28331">
                  <c:v>70701</c:v>
                </c:pt>
                <c:pt idx="28332">
                  <c:v>70702</c:v>
                </c:pt>
                <c:pt idx="28333">
                  <c:v>70703</c:v>
                </c:pt>
                <c:pt idx="28334">
                  <c:v>70704</c:v>
                </c:pt>
                <c:pt idx="28335">
                  <c:v>70705</c:v>
                </c:pt>
                <c:pt idx="28336">
                  <c:v>70706</c:v>
                </c:pt>
                <c:pt idx="28337">
                  <c:v>70707</c:v>
                </c:pt>
                <c:pt idx="28338">
                  <c:v>70708</c:v>
                </c:pt>
                <c:pt idx="28339">
                  <c:v>70709</c:v>
                </c:pt>
                <c:pt idx="28340">
                  <c:v>70710</c:v>
                </c:pt>
                <c:pt idx="28341">
                  <c:v>70711</c:v>
                </c:pt>
                <c:pt idx="28342">
                  <c:v>70712</c:v>
                </c:pt>
                <c:pt idx="28343">
                  <c:v>70713</c:v>
                </c:pt>
                <c:pt idx="28344">
                  <c:v>70714</c:v>
                </c:pt>
                <c:pt idx="28345">
                  <c:v>70715</c:v>
                </c:pt>
                <c:pt idx="28346">
                  <c:v>70716</c:v>
                </c:pt>
                <c:pt idx="28347">
                  <c:v>70717</c:v>
                </c:pt>
                <c:pt idx="28348">
                  <c:v>70718</c:v>
                </c:pt>
                <c:pt idx="28349">
                  <c:v>70719</c:v>
                </c:pt>
                <c:pt idx="28350">
                  <c:v>70720</c:v>
                </c:pt>
                <c:pt idx="28351">
                  <c:v>70721</c:v>
                </c:pt>
                <c:pt idx="28352">
                  <c:v>70722</c:v>
                </c:pt>
                <c:pt idx="28353">
                  <c:v>70723</c:v>
                </c:pt>
                <c:pt idx="28354">
                  <c:v>70724</c:v>
                </c:pt>
                <c:pt idx="28355">
                  <c:v>70725</c:v>
                </c:pt>
                <c:pt idx="28356">
                  <c:v>70726</c:v>
                </c:pt>
                <c:pt idx="28357">
                  <c:v>70727</c:v>
                </c:pt>
                <c:pt idx="28358">
                  <c:v>70728</c:v>
                </c:pt>
                <c:pt idx="28359">
                  <c:v>70729</c:v>
                </c:pt>
                <c:pt idx="28360">
                  <c:v>70730</c:v>
                </c:pt>
                <c:pt idx="28361">
                  <c:v>70731</c:v>
                </c:pt>
                <c:pt idx="28362">
                  <c:v>70732</c:v>
                </c:pt>
                <c:pt idx="28363">
                  <c:v>70733</c:v>
                </c:pt>
                <c:pt idx="28364">
                  <c:v>70734</c:v>
                </c:pt>
                <c:pt idx="28365">
                  <c:v>70735</c:v>
                </c:pt>
                <c:pt idx="28366">
                  <c:v>70736</c:v>
                </c:pt>
                <c:pt idx="28367">
                  <c:v>70737</c:v>
                </c:pt>
                <c:pt idx="28368">
                  <c:v>70738</c:v>
                </c:pt>
                <c:pt idx="28369">
                  <c:v>70739</c:v>
                </c:pt>
                <c:pt idx="28370">
                  <c:v>70740</c:v>
                </c:pt>
                <c:pt idx="28371">
                  <c:v>70741</c:v>
                </c:pt>
                <c:pt idx="28372">
                  <c:v>70742</c:v>
                </c:pt>
                <c:pt idx="28373">
                  <c:v>70743</c:v>
                </c:pt>
                <c:pt idx="28374">
                  <c:v>70744</c:v>
                </c:pt>
                <c:pt idx="28375">
                  <c:v>70745</c:v>
                </c:pt>
                <c:pt idx="28376">
                  <c:v>70746</c:v>
                </c:pt>
                <c:pt idx="28377">
                  <c:v>70747</c:v>
                </c:pt>
                <c:pt idx="28378">
                  <c:v>70748</c:v>
                </c:pt>
                <c:pt idx="28379">
                  <c:v>70749</c:v>
                </c:pt>
                <c:pt idx="28380">
                  <c:v>70750</c:v>
                </c:pt>
                <c:pt idx="28381">
                  <c:v>70751</c:v>
                </c:pt>
                <c:pt idx="28382">
                  <c:v>70752</c:v>
                </c:pt>
                <c:pt idx="28383">
                  <c:v>70753</c:v>
                </c:pt>
                <c:pt idx="28384">
                  <c:v>70754</c:v>
                </c:pt>
                <c:pt idx="28385">
                  <c:v>70755</c:v>
                </c:pt>
                <c:pt idx="28386">
                  <c:v>70756</c:v>
                </c:pt>
                <c:pt idx="28387">
                  <c:v>70757</c:v>
                </c:pt>
                <c:pt idx="28388">
                  <c:v>70758</c:v>
                </c:pt>
                <c:pt idx="28389">
                  <c:v>70759</c:v>
                </c:pt>
                <c:pt idx="28390">
                  <c:v>70760</c:v>
                </c:pt>
                <c:pt idx="28391">
                  <c:v>70761</c:v>
                </c:pt>
                <c:pt idx="28392">
                  <c:v>70762</c:v>
                </c:pt>
                <c:pt idx="28393">
                  <c:v>70763</c:v>
                </c:pt>
                <c:pt idx="28394">
                  <c:v>70764</c:v>
                </c:pt>
                <c:pt idx="28395">
                  <c:v>70765</c:v>
                </c:pt>
                <c:pt idx="28396">
                  <c:v>70766</c:v>
                </c:pt>
                <c:pt idx="28397">
                  <c:v>70767</c:v>
                </c:pt>
                <c:pt idx="28398">
                  <c:v>70768</c:v>
                </c:pt>
                <c:pt idx="28399">
                  <c:v>70769</c:v>
                </c:pt>
                <c:pt idx="28400">
                  <c:v>70770</c:v>
                </c:pt>
                <c:pt idx="28401">
                  <c:v>70771</c:v>
                </c:pt>
                <c:pt idx="28402">
                  <c:v>70772</c:v>
                </c:pt>
                <c:pt idx="28403">
                  <c:v>70773</c:v>
                </c:pt>
                <c:pt idx="28404">
                  <c:v>70774</c:v>
                </c:pt>
                <c:pt idx="28405">
                  <c:v>70775</c:v>
                </c:pt>
                <c:pt idx="28406">
                  <c:v>70776</c:v>
                </c:pt>
                <c:pt idx="28407">
                  <c:v>70777</c:v>
                </c:pt>
                <c:pt idx="28408">
                  <c:v>70778</c:v>
                </c:pt>
                <c:pt idx="28409">
                  <c:v>70779</c:v>
                </c:pt>
                <c:pt idx="28410">
                  <c:v>70780</c:v>
                </c:pt>
                <c:pt idx="28411">
                  <c:v>70781</c:v>
                </c:pt>
                <c:pt idx="28412">
                  <c:v>70782</c:v>
                </c:pt>
                <c:pt idx="28413">
                  <c:v>70783</c:v>
                </c:pt>
                <c:pt idx="28414">
                  <c:v>70784</c:v>
                </c:pt>
                <c:pt idx="28415">
                  <c:v>70785</c:v>
                </c:pt>
                <c:pt idx="28416">
                  <c:v>70786</c:v>
                </c:pt>
                <c:pt idx="28417">
                  <c:v>70787</c:v>
                </c:pt>
                <c:pt idx="28418">
                  <c:v>70788</c:v>
                </c:pt>
                <c:pt idx="28419">
                  <c:v>70789</c:v>
                </c:pt>
                <c:pt idx="28420">
                  <c:v>70790</c:v>
                </c:pt>
                <c:pt idx="28421">
                  <c:v>70791</c:v>
                </c:pt>
                <c:pt idx="28422">
                  <c:v>70792</c:v>
                </c:pt>
                <c:pt idx="28423">
                  <c:v>70793</c:v>
                </c:pt>
                <c:pt idx="28424">
                  <c:v>70794</c:v>
                </c:pt>
                <c:pt idx="28425">
                  <c:v>70795</c:v>
                </c:pt>
                <c:pt idx="28426">
                  <c:v>70796</c:v>
                </c:pt>
                <c:pt idx="28427">
                  <c:v>70797</c:v>
                </c:pt>
                <c:pt idx="28428">
                  <c:v>70798</c:v>
                </c:pt>
                <c:pt idx="28429">
                  <c:v>70799</c:v>
                </c:pt>
                <c:pt idx="28430">
                  <c:v>70800</c:v>
                </c:pt>
                <c:pt idx="28431">
                  <c:v>70801</c:v>
                </c:pt>
                <c:pt idx="28432">
                  <c:v>70802</c:v>
                </c:pt>
                <c:pt idx="28433">
                  <c:v>70803</c:v>
                </c:pt>
                <c:pt idx="28434">
                  <c:v>70804</c:v>
                </c:pt>
                <c:pt idx="28435">
                  <c:v>70805</c:v>
                </c:pt>
                <c:pt idx="28436">
                  <c:v>70806</c:v>
                </c:pt>
                <c:pt idx="28437">
                  <c:v>70807</c:v>
                </c:pt>
                <c:pt idx="28438">
                  <c:v>70808</c:v>
                </c:pt>
                <c:pt idx="28439">
                  <c:v>70809</c:v>
                </c:pt>
                <c:pt idx="28440">
                  <c:v>70810</c:v>
                </c:pt>
                <c:pt idx="28441">
                  <c:v>70811</c:v>
                </c:pt>
                <c:pt idx="28442">
                  <c:v>70812</c:v>
                </c:pt>
                <c:pt idx="28443">
                  <c:v>70813</c:v>
                </c:pt>
                <c:pt idx="28444">
                  <c:v>70814</c:v>
                </c:pt>
                <c:pt idx="28445">
                  <c:v>70815</c:v>
                </c:pt>
                <c:pt idx="28446">
                  <c:v>70816</c:v>
                </c:pt>
                <c:pt idx="28447">
                  <c:v>70817</c:v>
                </c:pt>
                <c:pt idx="28448">
                  <c:v>70818</c:v>
                </c:pt>
                <c:pt idx="28449">
                  <c:v>70819</c:v>
                </c:pt>
                <c:pt idx="28450">
                  <c:v>70820</c:v>
                </c:pt>
                <c:pt idx="28451">
                  <c:v>70821</c:v>
                </c:pt>
                <c:pt idx="28452">
                  <c:v>70822</c:v>
                </c:pt>
                <c:pt idx="28453">
                  <c:v>70823</c:v>
                </c:pt>
                <c:pt idx="28454">
                  <c:v>70824</c:v>
                </c:pt>
                <c:pt idx="28455">
                  <c:v>70825</c:v>
                </c:pt>
                <c:pt idx="28456">
                  <c:v>70826</c:v>
                </c:pt>
                <c:pt idx="28457">
                  <c:v>70827</c:v>
                </c:pt>
                <c:pt idx="28458">
                  <c:v>70828</c:v>
                </c:pt>
                <c:pt idx="28459">
                  <c:v>70829</c:v>
                </c:pt>
                <c:pt idx="28460">
                  <c:v>70830</c:v>
                </c:pt>
                <c:pt idx="28461">
                  <c:v>70831</c:v>
                </c:pt>
                <c:pt idx="28462">
                  <c:v>70832</c:v>
                </c:pt>
                <c:pt idx="28463">
                  <c:v>70833</c:v>
                </c:pt>
                <c:pt idx="28464">
                  <c:v>70834</c:v>
                </c:pt>
                <c:pt idx="28465">
                  <c:v>70835</c:v>
                </c:pt>
                <c:pt idx="28466">
                  <c:v>70836</c:v>
                </c:pt>
                <c:pt idx="28467">
                  <c:v>70837</c:v>
                </c:pt>
                <c:pt idx="28468">
                  <c:v>70838</c:v>
                </c:pt>
                <c:pt idx="28469">
                  <c:v>70839</c:v>
                </c:pt>
                <c:pt idx="28470">
                  <c:v>70840</c:v>
                </c:pt>
                <c:pt idx="28471">
                  <c:v>70841</c:v>
                </c:pt>
                <c:pt idx="28472">
                  <c:v>70842</c:v>
                </c:pt>
                <c:pt idx="28473">
                  <c:v>70843</c:v>
                </c:pt>
                <c:pt idx="28474">
                  <c:v>70844</c:v>
                </c:pt>
                <c:pt idx="28475">
                  <c:v>70845</c:v>
                </c:pt>
                <c:pt idx="28476">
                  <c:v>70846</c:v>
                </c:pt>
                <c:pt idx="28477">
                  <c:v>70847</c:v>
                </c:pt>
                <c:pt idx="28478">
                  <c:v>70848</c:v>
                </c:pt>
                <c:pt idx="28479">
                  <c:v>70849</c:v>
                </c:pt>
                <c:pt idx="28480">
                  <c:v>70850</c:v>
                </c:pt>
                <c:pt idx="28481">
                  <c:v>70851</c:v>
                </c:pt>
                <c:pt idx="28482">
                  <c:v>70852</c:v>
                </c:pt>
                <c:pt idx="28483">
                  <c:v>70853</c:v>
                </c:pt>
                <c:pt idx="28484">
                  <c:v>70854</c:v>
                </c:pt>
                <c:pt idx="28485">
                  <c:v>70855</c:v>
                </c:pt>
                <c:pt idx="28486">
                  <c:v>70856</c:v>
                </c:pt>
                <c:pt idx="28487">
                  <c:v>70857</c:v>
                </c:pt>
                <c:pt idx="28488">
                  <c:v>70858</c:v>
                </c:pt>
                <c:pt idx="28489">
                  <c:v>70859</c:v>
                </c:pt>
                <c:pt idx="28490">
                  <c:v>70860</c:v>
                </c:pt>
                <c:pt idx="28491">
                  <c:v>70861</c:v>
                </c:pt>
                <c:pt idx="28492">
                  <c:v>70862</c:v>
                </c:pt>
                <c:pt idx="28493">
                  <c:v>70863</c:v>
                </c:pt>
                <c:pt idx="28494">
                  <c:v>70864</c:v>
                </c:pt>
                <c:pt idx="28495">
                  <c:v>70865</c:v>
                </c:pt>
                <c:pt idx="28496">
                  <c:v>70866</c:v>
                </c:pt>
                <c:pt idx="28497">
                  <c:v>70867</c:v>
                </c:pt>
                <c:pt idx="28498">
                  <c:v>70868</c:v>
                </c:pt>
                <c:pt idx="28499">
                  <c:v>70869</c:v>
                </c:pt>
                <c:pt idx="28500">
                  <c:v>70870</c:v>
                </c:pt>
                <c:pt idx="28501">
                  <c:v>70871</c:v>
                </c:pt>
                <c:pt idx="28502">
                  <c:v>70872</c:v>
                </c:pt>
                <c:pt idx="28503">
                  <c:v>70873</c:v>
                </c:pt>
                <c:pt idx="28504">
                  <c:v>70874</c:v>
                </c:pt>
                <c:pt idx="28505">
                  <c:v>70875</c:v>
                </c:pt>
                <c:pt idx="28506">
                  <c:v>70876</c:v>
                </c:pt>
                <c:pt idx="28507">
                  <c:v>70877</c:v>
                </c:pt>
                <c:pt idx="28508">
                  <c:v>70878</c:v>
                </c:pt>
                <c:pt idx="28509">
                  <c:v>70879</c:v>
                </c:pt>
                <c:pt idx="28510">
                  <c:v>70880</c:v>
                </c:pt>
                <c:pt idx="28511">
                  <c:v>70881</c:v>
                </c:pt>
                <c:pt idx="28512">
                  <c:v>70882</c:v>
                </c:pt>
                <c:pt idx="28513">
                  <c:v>70883</c:v>
                </c:pt>
                <c:pt idx="28514">
                  <c:v>70884</c:v>
                </c:pt>
                <c:pt idx="28515">
                  <c:v>70885</c:v>
                </c:pt>
                <c:pt idx="28516">
                  <c:v>70886</c:v>
                </c:pt>
                <c:pt idx="28517">
                  <c:v>70887</c:v>
                </c:pt>
                <c:pt idx="28518">
                  <c:v>70888</c:v>
                </c:pt>
                <c:pt idx="28519">
                  <c:v>70889</c:v>
                </c:pt>
                <c:pt idx="28520">
                  <c:v>70890</c:v>
                </c:pt>
                <c:pt idx="28521">
                  <c:v>70891</c:v>
                </c:pt>
                <c:pt idx="28522">
                  <c:v>70892</c:v>
                </c:pt>
                <c:pt idx="28523">
                  <c:v>70893</c:v>
                </c:pt>
                <c:pt idx="28524">
                  <c:v>70894</c:v>
                </c:pt>
                <c:pt idx="28525">
                  <c:v>70895</c:v>
                </c:pt>
                <c:pt idx="28526">
                  <c:v>70896</c:v>
                </c:pt>
                <c:pt idx="28527">
                  <c:v>70897</c:v>
                </c:pt>
                <c:pt idx="28528">
                  <c:v>70898</c:v>
                </c:pt>
                <c:pt idx="28529">
                  <c:v>70899</c:v>
                </c:pt>
                <c:pt idx="28530">
                  <c:v>70900</c:v>
                </c:pt>
                <c:pt idx="28531">
                  <c:v>70901</c:v>
                </c:pt>
                <c:pt idx="28532">
                  <c:v>70902</c:v>
                </c:pt>
                <c:pt idx="28533">
                  <c:v>70903</c:v>
                </c:pt>
                <c:pt idx="28534">
                  <c:v>70904</c:v>
                </c:pt>
                <c:pt idx="28535">
                  <c:v>70905</c:v>
                </c:pt>
                <c:pt idx="28536">
                  <c:v>70906</c:v>
                </c:pt>
                <c:pt idx="28537">
                  <c:v>70907</c:v>
                </c:pt>
                <c:pt idx="28538">
                  <c:v>70908</c:v>
                </c:pt>
                <c:pt idx="28539">
                  <c:v>70909</c:v>
                </c:pt>
                <c:pt idx="28540">
                  <c:v>70910</c:v>
                </c:pt>
                <c:pt idx="28541">
                  <c:v>70911</c:v>
                </c:pt>
                <c:pt idx="28542">
                  <c:v>70912</c:v>
                </c:pt>
                <c:pt idx="28543">
                  <c:v>70913</c:v>
                </c:pt>
                <c:pt idx="28544">
                  <c:v>70914</c:v>
                </c:pt>
                <c:pt idx="28545">
                  <c:v>70915</c:v>
                </c:pt>
                <c:pt idx="28546">
                  <c:v>70916</c:v>
                </c:pt>
                <c:pt idx="28547">
                  <c:v>70917</c:v>
                </c:pt>
                <c:pt idx="28548">
                  <c:v>70918</c:v>
                </c:pt>
                <c:pt idx="28549">
                  <c:v>70919</c:v>
                </c:pt>
                <c:pt idx="28550">
                  <c:v>70920</c:v>
                </c:pt>
                <c:pt idx="28551">
                  <c:v>70921</c:v>
                </c:pt>
                <c:pt idx="28552">
                  <c:v>70922</c:v>
                </c:pt>
                <c:pt idx="28553">
                  <c:v>70923</c:v>
                </c:pt>
                <c:pt idx="28554">
                  <c:v>70924</c:v>
                </c:pt>
                <c:pt idx="28555">
                  <c:v>70925</c:v>
                </c:pt>
                <c:pt idx="28556">
                  <c:v>70926</c:v>
                </c:pt>
                <c:pt idx="28557">
                  <c:v>70927</c:v>
                </c:pt>
                <c:pt idx="28558">
                  <c:v>70928</c:v>
                </c:pt>
                <c:pt idx="28559">
                  <c:v>70929</c:v>
                </c:pt>
                <c:pt idx="28560">
                  <c:v>70930</c:v>
                </c:pt>
                <c:pt idx="28561">
                  <c:v>70931</c:v>
                </c:pt>
                <c:pt idx="28562">
                  <c:v>70932</c:v>
                </c:pt>
                <c:pt idx="28563">
                  <c:v>70933</c:v>
                </c:pt>
                <c:pt idx="28564">
                  <c:v>70934</c:v>
                </c:pt>
                <c:pt idx="28565">
                  <c:v>70935</c:v>
                </c:pt>
                <c:pt idx="28566">
                  <c:v>70936</c:v>
                </c:pt>
                <c:pt idx="28567">
                  <c:v>70937</c:v>
                </c:pt>
                <c:pt idx="28568">
                  <c:v>70938</c:v>
                </c:pt>
                <c:pt idx="28569">
                  <c:v>70939</c:v>
                </c:pt>
                <c:pt idx="28570">
                  <c:v>70940</c:v>
                </c:pt>
                <c:pt idx="28571">
                  <c:v>70941</c:v>
                </c:pt>
                <c:pt idx="28572">
                  <c:v>70942</c:v>
                </c:pt>
                <c:pt idx="28573">
                  <c:v>70943</c:v>
                </c:pt>
                <c:pt idx="28574">
                  <c:v>70944</c:v>
                </c:pt>
                <c:pt idx="28575">
                  <c:v>70945</c:v>
                </c:pt>
                <c:pt idx="28576">
                  <c:v>70946</c:v>
                </c:pt>
                <c:pt idx="28577">
                  <c:v>70947</c:v>
                </c:pt>
                <c:pt idx="28578">
                  <c:v>70948</c:v>
                </c:pt>
                <c:pt idx="28579">
                  <c:v>70949</c:v>
                </c:pt>
                <c:pt idx="28580">
                  <c:v>70950</c:v>
                </c:pt>
                <c:pt idx="28581">
                  <c:v>70951</c:v>
                </c:pt>
                <c:pt idx="28582">
                  <c:v>70952</c:v>
                </c:pt>
                <c:pt idx="28583">
                  <c:v>70953</c:v>
                </c:pt>
                <c:pt idx="28584">
                  <c:v>70954</c:v>
                </c:pt>
                <c:pt idx="28585">
                  <c:v>70955</c:v>
                </c:pt>
                <c:pt idx="28586">
                  <c:v>70956</c:v>
                </c:pt>
                <c:pt idx="28587">
                  <c:v>70957</c:v>
                </c:pt>
                <c:pt idx="28588">
                  <c:v>70958</c:v>
                </c:pt>
                <c:pt idx="28589">
                  <c:v>70959</c:v>
                </c:pt>
                <c:pt idx="28590">
                  <c:v>70960</c:v>
                </c:pt>
                <c:pt idx="28591">
                  <c:v>70961</c:v>
                </c:pt>
                <c:pt idx="28592">
                  <c:v>70962</c:v>
                </c:pt>
                <c:pt idx="28593">
                  <c:v>70963</c:v>
                </c:pt>
                <c:pt idx="28594">
                  <c:v>70964</c:v>
                </c:pt>
                <c:pt idx="28595">
                  <c:v>70965</c:v>
                </c:pt>
                <c:pt idx="28596">
                  <c:v>70966</c:v>
                </c:pt>
                <c:pt idx="28597">
                  <c:v>70967</c:v>
                </c:pt>
                <c:pt idx="28598">
                  <c:v>70968</c:v>
                </c:pt>
                <c:pt idx="28599">
                  <c:v>70969</c:v>
                </c:pt>
                <c:pt idx="28600">
                  <c:v>70970</c:v>
                </c:pt>
                <c:pt idx="28601">
                  <c:v>70971</c:v>
                </c:pt>
                <c:pt idx="28602">
                  <c:v>70972</c:v>
                </c:pt>
                <c:pt idx="28603">
                  <c:v>70973</c:v>
                </c:pt>
                <c:pt idx="28604">
                  <c:v>70974</c:v>
                </c:pt>
                <c:pt idx="28605">
                  <c:v>70975</c:v>
                </c:pt>
                <c:pt idx="28606">
                  <c:v>70976</c:v>
                </c:pt>
                <c:pt idx="28607">
                  <c:v>70977</c:v>
                </c:pt>
                <c:pt idx="28608">
                  <c:v>70978</c:v>
                </c:pt>
                <c:pt idx="28609">
                  <c:v>70979</c:v>
                </c:pt>
                <c:pt idx="28610">
                  <c:v>70980</c:v>
                </c:pt>
                <c:pt idx="28611">
                  <c:v>70981</c:v>
                </c:pt>
                <c:pt idx="28612">
                  <c:v>70982</c:v>
                </c:pt>
                <c:pt idx="28613">
                  <c:v>70983</c:v>
                </c:pt>
                <c:pt idx="28614">
                  <c:v>70984</c:v>
                </c:pt>
                <c:pt idx="28615">
                  <c:v>70985</c:v>
                </c:pt>
                <c:pt idx="28616">
                  <c:v>70986</c:v>
                </c:pt>
                <c:pt idx="28617">
                  <c:v>70987</c:v>
                </c:pt>
                <c:pt idx="28618">
                  <c:v>70988</c:v>
                </c:pt>
                <c:pt idx="28619">
                  <c:v>70989</c:v>
                </c:pt>
                <c:pt idx="28620">
                  <c:v>70990</c:v>
                </c:pt>
                <c:pt idx="28621">
                  <c:v>70991</c:v>
                </c:pt>
                <c:pt idx="28622">
                  <c:v>70992</c:v>
                </c:pt>
                <c:pt idx="28623">
                  <c:v>70993</c:v>
                </c:pt>
                <c:pt idx="28624">
                  <c:v>70994</c:v>
                </c:pt>
                <c:pt idx="28625">
                  <c:v>70995</c:v>
                </c:pt>
                <c:pt idx="28626">
                  <c:v>70996</c:v>
                </c:pt>
                <c:pt idx="28627">
                  <c:v>70997</c:v>
                </c:pt>
                <c:pt idx="28628">
                  <c:v>70998</c:v>
                </c:pt>
                <c:pt idx="28629">
                  <c:v>70999</c:v>
                </c:pt>
                <c:pt idx="28630">
                  <c:v>71000</c:v>
                </c:pt>
                <c:pt idx="28631">
                  <c:v>71001</c:v>
                </c:pt>
                <c:pt idx="28632">
                  <c:v>71002</c:v>
                </c:pt>
                <c:pt idx="28633">
                  <c:v>71003</c:v>
                </c:pt>
                <c:pt idx="28634">
                  <c:v>71004</c:v>
                </c:pt>
                <c:pt idx="28635">
                  <c:v>71005</c:v>
                </c:pt>
                <c:pt idx="28636">
                  <c:v>71006</c:v>
                </c:pt>
                <c:pt idx="28637">
                  <c:v>71007</c:v>
                </c:pt>
                <c:pt idx="28638">
                  <c:v>71008</c:v>
                </c:pt>
                <c:pt idx="28639">
                  <c:v>71009</c:v>
                </c:pt>
                <c:pt idx="28640">
                  <c:v>71010</c:v>
                </c:pt>
                <c:pt idx="28641">
                  <c:v>71011</c:v>
                </c:pt>
                <c:pt idx="28642">
                  <c:v>71012</c:v>
                </c:pt>
                <c:pt idx="28643">
                  <c:v>71013</c:v>
                </c:pt>
                <c:pt idx="28644">
                  <c:v>71014</c:v>
                </c:pt>
                <c:pt idx="28645">
                  <c:v>71015</c:v>
                </c:pt>
                <c:pt idx="28646">
                  <c:v>71016</c:v>
                </c:pt>
                <c:pt idx="28647">
                  <c:v>71017</c:v>
                </c:pt>
                <c:pt idx="28648">
                  <c:v>71018</c:v>
                </c:pt>
                <c:pt idx="28649">
                  <c:v>71019</c:v>
                </c:pt>
                <c:pt idx="28650">
                  <c:v>71020</c:v>
                </c:pt>
                <c:pt idx="28651">
                  <c:v>71021</c:v>
                </c:pt>
                <c:pt idx="28652">
                  <c:v>71022</c:v>
                </c:pt>
                <c:pt idx="28653">
                  <c:v>71023</c:v>
                </c:pt>
                <c:pt idx="28654">
                  <c:v>71024</c:v>
                </c:pt>
                <c:pt idx="28655">
                  <c:v>71025</c:v>
                </c:pt>
                <c:pt idx="28656">
                  <c:v>71026</c:v>
                </c:pt>
                <c:pt idx="28657">
                  <c:v>71027</c:v>
                </c:pt>
                <c:pt idx="28658">
                  <c:v>71028</c:v>
                </c:pt>
                <c:pt idx="28659">
                  <c:v>71029</c:v>
                </c:pt>
                <c:pt idx="28660">
                  <c:v>71030</c:v>
                </c:pt>
                <c:pt idx="28661">
                  <c:v>71031</c:v>
                </c:pt>
                <c:pt idx="28662">
                  <c:v>71032</c:v>
                </c:pt>
                <c:pt idx="28663">
                  <c:v>71033</c:v>
                </c:pt>
                <c:pt idx="28664">
                  <c:v>71034</c:v>
                </c:pt>
                <c:pt idx="28665">
                  <c:v>71035</c:v>
                </c:pt>
                <c:pt idx="28666">
                  <c:v>71036</c:v>
                </c:pt>
                <c:pt idx="28667">
                  <c:v>71037</c:v>
                </c:pt>
                <c:pt idx="28668">
                  <c:v>71038</c:v>
                </c:pt>
                <c:pt idx="28669">
                  <c:v>71039</c:v>
                </c:pt>
                <c:pt idx="28670">
                  <c:v>71040</c:v>
                </c:pt>
                <c:pt idx="28671">
                  <c:v>71041</c:v>
                </c:pt>
                <c:pt idx="28672">
                  <c:v>71042</c:v>
                </c:pt>
                <c:pt idx="28673">
                  <c:v>71043</c:v>
                </c:pt>
                <c:pt idx="28674">
                  <c:v>71044</c:v>
                </c:pt>
                <c:pt idx="28675">
                  <c:v>71045</c:v>
                </c:pt>
                <c:pt idx="28676">
                  <c:v>71046</c:v>
                </c:pt>
                <c:pt idx="28677">
                  <c:v>71047</c:v>
                </c:pt>
                <c:pt idx="28678">
                  <c:v>71048</c:v>
                </c:pt>
                <c:pt idx="28679">
                  <c:v>71049</c:v>
                </c:pt>
                <c:pt idx="28680">
                  <c:v>71050</c:v>
                </c:pt>
                <c:pt idx="28681">
                  <c:v>71051</c:v>
                </c:pt>
                <c:pt idx="28682">
                  <c:v>71052</c:v>
                </c:pt>
                <c:pt idx="28683">
                  <c:v>71053</c:v>
                </c:pt>
                <c:pt idx="28684">
                  <c:v>71054</c:v>
                </c:pt>
                <c:pt idx="28685">
                  <c:v>71055</c:v>
                </c:pt>
                <c:pt idx="28686">
                  <c:v>71056</c:v>
                </c:pt>
                <c:pt idx="28687">
                  <c:v>71057</c:v>
                </c:pt>
                <c:pt idx="28688">
                  <c:v>71058</c:v>
                </c:pt>
                <c:pt idx="28689">
                  <c:v>71059</c:v>
                </c:pt>
                <c:pt idx="28690">
                  <c:v>71060</c:v>
                </c:pt>
                <c:pt idx="28691">
                  <c:v>71061</c:v>
                </c:pt>
                <c:pt idx="28692">
                  <c:v>71062</c:v>
                </c:pt>
                <c:pt idx="28693">
                  <c:v>71063</c:v>
                </c:pt>
                <c:pt idx="28694">
                  <c:v>71064</c:v>
                </c:pt>
                <c:pt idx="28695">
                  <c:v>71065</c:v>
                </c:pt>
                <c:pt idx="28696">
                  <c:v>71066</c:v>
                </c:pt>
                <c:pt idx="28697">
                  <c:v>71067</c:v>
                </c:pt>
                <c:pt idx="28698">
                  <c:v>71068</c:v>
                </c:pt>
                <c:pt idx="28699">
                  <c:v>71069</c:v>
                </c:pt>
                <c:pt idx="28700">
                  <c:v>71070</c:v>
                </c:pt>
                <c:pt idx="28701">
                  <c:v>71071</c:v>
                </c:pt>
                <c:pt idx="28702">
                  <c:v>71072</c:v>
                </c:pt>
                <c:pt idx="28703">
                  <c:v>71073</c:v>
                </c:pt>
                <c:pt idx="28704">
                  <c:v>71074</c:v>
                </c:pt>
                <c:pt idx="28705">
                  <c:v>71075</c:v>
                </c:pt>
                <c:pt idx="28706">
                  <c:v>71076</c:v>
                </c:pt>
                <c:pt idx="28707">
                  <c:v>71077</c:v>
                </c:pt>
                <c:pt idx="28708">
                  <c:v>71078</c:v>
                </c:pt>
                <c:pt idx="28709">
                  <c:v>71079</c:v>
                </c:pt>
                <c:pt idx="28710">
                  <c:v>71080</c:v>
                </c:pt>
                <c:pt idx="28711">
                  <c:v>71081</c:v>
                </c:pt>
                <c:pt idx="28712">
                  <c:v>71082</c:v>
                </c:pt>
                <c:pt idx="28713">
                  <c:v>71083</c:v>
                </c:pt>
                <c:pt idx="28714">
                  <c:v>71084</c:v>
                </c:pt>
                <c:pt idx="28715">
                  <c:v>71085</c:v>
                </c:pt>
                <c:pt idx="28716">
                  <c:v>71086</c:v>
                </c:pt>
                <c:pt idx="28717">
                  <c:v>71087</c:v>
                </c:pt>
                <c:pt idx="28718">
                  <c:v>71088</c:v>
                </c:pt>
                <c:pt idx="28719">
                  <c:v>71089</c:v>
                </c:pt>
                <c:pt idx="28720">
                  <c:v>71090</c:v>
                </c:pt>
                <c:pt idx="28721">
                  <c:v>71091</c:v>
                </c:pt>
                <c:pt idx="28722">
                  <c:v>71092</c:v>
                </c:pt>
                <c:pt idx="28723">
                  <c:v>71093</c:v>
                </c:pt>
                <c:pt idx="28724">
                  <c:v>71094</c:v>
                </c:pt>
                <c:pt idx="28725">
                  <c:v>71095</c:v>
                </c:pt>
                <c:pt idx="28726">
                  <c:v>71096</c:v>
                </c:pt>
                <c:pt idx="28727">
                  <c:v>71097</c:v>
                </c:pt>
                <c:pt idx="28728">
                  <c:v>71098</c:v>
                </c:pt>
                <c:pt idx="28729">
                  <c:v>71099</c:v>
                </c:pt>
                <c:pt idx="28730">
                  <c:v>71100</c:v>
                </c:pt>
                <c:pt idx="28731">
                  <c:v>71101</c:v>
                </c:pt>
                <c:pt idx="28732">
                  <c:v>71102</c:v>
                </c:pt>
                <c:pt idx="28733">
                  <c:v>71103</c:v>
                </c:pt>
                <c:pt idx="28734">
                  <c:v>71104</c:v>
                </c:pt>
                <c:pt idx="28735">
                  <c:v>71105</c:v>
                </c:pt>
                <c:pt idx="28736">
                  <c:v>71106</c:v>
                </c:pt>
                <c:pt idx="28737">
                  <c:v>71107</c:v>
                </c:pt>
                <c:pt idx="28738">
                  <c:v>71108</c:v>
                </c:pt>
                <c:pt idx="28739">
                  <c:v>71109</c:v>
                </c:pt>
                <c:pt idx="28740">
                  <c:v>71110</c:v>
                </c:pt>
                <c:pt idx="28741">
                  <c:v>71111</c:v>
                </c:pt>
                <c:pt idx="28742">
                  <c:v>71112</c:v>
                </c:pt>
                <c:pt idx="28743">
                  <c:v>71113</c:v>
                </c:pt>
                <c:pt idx="28744">
                  <c:v>71114</c:v>
                </c:pt>
                <c:pt idx="28745">
                  <c:v>71115</c:v>
                </c:pt>
                <c:pt idx="28746">
                  <c:v>71116</c:v>
                </c:pt>
                <c:pt idx="28747">
                  <c:v>71117</c:v>
                </c:pt>
                <c:pt idx="28748">
                  <c:v>71118</c:v>
                </c:pt>
                <c:pt idx="28749">
                  <c:v>71119</c:v>
                </c:pt>
                <c:pt idx="28750">
                  <c:v>71120</c:v>
                </c:pt>
                <c:pt idx="28751">
                  <c:v>71121</c:v>
                </c:pt>
                <c:pt idx="28752">
                  <c:v>71122</c:v>
                </c:pt>
                <c:pt idx="28753">
                  <c:v>71123</c:v>
                </c:pt>
                <c:pt idx="28754">
                  <c:v>71124</c:v>
                </c:pt>
                <c:pt idx="28755">
                  <c:v>71125</c:v>
                </c:pt>
                <c:pt idx="28756">
                  <c:v>71126</c:v>
                </c:pt>
                <c:pt idx="28757">
                  <c:v>71127</c:v>
                </c:pt>
                <c:pt idx="28758">
                  <c:v>71128</c:v>
                </c:pt>
                <c:pt idx="28759">
                  <c:v>71129</c:v>
                </c:pt>
                <c:pt idx="28760">
                  <c:v>71130</c:v>
                </c:pt>
                <c:pt idx="28761">
                  <c:v>71131</c:v>
                </c:pt>
                <c:pt idx="28762">
                  <c:v>71132</c:v>
                </c:pt>
                <c:pt idx="28763">
                  <c:v>71133</c:v>
                </c:pt>
                <c:pt idx="28764">
                  <c:v>71134</c:v>
                </c:pt>
                <c:pt idx="28765">
                  <c:v>71135</c:v>
                </c:pt>
                <c:pt idx="28766">
                  <c:v>71136</c:v>
                </c:pt>
                <c:pt idx="28767">
                  <c:v>71137</c:v>
                </c:pt>
                <c:pt idx="28768">
                  <c:v>71138</c:v>
                </c:pt>
                <c:pt idx="28769">
                  <c:v>71139</c:v>
                </c:pt>
                <c:pt idx="28770">
                  <c:v>71140</c:v>
                </c:pt>
                <c:pt idx="28771">
                  <c:v>71141</c:v>
                </c:pt>
                <c:pt idx="28772">
                  <c:v>71142</c:v>
                </c:pt>
                <c:pt idx="28773">
                  <c:v>71143</c:v>
                </c:pt>
                <c:pt idx="28774">
                  <c:v>71144</c:v>
                </c:pt>
                <c:pt idx="28775">
                  <c:v>71145</c:v>
                </c:pt>
                <c:pt idx="28776">
                  <c:v>71146</c:v>
                </c:pt>
                <c:pt idx="28777">
                  <c:v>71147</c:v>
                </c:pt>
                <c:pt idx="28778">
                  <c:v>71148</c:v>
                </c:pt>
                <c:pt idx="28779">
                  <c:v>71149</c:v>
                </c:pt>
                <c:pt idx="28780">
                  <c:v>71150</c:v>
                </c:pt>
                <c:pt idx="28781">
                  <c:v>71151</c:v>
                </c:pt>
                <c:pt idx="28782">
                  <c:v>71152</c:v>
                </c:pt>
                <c:pt idx="28783">
                  <c:v>71153</c:v>
                </c:pt>
                <c:pt idx="28784">
                  <c:v>71154</c:v>
                </c:pt>
                <c:pt idx="28785">
                  <c:v>71155</c:v>
                </c:pt>
                <c:pt idx="28786">
                  <c:v>71156</c:v>
                </c:pt>
                <c:pt idx="28787">
                  <c:v>71157</c:v>
                </c:pt>
                <c:pt idx="28788">
                  <c:v>71158</c:v>
                </c:pt>
                <c:pt idx="28789">
                  <c:v>71159</c:v>
                </c:pt>
                <c:pt idx="28790">
                  <c:v>71160</c:v>
                </c:pt>
                <c:pt idx="28791">
                  <c:v>71161</c:v>
                </c:pt>
                <c:pt idx="28792">
                  <c:v>71162</c:v>
                </c:pt>
                <c:pt idx="28793">
                  <c:v>71163</c:v>
                </c:pt>
                <c:pt idx="28794">
                  <c:v>71164</c:v>
                </c:pt>
                <c:pt idx="28795">
                  <c:v>71165</c:v>
                </c:pt>
                <c:pt idx="28796">
                  <c:v>71166</c:v>
                </c:pt>
                <c:pt idx="28797">
                  <c:v>71167</c:v>
                </c:pt>
                <c:pt idx="28798">
                  <c:v>71168</c:v>
                </c:pt>
                <c:pt idx="28799">
                  <c:v>71169</c:v>
                </c:pt>
                <c:pt idx="28800">
                  <c:v>71170</c:v>
                </c:pt>
                <c:pt idx="28801">
                  <c:v>71171</c:v>
                </c:pt>
                <c:pt idx="28802">
                  <c:v>71172</c:v>
                </c:pt>
                <c:pt idx="28803">
                  <c:v>71173</c:v>
                </c:pt>
                <c:pt idx="28804">
                  <c:v>71174</c:v>
                </c:pt>
                <c:pt idx="28805">
                  <c:v>71175</c:v>
                </c:pt>
                <c:pt idx="28806">
                  <c:v>71176</c:v>
                </c:pt>
                <c:pt idx="28807">
                  <c:v>71177</c:v>
                </c:pt>
                <c:pt idx="28808">
                  <c:v>71178</c:v>
                </c:pt>
                <c:pt idx="28809">
                  <c:v>71179</c:v>
                </c:pt>
                <c:pt idx="28810">
                  <c:v>71180</c:v>
                </c:pt>
                <c:pt idx="28811">
                  <c:v>71181</c:v>
                </c:pt>
                <c:pt idx="28812">
                  <c:v>71182</c:v>
                </c:pt>
                <c:pt idx="28813">
                  <c:v>71183</c:v>
                </c:pt>
                <c:pt idx="28814">
                  <c:v>71184</c:v>
                </c:pt>
                <c:pt idx="28815">
                  <c:v>71185</c:v>
                </c:pt>
                <c:pt idx="28816">
                  <c:v>71186</c:v>
                </c:pt>
                <c:pt idx="28817">
                  <c:v>71187</c:v>
                </c:pt>
                <c:pt idx="28818">
                  <c:v>71188</c:v>
                </c:pt>
                <c:pt idx="28819">
                  <c:v>71189</c:v>
                </c:pt>
                <c:pt idx="28820">
                  <c:v>71190</c:v>
                </c:pt>
                <c:pt idx="28821">
                  <c:v>71191</c:v>
                </c:pt>
                <c:pt idx="28822">
                  <c:v>71192</c:v>
                </c:pt>
                <c:pt idx="28823">
                  <c:v>71193</c:v>
                </c:pt>
                <c:pt idx="28824">
                  <c:v>71194</c:v>
                </c:pt>
                <c:pt idx="28825">
                  <c:v>71195</c:v>
                </c:pt>
                <c:pt idx="28826">
                  <c:v>71196</c:v>
                </c:pt>
                <c:pt idx="28827">
                  <c:v>71197</c:v>
                </c:pt>
                <c:pt idx="28828">
                  <c:v>71198</c:v>
                </c:pt>
                <c:pt idx="28829">
                  <c:v>71199</c:v>
                </c:pt>
                <c:pt idx="28830">
                  <c:v>71200</c:v>
                </c:pt>
                <c:pt idx="28831">
                  <c:v>71201</c:v>
                </c:pt>
                <c:pt idx="28832">
                  <c:v>71202</c:v>
                </c:pt>
                <c:pt idx="28833">
                  <c:v>71203</c:v>
                </c:pt>
                <c:pt idx="28834">
                  <c:v>71204</c:v>
                </c:pt>
                <c:pt idx="28835">
                  <c:v>71205</c:v>
                </c:pt>
                <c:pt idx="28836">
                  <c:v>71206</c:v>
                </c:pt>
                <c:pt idx="28837">
                  <c:v>71207</c:v>
                </c:pt>
                <c:pt idx="28838">
                  <c:v>71208</c:v>
                </c:pt>
                <c:pt idx="28839">
                  <c:v>71209</c:v>
                </c:pt>
                <c:pt idx="28840">
                  <c:v>71210</c:v>
                </c:pt>
                <c:pt idx="28841">
                  <c:v>71211</c:v>
                </c:pt>
                <c:pt idx="28842">
                  <c:v>71212</c:v>
                </c:pt>
                <c:pt idx="28843">
                  <c:v>71213</c:v>
                </c:pt>
                <c:pt idx="28844">
                  <c:v>71214</c:v>
                </c:pt>
                <c:pt idx="28845">
                  <c:v>71215</c:v>
                </c:pt>
                <c:pt idx="28846">
                  <c:v>71216</c:v>
                </c:pt>
                <c:pt idx="28847">
                  <c:v>71217</c:v>
                </c:pt>
                <c:pt idx="28848">
                  <c:v>71218</c:v>
                </c:pt>
                <c:pt idx="28849">
                  <c:v>71219</c:v>
                </c:pt>
                <c:pt idx="28850">
                  <c:v>71220</c:v>
                </c:pt>
                <c:pt idx="28851">
                  <c:v>71221</c:v>
                </c:pt>
                <c:pt idx="28852">
                  <c:v>71222</c:v>
                </c:pt>
                <c:pt idx="28853">
                  <c:v>71223</c:v>
                </c:pt>
                <c:pt idx="28854">
                  <c:v>71224</c:v>
                </c:pt>
                <c:pt idx="28855">
                  <c:v>71225</c:v>
                </c:pt>
                <c:pt idx="28856">
                  <c:v>71226</c:v>
                </c:pt>
                <c:pt idx="28857">
                  <c:v>71227</c:v>
                </c:pt>
                <c:pt idx="28858">
                  <c:v>71228</c:v>
                </c:pt>
                <c:pt idx="28859">
                  <c:v>71229</c:v>
                </c:pt>
                <c:pt idx="28860">
                  <c:v>71230</c:v>
                </c:pt>
                <c:pt idx="28861">
                  <c:v>71231</c:v>
                </c:pt>
                <c:pt idx="28862">
                  <c:v>71232</c:v>
                </c:pt>
                <c:pt idx="28863">
                  <c:v>71233</c:v>
                </c:pt>
                <c:pt idx="28864">
                  <c:v>71234</c:v>
                </c:pt>
                <c:pt idx="28865">
                  <c:v>71235</c:v>
                </c:pt>
                <c:pt idx="28866">
                  <c:v>71236</c:v>
                </c:pt>
                <c:pt idx="28867">
                  <c:v>71237</c:v>
                </c:pt>
                <c:pt idx="28868">
                  <c:v>71238</c:v>
                </c:pt>
                <c:pt idx="28869">
                  <c:v>71239</c:v>
                </c:pt>
                <c:pt idx="28870">
                  <c:v>71240</c:v>
                </c:pt>
                <c:pt idx="28871">
                  <c:v>71241</c:v>
                </c:pt>
                <c:pt idx="28872">
                  <c:v>71242</c:v>
                </c:pt>
                <c:pt idx="28873">
                  <c:v>71243</c:v>
                </c:pt>
                <c:pt idx="28874">
                  <c:v>71244</c:v>
                </c:pt>
                <c:pt idx="28875">
                  <c:v>71245</c:v>
                </c:pt>
                <c:pt idx="28876">
                  <c:v>71246</c:v>
                </c:pt>
                <c:pt idx="28877">
                  <c:v>71247</c:v>
                </c:pt>
                <c:pt idx="28878">
                  <c:v>71248</c:v>
                </c:pt>
                <c:pt idx="28879">
                  <c:v>71249</c:v>
                </c:pt>
                <c:pt idx="28880">
                  <c:v>71250</c:v>
                </c:pt>
                <c:pt idx="28881">
                  <c:v>71251</c:v>
                </c:pt>
                <c:pt idx="28882">
                  <c:v>71252</c:v>
                </c:pt>
                <c:pt idx="28883">
                  <c:v>71253</c:v>
                </c:pt>
                <c:pt idx="28884">
                  <c:v>71254</c:v>
                </c:pt>
                <c:pt idx="28885">
                  <c:v>71255</c:v>
                </c:pt>
                <c:pt idx="28886">
                  <c:v>71256</c:v>
                </c:pt>
                <c:pt idx="28887">
                  <c:v>71257</c:v>
                </c:pt>
                <c:pt idx="28888">
                  <c:v>71258</c:v>
                </c:pt>
                <c:pt idx="28889">
                  <c:v>71259</c:v>
                </c:pt>
                <c:pt idx="28890">
                  <c:v>71260</c:v>
                </c:pt>
                <c:pt idx="28891">
                  <c:v>71261</c:v>
                </c:pt>
                <c:pt idx="28892">
                  <c:v>71262</c:v>
                </c:pt>
                <c:pt idx="28893">
                  <c:v>71263</c:v>
                </c:pt>
                <c:pt idx="28894">
                  <c:v>71264</c:v>
                </c:pt>
                <c:pt idx="28895">
                  <c:v>71265</c:v>
                </c:pt>
                <c:pt idx="28896">
                  <c:v>71266</c:v>
                </c:pt>
                <c:pt idx="28897">
                  <c:v>71267</c:v>
                </c:pt>
                <c:pt idx="28898">
                  <c:v>71268</c:v>
                </c:pt>
                <c:pt idx="28899">
                  <c:v>71269</c:v>
                </c:pt>
                <c:pt idx="28900">
                  <c:v>71270</c:v>
                </c:pt>
                <c:pt idx="28901">
                  <c:v>71271</c:v>
                </c:pt>
                <c:pt idx="28902">
                  <c:v>71272</c:v>
                </c:pt>
                <c:pt idx="28903">
                  <c:v>71273</c:v>
                </c:pt>
                <c:pt idx="28904">
                  <c:v>71274</c:v>
                </c:pt>
                <c:pt idx="28905">
                  <c:v>71275</c:v>
                </c:pt>
                <c:pt idx="28906">
                  <c:v>71276</c:v>
                </c:pt>
                <c:pt idx="28907">
                  <c:v>71277</c:v>
                </c:pt>
                <c:pt idx="28908">
                  <c:v>71278</c:v>
                </c:pt>
                <c:pt idx="28909">
                  <c:v>71279</c:v>
                </c:pt>
                <c:pt idx="28910">
                  <c:v>71280</c:v>
                </c:pt>
                <c:pt idx="28911">
                  <c:v>71281</c:v>
                </c:pt>
                <c:pt idx="28912">
                  <c:v>71282</c:v>
                </c:pt>
                <c:pt idx="28913">
                  <c:v>71283</c:v>
                </c:pt>
                <c:pt idx="28914">
                  <c:v>71284</c:v>
                </c:pt>
                <c:pt idx="28915">
                  <c:v>71285</c:v>
                </c:pt>
                <c:pt idx="28916">
                  <c:v>71286</c:v>
                </c:pt>
                <c:pt idx="28917">
                  <c:v>71287</c:v>
                </c:pt>
                <c:pt idx="28918">
                  <c:v>71288</c:v>
                </c:pt>
                <c:pt idx="28919">
                  <c:v>71289</c:v>
                </c:pt>
                <c:pt idx="28920">
                  <c:v>71290</c:v>
                </c:pt>
                <c:pt idx="28921">
                  <c:v>71291</c:v>
                </c:pt>
                <c:pt idx="28922">
                  <c:v>71292</c:v>
                </c:pt>
                <c:pt idx="28923">
                  <c:v>71293</c:v>
                </c:pt>
                <c:pt idx="28924">
                  <c:v>71294</c:v>
                </c:pt>
                <c:pt idx="28925">
                  <c:v>71295</c:v>
                </c:pt>
                <c:pt idx="28926">
                  <c:v>71296</c:v>
                </c:pt>
                <c:pt idx="28927">
                  <c:v>71297</c:v>
                </c:pt>
                <c:pt idx="28928">
                  <c:v>71298</c:v>
                </c:pt>
                <c:pt idx="28929">
                  <c:v>71299</c:v>
                </c:pt>
                <c:pt idx="28930">
                  <c:v>71300</c:v>
                </c:pt>
                <c:pt idx="28931">
                  <c:v>71301</c:v>
                </c:pt>
                <c:pt idx="28932">
                  <c:v>71302</c:v>
                </c:pt>
                <c:pt idx="28933">
                  <c:v>71303</c:v>
                </c:pt>
                <c:pt idx="28934">
                  <c:v>71304</c:v>
                </c:pt>
                <c:pt idx="28935">
                  <c:v>71305</c:v>
                </c:pt>
                <c:pt idx="28936">
                  <c:v>71306</c:v>
                </c:pt>
                <c:pt idx="28937">
                  <c:v>71307</c:v>
                </c:pt>
                <c:pt idx="28938">
                  <c:v>71308</c:v>
                </c:pt>
                <c:pt idx="28939">
                  <c:v>71309</c:v>
                </c:pt>
                <c:pt idx="28940">
                  <c:v>71310</c:v>
                </c:pt>
                <c:pt idx="28941">
                  <c:v>71311</c:v>
                </c:pt>
                <c:pt idx="28942">
                  <c:v>71312</c:v>
                </c:pt>
                <c:pt idx="28943">
                  <c:v>71313</c:v>
                </c:pt>
                <c:pt idx="28944">
                  <c:v>71314</c:v>
                </c:pt>
                <c:pt idx="28945">
                  <c:v>71315</c:v>
                </c:pt>
                <c:pt idx="28946">
                  <c:v>71316</c:v>
                </c:pt>
                <c:pt idx="28947">
                  <c:v>71317</c:v>
                </c:pt>
                <c:pt idx="28948">
                  <c:v>71318</c:v>
                </c:pt>
                <c:pt idx="28949">
                  <c:v>71319</c:v>
                </c:pt>
                <c:pt idx="28950">
                  <c:v>71320</c:v>
                </c:pt>
                <c:pt idx="28951">
                  <c:v>71321</c:v>
                </c:pt>
                <c:pt idx="28952">
                  <c:v>71322</c:v>
                </c:pt>
                <c:pt idx="28953">
                  <c:v>71323</c:v>
                </c:pt>
                <c:pt idx="28954">
                  <c:v>71324</c:v>
                </c:pt>
                <c:pt idx="28955">
                  <c:v>71325</c:v>
                </c:pt>
                <c:pt idx="28956">
                  <c:v>71326</c:v>
                </c:pt>
                <c:pt idx="28957">
                  <c:v>71327</c:v>
                </c:pt>
                <c:pt idx="28958">
                  <c:v>71328</c:v>
                </c:pt>
                <c:pt idx="28959">
                  <c:v>71329</c:v>
                </c:pt>
                <c:pt idx="28960">
                  <c:v>71330</c:v>
                </c:pt>
                <c:pt idx="28961">
                  <c:v>71331</c:v>
                </c:pt>
                <c:pt idx="28962">
                  <c:v>71332</c:v>
                </c:pt>
                <c:pt idx="28963">
                  <c:v>71333</c:v>
                </c:pt>
                <c:pt idx="28964">
                  <c:v>71334</c:v>
                </c:pt>
                <c:pt idx="28965">
                  <c:v>71335</c:v>
                </c:pt>
                <c:pt idx="28966">
                  <c:v>71336</c:v>
                </c:pt>
                <c:pt idx="28967">
                  <c:v>71337</c:v>
                </c:pt>
                <c:pt idx="28968">
                  <c:v>71338</c:v>
                </c:pt>
                <c:pt idx="28969">
                  <c:v>71339</c:v>
                </c:pt>
                <c:pt idx="28970">
                  <c:v>71340</c:v>
                </c:pt>
                <c:pt idx="28971">
                  <c:v>71341</c:v>
                </c:pt>
                <c:pt idx="28972">
                  <c:v>71342</c:v>
                </c:pt>
                <c:pt idx="28973">
                  <c:v>71343</c:v>
                </c:pt>
                <c:pt idx="28974">
                  <c:v>71344</c:v>
                </c:pt>
                <c:pt idx="28975">
                  <c:v>71345</c:v>
                </c:pt>
                <c:pt idx="28976">
                  <c:v>71346</c:v>
                </c:pt>
                <c:pt idx="28977">
                  <c:v>71347</c:v>
                </c:pt>
                <c:pt idx="28978">
                  <c:v>71348</c:v>
                </c:pt>
                <c:pt idx="28979">
                  <c:v>71349</c:v>
                </c:pt>
                <c:pt idx="28980">
                  <c:v>71350</c:v>
                </c:pt>
                <c:pt idx="28981">
                  <c:v>71351</c:v>
                </c:pt>
                <c:pt idx="28982">
                  <c:v>71352</c:v>
                </c:pt>
                <c:pt idx="28983">
                  <c:v>71353</c:v>
                </c:pt>
                <c:pt idx="28984">
                  <c:v>71354</c:v>
                </c:pt>
                <c:pt idx="28985">
                  <c:v>71355</c:v>
                </c:pt>
                <c:pt idx="28986">
                  <c:v>71356</c:v>
                </c:pt>
                <c:pt idx="28987">
                  <c:v>71357</c:v>
                </c:pt>
                <c:pt idx="28988">
                  <c:v>71358</c:v>
                </c:pt>
                <c:pt idx="28989">
                  <c:v>71359</c:v>
                </c:pt>
                <c:pt idx="28990">
                  <c:v>71360</c:v>
                </c:pt>
                <c:pt idx="28991">
                  <c:v>71361</c:v>
                </c:pt>
                <c:pt idx="28992">
                  <c:v>71362</c:v>
                </c:pt>
                <c:pt idx="28993">
                  <c:v>71363</c:v>
                </c:pt>
                <c:pt idx="28994">
                  <c:v>71364</c:v>
                </c:pt>
                <c:pt idx="28995">
                  <c:v>71365</c:v>
                </c:pt>
                <c:pt idx="28996">
                  <c:v>71366</c:v>
                </c:pt>
                <c:pt idx="28997">
                  <c:v>71367</c:v>
                </c:pt>
                <c:pt idx="28998">
                  <c:v>71368</c:v>
                </c:pt>
                <c:pt idx="28999">
                  <c:v>71369</c:v>
                </c:pt>
                <c:pt idx="29000">
                  <c:v>71370</c:v>
                </c:pt>
                <c:pt idx="29001">
                  <c:v>71371</c:v>
                </c:pt>
                <c:pt idx="29002">
                  <c:v>71372</c:v>
                </c:pt>
                <c:pt idx="29003">
                  <c:v>71373</c:v>
                </c:pt>
                <c:pt idx="29004">
                  <c:v>71374</c:v>
                </c:pt>
                <c:pt idx="29005">
                  <c:v>71375</c:v>
                </c:pt>
                <c:pt idx="29006">
                  <c:v>71376</c:v>
                </c:pt>
                <c:pt idx="29007">
                  <c:v>71377</c:v>
                </c:pt>
                <c:pt idx="29008">
                  <c:v>71378</c:v>
                </c:pt>
                <c:pt idx="29009">
                  <c:v>71379</c:v>
                </c:pt>
                <c:pt idx="29010">
                  <c:v>71380</c:v>
                </c:pt>
                <c:pt idx="29011">
                  <c:v>71381</c:v>
                </c:pt>
                <c:pt idx="29012">
                  <c:v>71382</c:v>
                </c:pt>
                <c:pt idx="29013">
                  <c:v>71383</c:v>
                </c:pt>
                <c:pt idx="29014">
                  <c:v>71384</c:v>
                </c:pt>
                <c:pt idx="29015">
                  <c:v>71385</c:v>
                </c:pt>
                <c:pt idx="29016">
                  <c:v>71386</c:v>
                </c:pt>
                <c:pt idx="29017">
                  <c:v>71387</c:v>
                </c:pt>
                <c:pt idx="29018">
                  <c:v>71388</c:v>
                </c:pt>
                <c:pt idx="29019">
                  <c:v>71389</c:v>
                </c:pt>
                <c:pt idx="29020">
                  <c:v>71390</c:v>
                </c:pt>
                <c:pt idx="29021">
                  <c:v>71391</c:v>
                </c:pt>
                <c:pt idx="29022">
                  <c:v>71392</c:v>
                </c:pt>
                <c:pt idx="29023">
                  <c:v>71393</c:v>
                </c:pt>
                <c:pt idx="29024">
                  <c:v>71394</c:v>
                </c:pt>
                <c:pt idx="29025">
                  <c:v>71395</c:v>
                </c:pt>
                <c:pt idx="29026">
                  <c:v>71396</c:v>
                </c:pt>
                <c:pt idx="29027">
                  <c:v>71397</c:v>
                </c:pt>
                <c:pt idx="29028">
                  <c:v>71398</c:v>
                </c:pt>
                <c:pt idx="29029">
                  <c:v>71399</c:v>
                </c:pt>
                <c:pt idx="29030">
                  <c:v>71400</c:v>
                </c:pt>
                <c:pt idx="29031">
                  <c:v>71401</c:v>
                </c:pt>
                <c:pt idx="29032">
                  <c:v>71402</c:v>
                </c:pt>
                <c:pt idx="29033">
                  <c:v>71403</c:v>
                </c:pt>
                <c:pt idx="29034">
                  <c:v>71404</c:v>
                </c:pt>
                <c:pt idx="29035">
                  <c:v>71405</c:v>
                </c:pt>
                <c:pt idx="29036">
                  <c:v>71406</c:v>
                </c:pt>
                <c:pt idx="29037">
                  <c:v>71407</c:v>
                </c:pt>
                <c:pt idx="29038">
                  <c:v>71408</c:v>
                </c:pt>
                <c:pt idx="29039">
                  <c:v>71409</c:v>
                </c:pt>
                <c:pt idx="29040">
                  <c:v>71410</c:v>
                </c:pt>
                <c:pt idx="29041">
                  <c:v>71411</c:v>
                </c:pt>
                <c:pt idx="29042">
                  <c:v>71412</c:v>
                </c:pt>
                <c:pt idx="29043">
                  <c:v>71413</c:v>
                </c:pt>
                <c:pt idx="29044">
                  <c:v>71414</c:v>
                </c:pt>
                <c:pt idx="29045">
                  <c:v>71415</c:v>
                </c:pt>
                <c:pt idx="29046">
                  <c:v>71416</c:v>
                </c:pt>
                <c:pt idx="29047">
                  <c:v>71417</c:v>
                </c:pt>
                <c:pt idx="29048">
                  <c:v>71418</c:v>
                </c:pt>
                <c:pt idx="29049">
                  <c:v>71419</c:v>
                </c:pt>
                <c:pt idx="29050">
                  <c:v>71420</c:v>
                </c:pt>
                <c:pt idx="29051">
                  <c:v>71421</c:v>
                </c:pt>
                <c:pt idx="29052">
                  <c:v>71422</c:v>
                </c:pt>
                <c:pt idx="29053">
                  <c:v>71423</c:v>
                </c:pt>
                <c:pt idx="29054">
                  <c:v>71424</c:v>
                </c:pt>
                <c:pt idx="29055">
                  <c:v>71425</c:v>
                </c:pt>
                <c:pt idx="29056">
                  <c:v>71426</c:v>
                </c:pt>
                <c:pt idx="29057">
                  <c:v>71427</c:v>
                </c:pt>
                <c:pt idx="29058">
                  <c:v>71428</c:v>
                </c:pt>
                <c:pt idx="29059">
                  <c:v>71429</c:v>
                </c:pt>
                <c:pt idx="29060">
                  <c:v>71430</c:v>
                </c:pt>
                <c:pt idx="29061">
                  <c:v>71431</c:v>
                </c:pt>
                <c:pt idx="29062">
                  <c:v>71432</c:v>
                </c:pt>
                <c:pt idx="29063">
                  <c:v>71433</c:v>
                </c:pt>
                <c:pt idx="29064">
                  <c:v>71434</c:v>
                </c:pt>
                <c:pt idx="29065">
                  <c:v>71435</c:v>
                </c:pt>
                <c:pt idx="29066">
                  <c:v>71436</c:v>
                </c:pt>
                <c:pt idx="29067">
                  <c:v>71437</c:v>
                </c:pt>
                <c:pt idx="29068">
                  <c:v>71438</c:v>
                </c:pt>
                <c:pt idx="29069">
                  <c:v>71439</c:v>
                </c:pt>
                <c:pt idx="29070">
                  <c:v>71440</c:v>
                </c:pt>
                <c:pt idx="29071">
                  <c:v>71441</c:v>
                </c:pt>
                <c:pt idx="29072">
                  <c:v>71442</c:v>
                </c:pt>
                <c:pt idx="29073">
                  <c:v>71443</c:v>
                </c:pt>
                <c:pt idx="29074">
                  <c:v>71444</c:v>
                </c:pt>
                <c:pt idx="29075">
                  <c:v>71445</c:v>
                </c:pt>
                <c:pt idx="29076">
                  <c:v>71446</c:v>
                </c:pt>
                <c:pt idx="29077">
                  <c:v>71447</c:v>
                </c:pt>
                <c:pt idx="29078">
                  <c:v>71448</c:v>
                </c:pt>
                <c:pt idx="29079">
                  <c:v>71449</c:v>
                </c:pt>
                <c:pt idx="29080">
                  <c:v>71450</c:v>
                </c:pt>
                <c:pt idx="29081">
                  <c:v>71451</c:v>
                </c:pt>
                <c:pt idx="29082">
                  <c:v>71452</c:v>
                </c:pt>
                <c:pt idx="29083">
                  <c:v>71453</c:v>
                </c:pt>
                <c:pt idx="29084">
                  <c:v>71454</c:v>
                </c:pt>
                <c:pt idx="29085">
                  <c:v>71455</c:v>
                </c:pt>
                <c:pt idx="29086">
                  <c:v>71456</c:v>
                </c:pt>
                <c:pt idx="29087">
                  <c:v>71457</c:v>
                </c:pt>
                <c:pt idx="29088">
                  <c:v>71458</c:v>
                </c:pt>
                <c:pt idx="29089">
                  <c:v>71459</c:v>
                </c:pt>
                <c:pt idx="29090">
                  <c:v>71460</c:v>
                </c:pt>
                <c:pt idx="29091">
                  <c:v>71461</c:v>
                </c:pt>
                <c:pt idx="29092">
                  <c:v>71462</c:v>
                </c:pt>
                <c:pt idx="29093">
                  <c:v>71463</c:v>
                </c:pt>
                <c:pt idx="29094">
                  <c:v>71464</c:v>
                </c:pt>
                <c:pt idx="29095">
                  <c:v>71465</c:v>
                </c:pt>
                <c:pt idx="29096">
                  <c:v>71466</c:v>
                </c:pt>
                <c:pt idx="29097">
                  <c:v>71467</c:v>
                </c:pt>
                <c:pt idx="29098">
                  <c:v>71468</c:v>
                </c:pt>
                <c:pt idx="29099">
                  <c:v>71469</c:v>
                </c:pt>
                <c:pt idx="29100">
                  <c:v>71470</c:v>
                </c:pt>
                <c:pt idx="29101">
                  <c:v>71471</c:v>
                </c:pt>
                <c:pt idx="29102">
                  <c:v>71472</c:v>
                </c:pt>
                <c:pt idx="29103">
                  <c:v>71473</c:v>
                </c:pt>
                <c:pt idx="29104">
                  <c:v>71474</c:v>
                </c:pt>
                <c:pt idx="29105">
                  <c:v>71475</c:v>
                </c:pt>
                <c:pt idx="29106">
                  <c:v>71476</c:v>
                </c:pt>
                <c:pt idx="29107">
                  <c:v>71477</c:v>
                </c:pt>
                <c:pt idx="29108">
                  <c:v>71478</c:v>
                </c:pt>
                <c:pt idx="29109">
                  <c:v>71479</c:v>
                </c:pt>
                <c:pt idx="29110">
                  <c:v>71480</c:v>
                </c:pt>
                <c:pt idx="29111">
                  <c:v>71481</c:v>
                </c:pt>
                <c:pt idx="29112">
                  <c:v>71482</c:v>
                </c:pt>
                <c:pt idx="29113">
                  <c:v>71483</c:v>
                </c:pt>
                <c:pt idx="29114">
                  <c:v>71484</c:v>
                </c:pt>
                <c:pt idx="29115">
                  <c:v>71485</c:v>
                </c:pt>
                <c:pt idx="29116">
                  <c:v>71486</c:v>
                </c:pt>
                <c:pt idx="29117">
                  <c:v>71487</c:v>
                </c:pt>
                <c:pt idx="29118">
                  <c:v>71488</c:v>
                </c:pt>
                <c:pt idx="29119">
                  <c:v>71489</c:v>
                </c:pt>
                <c:pt idx="29120">
                  <c:v>71490</c:v>
                </c:pt>
                <c:pt idx="29121">
                  <c:v>71491</c:v>
                </c:pt>
                <c:pt idx="29122">
                  <c:v>71492</c:v>
                </c:pt>
                <c:pt idx="29123">
                  <c:v>71493</c:v>
                </c:pt>
                <c:pt idx="29124">
                  <c:v>71494</c:v>
                </c:pt>
                <c:pt idx="29125">
                  <c:v>71495</c:v>
                </c:pt>
                <c:pt idx="29126">
                  <c:v>71496</c:v>
                </c:pt>
                <c:pt idx="29127">
                  <c:v>71497</c:v>
                </c:pt>
                <c:pt idx="29128">
                  <c:v>71498</c:v>
                </c:pt>
                <c:pt idx="29129">
                  <c:v>71499</c:v>
                </c:pt>
                <c:pt idx="29130">
                  <c:v>71500</c:v>
                </c:pt>
                <c:pt idx="29131">
                  <c:v>71501</c:v>
                </c:pt>
                <c:pt idx="29132">
                  <c:v>71502</c:v>
                </c:pt>
                <c:pt idx="29133">
                  <c:v>71503</c:v>
                </c:pt>
                <c:pt idx="29134">
                  <c:v>71504</c:v>
                </c:pt>
                <c:pt idx="29135">
                  <c:v>71505</c:v>
                </c:pt>
                <c:pt idx="29136">
                  <c:v>71506</c:v>
                </c:pt>
                <c:pt idx="29137">
                  <c:v>71507</c:v>
                </c:pt>
                <c:pt idx="29138">
                  <c:v>71508</c:v>
                </c:pt>
                <c:pt idx="29139">
                  <c:v>71509</c:v>
                </c:pt>
                <c:pt idx="29140">
                  <c:v>71510</c:v>
                </c:pt>
                <c:pt idx="29141">
                  <c:v>71511</c:v>
                </c:pt>
                <c:pt idx="29142">
                  <c:v>71512</c:v>
                </c:pt>
                <c:pt idx="29143">
                  <c:v>71513</c:v>
                </c:pt>
                <c:pt idx="29144">
                  <c:v>71514</c:v>
                </c:pt>
                <c:pt idx="29145">
                  <c:v>71515</c:v>
                </c:pt>
                <c:pt idx="29146">
                  <c:v>71516</c:v>
                </c:pt>
                <c:pt idx="29147">
                  <c:v>71517</c:v>
                </c:pt>
                <c:pt idx="29148">
                  <c:v>71518</c:v>
                </c:pt>
                <c:pt idx="29149">
                  <c:v>71519</c:v>
                </c:pt>
                <c:pt idx="29150">
                  <c:v>71520</c:v>
                </c:pt>
                <c:pt idx="29151">
                  <c:v>71521</c:v>
                </c:pt>
                <c:pt idx="29152">
                  <c:v>71522</c:v>
                </c:pt>
                <c:pt idx="29153">
                  <c:v>71523</c:v>
                </c:pt>
                <c:pt idx="29154">
                  <c:v>71524</c:v>
                </c:pt>
                <c:pt idx="29155">
                  <c:v>71525</c:v>
                </c:pt>
                <c:pt idx="29156">
                  <c:v>71526</c:v>
                </c:pt>
                <c:pt idx="29157">
                  <c:v>71527</c:v>
                </c:pt>
                <c:pt idx="29158">
                  <c:v>71528</c:v>
                </c:pt>
                <c:pt idx="29159">
                  <c:v>71529</c:v>
                </c:pt>
                <c:pt idx="29160">
                  <c:v>71530</c:v>
                </c:pt>
                <c:pt idx="29161">
                  <c:v>71531</c:v>
                </c:pt>
                <c:pt idx="29162">
                  <c:v>71532</c:v>
                </c:pt>
                <c:pt idx="29163">
                  <c:v>71533</c:v>
                </c:pt>
                <c:pt idx="29164">
                  <c:v>71534</c:v>
                </c:pt>
                <c:pt idx="29165">
                  <c:v>71535</c:v>
                </c:pt>
                <c:pt idx="29166">
                  <c:v>71536</c:v>
                </c:pt>
                <c:pt idx="29167">
                  <c:v>71537</c:v>
                </c:pt>
                <c:pt idx="29168">
                  <c:v>71538</c:v>
                </c:pt>
                <c:pt idx="29169">
                  <c:v>71539</c:v>
                </c:pt>
                <c:pt idx="29170">
                  <c:v>71540</c:v>
                </c:pt>
                <c:pt idx="29171">
                  <c:v>71541</c:v>
                </c:pt>
                <c:pt idx="29172">
                  <c:v>71542</c:v>
                </c:pt>
                <c:pt idx="29173">
                  <c:v>71543</c:v>
                </c:pt>
                <c:pt idx="29174">
                  <c:v>71544</c:v>
                </c:pt>
                <c:pt idx="29175">
                  <c:v>71545</c:v>
                </c:pt>
                <c:pt idx="29176">
                  <c:v>71546</c:v>
                </c:pt>
                <c:pt idx="29177">
                  <c:v>71547</c:v>
                </c:pt>
                <c:pt idx="29178">
                  <c:v>71548</c:v>
                </c:pt>
                <c:pt idx="29179">
                  <c:v>71549</c:v>
                </c:pt>
                <c:pt idx="29180">
                  <c:v>71550</c:v>
                </c:pt>
                <c:pt idx="29181">
                  <c:v>71551</c:v>
                </c:pt>
                <c:pt idx="29182">
                  <c:v>71552</c:v>
                </c:pt>
                <c:pt idx="29183">
                  <c:v>71553</c:v>
                </c:pt>
                <c:pt idx="29184">
                  <c:v>71554</c:v>
                </c:pt>
                <c:pt idx="29185">
                  <c:v>71555</c:v>
                </c:pt>
                <c:pt idx="29186">
                  <c:v>71556</c:v>
                </c:pt>
                <c:pt idx="29187">
                  <c:v>71557</c:v>
                </c:pt>
                <c:pt idx="29188">
                  <c:v>71558</c:v>
                </c:pt>
                <c:pt idx="29189">
                  <c:v>71559</c:v>
                </c:pt>
                <c:pt idx="29190">
                  <c:v>71560</c:v>
                </c:pt>
                <c:pt idx="29191">
                  <c:v>71561</c:v>
                </c:pt>
                <c:pt idx="29192">
                  <c:v>71562</c:v>
                </c:pt>
                <c:pt idx="29193">
                  <c:v>71563</c:v>
                </c:pt>
                <c:pt idx="29194">
                  <c:v>71564</c:v>
                </c:pt>
                <c:pt idx="29195">
                  <c:v>71565</c:v>
                </c:pt>
                <c:pt idx="29196">
                  <c:v>71566</c:v>
                </c:pt>
                <c:pt idx="29197">
                  <c:v>71567</c:v>
                </c:pt>
                <c:pt idx="29198">
                  <c:v>71568</c:v>
                </c:pt>
                <c:pt idx="29199">
                  <c:v>71569</c:v>
                </c:pt>
                <c:pt idx="29200">
                  <c:v>71570</c:v>
                </c:pt>
                <c:pt idx="29201">
                  <c:v>71571</c:v>
                </c:pt>
                <c:pt idx="29202">
                  <c:v>71572</c:v>
                </c:pt>
                <c:pt idx="29203">
                  <c:v>71573</c:v>
                </c:pt>
                <c:pt idx="29204">
                  <c:v>71574</c:v>
                </c:pt>
                <c:pt idx="29205">
                  <c:v>71575</c:v>
                </c:pt>
                <c:pt idx="29206">
                  <c:v>71576</c:v>
                </c:pt>
                <c:pt idx="29207">
                  <c:v>71577</c:v>
                </c:pt>
                <c:pt idx="29208">
                  <c:v>71578</c:v>
                </c:pt>
                <c:pt idx="29209">
                  <c:v>71579</c:v>
                </c:pt>
                <c:pt idx="29210">
                  <c:v>71580</c:v>
                </c:pt>
                <c:pt idx="29211">
                  <c:v>71581</c:v>
                </c:pt>
                <c:pt idx="29212">
                  <c:v>71582</c:v>
                </c:pt>
                <c:pt idx="29213">
                  <c:v>71583</c:v>
                </c:pt>
                <c:pt idx="29214">
                  <c:v>71584</c:v>
                </c:pt>
                <c:pt idx="29215">
                  <c:v>71585</c:v>
                </c:pt>
                <c:pt idx="29216">
                  <c:v>71586</c:v>
                </c:pt>
                <c:pt idx="29217">
                  <c:v>71587</c:v>
                </c:pt>
                <c:pt idx="29218">
                  <c:v>71588</c:v>
                </c:pt>
                <c:pt idx="29219">
                  <c:v>71589</c:v>
                </c:pt>
                <c:pt idx="29220">
                  <c:v>71590</c:v>
                </c:pt>
                <c:pt idx="29221">
                  <c:v>71591</c:v>
                </c:pt>
                <c:pt idx="29222">
                  <c:v>71592</c:v>
                </c:pt>
                <c:pt idx="29223">
                  <c:v>71593</c:v>
                </c:pt>
                <c:pt idx="29224">
                  <c:v>71594</c:v>
                </c:pt>
                <c:pt idx="29225">
                  <c:v>71595</c:v>
                </c:pt>
                <c:pt idx="29226">
                  <c:v>71596</c:v>
                </c:pt>
                <c:pt idx="29227">
                  <c:v>71597</c:v>
                </c:pt>
                <c:pt idx="29228">
                  <c:v>71598</c:v>
                </c:pt>
                <c:pt idx="29229">
                  <c:v>71599</c:v>
                </c:pt>
                <c:pt idx="29230">
                  <c:v>71600</c:v>
                </c:pt>
                <c:pt idx="29231">
                  <c:v>71601</c:v>
                </c:pt>
                <c:pt idx="29232">
                  <c:v>71602</c:v>
                </c:pt>
                <c:pt idx="29233">
                  <c:v>71603</c:v>
                </c:pt>
                <c:pt idx="29234">
                  <c:v>71604</c:v>
                </c:pt>
                <c:pt idx="29235">
                  <c:v>71605</c:v>
                </c:pt>
                <c:pt idx="29236">
                  <c:v>71606</c:v>
                </c:pt>
                <c:pt idx="29237">
                  <c:v>71607</c:v>
                </c:pt>
                <c:pt idx="29238">
                  <c:v>71608</c:v>
                </c:pt>
                <c:pt idx="29239">
                  <c:v>71609</c:v>
                </c:pt>
                <c:pt idx="29240">
                  <c:v>71610</c:v>
                </c:pt>
                <c:pt idx="29241">
                  <c:v>71611</c:v>
                </c:pt>
                <c:pt idx="29242">
                  <c:v>71612</c:v>
                </c:pt>
                <c:pt idx="29243">
                  <c:v>71613</c:v>
                </c:pt>
                <c:pt idx="29244">
                  <c:v>71614</c:v>
                </c:pt>
                <c:pt idx="29245">
                  <c:v>71615</c:v>
                </c:pt>
                <c:pt idx="29246">
                  <c:v>71616</c:v>
                </c:pt>
                <c:pt idx="29247">
                  <c:v>71617</c:v>
                </c:pt>
                <c:pt idx="29248">
                  <c:v>71618</c:v>
                </c:pt>
                <c:pt idx="29249">
                  <c:v>71619</c:v>
                </c:pt>
                <c:pt idx="29250">
                  <c:v>71620</c:v>
                </c:pt>
                <c:pt idx="29251">
                  <c:v>71621</c:v>
                </c:pt>
                <c:pt idx="29252">
                  <c:v>71622</c:v>
                </c:pt>
                <c:pt idx="29253">
                  <c:v>71623</c:v>
                </c:pt>
                <c:pt idx="29254">
                  <c:v>71624</c:v>
                </c:pt>
                <c:pt idx="29255">
                  <c:v>71625</c:v>
                </c:pt>
                <c:pt idx="29256">
                  <c:v>71626</c:v>
                </c:pt>
                <c:pt idx="29257">
                  <c:v>71627</c:v>
                </c:pt>
                <c:pt idx="29258">
                  <c:v>71628</c:v>
                </c:pt>
                <c:pt idx="29259">
                  <c:v>71629</c:v>
                </c:pt>
                <c:pt idx="29260">
                  <c:v>71630</c:v>
                </c:pt>
                <c:pt idx="29261">
                  <c:v>71631</c:v>
                </c:pt>
                <c:pt idx="29262">
                  <c:v>71632</c:v>
                </c:pt>
                <c:pt idx="29263">
                  <c:v>71633</c:v>
                </c:pt>
                <c:pt idx="29264">
                  <c:v>71634</c:v>
                </c:pt>
                <c:pt idx="29265">
                  <c:v>71635</c:v>
                </c:pt>
                <c:pt idx="29266">
                  <c:v>71636</c:v>
                </c:pt>
                <c:pt idx="29267">
                  <c:v>71637</c:v>
                </c:pt>
                <c:pt idx="29268">
                  <c:v>71638</c:v>
                </c:pt>
                <c:pt idx="29269">
                  <c:v>71639</c:v>
                </c:pt>
                <c:pt idx="29270">
                  <c:v>71640</c:v>
                </c:pt>
                <c:pt idx="29271">
                  <c:v>71641</c:v>
                </c:pt>
                <c:pt idx="29272">
                  <c:v>71642</c:v>
                </c:pt>
                <c:pt idx="29273">
                  <c:v>71643</c:v>
                </c:pt>
                <c:pt idx="29274">
                  <c:v>71644</c:v>
                </c:pt>
                <c:pt idx="29275">
                  <c:v>71645</c:v>
                </c:pt>
                <c:pt idx="29276">
                  <c:v>71646</c:v>
                </c:pt>
                <c:pt idx="29277">
                  <c:v>71647</c:v>
                </c:pt>
                <c:pt idx="29278">
                  <c:v>71648</c:v>
                </c:pt>
                <c:pt idx="29279">
                  <c:v>71649</c:v>
                </c:pt>
                <c:pt idx="29280">
                  <c:v>71650</c:v>
                </c:pt>
                <c:pt idx="29281">
                  <c:v>71651</c:v>
                </c:pt>
                <c:pt idx="29282">
                  <c:v>71652</c:v>
                </c:pt>
                <c:pt idx="29283">
                  <c:v>71653</c:v>
                </c:pt>
                <c:pt idx="29284">
                  <c:v>71654</c:v>
                </c:pt>
                <c:pt idx="29285">
                  <c:v>71655</c:v>
                </c:pt>
                <c:pt idx="29286">
                  <c:v>71656</c:v>
                </c:pt>
                <c:pt idx="29287">
                  <c:v>71657</c:v>
                </c:pt>
                <c:pt idx="29288">
                  <c:v>71658</c:v>
                </c:pt>
                <c:pt idx="29289">
                  <c:v>71659</c:v>
                </c:pt>
                <c:pt idx="29290">
                  <c:v>71660</c:v>
                </c:pt>
                <c:pt idx="29291">
                  <c:v>71661</c:v>
                </c:pt>
                <c:pt idx="29292">
                  <c:v>71662</c:v>
                </c:pt>
                <c:pt idx="29293">
                  <c:v>71663</c:v>
                </c:pt>
                <c:pt idx="29294">
                  <c:v>71664</c:v>
                </c:pt>
                <c:pt idx="29295">
                  <c:v>71665</c:v>
                </c:pt>
                <c:pt idx="29296">
                  <c:v>71666</c:v>
                </c:pt>
                <c:pt idx="29297">
                  <c:v>71667</c:v>
                </c:pt>
                <c:pt idx="29298">
                  <c:v>71668</c:v>
                </c:pt>
                <c:pt idx="29299">
                  <c:v>71669</c:v>
                </c:pt>
                <c:pt idx="29300">
                  <c:v>71670</c:v>
                </c:pt>
                <c:pt idx="29301">
                  <c:v>71671</c:v>
                </c:pt>
                <c:pt idx="29302">
                  <c:v>71672</c:v>
                </c:pt>
                <c:pt idx="29303">
                  <c:v>71673</c:v>
                </c:pt>
                <c:pt idx="29304">
                  <c:v>71674</c:v>
                </c:pt>
                <c:pt idx="29305">
                  <c:v>71675</c:v>
                </c:pt>
                <c:pt idx="29306">
                  <c:v>71676</c:v>
                </c:pt>
                <c:pt idx="29307">
                  <c:v>71677</c:v>
                </c:pt>
                <c:pt idx="29308">
                  <c:v>71678</c:v>
                </c:pt>
                <c:pt idx="29309">
                  <c:v>71679</c:v>
                </c:pt>
                <c:pt idx="29310">
                  <c:v>71680</c:v>
                </c:pt>
                <c:pt idx="29311">
                  <c:v>71681</c:v>
                </c:pt>
                <c:pt idx="29312">
                  <c:v>71682</c:v>
                </c:pt>
                <c:pt idx="29313">
                  <c:v>71683</c:v>
                </c:pt>
                <c:pt idx="29314">
                  <c:v>71684</c:v>
                </c:pt>
                <c:pt idx="29315">
                  <c:v>71685</c:v>
                </c:pt>
                <c:pt idx="29316">
                  <c:v>71686</c:v>
                </c:pt>
                <c:pt idx="29317">
                  <c:v>71687</c:v>
                </c:pt>
                <c:pt idx="29318">
                  <c:v>71688</c:v>
                </c:pt>
                <c:pt idx="29319">
                  <c:v>71689</c:v>
                </c:pt>
                <c:pt idx="29320">
                  <c:v>71690</c:v>
                </c:pt>
                <c:pt idx="29321">
                  <c:v>71691</c:v>
                </c:pt>
                <c:pt idx="29322">
                  <c:v>71692</c:v>
                </c:pt>
                <c:pt idx="29323">
                  <c:v>71693</c:v>
                </c:pt>
                <c:pt idx="29324">
                  <c:v>71694</c:v>
                </c:pt>
                <c:pt idx="29325">
                  <c:v>71695</c:v>
                </c:pt>
                <c:pt idx="29326">
                  <c:v>71696</c:v>
                </c:pt>
                <c:pt idx="29327">
                  <c:v>71697</c:v>
                </c:pt>
                <c:pt idx="29328">
                  <c:v>71698</c:v>
                </c:pt>
                <c:pt idx="29329">
                  <c:v>71699</c:v>
                </c:pt>
                <c:pt idx="29330">
                  <c:v>71700</c:v>
                </c:pt>
                <c:pt idx="29331">
                  <c:v>71701</c:v>
                </c:pt>
                <c:pt idx="29332">
                  <c:v>71702</c:v>
                </c:pt>
                <c:pt idx="29333">
                  <c:v>71703</c:v>
                </c:pt>
                <c:pt idx="29334">
                  <c:v>71704</c:v>
                </c:pt>
                <c:pt idx="29335">
                  <c:v>71705</c:v>
                </c:pt>
                <c:pt idx="29336">
                  <c:v>71706</c:v>
                </c:pt>
                <c:pt idx="29337">
                  <c:v>71707</c:v>
                </c:pt>
                <c:pt idx="29338">
                  <c:v>71708</c:v>
                </c:pt>
                <c:pt idx="29339">
                  <c:v>71709</c:v>
                </c:pt>
                <c:pt idx="29340">
                  <c:v>71710</c:v>
                </c:pt>
                <c:pt idx="29341">
                  <c:v>71711</c:v>
                </c:pt>
                <c:pt idx="29342">
                  <c:v>71712</c:v>
                </c:pt>
                <c:pt idx="29343">
                  <c:v>71713</c:v>
                </c:pt>
                <c:pt idx="29344">
                  <c:v>71714</c:v>
                </c:pt>
                <c:pt idx="29345">
                  <c:v>71715</c:v>
                </c:pt>
                <c:pt idx="29346">
                  <c:v>71716</c:v>
                </c:pt>
                <c:pt idx="29347">
                  <c:v>71717</c:v>
                </c:pt>
                <c:pt idx="29348">
                  <c:v>71718</c:v>
                </c:pt>
                <c:pt idx="29349">
                  <c:v>71719</c:v>
                </c:pt>
                <c:pt idx="29350">
                  <c:v>71720</c:v>
                </c:pt>
                <c:pt idx="29351">
                  <c:v>71721</c:v>
                </c:pt>
                <c:pt idx="29352">
                  <c:v>71722</c:v>
                </c:pt>
                <c:pt idx="29353">
                  <c:v>71723</c:v>
                </c:pt>
                <c:pt idx="29354">
                  <c:v>71724</c:v>
                </c:pt>
                <c:pt idx="29355">
                  <c:v>71725</c:v>
                </c:pt>
                <c:pt idx="29356">
                  <c:v>71726</c:v>
                </c:pt>
                <c:pt idx="29357">
                  <c:v>71727</c:v>
                </c:pt>
                <c:pt idx="29358">
                  <c:v>71728</c:v>
                </c:pt>
                <c:pt idx="29359">
                  <c:v>71729</c:v>
                </c:pt>
                <c:pt idx="29360">
                  <c:v>71730</c:v>
                </c:pt>
                <c:pt idx="29361">
                  <c:v>71731</c:v>
                </c:pt>
                <c:pt idx="29362">
                  <c:v>71732</c:v>
                </c:pt>
                <c:pt idx="29363">
                  <c:v>71733</c:v>
                </c:pt>
                <c:pt idx="29364">
                  <c:v>71734</c:v>
                </c:pt>
                <c:pt idx="29365">
                  <c:v>71735</c:v>
                </c:pt>
                <c:pt idx="29366">
                  <c:v>71736</c:v>
                </c:pt>
                <c:pt idx="29367">
                  <c:v>71737</c:v>
                </c:pt>
                <c:pt idx="29368">
                  <c:v>71738</c:v>
                </c:pt>
                <c:pt idx="29369">
                  <c:v>71739</c:v>
                </c:pt>
                <c:pt idx="29370">
                  <c:v>71740</c:v>
                </c:pt>
                <c:pt idx="29371">
                  <c:v>71741</c:v>
                </c:pt>
                <c:pt idx="29372">
                  <c:v>71742</c:v>
                </c:pt>
                <c:pt idx="29373">
                  <c:v>71743</c:v>
                </c:pt>
                <c:pt idx="29374">
                  <c:v>71744</c:v>
                </c:pt>
                <c:pt idx="29375">
                  <c:v>71745</c:v>
                </c:pt>
                <c:pt idx="29376">
                  <c:v>71746</c:v>
                </c:pt>
                <c:pt idx="29377">
                  <c:v>71747</c:v>
                </c:pt>
                <c:pt idx="29378">
                  <c:v>71748</c:v>
                </c:pt>
                <c:pt idx="29379">
                  <c:v>71749</c:v>
                </c:pt>
                <c:pt idx="29380">
                  <c:v>71750</c:v>
                </c:pt>
                <c:pt idx="29381">
                  <c:v>71751</c:v>
                </c:pt>
                <c:pt idx="29382">
                  <c:v>71752</c:v>
                </c:pt>
                <c:pt idx="29383">
                  <c:v>71753</c:v>
                </c:pt>
                <c:pt idx="29384">
                  <c:v>71754</c:v>
                </c:pt>
                <c:pt idx="29385">
                  <c:v>71755</c:v>
                </c:pt>
                <c:pt idx="29386">
                  <c:v>71756</c:v>
                </c:pt>
                <c:pt idx="29387">
                  <c:v>71757</c:v>
                </c:pt>
                <c:pt idx="29388">
                  <c:v>71758</c:v>
                </c:pt>
                <c:pt idx="29389">
                  <c:v>71759</c:v>
                </c:pt>
                <c:pt idx="29390">
                  <c:v>71760</c:v>
                </c:pt>
                <c:pt idx="29391">
                  <c:v>71761</c:v>
                </c:pt>
                <c:pt idx="29392">
                  <c:v>71762</c:v>
                </c:pt>
                <c:pt idx="29393">
                  <c:v>71763</c:v>
                </c:pt>
                <c:pt idx="29394">
                  <c:v>71764</c:v>
                </c:pt>
                <c:pt idx="29395">
                  <c:v>71765</c:v>
                </c:pt>
                <c:pt idx="29396">
                  <c:v>71766</c:v>
                </c:pt>
                <c:pt idx="29397">
                  <c:v>71767</c:v>
                </c:pt>
                <c:pt idx="29398">
                  <c:v>71768</c:v>
                </c:pt>
                <c:pt idx="29399">
                  <c:v>71769</c:v>
                </c:pt>
                <c:pt idx="29400">
                  <c:v>71770</c:v>
                </c:pt>
                <c:pt idx="29401">
                  <c:v>71771</c:v>
                </c:pt>
                <c:pt idx="29402">
                  <c:v>71772</c:v>
                </c:pt>
                <c:pt idx="29403">
                  <c:v>71773</c:v>
                </c:pt>
                <c:pt idx="29404">
                  <c:v>71774</c:v>
                </c:pt>
                <c:pt idx="29405">
                  <c:v>71775</c:v>
                </c:pt>
                <c:pt idx="29406">
                  <c:v>71776</c:v>
                </c:pt>
                <c:pt idx="29407">
                  <c:v>71777</c:v>
                </c:pt>
                <c:pt idx="29408">
                  <c:v>71778</c:v>
                </c:pt>
                <c:pt idx="29409">
                  <c:v>71779</c:v>
                </c:pt>
                <c:pt idx="29410">
                  <c:v>71780</c:v>
                </c:pt>
                <c:pt idx="29411">
                  <c:v>71781</c:v>
                </c:pt>
                <c:pt idx="29412">
                  <c:v>71782</c:v>
                </c:pt>
                <c:pt idx="29413">
                  <c:v>71783</c:v>
                </c:pt>
                <c:pt idx="29414">
                  <c:v>71784</c:v>
                </c:pt>
                <c:pt idx="29415">
                  <c:v>71785</c:v>
                </c:pt>
                <c:pt idx="29416">
                  <c:v>71786</c:v>
                </c:pt>
                <c:pt idx="29417">
                  <c:v>71787</c:v>
                </c:pt>
                <c:pt idx="29418">
                  <c:v>71788</c:v>
                </c:pt>
                <c:pt idx="29419">
                  <c:v>71789</c:v>
                </c:pt>
                <c:pt idx="29420">
                  <c:v>71790</c:v>
                </c:pt>
                <c:pt idx="29421">
                  <c:v>71791</c:v>
                </c:pt>
                <c:pt idx="29422">
                  <c:v>71792</c:v>
                </c:pt>
                <c:pt idx="29423">
                  <c:v>71793</c:v>
                </c:pt>
                <c:pt idx="29424">
                  <c:v>71794</c:v>
                </c:pt>
                <c:pt idx="29425">
                  <c:v>71795</c:v>
                </c:pt>
                <c:pt idx="29426">
                  <c:v>71796</c:v>
                </c:pt>
                <c:pt idx="29427">
                  <c:v>71797</c:v>
                </c:pt>
                <c:pt idx="29428">
                  <c:v>71798</c:v>
                </c:pt>
                <c:pt idx="29429">
                  <c:v>71799</c:v>
                </c:pt>
                <c:pt idx="29430">
                  <c:v>71800</c:v>
                </c:pt>
                <c:pt idx="29431">
                  <c:v>71801</c:v>
                </c:pt>
                <c:pt idx="29432">
                  <c:v>71802</c:v>
                </c:pt>
                <c:pt idx="29433">
                  <c:v>71803</c:v>
                </c:pt>
                <c:pt idx="29434">
                  <c:v>71804</c:v>
                </c:pt>
                <c:pt idx="29435">
                  <c:v>71805</c:v>
                </c:pt>
                <c:pt idx="29436">
                  <c:v>71806</c:v>
                </c:pt>
                <c:pt idx="29437">
                  <c:v>71807</c:v>
                </c:pt>
                <c:pt idx="29438">
                  <c:v>71808</c:v>
                </c:pt>
                <c:pt idx="29439">
                  <c:v>71809</c:v>
                </c:pt>
                <c:pt idx="29440">
                  <c:v>71810</c:v>
                </c:pt>
                <c:pt idx="29441">
                  <c:v>71811</c:v>
                </c:pt>
                <c:pt idx="29442">
                  <c:v>71812</c:v>
                </c:pt>
                <c:pt idx="29443">
                  <c:v>71813</c:v>
                </c:pt>
                <c:pt idx="29444">
                  <c:v>71814</c:v>
                </c:pt>
                <c:pt idx="29445">
                  <c:v>71815</c:v>
                </c:pt>
                <c:pt idx="29446">
                  <c:v>71816</c:v>
                </c:pt>
                <c:pt idx="29447">
                  <c:v>71817</c:v>
                </c:pt>
                <c:pt idx="29448">
                  <c:v>71818</c:v>
                </c:pt>
                <c:pt idx="29449">
                  <c:v>71819</c:v>
                </c:pt>
                <c:pt idx="29450">
                  <c:v>71820</c:v>
                </c:pt>
                <c:pt idx="29451">
                  <c:v>71821</c:v>
                </c:pt>
                <c:pt idx="29452">
                  <c:v>71822</c:v>
                </c:pt>
                <c:pt idx="29453">
                  <c:v>71823</c:v>
                </c:pt>
                <c:pt idx="29454">
                  <c:v>71824</c:v>
                </c:pt>
                <c:pt idx="29455">
                  <c:v>71825</c:v>
                </c:pt>
                <c:pt idx="29456">
                  <c:v>71826</c:v>
                </c:pt>
                <c:pt idx="29457">
                  <c:v>71827</c:v>
                </c:pt>
                <c:pt idx="29458">
                  <c:v>71828</c:v>
                </c:pt>
                <c:pt idx="29459">
                  <c:v>71829</c:v>
                </c:pt>
                <c:pt idx="29460">
                  <c:v>71830</c:v>
                </c:pt>
                <c:pt idx="29461">
                  <c:v>71831</c:v>
                </c:pt>
                <c:pt idx="29462">
                  <c:v>71832</c:v>
                </c:pt>
                <c:pt idx="29463">
                  <c:v>71833</c:v>
                </c:pt>
                <c:pt idx="29464">
                  <c:v>71834</c:v>
                </c:pt>
                <c:pt idx="29465">
                  <c:v>71835</c:v>
                </c:pt>
                <c:pt idx="29466">
                  <c:v>71836</c:v>
                </c:pt>
                <c:pt idx="29467">
                  <c:v>71837</c:v>
                </c:pt>
                <c:pt idx="29468">
                  <c:v>71838</c:v>
                </c:pt>
                <c:pt idx="29469">
                  <c:v>71839</c:v>
                </c:pt>
                <c:pt idx="29470">
                  <c:v>71840</c:v>
                </c:pt>
                <c:pt idx="29471">
                  <c:v>71841</c:v>
                </c:pt>
                <c:pt idx="29472">
                  <c:v>71842</c:v>
                </c:pt>
                <c:pt idx="29473">
                  <c:v>71843</c:v>
                </c:pt>
                <c:pt idx="29474">
                  <c:v>71844</c:v>
                </c:pt>
                <c:pt idx="29475">
                  <c:v>71845</c:v>
                </c:pt>
                <c:pt idx="29476">
                  <c:v>71846</c:v>
                </c:pt>
                <c:pt idx="29477">
                  <c:v>71847</c:v>
                </c:pt>
                <c:pt idx="29478">
                  <c:v>71848</c:v>
                </c:pt>
                <c:pt idx="29479">
                  <c:v>71849</c:v>
                </c:pt>
                <c:pt idx="29480">
                  <c:v>71850</c:v>
                </c:pt>
                <c:pt idx="29481">
                  <c:v>71851</c:v>
                </c:pt>
                <c:pt idx="29482">
                  <c:v>71852</c:v>
                </c:pt>
                <c:pt idx="29483">
                  <c:v>71853</c:v>
                </c:pt>
                <c:pt idx="29484">
                  <c:v>71854</c:v>
                </c:pt>
                <c:pt idx="29485">
                  <c:v>71855</c:v>
                </c:pt>
                <c:pt idx="29486">
                  <c:v>71856</c:v>
                </c:pt>
                <c:pt idx="29487">
                  <c:v>71857</c:v>
                </c:pt>
                <c:pt idx="29488">
                  <c:v>71858</c:v>
                </c:pt>
                <c:pt idx="29489">
                  <c:v>71859</c:v>
                </c:pt>
                <c:pt idx="29490">
                  <c:v>71860</c:v>
                </c:pt>
                <c:pt idx="29491">
                  <c:v>71861</c:v>
                </c:pt>
                <c:pt idx="29492">
                  <c:v>71862</c:v>
                </c:pt>
                <c:pt idx="29493">
                  <c:v>71863</c:v>
                </c:pt>
                <c:pt idx="29494">
                  <c:v>71864</c:v>
                </c:pt>
                <c:pt idx="29495">
                  <c:v>71865</c:v>
                </c:pt>
                <c:pt idx="29496">
                  <c:v>71866</c:v>
                </c:pt>
                <c:pt idx="29497">
                  <c:v>71867</c:v>
                </c:pt>
                <c:pt idx="29498">
                  <c:v>71868</c:v>
                </c:pt>
                <c:pt idx="29499">
                  <c:v>71869</c:v>
                </c:pt>
                <c:pt idx="29500">
                  <c:v>71870</c:v>
                </c:pt>
                <c:pt idx="29501">
                  <c:v>71871</c:v>
                </c:pt>
                <c:pt idx="29502">
                  <c:v>71872</c:v>
                </c:pt>
                <c:pt idx="29503">
                  <c:v>71873</c:v>
                </c:pt>
                <c:pt idx="29504">
                  <c:v>71874</c:v>
                </c:pt>
                <c:pt idx="29505">
                  <c:v>71875</c:v>
                </c:pt>
                <c:pt idx="29506">
                  <c:v>71876</c:v>
                </c:pt>
                <c:pt idx="29507">
                  <c:v>71877</c:v>
                </c:pt>
                <c:pt idx="29508">
                  <c:v>71878</c:v>
                </c:pt>
                <c:pt idx="29509">
                  <c:v>71879</c:v>
                </c:pt>
                <c:pt idx="29510">
                  <c:v>71880</c:v>
                </c:pt>
                <c:pt idx="29511">
                  <c:v>71881</c:v>
                </c:pt>
                <c:pt idx="29512">
                  <c:v>71882</c:v>
                </c:pt>
                <c:pt idx="29513">
                  <c:v>71883</c:v>
                </c:pt>
                <c:pt idx="29514">
                  <c:v>71884</c:v>
                </c:pt>
                <c:pt idx="29515">
                  <c:v>71885</c:v>
                </c:pt>
                <c:pt idx="29516">
                  <c:v>71886</c:v>
                </c:pt>
                <c:pt idx="29517">
                  <c:v>71887</c:v>
                </c:pt>
                <c:pt idx="29518">
                  <c:v>71888</c:v>
                </c:pt>
                <c:pt idx="29519">
                  <c:v>71889</c:v>
                </c:pt>
                <c:pt idx="29520">
                  <c:v>71890</c:v>
                </c:pt>
                <c:pt idx="29521">
                  <c:v>71891</c:v>
                </c:pt>
                <c:pt idx="29522">
                  <c:v>71892</c:v>
                </c:pt>
                <c:pt idx="29523">
                  <c:v>71893</c:v>
                </c:pt>
                <c:pt idx="29524">
                  <c:v>71894</c:v>
                </c:pt>
                <c:pt idx="29525">
                  <c:v>71895</c:v>
                </c:pt>
                <c:pt idx="29526">
                  <c:v>71896</c:v>
                </c:pt>
                <c:pt idx="29527">
                  <c:v>71897</c:v>
                </c:pt>
                <c:pt idx="29528">
                  <c:v>71898</c:v>
                </c:pt>
                <c:pt idx="29529">
                  <c:v>71899</c:v>
                </c:pt>
                <c:pt idx="29530">
                  <c:v>71900</c:v>
                </c:pt>
                <c:pt idx="29531">
                  <c:v>71901</c:v>
                </c:pt>
                <c:pt idx="29532">
                  <c:v>71902</c:v>
                </c:pt>
                <c:pt idx="29533">
                  <c:v>71903</c:v>
                </c:pt>
                <c:pt idx="29534">
                  <c:v>71904</c:v>
                </c:pt>
                <c:pt idx="29535">
                  <c:v>71905</c:v>
                </c:pt>
                <c:pt idx="29536">
                  <c:v>71906</c:v>
                </c:pt>
                <c:pt idx="29537">
                  <c:v>71907</c:v>
                </c:pt>
                <c:pt idx="29538">
                  <c:v>71908</c:v>
                </c:pt>
                <c:pt idx="29539">
                  <c:v>71909</c:v>
                </c:pt>
                <c:pt idx="29540">
                  <c:v>71910</c:v>
                </c:pt>
                <c:pt idx="29541">
                  <c:v>71911</c:v>
                </c:pt>
                <c:pt idx="29542">
                  <c:v>71912</c:v>
                </c:pt>
                <c:pt idx="29543">
                  <c:v>71913</c:v>
                </c:pt>
                <c:pt idx="29544">
                  <c:v>71914</c:v>
                </c:pt>
                <c:pt idx="29545">
                  <c:v>71915</c:v>
                </c:pt>
                <c:pt idx="29546">
                  <c:v>71916</c:v>
                </c:pt>
                <c:pt idx="29547">
                  <c:v>71917</c:v>
                </c:pt>
                <c:pt idx="29548">
                  <c:v>71918</c:v>
                </c:pt>
                <c:pt idx="29549">
                  <c:v>71919</c:v>
                </c:pt>
                <c:pt idx="29550">
                  <c:v>71920</c:v>
                </c:pt>
                <c:pt idx="29551">
                  <c:v>71921</c:v>
                </c:pt>
                <c:pt idx="29552">
                  <c:v>71922</c:v>
                </c:pt>
                <c:pt idx="29553">
                  <c:v>71923</c:v>
                </c:pt>
                <c:pt idx="29554">
                  <c:v>71924</c:v>
                </c:pt>
                <c:pt idx="29555">
                  <c:v>71925</c:v>
                </c:pt>
                <c:pt idx="29556">
                  <c:v>71926</c:v>
                </c:pt>
                <c:pt idx="29557">
                  <c:v>71927</c:v>
                </c:pt>
                <c:pt idx="29558">
                  <c:v>71928</c:v>
                </c:pt>
                <c:pt idx="29559">
                  <c:v>71929</c:v>
                </c:pt>
                <c:pt idx="29560">
                  <c:v>71930</c:v>
                </c:pt>
                <c:pt idx="29561">
                  <c:v>71931</c:v>
                </c:pt>
                <c:pt idx="29562">
                  <c:v>71932</c:v>
                </c:pt>
                <c:pt idx="29563">
                  <c:v>71933</c:v>
                </c:pt>
                <c:pt idx="29564">
                  <c:v>71934</c:v>
                </c:pt>
                <c:pt idx="29565">
                  <c:v>71935</c:v>
                </c:pt>
                <c:pt idx="29566">
                  <c:v>71936</c:v>
                </c:pt>
                <c:pt idx="29567">
                  <c:v>71937</c:v>
                </c:pt>
                <c:pt idx="29568">
                  <c:v>71938</c:v>
                </c:pt>
                <c:pt idx="29569">
                  <c:v>71939</c:v>
                </c:pt>
                <c:pt idx="29570">
                  <c:v>71940</c:v>
                </c:pt>
                <c:pt idx="29571">
                  <c:v>71941</c:v>
                </c:pt>
                <c:pt idx="29572">
                  <c:v>71942</c:v>
                </c:pt>
                <c:pt idx="29573">
                  <c:v>71943</c:v>
                </c:pt>
                <c:pt idx="29574">
                  <c:v>71944</c:v>
                </c:pt>
                <c:pt idx="29575">
                  <c:v>71945</c:v>
                </c:pt>
                <c:pt idx="29576">
                  <c:v>71946</c:v>
                </c:pt>
                <c:pt idx="29577">
                  <c:v>71947</c:v>
                </c:pt>
                <c:pt idx="29578">
                  <c:v>71948</c:v>
                </c:pt>
                <c:pt idx="29579">
                  <c:v>71949</c:v>
                </c:pt>
                <c:pt idx="29580">
                  <c:v>71950</c:v>
                </c:pt>
                <c:pt idx="29581">
                  <c:v>71951</c:v>
                </c:pt>
                <c:pt idx="29582">
                  <c:v>71952</c:v>
                </c:pt>
                <c:pt idx="29583">
                  <c:v>71953</c:v>
                </c:pt>
                <c:pt idx="29584">
                  <c:v>71954</c:v>
                </c:pt>
                <c:pt idx="29585">
                  <c:v>71955</c:v>
                </c:pt>
                <c:pt idx="29586">
                  <c:v>71956</c:v>
                </c:pt>
                <c:pt idx="29587">
                  <c:v>71957</c:v>
                </c:pt>
                <c:pt idx="29588">
                  <c:v>71958</c:v>
                </c:pt>
                <c:pt idx="29589">
                  <c:v>71959</c:v>
                </c:pt>
                <c:pt idx="29590">
                  <c:v>71960</c:v>
                </c:pt>
                <c:pt idx="29591">
                  <c:v>71961</c:v>
                </c:pt>
                <c:pt idx="29592">
                  <c:v>71962</c:v>
                </c:pt>
                <c:pt idx="29593">
                  <c:v>71963</c:v>
                </c:pt>
                <c:pt idx="29594">
                  <c:v>71964</c:v>
                </c:pt>
                <c:pt idx="29595">
                  <c:v>71965</c:v>
                </c:pt>
                <c:pt idx="29596">
                  <c:v>71966</c:v>
                </c:pt>
                <c:pt idx="29597">
                  <c:v>71967</c:v>
                </c:pt>
                <c:pt idx="29598">
                  <c:v>71968</c:v>
                </c:pt>
                <c:pt idx="29599">
                  <c:v>71969</c:v>
                </c:pt>
                <c:pt idx="29600">
                  <c:v>71970</c:v>
                </c:pt>
                <c:pt idx="29601">
                  <c:v>71971</c:v>
                </c:pt>
                <c:pt idx="29602">
                  <c:v>71972</c:v>
                </c:pt>
                <c:pt idx="29603">
                  <c:v>71973</c:v>
                </c:pt>
                <c:pt idx="29604">
                  <c:v>71974</c:v>
                </c:pt>
                <c:pt idx="29605">
                  <c:v>71975</c:v>
                </c:pt>
                <c:pt idx="29606">
                  <c:v>71976</c:v>
                </c:pt>
                <c:pt idx="29607">
                  <c:v>71977</c:v>
                </c:pt>
                <c:pt idx="29608">
                  <c:v>71978</c:v>
                </c:pt>
                <c:pt idx="29609">
                  <c:v>71979</c:v>
                </c:pt>
                <c:pt idx="29610">
                  <c:v>71980</c:v>
                </c:pt>
                <c:pt idx="29611">
                  <c:v>71981</c:v>
                </c:pt>
                <c:pt idx="29612">
                  <c:v>71982</c:v>
                </c:pt>
                <c:pt idx="29613">
                  <c:v>71983</c:v>
                </c:pt>
                <c:pt idx="29614">
                  <c:v>71984</c:v>
                </c:pt>
                <c:pt idx="29615">
                  <c:v>71985</c:v>
                </c:pt>
                <c:pt idx="29616">
                  <c:v>71986</c:v>
                </c:pt>
                <c:pt idx="29617">
                  <c:v>71987</c:v>
                </c:pt>
                <c:pt idx="29618">
                  <c:v>71988</c:v>
                </c:pt>
                <c:pt idx="29619">
                  <c:v>71989</c:v>
                </c:pt>
                <c:pt idx="29620">
                  <c:v>71990</c:v>
                </c:pt>
                <c:pt idx="29621">
                  <c:v>71991</c:v>
                </c:pt>
                <c:pt idx="29622">
                  <c:v>71992</c:v>
                </c:pt>
                <c:pt idx="29623">
                  <c:v>71993</c:v>
                </c:pt>
                <c:pt idx="29624">
                  <c:v>71994</c:v>
                </c:pt>
                <c:pt idx="29625">
                  <c:v>71995</c:v>
                </c:pt>
                <c:pt idx="29626">
                  <c:v>71996</c:v>
                </c:pt>
                <c:pt idx="29627">
                  <c:v>71997</c:v>
                </c:pt>
                <c:pt idx="29628">
                  <c:v>71998</c:v>
                </c:pt>
                <c:pt idx="29629">
                  <c:v>71999</c:v>
                </c:pt>
                <c:pt idx="29630">
                  <c:v>72000</c:v>
                </c:pt>
                <c:pt idx="29631">
                  <c:v>72001</c:v>
                </c:pt>
                <c:pt idx="29632">
                  <c:v>72002</c:v>
                </c:pt>
                <c:pt idx="29633">
                  <c:v>72003</c:v>
                </c:pt>
                <c:pt idx="29634">
                  <c:v>72004</c:v>
                </c:pt>
                <c:pt idx="29635">
                  <c:v>72005</c:v>
                </c:pt>
                <c:pt idx="29636">
                  <c:v>72006</c:v>
                </c:pt>
                <c:pt idx="29637">
                  <c:v>72007</c:v>
                </c:pt>
                <c:pt idx="29638">
                  <c:v>72008</c:v>
                </c:pt>
                <c:pt idx="29639">
                  <c:v>72009</c:v>
                </c:pt>
                <c:pt idx="29640">
                  <c:v>72010</c:v>
                </c:pt>
                <c:pt idx="29641">
                  <c:v>72011</c:v>
                </c:pt>
                <c:pt idx="29642">
                  <c:v>72012</c:v>
                </c:pt>
                <c:pt idx="29643">
                  <c:v>72013</c:v>
                </c:pt>
                <c:pt idx="29644">
                  <c:v>72014</c:v>
                </c:pt>
                <c:pt idx="29645">
                  <c:v>72015</c:v>
                </c:pt>
                <c:pt idx="29646">
                  <c:v>72016</c:v>
                </c:pt>
                <c:pt idx="29647">
                  <c:v>72017</c:v>
                </c:pt>
                <c:pt idx="29648">
                  <c:v>72018</c:v>
                </c:pt>
                <c:pt idx="29649">
                  <c:v>72019</c:v>
                </c:pt>
                <c:pt idx="29650">
                  <c:v>72020</c:v>
                </c:pt>
                <c:pt idx="29651">
                  <c:v>72021</c:v>
                </c:pt>
                <c:pt idx="29652">
                  <c:v>72022</c:v>
                </c:pt>
                <c:pt idx="29653">
                  <c:v>72023</c:v>
                </c:pt>
                <c:pt idx="29654">
                  <c:v>72024</c:v>
                </c:pt>
                <c:pt idx="29655">
                  <c:v>72025</c:v>
                </c:pt>
                <c:pt idx="29656">
                  <c:v>72026</c:v>
                </c:pt>
                <c:pt idx="29657">
                  <c:v>72027</c:v>
                </c:pt>
                <c:pt idx="29658">
                  <c:v>72028</c:v>
                </c:pt>
                <c:pt idx="29659">
                  <c:v>72029</c:v>
                </c:pt>
                <c:pt idx="29660">
                  <c:v>72030</c:v>
                </c:pt>
                <c:pt idx="29661">
                  <c:v>72031</c:v>
                </c:pt>
                <c:pt idx="29662">
                  <c:v>72032</c:v>
                </c:pt>
                <c:pt idx="29663">
                  <c:v>72033</c:v>
                </c:pt>
                <c:pt idx="29664">
                  <c:v>72034</c:v>
                </c:pt>
                <c:pt idx="29665">
                  <c:v>72035</c:v>
                </c:pt>
                <c:pt idx="29666">
                  <c:v>72036</c:v>
                </c:pt>
                <c:pt idx="29667">
                  <c:v>72037</c:v>
                </c:pt>
                <c:pt idx="29668">
                  <c:v>72038</c:v>
                </c:pt>
                <c:pt idx="29669">
                  <c:v>72039</c:v>
                </c:pt>
                <c:pt idx="29670">
                  <c:v>72040</c:v>
                </c:pt>
                <c:pt idx="29671">
                  <c:v>72041</c:v>
                </c:pt>
                <c:pt idx="29672">
                  <c:v>72042</c:v>
                </c:pt>
                <c:pt idx="29673">
                  <c:v>72043</c:v>
                </c:pt>
                <c:pt idx="29674">
                  <c:v>72044</c:v>
                </c:pt>
                <c:pt idx="29675">
                  <c:v>72045</c:v>
                </c:pt>
                <c:pt idx="29676">
                  <c:v>72046</c:v>
                </c:pt>
                <c:pt idx="29677">
                  <c:v>72047</c:v>
                </c:pt>
                <c:pt idx="29678">
                  <c:v>72048</c:v>
                </c:pt>
                <c:pt idx="29679">
                  <c:v>72049</c:v>
                </c:pt>
                <c:pt idx="29680">
                  <c:v>72050</c:v>
                </c:pt>
                <c:pt idx="29681">
                  <c:v>72051</c:v>
                </c:pt>
                <c:pt idx="29682">
                  <c:v>72052</c:v>
                </c:pt>
                <c:pt idx="29683">
                  <c:v>72053</c:v>
                </c:pt>
                <c:pt idx="29684">
                  <c:v>72054</c:v>
                </c:pt>
                <c:pt idx="29685">
                  <c:v>72055</c:v>
                </c:pt>
                <c:pt idx="29686">
                  <c:v>72056</c:v>
                </c:pt>
                <c:pt idx="29687">
                  <c:v>72057</c:v>
                </c:pt>
                <c:pt idx="29688">
                  <c:v>72058</c:v>
                </c:pt>
                <c:pt idx="29689">
                  <c:v>72059</c:v>
                </c:pt>
                <c:pt idx="29690">
                  <c:v>72060</c:v>
                </c:pt>
                <c:pt idx="29691">
                  <c:v>72061</c:v>
                </c:pt>
                <c:pt idx="29692">
                  <c:v>72062</c:v>
                </c:pt>
                <c:pt idx="29693">
                  <c:v>72063</c:v>
                </c:pt>
                <c:pt idx="29694">
                  <c:v>72064</c:v>
                </c:pt>
                <c:pt idx="29695">
                  <c:v>72065</c:v>
                </c:pt>
                <c:pt idx="29696">
                  <c:v>72066</c:v>
                </c:pt>
                <c:pt idx="29697">
                  <c:v>72067</c:v>
                </c:pt>
                <c:pt idx="29698">
                  <c:v>72068</c:v>
                </c:pt>
                <c:pt idx="29699">
                  <c:v>72069</c:v>
                </c:pt>
                <c:pt idx="29700">
                  <c:v>72070</c:v>
                </c:pt>
                <c:pt idx="29701">
                  <c:v>72071</c:v>
                </c:pt>
                <c:pt idx="29702">
                  <c:v>72072</c:v>
                </c:pt>
                <c:pt idx="29703">
                  <c:v>72073</c:v>
                </c:pt>
                <c:pt idx="29704">
                  <c:v>72074</c:v>
                </c:pt>
                <c:pt idx="29705">
                  <c:v>72075</c:v>
                </c:pt>
                <c:pt idx="29706">
                  <c:v>72076</c:v>
                </c:pt>
                <c:pt idx="29707">
                  <c:v>72077</c:v>
                </c:pt>
                <c:pt idx="29708">
                  <c:v>72078</c:v>
                </c:pt>
                <c:pt idx="29709">
                  <c:v>72079</c:v>
                </c:pt>
                <c:pt idx="29710">
                  <c:v>72080</c:v>
                </c:pt>
                <c:pt idx="29711">
                  <c:v>72081</c:v>
                </c:pt>
                <c:pt idx="29712">
                  <c:v>72082</c:v>
                </c:pt>
                <c:pt idx="29713">
                  <c:v>72083</c:v>
                </c:pt>
                <c:pt idx="29714">
                  <c:v>72084</c:v>
                </c:pt>
                <c:pt idx="29715">
                  <c:v>72085</c:v>
                </c:pt>
                <c:pt idx="29716">
                  <c:v>72086</c:v>
                </c:pt>
                <c:pt idx="29717">
                  <c:v>72087</c:v>
                </c:pt>
                <c:pt idx="29718">
                  <c:v>72088</c:v>
                </c:pt>
                <c:pt idx="29719">
                  <c:v>72089</c:v>
                </c:pt>
                <c:pt idx="29720">
                  <c:v>72090</c:v>
                </c:pt>
                <c:pt idx="29721">
                  <c:v>72091</c:v>
                </c:pt>
                <c:pt idx="29722">
                  <c:v>72092</c:v>
                </c:pt>
                <c:pt idx="29723">
                  <c:v>72093</c:v>
                </c:pt>
                <c:pt idx="29724">
                  <c:v>72094</c:v>
                </c:pt>
                <c:pt idx="29725">
                  <c:v>72095</c:v>
                </c:pt>
                <c:pt idx="29726">
                  <c:v>72096</c:v>
                </c:pt>
                <c:pt idx="29727">
                  <c:v>72097</c:v>
                </c:pt>
                <c:pt idx="29728">
                  <c:v>72098</c:v>
                </c:pt>
                <c:pt idx="29729">
                  <c:v>72099</c:v>
                </c:pt>
                <c:pt idx="29730">
                  <c:v>72100</c:v>
                </c:pt>
                <c:pt idx="29731">
                  <c:v>72101</c:v>
                </c:pt>
                <c:pt idx="29732">
                  <c:v>72102</c:v>
                </c:pt>
                <c:pt idx="29733">
                  <c:v>72103</c:v>
                </c:pt>
                <c:pt idx="29734">
                  <c:v>72104</c:v>
                </c:pt>
                <c:pt idx="29735">
                  <c:v>72105</c:v>
                </c:pt>
                <c:pt idx="29736">
                  <c:v>72106</c:v>
                </c:pt>
                <c:pt idx="29737">
                  <c:v>72107</c:v>
                </c:pt>
                <c:pt idx="29738">
                  <c:v>72108</c:v>
                </c:pt>
                <c:pt idx="29739">
                  <c:v>72109</c:v>
                </c:pt>
                <c:pt idx="29740">
                  <c:v>72110</c:v>
                </c:pt>
                <c:pt idx="29741">
                  <c:v>72111</c:v>
                </c:pt>
                <c:pt idx="29742">
                  <c:v>72112</c:v>
                </c:pt>
                <c:pt idx="29743">
                  <c:v>72113</c:v>
                </c:pt>
                <c:pt idx="29744">
                  <c:v>72114</c:v>
                </c:pt>
                <c:pt idx="29745">
                  <c:v>72115</c:v>
                </c:pt>
                <c:pt idx="29746">
                  <c:v>72116</c:v>
                </c:pt>
                <c:pt idx="29747">
                  <c:v>72117</c:v>
                </c:pt>
                <c:pt idx="29748">
                  <c:v>72118</c:v>
                </c:pt>
                <c:pt idx="29749">
                  <c:v>72119</c:v>
                </c:pt>
                <c:pt idx="29750">
                  <c:v>72120</c:v>
                </c:pt>
                <c:pt idx="29751">
                  <c:v>72121</c:v>
                </c:pt>
                <c:pt idx="29752">
                  <c:v>72122</c:v>
                </c:pt>
                <c:pt idx="29753">
                  <c:v>72123</c:v>
                </c:pt>
                <c:pt idx="29754">
                  <c:v>72124</c:v>
                </c:pt>
                <c:pt idx="29755">
                  <c:v>72125</c:v>
                </c:pt>
                <c:pt idx="29756">
                  <c:v>72126</c:v>
                </c:pt>
                <c:pt idx="29757">
                  <c:v>72127</c:v>
                </c:pt>
                <c:pt idx="29758">
                  <c:v>72128</c:v>
                </c:pt>
                <c:pt idx="29759">
                  <c:v>72129</c:v>
                </c:pt>
                <c:pt idx="29760">
                  <c:v>72130</c:v>
                </c:pt>
                <c:pt idx="29761">
                  <c:v>72131</c:v>
                </c:pt>
                <c:pt idx="29762">
                  <c:v>72132</c:v>
                </c:pt>
                <c:pt idx="29763">
                  <c:v>72133</c:v>
                </c:pt>
                <c:pt idx="29764">
                  <c:v>72134</c:v>
                </c:pt>
                <c:pt idx="29765">
                  <c:v>72135</c:v>
                </c:pt>
                <c:pt idx="29766">
                  <c:v>72136</c:v>
                </c:pt>
                <c:pt idx="29767">
                  <c:v>72137</c:v>
                </c:pt>
                <c:pt idx="29768">
                  <c:v>72138</c:v>
                </c:pt>
                <c:pt idx="29769">
                  <c:v>72139</c:v>
                </c:pt>
                <c:pt idx="29770">
                  <c:v>72140</c:v>
                </c:pt>
                <c:pt idx="29771">
                  <c:v>72141</c:v>
                </c:pt>
                <c:pt idx="29772">
                  <c:v>72142</c:v>
                </c:pt>
                <c:pt idx="29773">
                  <c:v>72143</c:v>
                </c:pt>
                <c:pt idx="29774">
                  <c:v>72144</c:v>
                </c:pt>
                <c:pt idx="29775">
                  <c:v>72145</c:v>
                </c:pt>
                <c:pt idx="29776">
                  <c:v>72146</c:v>
                </c:pt>
                <c:pt idx="29777">
                  <c:v>72147</c:v>
                </c:pt>
                <c:pt idx="29778">
                  <c:v>72148</c:v>
                </c:pt>
                <c:pt idx="29779">
                  <c:v>72149</c:v>
                </c:pt>
                <c:pt idx="29780">
                  <c:v>72150</c:v>
                </c:pt>
                <c:pt idx="29781">
                  <c:v>72151</c:v>
                </c:pt>
                <c:pt idx="29782">
                  <c:v>72152</c:v>
                </c:pt>
                <c:pt idx="29783">
                  <c:v>72153</c:v>
                </c:pt>
                <c:pt idx="29784">
                  <c:v>72154</c:v>
                </c:pt>
                <c:pt idx="29785">
                  <c:v>72155</c:v>
                </c:pt>
                <c:pt idx="29786">
                  <c:v>72156</c:v>
                </c:pt>
                <c:pt idx="29787">
                  <c:v>72157</c:v>
                </c:pt>
                <c:pt idx="29788">
                  <c:v>72158</c:v>
                </c:pt>
                <c:pt idx="29789">
                  <c:v>72159</c:v>
                </c:pt>
                <c:pt idx="29790">
                  <c:v>72160</c:v>
                </c:pt>
                <c:pt idx="29791">
                  <c:v>72161</c:v>
                </c:pt>
                <c:pt idx="29792">
                  <c:v>72162</c:v>
                </c:pt>
                <c:pt idx="29793">
                  <c:v>72163</c:v>
                </c:pt>
                <c:pt idx="29794">
                  <c:v>72164</c:v>
                </c:pt>
                <c:pt idx="29795">
                  <c:v>72165</c:v>
                </c:pt>
                <c:pt idx="29796">
                  <c:v>72166</c:v>
                </c:pt>
                <c:pt idx="29797">
                  <c:v>72167</c:v>
                </c:pt>
                <c:pt idx="29798">
                  <c:v>72168</c:v>
                </c:pt>
                <c:pt idx="29799">
                  <c:v>72169</c:v>
                </c:pt>
                <c:pt idx="29800">
                  <c:v>72170</c:v>
                </c:pt>
                <c:pt idx="29801">
                  <c:v>72171</c:v>
                </c:pt>
                <c:pt idx="29802">
                  <c:v>72172</c:v>
                </c:pt>
                <c:pt idx="29803">
                  <c:v>72173</c:v>
                </c:pt>
                <c:pt idx="29804">
                  <c:v>72174</c:v>
                </c:pt>
                <c:pt idx="29805">
                  <c:v>72175</c:v>
                </c:pt>
                <c:pt idx="29806">
                  <c:v>72176</c:v>
                </c:pt>
                <c:pt idx="29807">
                  <c:v>72177</c:v>
                </c:pt>
                <c:pt idx="29808">
                  <c:v>72178</c:v>
                </c:pt>
                <c:pt idx="29809">
                  <c:v>72179</c:v>
                </c:pt>
                <c:pt idx="29810">
                  <c:v>72180</c:v>
                </c:pt>
                <c:pt idx="29811">
                  <c:v>72181</c:v>
                </c:pt>
                <c:pt idx="29812">
                  <c:v>72182</c:v>
                </c:pt>
                <c:pt idx="29813">
                  <c:v>72183</c:v>
                </c:pt>
                <c:pt idx="29814">
                  <c:v>72184</c:v>
                </c:pt>
                <c:pt idx="29815">
                  <c:v>72185</c:v>
                </c:pt>
                <c:pt idx="29816">
                  <c:v>72186</c:v>
                </c:pt>
                <c:pt idx="29817">
                  <c:v>72187</c:v>
                </c:pt>
                <c:pt idx="29818">
                  <c:v>72188</c:v>
                </c:pt>
                <c:pt idx="29819">
                  <c:v>72189</c:v>
                </c:pt>
                <c:pt idx="29820">
                  <c:v>72190</c:v>
                </c:pt>
                <c:pt idx="29821">
                  <c:v>72191</c:v>
                </c:pt>
                <c:pt idx="29822">
                  <c:v>72192</c:v>
                </c:pt>
                <c:pt idx="29823">
                  <c:v>72193</c:v>
                </c:pt>
                <c:pt idx="29824">
                  <c:v>72194</c:v>
                </c:pt>
                <c:pt idx="29825">
                  <c:v>72195</c:v>
                </c:pt>
                <c:pt idx="29826">
                  <c:v>72196</c:v>
                </c:pt>
                <c:pt idx="29827">
                  <c:v>72197</c:v>
                </c:pt>
                <c:pt idx="29828">
                  <c:v>72198</c:v>
                </c:pt>
                <c:pt idx="29829">
                  <c:v>72199</c:v>
                </c:pt>
                <c:pt idx="29830">
                  <c:v>72200</c:v>
                </c:pt>
                <c:pt idx="29831">
                  <c:v>72201</c:v>
                </c:pt>
                <c:pt idx="29832">
                  <c:v>72202</c:v>
                </c:pt>
                <c:pt idx="29833">
                  <c:v>72203</c:v>
                </c:pt>
                <c:pt idx="29834">
                  <c:v>72204</c:v>
                </c:pt>
                <c:pt idx="29835">
                  <c:v>72205</c:v>
                </c:pt>
                <c:pt idx="29836">
                  <c:v>72206</c:v>
                </c:pt>
                <c:pt idx="29837">
                  <c:v>72207</c:v>
                </c:pt>
                <c:pt idx="29838">
                  <c:v>72208</c:v>
                </c:pt>
                <c:pt idx="29839">
                  <c:v>72209</c:v>
                </c:pt>
                <c:pt idx="29840">
                  <c:v>72210</c:v>
                </c:pt>
                <c:pt idx="29841">
                  <c:v>72211</c:v>
                </c:pt>
                <c:pt idx="29842">
                  <c:v>72212</c:v>
                </c:pt>
                <c:pt idx="29843">
                  <c:v>72213</c:v>
                </c:pt>
                <c:pt idx="29844">
                  <c:v>72214</c:v>
                </c:pt>
                <c:pt idx="29845">
                  <c:v>72215</c:v>
                </c:pt>
                <c:pt idx="29846">
                  <c:v>72216</c:v>
                </c:pt>
                <c:pt idx="29847">
                  <c:v>72217</c:v>
                </c:pt>
                <c:pt idx="29848">
                  <c:v>72218</c:v>
                </c:pt>
                <c:pt idx="29849">
                  <c:v>72219</c:v>
                </c:pt>
                <c:pt idx="29850">
                  <c:v>72220</c:v>
                </c:pt>
                <c:pt idx="29851">
                  <c:v>72221</c:v>
                </c:pt>
                <c:pt idx="29852">
                  <c:v>72222</c:v>
                </c:pt>
                <c:pt idx="29853">
                  <c:v>72223</c:v>
                </c:pt>
                <c:pt idx="29854">
                  <c:v>72224</c:v>
                </c:pt>
                <c:pt idx="29855">
                  <c:v>72225</c:v>
                </c:pt>
                <c:pt idx="29856">
                  <c:v>72226</c:v>
                </c:pt>
                <c:pt idx="29857">
                  <c:v>72227</c:v>
                </c:pt>
                <c:pt idx="29858">
                  <c:v>72228</c:v>
                </c:pt>
                <c:pt idx="29859">
                  <c:v>72229</c:v>
                </c:pt>
                <c:pt idx="29860">
                  <c:v>72230</c:v>
                </c:pt>
                <c:pt idx="29861">
                  <c:v>72231</c:v>
                </c:pt>
                <c:pt idx="29862">
                  <c:v>72232</c:v>
                </c:pt>
                <c:pt idx="29863">
                  <c:v>72233</c:v>
                </c:pt>
                <c:pt idx="29864">
                  <c:v>72234</c:v>
                </c:pt>
                <c:pt idx="29865">
                  <c:v>72235</c:v>
                </c:pt>
                <c:pt idx="29866">
                  <c:v>72236</c:v>
                </c:pt>
                <c:pt idx="29867">
                  <c:v>72237</c:v>
                </c:pt>
                <c:pt idx="29868">
                  <c:v>72238</c:v>
                </c:pt>
                <c:pt idx="29869">
                  <c:v>72239</c:v>
                </c:pt>
                <c:pt idx="29870">
                  <c:v>72240</c:v>
                </c:pt>
                <c:pt idx="29871">
                  <c:v>72241</c:v>
                </c:pt>
                <c:pt idx="29872">
                  <c:v>72242</c:v>
                </c:pt>
                <c:pt idx="29873">
                  <c:v>72243</c:v>
                </c:pt>
                <c:pt idx="29874">
                  <c:v>72244</c:v>
                </c:pt>
                <c:pt idx="29875">
                  <c:v>72245</c:v>
                </c:pt>
                <c:pt idx="29876">
                  <c:v>72246</c:v>
                </c:pt>
                <c:pt idx="29877">
                  <c:v>72247</c:v>
                </c:pt>
                <c:pt idx="29878">
                  <c:v>72248</c:v>
                </c:pt>
                <c:pt idx="29879">
                  <c:v>72249</c:v>
                </c:pt>
                <c:pt idx="29880">
                  <c:v>72250</c:v>
                </c:pt>
                <c:pt idx="29881">
                  <c:v>72251</c:v>
                </c:pt>
                <c:pt idx="29882">
                  <c:v>72252</c:v>
                </c:pt>
                <c:pt idx="29883">
                  <c:v>72253</c:v>
                </c:pt>
                <c:pt idx="29884">
                  <c:v>72254</c:v>
                </c:pt>
                <c:pt idx="29885">
                  <c:v>72255</c:v>
                </c:pt>
                <c:pt idx="29886">
                  <c:v>72256</c:v>
                </c:pt>
                <c:pt idx="29887">
                  <c:v>72257</c:v>
                </c:pt>
                <c:pt idx="29888">
                  <c:v>72258</c:v>
                </c:pt>
                <c:pt idx="29889">
                  <c:v>72259</c:v>
                </c:pt>
                <c:pt idx="29890">
                  <c:v>72260</c:v>
                </c:pt>
                <c:pt idx="29891">
                  <c:v>72261</c:v>
                </c:pt>
                <c:pt idx="29892">
                  <c:v>72262</c:v>
                </c:pt>
                <c:pt idx="29893">
                  <c:v>72263</c:v>
                </c:pt>
                <c:pt idx="29894">
                  <c:v>72264</c:v>
                </c:pt>
                <c:pt idx="29895">
                  <c:v>72265</c:v>
                </c:pt>
                <c:pt idx="29896">
                  <c:v>72266</c:v>
                </c:pt>
                <c:pt idx="29897">
                  <c:v>72267</c:v>
                </c:pt>
                <c:pt idx="29898">
                  <c:v>72268</c:v>
                </c:pt>
                <c:pt idx="29899">
                  <c:v>72269</c:v>
                </c:pt>
                <c:pt idx="29900">
                  <c:v>72270</c:v>
                </c:pt>
                <c:pt idx="29901">
                  <c:v>72271</c:v>
                </c:pt>
                <c:pt idx="29902">
                  <c:v>72272</c:v>
                </c:pt>
                <c:pt idx="29903">
                  <c:v>72273</c:v>
                </c:pt>
                <c:pt idx="29904">
                  <c:v>72274</c:v>
                </c:pt>
                <c:pt idx="29905">
                  <c:v>72275</c:v>
                </c:pt>
                <c:pt idx="29906">
                  <c:v>72276</c:v>
                </c:pt>
                <c:pt idx="29907">
                  <c:v>72277</c:v>
                </c:pt>
                <c:pt idx="29908">
                  <c:v>72278</c:v>
                </c:pt>
                <c:pt idx="29909">
                  <c:v>72279</c:v>
                </c:pt>
                <c:pt idx="29910">
                  <c:v>72280</c:v>
                </c:pt>
                <c:pt idx="29911">
                  <c:v>72281</c:v>
                </c:pt>
                <c:pt idx="29912">
                  <c:v>72282</c:v>
                </c:pt>
                <c:pt idx="29913">
                  <c:v>72283</c:v>
                </c:pt>
                <c:pt idx="29914">
                  <c:v>72284</c:v>
                </c:pt>
                <c:pt idx="29915">
                  <c:v>72285</c:v>
                </c:pt>
                <c:pt idx="29916">
                  <c:v>72286</c:v>
                </c:pt>
                <c:pt idx="29917">
                  <c:v>72287</c:v>
                </c:pt>
                <c:pt idx="29918">
                  <c:v>72288</c:v>
                </c:pt>
                <c:pt idx="29919">
                  <c:v>72289</c:v>
                </c:pt>
                <c:pt idx="29920">
                  <c:v>72290</c:v>
                </c:pt>
                <c:pt idx="29921">
                  <c:v>72291</c:v>
                </c:pt>
                <c:pt idx="29922">
                  <c:v>72292</c:v>
                </c:pt>
                <c:pt idx="29923">
                  <c:v>72293</c:v>
                </c:pt>
                <c:pt idx="29924">
                  <c:v>72294</c:v>
                </c:pt>
                <c:pt idx="29925">
                  <c:v>72295</c:v>
                </c:pt>
                <c:pt idx="29926">
                  <c:v>72296</c:v>
                </c:pt>
                <c:pt idx="29927">
                  <c:v>72297</c:v>
                </c:pt>
                <c:pt idx="29928">
                  <c:v>72298</c:v>
                </c:pt>
                <c:pt idx="29929">
                  <c:v>72299</c:v>
                </c:pt>
                <c:pt idx="29930">
                  <c:v>72300</c:v>
                </c:pt>
                <c:pt idx="29931">
                  <c:v>72301</c:v>
                </c:pt>
                <c:pt idx="29932">
                  <c:v>72302</c:v>
                </c:pt>
                <c:pt idx="29933">
                  <c:v>72303</c:v>
                </c:pt>
                <c:pt idx="29934">
                  <c:v>72304</c:v>
                </c:pt>
                <c:pt idx="29935">
                  <c:v>72305</c:v>
                </c:pt>
                <c:pt idx="29936">
                  <c:v>72306</c:v>
                </c:pt>
                <c:pt idx="29937">
                  <c:v>72307</c:v>
                </c:pt>
                <c:pt idx="29938">
                  <c:v>72308</c:v>
                </c:pt>
                <c:pt idx="29939">
                  <c:v>72309</c:v>
                </c:pt>
                <c:pt idx="29940">
                  <c:v>72310</c:v>
                </c:pt>
                <c:pt idx="29941">
                  <c:v>72311</c:v>
                </c:pt>
                <c:pt idx="29942">
                  <c:v>72312</c:v>
                </c:pt>
                <c:pt idx="29943">
                  <c:v>72313</c:v>
                </c:pt>
                <c:pt idx="29944">
                  <c:v>72314</c:v>
                </c:pt>
                <c:pt idx="29945">
                  <c:v>72315</c:v>
                </c:pt>
                <c:pt idx="29946">
                  <c:v>72316</c:v>
                </c:pt>
                <c:pt idx="29947">
                  <c:v>72317</c:v>
                </c:pt>
                <c:pt idx="29948">
                  <c:v>72318</c:v>
                </c:pt>
                <c:pt idx="29949">
                  <c:v>72319</c:v>
                </c:pt>
                <c:pt idx="29950">
                  <c:v>72320</c:v>
                </c:pt>
                <c:pt idx="29951">
                  <c:v>72321</c:v>
                </c:pt>
                <c:pt idx="29952">
                  <c:v>72322</c:v>
                </c:pt>
                <c:pt idx="29953">
                  <c:v>72323</c:v>
                </c:pt>
                <c:pt idx="29954">
                  <c:v>72324</c:v>
                </c:pt>
                <c:pt idx="29955">
                  <c:v>72325</c:v>
                </c:pt>
                <c:pt idx="29956">
                  <c:v>72326</c:v>
                </c:pt>
                <c:pt idx="29957">
                  <c:v>72327</c:v>
                </c:pt>
                <c:pt idx="29958">
                  <c:v>72328</c:v>
                </c:pt>
                <c:pt idx="29959">
                  <c:v>72329</c:v>
                </c:pt>
                <c:pt idx="29960">
                  <c:v>72330</c:v>
                </c:pt>
                <c:pt idx="29961">
                  <c:v>72331</c:v>
                </c:pt>
                <c:pt idx="29962">
                  <c:v>72332</c:v>
                </c:pt>
                <c:pt idx="29963">
                  <c:v>72333</c:v>
                </c:pt>
                <c:pt idx="29964">
                  <c:v>72334</c:v>
                </c:pt>
                <c:pt idx="29965">
                  <c:v>72335</c:v>
                </c:pt>
                <c:pt idx="29966">
                  <c:v>72336</c:v>
                </c:pt>
                <c:pt idx="29967">
                  <c:v>72337</c:v>
                </c:pt>
                <c:pt idx="29968">
                  <c:v>72338</c:v>
                </c:pt>
                <c:pt idx="29969">
                  <c:v>72339</c:v>
                </c:pt>
                <c:pt idx="29970">
                  <c:v>72340</c:v>
                </c:pt>
                <c:pt idx="29971">
                  <c:v>72341</c:v>
                </c:pt>
                <c:pt idx="29972">
                  <c:v>72342</c:v>
                </c:pt>
                <c:pt idx="29973">
                  <c:v>72343</c:v>
                </c:pt>
                <c:pt idx="29974">
                  <c:v>72344</c:v>
                </c:pt>
                <c:pt idx="29975">
                  <c:v>72345</c:v>
                </c:pt>
                <c:pt idx="29976">
                  <c:v>72346</c:v>
                </c:pt>
                <c:pt idx="29977">
                  <c:v>72347</c:v>
                </c:pt>
                <c:pt idx="29978">
                  <c:v>72348</c:v>
                </c:pt>
                <c:pt idx="29979">
                  <c:v>72349</c:v>
                </c:pt>
                <c:pt idx="29980">
                  <c:v>72350</c:v>
                </c:pt>
                <c:pt idx="29981">
                  <c:v>72351</c:v>
                </c:pt>
                <c:pt idx="29982">
                  <c:v>72352</c:v>
                </c:pt>
                <c:pt idx="29983">
                  <c:v>72353</c:v>
                </c:pt>
                <c:pt idx="29984">
                  <c:v>72354</c:v>
                </c:pt>
                <c:pt idx="29985">
                  <c:v>72355</c:v>
                </c:pt>
                <c:pt idx="29986">
                  <c:v>72356</c:v>
                </c:pt>
                <c:pt idx="29987">
                  <c:v>72357</c:v>
                </c:pt>
                <c:pt idx="29988">
                  <c:v>72358</c:v>
                </c:pt>
                <c:pt idx="29989">
                  <c:v>72359</c:v>
                </c:pt>
                <c:pt idx="29990">
                  <c:v>72360</c:v>
                </c:pt>
                <c:pt idx="29991">
                  <c:v>72361</c:v>
                </c:pt>
                <c:pt idx="29992">
                  <c:v>72362</c:v>
                </c:pt>
                <c:pt idx="29993">
                  <c:v>72363</c:v>
                </c:pt>
                <c:pt idx="29994">
                  <c:v>72364</c:v>
                </c:pt>
                <c:pt idx="29995">
                  <c:v>72365</c:v>
                </c:pt>
                <c:pt idx="29996">
                  <c:v>72366</c:v>
                </c:pt>
                <c:pt idx="29997">
                  <c:v>72367</c:v>
                </c:pt>
                <c:pt idx="29998">
                  <c:v>72368</c:v>
                </c:pt>
                <c:pt idx="29999">
                  <c:v>72369</c:v>
                </c:pt>
                <c:pt idx="30000">
                  <c:v>72370</c:v>
                </c:pt>
                <c:pt idx="30001">
                  <c:v>72371</c:v>
                </c:pt>
                <c:pt idx="30002">
                  <c:v>72372</c:v>
                </c:pt>
                <c:pt idx="30003">
                  <c:v>72373</c:v>
                </c:pt>
                <c:pt idx="30004">
                  <c:v>72374</c:v>
                </c:pt>
                <c:pt idx="30005">
                  <c:v>72375</c:v>
                </c:pt>
                <c:pt idx="30006">
                  <c:v>72376</c:v>
                </c:pt>
                <c:pt idx="30007">
                  <c:v>72377</c:v>
                </c:pt>
                <c:pt idx="30008">
                  <c:v>72378</c:v>
                </c:pt>
                <c:pt idx="30009">
                  <c:v>72379</c:v>
                </c:pt>
                <c:pt idx="30010">
                  <c:v>72380</c:v>
                </c:pt>
                <c:pt idx="30011">
                  <c:v>72381</c:v>
                </c:pt>
                <c:pt idx="30012">
                  <c:v>72382</c:v>
                </c:pt>
                <c:pt idx="30013">
                  <c:v>72383</c:v>
                </c:pt>
                <c:pt idx="30014">
                  <c:v>72384</c:v>
                </c:pt>
                <c:pt idx="30015">
                  <c:v>72385</c:v>
                </c:pt>
                <c:pt idx="30016">
                  <c:v>72386</c:v>
                </c:pt>
                <c:pt idx="30017">
                  <c:v>72387</c:v>
                </c:pt>
                <c:pt idx="30018">
                  <c:v>72388</c:v>
                </c:pt>
                <c:pt idx="30019">
                  <c:v>72389</c:v>
                </c:pt>
                <c:pt idx="30020">
                  <c:v>72390</c:v>
                </c:pt>
                <c:pt idx="30021">
                  <c:v>72391</c:v>
                </c:pt>
                <c:pt idx="30022">
                  <c:v>72392</c:v>
                </c:pt>
                <c:pt idx="30023">
                  <c:v>72393</c:v>
                </c:pt>
                <c:pt idx="30024">
                  <c:v>72394</c:v>
                </c:pt>
                <c:pt idx="30025">
                  <c:v>72395</c:v>
                </c:pt>
                <c:pt idx="30026">
                  <c:v>72396</c:v>
                </c:pt>
                <c:pt idx="30027">
                  <c:v>72397</c:v>
                </c:pt>
                <c:pt idx="30028">
                  <c:v>72398</c:v>
                </c:pt>
                <c:pt idx="30029">
                  <c:v>72399</c:v>
                </c:pt>
                <c:pt idx="30030">
                  <c:v>72400</c:v>
                </c:pt>
                <c:pt idx="30031">
                  <c:v>72401</c:v>
                </c:pt>
                <c:pt idx="30032">
                  <c:v>72402</c:v>
                </c:pt>
                <c:pt idx="30033">
                  <c:v>72403</c:v>
                </c:pt>
                <c:pt idx="30034">
                  <c:v>72404</c:v>
                </c:pt>
                <c:pt idx="30035">
                  <c:v>72405</c:v>
                </c:pt>
                <c:pt idx="30036">
                  <c:v>72406</c:v>
                </c:pt>
                <c:pt idx="30037">
                  <c:v>72407</c:v>
                </c:pt>
                <c:pt idx="30038">
                  <c:v>72408</c:v>
                </c:pt>
                <c:pt idx="30039">
                  <c:v>72409</c:v>
                </c:pt>
                <c:pt idx="30040">
                  <c:v>72410</c:v>
                </c:pt>
                <c:pt idx="30041">
                  <c:v>72411</c:v>
                </c:pt>
                <c:pt idx="30042">
                  <c:v>72412</c:v>
                </c:pt>
                <c:pt idx="30043">
                  <c:v>72413</c:v>
                </c:pt>
                <c:pt idx="30044">
                  <c:v>72414</c:v>
                </c:pt>
                <c:pt idx="30045">
                  <c:v>72415</c:v>
                </c:pt>
                <c:pt idx="30046">
                  <c:v>72416</c:v>
                </c:pt>
                <c:pt idx="30047">
                  <c:v>72417</c:v>
                </c:pt>
                <c:pt idx="30048">
                  <c:v>72418</c:v>
                </c:pt>
                <c:pt idx="30049">
                  <c:v>72419</c:v>
                </c:pt>
                <c:pt idx="30050">
                  <c:v>72420</c:v>
                </c:pt>
                <c:pt idx="30051">
                  <c:v>72421</c:v>
                </c:pt>
                <c:pt idx="30052">
                  <c:v>72422</c:v>
                </c:pt>
                <c:pt idx="30053">
                  <c:v>72423</c:v>
                </c:pt>
                <c:pt idx="30054">
                  <c:v>72424</c:v>
                </c:pt>
                <c:pt idx="30055">
                  <c:v>72425</c:v>
                </c:pt>
                <c:pt idx="30056">
                  <c:v>72426</c:v>
                </c:pt>
                <c:pt idx="30057">
                  <c:v>72427</c:v>
                </c:pt>
                <c:pt idx="30058">
                  <c:v>72428</c:v>
                </c:pt>
                <c:pt idx="30059">
                  <c:v>72429</c:v>
                </c:pt>
                <c:pt idx="30060">
                  <c:v>72430</c:v>
                </c:pt>
                <c:pt idx="30061">
                  <c:v>72431</c:v>
                </c:pt>
                <c:pt idx="30062">
                  <c:v>72432</c:v>
                </c:pt>
                <c:pt idx="30063">
                  <c:v>72433</c:v>
                </c:pt>
                <c:pt idx="30064">
                  <c:v>72434</c:v>
                </c:pt>
                <c:pt idx="30065">
                  <c:v>72435</c:v>
                </c:pt>
                <c:pt idx="30066">
                  <c:v>72436</c:v>
                </c:pt>
                <c:pt idx="30067">
                  <c:v>72437</c:v>
                </c:pt>
                <c:pt idx="30068">
                  <c:v>72438</c:v>
                </c:pt>
                <c:pt idx="30069">
                  <c:v>72439</c:v>
                </c:pt>
                <c:pt idx="30070">
                  <c:v>72440</c:v>
                </c:pt>
                <c:pt idx="30071">
                  <c:v>72441</c:v>
                </c:pt>
                <c:pt idx="30072">
                  <c:v>72442</c:v>
                </c:pt>
                <c:pt idx="30073">
                  <c:v>72443</c:v>
                </c:pt>
                <c:pt idx="30074">
                  <c:v>72444</c:v>
                </c:pt>
                <c:pt idx="30075">
                  <c:v>72445</c:v>
                </c:pt>
                <c:pt idx="30076">
                  <c:v>72446</c:v>
                </c:pt>
                <c:pt idx="30077">
                  <c:v>72447</c:v>
                </c:pt>
                <c:pt idx="30078">
                  <c:v>72448</c:v>
                </c:pt>
                <c:pt idx="30079">
                  <c:v>72449</c:v>
                </c:pt>
                <c:pt idx="30080">
                  <c:v>72450</c:v>
                </c:pt>
                <c:pt idx="30081">
                  <c:v>72451</c:v>
                </c:pt>
                <c:pt idx="30082">
                  <c:v>72452</c:v>
                </c:pt>
                <c:pt idx="30083">
                  <c:v>72453</c:v>
                </c:pt>
                <c:pt idx="30084">
                  <c:v>72454</c:v>
                </c:pt>
                <c:pt idx="30085">
                  <c:v>72455</c:v>
                </c:pt>
                <c:pt idx="30086">
                  <c:v>72456</c:v>
                </c:pt>
                <c:pt idx="30087">
                  <c:v>72457</c:v>
                </c:pt>
                <c:pt idx="30088">
                  <c:v>72458</c:v>
                </c:pt>
                <c:pt idx="30089">
                  <c:v>72459</c:v>
                </c:pt>
                <c:pt idx="30090">
                  <c:v>72460</c:v>
                </c:pt>
                <c:pt idx="30091">
                  <c:v>72461</c:v>
                </c:pt>
                <c:pt idx="30092">
                  <c:v>72462</c:v>
                </c:pt>
                <c:pt idx="30093">
                  <c:v>72463</c:v>
                </c:pt>
                <c:pt idx="30094">
                  <c:v>72464</c:v>
                </c:pt>
                <c:pt idx="30095">
                  <c:v>72465</c:v>
                </c:pt>
                <c:pt idx="30096">
                  <c:v>72466</c:v>
                </c:pt>
                <c:pt idx="30097">
                  <c:v>72467</c:v>
                </c:pt>
                <c:pt idx="30098">
                  <c:v>72468</c:v>
                </c:pt>
                <c:pt idx="30099">
                  <c:v>72469</c:v>
                </c:pt>
                <c:pt idx="30100">
                  <c:v>72470</c:v>
                </c:pt>
                <c:pt idx="30101">
                  <c:v>72471</c:v>
                </c:pt>
                <c:pt idx="30102">
                  <c:v>72472</c:v>
                </c:pt>
                <c:pt idx="30103">
                  <c:v>72473</c:v>
                </c:pt>
                <c:pt idx="30104">
                  <c:v>72474</c:v>
                </c:pt>
                <c:pt idx="30105">
                  <c:v>72475</c:v>
                </c:pt>
                <c:pt idx="30106">
                  <c:v>72476</c:v>
                </c:pt>
                <c:pt idx="30107">
                  <c:v>72477</c:v>
                </c:pt>
                <c:pt idx="30108">
                  <c:v>72478</c:v>
                </c:pt>
                <c:pt idx="30109">
                  <c:v>72479</c:v>
                </c:pt>
                <c:pt idx="30110">
                  <c:v>72480</c:v>
                </c:pt>
                <c:pt idx="30111">
                  <c:v>72481</c:v>
                </c:pt>
                <c:pt idx="30112">
                  <c:v>72482</c:v>
                </c:pt>
                <c:pt idx="30113">
                  <c:v>72483</c:v>
                </c:pt>
                <c:pt idx="30114">
                  <c:v>72484</c:v>
                </c:pt>
                <c:pt idx="30115">
                  <c:v>72485</c:v>
                </c:pt>
                <c:pt idx="30116">
                  <c:v>72486</c:v>
                </c:pt>
                <c:pt idx="30117">
                  <c:v>72487</c:v>
                </c:pt>
                <c:pt idx="30118">
                  <c:v>72488</c:v>
                </c:pt>
                <c:pt idx="30119">
                  <c:v>72489</c:v>
                </c:pt>
                <c:pt idx="30120">
                  <c:v>72490</c:v>
                </c:pt>
                <c:pt idx="30121">
                  <c:v>72491</c:v>
                </c:pt>
                <c:pt idx="30122">
                  <c:v>72492</c:v>
                </c:pt>
                <c:pt idx="30123">
                  <c:v>72493</c:v>
                </c:pt>
                <c:pt idx="30124">
                  <c:v>72494</c:v>
                </c:pt>
                <c:pt idx="30125">
                  <c:v>72495</c:v>
                </c:pt>
                <c:pt idx="30126">
                  <c:v>72496</c:v>
                </c:pt>
                <c:pt idx="30127">
                  <c:v>72497</c:v>
                </c:pt>
                <c:pt idx="30128">
                  <c:v>72498</c:v>
                </c:pt>
                <c:pt idx="30129">
                  <c:v>72499</c:v>
                </c:pt>
                <c:pt idx="30130">
                  <c:v>72500</c:v>
                </c:pt>
                <c:pt idx="30131">
                  <c:v>72501</c:v>
                </c:pt>
                <c:pt idx="30132">
                  <c:v>72502</c:v>
                </c:pt>
                <c:pt idx="30133">
                  <c:v>72503</c:v>
                </c:pt>
                <c:pt idx="30134">
                  <c:v>72504</c:v>
                </c:pt>
                <c:pt idx="30135">
                  <c:v>72505</c:v>
                </c:pt>
                <c:pt idx="30136">
                  <c:v>72506</c:v>
                </c:pt>
                <c:pt idx="30137">
                  <c:v>72507</c:v>
                </c:pt>
                <c:pt idx="30138">
                  <c:v>72508</c:v>
                </c:pt>
                <c:pt idx="30139">
                  <c:v>72509</c:v>
                </c:pt>
                <c:pt idx="30140">
                  <c:v>72510</c:v>
                </c:pt>
                <c:pt idx="30141">
                  <c:v>72511</c:v>
                </c:pt>
                <c:pt idx="30142">
                  <c:v>72512</c:v>
                </c:pt>
                <c:pt idx="30143">
                  <c:v>72513</c:v>
                </c:pt>
                <c:pt idx="30144">
                  <c:v>72514</c:v>
                </c:pt>
                <c:pt idx="30145">
                  <c:v>72515</c:v>
                </c:pt>
                <c:pt idx="30146">
                  <c:v>72516</c:v>
                </c:pt>
                <c:pt idx="30147">
                  <c:v>72517</c:v>
                </c:pt>
                <c:pt idx="30148">
                  <c:v>72518</c:v>
                </c:pt>
                <c:pt idx="30149">
                  <c:v>72519</c:v>
                </c:pt>
                <c:pt idx="30150">
                  <c:v>72520</c:v>
                </c:pt>
                <c:pt idx="30151">
                  <c:v>72521</c:v>
                </c:pt>
                <c:pt idx="30152">
                  <c:v>72522</c:v>
                </c:pt>
                <c:pt idx="30153">
                  <c:v>72523</c:v>
                </c:pt>
                <c:pt idx="30154">
                  <c:v>72524</c:v>
                </c:pt>
                <c:pt idx="30155">
                  <c:v>72525</c:v>
                </c:pt>
                <c:pt idx="30156">
                  <c:v>72526</c:v>
                </c:pt>
                <c:pt idx="30157">
                  <c:v>72527</c:v>
                </c:pt>
                <c:pt idx="30158">
                  <c:v>72528</c:v>
                </c:pt>
                <c:pt idx="30159">
                  <c:v>72529</c:v>
                </c:pt>
                <c:pt idx="30160">
                  <c:v>72530</c:v>
                </c:pt>
                <c:pt idx="30161">
                  <c:v>72531</c:v>
                </c:pt>
                <c:pt idx="30162">
                  <c:v>72532</c:v>
                </c:pt>
                <c:pt idx="30163">
                  <c:v>72533</c:v>
                </c:pt>
                <c:pt idx="30164">
                  <c:v>72534</c:v>
                </c:pt>
                <c:pt idx="30165">
                  <c:v>72535</c:v>
                </c:pt>
                <c:pt idx="30166">
                  <c:v>72536</c:v>
                </c:pt>
                <c:pt idx="30167">
                  <c:v>72537</c:v>
                </c:pt>
                <c:pt idx="30168">
                  <c:v>72538</c:v>
                </c:pt>
                <c:pt idx="30169">
                  <c:v>72539</c:v>
                </c:pt>
                <c:pt idx="30170">
                  <c:v>72540</c:v>
                </c:pt>
                <c:pt idx="30171">
                  <c:v>72541</c:v>
                </c:pt>
                <c:pt idx="30172">
                  <c:v>72542</c:v>
                </c:pt>
                <c:pt idx="30173">
                  <c:v>72543</c:v>
                </c:pt>
                <c:pt idx="30174">
                  <c:v>72544</c:v>
                </c:pt>
                <c:pt idx="30175">
                  <c:v>72545</c:v>
                </c:pt>
                <c:pt idx="30176">
                  <c:v>72546</c:v>
                </c:pt>
                <c:pt idx="30177">
                  <c:v>72547</c:v>
                </c:pt>
                <c:pt idx="30178">
                  <c:v>72548</c:v>
                </c:pt>
                <c:pt idx="30179">
                  <c:v>72549</c:v>
                </c:pt>
                <c:pt idx="30180">
                  <c:v>72550</c:v>
                </c:pt>
                <c:pt idx="30181">
                  <c:v>72551</c:v>
                </c:pt>
                <c:pt idx="30182">
                  <c:v>72552</c:v>
                </c:pt>
                <c:pt idx="30183">
                  <c:v>72553</c:v>
                </c:pt>
                <c:pt idx="30184">
                  <c:v>72554</c:v>
                </c:pt>
                <c:pt idx="30185">
                  <c:v>72555</c:v>
                </c:pt>
                <c:pt idx="30186">
                  <c:v>72556</c:v>
                </c:pt>
                <c:pt idx="30187">
                  <c:v>72557</c:v>
                </c:pt>
                <c:pt idx="30188">
                  <c:v>72558</c:v>
                </c:pt>
                <c:pt idx="30189">
                  <c:v>72559</c:v>
                </c:pt>
                <c:pt idx="30190">
                  <c:v>72560</c:v>
                </c:pt>
                <c:pt idx="30191">
                  <c:v>72561</c:v>
                </c:pt>
                <c:pt idx="30192">
                  <c:v>72562</c:v>
                </c:pt>
                <c:pt idx="30193">
                  <c:v>72563</c:v>
                </c:pt>
                <c:pt idx="30194">
                  <c:v>72564</c:v>
                </c:pt>
                <c:pt idx="30195">
                  <c:v>72565</c:v>
                </c:pt>
                <c:pt idx="30196">
                  <c:v>72566</c:v>
                </c:pt>
                <c:pt idx="30197">
                  <c:v>72567</c:v>
                </c:pt>
                <c:pt idx="30198">
                  <c:v>72568</c:v>
                </c:pt>
                <c:pt idx="30199">
                  <c:v>72569</c:v>
                </c:pt>
                <c:pt idx="30200">
                  <c:v>72570</c:v>
                </c:pt>
                <c:pt idx="30201">
                  <c:v>72571</c:v>
                </c:pt>
                <c:pt idx="30202">
                  <c:v>72572</c:v>
                </c:pt>
                <c:pt idx="30203">
                  <c:v>72573</c:v>
                </c:pt>
                <c:pt idx="30204">
                  <c:v>72574</c:v>
                </c:pt>
                <c:pt idx="30205">
                  <c:v>72575</c:v>
                </c:pt>
                <c:pt idx="30206">
                  <c:v>72576</c:v>
                </c:pt>
                <c:pt idx="30207">
                  <c:v>72577</c:v>
                </c:pt>
                <c:pt idx="30208">
                  <c:v>72578</c:v>
                </c:pt>
                <c:pt idx="30209">
                  <c:v>72579</c:v>
                </c:pt>
                <c:pt idx="30210">
                  <c:v>72580</c:v>
                </c:pt>
                <c:pt idx="30211">
                  <c:v>72581</c:v>
                </c:pt>
                <c:pt idx="30212">
                  <c:v>72582</c:v>
                </c:pt>
                <c:pt idx="30213">
                  <c:v>72583</c:v>
                </c:pt>
                <c:pt idx="30214">
                  <c:v>72584</c:v>
                </c:pt>
                <c:pt idx="30215">
                  <c:v>72585</c:v>
                </c:pt>
                <c:pt idx="30216">
                  <c:v>72586</c:v>
                </c:pt>
                <c:pt idx="30217">
                  <c:v>72587</c:v>
                </c:pt>
                <c:pt idx="30218">
                  <c:v>72588</c:v>
                </c:pt>
                <c:pt idx="30219">
                  <c:v>72589</c:v>
                </c:pt>
                <c:pt idx="30220">
                  <c:v>72590</c:v>
                </c:pt>
                <c:pt idx="30221">
                  <c:v>72591</c:v>
                </c:pt>
                <c:pt idx="30222">
                  <c:v>72592</c:v>
                </c:pt>
                <c:pt idx="30223">
                  <c:v>72593</c:v>
                </c:pt>
                <c:pt idx="30224">
                  <c:v>72594</c:v>
                </c:pt>
                <c:pt idx="30225">
                  <c:v>72595</c:v>
                </c:pt>
                <c:pt idx="30226">
                  <c:v>72596</c:v>
                </c:pt>
                <c:pt idx="30227">
                  <c:v>72597</c:v>
                </c:pt>
                <c:pt idx="30228">
                  <c:v>72598</c:v>
                </c:pt>
                <c:pt idx="30229">
                  <c:v>72599</c:v>
                </c:pt>
                <c:pt idx="30230">
                  <c:v>72600</c:v>
                </c:pt>
                <c:pt idx="30231">
                  <c:v>72601</c:v>
                </c:pt>
                <c:pt idx="30232">
                  <c:v>72602</c:v>
                </c:pt>
                <c:pt idx="30233">
                  <c:v>72603</c:v>
                </c:pt>
                <c:pt idx="30234">
                  <c:v>72604</c:v>
                </c:pt>
                <c:pt idx="30235">
                  <c:v>72605</c:v>
                </c:pt>
                <c:pt idx="30236">
                  <c:v>72606</c:v>
                </c:pt>
                <c:pt idx="30237">
                  <c:v>72607</c:v>
                </c:pt>
                <c:pt idx="30238">
                  <c:v>72608</c:v>
                </c:pt>
                <c:pt idx="30239">
                  <c:v>72609</c:v>
                </c:pt>
                <c:pt idx="30240">
                  <c:v>72610</c:v>
                </c:pt>
                <c:pt idx="30241">
                  <c:v>72611</c:v>
                </c:pt>
                <c:pt idx="30242">
                  <c:v>72612</c:v>
                </c:pt>
                <c:pt idx="30243">
                  <c:v>72613</c:v>
                </c:pt>
                <c:pt idx="30244">
                  <c:v>72614</c:v>
                </c:pt>
                <c:pt idx="30245">
                  <c:v>72615</c:v>
                </c:pt>
                <c:pt idx="30246">
                  <c:v>72616</c:v>
                </c:pt>
                <c:pt idx="30247">
                  <c:v>72617</c:v>
                </c:pt>
                <c:pt idx="30248">
                  <c:v>72618</c:v>
                </c:pt>
                <c:pt idx="30249">
                  <c:v>72619</c:v>
                </c:pt>
                <c:pt idx="30250">
                  <c:v>72620</c:v>
                </c:pt>
                <c:pt idx="30251">
                  <c:v>72621</c:v>
                </c:pt>
                <c:pt idx="30252">
                  <c:v>72622</c:v>
                </c:pt>
                <c:pt idx="30253">
                  <c:v>72623</c:v>
                </c:pt>
                <c:pt idx="30254">
                  <c:v>72624</c:v>
                </c:pt>
                <c:pt idx="30255">
                  <c:v>72625</c:v>
                </c:pt>
                <c:pt idx="30256">
                  <c:v>72626</c:v>
                </c:pt>
                <c:pt idx="30257">
                  <c:v>72627</c:v>
                </c:pt>
                <c:pt idx="30258">
                  <c:v>72628</c:v>
                </c:pt>
                <c:pt idx="30259">
                  <c:v>72629</c:v>
                </c:pt>
                <c:pt idx="30260">
                  <c:v>72630</c:v>
                </c:pt>
                <c:pt idx="30261">
                  <c:v>72631</c:v>
                </c:pt>
                <c:pt idx="30262">
                  <c:v>72632</c:v>
                </c:pt>
                <c:pt idx="30263">
                  <c:v>72633</c:v>
                </c:pt>
                <c:pt idx="30264">
                  <c:v>72634</c:v>
                </c:pt>
                <c:pt idx="30265">
                  <c:v>72635</c:v>
                </c:pt>
                <c:pt idx="30266">
                  <c:v>72636</c:v>
                </c:pt>
                <c:pt idx="30267">
                  <c:v>72637</c:v>
                </c:pt>
                <c:pt idx="30268">
                  <c:v>72638</c:v>
                </c:pt>
                <c:pt idx="30269">
                  <c:v>72639</c:v>
                </c:pt>
                <c:pt idx="30270">
                  <c:v>72640</c:v>
                </c:pt>
                <c:pt idx="30271">
                  <c:v>72641</c:v>
                </c:pt>
                <c:pt idx="30272">
                  <c:v>72642</c:v>
                </c:pt>
                <c:pt idx="30273">
                  <c:v>72643</c:v>
                </c:pt>
                <c:pt idx="30274">
                  <c:v>72644</c:v>
                </c:pt>
                <c:pt idx="30275">
                  <c:v>72645</c:v>
                </c:pt>
                <c:pt idx="30276">
                  <c:v>72646</c:v>
                </c:pt>
                <c:pt idx="30277">
                  <c:v>72647</c:v>
                </c:pt>
                <c:pt idx="30278">
                  <c:v>72648</c:v>
                </c:pt>
                <c:pt idx="30279">
                  <c:v>72649</c:v>
                </c:pt>
                <c:pt idx="30280">
                  <c:v>72650</c:v>
                </c:pt>
                <c:pt idx="30281">
                  <c:v>72651</c:v>
                </c:pt>
                <c:pt idx="30282">
                  <c:v>72652</c:v>
                </c:pt>
                <c:pt idx="30283">
                  <c:v>72653</c:v>
                </c:pt>
                <c:pt idx="30284">
                  <c:v>72654</c:v>
                </c:pt>
                <c:pt idx="30285">
                  <c:v>72655</c:v>
                </c:pt>
                <c:pt idx="30286">
                  <c:v>72656</c:v>
                </c:pt>
                <c:pt idx="30287">
                  <c:v>72657</c:v>
                </c:pt>
                <c:pt idx="30288">
                  <c:v>72658</c:v>
                </c:pt>
                <c:pt idx="30289">
                  <c:v>72659</c:v>
                </c:pt>
                <c:pt idx="30290">
                  <c:v>72660</c:v>
                </c:pt>
                <c:pt idx="30291">
                  <c:v>72661</c:v>
                </c:pt>
                <c:pt idx="30292">
                  <c:v>72662</c:v>
                </c:pt>
                <c:pt idx="30293">
                  <c:v>72663</c:v>
                </c:pt>
                <c:pt idx="30294">
                  <c:v>72664</c:v>
                </c:pt>
                <c:pt idx="30295">
                  <c:v>72665</c:v>
                </c:pt>
                <c:pt idx="30296">
                  <c:v>72666</c:v>
                </c:pt>
                <c:pt idx="30297">
                  <c:v>72667</c:v>
                </c:pt>
                <c:pt idx="30298">
                  <c:v>72668</c:v>
                </c:pt>
                <c:pt idx="30299">
                  <c:v>72669</c:v>
                </c:pt>
                <c:pt idx="30300">
                  <c:v>72670</c:v>
                </c:pt>
                <c:pt idx="30301">
                  <c:v>72671</c:v>
                </c:pt>
                <c:pt idx="30302">
                  <c:v>72672</c:v>
                </c:pt>
                <c:pt idx="30303">
                  <c:v>72673</c:v>
                </c:pt>
                <c:pt idx="30304">
                  <c:v>72674</c:v>
                </c:pt>
                <c:pt idx="30305">
                  <c:v>72675</c:v>
                </c:pt>
                <c:pt idx="30306">
                  <c:v>72676</c:v>
                </c:pt>
                <c:pt idx="30307">
                  <c:v>72677</c:v>
                </c:pt>
                <c:pt idx="30308">
                  <c:v>72678</c:v>
                </c:pt>
                <c:pt idx="30309">
                  <c:v>72679</c:v>
                </c:pt>
                <c:pt idx="30310">
                  <c:v>72680</c:v>
                </c:pt>
                <c:pt idx="30311">
                  <c:v>72681</c:v>
                </c:pt>
                <c:pt idx="30312">
                  <c:v>72682</c:v>
                </c:pt>
                <c:pt idx="30313">
                  <c:v>72683</c:v>
                </c:pt>
                <c:pt idx="30314">
                  <c:v>72684</c:v>
                </c:pt>
                <c:pt idx="30315">
                  <c:v>72685</c:v>
                </c:pt>
                <c:pt idx="30316">
                  <c:v>72686</c:v>
                </c:pt>
                <c:pt idx="30317">
                  <c:v>72687</c:v>
                </c:pt>
                <c:pt idx="30318">
                  <c:v>72688</c:v>
                </c:pt>
                <c:pt idx="30319">
                  <c:v>72689</c:v>
                </c:pt>
                <c:pt idx="30320">
                  <c:v>72690</c:v>
                </c:pt>
                <c:pt idx="30321">
                  <c:v>72691</c:v>
                </c:pt>
                <c:pt idx="30322">
                  <c:v>72692</c:v>
                </c:pt>
                <c:pt idx="30323">
                  <c:v>72693</c:v>
                </c:pt>
                <c:pt idx="30324">
                  <c:v>72694</c:v>
                </c:pt>
                <c:pt idx="30325">
                  <c:v>72695</c:v>
                </c:pt>
                <c:pt idx="30326">
                  <c:v>72696</c:v>
                </c:pt>
                <c:pt idx="30327">
                  <c:v>72697</c:v>
                </c:pt>
                <c:pt idx="30328">
                  <c:v>72698</c:v>
                </c:pt>
                <c:pt idx="30329">
                  <c:v>72699</c:v>
                </c:pt>
                <c:pt idx="30330">
                  <c:v>72700</c:v>
                </c:pt>
                <c:pt idx="30331">
                  <c:v>72701</c:v>
                </c:pt>
                <c:pt idx="30332">
                  <c:v>72702</c:v>
                </c:pt>
                <c:pt idx="30333">
                  <c:v>72703</c:v>
                </c:pt>
                <c:pt idx="30334">
                  <c:v>72704</c:v>
                </c:pt>
                <c:pt idx="30335">
                  <c:v>72705</c:v>
                </c:pt>
                <c:pt idx="30336">
                  <c:v>72706</c:v>
                </c:pt>
                <c:pt idx="30337">
                  <c:v>72707</c:v>
                </c:pt>
                <c:pt idx="30338">
                  <c:v>72708</c:v>
                </c:pt>
                <c:pt idx="30339">
                  <c:v>72709</c:v>
                </c:pt>
                <c:pt idx="30340">
                  <c:v>72710</c:v>
                </c:pt>
                <c:pt idx="30341">
                  <c:v>72711</c:v>
                </c:pt>
                <c:pt idx="30342">
                  <c:v>72712</c:v>
                </c:pt>
                <c:pt idx="30343">
                  <c:v>72713</c:v>
                </c:pt>
                <c:pt idx="30344">
                  <c:v>72714</c:v>
                </c:pt>
                <c:pt idx="30345">
                  <c:v>72715</c:v>
                </c:pt>
                <c:pt idx="30346">
                  <c:v>72716</c:v>
                </c:pt>
                <c:pt idx="30347">
                  <c:v>72717</c:v>
                </c:pt>
                <c:pt idx="30348">
                  <c:v>72718</c:v>
                </c:pt>
                <c:pt idx="30349">
                  <c:v>72719</c:v>
                </c:pt>
                <c:pt idx="30350">
                  <c:v>72720</c:v>
                </c:pt>
                <c:pt idx="30351">
                  <c:v>72721</c:v>
                </c:pt>
                <c:pt idx="30352">
                  <c:v>72722</c:v>
                </c:pt>
                <c:pt idx="30353">
                  <c:v>72723</c:v>
                </c:pt>
                <c:pt idx="30354">
                  <c:v>72724</c:v>
                </c:pt>
                <c:pt idx="30355">
                  <c:v>72725</c:v>
                </c:pt>
                <c:pt idx="30356">
                  <c:v>72726</c:v>
                </c:pt>
                <c:pt idx="30357">
                  <c:v>72727</c:v>
                </c:pt>
                <c:pt idx="30358">
                  <c:v>72728</c:v>
                </c:pt>
                <c:pt idx="30359">
                  <c:v>72729</c:v>
                </c:pt>
                <c:pt idx="30360">
                  <c:v>72730</c:v>
                </c:pt>
                <c:pt idx="30361">
                  <c:v>72731</c:v>
                </c:pt>
                <c:pt idx="30362">
                  <c:v>72732</c:v>
                </c:pt>
                <c:pt idx="30363">
                  <c:v>72733</c:v>
                </c:pt>
                <c:pt idx="30364">
                  <c:v>72734</c:v>
                </c:pt>
                <c:pt idx="30365">
                  <c:v>72735</c:v>
                </c:pt>
                <c:pt idx="30366">
                  <c:v>72736</c:v>
                </c:pt>
                <c:pt idx="30367">
                  <c:v>72737</c:v>
                </c:pt>
                <c:pt idx="30368">
                  <c:v>72738</c:v>
                </c:pt>
                <c:pt idx="30369">
                  <c:v>72739</c:v>
                </c:pt>
                <c:pt idx="30370">
                  <c:v>72740</c:v>
                </c:pt>
                <c:pt idx="30371">
                  <c:v>72741</c:v>
                </c:pt>
                <c:pt idx="30372">
                  <c:v>72742</c:v>
                </c:pt>
                <c:pt idx="30373">
                  <c:v>72743</c:v>
                </c:pt>
                <c:pt idx="30374">
                  <c:v>72744</c:v>
                </c:pt>
                <c:pt idx="30375">
                  <c:v>72745</c:v>
                </c:pt>
                <c:pt idx="30376">
                  <c:v>72746</c:v>
                </c:pt>
                <c:pt idx="30377">
                  <c:v>72747</c:v>
                </c:pt>
                <c:pt idx="30378">
                  <c:v>72748</c:v>
                </c:pt>
                <c:pt idx="30379">
                  <c:v>72749</c:v>
                </c:pt>
                <c:pt idx="30380">
                  <c:v>72750</c:v>
                </c:pt>
                <c:pt idx="30381">
                  <c:v>72751</c:v>
                </c:pt>
                <c:pt idx="30382">
                  <c:v>72752</c:v>
                </c:pt>
                <c:pt idx="30383">
                  <c:v>72753</c:v>
                </c:pt>
                <c:pt idx="30384">
                  <c:v>72754</c:v>
                </c:pt>
                <c:pt idx="30385">
                  <c:v>72755</c:v>
                </c:pt>
                <c:pt idx="30386">
                  <c:v>72756</c:v>
                </c:pt>
                <c:pt idx="30387">
                  <c:v>72757</c:v>
                </c:pt>
                <c:pt idx="30388">
                  <c:v>72758</c:v>
                </c:pt>
                <c:pt idx="30389">
                  <c:v>72759</c:v>
                </c:pt>
                <c:pt idx="30390">
                  <c:v>72760</c:v>
                </c:pt>
                <c:pt idx="30391">
                  <c:v>72761</c:v>
                </c:pt>
                <c:pt idx="30392">
                  <c:v>72762</c:v>
                </c:pt>
                <c:pt idx="30393">
                  <c:v>72763</c:v>
                </c:pt>
                <c:pt idx="30394">
                  <c:v>72764</c:v>
                </c:pt>
                <c:pt idx="30395">
                  <c:v>72765</c:v>
                </c:pt>
                <c:pt idx="30396">
                  <c:v>72766</c:v>
                </c:pt>
                <c:pt idx="30397">
                  <c:v>72767</c:v>
                </c:pt>
                <c:pt idx="30398">
                  <c:v>72768</c:v>
                </c:pt>
                <c:pt idx="30399">
                  <c:v>72769</c:v>
                </c:pt>
                <c:pt idx="30400">
                  <c:v>72770</c:v>
                </c:pt>
                <c:pt idx="30401">
                  <c:v>72771</c:v>
                </c:pt>
                <c:pt idx="30402">
                  <c:v>72772</c:v>
                </c:pt>
                <c:pt idx="30403">
                  <c:v>72773</c:v>
                </c:pt>
                <c:pt idx="30404">
                  <c:v>72774</c:v>
                </c:pt>
                <c:pt idx="30405">
                  <c:v>72775</c:v>
                </c:pt>
                <c:pt idx="30406">
                  <c:v>72776</c:v>
                </c:pt>
                <c:pt idx="30407">
                  <c:v>72777</c:v>
                </c:pt>
                <c:pt idx="30408">
                  <c:v>72778</c:v>
                </c:pt>
                <c:pt idx="30409">
                  <c:v>72779</c:v>
                </c:pt>
                <c:pt idx="30410">
                  <c:v>72780</c:v>
                </c:pt>
                <c:pt idx="30411">
                  <c:v>72781</c:v>
                </c:pt>
                <c:pt idx="30412">
                  <c:v>72782</c:v>
                </c:pt>
                <c:pt idx="30413">
                  <c:v>72783</c:v>
                </c:pt>
                <c:pt idx="30414">
                  <c:v>72784</c:v>
                </c:pt>
                <c:pt idx="30415">
                  <c:v>72785</c:v>
                </c:pt>
                <c:pt idx="30416">
                  <c:v>72786</c:v>
                </c:pt>
                <c:pt idx="30417">
                  <c:v>72787</c:v>
                </c:pt>
                <c:pt idx="30418">
                  <c:v>72788</c:v>
                </c:pt>
                <c:pt idx="30419">
                  <c:v>72789</c:v>
                </c:pt>
                <c:pt idx="30420">
                  <c:v>72790</c:v>
                </c:pt>
                <c:pt idx="30421">
                  <c:v>72791</c:v>
                </c:pt>
                <c:pt idx="30422">
                  <c:v>72792</c:v>
                </c:pt>
                <c:pt idx="30423">
                  <c:v>72793</c:v>
                </c:pt>
                <c:pt idx="30424">
                  <c:v>72794</c:v>
                </c:pt>
                <c:pt idx="30425">
                  <c:v>72795</c:v>
                </c:pt>
                <c:pt idx="30426">
                  <c:v>72796</c:v>
                </c:pt>
                <c:pt idx="30427">
                  <c:v>72797</c:v>
                </c:pt>
                <c:pt idx="30428">
                  <c:v>72798</c:v>
                </c:pt>
                <c:pt idx="30429">
                  <c:v>72799</c:v>
                </c:pt>
                <c:pt idx="30430">
                  <c:v>72800</c:v>
                </c:pt>
                <c:pt idx="30431">
                  <c:v>72801</c:v>
                </c:pt>
                <c:pt idx="30432">
                  <c:v>72802</c:v>
                </c:pt>
                <c:pt idx="30433">
                  <c:v>72803</c:v>
                </c:pt>
                <c:pt idx="30434">
                  <c:v>72804</c:v>
                </c:pt>
                <c:pt idx="30435">
                  <c:v>72805</c:v>
                </c:pt>
                <c:pt idx="30436">
                  <c:v>72806</c:v>
                </c:pt>
                <c:pt idx="30437">
                  <c:v>72807</c:v>
                </c:pt>
                <c:pt idx="30438">
                  <c:v>72808</c:v>
                </c:pt>
                <c:pt idx="30439">
                  <c:v>72809</c:v>
                </c:pt>
                <c:pt idx="30440">
                  <c:v>72810</c:v>
                </c:pt>
                <c:pt idx="30441">
                  <c:v>72811</c:v>
                </c:pt>
                <c:pt idx="30442">
                  <c:v>72812</c:v>
                </c:pt>
                <c:pt idx="30443">
                  <c:v>72813</c:v>
                </c:pt>
                <c:pt idx="30444">
                  <c:v>72814</c:v>
                </c:pt>
                <c:pt idx="30445">
                  <c:v>72815</c:v>
                </c:pt>
                <c:pt idx="30446">
                  <c:v>72816</c:v>
                </c:pt>
                <c:pt idx="30447">
                  <c:v>72817</c:v>
                </c:pt>
                <c:pt idx="30448">
                  <c:v>72818</c:v>
                </c:pt>
                <c:pt idx="30449">
                  <c:v>72819</c:v>
                </c:pt>
                <c:pt idx="30450">
                  <c:v>72820</c:v>
                </c:pt>
                <c:pt idx="30451">
                  <c:v>72821</c:v>
                </c:pt>
                <c:pt idx="30452">
                  <c:v>72822</c:v>
                </c:pt>
                <c:pt idx="30453">
                  <c:v>72823</c:v>
                </c:pt>
                <c:pt idx="30454">
                  <c:v>72824</c:v>
                </c:pt>
                <c:pt idx="30455">
                  <c:v>72825</c:v>
                </c:pt>
                <c:pt idx="30456">
                  <c:v>72826</c:v>
                </c:pt>
                <c:pt idx="30457">
                  <c:v>72827</c:v>
                </c:pt>
                <c:pt idx="30458">
                  <c:v>72828</c:v>
                </c:pt>
                <c:pt idx="30459">
                  <c:v>72829</c:v>
                </c:pt>
                <c:pt idx="30460">
                  <c:v>72830</c:v>
                </c:pt>
                <c:pt idx="30461">
                  <c:v>72831</c:v>
                </c:pt>
                <c:pt idx="30462">
                  <c:v>72832</c:v>
                </c:pt>
                <c:pt idx="30463">
                  <c:v>72833</c:v>
                </c:pt>
                <c:pt idx="30464">
                  <c:v>72834</c:v>
                </c:pt>
                <c:pt idx="30465">
                  <c:v>72835</c:v>
                </c:pt>
                <c:pt idx="30466">
                  <c:v>72836</c:v>
                </c:pt>
                <c:pt idx="30467">
                  <c:v>72837</c:v>
                </c:pt>
                <c:pt idx="30468">
                  <c:v>72838</c:v>
                </c:pt>
                <c:pt idx="30469">
                  <c:v>72839</c:v>
                </c:pt>
                <c:pt idx="30470">
                  <c:v>72840</c:v>
                </c:pt>
                <c:pt idx="30471">
                  <c:v>72841</c:v>
                </c:pt>
                <c:pt idx="30472">
                  <c:v>72842</c:v>
                </c:pt>
                <c:pt idx="30473">
                  <c:v>72843</c:v>
                </c:pt>
                <c:pt idx="30474">
                  <c:v>72844</c:v>
                </c:pt>
                <c:pt idx="30475">
                  <c:v>72845</c:v>
                </c:pt>
                <c:pt idx="30476">
                  <c:v>72846</c:v>
                </c:pt>
                <c:pt idx="30477">
                  <c:v>72847</c:v>
                </c:pt>
                <c:pt idx="30478">
                  <c:v>72848</c:v>
                </c:pt>
                <c:pt idx="30479">
                  <c:v>72849</c:v>
                </c:pt>
                <c:pt idx="30480">
                  <c:v>72850</c:v>
                </c:pt>
                <c:pt idx="30481">
                  <c:v>72851</c:v>
                </c:pt>
                <c:pt idx="30482">
                  <c:v>72852</c:v>
                </c:pt>
                <c:pt idx="30483">
                  <c:v>72853</c:v>
                </c:pt>
                <c:pt idx="30484">
                  <c:v>72854</c:v>
                </c:pt>
                <c:pt idx="30485">
                  <c:v>72855</c:v>
                </c:pt>
                <c:pt idx="30486">
                  <c:v>72856</c:v>
                </c:pt>
                <c:pt idx="30487">
                  <c:v>72857</c:v>
                </c:pt>
                <c:pt idx="30488">
                  <c:v>72858</c:v>
                </c:pt>
                <c:pt idx="30489">
                  <c:v>72859</c:v>
                </c:pt>
                <c:pt idx="30490">
                  <c:v>72860</c:v>
                </c:pt>
                <c:pt idx="30491">
                  <c:v>72861</c:v>
                </c:pt>
                <c:pt idx="30492">
                  <c:v>72862</c:v>
                </c:pt>
                <c:pt idx="30493">
                  <c:v>72863</c:v>
                </c:pt>
                <c:pt idx="30494">
                  <c:v>72864</c:v>
                </c:pt>
                <c:pt idx="30495">
                  <c:v>72865</c:v>
                </c:pt>
                <c:pt idx="30496">
                  <c:v>72866</c:v>
                </c:pt>
                <c:pt idx="30497">
                  <c:v>72867</c:v>
                </c:pt>
                <c:pt idx="30498">
                  <c:v>72868</c:v>
                </c:pt>
                <c:pt idx="30499">
                  <c:v>72869</c:v>
                </c:pt>
                <c:pt idx="30500">
                  <c:v>72870</c:v>
                </c:pt>
                <c:pt idx="30501">
                  <c:v>72871</c:v>
                </c:pt>
                <c:pt idx="30502">
                  <c:v>72872</c:v>
                </c:pt>
                <c:pt idx="30503">
                  <c:v>72873</c:v>
                </c:pt>
                <c:pt idx="30504">
                  <c:v>72874</c:v>
                </c:pt>
                <c:pt idx="30505">
                  <c:v>72875</c:v>
                </c:pt>
                <c:pt idx="30506">
                  <c:v>72876</c:v>
                </c:pt>
                <c:pt idx="30507">
                  <c:v>72877</c:v>
                </c:pt>
                <c:pt idx="30508">
                  <c:v>72878</c:v>
                </c:pt>
                <c:pt idx="30509">
                  <c:v>72879</c:v>
                </c:pt>
                <c:pt idx="30510">
                  <c:v>72880</c:v>
                </c:pt>
                <c:pt idx="30511">
                  <c:v>72881</c:v>
                </c:pt>
                <c:pt idx="30512">
                  <c:v>72882</c:v>
                </c:pt>
                <c:pt idx="30513">
                  <c:v>72883</c:v>
                </c:pt>
                <c:pt idx="30514">
                  <c:v>72884</c:v>
                </c:pt>
                <c:pt idx="30515">
                  <c:v>72885</c:v>
                </c:pt>
                <c:pt idx="30516">
                  <c:v>72886</c:v>
                </c:pt>
                <c:pt idx="30517">
                  <c:v>72887</c:v>
                </c:pt>
                <c:pt idx="30518">
                  <c:v>72888</c:v>
                </c:pt>
                <c:pt idx="30519">
                  <c:v>72889</c:v>
                </c:pt>
                <c:pt idx="30520">
                  <c:v>72890</c:v>
                </c:pt>
                <c:pt idx="30521">
                  <c:v>72891</c:v>
                </c:pt>
                <c:pt idx="30522">
                  <c:v>72892</c:v>
                </c:pt>
                <c:pt idx="30523">
                  <c:v>72893</c:v>
                </c:pt>
                <c:pt idx="30524">
                  <c:v>72894</c:v>
                </c:pt>
                <c:pt idx="30525">
                  <c:v>72895</c:v>
                </c:pt>
                <c:pt idx="30526">
                  <c:v>72896</c:v>
                </c:pt>
                <c:pt idx="30527">
                  <c:v>72897</c:v>
                </c:pt>
                <c:pt idx="30528">
                  <c:v>72898</c:v>
                </c:pt>
                <c:pt idx="30529">
                  <c:v>72899</c:v>
                </c:pt>
                <c:pt idx="30530">
                  <c:v>72900</c:v>
                </c:pt>
                <c:pt idx="30531">
                  <c:v>72901</c:v>
                </c:pt>
                <c:pt idx="30532">
                  <c:v>72902</c:v>
                </c:pt>
                <c:pt idx="30533">
                  <c:v>72903</c:v>
                </c:pt>
                <c:pt idx="30534">
                  <c:v>72904</c:v>
                </c:pt>
                <c:pt idx="30535">
                  <c:v>72905</c:v>
                </c:pt>
                <c:pt idx="30536">
                  <c:v>72906</c:v>
                </c:pt>
                <c:pt idx="30537">
                  <c:v>72907</c:v>
                </c:pt>
                <c:pt idx="30538">
                  <c:v>72908</c:v>
                </c:pt>
                <c:pt idx="30539">
                  <c:v>72909</c:v>
                </c:pt>
                <c:pt idx="30540">
                  <c:v>72910</c:v>
                </c:pt>
                <c:pt idx="30541">
                  <c:v>72911</c:v>
                </c:pt>
                <c:pt idx="30542">
                  <c:v>72912</c:v>
                </c:pt>
                <c:pt idx="30543">
                  <c:v>72913</c:v>
                </c:pt>
                <c:pt idx="30544">
                  <c:v>72914</c:v>
                </c:pt>
                <c:pt idx="30545">
                  <c:v>72915</c:v>
                </c:pt>
                <c:pt idx="30546">
                  <c:v>72916</c:v>
                </c:pt>
                <c:pt idx="30547">
                  <c:v>72917</c:v>
                </c:pt>
                <c:pt idx="30548">
                  <c:v>72918</c:v>
                </c:pt>
                <c:pt idx="30549">
                  <c:v>72919</c:v>
                </c:pt>
                <c:pt idx="30550">
                  <c:v>72920</c:v>
                </c:pt>
                <c:pt idx="30551">
                  <c:v>72921</c:v>
                </c:pt>
                <c:pt idx="30552">
                  <c:v>72922</c:v>
                </c:pt>
                <c:pt idx="30553">
                  <c:v>72923</c:v>
                </c:pt>
                <c:pt idx="30554">
                  <c:v>72924</c:v>
                </c:pt>
                <c:pt idx="30555">
                  <c:v>72925</c:v>
                </c:pt>
                <c:pt idx="30556">
                  <c:v>72926</c:v>
                </c:pt>
                <c:pt idx="30557">
                  <c:v>72927</c:v>
                </c:pt>
                <c:pt idx="30558">
                  <c:v>72928</c:v>
                </c:pt>
                <c:pt idx="30559">
                  <c:v>72929</c:v>
                </c:pt>
                <c:pt idx="30560">
                  <c:v>72930</c:v>
                </c:pt>
                <c:pt idx="30561">
                  <c:v>72931</c:v>
                </c:pt>
                <c:pt idx="30562">
                  <c:v>72932</c:v>
                </c:pt>
                <c:pt idx="30563">
                  <c:v>72933</c:v>
                </c:pt>
                <c:pt idx="30564">
                  <c:v>72934</c:v>
                </c:pt>
                <c:pt idx="30565">
                  <c:v>72935</c:v>
                </c:pt>
                <c:pt idx="30566">
                  <c:v>72936</c:v>
                </c:pt>
                <c:pt idx="30567">
                  <c:v>72937</c:v>
                </c:pt>
                <c:pt idx="30568">
                  <c:v>72938</c:v>
                </c:pt>
                <c:pt idx="30569">
                  <c:v>72939</c:v>
                </c:pt>
                <c:pt idx="30570">
                  <c:v>72940</c:v>
                </c:pt>
                <c:pt idx="30571">
                  <c:v>72941</c:v>
                </c:pt>
                <c:pt idx="30572">
                  <c:v>72942</c:v>
                </c:pt>
                <c:pt idx="30573">
                  <c:v>72943</c:v>
                </c:pt>
                <c:pt idx="30574">
                  <c:v>72944</c:v>
                </c:pt>
                <c:pt idx="30575">
                  <c:v>72945</c:v>
                </c:pt>
                <c:pt idx="30576">
                  <c:v>72946</c:v>
                </c:pt>
                <c:pt idx="30577">
                  <c:v>72947</c:v>
                </c:pt>
                <c:pt idx="30578">
                  <c:v>72948</c:v>
                </c:pt>
                <c:pt idx="30579">
                  <c:v>72949</c:v>
                </c:pt>
                <c:pt idx="30580">
                  <c:v>72950</c:v>
                </c:pt>
                <c:pt idx="30581">
                  <c:v>72951</c:v>
                </c:pt>
                <c:pt idx="30582">
                  <c:v>72952</c:v>
                </c:pt>
                <c:pt idx="30583">
                  <c:v>72953</c:v>
                </c:pt>
                <c:pt idx="30584">
                  <c:v>72954</c:v>
                </c:pt>
                <c:pt idx="30585">
                  <c:v>72955</c:v>
                </c:pt>
                <c:pt idx="30586">
                  <c:v>72956</c:v>
                </c:pt>
                <c:pt idx="30587">
                  <c:v>72957</c:v>
                </c:pt>
                <c:pt idx="30588">
                  <c:v>72958</c:v>
                </c:pt>
                <c:pt idx="30589">
                  <c:v>72959</c:v>
                </c:pt>
                <c:pt idx="30590">
                  <c:v>72960</c:v>
                </c:pt>
                <c:pt idx="30591">
                  <c:v>72961</c:v>
                </c:pt>
                <c:pt idx="30592">
                  <c:v>72962</c:v>
                </c:pt>
                <c:pt idx="30593">
                  <c:v>72963</c:v>
                </c:pt>
                <c:pt idx="30594">
                  <c:v>72964</c:v>
                </c:pt>
                <c:pt idx="30595">
                  <c:v>72965</c:v>
                </c:pt>
                <c:pt idx="30596">
                  <c:v>72966</c:v>
                </c:pt>
                <c:pt idx="30597">
                  <c:v>72967</c:v>
                </c:pt>
                <c:pt idx="30598">
                  <c:v>72968</c:v>
                </c:pt>
                <c:pt idx="30599">
                  <c:v>72969</c:v>
                </c:pt>
                <c:pt idx="30600">
                  <c:v>72970</c:v>
                </c:pt>
                <c:pt idx="30601">
                  <c:v>72971</c:v>
                </c:pt>
                <c:pt idx="30602">
                  <c:v>72972</c:v>
                </c:pt>
                <c:pt idx="30603">
                  <c:v>72973</c:v>
                </c:pt>
                <c:pt idx="30604">
                  <c:v>72974</c:v>
                </c:pt>
                <c:pt idx="30605">
                  <c:v>72975</c:v>
                </c:pt>
                <c:pt idx="30606">
                  <c:v>72976</c:v>
                </c:pt>
                <c:pt idx="30607">
                  <c:v>72977</c:v>
                </c:pt>
                <c:pt idx="30608">
                  <c:v>72978</c:v>
                </c:pt>
                <c:pt idx="30609">
                  <c:v>72979</c:v>
                </c:pt>
                <c:pt idx="30610">
                  <c:v>72980</c:v>
                </c:pt>
                <c:pt idx="30611">
                  <c:v>72981</c:v>
                </c:pt>
                <c:pt idx="30612">
                  <c:v>72982</c:v>
                </c:pt>
                <c:pt idx="30613">
                  <c:v>72983</c:v>
                </c:pt>
                <c:pt idx="30614">
                  <c:v>72984</c:v>
                </c:pt>
                <c:pt idx="30615">
                  <c:v>72985</c:v>
                </c:pt>
                <c:pt idx="30616">
                  <c:v>72986</c:v>
                </c:pt>
                <c:pt idx="30617">
                  <c:v>72987</c:v>
                </c:pt>
                <c:pt idx="30618">
                  <c:v>72988</c:v>
                </c:pt>
                <c:pt idx="30619">
                  <c:v>72989</c:v>
                </c:pt>
                <c:pt idx="30620">
                  <c:v>72990</c:v>
                </c:pt>
                <c:pt idx="30621">
                  <c:v>72991</c:v>
                </c:pt>
                <c:pt idx="30622">
                  <c:v>72992</c:v>
                </c:pt>
                <c:pt idx="30623">
                  <c:v>72993</c:v>
                </c:pt>
                <c:pt idx="30624">
                  <c:v>72994</c:v>
                </c:pt>
                <c:pt idx="30625">
                  <c:v>72995</c:v>
                </c:pt>
                <c:pt idx="30626">
                  <c:v>72996</c:v>
                </c:pt>
                <c:pt idx="30627">
                  <c:v>72997</c:v>
                </c:pt>
                <c:pt idx="30628">
                  <c:v>72998</c:v>
                </c:pt>
                <c:pt idx="30629">
                  <c:v>72999</c:v>
                </c:pt>
                <c:pt idx="30630">
                  <c:v>73000</c:v>
                </c:pt>
                <c:pt idx="30631">
                  <c:v>73001</c:v>
                </c:pt>
                <c:pt idx="30632">
                  <c:v>73002</c:v>
                </c:pt>
                <c:pt idx="30633">
                  <c:v>73003</c:v>
                </c:pt>
                <c:pt idx="30634">
                  <c:v>73004</c:v>
                </c:pt>
                <c:pt idx="30635">
                  <c:v>73005</c:v>
                </c:pt>
                <c:pt idx="30636">
                  <c:v>73006</c:v>
                </c:pt>
                <c:pt idx="30637">
                  <c:v>73007</c:v>
                </c:pt>
                <c:pt idx="30638">
                  <c:v>73008</c:v>
                </c:pt>
                <c:pt idx="30639">
                  <c:v>73009</c:v>
                </c:pt>
                <c:pt idx="30640">
                  <c:v>73010</c:v>
                </c:pt>
                <c:pt idx="30641">
                  <c:v>73011</c:v>
                </c:pt>
                <c:pt idx="30642">
                  <c:v>73012</c:v>
                </c:pt>
                <c:pt idx="30643">
                  <c:v>73013</c:v>
                </c:pt>
                <c:pt idx="30644">
                  <c:v>73014</c:v>
                </c:pt>
                <c:pt idx="30645">
                  <c:v>73015</c:v>
                </c:pt>
                <c:pt idx="30646">
                  <c:v>73016</c:v>
                </c:pt>
                <c:pt idx="30647">
                  <c:v>73017</c:v>
                </c:pt>
                <c:pt idx="30648">
                  <c:v>73018</c:v>
                </c:pt>
                <c:pt idx="30649">
                  <c:v>73019</c:v>
                </c:pt>
                <c:pt idx="30650">
                  <c:v>73020</c:v>
                </c:pt>
                <c:pt idx="30651">
                  <c:v>73021</c:v>
                </c:pt>
                <c:pt idx="30652">
                  <c:v>73022</c:v>
                </c:pt>
                <c:pt idx="30653">
                  <c:v>73023</c:v>
                </c:pt>
                <c:pt idx="30654">
                  <c:v>73024</c:v>
                </c:pt>
                <c:pt idx="30655">
                  <c:v>73025</c:v>
                </c:pt>
                <c:pt idx="30656">
                  <c:v>73026</c:v>
                </c:pt>
                <c:pt idx="30657">
                  <c:v>73027</c:v>
                </c:pt>
                <c:pt idx="30658">
                  <c:v>73028</c:v>
                </c:pt>
                <c:pt idx="30659">
                  <c:v>73029</c:v>
                </c:pt>
                <c:pt idx="30660">
                  <c:v>73030</c:v>
                </c:pt>
                <c:pt idx="30661">
                  <c:v>73031</c:v>
                </c:pt>
                <c:pt idx="30662">
                  <c:v>73032</c:v>
                </c:pt>
                <c:pt idx="30663">
                  <c:v>73033</c:v>
                </c:pt>
                <c:pt idx="30664">
                  <c:v>73034</c:v>
                </c:pt>
                <c:pt idx="30665">
                  <c:v>73035</c:v>
                </c:pt>
                <c:pt idx="30666">
                  <c:v>73036</c:v>
                </c:pt>
                <c:pt idx="30667">
                  <c:v>73037</c:v>
                </c:pt>
                <c:pt idx="30668">
                  <c:v>73038</c:v>
                </c:pt>
                <c:pt idx="30669">
                  <c:v>73039</c:v>
                </c:pt>
                <c:pt idx="30670">
                  <c:v>73040</c:v>
                </c:pt>
                <c:pt idx="30671">
                  <c:v>73041</c:v>
                </c:pt>
                <c:pt idx="30672">
                  <c:v>73042</c:v>
                </c:pt>
                <c:pt idx="30673">
                  <c:v>73043</c:v>
                </c:pt>
                <c:pt idx="30674">
                  <c:v>73044</c:v>
                </c:pt>
                <c:pt idx="30675">
                  <c:v>73045</c:v>
                </c:pt>
                <c:pt idx="30676">
                  <c:v>73046</c:v>
                </c:pt>
                <c:pt idx="30677">
                  <c:v>73047</c:v>
                </c:pt>
                <c:pt idx="30678">
                  <c:v>73048</c:v>
                </c:pt>
                <c:pt idx="30679">
                  <c:v>73049</c:v>
                </c:pt>
                <c:pt idx="30680">
                  <c:v>73050</c:v>
                </c:pt>
                <c:pt idx="30681">
                  <c:v>73051</c:v>
                </c:pt>
                <c:pt idx="30682">
                  <c:v>73052</c:v>
                </c:pt>
                <c:pt idx="30683">
                  <c:v>73053</c:v>
                </c:pt>
                <c:pt idx="30684">
                  <c:v>73054</c:v>
                </c:pt>
                <c:pt idx="30685">
                  <c:v>73055</c:v>
                </c:pt>
                <c:pt idx="30686">
                  <c:v>73056</c:v>
                </c:pt>
                <c:pt idx="30687">
                  <c:v>73057</c:v>
                </c:pt>
                <c:pt idx="30688">
                  <c:v>73058</c:v>
                </c:pt>
                <c:pt idx="30689">
                  <c:v>73059</c:v>
                </c:pt>
                <c:pt idx="30690">
                  <c:v>73060</c:v>
                </c:pt>
                <c:pt idx="30691">
                  <c:v>73061</c:v>
                </c:pt>
                <c:pt idx="30692">
                  <c:v>73062</c:v>
                </c:pt>
                <c:pt idx="30693">
                  <c:v>73063</c:v>
                </c:pt>
                <c:pt idx="30694">
                  <c:v>73064</c:v>
                </c:pt>
                <c:pt idx="30695">
                  <c:v>73065</c:v>
                </c:pt>
                <c:pt idx="30696">
                  <c:v>73066</c:v>
                </c:pt>
                <c:pt idx="30697">
                  <c:v>73067</c:v>
                </c:pt>
                <c:pt idx="30698">
                  <c:v>73068</c:v>
                </c:pt>
                <c:pt idx="30699">
                  <c:v>73069</c:v>
                </c:pt>
                <c:pt idx="30700">
                  <c:v>73070</c:v>
                </c:pt>
                <c:pt idx="30701">
                  <c:v>73071</c:v>
                </c:pt>
                <c:pt idx="30702">
                  <c:v>73072</c:v>
                </c:pt>
                <c:pt idx="30703">
                  <c:v>73073</c:v>
                </c:pt>
                <c:pt idx="30704">
                  <c:v>73074</c:v>
                </c:pt>
                <c:pt idx="30705">
                  <c:v>73075</c:v>
                </c:pt>
                <c:pt idx="30706">
                  <c:v>73076</c:v>
                </c:pt>
                <c:pt idx="30707">
                  <c:v>73077</c:v>
                </c:pt>
                <c:pt idx="30708">
                  <c:v>73078</c:v>
                </c:pt>
                <c:pt idx="30709">
                  <c:v>73079</c:v>
                </c:pt>
                <c:pt idx="30710">
                  <c:v>73080</c:v>
                </c:pt>
                <c:pt idx="30711">
                  <c:v>73081</c:v>
                </c:pt>
                <c:pt idx="30712">
                  <c:v>73082</c:v>
                </c:pt>
                <c:pt idx="30713">
                  <c:v>73083</c:v>
                </c:pt>
                <c:pt idx="30714">
                  <c:v>73084</c:v>
                </c:pt>
                <c:pt idx="30715">
                  <c:v>73085</c:v>
                </c:pt>
                <c:pt idx="30716">
                  <c:v>73086</c:v>
                </c:pt>
                <c:pt idx="30717">
                  <c:v>73087</c:v>
                </c:pt>
                <c:pt idx="30718">
                  <c:v>73088</c:v>
                </c:pt>
                <c:pt idx="30719">
                  <c:v>73089</c:v>
                </c:pt>
                <c:pt idx="30720">
                  <c:v>73090</c:v>
                </c:pt>
                <c:pt idx="30721">
                  <c:v>73091</c:v>
                </c:pt>
                <c:pt idx="30722">
                  <c:v>73092</c:v>
                </c:pt>
                <c:pt idx="30723">
                  <c:v>73093</c:v>
                </c:pt>
                <c:pt idx="30724">
                  <c:v>73094</c:v>
                </c:pt>
                <c:pt idx="30725">
                  <c:v>73095</c:v>
                </c:pt>
                <c:pt idx="30726">
                  <c:v>73096</c:v>
                </c:pt>
                <c:pt idx="30727">
                  <c:v>73097</c:v>
                </c:pt>
                <c:pt idx="30728">
                  <c:v>73098</c:v>
                </c:pt>
                <c:pt idx="30729">
                  <c:v>73099</c:v>
                </c:pt>
                <c:pt idx="30730">
                  <c:v>73100</c:v>
                </c:pt>
                <c:pt idx="30731">
                  <c:v>73101</c:v>
                </c:pt>
                <c:pt idx="30732">
                  <c:v>73102</c:v>
                </c:pt>
                <c:pt idx="30733">
                  <c:v>73103</c:v>
                </c:pt>
                <c:pt idx="30734">
                  <c:v>73104</c:v>
                </c:pt>
                <c:pt idx="30735">
                  <c:v>73105</c:v>
                </c:pt>
                <c:pt idx="30736">
                  <c:v>73106</c:v>
                </c:pt>
                <c:pt idx="30737">
                  <c:v>73107</c:v>
                </c:pt>
                <c:pt idx="30738">
                  <c:v>73108</c:v>
                </c:pt>
                <c:pt idx="30739">
                  <c:v>73109</c:v>
                </c:pt>
                <c:pt idx="30740">
                  <c:v>73110</c:v>
                </c:pt>
                <c:pt idx="30741">
                  <c:v>73111</c:v>
                </c:pt>
                <c:pt idx="30742">
                  <c:v>73112</c:v>
                </c:pt>
                <c:pt idx="30743">
                  <c:v>73113</c:v>
                </c:pt>
                <c:pt idx="30744">
                  <c:v>73114</c:v>
                </c:pt>
                <c:pt idx="30745">
                  <c:v>73115</c:v>
                </c:pt>
                <c:pt idx="30746">
                  <c:v>73116</c:v>
                </c:pt>
                <c:pt idx="30747">
                  <c:v>73117</c:v>
                </c:pt>
                <c:pt idx="30748">
                  <c:v>73118</c:v>
                </c:pt>
                <c:pt idx="30749">
                  <c:v>73119</c:v>
                </c:pt>
                <c:pt idx="30750">
                  <c:v>73120</c:v>
                </c:pt>
                <c:pt idx="30751">
                  <c:v>73121</c:v>
                </c:pt>
                <c:pt idx="30752">
                  <c:v>73122</c:v>
                </c:pt>
                <c:pt idx="30753">
                  <c:v>73123</c:v>
                </c:pt>
                <c:pt idx="30754">
                  <c:v>73124</c:v>
                </c:pt>
                <c:pt idx="30755">
                  <c:v>73125</c:v>
                </c:pt>
                <c:pt idx="30756">
                  <c:v>73126</c:v>
                </c:pt>
                <c:pt idx="30757">
                  <c:v>73127</c:v>
                </c:pt>
                <c:pt idx="30758">
                  <c:v>73128</c:v>
                </c:pt>
                <c:pt idx="30759">
                  <c:v>73129</c:v>
                </c:pt>
                <c:pt idx="30760">
                  <c:v>73130</c:v>
                </c:pt>
                <c:pt idx="30761">
                  <c:v>73131</c:v>
                </c:pt>
                <c:pt idx="30762">
                  <c:v>73132</c:v>
                </c:pt>
                <c:pt idx="30763">
                  <c:v>73133</c:v>
                </c:pt>
                <c:pt idx="30764">
                  <c:v>73134</c:v>
                </c:pt>
                <c:pt idx="30765">
                  <c:v>73135</c:v>
                </c:pt>
                <c:pt idx="30766">
                  <c:v>73136</c:v>
                </c:pt>
                <c:pt idx="30767">
                  <c:v>73137</c:v>
                </c:pt>
                <c:pt idx="30768">
                  <c:v>73138</c:v>
                </c:pt>
                <c:pt idx="30769">
                  <c:v>73139</c:v>
                </c:pt>
                <c:pt idx="30770">
                  <c:v>73140</c:v>
                </c:pt>
                <c:pt idx="30771">
                  <c:v>73141</c:v>
                </c:pt>
                <c:pt idx="30772">
                  <c:v>73142</c:v>
                </c:pt>
                <c:pt idx="30773">
                  <c:v>73143</c:v>
                </c:pt>
                <c:pt idx="30774">
                  <c:v>73144</c:v>
                </c:pt>
                <c:pt idx="30775">
                  <c:v>73145</c:v>
                </c:pt>
                <c:pt idx="30776">
                  <c:v>73146</c:v>
                </c:pt>
                <c:pt idx="30777">
                  <c:v>73147</c:v>
                </c:pt>
                <c:pt idx="30778">
                  <c:v>73148</c:v>
                </c:pt>
                <c:pt idx="30779">
                  <c:v>73149</c:v>
                </c:pt>
                <c:pt idx="30780">
                  <c:v>73150</c:v>
                </c:pt>
                <c:pt idx="30781">
                  <c:v>73151</c:v>
                </c:pt>
                <c:pt idx="30782">
                  <c:v>73152</c:v>
                </c:pt>
                <c:pt idx="30783">
                  <c:v>73153</c:v>
                </c:pt>
                <c:pt idx="30784">
                  <c:v>73154</c:v>
                </c:pt>
                <c:pt idx="30785">
                  <c:v>73155</c:v>
                </c:pt>
                <c:pt idx="30786">
                  <c:v>73156</c:v>
                </c:pt>
                <c:pt idx="30787">
                  <c:v>73157</c:v>
                </c:pt>
                <c:pt idx="30788">
                  <c:v>73158</c:v>
                </c:pt>
                <c:pt idx="30789">
                  <c:v>73159</c:v>
                </c:pt>
                <c:pt idx="30790">
                  <c:v>73160</c:v>
                </c:pt>
                <c:pt idx="30791">
                  <c:v>73161</c:v>
                </c:pt>
                <c:pt idx="30792">
                  <c:v>73162</c:v>
                </c:pt>
                <c:pt idx="30793">
                  <c:v>73163</c:v>
                </c:pt>
                <c:pt idx="30794">
                  <c:v>73164</c:v>
                </c:pt>
                <c:pt idx="30795">
                  <c:v>73165</c:v>
                </c:pt>
                <c:pt idx="30796">
                  <c:v>73166</c:v>
                </c:pt>
                <c:pt idx="30797">
                  <c:v>73167</c:v>
                </c:pt>
                <c:pt idx="30798">
                  <c:v>73168</c:v>
                </c:pt>
                <c:pt idx="30799">
                  <c:v>73169</c:v>
                </c:pt>
                <c:pt idx="30800">
                  <c:v>73170</c:v>
                </c:pt>
                <c:pt idx="30801">
                  <c:v>73171</c:v>
                </c:pt>
                <c:pt idx="30802">
                  <c:v>73172</c:v>
                </c:pt>
                <c:pt idx="30803">
                  <c:v>73173</c:v>
                </c:pt>
                <c:pt idx="30804">
                  <c:v>73174</c:v>
                </c:pt>
                <c:pt idx="30805">
                  <c:v>73175</c:v>
                </c:pt>
                <c:pt idx="30806">
                  <c:v>73176</c:v>
                </c:pt>
                <c:pt idx="30807">
                  <c:v>73177</c:v>
                </c:pt>
                <c:pt idx="30808">
                  <c:v>73178</c:v>
                </c:pt>
                <c:pt idx="30809">
                  <c:v>73179</c:v>
                </c:pt>
                <c:pt idx="30810">
                  <c:v>73180</c:v>
                </c:pt>
                <c:pt idx="30811">
                  <c:v>73181</c:v>
                </c:pt>
                <c:pt idx="30812">
                  <c:v>73182</c:v>
                </c:pt>
                <c:pt idx="30813">
                  <c:v>73183</c:v>
                </c:pt>
                <c:pt idx="30814">
                  <c:v>73184</c:v>
                </c:pt>
                <c:pt idx="30815">
                  <c:v>73185</c:v>
                </c:pt>
                <c:pt idx="30816">
                  <c:v>73186</c:v>
                </c:pt>
                <c:pt idx="30817">
                  <c:v>73187</c:v>
                </c:pt>
                <c:pt idx="30818">
                  <c:v>73188</c:v>
                </c:pt>
                <c:pt idx="30819">
                  <c:v>73189</c:v>
                </c:pt>
                <c:pt idx="30820">
                  <c:v>73190</c:v>
                </c:pt>
                <c:pt idx="30821">
                  <c:v>73191</c:v>
                </c:pt>
                <c:pt idx="30822">
                  <c:v>73192</c:v>
                </c:pt>
                <c:pt idx="30823">
                  <c:v>73193</c:v>
                </c:pt>
                <c:pt idx="30824">
                  <c:v>73194</c:v>
                </c:pt>
                <c:pt idx="30825">
                  <c:v>73195</c:v>
                </c:pt>
                <c:pt idx="30826">
                  <c:v>73196</c:v>
                </c:pt>
                <c:pt idx="30827">
                  <c:v>73197</c:v>
                </c:pt>
                <c:pt idx="30828">
                  <c:v>73198</c:v>
                </c:pt>
                <c:pt idx="30829">
                  <c:v>73199</c:v>
                </c:pt>
                <c:pt idx="30830">
                  <c:v>73200</c:v>
                </c:pt>
                <c:pt idx="30831">
                  <c:v>73201</c:v>
                </c:pt>
                <c:pt idx="30832">
                  <c:v>73202</c:v>
                </c:pt>
                <c:pt idx="30833">
                  <c:v>73203</c:v>
                </c:pt>
                <c:pt idx="30834">
                  <c:v>73204</c:v>
                </c:pt>
                <c:pt idx="30835">
                  <c:v>73205</c:v>
                </c:pt>
                <c:pt idx="30836">
                  <c:v>73206</c:v>
                </c:pt>
                <c:pt idx="30837">
                  <c:v>73207</c:v>
                </c:pt>
                <c:pt idx="30838">
                  <c:v>73208</c:v>
                </c:pt>
                <c:pt idx="30839">
                  <c:v>73209</c:v>
                </c:pt>
                <c:pt idx="30840">
                  <c:v>73210</c:v>
                </c:pt>
                <c:pt idx="30841">
                  <c:v>73211</c:v>
                </c:pt>
                <c:pt idx="30842">
                  <c:v>73212</c:v>
                </c:pt>
                <c:pt idx="30843">
                  <c:v>73213</c:v>
                </c:pt>
                <c:pt idx="30844">
                  <c:v>73214</c:v>
                </c:pt>
                <c:pt idx="30845">
                  <c:v>73215</c:v>
                </c:pt>
                <c:pt idx="30846">
                  <c:v>73216</c:v>
                </c:pt>
                <c:pt idx="30847">
                  <c:v>73217</c:v>
                </c:pt>
                <c:pt idx="30848">
                  <c:v>73218</c:v>
                </c:pt>
                <c:pt idx="30849">
                  <c:v>73219</c:v>
                </c:pt>
                <c:pt idx="30850">
                  <c:v>73220</c:v>
                </c:pt>
                <c:pt idx="30851">
                  <c:v>73221</c:v>
                </c:pt>
                <c:pt idx="30852">
                  <c:v>73222</c:v>
                </c:pt>
                <c:pt idx="30853">
                  <c:v>73223</c:v>
                </c:pt>
                <c:pt idx="30854">
                  <c:v>73224</c:v>
                </c:pt>
                <c:pt idx="30855">
                  <c:v>73225</c:v>
                </c:pt>
                <c:pt idx="30856">
                  <c:v>73226</c:v>
                </c:pt>
                <c:pt idx="30857">
                  <c:v>73227</c:v>
                </c:pt>
                <c:pt idx="30858">
                  <c:v>73228</c:v>
                </c:pt>
                <c:pt idx="30859">
                  <c:v>73229</c:v>
                </c:pt>
                <c:pt idx="30860">
                  <c:v>73230</c:v>
                </c:pt>
                <c:pt idx="30861">
                  <c:v>73231</c:v>
                </c:pt>
                <c:pt idx="30862">
                  <c:v>73232</c:v>
                </c:pt>
                <c:pt idx="30863">
                  <c:v>73233</c:v>
                </c:pt>
                <c:pt idx="30864">
                  <c:v>73234</c:v>
                </c:pt>
                <c:pt idx="30865">
                  <c:v>73235</c:v>
                </c:pt>
                <c:pt idx="30866">
                  <c:v>73236</c:v>
                </c:pt>
                <c:pt idx="30867">
                  <c:v>73237</c:v>
                </c:pt>
                <c:pt idx="30868">
                  <c:v>73238</c:v>
                </c:pt>
                <c:pt idx="30869">
                  <c:v>73239</c:v>
                </c:pt>
                <c:pt idx="30870">
                  <c:v>73240</c:v>
                </c:pt>
                <c:pt idx="30871">
                  <c:v>73241</c:v>
                </c:pt>
                <c:pt idx="30872">
                  <c:v>73242</c:v>
                </c:pt>
                <c:pt idx="30873">
                  <c:v>73243</c:v>
                </c:pt>
                <c:pt idx="30874">
                  <c:v>73244</c:v>
                </c:pt>
                <c:pt idx="30875">
                  <c:v>73245</c:v>
                </c:pt>
                <c:pt idx="30876">
                  <c:v>73246</c:v>
                </c:pt>
                <c:pt idx="30877">
                  <c:v>73247</c:v>
                </c:pt>
                <c:pt idx="30878">
                  <c:v>73248</c:v>
                </c:pt>
                <c:pt idx="30879">
                  <c:v>73249</c:v>
                </c:pt>
                <c:pt idx="30880">
                  <c:v>73250</c:v>
                </c:pt>
                <c:pt idx="30881">
                  <c:v>73251</c:v>
                </c:pt>
                <c:pt idx="30882">
                  <c:v>73252</c:v>
                </c:pt>
                <c:pt idx="30883">
                  <c:v>73253</c:v>
                </c:pt>
                <c:pt idx="30884">
                  <c:v>73254</c:v>
                </c:pt>
                <c:pt idx="30885">
                  <c:v>73255</c:v>
                </c:pt>
                <c:pt idx="30886">
                  <c:v>73256</c:v>
                </c:pt>
                <c:pt idx="30887">
                  <c:v>73257</c:v>
                </c:pt>
                <c:pt idx="30888">
                  <c:v>73258</c:v>
                </c:pt>
                <c:pt idx="30889">
                  <c:v>73259</c:v>
                </c:pt>
                <c:pt idx="30890">
                  <c:v>73260</c:v>
                </c:pt>
                <c:pt idx="30891">
                  <c:v>73261</c:v>
                </c:pt>
                <c:pt idx="30892">
                  <c:v>73262</c:v>
                </c:pt>
                <c:pt idx="30893">
                  <c:v>73263</c:v>
                </c:pt>
                <c:pt idx="30894">
                  <c:v>73264</c:v>
                </c:pt>
                <c:pt idx="30895">
                  <c:v>73265</c:v>
                </c:pt>
                <c:pt idx="30896">
                  <c:v>73266</c:v>
                </c:pt>
                <c:pt idx="30897">
                  <c:v>73267</c:v>
                </c:pt>
                <c:pt idx="30898">
                  <c:v>73268</c:v>
                </c:pt>
                <c:pt idx="30899">
                  <c:v>73269</c:v>
                </c:pt>
                <c:pt idx="30900">
                  <c:v>73270</c:v>
                </c:pt>
                <c:pt idx="30901">
                  <c:v>73271</c:v>
                </c:pt>
                <c:pt idx="30902">
                  <c:v>73272</c:v>
                </c:pt>
                <c:pt idx="30903">
                  <c:v>73273</c:v>
                </c:pt>
                <c:pt idx="30904">
                  <c:v>73274</c:v>
                </c:pt>
                <c:pt idx="30905">
                  <c:v>73275</c:v>
                </c:pt>
                <c:pt idx="30906">
                  <c:v>73276</c:v>
                </c:pt>
                <c:pt idx="30907">
                  <c:v>73277</c:v>
                </c:pt>
                <c:pt idx="30908">
                  <c:v>73278</c:v>
                </c:pt>
                <c:pt idx="30909">
                  <c:v>73279</c:v>
                </c:pt>
                <c:pt idx="30910">
                  <c:v>73280</c:v>
                </c:pt>
                <c:pt idx="30911">
                  <c:v>73281</c:v>
                </c:pt>
                <c:pt idx="30912">
                  <c:v>73282</c:v>
                </c:pt>
                <c:pt idx="30913">
                  <c:v>73283</c:v>
                </c:pt>
                <c:pt idx="30914">
                  <c:v>73284</c:v>
                </c:pt>
                <c:pt idx="30915">
                  <c:v>73285</c:v>
                </c:pt>
                <c:pt idx="30916">
                  <c:v>73286</c:v>
                </c:pt>
                <c:pt idx="30917">
                  <c:v>73287</c:v>
                </c:pt>
                <c:pt idx="30918">
                  <c:v>73288</c:v>
                </c:pt>
                <c:pt idx="30919">
                  <c:v>73289</c:v>
                </c:pt>
                <c:pt idx="30920">
                  <c:v>73290</c:v>
                </c:pt>
                <c:pt idx="30921">
                  <c:v>73291</c:v>
                </c:pt>
                <c:pt idx="30922">
                  <c:v>73292</c:v>
                </c:pt>
                <c:pt idx="30923">
                  <c:v>73293</c:v>
                </c:pt>
                <c:pt idx="30924">
                  <c:v>73294</c:v>
                </c:pt>
                <c:pt idx="30925">
                  <c:v>73295</c:v>
                </c:pt>
                <c:pt idx="30926">
                  <c:v>73296</c:v>
                </c:pt>
                <c:pt idx="30927">
                  <c:v>73297</c:v>
                </c:pt>
                <c:pt idx="30928">
                  <c:v>73298</c:v>
                </c:pt>
                <c:pt idx="30929">
                  <c:v>73299</c:v>
                </c:pt>
                <c:pt idx="30930">
                  <c:v>73300</c:v>
                </c:pt>
                <c:pt idx="30931">
                  <c:v>73301</c:v>
                </c:pt>
                <c:pt idx="30932">
                  <c:v>73302</c:v>
                </c:pt>
                <c:pt idx="30933">
                  <c:v>73303</c:v>
                </c:pt>
                <c:pt idx="30934">
                  <c:v>73304</c:v>
                </c:pt>
                <c:pt idx="30935">
                  <c:v>73305</c:v>
                </c:pt>
                <c:pt idx="30936">
                  <c:v>73306</c:v>
                </c:pt>
                <c:pt idx="30937">
                  <c:v>73307</c:v>
                </c:pt>
                <c:pt idx="30938">
                  <c:v>73308</c:v>
                </c:pt>
                <c:pt idx="30939">
                  <c:v>73309</c:v>
                </c:pt>
                <c:pt idx="30940">
                  <c:v>73310</c:v>
                </c:pt>
                <c:pt idx="30941">
                  <c:v>73311</c:v>
                </c:pt>
                <c:pt idx="30942">
                  <c:v>73312</c:v>
                </c:pt>
                <c:pt idx="30943">
                  <c:v>73313</c:v>
                </c:pt>
                <c:pt idx="30944">
                  <c:v>73314</c:v>
                </c:pt>
                <c:pt idx="30945">
                  <c:v>73315</c:v>
                </c:pt>
                <c:pt idx="30946">
                  <c:v>73316</c:v>
                </c:pt>
                <c:pt idx="30947">
                  <c:v>73317</c:v>
                </c:pt>
                <c:pt idx="30948">
                  <c:v>73318</c:v>
                </c:pt>
                <c:pt idx="30949">
                  <c:v>73319</c:v>
                </c:pt>
                <c:pt idx="30950">
                  <c:v>73320</c:v>
                </c:pt>
                <c:pt idx="30951">
                  <c:v>73321</c:v>
                </c:pt>
                <c:pt idx="30952">
                  <c:v>73322</c:v>
                </c:pt>
                <c:pt idx="30953">
                  <c:v>73323</c:v>
                </c:pt>
                <c:pt idx="30954">
                  <c:v>73324</c:v>
                </c:pt>
                <c:pt idx="30955">
                  <c:v>73325</c:v>
                </c:pt>
                <c:pt idx="30956">
                  <c:v>73326</c:v>
                </c:pt>
                <c:pt idx="30957">
                  <c:v>73327</c:v>
                </c:pt>
                <c:pt idx="30958">
                  <c:v>73328</c:v>
                </c:pt>
                <c:pt idx="30959">
                  <c:v>73329</c:v>
                </c:pt>
                <c:pt idx="30960">
                  <c:v>73330</c:v>
                </c:pt>
                <c:pt idx="30961">
                  <c:v>73331</c:v>
                </c:pt>
                <c:pt idx="30962">
                  <c:v>73332</c:v>
                </c:pt>
                <c:pt idx="30963">
                  <c:v>73333</c:v>
                </c:pt>
                <c:pt idx="30964">
                  <c:v>73334</c:v>
                </c:pt>
                <c:pt idx="30965">
                  <c:v>73335</c:v>
                </c:pt>
                <c:pt idx="30966">
                  <c:v>73336</c:v>
                </c:pt>
                <c:pt idx="30967">
                  <c:v>73337</c:v>
                </c:pt>
                <c:pt idx="30968">
                  <c:v>73338</c:v>
                </c:pt>
                <c:pt idx="30969">
                  <c:v>73339</c:v>
                </c:pt>
                <c:pt idx="30970">
                  <c:v>73340</c:v>
                </c:pt>
                <c:pt idx="30971">
                  <c:v>73341</c:v>
                </c:pt>
                <c:pt idx="30972">
                  <c:v>73342</c:v>
                </c:pt>
                <c:pt idx="30973">
                  <c:v>73343</c:v>
                </c:pt>
                <c:pt idx="30974">
                  <c:v>73344</c:v>
                </c:pt>
                <c:pt idx="30975">
                  <c:v>73345</c:v>
                </c:pt>
                <c:pt idx="30976">
                  <c:v>73346</c:v>
                </c:pt>
                <c:pt idx="30977">
                  <c:v>73347</c:v>
                </c:pt>
                <c:pt idx="30978">
                  <c:v>73348</c:v>
                </c:pt>
                <c:pt idx="30979">
                  <c:v>73349</c:v>
                </c:pt>
                <c:pt idx="30980">
                  <c:v>73350</c:v>
                </c:pt>
                <c:pt idx="30981">
                  <c:v>73351</c:v>
                </c:pt>
                <c:pt idx="30982">
                  <c:v>73352</c:v>
                </c:pt>
                <c:pt idx="30983">
                  <c:v>73353</c:v>
                </c:pt>
                <c:pt idx="30984">
                  <c:v>73354</c:v>
                </c:pt>
                <c:pt idx="30985">
                  <c:v>73355</c:v>
                </c:pt>
                <c:pt idx="30986">
                  <c:v>73356</c:v>
                </c:pt>
                <c:pt idx="30987">
                  <c:v>73357</c:v>
                </c:pt>
                <c:pt idx="30988">
                  <c:v>73358</c:v>
                </c:pt>
                <c:pt idx="30989">
                  <c:v>73359</c:v>
                </c:pt>
                <c:pt idx="30990">
                  <c:v>73360</c:v>
                </c:pt>
                <c:pt idx="30991">
                  <c:v>73361</c:v>
                </c:pt>
                <c:pt idx="30992">
                  <c:v>73362</c:v>
                </c:pt>
                <c:pt idx="30993">
                  <c:v>73363</c:v>
                </c:pt>
                <c:pt idx="30994">
                  <c:v>73364</c:v>
                </c:pt>
                <c:pt idx="30995">
                  <c:v>73365</c:v>
                </c:pt>
                <c:pt idx="30996">
                  <c:v>73366</c:v>
                </c:pt>
                <c:pt idx="30997">
                  <c:v>73367</c:v>
                </c:pt>
                <c:pt idx="30998">
                  <c:v>73368</c:v>
                </c:pt>
                <c:pt idx="30999">
                  <c:v>73369</c:v>
                </c:pt>
                <c:pt idx="31000">
                  <c:v>73370</c:v>
                </c:pt>
                <c:pt idx="31001">
                  <c:v>73371</c:v>
                </c:pt>
                <c:pt idx="31002">
                  <c:v>73372</c:v>
                </c:pt>
                <c:pt idx="31003">
                  <c:v>73373</c:v>
                </c:pt>
                <c:pt idx="31004">
                  <c:v>73374</c:v>
                </c:pt>
                <c:pt idx="31005">
                  <c:v>73375</c:v>
                </c:pt>
                <c:pt idx="31006">
                  <c:v>73376</c:v>
                </c:pt>
                <c:pt idx="31007">
                  <c:v>73377</c:v>
                </c:pt>
                <c:pt idx="31008">
                  <c:v>73378</c:v>
                </c:pt>
                <c:pt idx="31009">
                  <c:v>73379</c:v>
                </c:pt>
                <c:pt idx="31010">
                  <c:v>73380</c:v>
                </c:pt>
                <c:pt idx="31011">
                  <c:v>73381</c:v>
                </c:pt>
                <c:pt idx="31012">
                  <c:v>73382</c:v>
                </c:pt>
                <c:pt idx="31013">
                  <c:v>73383</c:v>
                </c:pt>
                <c:pt idx="31014">
                  <c:v>73384</c:v>
                </c:pt>
                <c:pt idx="31015">
                  <c:v>73385</c:v>
                </c:pt>
                <c:pt idx="31016">
                  <c:v>73386</c:v>
                </c:pt>
                <c:pt idx="31017">
                  <c:v>73387</c:v>
                </c:pt>
                <c:pt idx="31018">
                  <c:v>73388</c:v>
                </c:pt>
                <c:pt idx="31019">
                  <c:v>73389</c:v>
                </c:pt>
                <c:pt idx="31020">
                  <c:v>73390</c:v>
                </c:pt>
                <c:pt idx="31021">
                  <c:v>73391</c:v>
                </c:pt>
                <c:pt idx="31022">
                  <c:v>73392</c:v>
                </c:pt>
                <c:pt idx="31023">
                  <c:v>73393</c:v>
                </c:pt>
                <c:pt idx="31024">
                  <c:v>73394</c:v>
                </c:pt>
                <c:pt idx="31025">
                  <c:v>73395</c:v>
                </c:pt>
                <c:pt idx="31026">
                  <c:v>73396</c:v>
                </c:pt>
                <c:pt idx="31027">
                  <c:v>73397</c:v>
                </c:pt>
                <c:pt idx="31028">
                  <c:v>73398</c:v>
                </c:pt>
                <c:pt idx="31029">
                  <c:v>73399</c:v>
                </c:pt>
                <c:pt idx="31030">
                  <c:v>73400</c:v>
                </c:pt>
                <c:pt idx="31031">
                  <c:v>73401</c:v>
                </c:pt>
                <c:pt idx="31032">
                  <c:v>73402</c:v>
                </c:pt>
                <c:pt idx="31033">
                  <c:v>73403</c:v>
                </c:pt>
                <c:pt idx="31034">
                  <c:v>73404</c:v>
                </c:pt>
                <c:pt idx="31035">
                  <c:v>73405</c:v>
                </c:pt>
                <c:pt idx="31036">
                  <c:v>73406</c:v>
                </c:pt>
                <c:pt idx="31037">
                  <c:v>73407</c:v>
                </c:pt>
                <c:pt idx="31038">
                  <c:v>73408</c:v>
                </c:pt>
                <c:pt idx="31039">
                  <c:v>73409</c:v>
                </c:pt>
                <c:pt idx="31040">
                  <c:v>73410</c:v>
                </c:pt>
              </c:numCache>
            </c:numRef>
          </c:xVal>
          <c:yVal>
            <c:numRef>
              <c:f>BorettoRCP45!$D$3:$D$32873</c:f>
              <c:numCache>
                <c:formatCode>General</c:formatCode>
                <c:ptCount val="32871"/>
                <c:pt idx="0">
                  <c:v>636.90809999999999</c:v>
                </c:pt>
                <c:pt idx="1">
                  <c:v>623.89670000000001</c:v>
                </c:pt>
                <c:pt idx="2">
                  <c:v>606.05549999999948</c:v>
                </c:pt>
                <c:pt idx="3">
                  <c:v>596.55330000000004</c:v>
                </c:pt>
                <c:pt idx="4">
                  <c:v>590.64659999999947</c:v>
                </c:pt>
                <c:pt idx="5">
                  <c:v>587.97349999999994</c:v>
                </c:pt>
                <c:pt idx="6">
                  <c:v>584.51509999999996</c:v>
                </c:pt>
                <c:pt idx="7">
                  <c:v>582.28229999999996</c:v>
                </c:pt>
                <c:pt idx="8">
                  <c:v>579.7522999999992</c:v>
                </c:pt>
                <c:pt idx="9">
                  <c:v>575.69550000000004</c:v>
                </c:pt>
                <c:pt idx="10">
                  <c:v>567.19119999999998</c:v>
                </c:pt>
                <c:pt idx="11">
                  <c:v>557.3645999999992</c:v>
                </c:pt>
                <c:pt idx="12">
                  <c:v>552.3482999999992</c:v>
                </c:pt>
                <c:pt idx="13">
                  <c:v>549.62239999999997</c:v>
                </c:pt>
                <c:pt idx="14">
                  <c:v>541.03219999999919</c:v>
                </c:pt>
                <c:pt idx="15">
                  <c:v>535.59749999999997</c:v>
                </c:pt>
                <c:pt idx="16">
                  <c:v>525.02819999999997</c:v>
                </c:pt>
                <c:pt idx="17">
                  <c:v>512.1345</c:v>
                </c:pt>
                <c:pt idx="18">
                  <c:v>500.18509999999969</c:v>
                </c:pt>
                <c:pt idx="19">
                  <c:v>496.84949999999998</c:v>
                </c:pt>
                <c:pt idx="20">
                  <c:v>568.75480000000005</c:v>
                </c:pt>
                <c:pt idx="21">
                  <c:v>770.48109999999997</c:v>
                </c:pt>
                <c:pt idx="22">
                  <c:v>967.77509999999995</c:v>
                </c:pt>
                <c:pt idx="23">
                  <c:v>1012.6990000000005</c:v>
                </c:pt>
                <c:pt idx="24">
                  <c:v>835.7522999999992</c:v>
                </c:pt>
                <c:pt idx="25">
                  <c:v>643.68230000000005</c:v>
                </c:pt>
                <c:pt idx="26">
                  <c:v>770.27530000000081</c:v>
                </c:pt>
                <c:pt idx="27">
                  <c:v>1200.1339999999998</c:v>
                </c:pt>
                <c:pt idx="28">
                  <c:v>1517.1</c:v>
                </c:pt>
                <c:pt idx="29">
                  <c:v>1472.3919999999998</c:v>
                </c:pt>
                <c:pt idx="30">
                  <c:v>1110.7249999999999</c:v>
                </c:pt>
                <c:pt idx="31">
                  <c:v>952.03519999999946</c:v>
                </c:pt>
                <c:pt idx="32">
                  <c:v>884.66419999999948</c:v>
                </c:pt>
                <c:pt idx="33">
                  <c:v>812.15309999999999</c:v>
                </c:pt>
                <c:pt idx="34">
                  <c:v>729.63869999999997</c:v>
                </c:pt>
                <c:pt idx="35">
                  <c:v>660.64759999999933</c:v>
                </c:pt>
                <c:pt idx="36">
                  <c:v>621.19960000000003</c:v>
                </c:pt>
                <c:pt idx="37">
                  <c:v>601.59360000000004</c:v>
                </c:pt>
                <c:pt idx="38">
                  <c:v>580.25170000000003</c:v>
                </c:pt>
                <c:pt idx="39">
                  <c:v>565.70050000000003</c:v>
                </c:pt>
                <c:pt idx="40">
                  <c:v>557.69110000000001</c:v>
                </c:pt>
                <c:pt idx="41">
                  <c:v>553.58540000000005</c:v>
                </c:pt>
                <c:pt idx="42">
                  <c:v>590.93039999999996</c:v>
                </c:pt>
                <c:pt idx="43">
                  <c:v>682.43679999999949</c:v>
                </c:pt>
                <c:pt idx="44">
                  <c:v>741.26239999999996</c:v>
                </c:pt>
                <c:pt idx="45">
                  <c:v>751.84249999999906</c:v>
                </c:pt>
                <c:pt idx="46">
                  <c:v>708.49749999999949</c:v>
                </c:pt>
                <c:pt idx="47">
                  <c:v>768.62199999999996</c:v>
                </c:pt>
                <c:pt idx="48">
                  <c:v>800.50829999999996</c:v>
                </c:pt>
                <c:pt idx="49">
                  <c:v>827.18409999999994</c:v>
                </c:pt>
                <c:pt idx="50">
                  <c:v>755.71280000000002</c:v>
                </c:pt>
                <c:pt idx="51">
                  <c:v>682.26789999999949</c:v>
                </c:pt>
                <c:pt idx="52">
                  <c:v>626.74469999999997</c:v>
                </c:pt>
                <c:pt idx="53">
                  <c:v>590.61069999999938</c:v>
                </c:pt>
                <c:pt idx="54">
                  <c:v>580.24759999999947</c:v>
                </c:pt>
                <c:pt idx="55">
                  <c:v>581.38580000000002</c:v>
                </c:pt>
                <c:pt idx="56">
                  <c:v>573.44799999999907</c:v>
                </c:pt>
                <c:pt idx="57">
                  <c:v>560.0022999999992</c:v>
                </c:pt>
                <c:pt idx="58">
                  <c:v>540.46049999999946</c:v>
                </c:pt>
                <c:pt idx="59">
                  <c:v>536.88779999999997</c:v>
                </c:pt>
                <c:pt idx="60">
                  <c:v>587.79740000000004</c:v>
                </c:pt>
                <c:pt idx="61">
                  <c:v>579.65739999999948</c:v>
                </c:pt>
                <c:pt idx="62">
                  <c:v>577.73199999999997</c:v>
                </c:pt>
                <c:pt idx="63">
                  <c:v>567.07169999999996</c:v>
                </c:pt>
                <c:pt idx="64">
                  <c:v>548.26829999999939</c:v>
                </c:pt>
                <c:pt idx="65">
                  <c:v>534.79660000000001</c:v>
                </c:pt>
                <c:pt idx="66">
                  <c:v>527.81049999999948</c:v>
                </c:pt>
                <c:pt idx="67">
                  <c:v>519.43149999999946</c:v>
                </c:pt>
                <c:pt idx="68">
                  <c:v>511.63369999999969</c:v>
                </c:pt>
                <c:pt idx="69">
                  <c:v>506.60599999999999</c:v>
                </c:pt>
                <c:pt idx="70">
                  <c:v>498.24109999999968</c:v>
                </c:pt>
                <c:pt idx="71">
                  <c:v>485.55380000000002</c:v>
                </c:pt>
                <c:pt idx="72">
                  <c:v>473.51569999999964</c:v>
                </c:pt>
                <c:pt idx="73">
                  <c:v>468.09609999999935</c:v>
                </c:pt>
                <c:pt idx="74">
                  <c:v>472.41209999999961</c:v>
                </c:pt>
                <c:pt idx="75">
                  <c:v>480.39760000000001</c:v>
                </c:pt>
                <c:pt idx="76">
                  <c:v>483.3999</c:v>
                </c:pt>
                <c:pt idx="77">
                  <c:v>483.59280000000001</c:v>
                </c:pt>
                <c:pt idx="78">
                  <c:v>484.75790000000001</c:v>
                </c:pt>
                <c:pt idx="79">
                  <c:v>483.21529999999967</c:v>
                </c:pt>
                <c:pt idx="80">
                  <c:v>482.36829999999969</c:v>
                </c:pt>
                <c:pt idx="81">
                  <c:v>487.30500000000001</c:v>
                </c:pt>
                <c:pt idx="82">
                  <c:v>497.24650000000003</c:v>
                </c:pt>
                <c:pt idx="83">
                  <c:v>507.54129999999969</c:v>
                </c:pt>
                <c:pt idx="84">
                  <c:v>512.88840000000005</c:v>
                </c:pt>
                <c:pt idx="85">
                  <c:v>525.89149999999938</c:v>
                </c:pt>
                <c:pt idx="86">
                  <c:v>515.29759999999999</c:v>
                </c:pt>
                <c:pt idx="87">
                  <c:v>499.11439999999999</c:v>
                </c:pt>
                <c:pt idx="88">
                  <c:v>496.66449999999998</c:v>
                </c:pt>
                <c:pt idx="89">
                  <c:v>535.89729999999906</c:v>
                </c:pt>
                <c:pt idx="90">
                  <c:v>582.76559999999949</c:v>
                </c:pt>
                <c:pt idx="91">
                  <c:v>647.27110000000005</c:v>
                </c:pt>
                <c:pt idx="92">
                  <c:v>635.15449999999998</c:v>
                </c:pt>
                <c:pt idx="93">
                  <c:v>697.91840000000002</c:v>
                </c:pt>
                <c:pt idx="94">
                  <c:v>1473.9090000000001</c:v>
                </c:pt>
                <c:pt idx="95">
                  <c:v>3910.3730000000028</c:v>
                </c:pt>
                <c:pt idx="96">
                  <c:v>6465.35</c:v>
                </c:pt>
                <c:pt idx="97">
                  <c:v>6431.4319999999998</c:v>
                </c:pt>
                <c:pt idx="98">
                  <c:v>4422.5030000000015</c:v>
                </c:pt>
                <c:pt idx="99">
                  <c:v>2620.9169999999999</c:v>
                </c:pt>
                <c:pt idx="100">
                  <c:v>1665.8589999999999</c:v>
                </c:pt>
                <c:pt idx="101">
                  <c:v>1432.3</c:v>
                </c:pt>
                <c:pt idx="102">
                  <c:v>1392.9590000000001</c:v>
                </c:pt>
                <c:pt idx="103">
                  <c:v>1329.731</c:v>
                </c:pt>
                <c:pt idx="104">
                  <c:v>1316.1209999999999</c:v>
                </c:pt>
                <c:pt idx="105">
                  <c:v>1259.96</c:v>
                </c:pt>
                <c:pt idx="106">
                  <c:v>1216.556</c:v>
                </c:pt>
                <c:pt idx="107">
                  <c:v>1193.3029999999999</c:v>
                </c:pt>
                <c:pt idx="108">
                  <c:v>1154.6849999999986</c:v>
                </c:pt>
                <c:pt idx="109">
                  <c:v>1141.6909999999998</c:v>
                </c:pt>
                <c:pt idx="110">
                  <c:v>1108.2160000000001</c:v>
                </c:pt>
                <c:pt idx="111">
                  <c:v>1145.6739999999998</c:v>
                </c:pt>
                <c:pt idx="112">
                  <c:v>1151.806</c:v>
                </c:pt>
                <c:pt idx="113">
                  <c:v>1108.9839999999999</c:v>
                </c:pt>
                <c:pt idx="114">
                  <c:v>1121.713</c:v>
                </c:pt>
                <c:pt idx="115">
                  <c:v>1537.4490000000001</c:v>
                </c:pt>
                <c:pt idx="116">
                  <c:v>2370.212</c:v>
                </c:pt>
                <c:pt idx="117">
                  <c:v>3139.5740000000001</c:v>
                </c:pt>
                <c:pt idx="118">
                  <c:v>3699.2550000000001</c:v>
                </c:pt>
                <c:pt idx="119">
                  <c:v>3410.3609999999999</c:v>
                </c:pt>
                <c:pt idx="120">
                  <c:v>2479.9310000000028</c:v>
                </c:pt>
                <c:pt idx="121">
                  <c:v>1805.3739999999998</c:v>
                </c:pt>
                <c:pt idx="122">
                  <c:v>1800.9050000000011</c:v>
                </c:pt>
                <c:pt idx="123">
                  <c:v>2694.9110000000028</c:v>
                </c:pt>
                <c:pt idx="124">
                  <c:v>3658.52</c:v>
                </c:pt>
                <c:pt idx="125">
                  <c:v>3411.0439999999999</c:v>
                </c:pt>
                <c:pt idx="126">
                  <c:v>2413.1990000000001</c:v>
                </c:pt>
                <c:pt idx="127">
                  <c:v>2255.069</c:v>
                </c:pt>
                <c:pt idx="128">
                  <c:v>2308.3220000000001</c:v>
                </c:pt>
                <c:pt idx="129">
                  <c:v>2043.836</c:v>
                </c:pt>
                <c:pt idx="130">
                  <c:v>1802.655</c:v>
                </c:pt>
                <c:pt idx="131">
                  <c:v>1715.1529999999998</c:v>
                </c:pt>
                <c:pt idx="132">
                  <c:v>1684.404</c:v>
                </c:pt>
                <c:pt idx="133">
                  <c:v>1652.3819999999998</c:v>
                </c:pt>
                <c:pt idx="134">
                  <c:v>1609.0039999999999</c:v>
                </c:pt>
                <c:pt idx="135">
                  <c:v>1597.1239999999998</c:v>
                </c:pt>
                <c:pt idx="136">
                  <c:v>1583.577</c:v>
                </c:pt>
                <c:pt idx="137">
                  <c:v>1618.8139999999999</c:v>
                </c:pt>
                <c:pt idx="138">
                  <c:v>1694.5519999999999</c:v>
                </c:pt>
                <c:pt idx="139">
                  <c:v>1692.201</c:v>
                </c:pt>
                <c:pt idx="140">
                  <c:v>1627.441</c:v>
                </c:pt>
                <c:pt idx="141">
                  <c:v>1547.403</c:v>
                </c:pt>
                <c:pt idx="142">
                  <c:v>1457.221</c:v>
                </c:pt>
                <c:pt idx="143">
                  <c:v>1386.731</c:v>
                </c:pt>
                <c:pt idx="144">
                  <c:v>1337.018</c:v>
                </c:pt>
                <c:pt idx="145">
                  <c:v>1316.481</c:v>
                </c:pt>
                <c:pt idx="146">
                  <c:v>1317.5550000000001</c:v>
                </c:pt>
                <c:pt idx="147">
                  <c:v>1348.203</c:v>
                </c:pt>
                <c:pt idx="148">
                  <c:v>1355.3979999999999</c:v>
                </c:pt>
                <c:pt idx="149">
                  <c:v>1334.2560000000001</c:v>
                </c:pt>
                <c:pt idx="150">
                  <c:v>1314.2929999999999</c:v>
                </c:pt>
                <c:pt idx="151">
                  <c:v>1302.9860000000001</c:v>
                </c:pt>
                <c:pt idx="152">
                  <c:v>1287.2090000000001</c:v>
                </c:pt>
                <c:pt idx="153">
                  <c:v>1264.953</c:v>
                </c:pt>
                <c:pt idx="154">
                  <c:v>1254.749</c:v>
                </c:pt>
                <c:pt idx="155">
                  <c:v>1282.548</c:v>
                </c:pt>
                <c:pt idx="156">
                  <c:v>1290.6299999999999</c:v>
                </c:pt>
                <c:pt idx="157">
                  <c:v>1266.825</c:v>
                </c:pt>
                <c:pt idx="158">
                  <c:v>1235.47</c:v>
                </c:pt>
                <c:pt idx="159">
                  <c:v>1197.2909999999999</c:v>
                </c:pt>
                <c:pt idx="160">
                  <c:v>1155.769</c:v>
                </c:pt>
                <c:pt idx="161">
                  <c:v>1123.502</c:v>
                </c:pt>
                <c:pt idx="162">
                  <c:v>1092.8319999999999</c:v>
                </c:pt>
                <c:pt idx="163">
                  <c:v>1049.56</c:v>
                </c:pt>
                <c:pt idx="164">
                  <c:v>971.99680000000001</c:v>
                </c:pt>
                <c:pt idx="165">
                  <c:v>883.44689999999946</c:v>
                </c:pt>
                <c:pt idx="166">
                  <c:v>818.73429999999996</c:v>
                </c:pt>
                <c:pt idx="167">
                  <c:v>786.75450000000001</c:v>
                </c:pt>
                <c:pt idx="168">
                  <c:v>772.06299999999919</c:v>
                </c:pt>
                <c:pt idx="169">
                  <c:v>737.56870000000004</c:v>
                </c:pt>
                <c:pt idx="170">
                  <c:v>684.18350000000055</c:v>
                </c:pt>
                <c:pt idx="171">
                  <c:v>635.85399999999947</c:v>
                </c:pt>
                <c:pt idx="172">
                  <c:v>602.0271999999992</c:v>
                </c:pt>
                <c:pt idx="173">
                  <c:v>572.58360000000005</c:v>
                </c:pt>
                <c:pt idx="174">
                  <c:v>552.94569999999919</c:v>
                </c:pt>
                <c:pt idx="175">
                  <c:v>535.36909999999921</c:v>
                </c:pt>
                <c:pt idx="176">
                  <c:v>513.33659999999907</c:v>
                </c:pt>
                <c:pt idx="177">
                  <c:v>494.33909999999969</c:v>
                </c:pt>
                <c:pt idx="178">
                  <c:v>464.75129999999967</c:v>
                </c:pt>
                <c:pt idx="179">
                  <c:v>438.10739999999993</c:v>
                </c:pt>
                <c:pt idx="180">
                  <c:v>433.88339999999954</c:v>
                </c:pt>
                <c:pt idx="181">
                  <c:v>427.38849999999968</c:v>
                </c:pt>
                <c:pt idx="182">
                  <c:v>414.49729999999954</c:v>
                </c:pt>
                <c:pt idx="183">
                  <c:v>401.6189</c:v>
                </c:pt>
                <c:pt idx="184">
                  <c:v>375.041</c:v>
                </c:pt>
                <c:pt idx="185">
                  <c:v>357.94450000000001</c:v>
                </c:pt>
                <c:pt idx="186">
                  <c:v>342.13240000000002</c:v>
                </c:pt>
                <c:pt idx="187">
                  <c:v>340.64609999999999</c:v>
                </c:pt>
                <c:pt idx="188">
                  <c:v>334.11880000000002</c:v>
                </c:pt>
                <c:pt idx="189">
                  <c:v>313.55079999999964</c:v>
                </c:pt>
                <c:pt idx="190">
                  <c:v>317.56049999999999</c:v>
                </c:pt>
                <c:pt idx="191">
                  <c:v>319.64670000000001</c:v>
                </c:pt>
                <c:pt idx="192">
                  <c:v>310.85930000000002</c:v>
                </c:pt>
                <c:pt idx="193">
                  <c:v>321.91569999999967</c:v>
                </c:pt>
                <c:pt idx="194">
                  <c:v>319.30340000000001</c:v>
                </c:pt>
                <c:pt idx="195">
                  <c:v>299.5523</c:v>
                </c:pt>
                <c:pt idx="196">
                  <c:v>287.3039</c:v>
                </c:pt>
                <c:pt idx="197">
                  <c:v>290.55180000000001</c:v>
                </c:pt>
                <c:pt idx="198">
                  <c:v>294.62109999999967</c:v>
                </c:pt>
                <c:pt idx="199">
                  <c:v>293.36660000000001</c:v>
                </c:pt>
                <c:pt idx="200">
                  <c:v>292.56920000000002</c:v>
                </c:pt>
                <c:pt idx="201">
                  <c:v>290.58709999999968</c:v>
                </c:pt>
                <c:pt idx="202">
                  <c:v>284.02209999999968</c:v>
                </c:pt>
                <c:pt idx="203">
                  <c:v>276.91759999999954</c:v>
                </c:pt>
                <c:pt idx="204">
                  <c:v>270.6284</c:v>
                </c:pt>
                <c:pt idx="205">
                  <c:v>260.22109999999935</c:v>
                </c:pt>
                <c:pt idx="206">
                  <c:v>253.15440000000001</c:v>
                </c:pt>
                <c:pt idx="207">
                  <c:v>256.63299999999964</c:v>
                </c:pt>
                <c:pt idx="208">
                  <c:v>251.04</c:v>
                </c:pt>
                <c:pt idx="209">
                  <c:v>249.5318</c:v>
                </c:pt>
                <c:pt idx="210">
                  <c:v>247.4093</c:v>
                </c:pt>
                <c:pt idx="211">
                  <c:v>245.535</c:v>
                </c:pt>
                <c:pt idx="212">
                  <c:v>244.65530000000001</c:v>
                </c:pt>
                <c:pt idx="213">
                  <c:v>243.0061</c:v>
                </c:pt>
                <c:pt idx="214">
                  <c:v>246.57220000000001</c:v>
                </c:pt>
                <c:pt idx="215">
                  <c:v>290.21409999999969</c:v>
                </c:pt>
                <c:pt idx="216">
                  <c:v>294.62430000000001</c:v>
                </c:pt>
                <c:pt idx="217">
                  <c:v>309.95319999999936</c:v>
                </c:pt>
                <c:pt idx="218">
                  <c:v>316.79539999999935</c:v>
                </c:pt>
                <c:pt idx="219">
                  <c:v>303.52869999999967</c:v>
                </c:pt>
                <c:pt idx="220">
                  <c:v>298.47829999999954</c:v>
                </c:pt>
                <c:pt idx="221">
                  <c:v>297.75020000000001</c:v>
                </c:pt>
                <c:pt idx="222">
                  <c:v>294.40499999999969</c:v>
                </c:pt>
                <c:pt idx="223">
                  <c:v>290.57400000000001</c:v>
                </c:pt>
                <c:pt idx="224">
                  <c:v>289.66860000000008</c:v>
                </c:pt>
                <c:pt idx="225">
                  <c:v>286.30809999999968</c:v>
                </c:pt>
                <c:pt idx="226">
                  <c:v>287.11329999999964</c:v>
                </c:pt>
                <c:pt idx="227">
                  <c:v>305.12189999999993</c:v>
                </c:pt>
                <c:pt idx="228">
                  <c:v>302.36189999999999</c:v>
                </c:pt>
                <c:pt idx="229">
                  <c:v>315.1216</c:v>
                </c:pt>
                <c:pt idx="230">
                  <c:v>327.50279999999964</c:v>
                </c:pt>
                <c:pt idx="231">
                  <c:v>342.58240000000001</c:v>
                </c:pt>
                <c:pt idx="232">
                  <c:v>346.02379999999954</c:v>
                </c:pt>
                <c:pt idx="233">
                  <c:v>365.51900000000001</c:v>
                </c:pt>
                <c:pt idx="234">
                  <c:v>365.93740000000003</c:v>
                </c:pt>
                <c:pt idx="235">
                  <c:v>367.2106</c:v>
                </c:pt>
                <c:pt idx="236">
                  <c:v>362.07740000000001</c:v>
                </c:pt>
                <c:pt idx="237">
                  <c:v>356.77140000000003</c:v>
                </c:pt>
                <c:pt idx="238">
                  <c:v>346.39280000000002</c:v>
                </c:pt>
                <c:pt idx="239">
                  <c:v>335.67290000000008</c:v>
                </c:pt>
                <c:pt idx="240">
                  <c:v>329.85239999999999</c:v>
                </c:pt>
                <c:pt idx="241">
                  <c:v>338.52780000000001</c:v>
                </c:pt>
                <c:pt idx="242">
                  <c:v>353.7799</c:v>
                </c:pt>
                <c:pt idx="243">
                  <c:v>363.0779</c:v>
                </c:pt>
                <c:pt idx="244">
                  <c:v>373.07859999999954</c:v>
                </c:pt>
                <c:pt idx="245">
                  <c:v>379.83099999999968</c:v>
                </c:pt>
                <c:pt idx="246">
                  <c:v>380.97309999999953</c:v>
                </c:pt>
                <c:pt idx="247">
                  <c:v>371.01679999999953</c:v>
                </c:pt>
                <c:pt idx="248">
                  <c:v>370.22399999999953</c:v>
                </c:pt>
                <c:pt idx="249">
                  <c:v>388.46780000000001</c:v>
                </c:pt>
                <c:pt idx="250">
                  <c:v>406.13709999999969</c:v>
                </c:pt>
                <c:pt idx="251">
                  <c:v>408.91659999999939</c:v>
                </c:pt>
                <c:pt idx="252">
                  <c:v>412.12029999999999</c:v>
                </c:pt>
                <c:pt idx="253">
                  <c:v>461.93949999999961</c:v>
                </c:pt>
                <c:pt idx="254">
                  <c:v>552.85519999999906</c:v>
                </c:pt>
                <c:pt idx="255">
                  <c:v>619.06479999999999</c:v>
                </c:pt>
                <c:pt idx="256">
                  <c:v>612.32339999999999</c:v>
                </c:pt>
                <c:pt idx="257">
                  <c:v>572.65119999999933</c:v>
                </c:pt>
                <c:pt idx="258">
                  <c:v>546.41199999999947</c:v>
                </c:pt>
                <c:pt idx="259">
                  <c:v>530.87149999999997</c:v>
                </c:pt>
                <c:pt idx="260">
                  <c:v>520.31439999999998</c:v>
                </c:pt>
                <c:pt idx="261">
                  <c:v>516.32819999999947</c:v>
                </c:pt>
                <c:pt idx="262">
                  <c:v>521.65899999999999</c:v>
                </c:pt>
                <c:pt idx="263">
                  <c:v>521.91509999999948</c:v>
                </c:pt>
                <c:pt idx="264">
                  <c:v>516.41099999999949</c:v>
                </c:pt>
                <c:pt idx="265">
                  <c:v>512.65679999999998</c:v>
                </c:pt>
                <c:pt idx="266">
                  <c:v>509.72039999999947</c:v>
                </c:pt>
                <c:pt idx="267">
                  <c:v>500.541</c:v>
                </c:pt>
                <c:pt idx="268">
                  <c:v>488.54059999999993</c:v>
                </c:pt>
                <c:pt idx="269">
                  <c:v>497.56920000000002</c:v>
                </c:pt>
                <c:pt idx="270">
                  <c:v>497.33409999999969</c:v>
                </c:pt>
                <c:pt idx="271">
                  <c:v>501.55189999999999</c:v>
                </c:pt>
                <c:pt idx="272">
                  <c:v>538.11919999999998</c:v>
                </c:pt>
                <c:pt idx="273">
                  <c:v>609.14059999999949</c:v>
                </c:pt>
                <c:pt idx="274">
                  <c:v>663.56769999999892</c:v>
                </c:pt>
                <c:pt idx="275">
                  <c:v>650.05409999999949</c:v>
                </c:pt>
                <c:pt idx="276">
                  <c:v>631.28250000000003</c:v>
                </c:pt>
                <c:pt idx="277">
                  <c:v>631.01369999999997</c:v>
                </c:pt>
                <c:pt idx="278">
                  <c:v>638.89400000000001</c:v>
                </c:pt>
                <c:pt idx="279">
                  <c:v>632.50739999999996</c:v>
                </c:pt>
                <c:pt idx="280">
                  <c:v>625.29150000000004</c:v>
                </c:pt>
                <c:pt idx="281">
                  <c:v>615.75289999999939</c:v>
                </c:pt>
                <c:pt idx="282">
                  <c:v>614.06579999999997</c:v>
                </c:pt>
                <c:pt idx="283">
                  <c:v>612.01749999999947</c:v>
                </c:pt>
                <c:pt idx="284">
                  <c:v>606.98069999999996</c:v>
                </c:pt>
                <c:pt idx="285">
                  <c:v>596.98059999999998</c:v>
                </c:pt>
                <c:pt idx="286">
                  <c:v>592.83399999999949</c:v>
                </c:pt>
                <c:pt idx="287">
                  <c:v>697.42759999999919</c:v>
                </c:pt>
                <c:pt idx="288">
                  <c:v>1097.74</c:v>
                </c:pt>
                <c:pt idx="289">
                  <c:v>1539.27</c:v>
                </c:pt>
                <c:pt idx="290">
                  <c:v>1406.7329999999999</c:v>
                </c:pt>
                <c:pt idx="291">
                  <c:v>1003.054</c:v>
                </c:pt>
                <c:pt idx="292">
                  <c:v>936.10860000000002</c:v>
                </c:pt>
                <c:pt idx="293">
                  <c:v>1295.3809999999999</c:v>
                </c:pt>
                <c:pt idx="294">
                  <c:v>2227.8879999999999</c:v>
                </c:pt>
                <c:pt idx="295">
                  <c:v>3063.55</c:v>
                </c:pt>
                <c:pt idx="296">
                  <c:v>2689.7910000000002</c:v>
                </c:pt>
                <c:pt idx="297">
                  <c:v>1699.4090000000001</c:v>
                </c:pt>
                <c:pt idx="298">
                  <c:v>1533.086</c:v>
                </c:pt>
                <c:pt idx="299">
                  <c:v>2161.9530000000022</c:v>
                </c:pt>
                <c:pt idx="300">
                  <c:v>2491.9409999999998</c:v>
                </c:pt>
                <c:pt idx="301">
                  <c:v>1999.4649999999999</c:v>
                </c:pt>
                <c:pt idx="302">
                  <c:v>1411.248</c:v>
                </c:pt>
                <c:pt idx="303">
                  <c:v>1346.761</c:v>
                </c:pt>
                <c:pt idx="304">
                  <c:v>1468.6539999999998</c:v>
                </c:pt>
                <c:pt idx="305">
                  <c:v>1609.768</c:v>
                </c:pt>
                <c:pt idx="306">
                  <c:v>1754.537</c:v>
                </c:pt>
                <c:pt idx="307">
                  <c:v>1728.597</c:v>
                </c:pt>
                <c:pt idx="308">
                  <c:v>1588.0229999999999</c:v>
                </c:pt>
                <c:pt idx="309">
                  <c:v>1497.3779999999999</c:v>
                </c:pt>
                <c:pt idx="310">
                  <c:v>1452.412</c:v>
                </c:pt>
                <c:pt idx="311">
                  <c:v>1406.6499999999999</c:v>
                </c:pt>
                <c:pt idx="312">
                  <c:v>1340.1959999999999</c:v>
                </c:pt>
                <c:pt idx="313">
                  <c:v>1273.4670000000001</c:v>
                </c:pt>
                <c:pt idx="314">
                  <c:v>1297.29</c:v>
                </c:pt>
                <c:pt idx="315">
                  <c:v>1565.2339999999999</c:v>
                </c:pt>
                <c:pt idx="316">
                  <c:v>1861.5889999999999</c:v>
                </c:pt>
                <c:pt idx="317">
                  <c:v>1714.2439999999999</c:v>
                </c:pt>
                <c:pt idx="318">
                  <c:v>1409.9</c:v>
                </c:pt>
                <c:pt idx="319">
                  <c:v>1456.3969999999999</c:v>
                </c:pt>
                <c:pt idx="320">
                  <c:v>1577.21</c:v>
                </c:pt>
                <c:pt idx="321">
                  <c:v>1422.6669999999999</c:v>
                </c:pt>
                <c:pt idx="322">
                  <c:v>1282.768</c:v>
                </c:pt>
                <c:pt idx="323">
                  <c:v>1621.71</c:v>
                </c:pt>
                <c:pt idx="324">
                  <c:v>1933.81</c:v>
                </c:pt>
                <c:pt idx="325">
                  <c:v>1973.7550000000001</c:v>
                </c:pt>
                <c:pt idx="326">
                  <c:v>1569.6589999999999</c:v>
                </c:pt>
                <c:pt idx="327">
                  <c:v>1227.912</c:v>
                </c:pt>
                <c:pt idx="328">
                  <c:v>1148.5060000000001</c:v>
                </c:pt>
                <c:pt idx="329">
                  <c:v>1146.7860000000001</c:v>
                </c:pt>
                <c:pt idx="330">
                  <c:v>1257.6909999999998</c:v>
                </c:pt>
                <c:pt idx="331">
                  <c:v>1382.1589999999999</c:v>
                </c:pt>
                <c:pt idx="332">
                  <c:v>1438.6879999999999</c:v>
                </c:pt>
                <c:pt idx="333">
                  <c:v>1419.4780000000001</c:v>
                </c:pt>
                <c:pt idx="334">
                  <c:v>1345.5239999999999</c:v>
                </c:pt>
                <c:pt idx="335">
                  <c:v>1405.213</c:v>
                </c:pt>
                <c:pt idx="336">
                  <c:v>1269.2819999999999</c:v>
                </c:pt>
                <c:pt idx="337">
                  <c:v>1114.3729999999998</c:v>
                </c:pt>
                <c:pt idx="338">
                  <c:v>1050.3139999999999</c:v>
                </c:pt>
                <c:pt idx="339">
                  <c:v>1071.3509999999999</c:v>
                </c:pt>
                <c:pt idx="340">
                  <c:v>1407.2929999999999</c:v>
                </c:pt>
                <c:pt idx="341">
                  <c:v>1521.1719999999998</c:v>
                </c:pt>
                <c:pt idx="342">
                  <c:v>1532.3619999999999</c:v>
                </c:pt>
                <c:pt idx="343">
                  <c:v>1333.1839999999986</c:v>
                </c:pt>
                <c:pt idx="344">
                  <c:v>1167.8739999999998</c:v>
                </c:pt>
                <c:pt idx="345">
                  <c:v>1101.7070000000001</c:v>
                </c:pt>
                <c:pt idx="346">
                  <c:v>1089.3419999999999</c:v>
                </c:pt>
                <c:pt idx="347">
                  <c:v>1061.8439999999998</c:v>
                </c:pt>
                <c:pt idx="348">
                  <c:v>1036.8819999999998</c:v>
                </c:pt>
                <c:pt idx="349">
                  <c:v>1005.4599999999994</c:v>
                </c:pt>
                <c:pt idx="350">
                  <c:v>975.10770000000002</c:v>
                </c:pt>
                <c:pt idx="351">
                  <c:v>952.03219999999919</c:v>
                </c:pt>
                <c:pt idx="352">
                  <c:v>971.17690000000005</c:v>
                </c:pt>
                <c:pt idx="353">
                  <c:v>1195.271</c:v>
                </c:pt>
                <c:pt idx="354">
                  <c:v>1576.0250000000001</c:v>
                </c:pt>
                <c:pt idx="355">
                  <c:v>1615.8789999999999</c:v>
                </c:pt>
                <c:pt idx="356">
                  <c:v>1283.586</c:v>
                </c:pt>
                <c:pt idx="357">
                  <c:v>1055.617</c:v>
                </c:pt>
                <c:pt idx="358">
                  <c:v>986.81899999999996</c:v>
                </c:pt>
                <c:pt idx="359">
                  <c:v>946.23569999999938</c:v>
                </c:pt>
                <c:pt idx="360">
                  <c:v>914.95659999999907</c:v>
                </c:pt>
                <c:pt idx="361">
                  <c:v>895.97199999999998</c:v>
                </c:pt>
                <c:pt idx="362">
                  <c:v>881.125</c:v>
                </c:pt>
                <c:pt idx="363">
                  <c:v>873.83219999999892</c:v>
                </c:pt>
                <c:pt idx="364">
                  <c:v>865.41629999999907</c:v>
                </c:pt>
                <c:pt idx="365">
                  <c:v>884.05079999999998</c:v>
                </c:pt>
                <c:pt idx="366">
                  <c:v>958.24239999999998</c:v>
                </c:pt>
                <c:pt idx="367">
                  <c:v>1189.576</c:v>
                </c:pt>
                <c:pt idx="368">
                  <c:v>1460.9490000000001</c:v>
                </c:pt>
                <c:pt idx="369">
                  <c:v>1572.5989999999999</c:v>
                </c:pt>
                <c:pt idx="370">
                  <c:v>1298.5709999999999</c:v>
                </c:pt>
                <c:pt idx="371">
                  <c:v>1031.8579999999999</c:v>
                </c:pt>
                <c:pt idx="372">
                  <c:v>939.02530000000002</c:v>
                </c:pt>
                <c:pt idx="373">
                  <c:v>898.59330000000068</c:v>
                </c:pt>
                <c:pt idx="374">
                  <c:v>844.70749999999998</c:v>
                </c:pt>
                <c:pt idx="375">
                  <c:v>825.68420000000003</c:v>
                </c:pt>
                <c:pt idx="376">
                  <c:v>814.89269999999919</c:v>
                </c:pt>
                <c:pt idx="377">
                  <c:v>807.45399999999938</c:v>
                </c:pt>
                <c:pt idx="378">
                  <c:v>810.1028</c:v>
                </c:pt>
                <c:pt idx="379">
                  <c:v>787.57230000000004</c:v>
                </c:pt>
                <c:pt idx="380">
                  <c:v>764.17400000000055</c:v>
                </c:pt>
                <c:pt idx="381">
                  <c:v>746.72140000000002</c:v>
                </c:pt>
                <c:pt idx="382">
                  <c:v>738.98829999999998</c:v>
                </c:pt>
                <c:pt idx="383">
                  <c:v>738.29880000000094</c:v>
                </c:pt>
                <c:pt idx="384">
                  <c:v>735.04949999999997</c:v>
                </c:pt>
                <c:pt idx="385">
                  <c:v>727.18179999999995</c:v>
                </c:pt>
                <c:pt idx="386">
                  <c:v>720.04880000000003</c:v>
                </c:pt>
                <c:pt idx="387">
                  <c:v>732.2482</c:v>
                </c:pt>
                <c:pt idx="388">
                  <c:v>743.71280000000002</c:v>
                </c:pt>
                <c:pt idx="389">
                  <c:v>954.36019999999905</c:v>
                </c:pt>
                <c:pt idx="390">
                  <c:v>935.46389999999997</c:v>
                </c:pt>
                <c:pt idx="391">
                  <c:v>946.62180000000001</c:v>
                </c:pt>
                <c:pt idx="392">
                  <c:v>979.29669999999999</c:v>
                </c:pt>
                <c:pt idx="393">
                  <c:v>974.69850000000054</c:v>
                </c:pt>
                <c:pt idx="394">
                  <c:v>863.15350000000001</c:v>
                </c:pt>
                <c:pt idx="395">
                  <c:v>750.60490000000004</c:v>
                </c:pt>
                <c:pt idx="396">
                  <c:v>697.66909999999996</c:v>
                </c:pt>
                <c:pt idx="397">
                  <c:v>680.86149999999907</c:v>
                </c:pt>
                <c:pt idx="398">
                  <c:v>665.80279999999948</c:v>
                </c:pt>
                <c:pt idx="399">
                  <c:v>644.09580000000005</c:v>
                </c:pt>
                <c:pt idx="400">
                  <c:v>617.28080000000068</c:v>
                </c:pt>
                <c:pt idx="401">
                  <c:v>598.48429999999996</c:v>
                </c:pt>
                <c:pt idx="402">
                  <c:v>587.44919999999934</c:v>
                </c:pt>
                <c:pt idx="403">
                  <c:v>578.74719999999934</c:v>
                </c:pt>
                <c:pt idx="404">
                  <c:v>566.13019999999949</c:v>
                </c:pt>
                <c:pt idx="405">
                  <c:v>555.2971</c:v>
                </c:pt>
                <c:pt idx="406">
                  <c:v>548.99619999999948</c:v>
                </c:pt>
                <c:pt idx="407">
                  <c:v>548.87829999999997</c:v>
                </c:pt>
                <c:pt idx="408">
                  <c:v>549.07850000000053</c:v>
                </c:pt>
                <c:pt idx="409">
                  <c:v>549.3777</c:v>
                </c:pt>
                <c:pt idx="410">
                  <c:v>560.06289999999933</c:v>
                </c:pt>
                <c:pt idx="411">
                  <c:v>583.61540000000002</c:v>
                </c:pt>
                <c:pt idx="412">
                  <c:v>615.51249999999948</c:v>
                </c:pt>
                <c:pt idx="413">
                  <c:v>651.34759999999915</c:v>
                </c:pt>
                <c:pt idx="414">
                  <c:v>684.38259999999946</c:v>
                </c:pt>
                <c:pt idx="415">
                  <c:v>688.73149999999998</c:v>
                </c:pt>
                <c:pt idx="416">
                  <c:v>660.64869999999996</c:v>
                </c:pt>
                <c:pt idx="417">
                  <c:v>652.81330000000003</c:v>
                </c:pt>
                <c:pt idx="418">
                  <c:v>727.74350000000004</c:v>
                </c:pt>
                <c:pt idx="419">
                  <c:v>871.1925</c:v>
                </c:pt>
                <c:pt idx="420">
                  <c:v>963.79900000000055</c:v>
                </c:pt>
                <c:pt idx="421">
                  <c:v>883.54269999999906</c:v>
                </c:pt>
                <c:pt idx="422">
                  <c:v>730.55149999999946</c:v>
                </c:pt>
                <c:pt idx="423">
                  <c:v>667.50040000000001</c:v>
                </c:pt>
                <c:pt idx="424">
                  <c:v>687.91489999999999</c:v>
                </c:pt>
                <c:pt idx="425">
                  <c:v>734.01709999999946</c:v>
                </c:pt>
                <c:pt idx="426">
                  <c:v>776.21169999999938</c:v>
                </c:pt>
                <c:pt idx="427">
                  <c:v>793.17169999999999</c:v>
                </c:pt>
                <c:pt idx="428">
                  <c:v>781.5829</c:v>
                </c:pt>
                <c:pt idx="429">
                  <c:v>741.76619999999946</c:v>
                </c:pt>
                <c:pt idx="430">
                  <c:v>685.84349999999949</c:v>
                </c:pt>
                <c:pt idx="431">
                  <c:v>638.05159999999921</c:v>
                </c:pt>
                <c:pt idx="432">
                  <c:v>615.32529999999906</c:v>
                </c:pt>
                <c:pt idx="433">
                  <c:v>605.11810000000003</c:v>
                </c:pt>
                <c:pt idx="434">
                  <c:v>593.62540000000001</c:v>
                </c:pt>
                <c:pt idx="435">
                  <c:v>575.57029999999997</c:v>
                </c:pt>
                <c:pt idx="436">
                  <c:v>550.85519999999906</c:v>
                </c:pt>
                <c:pt idx="437">
                  <c:v>527.29139999999995</c:v>
                </c:pt>
                <c:pt idx="438">
                  <c:v>511.75900000000001</c:v>
                </c:pt>
                <c:pt idx="439">
                  <c:v>511.31450000000001</c:v>
                </c:pt>
                <c:pt idx="440">
                  <c:v>517.59050000000002</c:v>
                </c:pt>
                <c:pt idx="441">
                  <c:v>521.01080000000002</c:v>
                </c:pt>
                <c:pt idx="442">
                  <c:v>518.04390000000001</c:v>
                </c:pt>
                <c:pt idx="443">
                  <c:v>507.94639999999936</c:v>
                </c:pt>
                <c:pt idx="444">
                  <c:v>496.53590000000003</c:v>
                </c:pt>
                <c:pt idx="445">
                  <c:v>485.40839999999935</c:v>
                </c:pt>
                <c:pt idx="446">
                  <c:v>474.93449999999967</c:v>
                </c:pt>
                <c:pt idx="447">
                  <c:v>474.16419999999999</c:v>
                </c:pt>
                <c:pt idx="448">
                  <c:v>501.71109999999953</c:v>
                </c:pt>
                <c:pt idx="449">
                  <c:v>513.63390000000004</c:v>
                </c:pt>
                <c:pt idx="450">
                  <c:v>518.34839999999997</c:v>
                </c:pt>
                <c:pt idx="451">
                  <c:v>517.70600000000002</c:v>
                </c:pt>
                <c:pt idx="452">
                  <c:v>513.29629999999997</c:v>
                </c:pt>
                <c:pt idx="453">
                  <c:v>503.12740000000002</c:v>
                </c:pt>
                <c:pt idx="454">
                  <c:v>488.68880000000001</c:v>
                </c:pt>
                <c:pt idx="455">
                  <c:v>483.14270000000033</c:v>
                </c:pt>
                <c:pt idx="456">
                  <c:v>490.4196</c:v>
                </c:pt>
                <c:pt idx="457">
                  <c:v>489.75020000000001</c:v>
                </c:pt>
                <c:pt idx="458">
                  <c:v>484.77329999999961</c:v>
                </c:pt>
                <c:pt idx="459">
                  <c:v>458.76940000000002</c:v>
                </c:pt>
                <c:pt idx="460">
                  <c:v>423.51649999999961</c:v>
                </c:pt>
                <c:pt idx="461">
                  <c:v>418.54739999999993</c:v>
                </c:pt>
                <c:pt idx="462">
                  <c:v>430.90449999999993</c:v>
                </c:pt>
                <c:pt idx="463">
                  <c:v>460.63040000000001</c:v>
                </c:pt>
                <c:pt idx="464">
                  <c:v>653.13789999999949</c:v>
                </c:pt>
                <c:pt idx="465">
                  <c:v>928.19960000000003</c:v>
                </c:pt>
                <c:pt idx="466">
                  <c:v>929.56919999999946</c:v>
                </c:pt>
                <c:pt idx="467">
                  <c:v>893.27239999999995</c:v>
                </c:pt>
                <c:pt idx="468">
                  <c:v>803.05229999999892</c:v>
                </c:pt>
                <c:pt idx="469">
                  <c:v>786.12919999999997</c:v>
                </c:pt>
                <c:pt idx="470">
                  <c:v>1037.5809999999999</c:v>
                </c:pt>
                <c:pt idx="471">
                  <c:v>1734.4280000000001</c:v>
                </c:pt>
                <c:pt idx="472">
                  <c:v>1912.912</c:v>
                </c:pt>
                <c:pt idx="473">
                  <c:v>1327.0239999999999</c:v>
                </c:pt>
                <c:pt idx="474">
                  <c:v>874.96029999999905</c:v>
                </c:pt>
                <c:pt idx="475">
                  <c:v>794.03609999999946</c:v>
                </c:pt>
                <c:pt idx="476">
                  <c:v>744.16139999999996</c:v>
                </c:pt>
                <c:pt idx="477">
                  <c:v>742.46179999999947</c:v>
                </c:pt>
                <c:pt idx="478">
                  <c:v>935.20080000000053</c:v>
                </c:pt>
                <c:pt idx="479">
                  <c:v>1156.6199999999999</c:v>
                </c:pt>
                <c:pt idx="480">
                  <c:v>1439.855</c:v>
                </c:pt>
                <c:pt idx="481">
                  <c:v>2141.7350000000001</c:v>
                </c:pt>
                <c:pt idx="482">
                  <c:v>2330.652</c:v>
                </c:pt>
                <c:pt idx="483">
                  <c:v>1864.009</c:v>
                </c:pt>
                <c:pt idx="484">
                  <c:v>1227.145</c:v>
                </c:pt>
                <c:pt idx="485">
                  <c:v>1060.579</c:v>
                </c:pt>
                <c:pt idx="486">
                  <c:v>1044.721</c:v>
                </c:pt>
                <c:pt idx="487">
                  <c:v>1076.06</c:v>
                </c:pt>
                <c:pt idx="488">
                  <c:v>1396.6619999999998</c:v>
                </c:pt>
                <c:pt idx="489">
                  <c:v>1635.527</c:v>
                </c:pt>
                <c:pt idx="490">
                  <c:v>1407.3050000000001</c:v>
                </c:pt>
                <c:pt idx="491">
                  <c:v>1095.7370000000001</c:v>
                </c:pt>
                <c:pt idx="492">
                  <c:v>1047.298</c:v>
                </c:pt>
                <c:pt idx="493">
                  <c:v>1039.721</c:v>
                </c:pt>
                <c:pt idx="494">
                  <c:v>992.33499999999947</c:v>
                </c:pt>
                <c:pt idx="495">
                  <c:v>992.20669999999996</c:v>
                </c:pt>
                <c:pt idx="496">
                  <c:v>996.9597</c:v>
                </c:pt>
                <c:pt idx="497">
                  <c:v>997.46549999999934</c:v>
                </c:pt>
                <c:pt idx="498">
                  <c:v>985.20719999999949</c:v>
                </c:pt>
                <c:pt idx="499">
                  <c:v>968.3818</c:v>
                </c:pt>
                <c:pt idx="500">
                  <c:v>964.66519999999946</c:v>
                </c:pt>
                <c:pt idx="501">
                  <c:v>970.03699999999947</c:v>
                </c:pt>
                <c:pt idx="502">
                  <c:v>970.41010000000006</c:v>
                </c:pt>
                <c:pt idx="503">
                  <c:v>964.14599999999996</c:v>
                </c:pt>
                <c:pt idx="504">
                  <c:v>961.74770000000001</c:v>
                </c:pt>
                <c:pt idx="505">
                  <c:v>963.6404</c:v>
                </c:pt>
                <c:pt idx="506">
                  <c:v>1008.4469999999992</c:v>
                </c:pt>
                <c:pt idx="507">
                  <c:v>1221.7339999999999</c:v>
                </c:pt>
                <c:pt idx="508">
                  <c:v>1583.559</c:v>
                </c:pt>
                <c:pt idx="509">
                  <c:v>1765.0439999999999</c:v>
                </c:pt>
                <c:pt idx="510">
                  <c:v>1550.3329999999999</c:v>
                </c:pt>
                <c:pt idx="511">
                  <c:v>1371.84</c:v>
                </c:pt>
                <c:pt idx="512">
                  <c:v>1429.7560000000001</c:v>
                </c:pt>
                <c:pt idx="513">
                  <c:v>1449.2850000000001</c:v>
                </c:pt>
                <c:pt idx="514">
                  <c:v>1339.377</c:v>
                </c:pt>
                <c:pt idx="515">
                  <c:v>1272.6309999999999</c:v>
                </c:pt>
                <c:pt idx="516">
                  <c:v>1509.057</c:v>
                </c:pt>
                <c:pt idx="517">
                  <c:v>2148.4910000000027</c:v>
                </c:pt>
                <c:pt idx="518">
                  <c:v>2400.9530000000022</c:v>
                </c:pt>
                <c:pt idx="519">
                  <c:v>1951.509</c:v>
                </c:pt>
                <c:pt idx="520">
                  <c:v>1725.98</c:v>
                </c:pt>
                <c:pt idx="521">
                  <c:v>2123.0650000000001</c:v>
                </c:pt>
                <c:pt idx="522">
                  <c:v>2350.4730000000022</c:v>
                </c:pt>
                <c:pt idx="523">
                  <c:v>1984.1299999999999</c:v>
                </c:pt>
                <c:pt idx="524">
                  <c:v>1606.4380000000001</c:v>
                </c:pt>
                <c:pt idx="525">
                  <c:v>1578.076</c:v>
                </c:pt>
                <c:pt idx="526">
                  <c:v>1516.5309999999999</c:v>
                </c:pt>
                <c:pt idx="527">
                  <c:v>1392.87</c:v>
                </c:pt>
                <c:pt idx="528">
                  <c:v>1384.6709999999998</c:v>
                </c:pt>
                <c:pt idx="529">
                  <c:v>1379.43</c:v>
                </c:pt>
                <c:pt idx="530">
                  <c:v>1348.11</c:v>
                </c:pt>
                <c:pt idx="531">
                  <c:v>1289.952</c:v>
                </c:pt>
                <c:pt idx="532">
                  <c:v>1204.9370000000001</c:v>
                </c:pt>
                <c:pt idx="533">
                  <c:v>1147.6029999999998</c:v>
                </c:pt>
                <c:pt idx="534">
                  <c:v>1112.45</c:v>
                </c:pt>
                <c:pt idx="535">
                  <c:v>1094.077</c:v>
                </c:pt>
                <c:pt idx="536">
                  <c:v>1094.5360000000001</c:v>
                </c:pt>
                <c:pt idx="537">
                  <c:v>1107.3150000000001</c:v>
                </c:pt>
                <c:pt idx="538">
                  <c:v>1114.0170000000001</c:v>
                </c:pt>
                <c:pt idx="539">
                  <c:v>1103.74</c:v>
                </c:pt>
                <c:pt idx="540">
                  <c:v>1056.1739999999998</c:v>
                </c:pt>
                <c:pt idx="541">
                  <c:v>984.7971</c:v>
                </c:pt>
                <c:pt idx="542">
                  <c:v>929.74699999999996</c:v>
                </c:pt>
                <c:pt idx="543">
                  <c:v>917.8931</c:v>
                </c:pt>
                <c:pt idx="544">
                  <c:v>935.31859999999949</c:v>
                </c:pt>
                <c:pt idx="545">
                  <c:v>937.41030000000001</c:v>
                </c:pt>
                <c:pt idx="546">
                  <c:v>938.43989999999997</c:v>
                </c:pt>
                <c:pt idx="547">
                  <c:v>938.95089999999948</c:v>
                </c:pt>
                <c:pt idx="548">
                  <c:v>862.37</c:v>
                </c:pt>
                <c:pt idx="549">
                  <c:v>736.7921</c:v>
                </c:pt>
                <c:pt idx="550">
                  <c:v>660.13630000000001</c:v>
                </c:pt>
                <c:pt idx="551">
                  <c:v>629.40459999999996</c:v>
                </c:pt>
                <c:pt idx="552">
                  <c:v>610.18190000000004</c:v>
                </c:pt>
                <c:pt idx="553">
                  <c:v>596.46429999999907</c:v>
                </c:pt>
                <c:pt idx="554">
                  <c:v>582.22410000000002</c:v>
                </c:pt>
                <c:pt idx="555">
                  <c:v>575.82649999999933</c:v>
                </c:pt>
                <c:pt idx="556">
                  <c:v>589.70219999999949</c:v>
                </c:pt>
                <c:pt idx="557">
                  <c:v>607.9751</c:v>
                </c:pt>
                <c:pt idx="558">
                  <c:v>593.48829999999998</c:v>
                </c:pt>
                <c:pt idx="559">
                  <c:v>549.69799999999998</c:v>
                </c:pt>
                <c:pt idx="560">
                  <c:v>521.73209999999949</c:v>
                </c:pt>
                <c:pt idx="561">
                  <c:v>511.25619999999935</c:v>
                </c:pt>
                <c:pt idx="562">
                  <c:v>491.26499999999999</c:v>
                </c:pt>
                <c:pt idx="563">
                  <c:v>482.31939999999969</c:v>
                </c:pt>
                <c:pt idx="564">
                  <c:v>495.45389999999969</c:v>
                </c:pt>
                <c:pt idx="565">
                  <c:v>499.50229999999999</c:v>
                </c:pt>
                <c:pt idx="566">
                  <c:v>492.24459999999999</c:v>
                </c:pt>
                <c:pt idx="567">
                  <c:v>470.74090000000001</c:v>
                </c:pt>
                <c:pt idx="568">
                  <c:v>446.96929999999969</c:v>
                </c:pt>
                <c:pt idx="569">
                  <c:v>456.82499999999999</c:v>
                </c:pt>
                <c:pt idx="570">
                  <c:v>490.77589999999969</c:v>
                </c:pt>
                <c:pt idx="571">
                  <c:v>501.71429999999964</c:v>
                </c:pt>
                <c:pt idx="572">
                  <c:v>474.37279999999993</c:v>
                </c:pt>
                <c:pt idx="573">
                  <c:v>447.05189999999999</c:v>
                </c:pt>
                <c:pt idx="574">
                  <c:v>435.52509999999961</c:v>
                </c:pt>
                <c:pt idx="575">
                  <c:v>434.94220000000001</c:v>
                </c:pt>
                <c:pt idx="576">
                  <c:v>432.38119999999935</c:v>
                </c:pt>
                <c:pt idx="577">
                  <c:v>421.67970000000008</c:v>
                </c:pt>
                <c:pt idx="578">
                  <c:v>418.82960000000008</c:v>
                </c:pt>
                <c:pt idx="579">
                  <c:v>435.86970000000002</c:v>
                </c:pt>
                <c:pt idx="580">
                  <c:v>463.17770000000002</c:v>
                </c:pt>
                <c:pt idx="581">
                  <c:v>470.00439999999969</c:v>
                </c:pt>
                <c:pt idx="582">
                  <c:v>464.70139999999935</c:v>
                </c:pt>
                <c:pt idx="583">
                  <c:v>464.4220999999996</c:v>
                </c:pt>
                <c:pt idx="584">
                  <c:v>523.54679999999996</c:v>
                </c:pt>
                <c:pt idx="585">
                  <c:v>652.84749999999906</c:v>
                </c:pt>
                <c:pt idx="586">
                  <c:v>742.06979999999999</c:v>
                </c:pt>
                <c:pt idx="587">
                  <c:v>734.60719999999947</c:v>
                </c:pt>
                <c:pt idx="588">
                  <c:v>690.15629999999919</c:v>
                </c:pt>
                <c:pt idx="589">
                  <c:v>642.55899999999997</c:v>
                </c:pt>
                <c:pt idx="590">
                  <c:v>611.50139999999999</c:v>
                </c:pt>
                <c:pt idx="591">
                  <c:v>602.81590000000006</c:v>
                </c:pt>
                <c:pt idx="592">
                  <c:v>610.69060000000002</c:v>
                </c:pt>
                <c:pt idx="593">
                  <c:v>661.64430000000004</c:v>
                </c:pt>
                <c:pt idx="594">
                  <c:v>814.11310000000003</c:v>
                </c:pt>
                <c:pt idx="595">
                  <c:v>966.20440000000053</c:v>
                </c:pt>
                <c:pt idx="596">
                  <c:v>949.923</c:v>
                </c:pt>
                <c:pt idx="597">
                  <c:v>829.86229999999875</c:v>
                </c:pt>
                <c:pt idx="598">
                  <c:v>823.0598</c:v>
                </c:pt>
                <c:pt idx="599">
                  <c:v>912.07270000000005</c:v>
                </c:pt>
                <c:pt idx="600">
                  <c:v>902.29320000000052</c:v>
                </c:pt>
                <c:pt idx="601">
                  <c:v>829.89400000000001</c:v>
                </c:pt>
                <c:pt idx="602">
                  <c:v>773.00149999999996</c:v>
                </c:pt>
                <c:pt idx="603">
                  <c:v>756.23719999999946</c:v>
                </c:pt>
                <c:pt idx="604">
                  <c:v>757.96609999999919</c:v>
                </c:pt>
                <c:pt idx="605">
                  <c:v>740.4239</c:v>
                </c:pt>
                <c:pt idx="606">
                  <c:v>734.69290000000001</c:v>
                </c:pt>
                <c:pt idx="607">
                  <c:v>719.13259999999946</c:v>
                </c:pt>
                <c:pt idx="608">
                  <c:v>700.90679999999998</c:v>
                </c:pt>
                <c:pt idx="609">
                  <c:v>679.57209999999998</c:v>
                </c:pt>
                <c:pt idx="610">
                  <c:v>665.15459999999996</c:v>
                </c:pt>
                <c:pt idx="611">
                  <c:v>651.93779999999947</c:v>
                </c:pt>
                <c:pt idx="612">
                  <c:v>652.0095</c:v>
                </c:pt>
                <c:pt idx="613">
                  <c:v>674.98429999999996</c:v>
                </c:pt>
                <c:pt idx="614">
                  <c:v>692.00709999999947</c:v>
                </c:pt>
                <c:pt idx="615">
                  <c:v>682.41369999999949</c:v>
                </c:pt>
                <c:pt idx="616">
                  <c:v>665.76430000000005</c:v>
                </c:pt>
                <c:pt idx="617">
                  <c:v>663.39480000000003</c:v>
                </c:pt>
                <c:pt idx="618">
                  <c:v>674.71310000000005</c:v>
                </c:pt>
                <c:pt idx="619">
                  <c:v>717.11340000000052</c:v>
                </c:pt>
                <c:pt idx="620">
                  <c:v>820.47170000000051</c:v>
                </c:pt>
                <c:pt idx="621">
                  <c:v>1005.6079999999994</c:v>
                </c:pt>
                <c:pt idx="622">
                  <c:v>1195.336</c:v>
                </c:pt>
                <c:pt idx="623">
                  <c:v>1210.96</c:v>
                </c:pt>
                <c:pt idx="624">
                  <c:v>1067.787</c:v>
                </c:pt>
                <c:pt idx="625">
                  <c:v>929.66330000000005</c:v>
                </c:pt>
                <c:pt idx="626">
                  <c:v>875.63239999999996</c:v>
                </c:pt>
                <c:pt idx="627">
                  <c:v>864.84279999999933</c:v>
                </c:pt>
                <c:pt idx="628">
                  <c:v>839.50159999999948</c:v>
                </c:pt>
                <c:pt idx="629">
                  <c:v>815.60749999999996</c:v>
                </c:pt>
                <c:pt idx="630">
                  <c:v>798.54190000000006</c:v>
                </c:pt>
                <c:pt idx="631">
                  <c:v>792.37719999999933</c:v>
                </c:pt>
                <c:pt idx="632">
                  <c:v>796.18910000000005</c:v>
                </c:pt>
                <c:pt idx="633">
                  <c:v>803.01869999999997</c:v>
                </c:pt>
                <c:pt idx="634">
                  <c:v>782.19420000000002</c:v>
                </c:pt>
                <c:pt idx="635">
                  <c:v>764.35849999999948</c:v>
                </c:pt>
                <c:pt idx="636">
                  <c:v>755.95999999999947</c:v>
                </c:pt>
                <c:pt idx="637">
                  <c:v>744.39949999999999</c:v>
                </c:pt>
                <c:pt idx="638">
                  <c:v>733.73820000000001</c:v>
                </c:pt>
                <c:pt idx="639">
                  <c:v>749.94919999999934</c:v>
                </c:pt>
                <c:pt idx="640">
                  <c:v>845.19169999999997</c:v>
                </c:pt>
                <c:pt idx="641">
                  <c:v>971.07159999999999</c:v>
                </c:pt>
                <c:pt idx="642">
                  <c:v>970.26659999999947</c:v>
                </c:pt>
                <c:pt idx="643">
                  <c:v>870.7056</c:v>
                </c:pt>
                <c:pt idx="644">
                  <c:v>792.79310000000055</c:v>
                </c:pt>
                <c:pt idx="645">
                  <c:v>780.01419999999996</c:v>
                </c:pt>
                <c:pt idx="646">
                  <c:v>774.31889999999999</c:v>
                </c:pt>
                <c:pt idx="647">
                  <c:v>771.3963</c:v>
                </c:pt>
                <c:pt idx="648">
                  <c:v>764.96549999999934</c:v>
                </c:pt>
                <c:pt idx="649">
                  <c:v>752.00749999999948</c:v>
                </c:pt>
                <c:pt idx="650">
                  <c:v>760.65699999999947</c:v>
                </c:pt>
                <c:pt idx="651">
                  <c:v>779.84979999999996</c:v>
                </c:pt>
                <c:pt idx="652">
                  <c:v>786.82380000000001</c:v>
                </c:pt>
                <c:pt idx="653">
                  <c:v>831.82459999999946</c:v>
                </c:pt>
                <c:pt idx="654">
                  <c:v>1271.7919999999999</c:v>
                </c:pt>
                <c:pt idx="655">
                  <c:v>1882.3979999999999</c:v>
                </c:pt>
                <c:pt idx="656">
                  <c:v>1883.4010000000001</c:v>
                </c:pt>
                <c:pt idx="657">
                  <c:v>1424.4490000000001</c:v>
                </c:pt>
                <c:pt idx="658">
                  <c:v>1239.6519999999998</c:v>
                </c:pt>
                <c:pt idx="659">
                  <c:v>1208.472</c:v>
                </c:pt>
                <c:pt idx="660">
                  <c:v>1205.6099999999999</c:v>
                </c:pt>
                <c:pt idx="661">
                  <c:v>1171.0039999999999</c:v>
                </c:pt>
                <c:pt idx="662">
                  <c:v>1114.318</c:v>
                </c:pt>
                <c:pt idx="663">
                  <c:v>1072.665</c:v>
                </c:pt>
                <c:pt idx="664">
                  <c:v>1043.655</c:v>
                </c:pt>
                <c:pt idx="665">
                  <c:v>1023.8150000000001</c:v>
                </c:pt>
                <c:pt idx="666">
                  <c:v>1006.0619999999993</c:v>
                </c:pt>
                <c:pt idx="667">
                  <c:v>986.79600000000005</c:v>
                </c:pt>
                <c:pt idx="668">
                  <c:v>964.62219999999934</c:v>
                </c:pt>
                <c:pt idx="669">
                  <c:v>940.44889999999998</c:v>
                </c:pt>
                <c:pt idx="670">
                  <c:v>915.45569999999907</c:v>
                </c:pt>
                <c:pt idx="671">
                  <c:v>902.05539999999996</c:v>
                </c:pt>
                <c:pt idx="672">
                  <c:v>890.83279999999934</c:v>
                </c:pt>
                <c:pt idx="673">
                  <c:v>880.3636999999992</c:v>
                </c:pt>
                <c:pt idx="674">
                  <c:v>869.13800000000003</c:v>
                </c:pt>
                <c:pt idx="675">
                  <c:v>859.78520000000003</c:v>
                </c:pt>
                <c:pt idx="676">
                  <c:v>851.44769999999914</c:v>
                </c:pt>
                <c:pt idx="677">
                  <c:v>838.72550000000001</c:v>
                </c:pt>
                <c:pt idx="678">
                  <c:v>825.5634</c:v>
                </c:pt>
                <c:pt idx="679">
                  <c:v>813.41089999999997</c:v>
                </c:pt>
                <c:pt idx="680">
                  <c:v>818.74950000000001</c:v>
                </c:pt>
                <c:pt idx="681">
                  <c:v>931.14259999999933</c:v>
                </c:pt>
                <c:pt idx="682">
                  <c:v>952.36349999999948</c:v>
                </c:pt>
                <c:pt idx="683">
                  <c:v>939.33589999999947</c:v>
                </c:pt>
                <c:pt idx="684">
                  <c:v>883.64749999999947</c:v>
                </c:pt>
                <c:pt idx="685">
                  <c:v>847.50419999999997</c:v>
                </c:pt>
                <c:pt idx="686">
                  <c:v>833.20579999999995</c:v>
                </c:pt>
                <c:pt idx="687">
                  <c:v>850.32649999999933</c:v>
                </c:pt>
                <c:pt idx="688">
                  <c:v>871.04269999999906</c:v>
                </c:pt>
                <c:pt idx="689">
                  <c:v>866.36129999999889</c:v>
                </c:pt>
                <c:pt idx="690">
                  <c:v>834.92519999999934</c:v>
                </c:pt>
                <c:pt idx="691">
                  <c:v>841.70590000000004</c:v>
                </c:pt>
                <c:pt idx="692">
                  <c:v>983.50719999999933</c:v>
                </c:pt>
                <c:pt idx="693">
                  <c:v>1646.367</c:v>
                </c:pt>
                <c:pt idx="694">
                  <c:v>2708.6849999999972</c:v>
                </c:pt>
                <c:pt idx="695">
                  <c:v>3009.2079999999987</c:v>
                </c:pt>
                <c:pt idx="696">
                  <c:v>2231.7979999999998</c:v>
                </c:pt>
                <c:pt idx="697">
                  <c:v>1452.9760000000001</c:v>
                </c:pt>
                <c:pt idx="698">
                  <c:v>1251.54</c:v>
                </c:pt>
                <c:pt idx="699">
                  <c:v>1219.847</c:v>
                </c:pt>
                <c:pt idx="700">
                  <c:v>1164.422</c:v>
                </c:pt>
                <c:pt idx="701">
                  <c:v>1129.838</c:v>
                </c:pt>
                <c:pt idx="702">
                  <c:v>1084.4880000000001</c:v>
                </c:pt>
                <c:pt idx="703">
                  <c:v>1040.2719999999999</c:v>
                </c:pt>
                <c:pt idx="704">
                  <c:v>1022.482</c:v>
                </c:pt>
                <c:pt idx="705">
                  <c:v>1000.4619999999992</c:v>
                </c:pt>
                <c:pt idx="706">
                  <c:v>988.19830000000081</c:v>
                </c:pt>
                <c:pt idx="707">
                  <c:v>971.76719999999921</c:v>
                </c:pt>
                <c:pt idx="708">
                  <c:v>948.46259999999882</c:v>
                </c:pt>
                <c:pt idx="709">
                  <c:v>969.80919999999946</c:v>
                </c:pt>
                <c:pt idx="710">
                  <c:v>1388.1119999999999</c:v>
                </c:pt>
                <c:pt idx="711">
                  <c:v>1590.807</c:v>
                </c:pt>
                <c:pt idx="712">
                  <c:v>1477.11</c:v>
                </c:pt>
                <c:pt idx="713">
                  <c:v>1210.0409999999999</c:v>
                </c:pt>
                <c:pt idx="714">
                  <c:v>1096.412</c:v>
                </c:pt>
                <c:pt idx="715">
                  <c:v>1029.5899999999999</c:v>
                </c:pt>
                <c:pt idx="716">
                  <c:v>992.08870000000081</c:v>
                </c:pt>
                <c:pt idx="717">
                  <c:v>990.35049999999933</c:v>
                </c:pt>
                <c:pt idx="718">
                  <c:v>1055.4839999999999</c:v>
                </c:pt>
                <c:pt idx="719">
                  <c:v>1120.941</c:v>
                </c:pt>
                <c:pt idx="720">
                  <c:v>1111.1429999999998</c:v>
                </c:pt>
                <c:pt idx="721">
                  <c:v>1036.5439999999999</c:v>
                </c:pt>
                <c:pt idx="722">
                  <c:v>979.70510000000002</c:v>
                </c:pt>
                <c:pt idx="723">
                  <c:v>947.83799999999906</c:v>
                </c:pt>
                <c:pt idx="724">
                  <c:v>925.33739999999921</c:v>
                </c:pt>
                <c:pt idx="725">
                  <c:v>902.37400000000002</c:v>
                </c:pt>
                <c:pt idx="726">
                  <c:v>876.6096</c:v>
                </c:pt>
                <c:pt idx="727">
                  <c:v>851.7355</c:v>
                </c:pt>
                <c:pt idx="728">
                  <c:v>923.7835000000008</c:v>
                </c:pt>
                <c:pt idx="729">
                  <c:v>1023.75</c:v>
                </c:pt>
                <c:pt idx="730">
                  <c:v>1144.1119999999999</c:v>
                </c:pt>
                <c:pt idx="731">
                  <c:v>1135.3809999999999</c:v>
                </c:pt>
                <c:pt idx="732">
                  <c:v>1346.825</c:v>
                </c:pt>
                <c:pt idx="733">
                  <c:v>1670.105</c:v>
                </c:pt>
                <c:pt idx="734">
                  <c:v>1774.481</c:v>
                </c:pt>
                <c:pt idx="735">
                  <c:v>1769.6889999999999</c:v>
                </c:pt>
                <c:pt idx="736">
                  <c:v>1959.3919999999998</c:v>
                </c:pt>
                <c:pt idx="737">
                  <c:v>2037.771</c:v>
                </c:pt>
                <c:pt idx="738">
                  <c:v>1616.9060000000011</c:v>
                </c:pt>
                <c:pt idx="739">
                  <c:v>1184.646</c:v>
                </c:pt>
                <c:pt idx="740">
                  <c:v>1154.2650000000001</c:v>
                </c:pt>
                <c:pt idx="741">
                  <c:v>1221.1579999999999</c:v>
                </c:pt>
                <c:pt idx="742">
                  <c:v>1267.6029999999998</c:v>
                </c:pt>
                <c:pt idx="743">
                  <c:v>1173.527</c:v>
                </c:pt>
                <c:pt idx="744">
                  <c:v>1464.6529999999998</c:v>
                </c:pt>
                <c:pt idx="745">
                  <c:v>1787.3779999999999</c:v>
                </c:pt>
                <c:pt idx="746">
                  <c:v>1863.944</c:v>
                </c:pt>
                <c:pt idx="747">
                  <c:v>1391.326</c:v>
                </c:pt>
                <c:pt idx="748">
                  <c:v>1096.0809999999999</c:v>
                </c:pt>
                <c:pt idx="749">
                  <c:v>992.20119999999997</c:v>
                </c:pt>
                <c:pt idx="750">
                  <c:v>966.32839999999999</c:v>
                </c:pt>
                <c:pt idx="751">
                  <c:v>1140.7170000000001</c:v>
                </c:pt>
                <c:pt idx="752">
                  <c:v>1952.2170000000001</c:v>
                </c:pt>
                <c:pt idx="753">
                  <c:v>2834.1149999999998</c:v>
                </c:pt>
                <c:pt idx="754">
                  <c:v>2806.4879999999998</c:v>
                </c:pt>
                <c:pt idx="755">
                  <c:v>2760.9879999999998</c:v>
                </c:pt>
                <c:pt idx="756">
                  <c:v>2950.058</c:v>
                </c:pt>
                <c:pt idx="757">
                  <c:v>2835.2859999999987</c:v>
                </c:pt>
                <c:pt idx="758">
                  <c:v>1960.491</c:v>
                </c:pt>
                <c:pt idx="759">
                  <c:v>1416.35</c:v>
                </c:pt>
                <c:pt idx="760">
                  <c:v>1292.742</c:v>
                </c:pt>
                <c:pt idx="761">
                  <c:v>1213.2190000000001</c:v>
                </c:pt>
                <c:pt idx="762">
                  <c:v>1131.328</c:v>
                </c:pt>
                <c:pt idx="763">
                  <c:v>1097.1539999999998</c:v>
                </c:pt>
                <c:pt idx="764">
                  <c:v>1069.0450000000001</c:v>
                </c:pt>
                <c:pt idx="765">
                  <c:v>1047.828</c:v>
                </c:pt>
                <c:pt idx="766">
                  <c:v>1036.97</c:v>
                </c:pt>
                <c:pt idx="767">
                  <c:v>1027.116</c:v>
                </c:pt>
                <c:pt idx="768">
                  <c:v>1012.6420000000001</c:v>
                </c:pt>
                <c:pt idx="769">
                  <c:v>986.12869999999998</c:v>
                </c:pt>
                <c:pt idx="770">
                  <c:v>955.00369999999998</c:v>
                </c:pt>
                <c:pt idx="771">
                  <c:v>925.15629999999919</c:v>
                </c:pt>
                <c:pt idx="772">
                  <c:v>899.79269999999997</c:v>
                </c:pt>
                <c:pt idx="773">
                  <c:v>879.54909999999938</c:v>
                </c:pt>
                <c:pt idx="774">
                  <c:v>862.40940000000001</c:v>
                </c:pt>
                <c:pt idx="775">
                  <c:v>847.27509999999995</c:v>
                </c:pt>
                <c:pt idx="776">
                  <c:v>834.16159999999934</c:v>
                </c:pt>
                <c:pt idx="777">
                  <c:v>825.60850000000005</c:v>
                </c:pt>
                <c:pt idx="778">
                  <c:v>817.65589999999997</c:v>
                </c:pt>
                <c:pt idx="779">
                  <c:v>806.96219999999892</c:v>
                </c:pt>
                <c:pt idx="780">
                  <c:v>791.49719999999934</c:v>
                </c:pt>
                <c:pt idx="781">
                  <c:v>774.14609999999948</c:v>
                </c:pt>
                <c:pt idx="782">
                  <c:v>759.34089999999946</c:v>
                </c:pt>
                <c:pt idx="783">
                  <c:v>748.39930000000004</c:v>
                </c:pt>
                <c:pt idx="784">
                  <c:v>738.69659999999999</c:v>
                </c:pt>
                <c:pt idx="785">
                  <c:v>995.73310000000004</c:v>
                </c:pt>
                <c:pt idx="786">
                  <c:v>1833.29</c:v>
                </c:pt>
                <c:pt idx="787">
                  <c:v>2395.5320000000002</c:v>
                </c:pt>
                <c:pt idx="788">
                  <c:v>2062.6750000000002</c:v>
                </c:pt>
                <c:pt idx="789">
                  <c:v>1596.567</c:v>
                </c:pt>
                <c:pt idx="790">
                  <c:v>1542.778</c:v>
                </c:pt>
                <c:pt idx="791">
                  <c:v>1627.0060000000001</c:v>
                </c:pt>
                <c:pt idx="792">
                  <c:v>2580.0909999999999</c:v>
                </c:pt>
                <c:pt idx="793">
                  <c:v>2909.6239999999998</c:v>
                </c:pt>
                <c:pt idx="794">
                  <c:v>2781.3960000000002</c:v>
                </c:pt>
                <c:pt idx="795">
                  <c:v>2094.9549999999999</c:v>
                </c:pt>
                <c:pt idx="796">
                  <c:v>1600.4660000000001</c:v>
                </c:pt>
                <c:pt idx="797">
                  <c:v>1385.7249999999999</c:v>
                </c:pt>
                <c:pt idx="798">
                  <c:v>1303.0439999999999</c:v>
                </c:pt>
                <c:pt idx="799">
                  <c:v>1198.087</c:v>
                </c:pt>
                <c:pt idx="800">
                  <c:v>1103.2739999999999</c:v>
                </c:pt>
                <c:pt idx="801">
                  <c:v>1051.0350000000001</c:v>
                </c:pt>
                <c:pt idx="802">
                  <c:v>1023.9669999999992</c:v>
                </c:pt>
                <c:pt idx="803">
                  <c:v>1174.5909999999999</c:v>
                </c:pt>
                <c:pt idx="804">
                  <c:v>1131.5609999999999</c:v>
                </c:pt>
                <c:pt idx="805">
                  <c:v>1051.0739999999998</c:v>
                </c:pt>
                <c:pt idx="806">
                  <c:v>974.71980000000053</c:v>
                </c:pt>
                <c:pt idx="807">
                  <c:v>942.20169999999996</c:v>
                </c:pt>
                <c:pt idx="808">
                  <c:v>917.65840000000003</c:v>
                </c:pt>
                <c:pt idx="809">
                  <c:v>902.51819999999998</c:v>
                </c:pt>
                <c:pt idx="810">
                  <c:v>888.12380000000053</c:v>
                </c:pt>
                <c:pt idx="811">
                  <c:v>876.78080000000068</c:v>
                </c:pt>
                <c:pt idx="812">
                  <c:v>866.00289999999939</c:v>
                </c:pt>
                <c:pt idx="813">
                  <c:v>855.32889999999998</c:v>
                </c:pt>
                <c:pt idx="814">
                  <c:v>849.495</c:v>
                </c:pt>
                <c:pt idx="815">
                  <c:v>847.65369999999996</c:v>
                </c:pt>
                <c:pt idx="816">
                  <c:v>847.31119999999919</c:v>
                </c:pt>
                <c:pt idx="817">
                  <c:v>838.8039</c:v>
                </c:pt>
                <c:pt idx="818">
                  <c:v>827.94179999999949</c:v>
                </c:pt>
                <c:pt idx="819">
                  <c:v>885.36329999999907</c:v>
                </c:pt>
                <c:pt idx="820">
                  <c:v>1070.4970000000001</c:v>
                </c:pt>
                <c:pt idx="821">
                  <c:v>1298.6439999999998</c:v>
                </c:pt>
                <c:pt idx="822">
                  <c:v>1238.136</c:v>
                </c:pt>
                <c:pt idx="823">
                  <c:v>990.2930000000008</c:v>
                </c:pt>
                <c:pt idx="824">
                  <c:v>864.15949999999998</c:v>
                </c:pt>
                <c:pt idx="825">
                  <c:v>827.23329999999999</c:v>
                </c:pt>
                <c:pt idx="826">
                  <c:v>779.18219999999997</c:v>
                </c:pt>
                <c:pt idx="827">
                  <c:v>759.71529999999996</c:v>
                </c:pt>
                <c:pt idx="828">
                  <c:v>742.27890000000082</c:v>
                </c:pt>
                <c:pt idx="829">
                  <c:v>886.43759999999907</c:v>
                </c:pt>
                <c:pt idx="830">
                  <c:v>1054.3839999999998</c:v>
                </c:pt>
                <c:pt idx="831">
                  <c:v>1224.54</c:v>
                </c:pt>
                <c:pt idx="832">
                  <c:v>1130.385</c:v>
                </c:pt>
                <c:pt idx="833">
                  <c:v>920.83169999999905</c:v>
                </c:pt>
                <c:pt idx="834">
                  <c:v>858.69169999999997</c:v>
                </c:pt>
                <c:pt idx="835">
                  <c:v>845.9991</c:v>
                </c:pt>
                <c:pt idx="836">
                  <c:v>791.91309999999999</c:v>
                </c:pt>
                <c:pt idx="837">
                  <c:v>743.20010000000002</c:v>
                </c:pt>
                <c:pt idx="838">
                  <c:v>707.79240000000004</c:v>
                </c:pt>
                <c:pt idx="839">
                  <c:v>688.57440000000054</c:v>
                </c:pt>
                <c:pt idx="840">
                  <c:v>685.88630000000001</c:v>
                </c:pt>
                <c:pt idx="841">
                  <c:v>685.50149999999996</c:v>
                </c:pt>
                <c:pt idx="842">
                  <c:v>685.24459999999999</c:v>
                </c:pt>
                <c:pt idx="843">
                  <c:v>685.40249999999946</c:v>
                </c:pt>
                <c:pt idx="844">
                  <c:v>673.14559999999949</c:v>
                </c:pt>
                <c:pt idx="845">
                  <c:v>652.93719999999905</c:v>
                </c:pt>
                <c:pt idx="846">
                  <c:v>637.36049999999921</c:v>
                </c:pt>
                <c:pt idx="847">
                  <c:v>636.30409999999949</c:v>
                </c:pt>
                <c:pt idx="848">
                  <c:v>646.83179999999948</c:v>
                </c:pt>
                <c:pt idx="849">
                  <c:v>833.79880000000094</c:v>
                </c:pt>
                <c:pt idx="850">
                  <c:v>1116.9880000000001</c:v>
                </c:pt>
                <c:pt idx="851">
                  <c:v>1367.722</c:v>
                </c:pt>
                <c:pt idx="852">
                  <c:v>1226.3709999999999</c:v>
                </c:pt>
                <c:pt idx="853">
                  <c:v>969.53609999999946</c:v>
                </c:pt>
                <c:pt idx="854">
                  <c:v>925.54639999999949</c:v>
                </c:pt>
                <c:pt idx="855">
                  <c:v>948.99159999999949</c:v>
                </c:pt>
                <c:pt idx="856">
                  <c:v>892.40759999999921</c:v>
                </c:pt>
                <c:pt idx="857">
                  <c:v>818.80169999999919</c:v>
                </c:pt>
                <c:pt idx="858">
                  <c:v>783.80779999999947</c:v>
                </c:pt>
                <c:pt idx="859">
                  <c:v>770.54059999999947</c:v>
                </c:pt>
                <c:pt idx="860">
                  <c:v>760.46689999999921</c:v>
                </c:pt>
                <c:pt idx="861">
                  <c:v>757.76419999999996</c:v>
                </c:pt>
                <c:pt idx="862">
                  <c:v>754.08420000000001</c:v>
                </c:pt>
                <c:pt idx="863">
                  <c:v>776.77329999999995</c:v>
                </c:pt>
                <c:pt idx="864">
                  <c:v>846.64519999999948</c:v>
                </c:pt>
                <c:pt idx="865">
                  <c:v>917.08109999999999</c:v>
                </c:pt>
                <c:pt idx="866">
                  <c:v>932.92849999999999</c:v>
                </c:pt>
                <c:pt idx="867">
                  <c:v>912.81989999999996</c:v>
                </c:pt>
                <c:pt idx="868">
                  <c:v>929.17020000000002</c:v>
                </c:pt>
                <c:pt idx="869">
                  <c:v>963.39340000000004</c:v>
                </c:pt>
                <c:pt idx="870">
                  <c:v>974.73709999999949</c:v>
                </c:pt>
                <c:pt idx="871">
                  <c:v>964.96529999999905</c:v>
                </c:pt>
                <c:pt idx="872">
                  <c:v>980.7522999999992</c:v>
                </c:pt>
                <c:pt idx="873">
                  <c:v>1020.425</c:v>
                </c:pt>
                <c:pt idx="874">
                  <c:v>1031.501</c:v>
                </c:pt>
                <c:pt idx="875">
                  <c:v>1009.415</c:v>
                </c:pt>
                <c:pt idx="876">
                  <c:v>968.13430000000005</c:v>
                </c:pt>
                <c:pt idx="877">
                  <c:v>949.51459999999997</c:v>
                </c:pt>
                <c:pt idx="878">
                  <c:v>944.48239999999998</c:v>
                </c:pt>
                <c:pt idx="879">
                  <c:v>960.10940000000005</c:v>
                </c:pt>
                <c:pt idx="880">
                  <c:v>981.86679999999933</c:v>
                </c:pt>
                <c:pt idx="881">
                  <c:v>998.92269999999905</c:v>
                </c:pt>
                <c:pt idx="882">
                  <c:v>1022.109</c:v>
                </c:pt>
                <c:pt idx="883">
                  <c:v>1023.8509999999992</c:v>
                </c:pt>
                <c:pt idx="884">
                  <c:v>958.28860000000054</c:v>
                </c:pt>
                <c:pt idx="885">
                  <c:v>888.46659999999906</c:v>
                </c:pt>
                <c:pt idx="886">
                  <c:v>826.76509999999996</c:v>
                </c:pt>
                <c:pt idx="887">
                  <c:v>784.21640000000002</c:v>
                </c:pt>
                <c:pt idx="888">
                  <c:v>757.4406999999992</c:v>
                </c:pt>
                <c:pt idx="889">
                  <c:v>746.50619999999947</c:v>
                </c:pt>
                <c:pt idx="890">
                  <c:v>734.89859999999999</c:v>
                </c:pt>
                <c:pt idx="891">
                  <c:v>719.72260000000006</c:v>
                </c:pt>
                <c:pt idx="892">
                  <c:v>690.64109999999948</c:v>
                </c:pt>
                <c:pt idx="893">
                  <c:v>669.08109999999999</c:v>
                </c:pt>
                <c:pt idx="894">
                  <c:v>658.68190000000004</c:v>
                </c:pt>
                <c:pt idx="895">
                  <c:v>630.11249999999939</c:v>
                </c:pt>
                <c:pt idx="896">
                  <c:v>594.23050000000001</c:v>
                </c:pt>
                <c:pt idx="897">
                  <c:v>566.41629999999907</c:v>
                </c:pt>
                <c:pt idx="898">
                  <c:v>539.52819999999997</c:v>
                </c:pt>
                <c:pt idx="899">
                  <c:v>501.33909999999969</c:v>
                </c:pt>
                <c:pt idx="900">
                  <c:v>471.21449999999999</c:v>
                </c:pt>
                <c:pt idx="901">
                  <c:v>456.78960000000001</c:v>
                </c:pt>
                <c:pt idx="902">
                  <c:v>443.91430000000003</c:v>
                </c:pt>
                <c:pt idx="903">
                  <c:v>434.12369999999999</c:v>
                </c:pt>
                <c:pt idx="904">
                  <c:v>427.78609999999935</c:v>
                </c:pt>
                <c:pt idx="905">
                  <c:v>420.41129999999936</c:v>
                </c:pt>
                <c:pt idx="906">
                  <c:v>405.48200000000003</c:v>
                </c:pt>
                <c:pt idx="907">
                  <c:v>394.32319999999953</c:v>
                </c:pt>
                <c:pt idx="908">
                  <c:v>393.62259999999969</c:v>
                </c:pt>
                <c:pt idx="909">
                  <c:v>405.9768999999996</c:v>
                </c:pt>
                <c:pt idx="910">
                  <c:v>407.48319999999939</c:v>
                </c:pt>
                <c:pt idx="911">
                  <c:v>394.91980000000001</c:v>
                </c:pt>
                <c:pt idx="912">
                  <c:v>392.11840000000001</c:v>
                </c:pt>
                <c:pt idx="913">
                  <c:v>369.86599999999999</c:v>
                </c:pt>
                <c:pt idx="914">
                  <c:v>331.5224</c:v>
                </c:pt>
                <c:pt idx="915">
                  <c:v>306.44139999999953</c:v>
                </c:pt>
                <c:pt idx="916">
                  <c:v>299.01639999999935</c:v>
                </c:pt>
                <c:pt idx="917">
                  <c:v>289.4649</c:v>
                </c:pt>
                <c:pt idx="918">
                  <c:v>296.09339999999935</c:v>
                </c:pt>
                <c:pt idx="919">
                  <c:v>300.85730000000001</c:v>
                </c:pt>
                <c:pt idx="920">
                  <c:v>299.88580000000002</c:v>
                </c:pt>
                <c:pt idx="921">
                  <c:v>307.95699999999954</c:v>
                </c:pt>
                <c:pt idx="922">
                  <c:v>312.65400000000034</c:v>
                </c:pt>
                <c:pt idx="923">
                  <c:v>323.11759999999964</c:v>
                </c:pt>
                <c:pt idx="924">
                  <c:v>318.72189999999961</c:v>
                </c:pt>
                <c:pt idx="925">
                  <c:v>316.78399999999954</c:v>
                </c:pt>
                <c:pt idx="926">
                  <c:v>304.0659</c:v>
                </c:pt>
                <c:pt idx="927">
                  <c:v>291.1979</c:v>
                </c:pt>
                <c:pt idx="928">
                  <c:v>282.82409999999999</c:v>
                </c:pt>
                <c:pt idx="929">
                  <c:v>277.78859999999935</c:v>
                </c:pt>
                <c:pt idx="930">
                  <c:v>274.70749999999964</c:v>
                </c:pt>
                <c:pt idx="931">
                  <c:v>269.12090000000001</c:v>
                </c:pt>
                <c:pt idx="932">
                  <c:v>269.18470000000002</c:v>
                </c:pt>
                <c:pt idx="933">
                  <c:v>273.39449999999999</c:v>
                </c:pt>
                <c:pt idx="934">
                  <c:v>279.71899999999954</c:v>
                </c:pt>
                <c:pt idx="935">
                  <c:v>279.06290000000001</c:v>
                </c:pt>
                <c:pt idx="936">
                  <c:v>265.41339999999946</c:v>
                </c:pt>
                <c:pt idx="937">
                  <c:v>264.69639999999936</c:v>
                </c:pt>
                <c:pt idx="938">
                  <c:v>278.4700999999996</c:v>
                </c:pt>
                <c:pt idx="939">
                  <c:v>349.80930000000001</c:v>
                </c:pt>
                <c:pt idx="940">
                  <c:v>750.14369999999997</c:v>
                </c:pt>
                <c:pt idx="941">
                  <c:v>1529.2739999999999</c:v>
                </c:pt>
                <c:pt idx="942">
                  <c:v>1768.3739999999998</c:v>
                </c:pt>
                <c:pt idx="943">
                  <c:v>1210.739</c:v>
                </c:pt>
                <c:pt idx="944">
                  <c:v>867.3079999999992</c:v>
                </c:pt>
                <c:pt idx="945">
                  <c:v>882.05309999999997</c:v>
                </c:pt>
                <c:pt idx="946">
                  <c:v>871.78910000000053</c:v>
                </c:pt>
                <c:pt idx="947">
                  <c:v>889.57929999999999</c:v>
                </c:pt>
                <c:pt idx="948">
                  <c:v>962.67680000000053</c:v>
                </c:pt>
                <c:pt idx="949">
                  <c:v>988.65340000000003</c:v>
                </c:pt>
                <c:pt idx="950">
                  <c:v>941.95119999999906</c:v>
                </c:pt>
                <c:pt idx="951">
                  <c:v>852.93549999999948</c:v>
                </c:pt>
                <c:pt idx="952">
                  <c:v>783.16699999999946</c:v>
                </c:pt>
                <c:pt idx="953">
                  <c:v>744.13919999999996</c:v>
                </c:pt>
                <c:pt idx="954">
                  <c:v>719.45119999999906</c:v>
                </c:pt>
                <c:pt idx="955">
                  <c:v>721.01759999999933</c:v>
                </c:pt>
                <c:pt idx="956">
                  <c:v>738.44659999999919</c:v>
                </c:pt>
                <c:pt idx="957">
                  <c:v>735.22170000000051</c:v>
                </c:pt>
                <c:pt idx="958">
                  <c:v>718.90289999999948</c:v>
                </c:pt>
                <c:pt idx="959">
                  <c:v>707.75619999999947</c:v>
                </c:pt>
                <c:pt idx="960">
                  <c:v>722.26609999999948</c:v>
                </c:pt>
                <c:pt idx="961">
                  <c:v>752.71960000000001</c:v>
                </c:pt>
                <c:pt idx="962">
                  <c:v>797.54739999999947</c:v>
                </c:pt>
                <c:pt idx="963">
                  <c:v>845.7522999999992</c:v>
                </c:pt>
                <c:pt idx="964">
                  <c:v>880.82139999999947</c:v>
                </c:pt>
                <c:pt idx="965">
                  <c:v>905.07420000000002</c:v>
                </c:pt>
                <c:pt idx="966">
                  <c:v>895.59280000000001</c:v>
                </c:pt>
                <c:pt idx="967">
                  <c:v>867.2278</c:v>
                </c:pt>
                <c:pt idx="968">
                  <c:v>847.56729999999902</c:v>
                </c:pt>
                <c:pt idx="969">
                  <c:v>843.61599999999999</c:v>
                </c:pt>
                <c:pt idx="970">
                  <c:v>834.16890000000001</c:v>
                </c:pt>
                <c:pt idx="971">
                  <c:v>809.13580000000002</c:v>
                </c:pt>
                <c:pt idx="972">
                  <c:v>818.09</c:v>
                </c:pt>
                <c:pt idx="973">
                  <c:v>888.2930000000008</c:v>
                </c:pt>
                <c:pt idx="974">
                  <c:v>944.84499999999946</c:v>
                </c:pt>
                <c:pt idx="975">
                  <c:v>927.5068</c:v>
                </c:pt>
                <c:pt idx="976">
                  <c:v>895.5394</c:v>
                </c:pt>
                <c:pt idx="977">
                  <c:v>890.50519999999949</c:v>
                </c:pt>
                <c:pt idx="978">
                  <c:v>956.02619999999933</c:v>
                </c:pt>
                <c:pt idx="979">
                  <c:v>1122.5339999999999</c:v>
                </c:pt>
                <c:pt idx="980">
                  <c:v>1179.81</c:v>
                </c:pt>
                <c:pt idx="981">
                  <c:v>1036.3589999999999</c:v>
                </c:pt>
                <c:pt idx="982">
                  <c:v>917.04179999999997</c:v>
                </c:pt>
                <c:pt idx="983">
                  <c:v>859.95779999999934</c:v>
                </c:pt>
                <c:pt idx="984">
                  <c:v>811.81419999999946</c:v>
                </c:pt>
                <c:pt idx="985">
                  <c:v>783.13259999999946</c:v>
                </c:pt>
                <c:pt idx="986">
                  <c:v>762.06229999999903</c:v>
                </c:pt>
                <c:pt idx="987">
                  <c:v>745.70850000000053</c:v>
                </c:pt>
                <c:pt idx="988">
                  <c:v>730.64</c:v>
                </c:pt>
                <c:pt idx="989">
                  <c:v>778.46219999999892</c:v>
                </c:pt>
                <c:pt idx="990">
                  <c:v>951.50119999999947</c:v>
                </c:pt>
                <c:pt idx="991">
                  <c:v>1073.9960000000001</c:v>
                </c:pt>
                <c:pt idx="992">
                  <c:v>1106.039</c:v>
                </c:pt>
                <c:pt idx="993">
                  <c:v>1162.6969999999999</c:v>
                </c:pt>
                <c:pt idx="994">
                  <c:v>1154.5539999999999</c:v>
                </c:pt>
                <c:pt idx="995">
                  <c:v>1141.1809999999998</c:v>
                </c:pt>
                <c:pt idx="996">
                  <c:v>1180.22</c:v>
                </c:pt>
                <c:pt idx="997">
                  <c:v>1313.6189999999999</c:v>
                </c:pt>
                <c:pt idx="998">
                  <c:v>1569.585</c:v>
                </c:pt>
                <c:pt idx="999">
                  <c:v>1718.56</c:v>
                </c:pt>
                <c:pt idx="1000">
                  <c:v>1584.413</c:v>
                </c:pt>
                <c:pt idx="1001">
                  <c:v>1433.9549999999999</c:v>
                </c:pt>
                <c:pt idx="1002">
                  <c:v>1417.0729999999999</c:v>
                </c:pt>
                <c:pt idx="1003">
                  <c:v>1458.2560000000001</c:v>
                </c:pt>
                <c:pt idx="1004">
                  <c:v>1529.886</c:v>
                </c:pt>
                <c:pt idx="1005">
                  <c:v>1627.357</c:v>
                </c:pt>
                <c:pt idx="1006">
                  <c:v>1771.2570000000001</c:v>
                </c:pt>
                <c:pt idx="1007">
                  <c:v>2012.8150000000001</c:v>
                </c:pt>
                <c:pt idx="1008">
                  <c:v>2212.8270000000002</c:v>
                </c:pt>
                <c:pt idx="1009">
                  <c:v>2179.8069999999998</c:v>
                </c:pt>
                <c:pt idx="1010">
                  <c:v>1960.4070000000011</c:v>
                </c:pt>
                <c:pt idx="1011">
                  <c:v>1837.519</c:v>
                </c:pt>
                <c:pt idx="1012">
                  <c:v>1749.8689999999999</c:v>
                </c:pt>
                <c:pt idx="1013">
                  <c:v>1659.0529999999999</c:v>
                </c:pt>
                <c:pt idx="1014">
                  <c:v>1571.1919999999998</c:v>
                </c:pt>
                <c:pt idx="1015">
                  <c:v>1483.4860000000001</c:v>
                </c:pt>
                <c:pt idx="1016">
                  <c:v>1413.3109999999999</c:v>
                </c:pt>
                <c:pt idx="1017">
                  <c:v>1360.9260000000011</c:v>
                </c:pt>
                <c:pt idx="1018">
                  <c:v>1301.7619999999999</c:v>
                </c:pt>
                <c:pt idx="1019">
                  <c:v>1220.9449999999999</c:v>
                </c:pt>
                <c:pt idx="1020">
                  <c:v>1145.0319999999999</c:v>
                </c:pt>
                <c:pt idx="1021">
                  <c:v>1086.3829999999998</c:v>
                </c:pt>
                <c:pt idx="1022">
                  <c:v>1062.155</c:v>
                </c:pt>
                <c:pt idx="1023">
                  <c:v>1023.9829999999994</c:v>
                </c:pt>
                <c:pt idx="1024">
                  <c:v>986.32189999999946</c:v>
                </c:pt>
                <c:pt idx="1025">
                  <c:v>953.40840000000003</c:v>
                </c:pt>
                <c:pt idx="1026">
                  <c:v>926.29520000000002</c:v>
                </c:pt>
                <c:pt idx="1027">
                  <c:v>903.70619999999997</c:v>
                </c:pt>
                <c:pt idx="1028">
                  <c:v>893.16840000000002</c:v>
                </c:pt>
                <c:pt idx="1029">
                  <c:v>889.36099999999919</c:v>
                </c:pt>
                <c:pt idx="1030">
                  <c:v>895.57669999999996</c:v>
                </c:pt>
                <c:pt idx="1031">
                  <c:v>905.48880000000054</c:v>
                </c:pt>
                <c:pt idx="1032">
                  <c:v>924.23659999999938</c:v>
                </c:pt>
                <c:pt idx="1033">
                  <c:v>939.8251999999992</c:v>
                </c:pt>
                <c:pt idx="1034">
                  <c:v>935.99789999999996</c:v>
                </c:pt>
                <c:pt idx="1035">
                  <c:v>920.09609999999998</c:v>
                </c:pt>
                <c:pt idx="1036">
                  <c:v>901.09640000000002</c:v>
                </c:pt>
                <c:pt idx="1037">
                  <c:v>884.05840000000001</c:v>
                </c:pt>
                <c:pt idx="1038">
                  <c:v>872.57500000000005</c:v>
                </c:pt>
                <c:pt idx="1039">
                  <c:v>862.40530000000001</c:v>
                </c:pt>
                <c:pt idx="1040">
                  <c:v>850.8156999999992</c:v>
                </c:pt>
                <c:pt idx="1041">
                  <c:v>833.53719999999919</c:v>
                </c:pt>
                <c:pt idx="1042">
                  <c:v>819.46699999999919</c:v>
                </c:pt>
                <c:pt idx="1043">
                  <c:v>807.02609999999947</c:v>
                </c:pt>
                <c:pt idx="1044">
                  <c:v>796.52030000000002</c:v>
                </c:pt>
                <c:pt idx="1045">
                  <c:v>804.75570000000005</c:v>
                </c:pt>
                <c:pt idx="1046">
                  <c:v>795.57809999999995</c:v>
                </c:pt>
                <c:pt idx="1047">
                  <c:v>796.41559999999947</c:v>
                </c:pt>
                <c:pt idx="1048">
                  <c:v>833.23519999999996</c:v>
                </c:pt>
                <c:pt idx="1049">
                  <c:v>1011.7730000000008</c:v>
                </c:pt>
                <c:pt idx="1050">
                  <c:v>1206.2139999999999</c:v>
                </c:pt>
                <c:pt idx="1051">
                  <c:v>1636.277</c:v>
                </c:pt>
                <c:pt idx="1052">
                  <c:v>1818.4760000000001</c:v>
                </c:pt>
                <c:pt idx="1053">
                  <c:v>1597.0929999999998</c:v>
                </c:pt>
                <c:pt idx="1054">
                  <c:v>1273.9590000000001</c:v>
                </c:pt>
                <c:pt idx="1055">
                  <c:v>1077.904</c:v>
                </c:pt>
                <c:pt idx="1056">
                  <c:v>982.38109999999949</c:v>
                </c:pt>
                <c:pt idx="1057">
                  <c:v>929.48860000000002</c:v>
                </c:pt>
                <c:pt idx="1058">
                  <c:v>1062.479</c:v>
                </c:pt>
                <c:pt idx="1059">
                  <c:v>1563.8050000000001</c:v>
                </c:pt>
                <c:pt idx="1060">
                  <c:v>2111.4229999999998</c:v>
                </c:pt>
                <c:pt idx="1061">
                  <c:v>2954.0630000000001</c:v>
                </c:pt>
                <c:pt idx="1062">
                  <c:v>3522.9300000000012</c:v>
                </c:pt>
                <c:pt idx="1063">
                  <c:v>3937.8720000000012</c:v>
                </c:pt>
                <c:pt idx="1064">
                  <c:v>3660.8730000000028</c:v>
                </c:pt>
                <c:pt idx="1065">
                  <c:v>3255.0390000000002</c:v>
                </c:pt>
                <c:pt idx="1066">
                  <c:v>3023.7710000000002</c:v>
                </c:pt>
                <c:pt idx="1067">
                  <c:v>2367.701</c:v>
                </c:pt>
                <c:pt idx="1068">
                  <c:v>2008.6769999999999</c:v>
                </c:pt>
                <c:pt idx="1069">
                  <c:v>1673.1009999999999</c:v>
                </c:pt>
                <c:pt idx="1070">
                  <c:v>1471.9449999999999</c:v>
                </c:pt>
                <c:pt idx="1071">
                  <c:v>2234.4650000000001</c:v>
                </c:pt>
                <c:pt idx="1072">
                  <c:v>3741.4079999999999</c:v>
                </c:pt>
                <c:pt idx="1073">
                  <c:v>4252.2640000000001</c:v>
                </c:pt>
                <c:pt idx="1074">
                  <c:v>4620.3789999999999</c:v>
                </c:pt>
                <c:pt idx="1075">
                  <c:v>5789.4570000000003</c:v>
                </c:pt>
                <c:pt idx="1076">
                  <c:v>5847.7690000000002</c:v>
                </c:pt>
                <c:pt idx="1077">
                  <c:v>4301.4769999999999</c:v>
                </c:pt>
                <c:pt idx="1078">
                  <c:v>3100.7839999999997</c:v>
                </c:pt>
                <c:pt idx="1079">
                  <c:v>2628.4090000000001</c:v>
                </c:pt>
                <c:pt idx="1080">
                  <c:v>2635.3380000000002</c:v>
                </c:pt>
                <c:pt idx="1081">
                  <c:v>3230.904</c:v>
                </c:pt>
                <c:pt idx="1082">
                  <c:v>3311.5279999999998</c:v>
                </c:pt>
                <c:pt idx="1083">
                  <c:v>3482.0189999999998</c:v>
                </c:pt>
                <c:pt idx="1084">
                  <c:v>3073.0639999999999</c:v>
                </c:pt>
                <c:pt idx="1085">
                  <c:v>2415.4490000000001</c:v>
                </c:pt>
                <c:pt idx="1086">
                  <c:v>1818.106</c:v>
                </c:pt>
                <c:pt idx="1087">
                  <c:v>1544.3609999999999</c:v>
                </c:pt>
                <c:pt idx="1088">
                  <c:v>1447.252</c:v>
                </c:pt>
                <c:pt idx="1089">
                  <c:v>1376.2280000000001</c:v>
                </c:pt>
                <c:pt idx="1090">
                  <c:v>1314.258</c:v>
                </c:pt>
                <c:pt idx="1091">
                  <c:v>1271.739</c:v>
                </c:pt>
                <c:pt idx="1092">
                  <c:v>1228.1489999999999</c:v>
                </c:pt>
                <c:pt idx="1093">
                  <c:v>1191.921</c:v>
                </c:pt>
                <c:pt idx="1094">
                  <c:v>1164.1019999999999</c:v>
                </c:pt>
                <c:pt idx="1095">
                  <c:v>1142.5650000000001</c:v>
                </c:pt>
                <c:pt idx="1096">
                  <c:v>1122.771</c:v>
                </c:pt>
                <c:pt idx="1097">
                  <c:v>1103.4560000000001</c:v>
                </c:pt>
                <c:pt idx="1098">
                  <c:v>1084.02</c:v>
                </c:pt>
                <c:pt idx="1099">
                  <c:v>1064.222</c:v>
                </c:pt>
                <c:pt idx="1100">
                  <c:v>1045.82</c:v>
                </c:pt>
                <c:pt idx="1101">
                  <c:v>1029.57</c:v>
                </c:pt>
                <c:pt idx="1102">
                  <c:v>1047.106</c:v>
                </c:pt>
                <c:pt idx="1103">
                  <c:v>1792.1019999999999</c:v>
                </c:pt>
                <c:pt idx="1104">
                  <c:v>3878.1559999999999</c:v>
                </c:pt>
                <c:pt idx="1105">
                  <c:v>6507.2930000000006</c:v>
                </c:pt>
                <c:pt idx="1106">
                  <c:v>7619.1040000000003</c:v>
                </c:pt>
                <c:pt idx="1107">
                  <c:v>6440.3339999999998</c:v>
                </c:pt>
                <c:pt idx="1108">
                  <c:v>4771.8220000000056</c:v>
                </c:pt>
                <c:pt idx="1109">
                  <c:v>5310.7760000000007</c:v>
                </c:pt>
                <c:pt idx="1110">
                  <c:v>6637.6770000000006</c:v>
                </c:pt>
                <c:pt idx="1111">
                  <c:v>5671.91</c:v>
                </c:pt>
                <c:pt idx="1112">
                  <c:v>3974.7459999999987</c:v>
                </c:pt>
                <c:pt idx="1113">
                  <c:v>3905.0729999999999</c:v>
                </c:pt>
                <c:pt idx="1114">
                  <c:v>4132.9270000000006</c:v>
                </c:pt>
                <c:pt idx="1115">
                  <c:v>3582.8110000000029</c:v>
                </c:pt>
                <c:pt idx="1116">
                  <c:v>2964.3510000000028</c:v>
                </c:pt>
                <c:pt idx="1117">
                  <c:v>2421.5459999999998</c:v>
                </c:pt>
                <c:pt idx="1118">
                  <c:v>2056.6679999999997</c:v>
                </c:pt>
                <c:pt idx="1119">
                  <c:v>1922.5909999999999</c:v>
                </c:pt>
                <c:pt idx="1120">
                  <c:v>1871.8050000000001</c:v>
                </c:pt>
                <c:pt idx="1121">
                  <c:v>1781.99</c:v>
                </c:pt>
                <c:pt idx="1122">
                  <c:v>1650.4560000000001</c:v>
                </c:pt>
                <c:pt idx="1123">
                  <c:v>1535.49</c:v>
                </c:pt>
                <c:pt idx="1124">
                  <c:v>1461.98</c:v>
                </c:pt>
                <c:pt idx="1125">
                  <c:v>1398.998</c:v>
                </c:pt>
                <c:pt idx="1126">
                  <c:v>1335.992</c:v>
                </c:pt>
                <c:pt idx="1127">
                  <c:v>1283.261</c:v>
                </c:pt>
                <c:pt idx="1128">
                  <c:v>1247.9829999999999</c:v>
                </c:pt>
                <c:pt idx="1129">
                  <c:v>1211.8819999999998</c:v>
                </c:pt>
                <c:pt idx="1130">
                  <c:v>1185.316</c:v>
                </c:pt>
                <c:pt idx="1131">
                  <c:v>1159.8609999999999</c:v>
                </c:pt>
                <c:pt idx="1132">
                  <c:v>1136.9100000000001</c:v>
                </c:pt>
                <c:pt idx="1133">
                  <c:v>1115.989</c:v>
                </c:pt>
                <c:pt idx="1134">
                  <c:v>1096.2619999999999</c:v>
                </c:pt>
                <c:pt idx="1135">
                  <c:v>1079.431</c:v>
                </c:pt>
                <c:pt idx="1136">
                  <c:v>1063.8869999999999</c:v>
                </c:pt>
                <c:pt idx="1137">
                  <c:v>1049.502</c:v>
                </c:pt>
                <c:pt idx="1138">
                  <c:v>1036.5919999999999</c:v>
                </c:pt>
                <c:pt idx="1139">
                  <c:v>1019.665</c:v>
                </c:pt>
                <c:pt idx="1140">
                  <c:v>997.51019999999949</c:v>
                </c:pt>
                <c:pt idx="1141">
                  <c:v>971.07460000000003</c:v>
                </c:pt>
                <c:pt idx="1142">
                  <c:v>951.61149999999998</c:v>
                </c:pt>
                <c:pt idx="1143">
                  <c:v>932.28689999999995</c:v>
                </c:pt>
                <c:pt idx="1144">
                  <c:v>915.03380000000004</c:v>
                </c:pt>
                <c:pt idx="1145">
                  <c:v>911.97199999999998</c:v>
                </c:pt>
                <c:pt idx="1146">
                  <c:v>929.72280000000001</c:v>
                </c:pt>
                <c:pt idx="1147">
                  <c:v>954.20390000000054</c:v>
                </c:pt>
                <c:pt idx="1148">
                  <c:v>1028.479</c:v>
                </c:pt>
                <c:pt idx="1149">
                  <c:v>1094.941</c:v>
                </c:pt>
                <c:pt idx="1150">
                  <c:v>1098.239</c:v>
                </c:pt>
                <c:pt idx="1151">
                  <c:v>1123.9280000000001</c:v>
                </c:pt>
                <c:pt idx="1152">
                  <c:v>1059.232</c:v>
                </c:pt>
                <c:pt idx="1153">
                  <c:v>1001.87</c:v>
                </c:pt>
                <c:pt idx="1154">
                  <c:v>955.72670000000005</c:v>
                </c:pt>
                <c:pt idx="1155">
                  <c:v>913.03159999999946</c:v>
                </c:pt>
                <c:pt idx="1156">
                  <c:v>877.3550999999992</c:v>
                </c:pt>
                <c:pt idx="1157">
                  <c:v>854.05699999999933</c:v>
                </c:pt>
                <c:pt idx="1158">
                  <c:v>837.47709999999938</c:v>
                </c:pt>
                <c:pt idx="1159">
                  <c:v>836.44949999999949</c:v>
                </c:pt>
                <c:pt idx="1160">
                  <c:v>854.73860000000002</c:v>
                </c:pt>
                <c:pt idx="1161">
                  <c:v>914.87969999999996</c:v>
                </c:pt>
                <c:pt idx="1162">
                  <c:v>990.22630000000004</c:v>
                </c:pt>
                <c:pt idx="1163">
                  <c:v>1032.0899999999999</c:v>
                </c:pt>
                <c:pt idx="1164">
                  <c:v>1037.508</c:v>
                </c:pt>
                <c:pt idx="1165">
                  <c:v>1027.53</c:v>
                </c:pt>
                <c:pt idx="1166">
                  <c:v>1353.85</c:v>
                </c:pt>
                <c:pt idx="1167">
                  <c:v>1438.489</c:v>
                </c:pt>
                <c:pt idx="1168">
                  <c:v>1423.1229999999998</c:v>
                </c:pt>
                <c:pt idx="1169">
                  <c:v>1240.452</c:v>
                </c:pt>
                <c:pt idx="1170">
                  <c:v>1088.932</c:v>
                </c:pt>
                <c:pt idx="1171">
                  <c:v>1007.4</c:v>
                </c:pt>
                <c:pt idx="1172">
                  <c:v>996.28779999999995</c:v>
                </c:pt>
                <c:pt idx="1173">
                  <c:v>1001.934</c:v>
                </c:pt>
                <c:pt idx="1174">
                  <c:v>1121.4010000000001</c:v>
                </c:pt>
                <c:pt idx="1175">
                  <c:v>1357.3439999999998</c:v>
                </c:pt>
                <c:pt idx="1176">
                  <c:v>1593.367</c:v>
                </c:pt>
                <c:pt idx="1177">
                  <c:v>1604.6409999999998</c:v>
                </c:pt>
                <c:pt idx="1178">
                  <c:v>1521.22</c:v>
                </c:pt>
                <c:pt idx="1179">
                  <c:v>1627.5339999999999</c:v>
                </c:pt>
                <c:pt idx="1180">
                  <c:v>1775.8869999999999</c:v>
                </c:pt>
                <c:pt idx="1181">
                  <c:v>1650.1279999999999</c:v>
                </c:pt>
                <c:pt idx="1182">
                  <c:v>1481.876</c:v>
                </c:pt>
                <c:pt idx="1183">
                  <c:v>1394.9949999999999</c:v>
                </c:pt>
                <c:pt idx="1184">
                  <c:v>1273.575</c:v>
                </c:pt>
                <c:pt idx="1185">
                  <c:v>1164.8409999999999</c:v>
                </c:pt>
                <c:pt idx="1186">
                  <c:v>1131.5629999999999</c:v>
                </c:pt>
                <c:pt idx="1187">
                  <c:v>1099.0029999999999</c:v>
                </c:pt>
                <c:pt idx="1188">
                  <c:v>1052.8599999999999</c:v>
                </c:pt>
                <c:pt idx="1189">
                  <c:v>1025.6759999999999</c:v>
                </c:pt>
                <c:pt idx="1190">
                  <c:v>1025.3499999999999</c:v>
                </c:pt>
                <c:pt idx="1191">
                  <c:v>1026.2180000000001</c:v>
                </c:pt>
                <c:pt idx="1192">
                  <c:v>1009.0549999999994</c:v>
                </c:pt>
                <c:pt idx="1193">
                  <c:v>1017.734</c:v>
                </c:pt>
                <c:pt idx="1194">
                  <c:v>999.06769999999892</c:v>
                </c:pt>
                <c:pt idx="1195">
                  <c:v>939.37709999999947</c:v>
                </c:pt>
                <c:pt idx="1196">
                  <c:v>891.29190000000051</c:v>
                </c:pt>
                <c:pt idx="1197">
                  <c:v>861.45919999999933</c:v>
                </c:pt>
                <c:pt idx="1198">
                  <c:v>856.88390000000004</c:v>
                </c:pt>
                <c:pt idx="1199">
                  <c:v>870.69380000000081</c:v>
                </c:pt>
                <c:pt idx="1200">
                  <c:v>895.15890000000002</c:v>
                </c:pt>
                <c:pt idx="1201">
                  <c:v>921.01070000000004</c:v>
                </c:pt>
                <c:pt idx="1202">
                  <c:v>928.04409999999996</c:v>
                </c:pt>
                <c:pt idx="1203">
                  <c:v>903.91840000000002</c:v>
                </c:pt>
                <c:pt idx="1204">
                  <c:v>943.09469999999999</c:v>
                </c:pt>
                <c:pt idx="1205">
                  <c:v>1340.1869999999999</c:v>
                </c:pt>
                <c:pt idx="1206">
                  <c:v>2020.722</c:v>
                </c:pt>
                <c:pt idx="1207">
                  <c:v>2210.8940000000002</c:v>
                </c:pt>
                <c:pt idx="1208">
                  <c:v>1662.6519999999998</c:v>
                </c:pt>
                <c:pt idx="1209">
                  <c:v>1250.8729999999998</c:v>
                </c:pt>
                <c:pt idx="1210">
                  <c:v>1197.2950000000001</c:v>
                </c:pt>
                <c:pt idx="1211">
                  <c:v>1119.086</c:v>
                </c:pt>
                <c:pt idx="1212">
                  <c:v>1070.548</c:v>
                </c:pt>
                <c:pt idx="1213">
                  <c:v>1127.1989999999998</c:v>
                </c:pt>
                <c:pt idx="1214">
                  <c:v>1229.431</c:v>
                </c:pt>
                <c:pt idx="1215">
                  <c:v>1376.788</c:v>
                </c:pt>
                <c:pt idx="1216">
                  <c:v>1540.5519999999999</c:v>
                </c:pt>
                <c:pt idx="1217">
                  <c:v>1514.829</c:v>
                </c:pt>
                <c:pt idx="1218">
                  <c:v>1367.7909999999999</c:v>
                </c:pt>
                <c:pt idx="1219">
                  <c:v>1282.979</c:v>
                </c:pt>
                <c:pt idx="1220">
                  <c:v>1301.395</c:v>
                </c:pt>
                <c:pt idx="1221">
                  <c:v>1345.2349999999999</c:v>
                </c:pt>
                <c:pt idx="1222">
                  <c:v>1387.232</c:v>
                </c:pt>
                <c:pt idx="1223">
                  <c:v>1394.539</c:v>
                </c:pt>
                <c:pt idx="1224">
                  <c:v>1397.5239999999999</c:v>
                </c:pt>
                <c:pt idx="1225">
                  <c:v>1497.49</c:v>
                </c:pt>
                <c:pt idx="1226">
                  <c:v>1723.971</c:v>
                </c:pt>
                <c:pt idx="1227">
                  <c:v>1965.9939999999999</c:v>
                </c:pt>
                <c:pt idx="1228">
                  <c:v>2140.6849999999972</c:v>
                </c:pt>
                <c:pt idx="1229">
                  <c:v>2374.0189999999998</c:v>
                </c:pt>
                <c:pt idx="1230">
                  <c:v>2589.5219999999999</c:v>
                </c:pt>
                <c:pt idx="1231">
                  <c:v>2590.2719999999999</c:v>
                </c:pt>
                <c:pt idx="1232">
                  <c:v>2484.9209999999998</c:v>
                </c:pt>
                <c:pt idx="1233">
                  <c:v>2348.7330000000002</c:v>
                </c:pt>
                <c:pt idx="1234">
                  <c:v>2105.8969999999999</c:v>
                </c:pt>
                <c:pt idx="1235">
                  <c:v>1917.5439999999999</c:v>
                </c:pt>
                <c:pt idx="1236">
                  <c:v>1909.1469999999999</c:v>
                </c:pt>
                <c:pt idx="1237">
                  <c:v>1848.567</c:v>
                </c:pt>
                <c:pt idx="1238">
                  <c:v>1687.2060000000001</c:v>
                </c:pt>
                <c:pt idx="1239">
                  <c:v>1548.367</c:v>
                </c:pt>
                <c:pt idx="1240">
                  <c:v>1502.6589999999999</c:v>
                </c:pt>
                <c:pt idx="1241">
                  <c:v>1531.4050000000011</c:v>
                </c:pt>
                <c:pt idx="1242">
                  <c:v>1573.47</c:v>
                </c:pt>
                <c:pt idx="1243">
                  <c:v>1604.098</c:v>
                </c:pt>
                <c:pt idx="1244">
                  <c:v>1577.8989999999999</c:v>
                </c:pt>
                <c:pt idx="1245">
                  <c:v>1495.3779999999999</c:v>
                </c:pt>
                <c:pt idx="1246">
                  <c:v>1423.9549999999999</c:v>
                </c:pt>
                <c:pt idx="1247">
                  <c:v>1363.4960000000001</c:v>
                </c:pt>
                <c:pt idx="1248">
                  <c:v>1267.8339999999998</c:v>
                </c:pt>
                <c:pt idx="1249">
                  <c:v>1158.953</c:v>
                </c:pt>
                <c:pt idx="1250">
                  <c:v>1138.97</c:v>
                </c:pt>
                <c:pt idx="1251">
                  <c:v>1226.6709999999998</c:v>
                </c:pt>
                <c:pt idx="1252">
                  <c:v>1434.769</c:v>
                </c:pt>
                <c:pt idx="1253">
                  <c:v>1596.981</c:v>
                </c:pt>
                <c:pt idx="1254">
                  <c:v>1635.6419999999998</c:v>
                </c:pt>
                <c:pt idx="1255">
                  <c:v>1511.84</c:v>
                </c:pt>
                <c:pt idx="1256">
                  <c:v>1347.5639999999999</c:v>
                </c:pt>
                <c:pt idx="1257">
                  <c:v>1276.6959999999999</c:v>
                </c:pt>
                <c:pt idx="1258">
                  <c:v>1254.73</c:v>
                </c:pt>
                <c:pt idx="1259">
                  <c:v>1242.1989999999998</c:v>
                </c:pt>
                <c:pt idx="1260">
                  <c:v>1268.7729999999999</c:v>
                </c:pt>
                <c:pt idx="1261">
                  <c:v>1303.527</c:v>
                </c:pt>
                <c:pt idx="1262">
                  <c:v>1320.077</c:v>
                </c:pt>
                <c:pt idx="1263">
                  <c:v>1309.0429999999999</c:v>
                </c:pt>
                <c:pt idx="1264">
                  <c:v>1314.4050000000011</c:v>
                </c:pt>
                <c:pt idx="1265">
                  <c:v>1343.3029999999999</c:v>
                </c:pt>
                <c:pt idx="1266">
                  <c:v>1312.7139999999999</c:v>
                </c:pt>
                <c:pt idx="1267">
                  <c:v>1230.1109999999999</c:v>
                </c:pt>
                <c:pt idx="1268">
                  <c:v>1175.71</c:v>
                </c:pt>
                <c:pt idx="1269">
                  <c:v>1134.3879999999999</c:v>
                </c:pt>
                <c:pt idx="1270">
                  <c:v>1079.058</c:v>
                </c:pt>
                <c:pt idx="1271">
                  <c:v>1040.1679999999999</c:v>
                </c:pt>
                <c:pt idx="1272">
                  <c:v>1020.848</c:v>
                </c:pt>
                <c:pt idx="1273">
                  <c:v>1021.1559999999994</c:v>
                </c:pt>
                <c:pt idx="1274">
                  <c:v>1024.971</c:v>
                </c:pt>
                <c:pt idx="1275">
                  <c:v>980.64869999999996</c:v>
                </c:pt>
                <c:pt idx="1276">
                  <c:v>905.95119999999906</c:v>
                </c:pt>
                <c:pt idx="1277">
                  <c:v>881.31769999999892</c:v>
                </c:pt>
                <c:pt idx="1278">
                  <c:v>956.13729999999907</c:v>
                </c:pt>
                <c:pt idx="1279">
                  <c:v>1036.9780000000001</c:v>
                </c:pt>
                <c:pt idx="1280">
                  <c:v>950.31099999999947</c:v>
                </c:pt>
                <c:pt idx="1281">
                  <c:v>761.08050000000003</c:v>
                </c:pt>
                <c:pt idx="1282">
                  <c:v>627.68450000000053</c:v>
                </c:pt>
                <c:pt idx="1283">
                  <c:v>551.49599999999998</c:v>
                </c:pt>
                <c:pt idx="1284">
                  <c:v>511.22189999999961</c:v>
                </c:pt>
                <c:pt idx="1285">
                  <c:v>501.77659999999935</c:v>
                </c:pt>
                <c:pt idx="1286">
                  <c:v>496.36430000000001</c:v>
                </c:pt>
                <c:pt idx="1287">
                  <c:v>476.19889999999964</c:v>
                </c:pt>
                <c:pt idx="1288">
                  <c:v>465.52960000000002</c:v>
                </c:pt>
                <c:pt idx="1289">
                  <c:v>463.7354999999996</c:v>
                </c:pt>
                <c:pt idx="1290">
                  <c:v>454.11829999999969</c:v>
                </c:pt>
                <c:pt idx="1291">
                  <c:v>442.22989999999999</c:v>
                </c:pt>
                <c:pt idx="1292">
                  <c:v>427.8107</c:v>
                </c:pt>
                <c:pt idx="1293">
                  <c:v>425.03139999999939</c:v>
                </c:pt>
                <c:pt idx="1294">
                  <c:v>402.31900000000002</c:v>
                </c:pt>
                <c:pt idx="1295">
                  <c:v>393.59669999999954</c:v>
                </c:pt>
                <c:pt idx="1296">
                  <c:v>383.93769999999961</c:v>
                </c:pt>
                <c:pt idx="1297">
                  <c:v>372.56819999999954</c:v>
                </c:pt>
                <c:pt idx="1298">
                  <c:v>371.73439999999954</c:v>
                </c:pt>
                <c:pt idx="1299">
                  <c:v>382.12509999999969</c:v>
                </c:pt>
                <c:pt idx="1300">
                  <c:v>378.7054</c:v>
                </c:pt>
                <c:pt idx="1301">
                  <c:v>379.70319999999936</c:v>
                </c:pt>
                <c:pt idx="1302">
                  <c:v>369.74799999999999</c:v>
                </c:pt>
                <c:pt idx="1303">
                  <c:v>368.70929999999993</c:v>
                </c:pt>
                <c:pt idx="1304">
                  <c:v>360.2808</c:v>
                </c:pt>
                <c:pt idx="1305">
                  <c:v>356.24310000000003</c:v>
                </c:pt>
                <c:pt idx="1306">
                  <c:v>366.19479999999999</c:v>
                </c:pt>
                <c:pt idx="1307">
                  <c:v>362.27889999999968</c:v>
                </c:pt>
                <c:pt idx="1308">
                  <c:v>357.67540000000002</c:v>
                </c:pt>
                <c:pt idx="1309">
                  <c:v>367.51159999999953</c:v>
                </c:pt>
                <c:pt idx="1310">
                  <c:v>396.99709999999953</c:v>
                </c:pt>
                <c:pt idx="1311">
                  <c:v>399.97059999999954</c:v>
                </c:pt>
                <c:pt idx="1312">
                  <c:v>390.73379999999935</c:v>
                </c:pt>
                <c:pt idx="1313">
                  <c:v>383.17609999999968</c:v>
                </c:pt>
                <c:pt idx="1314">
                  <c:v>384.06420000000008</c:v>
                </c:pt>
                <c:pt idx="1315">
                  <c:v>393.03309999999954</c:v>
                </c:pt>
                <c:pt idx="1316">
                  <c:v>392.20890000000003</c:v>
                </c:pt>
                <c:pt idx="1317">
                  <c:v>381.69849999999968</c:v>
                </c:pt>
                <c:pt idx="1318">
                  <c:v>374.27619999999939</c:v>
                </c:pt>
                <c:pt idx="1319">
                  <c:v>375.13109999999961</c:v>
                </c:pt>
                <c:pt idx="1320">
                  <c:v>382.47329999999954</c:v>
                </c:pt>
                <c:pt idx="1321">
                  <c:v>385.01929999999999</c:v>
                </c:pt>
                <c:pt idx="1322">
                  <c:v>385.46329999999961</c:v>
                </c:pt>
                <c:pt idx="1323">
                  <c:v>379.91649999999947</c:v>
                </c:pt>
                <c:pt idx="1324">
                  <c:v>376.70269999999999</c:v>
                </c:pt>
                <c:pt idx="1325">
                  <c:v>375.58829999999961</c:v>
                </c:pt>
                <c:pt idx="1326">
                  <c:v>386.57889999999969</c:v>
                </c:pt>
                <c:pt idx="1327">
                  <c:v>402.61709999999999</c:v>
                </c:pt>
                <c:pt idx="1328">
                  <c:v>406.44959999999969</c:v>
                </c:pt>
                <c:pt idx="1329">
                  <c:v>405.71009999999961</c:v>
                </c:pt>
                <c:pt idx="1330">
                  <c:v>398.46509999999961</c:v>
                </c:pt>
                <c:pt idx="1331">
                  <c:v>390.29419999999953</c:v>
                </c:pt>
                <c:pt idx="1332">
                  <c:v>384.8152</c:v>
                </c:pt>
                <c:pt idx="1333">
                  <c:v>392.90309999999954</c:v>
                </c:pt>
                <c:pt idx="1334">
                  <c:v>405.137</c:v>
                </c:pt>
                <c:pt idx="1335">
                  <c:v>403.97659999999939</c:v>
                </c:pt>
                <c:pt idx="1336">
                  <c:v>402.59229999999968</c:v>
                </c:pt>
                <c:pt idx="1337">
                  <c:v>392.72969999999964</c:v>
                </c:pt>
                <c:pt idx="1338">
                  <c:v>371.4452</c:v>
                </c:pt>
                <c:pt idx="1339">
                  <c:v>358.49979999999954</c:v>
                </c:pt>
                <c:pt idx="1340">
                  <c:v>375.40179999999935</c:v>
                </c:pt>
                <c:pt idx="1341">
                  <c:v>400.71249999999969</c:v>
                </c:pt>
                <c:pt idx="1342">
                  <c:v>407.93079999999935</c:v>
                </c:pt>
                <c:pt idx="1343">
                  <c:v>408.62189999999993</c:v>
                </c:pt>
                <c:pt idx="1344">
                  <c:v>416.47159999999946</c:v>
                </c:pt>
                <c:pt idx="1345">
                  <c:v>428.98200000000003</c:v>
                </c:pt>
                <c:pt idx="1346">
                  <c:v>428.06139999999954</c:v>
                </c:pt>
                <c:pt idx="1347">
                  <c:v>417.09089999999969</c:v>
                </c:pt>
                <c:pt idx="1348">
                  <c:v>407.98239999999947</c:v>
                </c:pt>
                <c:pt idx="1349">
                  <c:v>415.91999999999967</c:v>
                </c:pt>
                <c:pt idx="1350">
                  <c:v>423.31740000000002</c:v>
                </c:pt>
                <c:pt idx="1351">
                  <c:v>414.80239999999969</c:v>
                </c:pt>
                <c:pt idx="1352">
                  <c:v>414.78819999999939</c:v>
                </c:pt>
                <c:pt idx="1353">
                  <c:v>421.73709999999954</c:v>
                </c:pt>
                <c:pt idx="1354">
                  <c:v>428.11970000000002</c:v>
                </c:pt>
                <c:pt idx="1355">
                  <c:v>427.06229999999999</c:v>
                </c:pt>
                <c:pt idx="1356">
                  <c:v>424.83819999999935</c:v>
                </c:pt>
                <c:pt idx="1357">
                  <c:v>421.06209999999999</c:v>
                </c:pt>
                <c:pt idx="1358">
                  <c:v>409.99549999999954</c:v>
                </c:pt>
                <c:pt idx="1359">
                  <c:v>403.02910000000003</c:v>
                </c:pt>
                <c:pt idx="1360">
                  <c:v>399.0043</c:v>
                </c:pt>
                <c:pt idx="1361">
                  <c:v>417.89729999999969</c:v>
                </c:pt>
                <c:pt idx="1362">
                  <c:v>524.99980000000005</c:v>
                </c:pt>
                <c:pt idx="1363">
                  <c:v>949.31609999999921</c:v>
                </c:pt>
                <c:pt idx="1364">
                  <c:v>1561.3679999999999</c:v>
                </c:pt>
                <c:pt idx="1365">
                  <c:v>1734.9250000000011</c:v>
                </c:pt>
                <c:pt idx="1366">
                  <c:v>1778.0519999999999</c:v>
                </c:pt>
                <c:pt idx="1367">
                  <c:v>1845.0229999999999</c:v>
                </c:pt>
                <c:pt idx="1368">
                  <c:v>1757.3339999999998</c:v>
                </c:pt>
                <c:pt idx="1369">
                  <c:v>1400.106</c:v>
                </c:pt>
                <c:pt idx="1370">
                  <c:v>1311.0039999999999</c:v>
                </c:pt>
                <c:pt idx="1371">
                  <c:v>1331.1309999999999</c:v>
                </c:pt>
                <c:pt idx="1372">
                  <c:v>1382.498</c:v>
                </c:pt>
                <c:pt idx="1373">
                  <c:v>1325.5170000000001</c:v>
                </c:pt>
                <c:pt idx="1374">
                  <c:v>1243.327</c:v>
                </c:pt>
                <c:pt idx="1375">
                  <c:v>1183.8709999999999</c:v>
                </c:pt>
                <c:pt idx="1376">
                  <c:v>1215.6119999999999</c:v>
                </c:pt>
                <c:pt idx="1377">
                  <c:v>1295.6289999999999</c:v>
                </c:pt>
                <c:pt idx="1378">
                  <c:v>1385.421</c:v>
                </c:pt>
                <c:pt idx="1379">
                  <c:v>1990.9180000000001</c:v>
                </c:pt>
                <c:pt idx="1380">
                  <c:v>2208.0140000000001</c:v>
                </c:pt>
                <c:pt idx="1381">
                  <c:v>3133.88</c:v>
                </c:pt>
                <c:pt idx="1382">
                  <c:v>3938.625</c:v>
                </c:pt>
                <c:pt idx="1383">
                  <c:v>4027.9120000000012</c:v>
                </c:pt>
                <c:pt idx="1384">
                  <c:v>3321.279</c:v>
                </c:pt>
                <c:pt idx="1385">
                  <c:v>2205.1309999999999</c:v>
                </c:pt>
                <c:pt idx="1386">
                  <c:v>1751.8529999999998</c:v>
                </c:pt>
                <c:pt idx="1387">
                  <c:v>1742.9050000000011</c:v>
                </c:pt>
                <c:pt idx="1388">
                  <c:v>1790.5239999999999</c:v>
                </c:pt>
                <c:pt idx="1389">
                  <c:v>1795.6479999999999</c:v>
                </c:pt>
                <c:pt idx="1390">
                  <c:v>2324.1839999999997</c:v>
                </c:pt>
                <c:pt idx="1391">
                  <c:v>2752.0309999999999</c:v>
                </c:pt>
                <c:pt idx="1392">
                  <c:v>2779.924</c:v>
                </c:pt>
                <c:pt idx="1393">
                  <c:v>2320.5309999999999</c:v>
                </c:pt>
                <c:pt idx="1394">
                  <c:v>1975.4080000000001</c:v>
                </c:pt>
                <c:pt idx="1395">
                  <c:v>1943.261</c:v>
                </c:pt>
                <c:pt idx="1396">
                  <c:v>1946.953</c:v>
                </c:pt>
                <c:pt idx="1397">
                  <c:v>1782.075</c:v>
                </c:pt>
                <c:pt idx="1398">
                  <c:v>2050.9290000000001</c:v>
                </c:pt>
                <c:pt idx="1399">
                  <c:v>1951.6579999999999</c:v>
                </c:pt>
                <c:pt idx="1400">
                  <c:v>1902.115</c:v>
                </c:pt>
                <c:pt idx="1401">
                  <c:v>1697.326</c:v>
                </c:pt>
                <c:pt idx="1402">
                  <c:v>1577.9770000000001</c:v>
                </c:pt>
                <c:pt idx="1403">
                  <c:v>1483.355</c:v>
                </c:pt>
                <c:pt idx="1404">
                  <c:v>1389.116</c:v>
                </c:pt>
                <c:pt idx="1405">
                  <c:v>1310.2909999999999</c:v>
                </c:pt>
                <c:pt idx="1406">
                  <c:v>1248.9670000000001</c:v>
                </c:pt>
                <c:pt idx="1407">
                  <c:v>1199.2360000000001</c:v>
                </c:pt>
                <c:pt idx="1408">
                  <c:v>1157.857</c:v>
                </c:pt>
                <c:pt idx="1409">
                  <c:v>1125.797</c:v>
                </c:pt>
                <c:pt idx="1410">
                  <c:v>1105.4349999999999</c:v>
                </c:pt>
                <c:pt idx="1411">
                  <c:v>1083.1909999999998</c:v>
                </c:pt>
                <c:pt idx="1412">
                  <c:v>1060.8429999999998</c:v>
                </c:pt>
                <c:pt idx="1413">
                  <c:v>1041.3869999999999</c:v>
                </c:pt>
                <c:pt idx="1414">
                  <c:v>1025.21</c:v>
                </c:pt>
                <c:pt idx="1415">
                  <c:v>1004.7230000000005</c:v>
                </c:pt>
                <c:pt idx="1416">
                  <c:v>986.56590000000006</c:v>
                </c:pt>
                <c:pt idx="1417">
                  <c:v>972.62270000000001</c:v>
                </c:pt>
                <c:pt idx="1418">
                  <c:v>961.84469999999919</c:v>
                </c:pt>
                <c:pt idx="1419">
                  <c:v>943.62649999999996</c:v>
                </c:pt>
                <c:pt idx="1420">
                  <c:v>931.22450000000003</c:v>
                </c:pt>
                <c:pt idx="1421">
                  <c:v>915.31519999999921</c:v>
                </c:pt>
                <c:pt idx="1422">
                  <c:v>902.69179999999994</c:v>
                </c:pt>
                <c:pt idx="1423">
                  <c:v>888.82999999999947</c:v>
                </c:pt>
                <c:pt idx="1424">
                  <c:v>876.31919999999946</c:v>
                </c:pt>
                <c:pt idx="1425">
                  <c:v>863.23829999999998</c:v>
                </c:pt>
                <c:pt idx="1426">
                  <c:v>853.87909999999999</c:v>
                </c:pt>
                <c:pt idx="1427">
                  <c:v>846.13119999999947</c:v>
                </c:pt>
                <c:pt idx="1428">
                  <c:v>838.71569999999997</c:v>
                </c:pt>
                <c:pt idx="1429">
                  <c:v>834.48340000000053</c:v>
                </c:pt>
                <c:pt idx="1430">
                  <c:v>829.75450000000001</c:v>
                </c:pt>
                <c:pt idx="1431">
                  <c:v>817.80919999999946</c:v>
                </c:pt>
                <c:pt idx="1432">
                  <c:v>807.15189999999996</c:v>
                </c:pt>
                <c:pt idx="1433">
                  <c:v>800.93619999999919</c:v>
                </c:pt>
                <c:pt idx="1434">
                  <c:v>800.13879999999995</c:v>
                </c:pt>
                <c:pt idx="1435">
                  <c:v>806.92939999999999</c:v>
                </c:pt>
                <c:pt idx="1436">
                  <c:v>824.62</c:v>
                </c:pt>
                <c:pt idx="1437">
                  <c:v>827.99559999999997</c:v>
                </c:pt>
                <c:pt idx="1438">
                  <c:v>814.19640000000004</c:v>
                </c:pt>
                <c:pt idx="1439">
                  <c:v>795.16869999999949</c:v>
                </c:pt>
                <c:pt idx="1440">
                  <c:v>781.69140000000004</c:v>
                </c:pt>
                <c:pt idx="1441">
                  <c:v>771.15119999999933</c:v>
                </c:pt>
                <c:pt idx="1442">
                  <c:v>762.52679999999998</c:v>
                </c:pt>
                <c:pt idx="1443">
                  <c:v>753.32489999999996</c:v>
                </c:pt>
                <c:pt idx="1444">
                  <c:v>744.8777</c:v>
                </c:pt>
                <c:pt idx="1445">
                  <c:v>736.35969999999907</c:v>
                </c:pt>
                <c:pt idx="1446">
                  <c:v>729.20309999999995</c:v>
                </c:pt>
                <c:pt idx="1447">
                  <c:v>722.22559999999999</c:v>
                </c:pt>
                <c:pt idx="1448">
                  <c:v>714.84289999999919</c:v>
                </c:pt>
                <c:pt idx="1449">
                  <c:v>707.66919999999948</c:v>
                </c:pt>
                <c:pt idx="1450">
                  <c:v>702.15209999999934</c:v>
                </c:pt>
                <c:pt idx="1451">
                  <c:v>693.68450000000053</c:v>
                </c:pt>
                <c:pt idx="1452">
                  <c:v>681.93919999999946</c:v>
                </c:pt>
                <c:pt idx="1453">
                  <c:v>674.14800000000002</c:v>
                </c:pt>
                <c:pt idx="1454">
                  <c:v>674.36300000000006</c:v>
                </c:pt>
                <c:pt idx="1455">
                  <c:v>695.06679999999949</c:v>
                </c:pt>
                <c:pt idx="1456">
                  <c:v>718.86229999999875</c:v>
                </c:pt>
                <c:pt idx="1457">
                  <c:v>786.88249999999948</c:v>
                </c:pt>
                <c:pt idx="1458">
                  <c:v>846.58390000000054</c:v>
                </c:pt>
                <c:pt idx="1459">
                  <c:v>866.98239999999998</c:v>
                </c:pt>
                <c:pt idx="1460">
                  <c:v>826.80470000000003</c:v>
                </c:pt>
                <c:pt idx="1461">
                  <c:v>806.63749999999948</c:v>
                </c:pt>
                <c:pt idx="1462">
                  <c:v>1001.172</c:v>
                </c:pt>
                <c:pt idx="1463">
                  <c:v>1648.3609999999999</c:v>
                </c:pt>
                <c:pt idx="1464">
                  <c:v>2152.7279999999987</c:v>
                </c:pt>
                <c:pt idx="1465">
                  <c:v>1923.1959999999999</c:v>
                </c:pt>
                <c:pt idx="1466">
                  <c:v>1732.271</c:v>
                </c:pt>
                <c:pt idx="1467">
                  <c:v>1847.1759999999999</c:v>
                </c:pt>
                <c:pt idx="1468">
                  <c:v>1732.8729999999998</c:v>
                </c:pt>
                <c:pt idx="1469">
                  <c:v>1467.865</c:v>
                </c:pt>
                <c:pt idx="1470">
                  <c:v>1283.3219999999999</c:v>
                </c:pt>
                <c:pt idx="1471">
                  <c:v>1360.9849999999999</c:v>
                </c:pt>
                <c:pt idx="1472">
                  <c:v>1498.3809999999999</c:v>
                </c:pt>
                <c:pt idx="1473">
                  <c:v>1404.896</c:v>
                </c:pt>
                <c:pt idx="1474">
                  <c:v>1104.98</c:v>
                </c:pt>
                <c:pt idx="1475">
                  <c:v>971.93249999999921</c:v>
                </c:pt>
                <c:pt idx="1476">
                  <c:v>941.32819999999947</c:v>
                </c:pt>
                <c:pt idx="1477">
                  <c:v>913.03639999999996</c:v>
                </c:pt>
                <c:pt idx="1478">
                  <c:v>874.19759999999997</c:v>
                </c:pt>
                <c:pt idx="1479">
                  <c:v>1027.4880000000001</c:v>
                </c:pt>
                <c:pt idx="1480">
                  <c:v>1504.086</c:v>
                </c:pt>
                <c:pt idx="1481">
                  <c:v>1831.7639999999999</c:v>
                </c:pt>
                <c:pt idx="1482">
                  <c:v>1577.8819999999998</c:v>
                </c:pt>
                <c:pt idx="1483">
                  <c:v>1371.8909999999998</c:v>
                </c:pt>
                <c:pt idx="1484">
                  <c:v>1513.519</c:v>
                </c:pt>
                <c:pt idx="1485">
                  <c:v>1497.066</c:v>
                </c:pt>
                <c:pt idx="1486">
                  <c:v>1216.0519999999999</c:v>
                </c:pt>
                <c:pt idx="1487">
                  <c:v>1024.0360000000001</c:v>
                </c:pt>
                <c:pt idx="1488">
                  <c:v>1300.971</c:v>
                </c:pt>
                <c:pt idx="1489">
                  <c:v>2459.7219999999998</c:v>
                </c:pt>
                <c:pt idx="1490">
                  <c:v>3183.0259999999998</c:v>
                </c:pt>
                <c:pt idx="1491">
                  <c:v>2318.08</c:v>
                </c:pt>
                <c:pt idx="1492">
                  <c:v>1324.4360000000001</c:v>
                </c:pt>
                <c:pt idx="1493">
                  <c:v>1126.7950000000001</c:v>
                </c:pt>
                <c:pt idx="1494">
                  <c:v>1065.518</c:v>
                </c:pt>
                <c:pt idx="1495">
                  <c:v>973.68570000000068</c:v>
                </c:pt>
                <c:pt idx="1496">
                  <c:v>944.7921</c:v>
                </c:pt>
                <c:pt idx="1497">
                  <c:v>906.88670000000002</c:v>
                </c:pt>
                <c:pt idx="1498">
                  <c:v>888.35769999999877</c:v>
                </c:pt>
                <c:pt idx="1499">
                  <c:v>951.79430000000082</c:v>
                </c:pt>
                <c:pt idx="1500">
                  <c:v>974.92259999999919</c:v>
                </c:pt>
                <c:pt idx="1501">
                  <c:v>1143.3239999999998</c:v>
                </c:pt>
                <c:pt idx="1502">
                  <c:v>2196.3000000000002</c:v>
                </c:pt>
                <c:pt idx="1503">
                  <c:v>2980.605</c:v>
                </c:pt>
                <c:pt idx="1504">
                  <c:v>2948.7550000000001</c:v>
                </c:pt>
                <c:pt idx="1505">
                  <c:v>2593.2049999999972</c:v>
                </c:pt>
                <c:pt idx="1506">
                  <c:v>2773.5630000000001</c:v>
                </c:pt>
                <c:pt idx="1507">
                  <c:v>2755.4870000000001</c:v>
                </c:pt>
                <c:pt idx="1508">
                  <c:v>2088.1350000000002</c:v>
                </c:pt>
                <c:pt idx="1509">
                  <c:v>1520.3929999999998</c:v>
                </c:pt>
                <c:pt idx="1510">
                  <c:v>1626.27</c:v>
                </c:pt>
                <c:pt idx="1511">
                  <c:v>1802.537</c:v>
                </c:pt>
                <c:pt idx="1512">
                  <c:v>1762.54</c:v>
                </c:pt>
                <c:pt idx="1513">
                  <c:v>1462.79</c:v>
                </c:pt>
                <c:pt idx="1514">
                  <c:v>1223.6899999999998</c:v>
                </c:pt>
                <c:pt idx="1515">
                  <c:v>1216.348</c:v>
                </c:pt>
                <c:pt idx="1516">
                  <c:v>1322.6109999999999</c:v>
                </c:pt>
                <c:pt idx="1517">
                  <c:v>1396.9010000000001</c:v>
                </c:pt>
                <c:pt idx="1518">
                  <c:v>1346.0909999999999</c:v>
                </c:pt>
                <c:pt idx="1519">
                  <c:v>1241.269</c:v>
                </c:pt>
                <c:pt idx="1520">
                  <c:v>1192.1939999999986</c:v>
                </c:pt>
                <c:pt idx="1521">
                  <c:v>1191.2650000000001</c:v>
                </c:pt>
                <c:pt idx="1522">
                  <c:v>1296.7739999999999</c:v>
                </c:pt>
                <c:pt idx="1523">
                  <c:v>1332.4670000000001</c:v>
                </c:pt>
                <c:pt idx="1524">
                  <c:v>1331.443</c:v>
                </c:pt>
                <c:pt idx="1525">
                  <c:v>1198.92</c:v>
                </c:pt>
                <c:pt idx="1526">
                  <c:v>1084.9549999999999</c:v>
                </c:pt>
                <c:pt idx="1527">
                  <c:v>1171.3869999999999</c:v>
                </c:pt>
                <c:pt idx="1528">
                  <c:v>2272.779</c:v>
                </c:pt>
                <c:pt idx="1529">
                  <c:v>3000.884</c:v>
                </c:pt>
                <c:pt idx="1530">
                  <c:v>3096.1659999999997</c:v>
                </c:pt>
                <c:pt idx="1531">
                  <c:v>2152.942</c:v>
                </c:pt>
                <c:pt idx="1532">
                  <c:v>1457.259</c:v>
                </c:pt>
                <c:pt idx="1533">
                  <c:v>1314.6759999999999</c:v>
                </c:pt>
                <c:pt idx="1534">
                  <c:v>1224.471</c:v>
                </c:pt>
                <c:pt idx="1535">
                  <c:v>1132.99</c:v>
                </c:pt>
                <c:pt idx="1536">
                  <c:v>1092.7839999999999</c:v>
                </c:pt>
                <c:pt idx="1537">
                  <c:v>1048.713</c:v>
                </c:pt>
                <c:pt idx="1538">
                  <c:v>1013.575</c:v>
                </c:pt>
                <c:pt idx="1539">
                  <c:v>985.06949999999949</c:v>
                </c:pt>
                <c:pt idx="1540">
                  <c:v>965.55139999999949</c:v>
                </c:pt>
                <c:pt idx="1541">
                  <c:v>1482</c:v>
                </c:pt>
                <c:pt idx="1542">
                  <c:v>2428.9879999999998</c:v>
                </c:pt>
                <c:pt idx="1543">
                  <c:v>2773.5859999999998</c:v>
                </c:pt>
                <c:pt idx="1544">
                  <c:v>1951.6129999999998</c:v>
                </c:pt>
                <c:pt idx="1545">
                  <c:v>1291.3939999999998</c:v>
                </c:pt>
                <c:pt idx="1546">
                  <c:v>1185.442</c:v>
                </c:pt>
                <c:pt idx="1547">
                  <c:v>1119.2329999999999</c:v>
                </c:pt>
                <c:pt idx="1548">
                  <c:v>1056.826</c:v>
                </c:pt>
                <c:pt idx="1549">
                  <c:v>1038.78</c:v>
                </c:pt>
                <c:pt idx="1550">
                  <c:v>1007.51</c:v>
                </c:pt>
                <c:pt idx="1551">
                  <c:v>971.79960000000005</c:v>
                </c:pt>
                <c:pt idx="1552">
                  <c:v>944.98540000000003</c:v>
                </c:pt>
                <c:pt idx="1553">
                  <c:v>899.24630000000002</c:v>
                </c:pt>
                <c:pt idx="1554">
                  <c:v>874.20029999999997</c:v>
                </c:pt>
                <c:pt idx="1555">
                  <c:v>846.40329999999949</c:v>
                </c:pt>
                <c:pt idx="1556">
                  <c:v>834.05380000000002</c:v>
                </c:pt>
                <c:pt idx="1557">
                  <c:v>822.99619999999948</c:v>
                </c:pt>
                <c:pt idx="1558">
                  <c:v>803.52369999999996</c:v>
                </c:pt>
                <c:pt idx="1559">
                  <c:v>788.80330000000004</c:v>
                </c:pt>
                <c:pt idx="1560">
                  <c:v>777.15449999999998</c:v>
                </c:pt>
                <c:pt idx="1561">
                  <c:v>763.32339999999999</c:v>
                </c:pt>
                <c:pt idx="1562">
                  <c:v>758.29000000000053</c:v>
                </c:pt>
                <c:pt idx="1563">
                  <c:v>775.92970000000003</c:v>
                </c:pt>
                <c:pt idx="1564">
                  <c:v>794.5018</c:v>
                </c:pt>
                <c:pt idx="1565">
                  <c:v>813.524</c:v>
                </c:pt>
                <c:pt idx="1566">
                  <c:v>794.68719999999996</c:v>
                </c:pt>
                <c:pt idx="1567">
                  <c:v>758.37759999999946</c:v>
                </c:pt>
                <c:pt idx="1568">
                  <c:v>744.25810000000001</c:v>
                </c:pt>
                <c:pt idx="1569">
                  <c:v>741.47340000000054</c:v>
                </c:pt>
                <c:pt idx="1570">
                  <c:v>735.28769999999997</c:v>
                </c:pt>
                <c:pt idx="1571">
                  <c:v>732.13300000000004</c:v>
                </c:pt>
                <c:pt idx="1572">
                  <c:v>733.36049999999921</c:v>
                </c:pt>
                <c:pt idx="1573">
                  <c:v>734.11860000000001</c:v>
                </c:pt>
                <c:pt idx="1574">
                  <c:v>727.46529999999905</c:v>
                </c:pt>
                <c:pt idx="1575">
                  <c:v>721.20259999999996</c:v>
                </c:pt>
                <c:pt idx="1576">
                  <c:v>727.14249999999947</c:v>
                </c:pt>
                <c:pt idx="1577">
                  <c:v>754.03319999999997</c:v>
                </c:pt>
                <c:pt idx="1578">
                  <c:v>789.69860000000051</c:v>
                </c:pt>
                <c:pt idx="1579">
                  <c:v>818.44079999999997</c:v>
                </c:pt>
                <c:pt idx="1580">
                  <c:v>831.85229999999876</c:v>
                </c:pt>
                <c:pt idx="1581">
                  <c:v>836.63639999999998</c:v>
                </c:pt>
                <c:pt idx="1582">
                  <c:v>852.15689999999938</c:v>
                </c:pt>
                <c:pt idx="1583">
                  <c:v>861.54589999999996</c:v>
                </c:pt>
                <c:pt idx="1584">
                  <c:v>859.08</c:v>
                </c:pt>
                <c:pt idx="1585">
                  <c:v>864.2568</c:v>
                </c:pt>
                <c:pt idx="1586">
                  <c:v>915.15209999999934</c:v>
                </c:pt>
                <c:pt idx="1587">
                  <c:v>1038.482</c:v>
                </c:pt>
                <c:pt idx="1588">
                  <c:v>1200.365</c:v>
                </c:pt>
                <c:pt idx="1589">
                  <c:v>1301.395</c:v>
                </c:pt>
                <c:pt idx="1590">
                  <c:v>1248.8699999999999</c:v>
                </c:pt>
                <c:pt idx="1591">
                  <c:v>1110.6179999999999</c:v>
                </c:pt>
                <c:pt idx="1592">
                  <c:v>1084.8989999999999</c:v>
                </c:pt>
                <c:pt idx="1593">
                  <c:v>1187.922</c:v>
                </c:pt>
                <c:pt idx="1594">
                  <c:v>1215.1969999999999</c:v>
                </c:pt>
                <c:pt idx="1595">
                  <c:v>1136.6949999999986</c:v>
                </c:pt>
                <c:pt idx="1596">
                  <c:v>1040.277</c:v>
                </c:pt>
                <c:pt idx="1597">
                  <c:v>955.71360000000004</c:v>
                </c:pt>
                <c:pt idx="1598">
                  <c:v>912.75459999999998</c:v>
                </c:pt>
                <c:pt idx="1599">
                  <c:v>899.81759999999906</c:v>
                </c:pt>
                <c:pt idx="1600">
                  <c:v>896.52409999999998</c:v>
                </c:pt>
                <c:pt idx="1601">
                  <c:v>868.37490000000003</c:v>
                </c:pt>
                <c:pt idx="1602">
                  <c:v>819.08699999999999</c:v>
                </c:pt>
                <c:pt idx="1603">
                  <c:v>796.38709999999946</c:v>
                </c:pt>
                <c:pt idx="1604">
                  <c:v>807.43909999999948</c:v>
                </c:pt>
                <c:pt idx="1605">
                  <c:v>821.53309999999999</c:v>
                </c:pt>
                <c:pt idx="1606">
                  <c:v>802.95839999999998</c:v>
                </c:pt>
                <c:pt idx="1607">
                  <c:v>767.98030000000051</c:v>
                </c:pt>
                <c:pt idx="1608">
                  <c:v>752.5472999999987</c:v>
                </c:pt>
                <c:pt idx="1609">
                  <c:v>756.12599999999998</c:v>
                </c:pt>
                <c:pt idx="1610">
                  <c:v>750.65779999999938</c:v>
                </c:pt>
                <c:pt idx="1611">
                  <c:v>738.30459999999948</c:v>
                </c:pt>
                <c:pt idx="1612">
                  <c:v>742.02419999999938</c:v>
                </c:pt>
                <c:pt idx="1613">
                  <c:v>736.25469999999996</c:v>
                </c:pt>
                <c:pt idx="1614">
                  <c:v>675.21519999999998</c:v>
                </c:pt>
                <c:pt idx="1615">
                  <c:v>581.80930000000001</c:v>
                </c:pt>
                <c:pt idx="1616">
                  <c:v>556.68129999999996</c:v>
                </c:pt>
                <c:pt idx="1617">
                  <c:v>585.69500000000005</c:v>
                </c:pt>
                <c:pt idx="1618">
                  <c:v>601.87709999999947</c:v>
                </c:pt>
                <c:pt idx="1619">
                  <c:v>587.29020000000003</c:v>
                </c:pt>
                <c:pt idx="1620">
                  <c:v>554.39109999999948</c:v>
                </c:pt>
                <c:pt idx="1621">
                  <c:v>532.16109999999946</c:v>
                </c:pt>
                <c:pt idx="1622">
                  <c:v>525.88350000000003</c:v>
                </c:pt>
                <c:pt idx="1623">
                  <c:v>521.91390000000001</c:v>
                </c:pt>
                <c:pt idx="1624">
                  <c:v>520.13800000000003</c:v>
                </c:pt>
                <c:pt idx="1625">
                  <c:v>511.92469999999969</c:v>
                </c:pt>
                <c:pt idx="1626">
                  <c:v>498.9288999999996</c:v>
                </c:pt>
                <c:pt idx="1627">
                  <c:v>483.11950000000002</c:v>
                </c:pt>
                <c:pt idx="1628">
                  <c:v>466.55709999999999</c:v>
                </c:pt>
                <c:pt idx="1629">
                  <c:v>447.65539999999999</c:v>
                </c:pt>
                <c:pt idx="1630">
                  <c:v>441.16899999999993</c:v>
                </c:pt>
                <c:pt idx="1631">
                  <c:v>476.21049999999968</c:v>
                </c:pt>
                <c:pt idx="1632">
                  <c:v>531.59289999999999</c:v>
                </c:pt>
                <c:pt idx="1633">
                  <c:v>570.58719999999948</c:v>
                </c:pt>
                <c:pt idx="1634">
                  <c:v>593.61329999999998</c:v>
                </c:pt>
                <c:pt idx="1635">
                  <c:v>621.6843000000008</c:v>
                </c:pt>
                <c:pt idx="1636">
                  <c:v>682.23140000000001</c:v>
                </c:pt>
                <c:pt idx="1637">
                  <c:v>789.79639999999995</c:v>
                </c:pt>
                <c:pt idx="1638">
                  <c:v>896.30449999999996</c:v>
                </c:pt>
                <c:pt idx="1639">
                  <c:v>868.2</c:v>
                </c:pt>
                <c:pt idx="1640">
                  <c:v>727.23990000000003</c:v>
                </c:pt>
                <c:pt idx="1641">
                  <c:v>648.98299999999949</c:v>
                </c:pt>
                <c:pt idx="1642">
                  <c:v>652.44949999999949</c:v>
                </c:pt>
                <c:pt idx="1643">
                  <c:v>682.51980000000003</c:v>
                </c:pt>
                <c:pt idx="1644">
                  <c:v>715.01869999999997</c:v>
                </c:pt>
                <c:pt idx="1645">
                  <c:v>683.77540000000067</c:v>
                </c:pt>
                <c:pt idx="1646">
                  <c:v>599.12080000000003</c:v>
                </c:pt>
                <c:pt idx="1647">
                  <c:v>551.27410000000054</c:v>
                </c:pt>
                <c:pt idx="1648">
                  <c:v>543.6739000000008</c:v>
                </c:pt>
                <c:pt idx="1649">
                  <c:v>536.96149999999921</c:v>
                </c:pt>
                <c:pt idx="1650">
                  <c:v>516.16159999999934</c:v>
                </c:pt>
                <c:pt idx="1651">
                  <c:v>498.00850000000003</c:v>
                </c:pt>
                <c:pt idx="1652">
                  <c:v>486.65249999999997</c:v>
                </c:pt>
                <c:pt idx="1653">
                  <c:v>462.26549999999969</c:v>
                </c:pt>
                <c:pt idx="1654">
                  <c:v>444.80290000000002</c:v>
                </c:pt>
                <c:pt idx="1655">
                  <c:v>440.77960000000002</c:v>
                </c:pt>
                <c:pt idx="1656">
                  <c:v>449.1114</c:v>
                </c:pt>
                <c:pt idx="1657">
                  <c:v>450.45940000000002</c:v>
                </c:pt>
                <c:pt idx="1658">
                  <c:v>445.99199999999939</c:v>
                </c:pt>
                <c:pt idx="1659">
                  <c:v>446.23839999999939</c:v>
                </c:pt>
                <c:pt idx="1660">
                  <c:v>448.75149999999968</c:v>
                </c:pt>
                <c:pt idx="1661">
                  <c:v>447.75689999999969</c:v>
                </c:pt>
                <c:pt idx="1662">
                  <c:v>441.90719999999953</c:v>
                </c:pt>
                <c:pt idx="1663">
                  <c:v>427.95569999999969</c:v>
                </c:pt>
                <c:pt idx="1664">
                  <c:v>416.7405</c:v>
                </c:pt>
                <c:pt idx="1665">
                  <c:v>408.58849999999961</c:v>
                </c:pt>
                <c:pt idx="1666">
                  <c:v>401.69240000000002</c:v>
                </c:pt>
                <c:pt idx="1667">
                  <c:v>393.42469999999969</c:v>
                </c:pt>
                <c:pt idx="1668">
                  <c:v>382.24419999999969</c:v>
                </c:pt>
                <c:pt idx="1669">
                  <c:v>379.36900000000031</c:v>
                </c:pt>
                <c:pt idx="1670">
                  <c:v>386.37790000000001</c:v>
                </c:pt>
                <c:pt idx="1671">
                  <c:v>383.79079999999954</c:v>
                </c:pt>
                <c:pt idx="1672">
                  <c:v>378.01760000000002</c:v>
                </c:pt>
                <c:pt idx="1673">
                  <c:v>372.75760000000002</c:v>
                </c:pt>
                <c:pt idx="1674">
                  <c:v>372.47389999999967</c:v>
                </c:pt>
                <c:pt idx="1675">
                  <c:v>385.03469999999999</c:v>
                </c:pt>
                <c:pt idx="1676">
                  <c:v>421.43119999999914</c:v>
                </c:pt>
                <c:pt idx="1677">
                  <c:v>452.83249999999964</c:v>
                </c:pt>
                <c:pt idx="1678">
                  <c:v>484.35359999999969</c:v>
                </c:pt>
                <c:pt idx="1679">
                  <c:v>496.22659999999939</c:v>
                </c:pt>
                <c:pt idx="1680">
                  <c:v>485.20679999999953</c:v>
                </c:pt>
                <c:pt idx="1681">
                  <c:v>470.83240000000001</c:v>
                </c:pt>
                <c:pt idx="1682">
                  <c:v>471.59649999999954</c:v>
                </c:pt>
                <c:pt idx="1683">
                  <c:v>509.52329999999961</c:v>
                </c:pt>
                <c:pt idx="1684">
                  <c:v>580.91359999999997</c:v>
                </c:pt>
                <c:pt idx="1685">
                  <c:v>629.44099999999946</c:v>
                </c:pt>
                <c:pt idx="1686">
                  <c:v>625.86799999999914</c:v>
                </c:pt>
                <c:pt idx="1687">
                  <c:v>605.39199999999948</c:v>
                </c:pt>
                <c:pt idx="1688">
                  <c:v>595.58150000000001</c:v>
                </c:pt>
                <c:pt idx="1689">
                  <c:v>597.65809999999999</c:v>
                </c:pt>
                <c:pt idx="1690">
                  <c:v>621.7079</c:v>
                </c:pt>
                <c:pt idx="1691">
                  <c:v>655.20039999999995</c:v>
                </c:pt>
                <c:pt idx="1692">
                  <c:v>669.15229999999906</c:v>
                </c:pt>
                <c:pt idx="1693">
                  <c:v>664.9166999999992</c:v>
                </c:pt>
                <c:pt idx="1694">
                  <c:v>650.6019</c:v>
                </c:pt>
                <c:pt idx="1695">
                  <c:v>645.27960000000053</c:v>
                </c:pt>
                <c:pt idx="1696">
                  <c:v>647.01430000000005</c:v>
                </c:pt>
                <c:pt idx="1697">
                  <c:v>651.95309999999949</c:v>
                </c:pt>
                <c:pt idx="1698">
                  <c:v>649.82169999999905</c:v>
                </c:pt>
                <c:pt idx="1699">
                  <c:v>636.96509999999921</c:v>
                </c:pt>
                <c:pt idx="1700">
                  <c:v>628.37180000000001</c:v>
                </c:pt>
                <c:pt idx="1701">
                  <c:v>617.64449999999999</c:v>
                </c:pt>
                <c:pt idx="1702">
                  <c:v>606.00689999999997</c:v>
                </c:pt>
                <c:pt idx="1703">
                  <c:v>598.08350000000053</c:v>
                </c:pt>
                <c:pt idx="1704">
                  <c:v>642.55679999999938</c:v>
                </c:pt>
                <c:pt idx="1705">
                  <c:v>872.95749999999907</c:v>
                </c:pt>
                <c:pt idx="1706">
                  <c:v>1701.7760000000001</c:v>
                </c:pt>
                <c:pt idx="1707">
                  <c:v>2999.8170000000027</c:v>
                </c:pt>
                <c:pt idx="1708">
                  <c:v>3412.1129999999998</c:v>
                </c:pt>
                <c:pt idx="1709">
                  <c:v>2552.029</c:v>
                </c:pt>
                <c:pt idx="1710">
                  <c:v>1821.433</c:v>
                </c:pt>
                <c:pt idx="1711">
                  <c:v>1798.6619999999998</c:v>
                </c:pt>
                <c:pt idx="1712">
                  <c:v>1791.7</c:v>
                </c:pt>
                <c:pt idx="1713">
                  <c:v>1669.2950000000001</c:v>
                </c:pt>
                <c:pt idx="1714">
                  <c:v>1549.5160000000001</c:v>
                </c:pt>
                <c:pt idx="1715">
                  <c:v>1404.537</c:v>
                </c:pt>
                <c:pt idx="1716">
                  <c:v>1318.7619999999999</c:v>
                </c:pt>
                <c:pt idx="1717">
                  <c:v>1308.829</c:v>
                </c:pt>
                <c:pt idx="1718">
                  <c:v>1459.5360000000001</c:v>
                </c:pt>
                <c:pt idx="1719">
                  <c:v>1681.577</c:v>
                </c:pt>
                <c:pt idx="1720">
                  <c:v>1733.6009999999999</c:v>
                </c:pt>
                <c:pt idx="1721">
                  <c:v>1671.1389999999999</c:v>
                </c:pt>
                <c:pt idx="1722">
                  <c:v>1674.4280000000001</c:v>
                </c:pt>
                <c:pt idx="1723">
                  <c:v>1749.3829999999998</c:v>
                </c:pt>
                <c:pt idx="1724">
                  <c:v>1752.913</c:v>
                </c:pt>
                <c:pt idx="1725">
                  <c:v>1682.107</c:v>
                </c:pt>
                <c:pt idx="1726">
                  <c:v>1532.35</c:v>
                </c:pt>
                <c:pt idx="1727">
                  <c:v>1483.1179999999999</c:v>
                </c:pt>
                <c:pt idx="1728">
                  <c:v>1519.0729999999999</c:v>
                </c:pt>
                <c:pt idx="1729">
                  <c:v>1434.202</c:v>
                </c:pt>
                <c:pt idx="1730">
                  <c:v>1284.7139999999999</c:v>
                </c:pt>
                <c:pt idx="1731">
                  <c:v>1194.953</c:v>
                </c:pt>
                <c:pt idx="1732">
                  <c:v>1140.6179999999999</c:v>
                </c:pt>
                <c:pt idx="1733">
                  <c:v>1106.8619999999999</c:v>
                </c:pt>
                <c:pt idx="1734">
                  <c:v>1080.3109999999999</c:v>
                </c:pt>
                <c:pt idx="1735">
                  <c:v>1150.6119999999999</c:v>
                </c:pt>
                <c:pt idx="1736">
                  <c:v>1316.569</c:v>
                </c:pt>
                <c:pt idx="1737">
                  <c:v>1652.8319999999999</c:v>
                </c:pt>
                <c:pt idx="1738">
                  <c:v>1971.759</c:v>
                </c:pt>
                <c:pt idx="1739">
                  <c:v>1917.002</c:v>
                </c:pt>
                <c:pt idx="1740">
                  <c:v>1595.49</c:v>
                </c:pt>
                <c:pt idx="1741">
                  <c:v>1447.4470000000001</c:v>
                </c:pt>
                <c:pt idx="1742">
                  <c:v>1429.27</c:v>
                </c:pt>
                <c:pt idx="1743">
                  <c:v>1404.2049999999999</c:v>
                </c:pt>
                <c:pt idx="1744">
                  <c:v>1366.8429999999998</c:v>
                </c:pt>
                <c:pt idx="1745">
                  <c:v>1310.008</c:v>
                </c:pt>
                <c:pt idx="1746">
                  <c:v>1258.5439999999999</c:v>
                </c:pt>
                <c:pt idx="1747">
                  <c:v>1216.3939999999998</c:v>
                </c:pt>
                <c:pt idx="1748">
                  <c:v>1179.6039999999998</c:v>
                </c:pt>
                <c:pt idx="1749">
                  <c:v>1148.1899999999998</c:v>
                </c:pt>
                <c:pt idx="1750">
                  <c:v>1112.961</c:v>
                </c:pt>
                <c:pt idx="1751">
                  <c:v>1082.9749999999999</c:v>
                </c:pt>
                <c:pt idx="1752">
                  <c:v>1058.1239999999998</c:v>
                </c:pt>
                <c:pt idx="1753">
                  <c:v>1048.8789999999999</c:v>
                </c:pt>
                <c:pt idx="1754">
                  <c:v>1043.2939999999999</c:v>
                </c:pt>
                <c:pt idx="1755">
                  <c:v>1020.6980000000005</c:v>
                </c:pt>
                <c:pt idx="1756">
                  <c:v>983.76119999999946</c:v>
                </c:pt>
                <c:pt idx="1757">
                  <c:v>1012.6750000000005</c:v>
                </c:pt>
                <c:pt idx="1758">
                  <c:v>1077.231</c:v>
                </c:pt>
                <c:pt idx="1759">
                  <c:v>1080.0119999999999</c:v>
                </c:pt>
                <c:pt idx="1760">
                  <c:v>1063.933</c:v>
                </c:pt>
                <c:pt idx="1761">
                  <c:v>1293.4080000000001</c:v>
                </c:pt>
                <c:pt idx="1762">
                  <c:v>1699.288</c:v>
                </c:pt>
                <c:pt idx="1763">
                  <c:v>1792.982</c:v>
                </c:pt>
                <c:pt idx="1764">
                  <c:v>1522.796</c:v>
                </c:pt>
                <c:pt idx="1765">
                  <c:v>1356.9390000000001</c:v>
                </c:pt>
                <c:pt idx="1766">
                  <c:v>1368.6579999999999</c:v>
                </c:pt>
                <c:pt idx="1767">
                  <c:v>1355.8439999999998</c:v>
                </c:pt>
                <c:pt idx="1768">
                  <c:v>1284.9829999999999</c:v>
                </c:pt>
                <c:pt idx="1769">
                  <c:v>1221.6679999999999</c:v>
                </c:pt>
                <c:pt idx="1770">
                  <c:v>1176.3969999999999</c:v>
                </c:pt>
                <c:pt idx="1771">
                  <c:v>1153.55</c:v>
                </c:pt>
                <c:pt idx="1772">
                  <c:v>1171.9280000000001</c:v>
                </c:pt>
                <c:pt idx="1773">
                  <c:v>1184.4180000000001</c:v>
                </c:pt>
                <c:pt idx="1774">
                  <c:v>1222.2760000000001</c:v>
                </c:pt>
                <c:pt idx="1775">
                  <c:v>1274.125</c:v>
                </c:pt>
                <c:pt idx="1776">
                  <c:v>1286.1179999999999</c:v>
                </c:pt>
                <c:pt idx="1777">
                  <c:v>1162.43</c:v>
                </c:pt>
                <c:pt idx="1778">
                  <c:v>1053.1399999999999</c:v>
                </c:pt>
                <c:pt idx="1779">
                  <c:v>1006.3869999999994</c:v>
                </c:pt>
                <c:pt idx="1780">
                  <c:v>986.31129999999905</c:v>
                </c:pt>
                <c:pt idx="1781">
                  <c:v>974.29830000000095</c:v>
                </c:pt>
                <c:pt idx="1782">
                  <c:v>994.62189999999998</c:v>
                </c:pt>
                <c:pt idx="1783">
                  <c:v>977.66549999999938</c:v>
                </c:pt>
                <c:pt idx="1784">
                  <c:v>1015.0730000000005</c:v>
                </c:pt>
                <c:pt idx="1785">
                  <c:v>976.37919999999997</c:v>
                </c:pt>
                <c:pt idx="1786">
                  <c:v>952.10990000000004</c:v>
                </c:pt>
                <c:pt idx="1787">
                  <c:v>1369.3329999999999</c:v>
                </c:pt>
                <c:pt idx="1788">
                  <c:v>1939.7370000000001</c:v>
                </c:pt>
                <c:pt idx="1789">
                  <c:v>2408.6030000000001</c:v>
                </c:pt>
                <c:pt idx="1790">
                  <c:v>2064.5279999999998</c:v>
                </c:pt>
                <c:pt idx="1791">
                  <c:v>1692.04</c:v>
                </c:pt>
                <c:pt idx="1792">
                  <c:v>1419.4580000000001</c:v>
                </c:pt>
                <c:pt idx="1793">
                  <c:v>1690.271</c:v>
                </c:pt>
                <c:pt idx="1794">
                  <c:v>1825.4870000000001</c:v>
                </c:pt>
                <c:pt idx="1795">
                  <c:v>2029.2280000000001</c:v>
                </c:pt>
                <c:pt idx="1796">
                  <c:v>1835.9090000000001</c:v>
                </c:pt>
                <c:pt idx="1797">
                  <c:v>1571.1429999999998</c:v>
                </c:pt>
                <c:pt idx="1798">
                  <c:v>1454.538</c:v>
                </c:pt>
                <c:pt idx="1799">
                  <c:v>1632.8639999999998</c:v>
                </c:pt>
                <c:pt idx="1800">
                  <c:v>1520.0360000000001</c:v>
                </c:pt>
                <c:pt idx="1801">
                  <c:v>1426.721</c:v>
                </c:pt>
                <c:pt idx="1802">
                  <c:v>1802.7060000000001</c:v>
                </c:pt>
                <c:pt idx="1803">
                  <c:v>1684.711</c:v>
                </c:pt>
                <c:pt idx="1804">
                  <c:v>1444.9449999999999</c:v>
                </c:pt>
                <c:pt idx="1805">
                  <c:v>1272.386</c:v>
                </c:pt>
                <c:pt idx="1806">
                  <c:v>1172.1199999999999</c:v>
                </c:pt>
                <c:pt idx="1807">
                  <c:v>1110.9170000000001</c:v>
                </c:pt>
                <c:pt idx="1808">
                  <c:v>1119.7</c:v>
                </c:pt>
                <c:pt idx="1809">
                  <c:v>1091.4349999999999</c:v>
                </c:pt>
                <c:pt idx="1810">
                  <c:v>1117.5729999999999</c:v>
                </c:pt>
                <c:pt idx="1811">
                  <c:v>1071.8679999999999</c:v>
                </c:pt>
                <c:pt idx="1812">
                  <c:v>1033.846</c:v>
                </c:pt>
                <c:pt idx="1813">
                  <c:v>997.28229999999996</c:v>
                </c:pt>
                <c:pt idx="1814">
                  <c:v>985.27960000000053</c:v>
                </c:pt>
                <c:pt idx="1815">
                  <c:v>972.61159999999938</c:v>
                </c:pt>
                <c:pt idx="1816">
                  <c:v>966.7</c:v>
                </c:pt>
                <c:pt idx="1817">
                  <c:v>948.25709999999947</c:v>
                </c:pt>
                <c:pt idx="1818">
                  <c:v>1010.742</c:v>
                </c:pt>
                <c:pt idx="1819">
                  <c:v>1422.1819999999998</c:v>
                </c:pt>
                <c:pt idx="1820">
                  <c:v>1771.846</c:v>
                </c:pt>
                <c:pt idx="1821">
                  <c:v>1876.1789999999999</c:v>
                </c:pt>
                <c:pt idx="1822">
                  <c:v>1595.057</c:v>
                </c:pt>
                <c:pt idx="1823">
                  <c:v>1258.367</c:v>
                </c:pt>
                <c:pt idx="1824">
                  <c:v>1076.2750000000001</c:v>
                </c:pt>
                <c:pt idx="1825">
                  <c:v>995.98009999999999</c:v>
                </c:pt>
                <c:pt idx="1826">
                  <c:v>934.2522999999992</c:v>
                </c:pt>
                <c:pt idx="1827">
                  <c:v>909.28200000000004</c:v>
                </c:pt>
                <c:pt idx="1828">
                  <c:v>1026.6139999999998</c:v>
                </c:pt>
                <c:pt idx="1829">
                  <c:v>1161.7280000000001</c:v>
                </c:pt>
                <c:pt idx="1830">
                  <c:v>1421.7439999999999</c:v>
                </c:pt>
                <c:pt idx="1831">
                  <c:v>2384.674</c:v>
                </c:pt>
                <c:pt idx="1832">
                  <c:v>4149.9470000000001</c:v>
                </c:pt>
                <c:pt idx="1833">
                  <c:v>5051.0320000000002</c:v>
                </c:pt>
                <c:pt idx="1834">
                  <c:v>4003.4110000000028</c:v>
                </c:pt>
                <c:pt idx="1835">
                  <c:v>2784.9140000000002</c:v>
                </c:pt>
                <c:pt idx="1836">
                  <c:v>2314.9789999999998</c:v>
                </c:pt>
                <c:pt idx="1837">
                  <c:v>1907.11</c:v>
                </c:pt>
                <c:pt idx="1838">
                  <c:v>1461.4010000000001</c:v>
                </c:pt>
                <c:pt idx="1839">
                  <c:v>1299.258</c:v>
                </c:pt>
                <c:pt idx="1840">
                  <c:v>1441.595</c:v>
                </c:pt>
                <c:pt idx="1841">
                  <c:v>1599.4770000000001</c:v>
                </c:pt>
                <c:pt idx="1842">
                  <c:v>1580.346</c:v>
                </c:pt>
                <c:pt idx="1843">
                  <c:v>1482.7939999999999</c:v>
                </c:pt>
                <c:pt idx="1844">
                  <c:v>1609.0550000000001</c:v>
                </c:pt>
                <c:pt idx="1845">
                  <c:v>1997.6929999999998</c:v>
                </c:pt>
                <c:pt idx="1846">
                  <c:v>2620.4490000000001</c:v>
                </c:pt>
                <c:pt idx="1847">
                  <c:v>3233.8770000000022</c:v>
                </c:pt>
                <c:pt idx="1848">
                  <c:v>4225.5820000000003</c:v>
                </c:pt>
                <c:pt idx="1849">
                  <c:v>4114.6530000000002</c:v>
                </c:pt>
                <c:pt idx="1850">
                  <c:v>3337.6010000000001</c:v>
                </c:pt>
                <c:pt idx="1851">
                  <c:v>2331.8130000000028</c:v>
                </c:pt>
                <c:pt idx="1852">
                  <c:v>2082.692</c:v>
                </c:pt>
                <c:pt idx="1853">
                  <c:v>2200.761</c:v>
                </c:pt>
                <c:pt idx="1854">
                  <c:v>2061.4380000000001</c:v>
                </c:pt>
                <c:pt idx="1855">
                  <c:v>1668.6969999999999</c:v>
                </c:pt>
                <c:pt idx="1856">
                  <c:v>1451.845</c:v>
                </c:pt>
                <c:pt idx="1857">
                  <c:v>1393.3799999999999</c:v>
                </c:pt>
                <c:pt idx="1858">
                  <c:v>1351.2570000000001</c:v>
                </c:pt>
                <c:pt idx="1859">
                  <c:v>1290.6869999999999</c:v>
                </c:pt>
                <c:pt idx="1860">
                  <c:v>1252.713</c:v>
                </c:pt>
                <c:pt idx="1861">
                  <c:v>1358.7190000000001</c:v>
                </c:pt>
                <c:pt idx="1862">
                  <c:v>1441.232</c:v>
                </c:pt>
                <c:pt idx="1863">
                  <c:v>1353.7839999999999</c:v>
                </c:pt>
                <c:pt idx="1864">
                  <c:v>1207.5</c:v>
                </c:pt>
                <c:pt idx="1865">
                  <c:v>1118.595</c:v>
                </c:pt>
                <c:pt idx="1866">
                  <c:v>1071.433</c:v>
                </c:pt>
                <c:pt idx="1867">
                  <c:v>1046.7919999999999</c:v>
                </c:pt>
                <c:pt idx="1868">
                  <c:v>1095.539</c:v>
                </c:pt>
                <c:pt idx="1869">
                  <c:v>1082.557</c:v>
                </c:pt>
                <c:pt idx="1870">
                  <c:v>1072.29</c:v>
                </c:pt>
                <c:pt idx="1871">
                  <c:v>1056.6119999999999</c:v>
                </c:pt>
                <c:pt idx="1872">
                  <c:v>1019.5459999999994</c:v>
                </c:pt>
                <c:pt idx="1873">
                  <c:v>983.14109999999948</c:v>
                </c:pt>
                <c:pt idx="1874">
                  <c:v>967.56519999999921</c:v>
                </c:pt>
                <c:pt idx="1875">
                  <c:v>972.78610000000003</c:v>
                </c:pt>
                <c:pt idx="1876">
                  <c:v>983.83209999999906</c:v>
                </c:pt>
                <c:pt idx="1877">
                  <c:v>984.45459999999946</c:v>
                </c:pt>
                <c:pt idx="1878">
                  <c:v>964.18100000000004</c:v>
                </c:pt>
                <c:pt idx="1879">
                  <c:v>923.55619999999919</c:v>
                </c:pt>
                <c:pt idx="1880">
                  <c:v>896.64249999999947</c:v>
                </c:pt>
                <c:pt idx="1881">
                  <c:v>880.2604</c:v>
                </c:pt>
                <c:pt idx="1882">
                  <c:v>869.02</c:v>
                </c:pt>
                <c:pt idx="1883">
                  <c:v>858.08240000000001</c:v>
                </c:pt>
                <c:pt idx="1884">
                  <c:v>845.01719999999921</c:v>
                </c:pt>
                <c:pt idx="1885">
                  <c:v>885.09529999999938</c:v>
                </c:pt>
                <c:pt idx="1886">
                  <c:v>966.09439999999995</c:v>
                </c:pt>
                <c:pt idx="1887">
                  <c:v>944.32749999999919</c:v>
                </c:pt>
                <c:pt idx="1888">
                  <c:v>970.24369999999999</c:v>
                </c:pt>
                <c:pt idx="1889">
                  <c:v>919.81870000000004</c:v>
                </c:pt>
                <c:pt idx="1890">
                  <c:v>875.24109999999996</c:v>
                </c:pt>
                <c:pt idx="1891">
                  <c:v>827.4676999999989</c:v>
                </c:pt>
                <c:pt idx="1892">
                  <c:v>789.72640000000001</c:v>
                </c:pt>
                <c:pt idx="1893">
                  <c:v>757.83739999999921</c:v>
                </c:pt>
                <c:pt idx="1894">
                  <c:v>750.67550000000051</c:v>
                </c:pt>
                <c:pt idx="1895">
                  <c:v>876.39509999999996</c:v>
                </c:pt>
                <c:pt idx="1896">
                  <c:v>898.1155</c:v>
                </c:pt>
                <c:pt idx="1897">
                  <c:v>899.92989999999998</c:v>
                </c:pt>
                <c:pt idx="1898">
                  <c:v>839.67660000000001</c:v>
                </c:pt>
                <c:pt idx="1899">
                  <c:v>788.82209999999907</c:v>
                </c:pt>
                <c:pt idx="1900">
                  <c:v>764.59360000000004</c:v>
                </c:pt>
                <c:pt idx="1901">
                  <c:v>751.31709999999907</c:v>
                </c:pt>
                <c:pt idx="1902">
                  <c:v>741.83389999999997</c:v>
                </c:pt>
                <c:pt idx="1903">
                  <c:v>733.23569999999938</c:v>
                </c:pt>
                <c:pt idx="1904">
                  <c:v>730.95079999999996</c:v>
                </c:pt>
                <c:pt idx="1905">
                  <c:v>740.13430000000005</c:v>
                </c:pt>
                <c:pt idx="1906">
                  <c:v>749.57060000000001</c:v>
                </c:pt>
                <c:pt idx="1907">
                  <c:v>747.92349999999999</c:v>
                </c:pt>
                <c:pt idx="1908">
                  <c:v>735.76080000000002</c:v>
                </c:pt>
                <c:pt idx="1909">
                  <c:v>726.39930000000004</c:v>
                </c:pt>
                <c:pt idx="1910">
                  <c:v>726.53980000000001</c:v>
                </c:pt>
                <c:pt idx="1911">
                  <c:v>733.74540000000002</c:v>
                </c:pt>
                <c:pt idx="1912">
                  <c:v>744.78090000000054</c:v>
                </c:pt>
                <c:pt idx="1913">
                  <c:v>754.96709999999905</c:v>
                </c:pt>
                <c:pt idx="1914">
                  <c:v>765.83759999999882</c:v>
                </c:pt>
                <c:pt idx="1915">
                  <c:v>788.00619999999947</c:v>
                </c:pt>
                <c:pt idx="1916">
                  <c:v>802.76619999999946</c:v>
                </c:pt>
                <c:pt idx="1917">
                  <c:v>793.5634</c:v>
                </c:pt>
                <c:pt idx="1918">
                  <c:v>802.6875</c:v>
                </c:pt>
                <c:pt idx="1919">
                  <c:v>803.44099999999946</c:v>
                </c:pt>
                <c:pt idx="1920">
                  <c:v>799.65920000000006</c:v>
                </c:pt>
                <c:pt idx="1921">
                  <c:v>781.88869999999997</c:v>
                </c:pt>
                <c:pt idx="1922">
                  <c:v>750.9787000000008</c:v>
                </c:pt>
                <c:pt idx="1923">
                  <c:v>750.35609999999906</c:v>
                </c:pt>
                <c:pt idx="1924">
                  <c:v>723.44539999999949</c:v>
                </c:pt>
                <c:pt idx="1925">
                  <c:v>685.37149999999997</c:v>
                </c:pt>
                <c:pt idx="1926">
                  <c:v>658.53009999999949</c:v>
                </c:pt>
                <c:pt idx="1927">
                  <c:v>634.55219999999906</c:v>
                </c:pt>
                <c:pt idx="1928">
                  <c:v>677.02509999999938</c:v>
                </c:pt>
                <c:pt idx="1929">
                  <c:v>678.8482999999992</c:v>
                </c:pt>
                <c:pt idx="1930">
                  <c:v>656.21299999999997</c:v>
                </c:pt>
                <c:pt idx="1931">
                  <c:v>619.1997000000008</c:v>
                </c:pt>
                <c:pt idx="1932">
                  <c:v>593.60569999999996</c:v>
                </c:pt>
                <c:pt idx="1933">
                  <c:v>577.96949999999947</c:v>
                </c:pt>
                <c:pt idx="1934">
                  <c:v>573.86879999999996</c:v>
                </c:pt>
                <c:pt idx="1935">
                  <c:v>569.1843000000008</c:v>
                </c:pt>
                <c:pt idx="1936">
                  <c:v>565.01869999999997</c:v>
                </c:pt>
                <c:pt idx="1937">
                  <c:v>579.29900000000055</c:v>
                </c:pt>
                <c:pt idx="1938">
                  <c:v>724.84909999999934</c:v>
                </c:pt>
                <c:pt idx="1939">
                  <c:v>1262.752</c:v>
                </c:pt>
                <c:pt idx="1940">
                  <c:v>1970.7850000000001</c:v>
                </c:pt>
                <c:pt idx="1941">
                  <c:v>2570.6869999999967</c:v>
                </c:pt>
                <c:pt idx="1942">
                  <c:v>2639.0650000000001</c:v>
                </c:pt>
                <c:pt idx="1943">
                  <c:v>1999.92</c:v>
                </c:pt>
                <c:pt idx="1944">
                  <c:v>1317.2739999999999</c:v>
                </c:pt>
                <c:pt idx="1945">
                  <c:v>1234.9050000000011</c:v>
                </c:pt>
                <c:pt idx="1946">
                  <c:v>1286.165</c:v>
                </c:pt>
                <c:pt idx="1947">
                  <c:v>1240.4649999999999</c:v>
                </c:pt>
                <c:pt idx="1948">
                  <c:v>1270.587</c:v>
                </c:pt>
                <c:pt idx="1949">
                  <c:v>1275.8599999999999</c:v>
                </c:pt>
                <c:pt idx="1950">
                  <c:v>1269.7380000000001</c:v>
                </c:pt>
                <c:pt idx="1951">
                  <c:v>1288.289</c:v>
                </c:pt>
                <c:pt idx="1952">
                  <c:v>1288.213</c:v>
                </c:pt>
                <c:pt idx="1953">
                  <c:v>1304.0419999999999</c:v>
                </c:pt>
                <c:pt idx="1954">
                  <c:v>1600.4180000000001</c:v>
                </c:pt>
                <c:pt idx="1955">
                  <c:v>2706.6279999999997</c:v>
                </c:pt>
                <c:pt idx="1956">
                  <c:v>3717.5010000000002</c:v>
                </c:pt>
                <c:pt idx="1957">
                  <c:v>3232.1379999999999</c:v>
                </c:pt>
                <c:pt idx="1958">
                  <c:v>2287.9</c:v>
                </c:pt>
                <c:pt idx="1959">
                  <c:v>2273.3670000000002</c:v>
                </c:pt>
                <c:pt idx="1960">
                  <c:v>2693.6559999999999</c:v>
                </c:pt>
                <c:pt idx="1961">
                  <c:v>2688.002</c:v>
                </c:pt>
                <c:pt idx="1962">
                  <c:v>2990.886</c:v>
                </c:pt>
                <c:pt idx="1963">
                  <c:v>3184.328</c:v>
                </c:pt>
                <c:pt idx="1964">
                  <c:v>3075.7449999999967</c:v>
                </c:pt>
                <c:pt idx="1965">
                  <c:v>3005.9630000000002</c:v>
                </c:pt>
                <c:pt idx="1966">
                  <c:v>3659.654</c:v>
                </c:pt>
                <c:pt idx="1967">
                  <c:v>3926.0810000000001</c:v>
                </c:pt>
                <c:pt idx="1968">
                  <c:v>3066.9470000000001</c:v>
                </c:pt>
                <c:pt idx="1969">
                  <c:v>2348.0070000000001</c:v>
                </c:pt>
                <c:pt idx="1970">
                  <c:v>2132.6459999999997</c:v>
                </c:pt>
                <c:pt idx="1971">
                  <c:v>1907.252</c:v>
                </c:pt>
                <c:pt idx="1972">
                  <c:v>1888.741</c:v>
                </c:pt>
                <c:pt idx="1973">
                  <c:v>2150.3649999999998</c:v>
                </c:pt>
                <c:pt idx="1974">
                  <c:v>2149.0740000000001</c:v>
                </c:pt>
                <c:pt idx="1975">
                  <c:v>1874.846</c:v>
                </c:pt>
                <c:pt idx="1976">
                  <c:v>1676.5319999999999</c:v>
                </c:pt>
                <c:pt idx="1977">
                  <c:v>1567.1729999999998</c:v>
                </c:pt>
                <c:pt idx="1978">
                  <c:v>1655.8909999999998</c:v>
                </c:pt>
                <c:pt idx="1979">
                  <c:v>1504.4649999999999</c:v>
                </c:pt>
                <c:pt idx="1980">
                  <c:v>1314.2539999999999</c:v>
                </c:pt>
                <c:pt idx="1981">
                  <c:v>1235.9170000000001</c:v>
                </c:pt>
                <c:pt idx="1982">
                  <c:v>1215.885</c:v>
                </c:pt>
                <c:pt idx="1983">
                  <c:v>1162.0639999999999</c:v>
                </c:pt>
                <c:pt idx="1984">
                  <c:v>1128.702</c:v>
                </c:pt>
                <c:pt idx="1985">
                  <c:v>1162.675</c:v>
                </c:pt>
                <c:pt idx="1986">
                  <c:v>1130.0729999999999</c:v>
                </c:pt>
                <c:pt idx="1987">
                  <c:v>1088.3879999999999</c:v>
                </c:pt>
                <c:pt idx="1988">
                  <c:v>1038.1189999999999</c:v>
                </c:pt>
                <c:pt idx="1989">
                  <c:v>1035.297</c:v>
                </c:pt>
                <c:pt idx="1990">
                  <c:v>1025.6929999999998</c:v>
                </c:pt>
                <c:pt idx="1991">
                  <c:v>1001.072</c:v>
                </c:pt>
                <c:pt idx="1992">
                  <c:v>983.14789999999948</c:v>
                </c:pt>
                <c:pt idx="1993">
                  <c:v>961.3310999999992</c:v>
                </c:pt>
                <c:pt idx="1994">
                  <c:v>934.60979999999995</c:v>
                </c:pt>
                <c:pt idx="1995">
                  <c:v>933.70989999999995</c:v>
                </c:pt>
                <c:pt idx="1996">
                  <c:v>987.0308</c:v>
                </c:pt>
                <c:pt idx="1997">
                  <c:v>1118.3439999999998</c:v>
                </c:pt>
                <c:pt idx="1998">
                  <c:v>1173.1109999999999</c:v>
                </c:pt>
                <c:pt idx="1999">
                  <c:v>1056.4160000000011</c:v>
                </c:pt>
                <c:pt idx="2000">
                  <c:v>936.03139999999996</c:v>
                </c:pt>
                <c:pt idx="2001">
                  <c:v>900.99980000000005</c:v>
                </c:pt>
                <c:pt idx="2002">
                  <c:v>904.28820000000053</c:v>
                </c:pt>
                <c:pt idx="2003">
                  <c:v>903.10680000000002</c:v>
                </c:pt>
                <c:pt idx="2004">
                  <c:v>883.64</c:v>
                </c:pt>
                <c:pt idx="2005">
                  <c:v>838.37540000000001</c:v>
                </c:pt>
                <c:pt idx="2006">
                  <c:v>805.41769999999906</c:v>
                </c:pt>
                <c:pt idx="2007">
                  <c:v>821.99380000000053</c:v>
                </c:pt>
                <c:pt idx="2008">
                  <c:v>848.90719999999919</c:v>
                </c:pt>
                <c:pt idx="2009">
                  <c:v>815.04880000000003</c:v>
                </c:pt>
                <c:pt idx="2010">
                  <c:v>725.63059999999996</c:v>
                </c:pt>
                <c:pt idx="2011">
                  <c:v>671.26369999999997</c:v>
                </c:pt>
                <c:pt idx="2012">
                  <c:v>659.14139999999998</c:v>
                </c:pt>
                <c:pt idx="2013">
                  <c:v>635.14609999999948</c:v>
                </c:pt>
                <c:pt idx="2014">
                  <c:v>606.01170000000002</c:v>
                </c:pt>
                <c:pt idx="2015">
                  <c:v>600.38940000000002</c:v>
                </c:pt>
                <c:pt idx="2016">
                  <c:v>618.73739999999998</c:v>
                </c:pt>
                <c:pt idx="2017">
                  <c:v>630.85049999999933</c:v>
                </c:pt>
                <c:pt idx="2018">
                  <c:v>618.18400000000054</c:v>
                </c:pt>
                <c:pt idx="2019">
                  <c:v>590.48469999999998</c:v>
                </c:pt>
                <c:pt idx="2020">
                  <c:v>565.22810000000004</c:v>
                </c:pt>
                <c:pt idx="2021">
                  <c:v>549.45889999999997</c:v>
                </c:pt>
                <c:pt idx="2022">
                  <c:v>543.17780000000005</c:v>
                </c:pt>
                <c:pt idx="2023">
                  <c:v>541.65759999999921</c:v>
                </c:pt>
                <c:pt idx="2024">
                  <c:v>570.67460000000005</c:v>
                </c:pt>
                <c:pt idx="2025">
                  <c:v>744.34539999999947</c:v>
                </c:pt>
                <c:pt idx="2026">
                  <c:v>1047.827</c:v>
                </c:pt>
                <c:pt idx="2027">
                  <c:v>1100.9580000000001</c:v>
                </c:pt>
                <c:pt idx="2028">
                  <c:v>810.62530000000004</c:v>
                </c:pt>
                <c:pt idx="2029">
                  <c:v>615.88869999999997</c:v>
                </c:pt>
                <c:pt idx="2030">
                  <c:v>600.56179999999949</c:v>
                </c:pt>
                <c:pt idx="2031">
                  <c:v>573.42089999999996</c:v>
                </c:pt>
                <c:pt idx="2032">
                  <c:v>554.20010000000002</c:v>
                </c:pt>
                <c:pt idx="2033">
                  <c:v>546.04139999999938</c:v>
                </c:pt>
                <c:pt idx="2034">
                  <c:v>542.42909999999949</c:v>
                </c:pt>
                <c:pt idx="2035">
                  <c:v>545.51490000000001</c:v>
                </c:pt>
                <c:pt idx="2036">
                  <c:v>535.35109999999906</c:v>
                </c:pt>
                <c:pt idx="2037">
                  <c:v>512.67409999999995</c:v>
                </c:pt>
                <c:pt idx="2038">
                  <c:v>490.89009999999968</c:v>
                </c:pt>
                <c:pt idx="2039">
                  <c:v>493.29389999999961</c:v>
                </c:pt>
                <c:pt idx="2040">
                  <c:v>566.88369999999998</c:v>
                </c:pt>
                <c:pt idx="2041">
                  <c:v>755.34679999999946</c:v>
                </c:pt>
                <c:pt idx="2042">
                  <c:v>952.26709999999946</c:v>
                </c:pt>
                <c:pt idx="2043">
                  <c:v>1018.639</c:v>
                </c:pt>
                <c:pt idx="2044">
                  <c:v>942.79190000000051</c:v>
                </c:pt>
                <c:pt idx="2045">
                  <c:v>894.26580000000001</c:v>
                </c:pt>
                <c:pt idx="2046">
                  <c:v>898.37159999999949</c:v>
                </c:pt>
                <c:pt idx="2047">
                  <c:v>869.8</c:v>
                </c:pt>
                <c:pt idx="2048">
                  <c:v>821.18330000000094</c:v>
                </c:pt>
                <c:pt idx="2049">
                  <c:v>771.89340000000004</c:v>
                </c:pt>
                <c:pt idx="2050">
                  <c:v>723.66639999999938</c:v>
                </c:pt>
                <c:pt idx="2051">
                  <c:v>691.90570000000002</c:v>
                </c:pt>
                <c:pt idx="2052">
                  <c:v>671.76089999999999</c:v>
                </c:pt>
                <c:pt idx="2053">
                  <c:v>647.58140000000003</c:v>
                </c:pt>
                <c:pt idx="2054">
                  <c:v>628.91830000000004</c:v>
                </c:pt>
                <c:pt idx="2055">
                  <c:v>622.5416999999992</c:v>
                </c:pt>
                <c:pt idx="2056">
                  <c:v>616.38130000000001</c:v>
                </c:pt>
                <c:pt idx="2057">
                  <c:v>616.75670000000002</c:v>
                </c:pt>
                <c:pt idx="2058">
                  <c:v>614.9085</c:v>
                </c:pt>
                <c:pt idx="2059">
                  <c:v>629.03030000000001</c:v>
                </c:pt>
                <c:pt idx="2060">
                  <c:v>625.63430000000005</c:v>
                </c:pt>
                <c:pt idx="2061">
                  <c:v>610.24759999999947</c:v>
                </c:pt>
                <c:pt idx="2062">
                  <c:v>612.10749999999996</c:v>
                </c:pt>
                <c:pt idx="2063">
                  <c:v>603.05589999999938</c:v>
                </c:pt>
                <c:pt idx="2064">
                  <c:v>599.01239999999996</c:v>
                </c:pt>
                <c:pt idx="2065">
                  <c:v>600.88589999999999</c:v>
                </c:pt>
                <c:pt idx="2066">
                  <c:v>592.40309999999999</c:v>
                </c:pt>
                <c:pt idx="2067">
                  <c:v>578.75890000000004</c:v>
                </c:pt>
                <c:pt idx="2068">
                  <c:v>564.94370000000004</c:v>
                </c:pt>
                <c:pt idx="2069">
                  <c:v>573.29970000000094</c:v>
                </c:pt>
                <c:pt idx="2070">
                  <c:v>566.97680000000003</c:v>
                </c:pt>
                <c:pt idx="2071">
                  <c:v>554.85219999999879</c:v>
                </c:pt>
                <c:pt idx="2072">
                  <c:v>537.65530000000001</c:v>
                </c:pt>
                <c:pt idx="2073">
                  <c:v>523.69650000000001</c:v>
                </c:pt>
                <c:pt idx="2074">
                  <c:v>520.30159999999921</c:v>
                </c:pt>
                <c:pt idx="2075">
                  <c:v>530.74599999999998</c:v>
                </c:pt>
                <c:pt idx="2076">
                  <c:v>545.08820000000003</c:v>
                </c:pt>
                <c:pt idx="2077">
                  <c:v>550.76779999999997</c:v>
                </c:pt>
                <c:pt idx="2078">
                  <c:v>554.72199999999998</c:v>
                </c:pt>
                <c:pt idx="2079">
                  <c:v>561.30830000000003</c:v>
                </c:pt>
                <c:pt idx="2080">
                  <c:v>560.22810000000004</c:v>
                </c:pt>
                <c:pt idx="2081">
                  <c:v>545.88289999999949</c:v>
                </c:pt>
                <c:pt idx="2082">
                  <c:v>541.14329999999939</c:v>
                </c:pt>
                <c:pt idx="2083">
                  <c:v>542.05409999999949</c:v>
                </c:pt>
                <c:pt idx="2084">
                  <c:v>540.87919999999997</c:v>
                </c:pt>
                <c:pt idx="2085">
                  <c:v>536.10580000000004</c:v>
                </c:pt>
                <c:pt idx="2086">
                  <c:v>540.13159999999948</c:v>
                </c:pt>
                <c:pt idx="2087">
                  <c:v>557.02269999999919</c:v>
                </c:pt>
                <c:pt idx="2088">
                  <c:v>574.08640000000003</c:v>
                </c:pt>
                <c:pt idx="2089">
                  <c:v>626.88580000000002</c:v>
                </c:pt>
                <c:pt idx="2090">
                  <c:v>688.34989999999948</c:v>
                </c:pt>
                <c:pt idx="2091">
                  <c:v>691.60490000000004</c:v>
                </c:pt>
                <c:pt idx="2092">
                  <c:v>654.73469999999998</c:v>
                </c:pt>
                <c:pt idx="2093">
                  <c:v>627.65880000000004</c:v>
                </c:pt>
                <c:pt idx="2094">
                  <c:v>613.62659999999948</c:v>
                </c:pt>
                <c:pt idx="2095">
                  <c:v>604.03970000000004</c:v>
                </c:pt>
                <c:pt idx="2096">
                  <c:v>614.29549999999995</c:v>
                </c:pt>
                <c:pt idx="2097">
                  <c:v>614.29780000000005</c:v>
                </c:pt>
                <c:pt idx="2098">
                  <c:v>611.8288</c:v>
                </c:pt>
                <c:pt idx="2099">
                  <c:v>608.62739999999997</c:v>
                </c:pt>
                <c:pt idx="2100">
                  <c:v>599.82299999999907</c:v>
                </c:pt>
                <c:pt idx="2101">
                  <c:v>594.0385</c:v>
                </c:pt>
                <c:pt idx="2102">
                  <c:v>609.24329999999998</c:v>
                </c:pt>
                <c:pt idx="2103">
                  <c:v>616.91300000000001</c:v>
                </c:pt>
                <c:pt idx="2104">
                  <c:v>633.59410000000003</c:v>
                </c:pt>
                <c:pt idx="2105">
                  <c:v>649.23749999999939</c:v>
                </c:pt>
                <c:pt idx="2106">
                  <c:v>650.37919999999997</c:v>
                </c:pt>
                <c:pt idx="2107">
                  <c:v>652.38959999999997</c:v>
                </c:pt>
                <c:pt idx="2108">
                  <c:v>649.66859999999997</c:v>
                </c:pt>
                <c:pt idx="2109">
                  <c:v>644.10929999999996</c:v>
                </c:pt>
                <c:pt idx="2110">
                  <c:v>637.45619999999906</c:v>
                </c:pt>
                <c:pt idx="2111">
                  <c:v>632.63729999999907</c:v>
                </c:pt>
                <c:pt idx="2112">
                  <c:v>624.66209999999921</c:v>
                </c:pt>
                <c:pt idx="2113">
                  <c:v>616.40239999999949</c:v>
                </c:pt>
                <c:pt idx="2114">
                  <c:v>607.37139999999999</c:v>
                </c:pt>
                <c:pt idx="2115">
                  <c:v>598.91849999999999</c:v>
                </c:pt>
                <c:pt idx="2116">
                  <c:v>591.2722</c:v>
                </c:pt>
                <c:pt idx="2117">
                  <c:v>583.66409999999996</c:v>
                </c:pt>
                <c:pt idx="2118">
                  <c:v>575.11259999999947</c:v>
                </c:pt>
                <c:pt idx="2119">
                  <c:v>570.12490000000003</c:v>
                </c:pt>
                <c:pt idx="2120">
                  <c:v>567.64699999999948</c:v>
                </c:pt>
                <c:pt idx="2121">
                  <c:v>559.64970000000005</c:v>
                </c:pt>
                <c:pt idx="2122">
                  <c:v>551.66890000000001</c:v>
                </c:pt>
                <c:pt idx="2123">
                  <c:v>545.92169999999919</c:v>
                </c:pt>
                <c:pt idx="2124">
                  <c:v>543.02279999999996</c:v>
                </c:pt>
                <c:pt idx="2125">
                  <c:v>547.57669999999996</c:v>
                </c:pt>
                <c:pt idx="2126">
                  <c:v>554.21780000000001</c:v>
                </c:pt>
                <c:pt idx="2127">
                  <c:v>546.02599999999939</c:v>
                </c:pt>
                <c:pt idx="2128">
                  <c:v>542.33259999999905</c:v>
                </c:pt>
                <c:pt idx="2129">
                  <c:v>536.09490000000005</c:v>
                </c:pt>
                <c:pt idx="2130">
                  <c:v>530.24810000000002</c:v>
                </c:pt>
                <c:pt idx="2131">
                  <c:v>525.52739999999949</c:v>
                </c:pt>
                <c:pt idx="2132">
                  <c:v>519.99369999999999</c:v>
                </c:pt>
                <c:pt idx="2133">
                  <c:v>514.20350000000053</c:v>
                </c:pt>
                <c:pt idx="2134">
                  <c:v>509.0258</c:v>
                </c:pt>
                <c:pt idx="2135">
                  <c:v>502.90230000000003</c:v>
                </c:pt>
                <c:pt idx="2136">
                  <c:v>497.95139999999935</c:v>
                </c:pt>
                <c:pt idx="2137">
                  <c:v>490.71889999999968</c:v>
                </c:pt>
                <c:pt idx="2138">
                  <c:v>482.87189999999993</c:v>
                </c:pt>
                <c:pt idx="2139">
                  <c:v>477.17280000000034</c:v>
                </c:pt>
                <c:pt idx="2140">
                  <c:v>468.56099999999969</c:v>
                </c:pt>
                <c:pt idx="2141">
                  <c:v>462.09989999999999</c:v>
                </c:pt>
                <c:pt idx="2142">
                  <c:v>458.91509999999954</c:v>
                </c:pt>
                <c:pt idx="2143">
                  <c:v>465.64870000000002</c:v>
                </c:pt>
                <c:pt idx="2144">
                  <c:v>495.47589999999968</c:v>
                </c:pt>
                <c:pt idx="2145">
                  <c:v>527.9819</c:v>
                </c:pt>
                <c:pt idx="2146">
                  <c:v>566.9588</c:v>
                </c:pt>
                <c:pt idx="2147">
                  <c:v>624.67600000000004</c:v>
                </c:pt>
                <c:pt idx="2148">
                  <c:v>912.6019</c:v>
                </c:pt>
                <c:pt idx="2149">
                  <c:v>1261.2270000000001</c:v>
                </c:pt>
                <c:pt idx="2150">
                  <c:v>1649.8789999999999</c:v>
                </c:pt>
                <c:pt idx="2151">
                  <c:v>1926.367</c:v>
                </c:pt>
                <c:pt idx="2152">
                  <c:v>2442.587</c:v>
                </c:pt>
                <c:pt idx="2153">
                  <c:v>3604.779</c:v>
                </c:pt>
                <c:pt idx="2154">
                  <c:v>4316.4939999999997</c:v>
                </c:pt>
                <c:pt idx="2155">
                  <c:v>3788.1279999999997</c:v>
                </c:pt>
                <c:pt idx="2156">
                  <c:v>2712.8780000000002</c:v>
                </c:pt>
                <c:pt idx="2157">
                  <c:v>2385.8130000000028</c:v>
                </c:pt>
                <c:pt idx="2158">
                  <c:v>2344.0369999999998</c:v>
                </c:pt>
                <c:pt idx="2159">
                  <c:v>2260.4150000000022</c:v>
                </c:pt>
                <c:pt idx="2160">
                  <c:v>2335.3240000000001</c:v>
                </c:pt>
                <c:pt idx="2161">
                  <c:v>2884.4859999999999</c:v>
                </c:pt>
                <c:pt idx="2162">
                  <c:v>3324.0050000000001</c:v>
                </c:pt>
                <c:pt idx="2163">
                  <c:v>3312.866</c:v>
                </c:pt>
                <c:pt idx="2164">
                  <c:v>2617.8000000000002</c:v>
                </c:pt>
                <c:pt idx="2165">
                  <c:v>2363.4450000000002</c:v>
                </c:pt>
                <c:pt idx="2166">
                  <c:v>2358.9279999999999</c:v>
                </c:pt>
                <c:pt idx="2167">
                  <c:v>2205.8760000000002</c:v>
                </c:pt>
                <c:pt idx="2168">
                  <c:v>1914.787</c:v>
                </c:pt>
                <c:pt idx="2169">
                  <c:v>1717.0929999999998</c:v>
                </c:pt>
                <c:pt idx="2170">
                  <c:v>1561.403</c:v>
                </c:pt>
                <c:pt idx="2171">
                  <c:v>1425.549</c:v>
                </c:pt>
                <c:pt idx="2172">
                  <c:v>1307.29</c:v>
                </c:pt>
                <c:pt idx="2173">
                  <c:v>1230.258</c:v>
                </c:pt>
                <c:pt idx="2174">
                  <c:v>1181.1439999999998</c:v>
                </c:pt>
                <c:pt idx="2175">
                  <c:v>1137.2750000000001</c:v>
                </c:pt>
                <c:pt idx="2176">
                  <c:v>1096.47</c:v>
                </c:pt>
                <c:pt idx="2177">
                  <c:v>1062.0729999999999</c:v>
                </c:pt>
                <c:pt idx="2178">
                  <c:v>1030.278</c:v>
                </c:pt>
                <c:pt idx="2179">
                  <c:v>1006.476</c:v>
                </c:pt>
                <c:pt idx="2180">
                  <c:v>981.36649999999906</c:v>
                </c:pt>
                <c:pt idx="2181">
                  <c:v>958.68679999999995</c:v>
                </c:pt>
                <c:pt idx="2182">
                  <c:v>940.61350000000004</c:v>
                </c:pt>
                <c:pt idx="2183">
                  <c:v>935.62670000000003</c:v>
                </c:pt>
                <c:pt idx="2184">
                  <c:v>932.17280000000005</c:v>
                </c:pt>
                <c:pt idx="2185">
                  <c:v>924.84069999999906</c:v>
                </c:pt>
                <c:pt idx="2186">
                  <c:v>911.9864</c:v>
                </c:pt>
                <c:pt idx="2187">
                  <c:v>905.22670000000005</c:v>
                </c:pt>
                <c:pt idx="2188">
                  <c:v>894.95559999999921</c:v>
                </c:pt>
                <c:pt idx="2189">
                  <c:v>876.48370000000068</c:v>
                </c:pt>
                <c:pt idx="2190">
                  <c:v>853.32979999999998</c:v>
                </c:pt>
                <c:pt idx="2191">
                  <c:v>835.09969999999998</c:v>
                </c:pt>
                <c:pt idx="2192">
                  <c:v>827.93589999999949</c:v>
                </c:pt>
                <c:pt idx="2193">
                  <c:v>823.101</c:v>
                </c:pt>
                <c:pt idx="2194">
                  <c:v>815.30589999999938</c:v>
                </c:pt>
                <c:pt idx="2195">
                  <c:v>802.21799999999996</c:v>
                </c:pt>
                <c:pt idx="2196">
                  <c:v>788.22770000000003</c:v>
                </c:pt>
                <c:pt idx="2197">
                  <c:v>777.76490000000001</c:v>
                </c:pt>
                <c:pt idx="2198">
                  <c:v>781.19550000000004</c:v>
                </c:pt>
                <c:pt idx="2199">
                  <c:v>810.40559999999948</c:v>
                </c:pt>
                <c:pt idx="2200">
                  <c:v>864.06089999999949</c:v>
                </c:pt>
                <c:pt idx="2201">
                  <c:v>878.20609999999999</c:v>
                </c:pt>
                <c:pt idx="2202">
                  <c:v>842.17319999999995</c:v>
                </c:pt>
                <c:pt idx="2203">
                  <c:v>855.83269999999902</c:v>
                </c:pt>
                <c:pt idx="2204">
                  <c:v>946.69780000000003</c:v>
                </c:pt>
                <c:pt idx="2205">
                  <c:v>1018.958</c:v>
                </c:pt>
                <c:pt idx="2206">
                  <c:v>982.65809999999999</c:v>
                </c:pt>
                <c:pt idx="2207">
                  <c:v>880.62199999999996</c:v>
                </c:pt>
                <c:pt idx="2208">
                  <c:v>801.84629999999902</c:v>
                </c:pt>
                <c:pt idx="2209">
                  <c:v>766.61900000000003</c:v>
                </c:pt>
                <c:pt idx="2210">
                  <c:v>750.67340000000081</c:v>
                </c:pt>
                <c:pt idx="2211">
                  <c:v>738.01249999999948</c:v>
                </c:pt>
                <c:pt idx="2212">
                  <c:v>726.77769999999998</c:v>
                </c:pt>
                <c:pt idx="2213">
                  <c:v>719.47289999999998</c:v>
                </c:pt>
                <c:pt idx="2214">
                  <c:v>714.97349999999994</c:v>
                </c:pt>
                <c:pt idx="2215">
                  <c:v>709.62480000000005</c:v>
                </c:pt>
                <c:pt idx="2216">
                  <c:v>704.1272999999992</c:v>
                </c:pt>
                <c:pt idx="2217">
                  <c:v>698.28189999999995</c:v>
                </c:pt>
                <c:pt idx="2218">
                  <c:v>689.5761</c:v>
                </c:pt>
                <c:pt idx="2219">
                  <c:v>678.58190000000002</c:v>
                </c:pt>
                <c:pt idx="2220">
                  <c:v>667.25670000000002</c:v>
                </c:pt>
                <c:pt idx="2221">
                  <c:v>656.26</c:v>
                </c:pt>
                <c:pt idx="2222">
                  <c:v>646.42579999999998</c:v>
                </c:pt>
                <c:pt idx="2223">
                  <c:v>637.35929999999905</c:v>
                </c:pt>
                <c:pt idx="2224">
                  <c:v>629.4528999999992</c:v>
                </c:pt>
                <c:pt idx="2225">
                  <c:v>621.9855</c:v>
                </c:pt>
                <c:pt idx="2226">
                  <c:v>615.04570000000001</c:v>
                </c:pt>
                <c:pt idx="2227">
                  <c:v>608.80459999999948</c:v>
                </c:pt>
                <c:pt idx="2228">
                  <c:v>602.33909999999946</c:v>
                </c:pt>
                <c:pt idx="2229">
                  <c:v>614.60550000000001</c:v>
                </c:pt>
                <c:pt idx="2230">
                  <c:v>675.09829999999999</c:v>
                </c:pt>
                <c:pt idx="2231">
                  <c:v>741.43809999999996</c:v>
                </c:pt>
                <c:pt idx="2232">
                  <c:v>725.05579999999998</c:v>
                </c:pt>
                <c:pt idx="2233">
                  <c:v>647.42349999999999</c:v>
                </c:pt>
                <c:pt idx="2234">
                  <c:v>608.07890000000054</c:v>
                </c:pt>
                <c:pt idx="2235">
                  <c:v>586.74350000000004</c:v>
                </c:pt>
                <c:pt idx="2236">
                  <c:v>567.73680000000002</c:v>
                </c:pt>
                <c:pt idx="2237">
                  <c:v>557.53589999999997</c:v>
                </c:pt>
                <c:pt idx="2238">
                  <c:v>537.45409999999947</c:v>
                </c:pt>
                <c:pt idx="2239">
                  <c:v>525.91589999999997</c:v>
                </c:pt>
                <c:pt idx="2240">
                  <c:v>517.29930000000081</c:v>
                </c:pt>
                <c:pt idx="2241">
                  <c:v>514.28060000000005</c:v>
                </c:pt>
                <c:pt idx="2242">
                  <c:v>497.16480000000047</c:v>
                </c:pt>
                <c:pt idx="2243">
                  <c:v>490.89440000000002</c:v>
                </c:pt>
                <c:pt idx="2244">
                  <c:v>485.74740000000008</c:v>
                </c:pt>
                <c:pt idx="2245">
                  <c:v>483.33829999999961</c:v>
                </c:pt>
                <c:pt idx="2246">
                  <c:v>476.26940000000002</c:v>
                </c:pt>
                <c:pt idx="2247">
                  <c:v>467.73809999999935</c:v>
                </c:pt>
                <c:pt idx="2248">
                  <c:v>458.30759999999964</c:v>
                </c:pt>
                <c:pt idx="2249">
                  <c:v>452.89609999999954</c:v>
                </c:pt>
                <c:pt idx="2250">
                  <c:v>458.39769999999999</c:v>
                </c:pt>
                <c:pt idx="2251">
                  <c:v>472.80259999999993</c:v>
                </c:pt>
                <c:pt idx="2252">
                  <c:v>571.35530000000006</c:v>
                </c:pt>
                <c:pt idx="2253">
                  <c:v>939.15099999999939</c:v>
                </c:pt>
                <c:pt idx="2254">
                  <c:v>1309.922</c:v>
                </c:pt>
                <c:pt idx="2255">
                  <c:v>1136.3209999999999</c:v>
                </c:pt>
                <c:pt idx="2256">
                  <c:v>752.59699999999998</c:v>
                </c:pt>
                <c:pt idx="2257">
                  <c:v>650.072</c:v>
                </c:pt>
                <c:pt idx="2258">
                  <c:v>624.06689999999946</c:v>
                </c:pt>
                <c:pt idx="2259">
                  <c:v>575.94179999999949</c:v>
                </c:pt>
                <c:pt idx="2260">
                  <c:v>552.20669999999996</c:v>
                </c:pt>
                <c:pt idx="2261">
                  <c:v>535.88779999999997</c:v>
                </c:pt>
                <c:pt idx="2262">
                  <c:v>523.55899999999997</c:v>
                </c:pt>
                <c:pt idx="2263">
                  <c:v>528.12279999999998</c:v>
                </c:pt>
                <c:pt idx="2264">
                  <c:v>568.96029999999905</c:v>
                </c:pt>
                <c:pt idx="2265">
                  <c:v>572.85239999999919</c:v>
                </c:pt>
                <c:pt idx="2266">
                  <c:v>677.32889999999998</c:v>
                </c:pt>
                <c:pt idx="2267">
                  <c:v>742.30129999999906</c:v>
                </c:pt>
                <c:pt idx="2268">
                  <c:v>762.6105</c:v>
                </c:pt>
                <c:pt idx="2269">
                  <c:v>739.17580000000055</c:v>
                </c:pt>
                <c:pt idx="2270">
                  <c:v>667.37580000000003</c:v>
                </c:pt>
                <c:pt idx="2271">
                  <c:v>616.63390000000004</c:v>
                </c:pt>
                <c:pt idx="2272">
                  <c:v>594.32979999999998</c:v>
                </c:pt>
                <c:pt idx="2273">
                  <c:v>587.27919999999995</c:v>
                </c:pt>
                <c:pt idx="2274">
                  <c:v>590.82219999999882</c:v>
                </c:pt>
                <c:pt idx="2275">
                  <c:v>592.14789999999948</c:v>
                </c:pt>
                <c:pt idx="2276">
                  <c:v>590.31289999999933</c:v>
                </c:pt>
                <c:pt idx="2277">
                  <c:v>585.29629999999997</c:v>
                </c:pt>
                <c:pt idx="2278">
                  <c:v>582.76070000000004</c:v>
                </c:pt>
                <c:pt idx="2279">
                  <c:v>593.90089999999998</c:v>
                </c:pt>
                <c:pt idx="2280">
                  <c:v>597.14789999999948</c:v>
                </c:pt>
                <c:pt idx="2281">
                  <c:v>574.77280000000053</c:v>
                </c:pt>
                <c:pt idx="2282">
                  <c:v>573.06849999999997</c:v>
                </c:pt>
                <c:pt idx="2283">
                  <c:v>557.77919999999995</c:v>
                </c:pt>
                <c:pt idx="2284">
                  <c:v>547.2817000000008</c:v>
                </c:pt>
                <c:pt idx="2285">
                  <c:v>524.8904</c:v>
                </c:pt>
                <c:pt idx="2286">
                  <c:v>497.1875</c:v>
                </c:pt>
                <c:pt idx="2287">
                  <c:v>498.17309999999969</c:v>
                </c:pt>
                <c:pt idx="2288">
                  <c:v>507.09909999999968</c:v>
                </c:pt>
                <c:pt idx="2289">
                  <c:v>515.13149999999996</c:v>
                </c:pt>
                <c:pt idx="2290">
                  <c:v>524.88040000000001</c:v>
                </c:pt>
                <c:pt idx="2291">
                  <c:v>533.56059999999934</c:v>
                </c:pt>
                <c:pt idx="2292">
                  <c:v>538.0656999999992</c:v>
                </c:pt>
                <c:pt idx="2293">
                  <c:v>544.05919999999946</c:v>
                </c:pt>
                <c:pt idx="2294">
                  <c:v>566.17490000000055</c:v>
                </c:pt>
                <c:pt idx="2295">
                  <c:v>595.35489999999947</c:v>
                </c:pt>
                <c:pt idx="2296">
                  <c:v>615.50030000000004</c:v>
                </c:pt>
                <c:pt idx="2297">
                  <c:v>628.26900000000001</c:v>
                </c:pt>
                <c:pt idx="2298">
                  <c:v>645.0059</c:v>
                </c:pt>
                <c:pt idx="2299">
                  <c:v>664.49099999999999</c:v>
                </c:pt>
                <c:pt idx="2300">
                  <c:v>677.58540000000005</c:v>
                </c:pt>
                <c:pt idx="2301">
                  <c:v>674.70809999999994</c:v>
                </c:pt>
                <c:pt idx="2302">
                  <c:v>660.34999999999934</c:v>
                </c:pt>
                <c:pt idx="2303">
                  <c:v>653.5557</c:v>
                </c:pt>
                <c:pt idx="2304">
                  <c:v>657.52199999999948</c:v>
                </c:pt>
                <c:pt idx="2305">
                  <c:v>675.24639999999999</c:v>
                </c:pt>
                <c:pt idx="2306">
                  <c:v>698.77370000000099</c:v>
                </c:pt>
                <c:pt idx="2307">
                  <c:v>740.25969999999938</c:v>
                </c:pt>
                <c:pt idx="2308">
                  <c:v>822.6232</c:v>
                </c:pt>
                <c:pt idx="2309">
                  <c:v>891.95309999999949</c:v>
                </c:pt>
                <c:pt idx="2310">
                  <c:v>872.73</c:v>
                </c:pt>
                <c:pt idx="2311">
                  <c:v>814.6834000000008</c:v>
                </c:pt>
                <c:pt idx="2312">
                  <c:v>801.73429999999996</c:v>
                </c:pt>
                <c:pt idx="2313">
                  <c:v>803.53609999999946</c:v>
                </c:pt>
                <c:pt idx="2314">
                  <c:v>796.5022999999992</c:v>
                </c:pt>
                <c:pt idx="2315">
                  <c:v>799.89549999999997</c:v>
                </c:pt>
                <c:pt idx="2316">
                  <c:v>851.88189999999997</c:v>
                </c:pt>
                <c:pt idx="2317">
                  <c:v>1033.4829999999999</c:v>
                </c:pt>
                <c:pt idx="2318">
                  <c:v>1123.4770000000001</c:v>
                </c:pt>
                <c:pt idx="2319">
                  <c:v>1037.5839999999998</c:v>
                </c:pt>
                <c:pt idx="2320">
                  <c:v>915.76390000000004</c:v>
                </c:pt>
                <c:pt idx="2321">
                  <c:v>885.48880000000054</c:v>
                </c:pt>
                <c:pt idx="2322">
                  <c:v>835.9307</c:v>
                </c:pt>
                <c:pt idx="2323">
                  <c:v>784.47219999999948</c:v>
                </c:pt>
                <c:pt idx="2324">
                  <c:v>740.22630000000004</c:v>
                </c:pt>
                <c:pt idx="2325">
                  <c:v>724.31109999999933</c:v>
                </c:pt>
                <c:pt idx="2326">
                  <c:v>734.05019999999934</c:v>
                </c:pt>
                <c:pt idx="2327">
                  <c:v>732.62929999999949</c:v>
                </c:pt>
                <c:pt idx="2328">
                  <c:v>713.69650000000001</c:v>
                </c:pt>
                <c:pt idx="2329">
                  <c:v>736.51589999999999</c:v>
                </c:pt>
                <c:pt idx="2330">
                  <c:v>885.59640000000002</c:v>
                </c:pt>
                <c:pt idx="2331">
                  <c:v>1015.3519999999991</c:v>
                </c:pt>
                <c:pt idx="2332">
                  <c:v>978.3818</c:v>
                </c:pt>
                <c:pt idx="2333">
                  <c:v>847.05689999999947</c:v>
                </c:pt>
                <c:pt idx="2334">
                  <c:v>758.86009999999919</c:v>
                </c:pt>
                <c:pt idx="2335">
                  <c:v>716.67930000000081</c:v>
                </c:pt>
                <c:pt idx="2336">
                  <c:v>705.60990000000004</c:v>
                </c:pt>
                <c:pt idx="2337">
                  <c:v>702.68110000000001</c:v>
                </c:pt>
                <c:pt idx="2338">
                  <c:v>705.98860000000002</c:v>
                </c:pt>
                <c:pt idx="2339">
                  <c:v>735.84859999999946</c:v>
                </c:pt>
                <c:pt idx="2340">
                  <c:v>762.71429999999998</c:v>
                </c:pt>
                <c:pt idx="2341">
                  <c:v>763.2627</c:v>
                </c:pt>
                <c:pt idx="2342">
                  <c:v>730.59580000000005</c:v>
                </c:pt>
                <c:pt idx="2343">
                  <c:v>711.84339999999997</c:v>
                </c:pt>
                <c:pt idx="2344">
                  <c:v>728.74659999999949</c:v>
                </c:pt>
                <c:pt idx="2345">
                  <c:v>660.99069999999949</c:v>
                </c:pt>
                <c:pt idx="2346">
                  <c:v>620.20450000000005</c:v>
                </c:pt>
                <c:pt idx="2347">
                  <c:v>594.20719999999949</c:v>
                </c:pt>
                <c:pt idx="2348">
                  <c:v>573.23170000000005</c:v>
                </c:pt>
                <c:pt idx="2349">
                  <c:v>575.44380000000001</c:v>
                </c:pt>
                <c:pt idx="2350">
                  <c:v>606.18920000000003</c:v>
                </c:pt>
                <c:pt idx="2351">
                  <c:v>617.67139999999995</c:v>
                </c:pt>
                <c:pt idx="2352">
                  <c:v>681.88659999999948</c:v>
                </c:pt>
                <c:pt idx="2353">
                  <c:v>942.55559999999946</c:v>
                </c:pt>
                <c:pt idx="2354">
                  <c:v>1324.4380000000001</c:v>
                </c:pt>
                <c:pt idx="2355">
                  <c:v>1313.7329999999999</c:v>
                </c:pt>
                <c:pt idx="2356">
                  <c:v>1086.8799999999999</c:v>
                </c:pt>
                <c:pt idx="2357">
                  <c:v>1045.3009999999999</c:v>
                </c:pt>
                <c:pt idx="2358">
                  <c:v>988.76639999999998</c:v>
                </c:pt>
                <c:pt idx="2359">
                  <c:v>879.40249999999946</c:v>
                </c:pt>
                <c:pt idx="2360">
                  <c:v>805.25779999999997</c:v>
                </c:pt>
                <c:pt idx="2361">
                  <c:v>762.39509999999996</c:v>
                </c:pt>
                <c:pt idx="2362">
                  <c:v>720.08749999999998</c:v>
                </c:pt>
                <c:pt idx="2363">
                  <c:v>716.12670000000003</c:v>
                </c:pt>
                <c:pt idx="2364">
                  <c:v>749.70940000000053</c:v>
                </c:pt>
                <c:pt idx="2365">
                  <c:v>813.55489999999998</c:v>
                </c:pt>
                <c:pt idx="2366">
                  <c:v>891.17110000000002</c:v>
                </c:pt>
                <c:pt idx="2367">
                  <c:v>947.65499999999997</c:v>
                </c:pt>
                <c:pt idx="2368">
                  <c:v>936.13749999999948</c:v>
                </c:pt>
                <c:pt idx="2369">
                  <c:v>907.40199999999948</c:v>
                </c:pt>
                <c:pt idx="2370">
                  <c:v>913.12909999999999</c:v>
                </c:pt>
                <c:pt idx="2371">
                  <c:v>906.80870000000004</c:v>
                </c:pt>
                <c:pt idx="2372">
                  <c:v>840.01289999999949</c:v>
                </c:pt>
                <c:pt idx="2373">
                  <c:v>779.20489999999995</c:v>
                </c:pt>
                <c:pt idx="2374">
                  <c:v>742.76070000000004</c:v>
                </c:pt>
                <c:pt idx="2375">
                  <c:v>682.49759999999947</c:v>
                </c:pt>
                <c:pt idx="2376">
                  <c:v>635.73800000000051</c:v>
                </c:pt>
                <c:pt idx="2377">
                  <c:v>618.9646999999992</c:v>
                </c:pt>
                <c:pt idx="2378">
                  <c:v>600.69219999999996</c:v>
                </c:pt>
                <c:pt idx="2379">
                  <c:v>581.25159999999948</c:v>
                </c:pt>
                <c:pt idx="2380">
                  <c:v>558.86789999999905</c:v>
                </c:pt>
                <c:pt idx="2381">
                  <c:v>522.63229999999919</c:v>
                </c:pt>
                <c:pt idx="2382">
                  <c:v>490.48409999999961</c:v>
                </c:pt>
                <c:pt idx="2383">
                  <c:v>472.69309999999967</c:v>
                </c:pt>
                <c:pt idx="2384">
                  <c:v>458.36460000000034</c:v>
                </c:pt>
                <c:pt idx="2385">
                  <c:v>453.23319999999939</c:v>
                </c:pt>
                <c:pt idx="2386">
                  <c:v>440.91799999999961</c:v>
                </c:pt>
                <c:pt idx="2387">
                  <c:v>437.77699999999953</c:v>
                </c:pt>
                <c:pt idx="2388">
                  <c:v>441.75880000000001</c:v>
                </c:pt>
                <c:pt idx="2389">
                  <c:v>422.9349999999996</c:v>
                </c:pt>
                <c:pt idx="2390">
                  <c:v>409.37450000000001</c:v>
                </c:pt>
                <c:pt idx="2391">
                  <c:v>412.03489999999999</c:v>
                </c:pt>
                <c:pt idx="2392">
                  <c:v>406.85480000000047</c:v>
                </c:pt>
                <c:pt idx="2393">
                  <c:v>391.8218</c:v>
                </c:pt>
                <c:pt idx="2394">
                  <c:v>382.25900000000001</c:v>
                </c:pt>
                <c:pt idx="2395">
                  <c:v>371.92409999999961</c:v>
                </c:pt>
                <c:pt idx="2396">
                  <c:v>372.2722</c:v>
                </c:pt>
                <c:pt idx="2397">
                  <c:v>377.71699999999947</c:v>
                </c:pt>
                <c:pt idx="2398">
                  <c:v>344.6472000000004</c:v>
                </c:pt>
                <c:pt idx="2399">
                  <c:v>346.8082</c:v>
                </c:pt>
                <c:pt idx="2400">
                  <c:v>347.6377</c:v>
                </c:pt>
                <c:pt idx="2401">
                  <c:v>336.17680000000001</c:v>
                </c:pt>
                <c:pt idx="2402">
                  <c:v>316.76080000000002</c:v>
                </c:pt>
                <c:pt idx="2403">
                  <c:v>307.75490000000002</c:v>
                </c:pt>
                <c:pt idx="2404">
                  <c:v>308.29499999999967</c:v>
                </c:pt>
                <c:pt idx="2405">
                  <c:v>325.29829999999947</c:v>
                </c:pt>
                <c:pt idx="2406">
                  <c:v>356.7226</c:v>
                </c:pt>
                <c:pt idx="2407">
                  <c:v>358.5616</c:v>
                </c:pt>
                <c:pt idx="2408">
                  <c:v>349.9658</c:v>
                </c:pt>
                <c:pt idx="2409">
                  <c:v>341.45049999999969</c:v>
                </c:pt>
                <c:pt idx="2410">
                  <c:v>341.84230000000002</c:v>
                </c:pt>
                <c:pt idx="2411">
                  <c:v>342.50609999999961</c:v>
                </c:pt>
                <c:pt idx="2412">
                  <c:v>341.65159999999969</c:v>
                </c:pt>
                <c:pt idx="2413">
                  <c:v>344.81470000000002</c:v>
                </c:pt>
                <c:pt idx="2414">
                  <c:v>350.85739999999993</c:v>
                </c:pt>
                <c:pt idx="2415">
                  <c:v>372.76499999999999</c:v>
                </c:pt>
                <c:pt idx="2416">
                  <c:v>405.11799999999999</c:v>
                </c:pt>
                <c:pt idx="2417">
                  <c:v>438.93599999999935</c:v>
                </c:pt>
                <c:pt idx="2418">
                  <c:v>474.12950000000001</c:v>
                </c:pt>
                <c:pt idx="2419">
                  <c:v>579.03659999999934</c:v>
                </c:pt>
                <c:pt idx="2420">
                  <c:v>778.65259999999921</c:v>
                </c:pt>
                <c:pt idx="2421">
                  <c:v>935.84949999999947</c:v>
                </c:pt>
                <c:pt idx="2422">
                  <c:v>960.06880000000001</c:v>
                </c:pt>
                <c:pt idx="2423">
                  <c:v>910.36359999999934</c:v>
                </c:pt>
                <c:pt idx="2424">
                  <c:v>972.53629999999919</c:v>
                </c:pt>
                <c:pt idx="2425">
                  <c:v>1078.0739999999998</c:v>
                </c:pt>
                <c:pt idx="2426">
                  <c:v>1026.8789999999999</c:v>
                </c:pt>
                <c:pt idx="2427">
                  <c:v>898.64229999999907</c:v>
                </c:pt>
                <c:pt idx="2428">
                  <c:v>834.10530000000051</c:v>
                </c:pt>
                <c:pt idx="2429">
                  <c:v>824.93619999999919</c:v>
                </c:pt>
                <c:pt idx="2430">
                  <c:v>824.5693</c:v>
                </c:pt>
                <c:pt idx="2431">
                  <c:v>814.47130000000004</c:v>
                </c:pt>
                <c:pt idx="2432">
                  <c:v>821.2355</c:v>
                </c:pt>
                <c:pt idx="2433">
                  <c:v>883.24239999999998</c:v>
                </c:pt>
                <c:pt idx="2434">
                  <c:v>986.43959999999947</c:v>
                </c:pt>
                <c:pt idx="2435">
                  <c:v>1058.105</c:v>
                </c:pt>
                <c:pt idx="2436">
                  <c:v>1010.963</c:v>
                </c:pt>
                <c:pt idx="2437">
                  <c:v>911.19090000000051</c:v>
                </c:pt>
                <c:pt idx="2438">
                  <c:v>846.16709999999921</c:v>
                </c:pt>
                <c:pt idx="2439">
                  <c:v>864.11469999999997</c:v>
                </c:pt>
                <c:pt idx="2440">
                  <c:v>1024.952</c:v>
                </c:pt>
                <c:pt idx="2441">
                  <c:v>1252.6019999999999</c:v>
                </c:pt>
                <c:pt idx="2442">
                  <c:v>1246.442</c:v>
                </c:pt>
                <c:pt idx="2443">
                  <c:v>1086.818</c:v>
                </c:pt>
                <c:pt idx="2444">
                  <c:v>995.0829</c:v>
                </c:pt>
                <c:pt idx="2445">
                  <c:v>951.37310000000002</c:v>
                </c:pt>
                <c:pt idx="2446">
                  <c:v>949.78210000000001</c:v>
                </c:pt>
                <c:pt idx="2447">
                  <c:v>1015.797</c:v>
                </c:pt>
                <c:pt idx="2448">
                  <c:v>1120.1469999999999</c:v>
                </c:pt>
                <c:pt idx="2449">
                  <c:v>1131.0899999999999</c:v>
                </c:pt>
                <c:pt idx="2450">
                  <c:v>1058.807</c:v>
                </c:pt>
                <c:pt idx="2451">
                  <c:v>1008.872</c:v>
                </c:pt>
                <c:pt idx="2452">
                  <c:v>987.64469999999949</c:v>
                </c:pt>
                <c:pt idx="2453">
                  <c:v>972.20540000000005</c:v>
                </c:pt>
                <c:pt idx="2454">
                  <c:v>935.81289999999933</c:v>
                </c:pt>
                <c:pt idx="2455">
                  <c:v>887.53689999999949</c:v>
                </c:pt>
                <c:pt idx="2456">
                  <c:v>869.99300000000005</c:v>
                </c:pt>
                <c:pt idx="2457">
                  <c:v>1415.7170000000001</c:v>
                </c:pt>
                <c:pt idx="2458">
                  <c:v>3151.4180000000001</c:v>
                </c:pt>
                <c:pt idx="2459">
                  <c:v>4731.875</c:v>
                </c:pt>
                <c:pt idx="2460">
                  <c:v>4085.7539999999999</c:v>
                </c:pt>
                <c:pt idx="2461">
                  <c:v>2808.9659999999999</c:v>
                </c:pt>
                <c:pt idx="2462">
                  <c:v>3308.0659999999998</c:v>
                </c:pt>
                <c:pt idx="2463">
                  <c:v>4164.1940000000004</c:v>
                </c:pt>
                <c:pt idx="2464">
                  <c:v>3710.5419999999999</c:v>
                </c:pt>
                <c:pt idx="2465">
                  <c:v>2998.3609999999999</c:v>
                </c:pt>
                <c:pt idx="2466">
                  <c:v>2562.6529999999998</c:v>
                </c:pt>
                <c:pt idx="2467">
                  <c:v>2546.3069999999998</c:v>
                </c:pt>
                <c:pt idx="2468">
                  <c:v>2726.9710000000027</c:v>
                </c:pt>
                <c:pt idx="2469">
                  <c:v>2607.1529999999998</c:v>
                </c:pt>
                <c:pt idx="2470">
                  <c:v>2259.7079999999987</c:v>
                </c:pt>
                <c:pt idx="2471">
                  <c:v>2069.288999999997</c:v>
                </c:pt>
                <c:pt idx="2472">
                  <c:v>1951.1699999999998</c:v>
                </c:pt>
                <c:pt idx="2473">
                  <c:v>1821.6509999999998</c:v>
                </c:pt>
                <c:pt idx="2474">
                  <c:v>1709.0039999999999</c:v>
                </c:pt>
                <c:pt idx="2475">
                  <c:v>1582.519</c:v>
                </c:pt>
                <c:pt idx="2476">
                  <c:v>1443.8919999999998</c:v>
                </c:pt>
                <c:pt idx="2477">
                  <c:v>1333.413</c:v>
                </c:pt>
                <c:pt idx="2478">
                  <c:v>1259.5339999999999</c:v>
                </c:pt>
                <c:pt idx="2479">
                  <c:v>1214.548</c:v>
                </c:pt>
                <c:pt idx="2480">
                  <c:v>1177.934</c:v>
                </c:pt>
                <c:pt idx="2481">
                  <c:v>1154.029</c:v>
                </c:pt>
                <c:pt idx="2482">
                  <c:v>1143.376</c:v>
                </c:pt>
                <c:pt idx="2483">
                  <c:v>1133.067</c:v>
                </c:pt>
                <c:pt idx="2484">
                  <c:v>1122.816</c:v>
                </c:pt>
                <c:pt idx="2485">
                  <c:v>1097.6019999999999</c:v>
                </c:pt>
                <c:pt idx="2486">
                  <c:v>1063.0999999999999</c:v>
                </c:pt>
                <c:pt idx="2487">
                  <c:v>1030.9290000000001</c:v>
                </c:pt>
                <c:pt idx="2488">
                  <c:v>1002.119</c:v>
                </c:pt>
                <c:pt idx="2489">
                  <c:v>986.48540000000003</c:v>
                </c:pt>
                <c:pt idx="2490">
                  <c:v>1026.088</c:v>
                </c:pt>
                <c:pt idx="2491">
                  <c:v>1278.1899999999998</c:v>
                </c:pt>
                <c:pt idx="2492">
                  <c:v>1685.569</c:v>
                </c:pt>
                <c:pt idx="2493">
                  <c:v>1976.9080000000001</c:v>
                </c:pt>
                <c:pt idx="2494">
                  <c:v>2426.6930000000002</c:v>
                </c:pt>
                <c:pt idx="2495">
                  <c:v>3095.0369999999998</c:v>
                </c:pt>
                <c:pt idx="2496">
                  <c:v>3176.8069999999998</c:v>
                </c:pt>
                <c:pt idx="2497">
                  <c:v>2292.5039999999999</c:v>
                </c:pt>
                <c:pt idx="2498">
                  <c:v>1583.3739999999998</c:v>
                </c:pt>
                <c:pt idx="2499">
                  <c:v>1714.6499999999999</c:v>
                </c:pt>
                <c:pt idx="2500">
                  <c:v>2235.498</c:v>
                </c:pt>
                <c:pt idx="2501">
                  <c:v>2720.5239999999999</c:v>
                </c:pt>
                <c:pt idx="2502">
                  <c:v>2271.3679999999999</c:v>
                </c:pt>
                <c:pt idx="2503">
                  <c:v>1743.1129999999998</c:v>
                </c:pt>
                <c:pt idx="2504">
                  <c:v>1596.982</c:v>
                </c:pt>
                <c:pt idx="2505">
                  <c:v>1547.07</c:v>
                </c:pt>
                <c:pt idx="2506">
                  <c:v>1429.546</c:v>
                </c:pt>
                <c:pt idx="2507">
                  <c:v>1367.6949999999986</c:v>
                </c:pt>
                <c:pt idx="2508">
                  <c:v>1302.8329999999999</c:v>
                </c:pt>
                <c:pt idx="2509">
                  <c:v>1249.0239999999999</c:v>
                </c:pt>
                <c:pt idx="2510">
                  <c:v>1211.3419999999999</c:v>
                </c:pt>
                <c:pt idx="2511">
                  <c:v>1177.4110000000001</c:v>
                </c:pt>
                <c:pt idx="2512">
                  <c:v>1144.886</c:v>
                </c:pt>
                <c:pt idx="2513">
                  <c:v>1126.3709999999999</c:v>
                </c:pt>
                <c:pt idx="2514">
                  <c:v>1106.1939999999986</c:v>
                </c:pt>
                <c:pt idx="2515">
                  <c:v>1135.155</c:v>
                </c:pt>
                <c:pt idx="2516">
                  <c:v>1127.2670000000001</c:v>
                </c:pt>
                <c:pt idx="2517">
                  <c:v>1110.4839999999999</c:v>
                </c:pt>
                <c:pt idx="2518">
                  <c:v>1076.2</c:v>
                </c:pt>
                <c:pt idx="2519">
                  <c:v>1052.8599999999999</c:v>
                </c:pt>
                <c:pt idx="2520">
                  <c:v>1027.3499999999999</c:v>
                </c:pt>
                <c:pt idx="2521">
                  <c:v>1005.7990000000005</c:v>
                </c:pt>
                <c:pt idx="2522">
                  <c:v>985.8193</c:v>
                </c:pt>
                <c:pt idx="2523">
                  <c:v>971.25009999999997</c:v>
                </c:pt>
                <c:pt idx="2524">
                  <c:v>954.21780000000001</c:v>
                </c:pt>
                <c:pt idx="2525">
                  <c:v>936.69949999999994</c:v>
                </c:pt>
                <c:pt idx="2526">
                  <c:v>921.65440000000001</c:v>
                </c:pt>
                <c:pt idx="2527">
                  <c:v>909.03530000000001</c:v>
                </c:pt>
                <c:pt idx="2528">
                  <c:v>901.76649999999938</c:v>
                </c:pt>
                <c:pt idx="2529">
                  <c:v>890.7242</c:v>
                </c:pt>
                <c:pt idx="2530">
                  <c:v>1006.2430000000005</c:v>
                </c:pt>
                <c:pt idx="2531">
                  <c:v>1021.405</c:v>
                </c:pt>
                <c:pt idx="2532">
                  <c:v>1091.741</c:v>
                </c:pt>
                <c:pt idx="2533">
                  <c:v>1085.01</c:v>
                </c:pt>
                <c:pt idx="2534">
                  <c:v>1064.2929999999999</c:v>
                </c:pt>
                <c:pt idx="2535">
                  <c:v>986.5317</c:v>
                </c:pt>
                <c:pt idx="2536">
                  <c:v>932.99419999999998</c:v>
                </c:pt>
                <c:pt idx="2537">
                  <c:v>895.42629999999906</c:v>
                </c:pt>
                <c:pt idx="2538">
                  <c:v>873.77640000000054</c:v>
                </c:pt>
                <c:pt idx="2539">
                  <c:v>868.00670000000002</c:v>
                </c:pt>
                <c:pt idx="2540">
                  <c:v>958.79440000000068</c:v>
                </c:pt>
                <c:pt idx="2541">
                  <c:v>1142.9770000000001</c:v>
                </c:pt>
                <c:pt idx="2542">
                  <c:v>1158.57</c:v>
                </c:pt>
                <c:pt idx="2543">
                  <c:v>1160.665</c:v>
                </c:pt>
                <c:pt idx="2544">
                  <c:v>1143.3129999999999</c:v>
                </c:pt>
                <c:pt idx="2545">
                  <c:v>1068.1779999999999</c:v>
                </c:pt>
                <c:pt idx="2546">
                  <c:v>965.85749999999905</c:v>
                </c:pt>
                <c:pt idx="2547">
                  <c:v>914.60080000000005</c:v>
                </c:pt>
                <c:pt idx="2548">
                  <c:v>885.51139999999998</c:v>
                </c:pt>
                <c:pt idx="2549">
                  <c:v>868.23990000000003</c:v>
                </c:pt>
                <c:pt idx="2550">
                  <c:v>853.63239999999996</c:v>
                </c:pt>
                <c:pt idx="2551">
                  <c:v>841.03559999999948</c:v>
                </c:pt>
                <c:pt idx="2552">
                  <c:v>828.60680000000002</c:v>
                </c:pt>
                <c:pt idx="2553">
                  <c:v>823.85409999999933</c:v>
                </c:pt>
                <c:pt idx="2554">
                  <c:v>869.54689999999948</c:v>
                </c:pt>
                <c:pt idx="2555">
                  <c:v>1058.8839999999998</c:v>
                </c:pt>
                <c:pt idx="2556">
                  <c:v>1369.048</c:v>
                </c:pt>
                <c:pt idx="2557">
                  <c:v>1847.2460000000001</c:v>
                </c:pt>
                <c:pt idx="2558">
                  <c:v>2036.0439999999999</c:v>
                </c:pt>
                <c:pt idx="2559">
                  <c:v>1779.751</c:v>
                </c:pt>
                <c:pt idx="2560">
                  <c:v>1245.9670000000001</c:v>
                </c:pt>
                <c:pt idx="2561">
                  <c:v>1019.736</c:v>
                </c:pt>
                <c:pt idx="2562">
                  <c:v>967.01949999999999</c:v>
                </c:pt>
                <c:pt idx="2563">
                  <c:v>908.26199999999949</c:v>
                </c:pt>
                <c:pt idx="2564">
                  <c:v>874.26440000000002</c:v>
                </c:pt>
                <c:pt idx="2565">
                  <c:v>856.72280000000001</c:v>
                </c:pt>
                <c:pt idx="2566">
                  <c:v>839.54639999999949</c:v>
                </c:pt>
                <c:pt idx="2567">
                  <c:v>830.26699999999948</c:v>
                </c:pt>
                <c:pt idx="2568">
                  <c:v>889.42629999999906</c:v>
                </c:pt>
                <c:pt idx="2569">
                  <c:v>910.77149999999995</c:v>
                </c:pt>
                <c:pt idx="2570">
                  <c:v>894.14679999999998</c:v>
                </c:pt>
                <c:pt idx="2571">
                  <c:v>849.98350000000005</c:v>
                </c:pt>
                <c:pt idx="2572">
                  <c:v>813.78400000000067</c:v>
                </c:pt>
                <c:pt idx="2573">
                  <c:v>783.93699999999933</c:v>
                </c:pt>
                <c:pt idx="2574">
                  <c:v>765.21450000000004</c:v>
                </c:pt>
                <c:pt idx="2575">
                  <c:v>823.37189999999998</c:v>
                </c:pt>
                <c:pt idx="2576">
                  <c:v>976.11689999999999</c:v>
                </c:pt>
                <c:pt idx="2577">
                  <c:v>1043.6289999999999</c:v>
                </c:pt>
                <c:pt idx="2578">
                  <c:v>1026.1529999999998</c:v>
                </c:pt>
                <c:pt idx="2579">
                  <c:v>983.2559</c:v>
                </c:pt>
                <c:pt idx="2580">
                  <c:v>945.96259999999882</c:v>
                </c:pt>
                <c:pt idx="2581">
                  <c:v>895.61770000000001</c:v>
                </c:pt>
                <c:pt idx="2582">
                  <c:v>861.83309999999949</c:v>
                </c:pt>
                <c:pt idx="2583">
                  <c:v>812.93459999999948</c:v>
                </c:pt>
                <c:pt idx="2584">
                  <c:v>761.00350000000003</c:v>
                </c:pt>
                <c:pt idx="2585">
                  <c:v>725.93019999999933</c:v>
                </c:pt>
                <c:pt idx="2586">
                  <c:v>699.87189999999998</c:v>
                </c:pt>
                <c:pt idx="2587">
                  <c:v>681.05779999999947</c:v>
                </c:pt>
                <c:pt idx="2588">
                  <c:v>670.78719999999998</c:v>
                </c:pt>
                <c:pt idx="2589">
                  <c:v>666.42769999999905</c:v>
                </c:pt>
                <c:pt idx="2590">
                  <c:v>750.47109999999998</c:v>
                </c:pt>
                <c:pt idx="2591">
                  <c:v>900.71199999999999</c:v>
                </c:pt>
                <c:pt idx="2592">
                  <c:v>1029.3439999999998</c:v>
                </c:pt>
                <c:pt idx="2593">
                  <c:v>1045.973</c:v>
                </c:pt>
                <c:pt idx="2594">
                  <c:v>993.30259999999919</c:v>
                </c:pt>
                <c:pt idx="2595">
                  <c:v>910.03899999999999</c:v>
                </c:pt>
                <c:pt idx="2596">
                  <c:v>852.49670000000003</c:v>
                </c:pt>
                <c:pt idx="2597">
                  <c:v>800.06129999999905</c:v>
                </c:pt>
                <c:pt idx="2598">
                  <c:v>746.62570000000005</c:v>
                </c:pt>
                <c:pt idx="2599">
                  <c:v>709.69370000000094</c:v>
                </c:pt>
                <c:pt idx="2600">
                  <c:v>690.15039999999999</c:v>
                </c:pt>
                <c:pt idx="2601">
                  <c:v>680.05359999999996</c:v>
                </c:pt>
                <c:pt idx="2602">
                  <c:v>673.86409999999921</c:v>
                </c:pt>
                <c:pt idx="2603">
                  <c:v>663.77460000000053</c:v>
                </c:pt>
                <c:pt idx="2604">
                  <c:v>659.77970000000096</c:v>
                </c:pt>
                <c:pt idx="2605">
                  <c:v>737.60159999999996</c:v>
                </c:pt>
                <c:pt idx="2606">
                  <c:v>771.02869999999996</c:v>
                </c:pt>
                <c:pt idx="2607">
                  <c:v>790.40049999999997</c:v>
                </c:pt>
                <c:pt idx="2608">
                  <c:v>738.71600000000001</c:v>
                </c:pt>
                <c:pt idx="2609">
                  <c:v>690.82759999999905</c:v>
                </c:pt>
                <c:pt idx="2610">
                  <c:v>643.20510000000002</c:v>
                </c:pt>
                <c:pt idx="2611">
                  <c:v>618.73910000000001</c:v>
                </c:pt>
                <c:pt idx="2612">
                  <c:v>602.19629999999938</c:v>
                </c:pt>
                <c:pt idx="2613">
                  <c:v>888.18169999999998</c:v>
                </c:pt>
                <c:pt idx="2614">
                  <c:v>1083.779</c:v>
                </c:pt>
                <c:pt idx="2615">
                  <c:v>1027.7170000000001</c:v>
                </c:pt>
                <c:pt idx="2616">
                  <c:v>856.61009999999999</c:v>
                </c:pt>
                <c:pt idx="2617">
                  <c:v>745.27390000000082</c:v>
                </c:pt>
                <c:pt idx="2618">
                  <c:v>685.62619999999947</c:v>
                </c:pt>
                <c:pt idx="2619">
                  <c:v>657.7</c:v>
                </c:pt>
                <c:pt idx="2620">
                  <c:v>653.77760000000001</c:v>
                </c:pt>
                <c:pt idx="2621">
                  <c:v>669.88219999999933</c:v>
                </c:pt>
                <c:pt idx="2622">
                  <c:v>732.87199999999996</c:v>
                </c:pt>
                <c:pt idx="2623">
                  <c:v>1043.5829999999999</c:v>
                </c:pt>
                <c:pt idx="2624">
                  <c:v>1460.6589999999999</c:v>
                </c:pt>
                <c:pt idx="2625">
                  <c:v>1615.2729999999999</c:v>
                </c:pt>
                <c:pt idx="2626">
                  <c:v>1413.921</c:v>
                </c:pt>
                <c:pt idx="2627">
                  <c:v>1268.502</c:v>
                </c:pt>
                <c:pt idx="2628">
                  <c:v>1296.002</c:v>
                </c:pt>
                <c:pt idx="2629">
                  <c:v>1332.3589999999999</c:v>
                </c:pt>
                <c:pt idx="2630">
                  <c:v>1385.0889999999999</c:v>
                </c:pt>
                <c:pt idx="2631">
                  <c:v>1632.046</c:v>
                </c:pt>
                <c:pt idx="2632">
                  <c:v>2164.4850000000001</c:v>
                </c:pt>
                <c:pt idx="2633">
                  <c:v>3015.9900000000002</c:v>
                </c:pt>
                <c:pt idx="2634">
                  <c:v>3401.2679999999987</c:v>
                </c:pt>
                <c:pt idx="2635">
                  <c:v>3173.6579999999999</c:v>
                </c:pt>
                <c:pt idx="2636">
                  <c:v>2626.3620000000001</c:v>
                </c:pt>
                <c:pt idx="2637">
                  <c:v>2331.9920000000002</c:v>
                </c:pt>
                <c:pt idx="2638">
                  <c:v>2506.9569999999999</c:v>
                </c:pt>
                <c:pt idx="2639">
                  <c:v>2128.9050000000002</c:v>
                </c:pt>
                <c:pt idx="2640">
                  <c:v>1508.4060000000011</c:v>
                </c:pt>
                <c:pt idx="2641">
                  <c:v>1340.8019999999999</c:v>
                </c:pt>
                <c:pt idx="2642">
                  <c:v>1275.93</c:v>
                </c:pt>
                <c:pt idx="2643">
                  <c:v>1185.8689999999999</c:v>
                </c:pt>
                <c:pt idx="2644">
                  <c:v>1158.6629999999998</c:v>
                </c:pt>
                <c:pt idx="2645">
                  <c:v>1109.248</c:v>
                </c:pt>
                <c:pt idx="2646">
                  <c:v>1080.557</c:v>
                </c:pt>
                <c:pt idx="2647">
                  <c:v>1059.576</c:v>
                </c:pt>
                <c:pt idx="2648">
                  <c:v>1032.6369999999999</c:v>
                </c:pt>
                <c:pt idx="2649">
                  <c:v>1012.2280000000005</c:v>
                </c:pt>
                <c:pt idx="2650">
                  <c:v>996.83719999999892</c:v>
                </c:pt>
                <c:pt idx="2651">
                  <c:v>985.1463</c:v>
                </c:pt>
                <c:pt idx="2652">
                  <c:v>937.46619999999905</c:v>
                </c:pt>
                <c:pt idx="2653">
                  <c:v>890.87980000000005</c:v>
                </c:pt>
                <c:pt idx="2654">
                  <c:v>863.09180000000003</c:v>
                </c:pt>
                <c:pt idx="2655">
                  <c:v>886.64369999999997</c:v>
                </c:pt>
                <c:pt idx="2656">
                  <c:v>843.66319999999996</c:v>
                </c:pt>
                <c:pt idx="2657">
                  <c:v>828.29400000000055</c:v>
                </c:pt>
                <c:pt idx="2658">
                  <c:v>1253.0839999999998</c:v>
                </c:pt>
                <c:pt idx="2659">
                  <c:v>1456.5229999999999</c:v>
                </c:pt>
                <c:pt idx="2660">
                  <c:v>1363.1639999999998</c:v>
                </c:pt>
                <c:pt idx="2661">
                  <c:v>1057.1979999999999</c:v>
                </c:pt>
                <c:pt idx="2662">
                  <c:v>896.15989999999999</c:v>
                </c:pt>
                <c:pt idx="2663">
                  <c:v>827.17020000000002</c:v>
                </c:pt>
                <c:pt idx="2664">
                  <c:v>780.95859999999948</c:v>
                </c:pt>
                <c:pt idx="2665">
                  <c:v>756.14749999999947</c:v>
                </c:pt>
                <c:pt idx="2666">
                  <c:v>729.82009999999946</c:v>
                </c:pt>
                <c:pt idx="2667">
                  <c:v>714.16229999999905</c:v>
                </c:pt>
                <c:pt idx="2668">
                  <c:v>713.29440000000068</c:v>
                </c:pt>
                <c:pt idx="2669">
                  <c:v>714.17759999999998</c:v>
                </c:pt>
                <c:pt idx="2670">
                  <c:v>711.71579999999994</c:v>
                </c:pt>
                <c:pt idx="2671">
                  <c:v>703.59280000000001</c:v>
                </c:pt>
                <c:pt idx="2672">
                  <c:v>704.99719999999934</c:v>
                </c:pt>
                <c:pt idx="2673">
                  <c:v>718.93139999999948</c:v>
                </c:pt>
                <c:pt idx="2674">
                  <c:v>734.38149999999996</c:v>
                </c:pt>
                <c:pt idx="2675">
                  <c:v>724.97109999999998</c:v>
                </c:pt>
                <c:pt idx="2676">
                  <c:v>729.88869999999997</c:v>
                </c:pt>
                <c:pt idx="2677">
                  <c:v>767.50360000000001</c:v>
                </c:pt>
                <c:pt idx="2678">
                  <c:v>787.90689999999938</c:v>
                </c:pt>
                <c:pt idx="2679">
                  <c:v>762.70510000000002</c:v>
                </c:pt>
                <c:pt idx="2680">
                  <c:v>723.56439999999998</c:v>
                </c:pt>
                <c:pt idx="2681">
                  <c:v>700.23880000000054</c:v>
                </c:pt>
                <c:pt idx="2682">
                  <c:v>689.17860000000053</c:v>
                </c:pt>
                <c:pt idx="2683">
                  <c:v>684.92909999999949</c:v>
                </c:pt>
                <c:pt idx="2684">
                  <c:v>668.35919999999919</c:v>
                </c:pt>
                <c:pt idx="2685">
                  <c:v>656.3079999999992</c:v>
                </c:pt>
                <c:pt idx="2686">
                  <c:v>650.12380000000053</c:v>
                </c:pt>
                <c:pt idx="2687">
                  <c:v>648.72889999999995</c:v>
                </c:pt>
                <c:pt idx="2688">
                  <c:v>659.33529999999905</c:v>
                </c:pt>
                <c:pt idx="2689">
                  <c:v>671.7722</c:v>
                </c:pt>
                <c:pt idx="2690">
                  <c:v>675.49580000000003</c:v>
                </c:pt>
                <c:pt idx="2691">
                  <c:v>669.55370000000005</c:v>
                </c:pt>
                <c:pt idx="2692">
                  <c:v>782.9616999999987</c:v>
                </c:pt>
                <c:pt idx="2693">
                  <c:v>1065.769</c:v>
                </c:pt>
                <c:pt idx="2694">
                  <c:v>1148.777</c:v>
                </c:pt>
                <c:pt idx="2695">
                  <c:v>1061.5539999999999</c:v>
                </c:pt>
                <c:pt idx="2696">
                  <c:v>1009.8349999999994</c:v>
                </c:pt>
                <c:pt idx="2697">
                  <c:v>1043.942</c:v>
                </c:pt>
                <c:pt idx="2698">
                  <c:v>1117.0839999999998</c:v>
                </c:pt>
                <c:pt idx="2699">
                  <c:v>1265.556</c:v>
                </c:pt>
                <c:pt idx="2700">
                  <c:v>1456.759</c:v>
                </c:pt>
                <c:pt idx="2701">
                  <c:v>1474.99</c:v>
                </c:pt>
                <c:pt idx="2702">
                  <c:v>1395.6819999999998</c:v>
                </c:pt>
                <c:pt idx="2703">
                  <c:v>1340.6019999999999</c:v>
                </c:pt>
                <c:pt idx="2704">
                  <c:v>1336.3979999999999</c:v>
                </c:pt>
                <c:pt idx="2705">
                  <c:v>1330.7750000000001</c:v>
                </c:pt>
                <c:pt idx="2706">
                  <c:v>1281.7260000000001</c:v>
                </c:pt>
                <c:pt idx="2707">
                  <c:v>1225.08</c:v>
                </c:pt>
                <c:pt idx="2708">
                  <c:v>1149.348</c:v>
                </c:pt>
                <c:pt idx="2709">
                  <c:v>1047.8389999999999</c:v>
                </c:pt>
                <c:pt idx="2710">
                  <c:v>954.2962</c:v>
                </c:pt>
                <c:pt idx="2711">
                  <c:v>917.96529999999905</c:v>
                </c:pt>
                <c:pt idx="2712">
                  <c:v>885.06529999999907</c:v>
                </c:pt>
                <c:pt idx="2713">
                  <c:v>857.08579999999995</c:v>
                </c:pt>
                <c:pt idx="2714">
                  <c:v>836.75850000000003</c:v>
                </c:pt>
                <c:pt idx="2715">
                  <c:v>797.31539999999939</c:v>
                </c:pt>
                <c:pt idx="2716">
                  <c:v>769.77050000000054</c:v>
                </c:pt>
                <c:pt idx="2717">
                  <c:v>745.48749999999939</c:v>
                </c:pt>
                <c:pt idx="2718">
                  <c:v>730.08910000000003</c:v>
                </c:pt>
                <c:pt idx="2719">
                  <c:v>727.97759999999948</c:v>
                </c:pt>
                <c:pt idx="2720">
                  <c:v>766.95749999999907</c:v>
                </c:pt>
                <c:pt idx="2721">
                  <c:v>835.1771</c:v>
                </c:pt>
                <c:pt idx="2722">
                  <c:v>846.5453</c:v>
                </c:pt>
                <c:pt idx="2723">
                  <c:v>844.07410000000004</c:v>
                </c:pt>
                <c:pt idx="2724">
                  <c:v>850.09890000000053</c:v>
                </c:pt>
                <c:pt idx="2725">
                  <c:v>863.04209999999921</c:v>
                </c:pt>
                <c:pt idx="2726">
                  <c:v>898.86449999999934</c:v>
                </c:pt>
                <c:pt idx="2727">
                  <c:v>935.79639999999995</c:v>
                </c:pt>
                <c:pt idx="2728">
                  <c:v>930.55859999999996</c:v>
                </c:pt>
                <c:pt idx="2729">
                  <c:v>874.24619999999948</c:v>
                </c:pt>
                <c:pt idx="2730">
                  <c:v>827.34109999999919</c:v>
                </c:pt>
                <c:pt idx="2731">
                  <c:v>806.62400000000002</c:v>
                </c:pt>
                <c:pt idx="2732">
                  <c:v>791.01990000000001</c:v>
                </c:pt>
                <c:pt idx="2733">
                  <c:v>778.92579999999998</c:v>
                </c:pt>
                <c:pt idx="2734">
                  <c:v>791.28450000000055</c:v>
                </c:pt>
                <c:pt idx="2735">
                  <c:v>851.88189999999997</c:v>
                </c:pt>
                <c:pt idx="2736">
                  <c:v>1014.4259999999994</c:v>
                </c:pt>
                <c:pt idx="2737">
                  <c:v>1389.1419999999998</c:v>
                </c:pt>
                <c:pt idx="2738">
                  <c:v>1691.37</c:v>
                </c:pt>
                <c:pt idx="2739">
                  <c:v>1584.2929999999999</c:v>
                </c:pt>
                <c:pt idx="2740">
                  <c:v>1240.8539999999998</c:v>
                </c:pt>
                <c:pt idx="2741">
                  <c:v>1081.7170000000001</c:v>
                </c:pt>
                <c:pt idx="2742">
                  <c:v>982.78629999999998</c:v>
                </c:pt>
                <c:pt idx="2743">
                  <c:v>883.25810000000001</c:v>
                </c:pt>
                <c:pt idx="2744">
                  <c:v>813.0856</c:v>
                </c:pt>
                <c:pt idx="2745">
                  <c:v>787.32409999999948</c:v>
                </c:pt>
                <c:pt idx="2746">
                  <c:v>782.51430000000005</c:v>
                </c:pt>
                <c:pt idx="2747">
                  <c:v>790.72829999999999</c:v>
                </c:pt>
                <c:pt idx="2748">
                  <c:v>793.19219999999996</c:v>
                </c:pt>
                <c:pt idx="2749">
                  <c:v>741.82199999999921</c:v>
                </c:pt>
                <c:pt idx="2750">
                  <c:v>691.95139999999947</c:v>
                </c:pt>
                <c:pt idx="2751">
                  <c:v>730.04539999999997</c:v>
                </c:pt>
                <c:pt idx="2752">
                  <c:v>903.12080000000003</c:v>
                </c:pt>
                <c:pt idx="2753">
                  <c:v>1027.8699999999999</c:v>
                </c:pt>
                <c:pt idx="2754">
                  <c:v>953.74180000000001</c:v>
                </c:pt>
                <c:pt idx="2755">
                  <c:v>827.83639999999946</c:v>
                </c:pt>
                <c:pt idx="2756">
                  <c:v>775.45589999999947</c:v>
                </c:pt>
                <c:pt idx="2757">
                  <c:v>742.35619999999892</c:v>
                </c:pt>
                <c:pt idx="2758">
                  <c:v>697.46569999999906</c:v>
                </c:pt>
                <c:pt idx="2759">
                  <c:v>664.3020999999992</c:v>
                </c:pt>
                <c:pt idx="2760">
                  <c:v>637.67190000000005</c:v>
                </c:pt>
                <c:pt idx="2761">
                  <c:v>614.46029999999905</c:v>
                </c:pt>
                <c:pt idx="2762">
                  <c:v>595.85359999999946</c:v>
                </c:pt>
                <c:pt idx="2763">
                  <c:v>581.40800000000002</c:v>
                </c:pt>
                <c:pt idx="2764">
                  <c:v>567.21299999999997</c:v>
                </c:pt>
                <c:pt idx="2765">
                  <c:v>554.02779999999996</c:v>
                </c:pt>
                <c:pt idx="2766">
                  <c:v>545.05830000000003</c:v>
                </c:pt>
                <c:pt idx="2767">
                  <c:v>547.08350000000053</c:v>
                </c:pt>
                <c:pt idx="2768">
                  <c:v>583.4701</c:v>
                </c:pt>
                <c:pt idx="2769">
                  <c:v>635.27960000000053</c:v>
                </c:pt>
                <c:pt idx="2770">
                  <c:v>658.51980000000003</c:v>
                </c:pt>
                <c:pt idx="2771">
                  <c:v>654.21390000000054</c:v>
                </c:pt>
                <c:pt idx="2772">
                  <c:v>644.81739999999934</c:v>
                </c:pt>
                <c:pt idx="2773">
                  <c:v>705.3568999999992</c:v>
                </c:pt>
                <c:pt idx="2774">
                  <c:v>833.64599999999996</c:v>
                </c:pt>
                <c:pt idx="2775">
                  <c:v>924.45189999999934</c:v>
                </c:pt>
                <c:pt idx="2776">
                  <c:v>909.42570000000001</c:v>
                </c:pt>
                <c:pt idx="2777">
                  <c:v>867.51840000000004</c:v>
                </c:pt>
                <c:pt idx="2778">
                  <c:v>855.20190000000002</c:v>
                </c:pt>
                <c:pt idx="2779">
                  <c:v>844.59609999999998</c:v>
                </c:pt>
                <c:pt idx="2780">
                  <c:v>834.3193</c:v>
                </c:pt>
                <c:pt idx="2781">
                  <c:v>822.94699999999921</c:v>
                </c:pt>
                <c:pt idx="2782">
                  <c:v>796.62789999999939</c:v>
                </c:pt>
                <c:pt idx="2783">
                  <c:v>771.7079</c:v>
                </c:pt>
                <c:pt idx="2784">
                  <c:v>757.12840000000051</c:v>
                </c:pt>
                <c:pt idx="2785">
                  <c:v>740.94939999999997</c:v>
                </c:pt>
                <c:pt idx="2786">
                  <c:v>713.19840000000067</c:v>
                </c:pt>
                <c:pt idx="2787">
                  <c:v>687.90199999999948</c:v>
                </c:pt>
                <c:pt idx="2788">
                  <c:v>666.13990000000001</c:v>
                </c:pt>
                <c:pt idx="2789">
                  <c:v>656.58399999999995</c:v>
                </c:pt>
                <c:pt idx="2790">
                  <c:v>655.29719999999998</c:v>
                </c:pt>
                <c:pt idx="2791">
                  <c:v>633.71320000000003</c:v>
                </c:pt>
                <c:pt idx="2792">
                  <c:v>620.44789999999921</c:v>
                </c:pt>
                <c:pt idx="2793">
                  <c:v>614.11530000000005</c:v>
                </c:pt>
                <c:pt idx="2794">
                  <c:v>607.5579999999992</c:v>
                </c:pt>
                <c:pt idx="2795">
                  <c:v>602.0027</c:v>
                </c:pt>
                <c:pt idx="2796">
                  <c:v>588.32649999999933</c:v>
                </c:pt>
                <c:pt idx="2797">
                  <c:v>596.30939999999998</c:v>
                </c:pt>
                <c:pt idx="2798">
                  <c:v>599.83659999999907</c:v>
                </c:pt>
                <c:pt idx="2799">
                  <c:v>610.13070000000005</c:v>
                </c:pt>
                <c:pt idx="2800">
                  <c:v>626.51019999999949</c:v>
                </c:pt>
                <c:pt idx="2801">
                  <c:v>626.66119999999921</c:v>
                </c:pt>
                <c:pt idx="2802">
                  <c:v>599.68400000000054</c:v>
                </c:pt>
                <c:pt idx="2803">
                  <c:v>592.76059999999939</c:v>
                </c:pt>
                <c:pt idx="2804">
                  <c:v>616.70529999999997</c:v>
                </c:pt>
                <c:pt idx="2805">
                  <c:v>653.21900000000005</c:v>
                </c:pt>
                <c:pt idx="2806">
                  <c:v>778.2989000000008</c:v>
                </c:pt>
                <c:pt idx="2807">
                  <c:v>992.48030000000051</c:v>
                </c:pt>
                <c:pt idx="2808">
                  <c:v>1075.732</c:v>
                </c:pt>
                <c:pt idx="2809">
                  <c:v>949.57780000000002</c:v>
                </c:pt>
                <c:pt idx="2810">
                  <c:v>828.29360000000054</c:v>
                </c:pt>
                <c:pt idx="2811">
                  <c:v>791.70619999999997</c:v>
                </c:pt>
                <c:pt idx="2812">
                  <c:v>769.88310000000001</c:v>
                </c:pt>
                <c:pt idx="2813">
                  <c:v>748.95429999999919</c:v>
                </c:pt>
                <c:pt idx="2814">
                  <c:v>727.91219999999919</c:v>
                </c:pt>
                <c:pt idx="2815">
                  <c:v>710.19310000000053</c:v>
                </c:pt>
                <c:pt idx="2816">
                  <c:v>704.29920000000004</c:v>
                </c:pt>
                <c:pt idx="2817">
                  <c:v>732.56409999999948</c:v>
                </c:pt>
                <c:pt idx="2818">
                  <c:v>774.55109999999934</c:v>
                </c:pt>
                <c:pt idx="2819">
                  <c:v>767.41010000000006</c:v>
                </c:pt>
                <c:pt idx="2820">
                  <c:v>791.55739999999946</c:v>
                </c:pt>
                <c:pt idx="2821">
                  <c:v>1230.441</c:v>
                </c:pt>
                <c:pt idx="2822">
                  <c:v>1974.9639999999999</c:v>
                </c:pt>
                <c:pt idx="2823">
                  <c:v>2010.848</c:v>
                </c:pt>
                <c:pt idx="2824">
                  <c:v>1430.3719999999998</c:v>
                </c:pt>
                <c:pt idx="2825">
                  <c:v>1179.989</c:v>
                </c:pt>
                <c:pt idx="2826">
                  <c:v>1109.961</c:v>
                </c:pt>
                <c:pt idx="2827">
                  <c:v>1001.54</c:v>
                </c:pt>
                <c:pt idx="2828">
                  <c:v>954.42939999999999</c:v>
                </c:pt>
                <c:pt idx="2829">
                  <c:v>926.67909999999995</c:v>
                </c:pt>
                <c:pt idx="2830">
                  <c:v>905.65949999999998</c:v>
                </c:pt>
                <c:pt idx="2831">
                  <c:v>889.5579999999992</c:v>
                </c:pt>
                <c:pt idx="2832">
                  <c:v>871.37009999999998</c:v>
                </c:pt>
                <c:pt idx="2833">
                  <c:v>870.57780000000002</c:v>
                </c:pt>
                <c:pt idx="2834">
                  <c:v>889.90800000000002</c:v>
                </c:pt>
                <c:pt idx="2835">
                  <c:v>868.30259999999919</c:v>
                </c:pt>
                <c:pt idx="2836">
                  <c:v>854.18370000000095</c:v>
                </c:pt>
                <c:pt idx="2837">
                  <c:v>846.9569999999992</c:v>
                </c:pt>
                <c:pt idx="2838">
                  <c:v>840.77310000000068</c:v>
                </c:pt>
                <c:pt idx="2839">
                  <c:v>828.0394</c:v>
                </c:pt>
                <c:pt idx="2840">
                  <c:v>810.79490000000055</c:v>
                </c:pt>
                <c:pt idx="2841">
                  <c:v>813.82059999999933</c:v>
                </c:pt>
                <c:pt idx="2842">
                  <c:v>839.30070000000001</c:v>
                </c:pt>
                <c:pt idx="2843">
                  <c:v>868.01900000000001</c:v>
                </c:pt>
                <c:pt idx="2844">
                  <c:v>863.71029999999996</c:v>
                </c:pt>
                <c:pt idx="2845">
                  <c:v>842.64350000000002</c:v>
                </c:pt>
                <c:pt idx="2846">
                  <c:v>833.86609999999905</c:v>
                </c:pt>
                <c:pt idx="2847">
                  <c:v>842.2708000000008</c:v>
                </c:pt>
                <c:pt idx="2848">
                  <c:v>849.96789999999919</c:v>
                </c:pt>
                <c:pt idx="2849">
                  <c:v>969.98059999999998</c:v>
                </c:pt>
                <c:pt idx="2850">
                  <c:v>1670.4490000000001</c:v>
                </c:pt>
                <c:pt idx="2851">
                  <c:v>2606.7370000000001</c:v>
                </c:pt>
                <c:pt idx="2852">
                  <c:v>2740.665</c:v>
                </c:pt>
                <c:pt idx="2853">
                  <c:v>2357.1529999999998</c:v>
                </c:pt>
                <c:pt idx="2854">
                  <c:v>2198.6930000000002</c:v>
                </c:pt>
                <c:pt idx="2855">
                  <c:v>2104.5709999999999</c:v>
                </c:pt>
                <c:pt idx="2856">
                  <c:v>2119.6819999999998</c:v>
                </c:pt>
                <c:pt idx="2857">
                  <c:v>2406.1669999999967</c:v>
                </c:pt>
                <c:pt idx="2858">
                  <c:v>2510.136</c:v>
                </c:pt>
                <c:pt idx="2859">
                  <c:v>2339.9589999999998</c:v>
                </c:pt>
                <c:pt idx="2860">
                  <c:v>2086.8180000000002</c:v>
                </c:pt>
                <c:pt idx="2861">
                  <c:v>1913.4549999999999</c:v>
                </c:pt>
                <c:pt idx="2862">
                  <c:v>1803.6869999999999</c:v>
                </c:pt>
                <c:pt idx="2863">
                  <c:v>1713.412</c:v>
                </c:pt>
                <c:pt idx="2864">
                  <c:v>1613.5829999999999</c:v>
                </c:pt>
                <c:pt idx="2865">
                  <c:v>1506.1799999999998</c:v>
                </c:pt>
                <c:pt idx="2866">
                  <c:v>1410.1509999999998</c:v>
                </c:pt>
                <c:pt idx="2867">
                  <c:v>1307.1019999999999</c:v>
                </c:pt>
                <c:pt idx="2868">
                  <c:v>1231.7760000000001</c:v>
                </c:pt>
                <c:pt idx="2869">
                  <c:v>1182.4839999999999</c:v>
                </c:pt>
                <c:pt idx="2870">
                  <c:v>1145.8209999999999</c:v>
                </c:pt>
                <c:pt idx="2871">
                  <c:v>1116.7260000000001</c:v>
                </c:pt>
                <c:pt idx="2872">
                  <c:v>1130.1909999999998</c:v>
                </c:pt>
                <c:pt idx="2873">
                  <c:v>1171.203</c:v>
                </c:pt>
                <c:pt idx="2874">
                  <c:v>1176.5050000000001</c:v>
                </c:pt>
                <c:pt idx="2875">
                  <c:v>1146.413</c:v>
                </c:pt>
                <c:pt idx="2876">
                  <c:v>1173.009</c:v>
                </c:pt>
                <c:pt idx="2877">
                  <c:v>1219.0329999999999</c:v>
                </c:pt>
                <c:pt idx="2878">
                  <c:v>1203.5250000000001</c:v>
                </c:pt>
                <c:pt idx="2879">
                  <c:v>1151.0339999999999</c:v>
                </c:pt>
                <c:pt idx="2880">
                  <c:v>1127.2560000000001</c:v>
                </c:pt>
                <c:pt idx="2881">
                  <c:v>1102.9749999999999</c:v>
                </c:pt>
                <c:pt idx="2882">
                  <c:v>1064.1289999999999</c:v>
                </c:pt>
                <c:pt idx="2883">
                  <c:v>1042.7260000000001</c:v>
                </c:pt>
                <c:pt idx="2884">
                  <c:v>1018.681</c:v>
                </c:pt>
                <c:pt idx="2885">
                  <c:v>993.00109999999938</c:v>
                </c:pt>
                <c:pt idx="2886">
                  <c:v>969.18759999999997</c:v>
                </c:pt>
                <c:pt idx="2887">
                  <c:v>942.25570000000005</c:v>
                </c:pt>
                <c:pt idx="2888">
                  <c:v>979.7364</c:v>
                </c:pt>
                <c:pt idx="2889">
                  <c:v>1055.6289999999999</c:v>
                </c:pt>
                <c:pt idx="2890">
                  <c:v>1163.2809999999999</c:v>
                </c:pt>
                <c:pt idx="2891">
                  <c:v>1231.848</c:v>
                </c:pt>
                <c:pt idx="2892">
                  <c:v>1175.2180000000001</c:v>
                </c:pt>
                <c:pt idx="2893">
                  <c:v>1036.8150000000001</c:v>
                </c:pt>
                <c:pt idx="2894">
                  <c:v>970.47460000000001</c:v>
                </c:pt>
                <c:pt idx="2895">
                  <c:v>933.10209999999938</c:v>
                </c:pt>
                <c:pt idx="2896">
                  <c:v>909.20840000000055</c:v>
                </c:pt>
                <c:pt idx="2897">
                  <c:v>912.46259999999882</c:v>
                </c:pt>
                <c:pt idx="2898">
                  <c:v>939.16480000000001</c:v>
                </c:pt>
                <c:pt idx="2899">
                  <c:v>949.94679999999948</c:v>
                </c:pt>
                <c:pt idx="2900">
                  <c:v>918.43409999999949</c:v>
                </c:pt>
                <c:pt idx="2901">
                  <c:v>874.10230000000001</c:v>
                </c:pt>
                <c:pt idx="2902">
                  <c:v>844.13059999999996</c:v>
                </c:pt>
                <c:pt idx="2903">
                  <c:v>822.6096</c:v>
                </c:pt>
                <c:pt idx="2904">
                  <c:v>1061.3009999999999</c:v>
                </c:pt>
                <c:pt idx="2905">
                  <c:v>1445.799</c:v>
                </c:pt>
                <c:pt idx="2906">
                  <c:v>1536.865</c:v>
                </c:pt>
                <c:pt idx="2907">
                  <c:v>1358.4570000000001</c:v>
                </c:pt>
                <c:pt idx="2908">
                  <c:v>1106.1699999999998</c:v>
                </c:pt>
                <c:pt idx="2909">
                  <c:v>971.39289999999949</c:v>
                </c:pt>
                <c:pt idx="2910">
                  <c:v>912.13709999999946</c:v>
                </c:pt>
                <c:pt idx="2911">
                  <c:v>873.7903000000008</c:v>
                </c:pt>
                <c:pt idx="2912">
                  <c:v>848.87369999999999</c:v>
                </c:pt>
                <c:pt idx="2913">
                  <c:v>831.62810000000002</c:v>
                </c:pt>
                <c:pt idx="2914">
                  <c:v>816.67520000000002</c:v>
                </c:pt>
                <c:pt idx="2915">
                  <c:v>818.51869999999997</c:v>
                </c:pt>
                <c:pt idx="2916">
                  <c:v>1105.4110000000001</c:v>
                </c:pt>
                <c:pt idx="2917">
                  <c:v>1355.9280000000001</c:v>
                </c:pt>
                <c:pt idx="2918">
                  <c:v>1403.6239999999998</c:v>
                </c:pt>
                <c:pt idx="2919">
                  <c:v>1136.491</c:v>
                </c:pt>
                <c:pt idx="2920">
                  <c:v>979.01779999999997</c:v>
                </c:pt>
                <c:pt idx="2921">
                  <c:v>1165.2380000000001</c:v>
                </c:pt>
                <c:pt idx="2922">
                  <c:v>1053.6099999999999</c:v>
                </c:pt>
                <c:pt idx="2923">
                  <c:v>946.83729999999889</c:v>
                </c:pt>
                <c:pt idx="2924">
                  <c:v>889.3559999999992</c:v>
                </c:pt>
                <c:pt idx="2925">
                  <c:v>903.1345</c:v>
                </c:pt>
                <c:pt idx="2926">
                  <c:v>878.02430000000004</c:v>
                </c:pt>
                <c:pt idx="2927">
                  <c:v>848.24180000000001</c:v>
                </c:pt>
                <c:pt idx="2928">
                  <c:v>816.90199999999948</c:v>
                </c:pt>
                <c:pt idx="2929">
                  <c:v>795.39589999999998</c:v>
                </c:pt>
                <c:pt idx="2930">
                  <c:v>784.40639999999996</c:v>
                </c:pt>
                <c:pt idx="2931">
                  <c:v>762.40800000000002</c:v>
                </c:pt>
                <c:pt idx="2932">
                  <c:v>745.07749999999999</c:v>
                </c:pt>
                <c:pt idx="2933">
                  <c:v>781.15209999999934</c:v>
                </c:pt>
                <c:pt idx="2934">
                  <c:v>942.34899999999948</c:v>
                </c:pt>
                <c:pt idx="2935">
                  <c:v>1081.7850000000001</c:v>
                </c:pt>
                <c:pt idx="2936">
                  <c:v>1154.7939999999999</c:v>
                </c:pt>
                <c:pt idx="2937">
                  <c:v>1178.085</c:v>
                </c:pt>
                <c:pt idx="2938">
                  <c:v>1632.1129999999998</c:v>
                </c:pt>
                <c:pt idx="2939">
                  <c:v>2120.8560000000002</c:v>
                </c:pt>
                <c:pt idx="2940">
                  <c:v>1915.7060000000001</c:v>
                </c:pt>
                <c:pt idx="2941">
                  <c:v>1337.021</c:v>
                </c:pt>
                <c:pt idx="2942">
                  <c:v>1051.6479999999999</c:v>
                </c:pt>
                <c:pt idx="2943">
                  <c:v>982.45149999999933</c:v>
                </c:pt>
                <c:pt idx="2944">
                  <c:v>931.66449999999998</c:v>
                </c:pt>
                <c:pt idx="2945">
                  <c:v>881.59429999999998</c:v>
                </c:pt>
                <c:pt idx="2946">
                  <c:v>854.02170000000001</c:v>
                </c:pt>
                <c:pt idx="2947">
                  <c:v>836.54009999999948</c:v>
                </c:pt>
                <c:pt idx="2948">
                  <c:v>831.23199999999997</c:v>
                </c:pt>
                <c:pt idx="2949">
                  <c:v>830.44619999999907</c:v>
                </c:pt>
                <c:pt idx="2950">
                  <c:v>826.61090000000002</c:v>
                </c:pt>
                <c:pt idx="2951">
                  <c:v>814.67139999999995</c:v>
                </c:pt>
                <c:pt idx="2952">
                  <c:v>798.33759999999882</c:v>
                </c:pt>
                <c:pt idx="2953">
                  <c:v>780.06509999999946</c:v>
                </c:pt>
                <c:pt idx="2954">
                  <c:v>768.4289</c:v>
                </c:pt>
                <c:pt idx="2955">
                  <c:v>1071.9570000000001</c:v>
                </c:pt>
                <c:pt idx="2956">
                  <c:v>1326.249</c:v>
                </c:pt>
                <c:pt idx="2957">
                  <c:v>1400.943</c:v>
                </c:pt>
                <c:pt idx="2958">
                  <c:v>1152.991</c:v>
                </c:pt>
                <c:pt idx="2959">
                  <c:v>954.26670000000001</c:v>
                </c:pt>
                <c:pt idx="2960">
                  <c:v>952.02570000000003</c:v>
                </c:pt>
                <c:pt idx="2961">
                  <c:v>1144.7460000000001</c:v>
                </c:pt>
                <c:pt idx="2962">
                  <c:v>1165.396</c:v>
                </c:pt>
                <c:pt idx="2963">
                  <c:v>1061.3539999999998</c:v>
                </c:pt>
                <c:pt idx="2964">
                  <c:v>939.68640000000005</c:v>
                </c:pt>
                <c:pt idx="2965">
                  <c:v>886.28590000000054</c:v>
                </c:pt>
                <c:pt idx="2966">
                  <c:v>851.90779999999938</c:v>
                </c:pt>
                <c:pt idx="2967">
                  <c:v>831.23689999999999</c:v>
                </c:pt>
                <c:pt idx="2968">
                  <c:v>813.00509999999997</c:v>
                </c:pt>
                <c:pt idx="2969">
                  <c:v>796.48490000000004</c:v>
                </c:pt>
                <c:pt idx="2970">
                  <c:v>779.41269999999906</c:v>
                </c:pt>
                <c:pt idx="2971">
                  <c:v>765.62099999999998</c:v>
                </c:pt>
                <c:pt idx="2972">
                  <c:v>752.01019999999949</c:v>
                </c:pt>
                <c:pt idx="2973">
                  <c:v>741.10059999999999</c:v>
                </c:pt>
                <c:pt idx="2974">
                  <c:v>729.60440000000051</c:v>
                </c:pt>
                <c:pt idx="2975">
                  <c:v>717.84189999999921</c:v>
                </c:pt>
                <c:pt idx="2976">
                  <c:v>706.45259999999905</c:v>
                </c:pt>
                <c:pt idx="2977">
                  <c:v>748.22109999999998</c:v>
                </c:pt>
                <c:pt idx="2978">
                  <c:v>755.40599999999949</c:v>
                </c:pt>
                <c:pt idx="2979">
                  <c:v>740.57400000000052</c:v>
                </c:pt>
                <c:pt idx="2980">
                  <c:v>725.1268</c:v>
                </c:pt>
                <c:pt idx="2981">
                  <c:v>707.62890000000004</c:v>
                </c:pt>
                <c:pt idx="2982">
                  <c:v>690.40729999999905</c:v>
                </c:pt>
                <c:pt idx="2983">
                  <c:v>786.34279999999933</c:v>
                </c:pt>
                <c:pt idx="2984">
                  <c:v>1020.992</c:v>
                </c:pt>
                <c:pt idx="2985">
                  <c:v>1748.9050000000011</c:v>
                </c:pt>
                <c:pt idx="2986">
                  <c:v>2362.1610000000001</c:v>
                </c:pt>
                <c:pt idx="2987">
                  <c:v>2447.2579999999998</c:v>
                </c:pt>
                <c:pt idx="2988">
                  <c:v>1620.3589999999999</c:v>
                </c:pt>
                <c:pt idx="2989">
                  <c:v>1065.807</c:v>
                </c:pt>
                <c:pt idx="2990">
                  <c:v>955.9239</c:v>
                </c:pt>
                <c:pt idx="2991">
                  <c:v>881.57569999999998</c:v>
                </c:pt>
                <c:pt idx="2992">
                  <c:v>802.38890000000004</c:v>
                </c:pt>
                <c:pt idx="2993">
                  <c:v>785.04949999999997</c:v>
                </c:pt>
                <c:pt idx="2994">
                  <c:v>761.23340000000053</c:v>
                </c:pt>
                <c:pt idx="2995">
                  <c:v>744.00900000000001</c:v>
                </c:pt>
                <c:pt idx="2996">
                  <c:v>724.65499999999997</c:v>
                </c:pt>
                <c:pt idx="2997">
                  <c:v>706.67790000000002</c:v>
                </c:pt>
                <c:pt idx="2998">
                  <c:v>693.5747000000008</c:v>
                </c:pt>
                <c:pt idx="2999">
                  <c:v>690.42830000000004</c:v>
                </c:pt>
                <c:pt idx="3000">
                  <c:v>678.89469999999949</c:v>
                </c:pt>
                <c:pt idx="3001">
                  <c:v>669.02679999999998</c:v>
                </c:pt>
                <c:pt idx="3002">
                  <c:v>705.14789999999948</c:v>
                </c:pt>
                <c:pt idx="3003">
                  <c:v>791.77509999999995</c:v>
                </c:pt>
                <c:pt idx="3004">
                  <c:v>821.11469999999997</c:v>
                </c:pt>
                <c:pt idx="3005">
                  <c:v>758.61590000000001</c:v>
                </c:pt>
                <c:pt idx="3006">
                  <c:v>696.31099999999947</c:v>
                </c:pt>
                <c:pt idx="3007">
                  <c:v>670.5674999999992</c:v>
                </c:pt>
                <c:pt idx="3008">
                  <c:v>659.50469999999996</c:v>
                </c:pt>
                <c:pt idx="3009">
                  <c:v>846.79600000000005</c:v>
                </c:pt>
                <c:pt idx="3010">
                  <c:v>1215.308</c:v>
                </c:pt>
                <c:pt idx="3011">
                  <c:v>1560.2539999999999</c:v>
                </c:pt>
                <c:pt idx="3012">
                  <c:v>1339.48</c:v>
                </c:pt>
                <c:pt idx="3013">
                  <c:v>990.63400000000001</c:v>
                </c:pt>
                <c:pt idx="3014">
                  <c:v>1073.2850000000001</c:v>
                </c:pt>
                <c:pt idx="3015">
                  <c:v>2181.0970000000002</c:v>
                </c:pt>
                <c:pt idx="3016">
                  <c:v>3967.6729999999998</c:v>
                </c:pt>
                <c:pt idx="3017">
                  <c:v>4440.4679999999998</c:v>
                </c:pt>
                <c:pt idx="3018">
                  <c:v>3017.3240000000001</c:v>
                </c:pt>
                <c:pt idx="3019">
                  <c:v>2073.6479999999997</c:v>
                </c:pt>
                <c:pt idx="3020">
                  <c:v>1710.1639999999998</c:v>
                </c:pt>
                <c:pt idx="3021">
                  <c:v>1312.836</c:v>
                </c:pt>
                <c:pt idx="3022">
                  <c:v>1192.4250000000011</c:v>
                </c:pt>
                <c:pt idx="3023">
                  <c:v>1139.923</c:v>
                </c:pt>
                <c:pt idx="3024">
                  <c:v>1074.8839999999998</c:v>
                </c:pt>
                <c:pt idx="3025">
                  <c:v>1066.3389999999999</c:v>
                </c:pt>
                <c:pt idx="3026">
                  <c:v>1053.8539999999998</c:v>
                </c:pt>
                <c:pt idx="3027">
                  <c:v>1180.55</c:v>
                </c:pt>
                <c:pt idx="3028">
                  <c:v>1238.1849999999986</c:v>
                </c:pt>
                <c:pt idx="3029">
                  <c:v>1277.758</c:v>
                </c:pt>
                <c:pt idx="3030">
                  <c:v>1724.1949999999986</c:v>
                </c:pt>
                <c:pt idx="3031">
                  <c:v>2529.6279999999997</c:v>
                </c:pt>
                <c:pt idx="3032">
                  <c:v>3243.19</c:v>
                </c:pt>
                <c:pt idx="3033">
                  <c:v>2831.9050000000002</c:v>
                </c:pt>
                <c:pt idx="3034">
                  <c:v>1873.0419999999999</c:v>
                </c:pt>
                <c:pt idx="3035">
                  <c:v>1398.2560000000001</c:v>
                </c:pt>
                <c:pt idx="3036">
                  <c:v>1353.2329999999999</c:v>
                </c:pt>
                <c:pt idx="3037">
                  <c:v>1276.837</c:v>
                </c:pt>
                <c:pt idx="3038">
                  <c:v>1229.625</c:v>
                </c:pt>
                <c:pt idx="3039">
                  <c:v>1205.8050000000001</c:v>
                </c:pt>
                <c:pt idx="3040">
                  <c:v>1169.1429999999998</c:v>
                </c:pt>
                <c:pt idx="3041">
                  <c:v>1165.5639999999999</c:v>
                </c:pt>
                <c:pt idx="3042">
                  <c:v>1206.9949999999999</c:v>
                </c:pt>
                <c:pt idx="3043">
                  <c:v>1288.2149999999999</c:v>
                </c:pt>
                <c:pt idx="3044">
                  <c:v>1371.578</c:v>
                </c:pt>
                <c:pt idx="3045">
                  <c:v>1401.8009999999999</c:v>
                </c:pt>
                <c:pt idx="3046">
                  <c:v>1348.9549999999999</c:v>
                </c:pt>
                <c:pt idx="3047">
                  <c:v>1252.5909999999999</c:v>
                </c:pt>
                <c:pt idx="3048">
                  <c:v>1200.155</c:v>
                </c:pt>
                <c:pt idx="3049">
                  <c:v>1170.9100000000001</c:v>
                </c:pt>
                <c:pt idx="3050">
                  <c:v>1164.1329999999998</c:v>
                </c:pt>
                <c:pt idx="3051">
                  <c:v>1478.442</c:v>
                </c:pt>
                <c:pt idx="3052">
                  <c:v>1347.2729999999999</c:v>
                </c:pt>
                <c:pt idx="3053">
                  <c:v>1268.81</c:v>
                </c:pt>
                <c:pt idx="3054">
                  <c:v>1198.8719999999998</c:v>
                </c:pt>
                <c:pt idx="3055">
                  <c:v>1184.1769999999999</c:v>
                </c:pt>
                <c:pt idx="3056">
                  <c:v>1140.7850000000001</c:v>
                </c:pt>
                <c:pt idx="3057">
                  <c:v>1111.4100000000001</c:v>
                </c:pt>
                <c:pt idx="3058">
                  <c:v>1077.279</c:v>
                </c:pt>
                <c:pt idx="3059">
                  <c:v>1054.068</c:v>
                </c:pt>
                <c:pt idx="3060">
                  <c:v>1038.5889999999999</c:v>
                </c:pt>
                <c:pt idx="3061">
                  <c:v>1027.1969999999999</c:v>
                </c:pt>
                <c:pt idx="3062">
                  <c:v>1009.4409999999993</c:v>
                </c:pt>
                <c:pt idx="3063">
                  <c:v>1071.0409999999999</c:v>
                </c:pt>
                <c:pt idx="3064">
                  <c:v>1417.5250000000001</c:v>
                </c:pt>
                <c:pt idx="3065">
                  <c:v>1939.989</c:v>
                </c:pt>
                <c:pt idx="3066">
                  <c:v>2040.866</c:v>
                </c:pt>
                <c:pt idx="3067">
                  <c:v>1637.779</c:v>
                </c:pt>
                <c:pt idx="3068">
                  <c:v>1360.423</c:v>
                </c:pt>
                <c:pt idx="3069">
                  <c:v>1282.8869999999999</c:v>
                </c:pt>
                <c:pt idx="3070">
                  <c:v>1181.0739999999998</c:v>
                </c:pt>
                <c:pt idx="3071">
                  <c:v>1120.952</c:v>
                </c:pt>
                <c:pt idx="3072">
                  <c:v>1088.431</c:v>
                </c:pt>
                <c:pt idx="3073">
                  <c:v>1056.6819999999998</c:v>
                </c:pt>
                <c:pt idx="3074">
                  <c:v>1032.9580000000001</c:v>
                </c:pt>
                <c:pt idx="3075">
                  <c:v>960.601</c:v>
                </c:pt>
                <c:pt idx="3076">
                  <c:v>835.22670000000005</c:v>
                </c:pt>
                <c:pt idx="3077">
                  <c:v>755.46589999999946</c:v>
                </c:pt>
                <c:pt idx="3078">
                  <c:v>734.75239999999997</c:v>
                </c:pt>
                <c:pt idx="3079">
                  <c:v>776.05430000000001</c:v>
                </c:pt>
                <c:pt idx="3080">
                  <c:v>882.85789999999906</c:v>
                </c:pt>
                <c:pt idx="3081">
                  <c:v>945.37630000000001</c:v>
                </c:pt>
                <c:pt idx="3082">
                  <c:v>964.01729999999907</c:v>
                </c:pt>
                <c:pt idx="3083">
                  <c:v>965.80949999999996</c:v>
                </c:pt>
                <c:pt idx="3084">
                  <c:v>1006.568</c:v>
                </c:pt>
                <c:pt idx="3085">
                  <c:v>1118.1039999999998</c:v>
                </c:pt>
                <c:pt idx="3086">
                  <c:v>1143.4880000000001</c:v>
                </c:pt>
                <c:pt idx="3087">
                  <c:v>972.1146</c:v>
                </c:pt>
                <c:pt idx="3088">
                  <c:v>841.19430000000068</c:v>
                </c:pt>
                <c:pt idx="3089">
                  <c:v>788.35019999999906</c:v>
                </c:pt>
                <c:pt idx="3090">
                  <c:v>739.72739999999999</c:v>
                </c:pt>
                <c:pt idx="3091">
                  <c:v>707.06229999999903</c:v>
                </c:pt>
                <c:pt idx="3092">
                  <c:v>705.82719999999892</c:v>
                </c:pt>
                <c:pt idx="3093">
                  <c:v>763.48109999999997</c:v>
                </c:pt>
                <c:pt idx="3094">
                  <c:v>922.05340000000001</c:v>
                </c:pt>
                <c:pt idx="3095">
                  <c:v>1053.0070000000001</c:v>
                </c:pt>
                <c:pt idx="3096">
                  <c:v>985.76509999999996</c:v>
                </c:pt>
                <c:pt idx="3097">
                  <c:v>834.71609999999998</c:v>
                </c:pt>
                <c:pt idx="3098">
                  <c:v>831.09590000000003</c:v>
                </c:pt>
                <c:pt idx="3099">
                  <c:v>1035.1309999999999</c:v>
                </c:pt>
                <c:pt idx="3100">
                  <c:v>1243.5519999999999</c:v>
                </c:pt>
                <c:pt idx="3101">
                  <c:v>1174.896</c:v>
                </c:pt>
                <c:pt idx="3102">
                  <c:v>1156.626</c:v>
                </c:pt>
                <c:pt idx="3103">
                  <c:v>1190.066</c:v>
                </c:pt>
                <c:pt idx="3104">
                  <c:v>1183.01</c:v>
                </c:pt>
                <c:pt idx="3105">
                  <c:v>1199.7909999999999</c:v>
                </c:pt>
                <c:pt idx="3106">
                  <c:v>1463.4380000000001</c:v>
                </c:pt>
                <c:pt idx="3107">
                  <c:v>1654.431</c:v>
                </c:pt>
                <c:pt idx="3108">
                  <c:v>1495.4250000000011</c:v>
                </c:pt>
                <c:pt idx="3109">
                  <c:v>1234.7539999999999</c:v>
                </c:pt>
                <c:pt idx="3110">
                  <c:v>1117.0939999999998</c:v>
                </c:pt>
                <c:pt idx="3111">
                  <c:v>1043.2249999999999</c:v>
                </c:pt>
                <c:pt idx="3112">
                  <c:v>940.95370000000003</c:v>
                </c:pt>
                <c:pt idx="3113">
                  <c:v>882.64189999999996</c:v>
                </c:pt>
                <c:pt idx="3114">
                  <c:v>859.89959999999996</c:v>
                </c:pt>
                <c:pt idx="3115">
                  <c:v>858.75380000000052</c:v>
                </c:pt>
                <c:pt idx="3116">
                  <c:v>859.12209999999948</c:v>
                </c:pt>
                <c:pt idx="3117">
                  <c:v>854.47500000000002</c:v>
                </c:pt>
                <c:pt idx="3118">
                  <c:v>834.61130000000003</c:v>
                </c:pt>
                <c:pt idx="3119">
                  <c:v>813.05319999999949</c:v>
                </c:pt>
                <c:pt idx="3120">
                  <c:v>806.04049999999938</c:v>
                </c:pt>
                <c:pt idx="3121">
                  <c:v>811.38430000000005</c:v>
                </c:pt>
                <c:pt idx="3122">
                  <c:v>756.57480000000055</c:v>
                </c:pt>
                <c:pt idx="3123">
                  <c:v>686.55319999999949</c:v>
                </c:pt>
                <c:pt idx="3124">
                  <c:v>640.06619999999907</c:v>
                </c:pt>
                <c:pt idx="3125">
                  <c:v>608.3098</c:v>
                </c:pt>
                <c:pt idx="3126">
                  <c:v>583.07010000000002</c:v>
                </c:pt>
                <c:pt idx="3127">
                  <c:v>567.55139999999949</c:v>
                </c:pt>
                <c:pt idx="3128">
                  <c:v>549.04599999999948</c:v>
                </c:pt>
                <c:pt idx="3129">
                  <c:v>528.29560000000004</c:v>
                </c:pt>
                <c:pt idx="3130">
                  <c:v>520.86819999999921</c:v>
                </c:pt>
                <c:pt idx="3131">
                  <c:v>518.76729999999907</c:v>
                </c:pt>
                <c:pt idx="3132">
                  <c:v>516.10140000000001</c:v>
                </c:pt>
                <c:pt idx="3133">
                  <c:v>515.18490000000054</c:v>
                </c:pt>
                <c:pt idx="3134">
                  <c:v>500.85590000000002</c:v>
                </c:pt>
                <c:pt idx="3135">
                  <c:v>495.3954</c:v>
                </c:pt>
                <c:pt idx="3136">
                  <c:v>512.82129999999881</c:v>
                </c:pt>
                <c:pt idx="3137">
                  <c:v>525.08789999999999</c:v>
                </c:pt>
                <c:pt idx="3138">
                  <c:v>524.86519999999905</c:v>
                </c:pt>
                <c:pt idx="3139">
                  <c:v>524.28060000000005</c:v>
                </c:pt>
                <c:pt idx="3140">
                  <c:v>523.04390000000001</c:v>
                </c:pt>
                <c:pt idx="3141">
                  <c:v>531.10910000000001</c:v>
                </c:pt>
                <c:pt idx="3142">
                  <c:v>542.88419999999996</c:v>
                </c:pt>
                <c:pt idx="3143">
                  <c:v>554.14340000000004</c:v>
                </c:pt>
                <c:pt idx="3144">
                  <c:v>554.17590000000052</c:v>
                </c:pt>
                <c:pt idx="3145">
                  <c:v>542.29500000000053</c:v>
                </c:pt>
                <c:pt idx="3146">
                  <c:v>539.19269999999949</c:v>
                </c:pt>
                <c:pt idx="3147">
                  <c:v>544.5181</c:v>
                </c:pt>
                <c:pt idx="3148">
                  <c:v>543.46359999999947</c:v>
                </c:pt>
                <c:pt idx="3149">
                  <c:v>536.10180000000003</c:v>
                </c:pt>
                <c:pt idx="3150">
                  <c:v>525.81959999999947</c:v>
                </c:pt>
                <c:pt idx="3151">
                  <c:v>527.43049999999948</c:v>
                </c:pt>
                <c:pt idx="3152">
                  <c:v>529.42679999999996</c:v>
                </c:pt>
                <c:pt idx="3153">
                  <c:v>535.54849999999999</c:v>
                </c:pt>
                <c:pt idx="3154">
                  <c:v>539.9616999999987</c:v>
                </c:pt>
                <c:pt idx="3155">
                  <c:v>538.15199999999948</c:v>
                </c:pt>
                <c:pt idx="3156">
                  <c:v>539.02149999999949</c:v>
                </c:pt>
                <c:pt idx="3157">
                  <c:v>534.96370000000002</c:v>
                </c:pt>
                <c:pt idx="3158">
                  <c:v>534.19990000000053</c:v>
                </c:pt>
                <c:pt idx="3159">
                  <c:v>538.37189999999998</c:v>
                </c:pt>
                <c:pt idx="3160">
                  <c:v>525.12810000000002</c:v>
                </c:pt>
                <c:pt idx="3161">
                  <c:v>523.74459999999999</c:v>
                </c:pt>
                <c:pt idx="3162">
                  <c:v>522.47810000000004</c:v>
                </c:pt>
                <c:pt idx="3163">
                  <c:v>520.12149999999997</c:v>
                </c:pt>
                <c:pt idx="3164">
                  <c:v>513.01589999999999</c:v>
                </c:pt>
                <c:pt idx="3165">
                  <c:v>509.99909999999954</c:v>
                </c:pt>
                <c:pt idx="3166">
                  <c:v>510.23829999999936</c:v>
                </c:pt>
                <c:pt idx="3167">
                  <c:v>516.37040000000002</c:v>
                </c:pt>
                <c:pt idx="3168">
                  <c:v>524.94289999999921</c:v>
                </c:pt>
                <c:pt idx="3169">
                  <c:v>524.3818</c:v>
                </c:pt>
                <c:pt idx="3170">
                  <c:v>515.88679999999999</c:v>
                </c:pt>
                <c:pt idx="3171">
                  <c:v>502.47699999999935</c:v>
                </c:pt>
                <c:pt idx="3172">
                  <c:v>491.25049999999999</c:v>
                </c:pt>
                <c:pt idx="3173">
                  <c:v>481.9348</c:v>
                </c:pt>
                <c:pt idx="3174">
                  <c:v>478.84519999999969</c:v>
                </c:pt>
                <c:pt idx="3175">
                  <c:v>473.9246</c:v>
                </c:pt>
                <c:pt idx="3176">
                  <c:v>466.68360000000001</c:v>
                </c:pt>
                <c:pt idx="3177">
                  <c:v>459.76029999999969</c:v>
                </c:pt>
                <c:pt idx="3178">
                  <c:v>449.08629999999954</c:v>
                </c:pt>
                <c:pt idx="3179">
                  <c:v>437.1746000000004</c:v>
                </c:pt>
                <c:pt idx="3180">
                  <c:v>426.56950000000001</c:v>
                </c:pt>
                <c:pt idx="3181">
                  <c:v>427.95049999999969</c:v>
                </c:pt>
                <c:pt idx="3182">
                  <c:v>427.76149999999961</c:v>
                </c:pt>
                <c:pt idx="3183">
                  <c:v>419.10149999999999</c:v>
                </c:pt>
                <c:pt idx="3184">
                  <c:v>411.59769999999969</c:v>
                </c:pt>
                <c:pt idx="3185">
                  <c:v>405.92829999999935</c:v>
                </c:pt>
                <c:pt idx="3186">
                  <c:v>402.51799999999969</c:v>
                </c:pt>
                <c:pt idx="3187">
                  <c:v>401.20800000000003</c:v>
                </c:pt>
                <c:pt idx="3188">
                  <c:v>412.0129</c:v>
                </c:pt>
                <c:pt idx="3189">
                  <c:v>404.05930000000001</c:v>
                </c:pt>
                <c:pt idx="3190">
                  <c:v>397.65219999999999</c:v>
                </c:pt>
                <c:pt idx="3191">
                  <c:v>395.92290000000003</c:v>
                </c:pt>
                <c:pt idx="3192">
                  <c:v>392.10180000000008</c:v>
                </c:pt>
                <c:pt idx="3193">
                  <c:v>384.15740000000034</c:v>
                </c:pt>
                <c:pt idx="3194">
                  <c:v>376.10780000000034</c:v>
                </c:pt>
                <c:pt idx="3195">
                  <c:v>376.88629999999961</c:v>
                </c:pt>
                <c:pt idx="3196">
                  <c:v>394.51119999999935</c:v>
                </c:pt>
                <c:pt idx="3197">
                  <c:v>421.2711999999994</c:v>
                </c:pt>
                <c:pt idx="3198">
                  <c:v>467.63959999999969</c:v>
                </c:pt>
                <c:pt idx="3199">
                  <c:v>477.16399999999999</c:v>
                </c:pt>
                <c:pt idx="3200">
                  <c:v>470.98289999999969</c:v>
                </c:pt>
                <c:pt idx="3201">
                  <c:v>460.19669999999968</c:v>
                </c:pt>
                <c:pt idx="3202">
                  <c:v>452.25819999999953</c:v>
                </c:pt>
                <c:pt idx="3203">
                  <c:v>453.90230000000003</c:v>
                </c:pt>
                <c:pt idx="3204">
                  <c:v>495.31200000000001</c:v>
                </c:pt>
                <c:pt idx="3205">
                  <c:v>581.31479999999999</c:v>
                </c:pt>
                <c:pt idx="3206">
                  <c:v>644.95679999999948</c:v>
                </c:pt>
                <c:pt idx="3207">
                  <c:v>647.25570000000005</c:v>
                </c:pt>
                <c:pt idx="3208">
                  <c:v>612.83569999999906</c:v>
                </c:pt>
                <c:pt idx="3209">
                  <c:v>578.30129999999906</c:v>
                </c:pt>
                <c:pt idx="3210">
                  <c:v>556.02859999999998</c:v>
                </c:pt>
                <c:pt idx="3211">
                  <c:v>548.73219999999947</c:v>
                </c:pt>
                <c:pt idx="3212">
                  <c:v>554.11069999999938</c:v>
                </c:pt>
                <c:pt idx="3213">
                  <c:v>716.80699999999933</c:v>
                </c:pt>
                <c:pt idx="3214">
                  <c:v>1542.1399999999999</c:v>
                </c:pt>
                <c:pt idx="3215">
                  <c:v>2136.3870000000002</c:v>
                </c:pt>
                <c:pt idx="3216">
                  <c:v>1924.8029999999999</c:v>
                </c:pt>
                <c:pt idx="3217">
                  <c:v>1319.1769999999999</c:v>
                </c:pt>
                <c:pt idx="3218">
                  <c:v>1297.3989999999999</c:v>
                </c:pt>
                <c:pt idx="3219">
                  <c:v>1569.3889999999999</c:v>
                </c:pt>
                <c:pt idx="3220">
                  <c:v>1991.048</c:v>
                </c:pt>
                <c:pt idx="3221">
                  <c:v>2077.7550000000001</c:v>
                </c:pt>
                <c:pt idx="3222">
                  <c:v>1999.3319999999999</c:v>
                </c:pt>
                <c:pt idx="3223">
                  <c:v>1957.3609999999999</c:v>
                </c:pt>
                <c:pt idx="3224">
                  <c:v>1957.338</c:v>
                </c:pt>
                <c:pt idx="3225">
                  <c:v>1884.432</c:v>
                </c:pt>
                <c:pt idx="3226">
                  <c:v>1826.422</c:v>
                </c:pt>
                <c:pt idx="3227">
                  <c:v>1761.9929999999999</c:v>
                </c:pt>
                <c:pt idx="3228">
                  <c:v>1666.2839999999999</c:v>
                </c:pt>
                <c:pt idx="3229">
                  <c:v>1565.739</c:v>
                </c:pt>
                <c:pt idx="3230">
                  <c:v>1474.4870000000001</c:v>
                </c:pt>
                <c:pt idx="3231">
                  <c:v>1402.0419999999999</c:v>
                </c:pt>
                <c:pt idx="3232">
                  <c:v>1314.6929999999998</c:v>
                </c:pt>
                <c:pt idx="3233">
                  <c:v>1216.9639999999999</c:v>
                </c:pt>
                <c:pt idx="3234">
                  <c:v>1127.481</c:v>
                </c:pt>
                <c:pt idx="3235">
                  <c:v>1061.202</c:v>
                </c:pt>
                <c:pt idx="3236">
                  <c:v>1021.7980000000007</c:v>
                </c:pt>
                <c:pt idx="3237">
                  <c:v>992.27750000000003</c:v>
                </c:pt>
                <c:pt idx="3238">
                  <c:v>965.0557</c:v>
                </c:pt>
                <c:pt idx="3239">
                  <c:v>939.52269999999919</c:v>
                </c:pt>
                <c:pt idx="3240">
                  <c:v>926.63490000000002</c:v>
                </c:pt>
                <c:pt idx="3241">
                  <c:v>924.33759999999882</c:v>
                </c:pt>
                <c:pt idx="3242">
                  <c:v>931.81729999999902</c:v>
                </c:pt>
                <c:pt idx="3243">
                  <c:v>919.78860000000054</c:v>
                </c:pt>
                <c:pt idx="3244">
                  <c:v>883.8124999999992</c:v>
                </c:pt>
                <c:pt idx="3245">
                  <c:v>851.28860000000054</c:v>
                </c:pt>
                <c:pt idx="3246">
                  <c:v>830.92830000000004</c:v>
                </c:pt>
                <c:pt idx="3247">
                  <c:v>819.21780000000001</c:v>
                </c:pt>
                <c:pt idx="3248">
                  <c:v>806.46009999999933</c:v>
                </c:pt>
                <c:pt idx="3249">
                  <c:v>796.18480000000068</c:v>
                </c:pt>
                <c:pt idx="3250">
                  <c:v>789.77590000000055</c:v>
                </c:pt>
                <c:pt idx="3251">
                  <c:v>850.96870000000001</c:v>
                </c:pt>
                <c:pt idx="3252">
                  <c:v>1134.4760000000001</c:v>
                </c:pt>
                <c:pt idx="3253">
                  <c:v>1757.4590000000001</c:v>
                </c:pt>
                <c:pt idx="3254">
                  <c:v>2038.78</c:v>
                </c:pt>
                <c:pt idx="3255">
                  <c:v>1829.48</c:v>
                </c:pt>
                <c:pt idx="3256">
                  <c:v>1685.9170000000001</c:v>
                </c:pt>
                <c:pt idx="3257">
                  <c:v>1646.8589999999999</c:v>
                </c:pt>
                <c:pt idx="3258">
                  <c:v>1587.0929999999998</c:v>
                </c:pt>
                <c:pt idx="3259">
                  <c:v>1499.72</c:v>
                </c:pt>
                <c:pt idx="3260">
                  <c:v>1440.721</c:v>
                </c:pt>
                <c:pt idx="3261">
                  <c:v>1415.9839999999999</c:v>
                </c:pt>
                <c:pt idx="3262">
                  <c:v>1380.9760000000001</c:v>
                </c:pt>
                <c:pt idx="3263">
                  <c:v>1473.8799999999999</c:v>
                </c:pt>
                <c:pt idx="3264">
                  <c:v>2040.8119999999999</c:v>
                </c:pt>
                <c:pt idx="3265">
                  <c:v>2318.4639999999999</c:v>
                </c:pt>
                <c:pt idx="3266">
                  <c:v>2045.396</c:v>
                </c:pt>
                <c:pt idx="3267">
                  <c:v>1683.328</c:v>
                </c:pt>
                <c:pt idx="3268">
                  <c:v>1544.3029999999999</c:v>
                </c:pt>
                <c:pt idx="3269">
                  <c:v>1413.4490000000001</c:v>
                </c:pt>
                <c:pt idx="3270">
                  <c:v>1295.701</c:v>
                </c:pt>
                <c:pt idx="3271">
                  <c:v>1184.8029999999999</c:v>
                </c:pt>
                <c:pt idx="3272">
                  <c:v>1105.6019999999999</c:v>
                </c:pt>
                <c:pt idx="3273">
                  <c:v>1041.5419999999999</c:v>
                </c:pt>
                <c:pt idx="3274">
                  <c:v>997.43709999999919</c:v>
                </c:pt>
                <c:pt idx="3275">
                  <c:v>967.00699999999949</c:v>
                </c:pt>
                <c:pt idx="3276">
                  <c:v>941.06139999999948</c:v>
                </c:pt>
                <c:pt idx="3277">
                  <c:v>918.11249999999939</c:v>
                </c:pt>
                <c:pt idx="3278">
                  <c:v>900.68820000000005</c:v>
                </c:pt>
                <c:pt idx="3279">
                  <c:v>885.61329999999998</c:v>
                </c:pt>
                <c:pt idx="3280">
                  <c:v>871.55539999999996</c:v>
                </c:pt>
                <c:pt idx="3281">
                  <c:v>857.71849999999995</c:v>
                </c:pt>
                <c:pt idx="3282">
                  <c:v>845.46839999999997</c:v>
                </c:pt>
                <c:pt idx="3283">
                  <c:v>832.2432</c:v>
                </c:pt>
                <c:pt idx="3284">
                  <c:v>819.16729999999882</c:v>
                </c:pt>
                <c:pt idx="3285">
                  <c:v>806.16559999999947</c:v>
                </c:pt>
                <c:pt idx="3286">
                  <c:v>794.05070000000001</c:v>
                </c:pt>
                <c:pt idx="3287">
                  <c:v>781.62919999999997</c:v>
                </c:pt>
                <c:pt idx="3288">
                  <c:v>771.58450000000005</c:v>
                </c:pt>
                <c:pt idx="3289">
                  <c:v>763.69740000000002</c:v>
                </c:pt>
                <c:pt idx="3290">
                  <c:v>753.80179999999996</c:v>
                </c:pt>
                <c:pt idx="3291">
                  <c:v>742.88509999999997</c:v>
                </c:pt>
                <c:pt idx="3292">
                  <c:v>731.55289999999934</c:v>
                </c:pt>
                <c:pt idx="3293">
                  <c:v>724.79360000000054</c:v>
                </c:pt>
                <c:pt idx="3294">
                  <c:v>735.98789999999997</c:v>
                </c:pt>
                <c:pt idx="3295">
                  <c:v>758.03340000000003</c:v>
                </c:pt>
                <c:pt idx="3296">
                  <c:v>757.9406999999992</c:v>
                </c:pt>
                <c:pt idx="3297">
                  <c:v>734.62990000000002</c:v>
                </c:pt>
                <c:pt idx="3298">
                  <c:v>708.58019999999999</c:v>
                </c:pt>
                <c:pt idx="3299">
                  <c:v>687.55519999999933</c:v>
                </c:pt>
                <c:pt idx="3300">
                  <c:v>717.96289999999919</c:v>
                </c:pt>
                <c:pt idx="3301">
                  <c:v>698.00930000000005</c:v>
                </c:pt>
                <c:pt idx="3302">
                  <c:v>858.31739999999934</c:v>
                </c:pt>
                <c:pt idx="3303">
                  <c:v>908.80599999999947</c:v>
                </c:pt>
                <c:pt idx="3304">
                  <c:v>912.89829999999949</c:v>
                </c:pt>
                <c:pt idx="3305">
                  <c:v>811.20569999999998</c:v>
                </c:pt>
                <c:pt idx="3306">
                  <c:v>736.71799999999996</c:v>
                </c:pt>
                <c:pt idx="3307">
                  <c:v>689.41800000000001</c:v>
                </c:pt>
                <c:pt idx="3308">
                  <c:v>661.58340000000055</c:v>
                </c:pt>
                <c:pt idx="3309">
                  <c:v>645.45870000000002</c:v>
                </c:pt>
                <c:pt idx="3310">
                  <c:v>632.82299999999907</c:v>
                </c:pt>
                <c:pt idx="3311">
                  <c:v>621.01459999999997</c:v>
                </c:pt>
                <c:pt idx="3312">
                  <c:v>612.52829999999949</c:v>
                </c:pt>
                <c:pt idx="3313">
                  <c:v>604.56699999999921</c:v>
                </c:pt>
                <c:pt idx="3314">
                  <c:v>597.66559999999947</c:v>
                </c:pt>
                <c:pt idx="3315">
                  <c:v>589.98199999999997</c:v>
                </c:pt>
                <c:pt idx="3316">
                  <c:v>589.70480000000055</c:v>
                </c:pt>
                <c:pt idx="3317">
                  <c:v>574.79990000000055</c:v>
                </c:pt>
                <c:pt idx="3318">
                  <c:v>561.58350000000053</c:v>
                </c:pt>
                <c:pt idx="3319">
                  <c:v>548.76249999999948</c:v>
                </c:pt>
                <c:pt idx="3320">
                  <c:v>538.94229999999902</c:v>
                </c:pt>
                <c:pt idx="3321">
                  <c:v>537.42759999999919</c:v>
                </c:pt>
                <c:pt idx="3322">
                  <c:v>558.85389999999938</c:v>
                </c:pt>
                <c:pt idx="3323">
                  <c:v>589.18050000000005</c:v>
                </c:pt>
                <c:pt idx="3324">
                  <c:v>596.81479999999999</c:v>
                </c:pt>
                <c:pt idx="3325">
                  <c:v>576.94209999999907</c:v>
                </c:pt>
                <c:pt idx="3326">
                  <c:v>558.58119999999997</c:v>
                </c:pt>
                <c:pt idx="3327">
                  <c:v>543.81529999999907</c:v>
                </c:pt>
                <c:pt idx="3328">
                  <c:v>528.07460000000003</c:v>
                </c:pt>
                <c:pt idx="3329">
                  <c:v>519.1114</c:v>
                </c:pt>
                <c:pt idx="3330">
                  <c:v>515.90519999999947</c:v>
                </c:pt>
                <c:pt idx="3331">
                  <c:v>508.75599999999969</c:v>
                </c:pt>
                <c:pt idx="3332">
                  <c:v>501.58</c:v>
                </c:pt>
                <c:pt idx="3333">
                  <c:v>615.19400000000053</c:v>
                </c:pt>
                <c:pt idx="3334">
                  <c:v>760.47670000000005</c:v>
                </c:pt>
                <c:pt idx="3335">
                  <c:v>849.99239999999998</c:v>
                </c:pt>
                <c:pt idx="3336">
                  <c:v>767.96009999999933</c:v>
                </c:pt>
                <c:pt idx="3337">
                  <c:v>645.82709999999906</c:v>
                </c:pt>
                <c:pt idx="3338">
                  <c:v>894.4348</c:v>
                </c:pt>
                <c:pt idx="3339">
                  <c:v>1727.6289999999999</c:v>
                </c:pt>
                <c:pt idx="3340">
                  <c:v>2145.739</c:v>
                </c:pt>
                <c:pt idx="3341">
                  <c:v>1583.6529999999998</c:v>
                </c:pt>
                <c:pt idx="3342">
                  <c:v>1067.711</c:v>
                </c:pt>
                <c:pt idx="3343">
                  <c:v>1002.145</c:v>
                </c:pt>
                <c:pt idx="3344">
                  <c:v>942.1481</c:v>
                </c:pt>
                <c:pt idx="3345">
                  <c:v>933.46979999999996</c:v>
                </c:pt>
                <c:pt idx="3346">
                  <c:v>920.30099999999948</c:v>
                </c:pt>
                <c:pt idx="3347">
                  <c:v>851.03229999999905</c:v>
                </c:pt>
                <c:pt idx="3348">
                  <c:v>777.61</c:v>
                </c:pt>
                <c:pt idx="3349">
                  <c:v>746.43330000000003</c:v>
                </c:pt>
                <c:pt idx="3350">
                  <c:v>739.08399999999995</c:v>
                </c:pt>
                <c:pt idx="3351">
                  <c:v>720.63800000000003</c:v>
                </c:pt>
                <c:pt idx="3352">
                  <c:v>693.36289999999906</c:v>
                </c:pt>
                <c:pt idx="3353">
                  <c:v>676.54470000000003</c:v>
                </c:pt>
                <c:pt idx="3354">
                  <c:v>666.77860000000055</c:v>
                </c:pt>
                <c:pt idx="3355">
                  <c:v>659.98050000000001</c:v>
                </c:pt>
                <c:pt idx="3356">
                  <c:v>651.73869999999999</c:v>
                </c:pt>
                <c:pt idx="3357">
                  <c:v>642.19759999999997</c:v>
                </c:pt>
                <c:pt idx="3358">
                  <c:v>636.30589999999938</c:v>
                </c:pt>
                <c:pt idx="3359">
                  <c:v>630.83979999999997</c:v>
                </c:pt>
                <c:pt idx="3360">
                  <c:v>623.63779999999997</c:v>
                </c:pt>
                <c:pt idx="3361">
                  <c:v>617.78490000000068</c:v>
                </c:pt>
                <c:pt idx="3362">
                  <c:v>611.60389999999995</c:v>
                </c:pt>
                <c:pt idx="3363">
                  <c:v>603.20630000000051</c:v>
                </c:pt>
                <c:pt idx="3364">
                  <c:v>588.03340000000003</c:v>
                </c:pt>
                <c:pt idx="3365">
                  <c:v>571.19119999999998</c:v>
                </c:pt>
                <c:pt idx="3366">
                  <c:v>560.84339999999997</c:v>
                </c:pt>
                <c:pt idx="3367">
                  <c:v>551.30039999999997</c:v>
                </c:pt>
                <c:pt idx="3368">
                  <c:v>540.35079999999948</c:v>
                </c:pt>
                <c:pt idx="3369">
                  <c:v>528.86629999999889</c:v>
                </c:pt>
                <c:pt idx="3370">
                  <c:v>519.88430000000005</c:v>
                </c:pt>
                <c:pt idx="3371">
                  <c:v>516.94849999999997</c:v>
                </c:pt>
                <c:pt idx="3372">
                  <c:v>507.36950000000002</c:v>
                </c:pt>
                <c:pt idx="3373">
                  <c:v>496.81869999999969</c:v>
                </c:pt>
                <c:pt idx="3374">
                  <c:v>563.37609999999938</c:v>
                </c:pt>
                <c:pt idx="3375">
                  <c:v>615.61990000000003</c:v>
                </c:pt>
                <c:pt idx="3376">
                  <c:v>686.76390000000004</c:v>
                </c:pt>
                <c:pt idx="3377">
                  <c:v>710.63080000000002</c:v>
                </c:pt>
                <c:pt idx="3378">
                  <c:v>641.61090000000002</c:v>
                </c:pt>
                <c:pt idx="3379">
                  <c:v>580.71900000000005</c:v>
                </c:pt>
                <c:pt idx="3380">
                  <c:v>564.32599999999934</c:v>
                </c:pt>
                <c:pt idx="3381">
                  <c:v>595.94389999999999</c:v>
                </c:pt>
                <c:pt idx="3382">
                  <c:v>574.65419999999949</c:v>
                </c:pt>
                <c:pt idx="3383">
                  <c:v>541.84409999999946</c:v>
                </c:pt>
                <c:pt idx="3384">
                  <c:v>512.59630000000004</c:v>
                </c:pt>
                <c:pt idx="3385">
                  <c:v>501.93679999999932</c:v>
                </c:pt>
                <c:pt idx="3386">
                  <c:v>491.62889999999999</c:v>
                </c:pt>
                <c:pt idx="3387">
                  <c:v>512.82059999999933</c:v>
                </c:pt>
                <c:pt idx="3388">
                  <c:v>527.23219999999947</c:v>
                </c:pt>
                <c:pt idx="3389">
                  <c:v>527.0299</c:v>
                </c:pt>
                <c:pt idx="3390">
                  <c:v>586.56199999999933</c:v>
                </c:pt>
                <c:pt idx="3391">
                  <c:v>610.19870000000094</c:v>
                </c:pt>
                <c:pt idx="3392">
                  <c:v>661.00559999999996</c:v>
                </c:pt>
                <c:pt idx="3393">
                  <c:v>562.50009999999997</c:v>
                </c:pt>
                <c:pt idx="3394">
                  <c:v>506.18040000000002</c:v>
                </c:pt>
                <c:pt idx="3395">
                  <c:v>475.43439999999936</c:v>
                </c:pt>
                <c:pt idx="3396">
                  <c:v>458.58929999999964</c:v>
                </c:pt>
                <c:pt idx="3397">
                  <c:v>474.83580000000001</c:v>
                </c:pt>
                <c:pt idx="3398">
                  <c:v>482.89149999999961</c:v>
                </c:pt>
                <c:pt idx="3399">
                  <c:v>486.20740000000001</c:v>
                </c:pt>
                <c:pt idx="3400">
                  <c:v>480.83940000000001</c:v>
                </c:pt>
                <c:pt idx="3401">
                  <c:v>477.81020000000001</c:v>
                </c:pt>
                <c:pt idx="3402">
                  <c:v>520.56959999999947</c:v>
                </c:pt>
                <c:pt idx="3403">
                  <c:v>602.27690000000052</c:v>
                </c:pt>
                <c:pt idx="3404">
                  <c:v>656.36939999999947</c:v>
                </c:pt>
                <c:pt idx="3405">
                  <c:v>670.96519999999907</c:v>
                </c:pt>
                <c:pt idx="3406">
                  <c:v>724.87180000000001</c:v>
                </c:pt>
                <c:pt idx="3407">
                  <c:v>737.62459999999999</c:v>
                </c:pt>
                <c:pt idx="3408">
                  <c:v>669.55739999999946</c:v>
                </c:pt>
                <c:pt idx="3409">
                  <c:v>611.88259999999946</c:v>
                </c:pt>
                <c:pt idx="3410">
                  <c:v>583.94919999999934</c:v>
                </c:pt>
                <c:pt idx="3411">
                  <c:v>542.15809999999999</c:v>
                </c:pt>
                <c:pt idx="3412">
                  <c:v>511.77629999999954</c:v>
                </c:pt>
                <c:pt idx="3413">
                  <c:v>497.82569999999993</c:v>
                </c:pt>
                <c:pt idx="3414">
                  <c:v>515.24850000000004</c:v>
                </c:pt>
                <c:pt idx="3415">
                  <c:v>666.23789999999997</c:v>
                </c:pt>
                <c:pt idx="3416">
                  <c:v>1046.222</c:v>
                </c:pt>
                <c:pt idx="3417">
                  <c:v>1376.6499999999999</c:v>
                </c:pt>
                <c:pt idx="3418">
                  <c:v>1251.3589999999999</c:v>
                </c:pt>
                <c:pt idx="3419">
                  <c:v>953.2319</c:v>
                </c:pt>
                <c:pt idx="3420">
                  <c:v>868.03380000000004</c:v>
                </c:pt>
                <c:pt idx="3421">
                  <c:v>831.99339999999995</c:v>
                </c:pt>
                <c:pt idx="3422">
                  <c:v>792.68460000000005</c:v>
                </c:pt>
                <c:pt idx="3423">
                  <c:v>802.59659999999997</c:v>
                </c:pt>
                <c:pt idx="3424">
                  <c:v>925.01110000000006</c:v>
                </c:pt>
                <c:pt idx="3425">
                  <c:v>1366.9190000000001</c:v>
                </c:pt>
                <c:pt idx="3426">
                  <c:v>1696.5139999999999</c:v>
                </c:pt>
                <c:pt idx="3427">
                  <c:v>1499.5170000000001</c:v>
                </c:pt>
                <c:pt idx="3428">
                  <c:v>1181.1899999999998</c:v>
                </c:pt>
                <c:pt idx="3429">
                  <c:v>1284.3209999999999</c:v>
                </c:pt>
                <c:pt idx="3430">
                  <c:v>1368.2629999999999</c:v>
                </c:pt>
                <c:pt idx="3431">
                  <c:v>1301.547</c:v>
                </c:pt>
                <c:pt idx="3432">
                  <c:v>1268.8489999999999</c:v>
                </c:pt>
                <c:pt idx="3433">
                  <c:v>1235.586</c:v>
                </c:pt>
                <c:pt idx="3434">
                  <c:v>1231.2550000000001</c:v>
                </c:pt>
                <c:pt idx="3435">
                  <c:v>1255.1729999999998</c:v>
                </c:pt>
                <c:pt idx="3436">
                  <c:v>1252.6509999999998</c:v>
                </c:pt>
                <c:pt idx="3437">
                  <c:v>1229.943</c:v>
                </c:pt>
                <c:pt idx="3438">
                  <c:v>1207.1679999999999</c:v>
                </c:pt>
                <c:pt idx="3439">
                  <c:v>1179.922</c:v>
                </c:pt>
                <c:pt idx="3440">
                  <c:v>1096.6789999999999</c:v>
                </c:pt>
                <c:pt idx="3441">
                  <c:v>985.85799999999892</c:v>
                </c:pt>
                <c:pt idx="3442">
                  <c:v>941.69730000000004</c:v>
                </c:pt>
                <c:pt idx="3443">
                  <c:v>942.60289999999998</c:v>
                </c:pt>
                <c:pt idx="3444">
                  <c:v>942.70410000000004</c:v>
                </c:pt>
                <c:pt idx="3445">
                  <c:v>939.79790000000003</c:v>
                </c:pt>
                <c:pt idx="3446">
                  <c:v>984.99900000000002</c:v>
                </c:pt>
                <c:pt idx="3447">
                  <c:v>1140.8</c:v>
                </c:pt>
                <c:pt idx="3448">
                  <c:v>1402.8050000000001</c:v>
                </c:pt>
                <c:pt idx="3449">
                  <c:v>1537.7719999999999</c:v>
                </c:pt>
                <c:pt idx="3450">
                  <c:v>1422.78</c:v>
                </c:pt>
                <c:pt idx="3451">
                  <c:v>1267.1729999999998</c:v>
                </c:pt>
                <c:pt idx="3452">
                  <c:v>1244.1309999999999</c:v>
                </c:pt>
                <c:pt idx="3453">
                  <c:v>1354.5829999999999</c:v>
                </c:pt>
                <c:pt idx="3454">
                  <c:v>1643.9290000000001</c:v>
                </c:pt>
                <c:pt idx="3455">
                  <c:v>1871.1539999999998</c:v>
                </c:pt>
                <c:pt idx="3456">
                  <c:v>1684.4280000000001</c:v>
                </c:pt>
                <c:pt idx="3457">
                  <c:v>1399.3709999999999</c:v>
                </c:pt>
                <c:pt idx="3458">
                  <c:v>1311.288</c:v>
                </c:pt>
                <c:pt idx="3459">
                  <c:v>1231.4160000000011</c:v>
                </c:pt>
                <c:pt idx="3460">
                  <c:v>1199</c:v>
                </c:pt>
                <c:pt idx="3461">
                  <c:v>1301.8719999999998</c:v>
                </c:pt>
                <c:pt idx="3462">
                  <c:v>1452.9</c:v>
                </c:pt>
                <c:pt idx="3463">
                  <c:v>1449.9190000000001</c:v>
                </c:pt>
                <c:pt idx="3464">
                  <c:v>1233.414</c:v>
                </c:pt>
                <c:pt idx="3465">
                  <c:v>1106.8679999999999</c:v>
                </c:pt>
                <c:pt idx="3466">
                  <c:v>1159.847</c:v>
                </c:pt>
                <c:pt idx="3467">
                  <c:v>1213.769</c:v>
                </c:pt>
                <c:pt idx="3468">
                  <c:v>1160.6569999999999</c:v>
                </c:pt>
                <c:pt idx="3469">
                  <c:v>1069.2260000000001</c:v>
                </c:pt>
                <c:pt idx="3470">
                  <c:v>1165.8319999999999</c:v>
                </c:pt>
                <c:pt idx="3471">
                  <c:v>1321.6989999999998</c:v>
                </c:pt>
                <c:pt idx="3472">
                  <c:v>1200.6039999999998</c:v>
                </c:pt>
                <c:pt idx="3473">
                  <c:v>947.28640000000053</c:v>
                </c:pt>
                <c:pt idx="3474">
                  <c:v>826.69179999999994</c:v>
                </c:pt>
                <c:pt idx="3475">
                  <c:v>782.03279999999938</c:v>
                </c:pt>
                <c:pt idx="3476">
                  <c:v>738.16340000000002</c:v>
                </c:pt>
                <c:pt idx="3477">
                  <c:v>698.19380000000081</c:v>
                </c:pt>
                <c:pt idx="3478">
                  <c:v>657.39980000000003</c:v>
                </c:pt>
                <c:pt idx="3479">
                  <c:v>627.50259999999946</c:v>
                </c:pt>
                <c:pt idx="3480">
                  <c:v>609.27200000000005</c:v>
                </c:pt>
                <c:pt idx="3481">
                  <c:v>593.11890000000005</c:v>
                </c:pt>
                <c:pt idx="3482">
                  <c:v>574.65279999999996</c:v>
                </c:pt>
                <c:pt idx="3483">
                  <c:v>563.67719999999997</c:v>
                </c:pt>
                <c:pt idx="3484">
                  <c:v>549.88249999999948</c:v>
                </c:pt>
                <c:pt idx="3485">
                  <c:v>527.39419999999996</c:v>
                </c:pt>
                <c:pt idx="3486">
                  <c:v>502.05270000000002</c:v>
                </c:pt>
                <c:pt idx="3487">
                  <c:v>476.50060000000002</c:v>
                </c:pt>
                <c:pt idx="3488">
                  <c:v>462.17329999999993</c:v>
                </c:pt>
                <c:pt idx="3489">
                  <c:v>459.7407</c:v>
                </c:pt>
                <c:pt idx="3490">
                  <c:v>457.24509999999964</c:v>
                </c:pt>
                <c:pt idx="3491">
                  <c:v>450.84300000000002</c:v>
                </c:pt>
                <c:pt idx="3492">
                  <c:v>441.33829999999961</c:v>
                </c:pt>
                <c:pt idx="3493">
                  <c:v>429.78809999999953</c:v>
                </c:pt>
                <c:pt idx="3494">
                  <c:v>414.73579999999947</c:v>
                </c:pt>
                <c:pt idx="3495">
                  <c:v>399.61599999999999</c:v>
                </c:pt>
                <c:pt idx="3496">
                  <c:v>397.60719999999969</c:v>
                </c:pt>
                <c:pt idx="3497">
                  <c:v>404.65480000000048</c:v>
                </c:pt>
                <c:pt idx="3498">
                  <c:v>401.34309999999999</c:v>
                </c:pt>
                <c:pt idx="3499">
                  <c:v>396.73919999999936</c:v>
                </c:pt>
                <c:pt idx="3500">
                  <c:v>416.95080000000002</c:v>
                </c:pt>
                <c:pt idx="3501">
                  <c:v>427.63479999999993</c:v>
                </c:pt>
                <c:pt idx="3502">
                  <c:v>445.1277</c:v>
                </c:pt>
                <c:pt idx="3503">
                  <c:v>425.53649999999953</c:v>
                </c:pt>
                <c:pt idx="3504">
                  <c:v>427.28859999999935</c:v>
                </c:pt>
                <c:pt idx="3505">
                  <c:v>444.42879999999946</c:v>
                </c:pt>
                <c:pt idx="3506">
                  <c:v>445.48239999999947</c:v>
                </c:pt>
                <c:pt idx="3507">
                  <c:v>422.58949999999999</c:v>
                </c:pt>
                <c:pt idx="3508">
                  <c:v>411.82420000000002</c:v>
                </c:pt>
                <c:pt idx="3509">
                  <c:v>416.59500000000003</c:v>
                </c:pt>
                <c:pt idx="3510">
                  <c:v>427.1968</c:v>
                </c:pt>
                <c:pt idx="3511">
                  <c:v>436.85759999999999</c:v>
                </c:pt>
                <c:pt idx="3512">
                  <c:v>436.45089999999999</c:v>
                </c:pt>
                <c:pt idx="3513">
                  <c:v>433.74650000000003</c:v>
                </c:pt>
                <c:pt idx="3514">
                  <c:v>422.85410000000002</c:v>
                </c:pt>
                <c:pt idx="3515">
                  <c:v>408.47969999999964</c:v>
                </c:pt>
                <c:pt idx="3516">
                  <c:v>402.01620000000003</c:v>
                </c:pt>
                <c:pt idx="3517">
                  <c:v>405.22809999999947</c:v>
                </c:pt>
                <c:pt idx="3518">
                  <c:v>407.9854999999996</c:v>
                </c:pt>
                <c:pt idx="3519">
                  <c:v>414.19779999999969</c:v>
                </c:pt>
                <c:pt idx="3520">
                  <c:v>414.29949999999968</c:v>
                </c:pt>
                <c:pt idx="3521">
                  <c:v>402.51499999999999</c:v>
                </c:pt>
                <c:pt idx="3522">
                  <c:v>406.54930000000002</c:v>
                </c:pt>
                <c:pt idx="3523">
                  <c:v>420.3845</c:v>
                </c:pt>
                <c:pt idx="3524">
                  <c:v>435.51649999999961</c:v>
                </c:pt>
                <c:pt idx="3525">
                  <c:v>433.66149999999999</c:v>
                </c:pt>
                <c:pt idx="3526">
                  <c:v>414.4306999999996</c:v>
                </c:pt>
                <c:pt idx="3527">
                  <c:v>408.363</c:v>
                </c:pt>
                <c:pt idx="3528">
                  <c:v>420.02609999999953</c:v>
                </c:pt>
                <c:pt idx="3529">
                  <c:v>445.2484</c:v>
                </c:pt>
                <c:pt idx="3530">
                  <c:v>464.14569999999998</c:v>
                </c:pt>
                <c:pt idx="3531">
                  <c:v>485.77599999999961</c:v>
                </c:pt>
                <c:pt idx="3532">
                  <c:v>518.82479999999998</c:v>
                </c:pt>
                <c:pt idx="3533">
                  <c:v>528.40049999999997</c:v>
                </c:pt>
                <c:pt idx="3534">
                  <c:v>586.22130000000004</c:v>
                </c:pt>
                <c:pt idx="3535">
                  <c:v>870.00199999999938</c:v>
                </c:pt>
                <c:pt idx="3536">
                  <c:v>1149.538</c:v>
                </c:pt>
                <c:pt idx="3537">
                  <c:v>1077.1279999999999</c:v>
                </c:pt>
                <c:pt idx="3538">
                  <c:v>892.44679999999948</c:v>
                </c:pt>
                <c:pt idx="3539">
                  <c:v>822.35559999999907</c:v>
                </c:pt>
                <c:pt idx="3540">
                  <c:v>789.51739999999938</c:v>
                </c:pt>
                <c:pt idx="3541">
                  <c:v>772.54909999999938</c:v>
                </c:pt>
                <c:pt idx="3542">
                  <c:v>759.23239999999998</c:v>
                </c:pt>
                <c:pt idx="3543">
                  <c:v>744.38030000000003</c:v>
                </c:pt>
                <c:pt idx="3544">
                  <c:v>744.76310000000001</c:v>
                </c:pt>
                <c:pt idx="3545">
                  <c:v>758.47850000000005</c:v>
                </c:pt>
                <c:pt idx="3546">
                  <c:v>767.50289999999939</c:v>
                </c:pt>
                <c:pt idx="3547">
                  <c:v>755.83779999999933</c:v>
                </c:pt>
                <c:pt idx="3548">
                  <c:v>739.80820000000006</c:v>
                </c:pt>
                <c:pt idx="3549">
                  <c:v>727.05899999999997</c:v>
                </c:pt>
                <c:pt idx="3550">
                  <c:v>715.63570000000004</c:v>
                </c:pt>
                <c:pt idx="3551">
                  <c:v>703.49969999999996</c:v>
                </c:pt>
                <c:pt idx="3552">
                  <c:v>714.45039999999949</c:v>
                </c:pt>
                <c:pt idx="3553">
                  <c:v>740.51609999999948</c:v>
                </c:pt>
                <c:pt idx="3554">
                  <c:v>808.61719999999946</c:v>
                </c:pt>
                <c:pt idx="3555">
                  <c:v>884.23050000000001</c:v>
                </c:pt>
                <c:pt idx="3556">
                  <c:v>893.60929999999996</c:v>
                </c:pt>
                <c:pt idx="3557">
                  <c:v>827.94619999999907</c:v>
                </c:pt>
                <c:pt idx="3558">
                  <c:v>770.83879999999999</c:v>
                </c:pt>
                <c:pt idx="3559">
                  <c:v>750.33389999999997</c:v>
                </c:pt>
                <c:pt idx="3560">
                  <c:v>787.76729999999907</c:v>
                </c:pt>
                <c:pt idx="3561">
                  <c:v>865.61890000000005</c:v>
                </c:pt>
                <c:pt idx="3562">
                  <c:v>1123.434</c:v>
                </c:pt>
                <c:pt idx="3563">
                  <c:v>1612.3779999999999</c:v>
                </c:pt>
                <c:pt idx="3564">
                  <c:v>1809.8509999999999</c:v>
                </c:pt>
                <c:pt idx="3565">
                  <c:v>1926.5119999999999</c:v>
                </c:pt>
                <c:pt idx="3566">
                  <c:v>1785.52</c:v>
                </c:pt>
                <c:pt idx="3567">
                  <c:v>1700.5989999999999</c:v>
                </c:pt>
                <c:pt idx="3568">
                  <c:v>1358.58</c:v>
                </c:pt>
                <c:pt idx="3569">
                  <c:v>1185.721</c:v>
                </c:pt>
                <c:pt idx="3570">
                  <c:v>1216.146</c:v>
                </c:pt>
                <c:pt idx="3571">
                  <c:v>1341.8409999999999</c:v>
                </c:pt>
                <c:pt idx="3572">
                  <c:v>1997.3939999999998</c:v>
                </c:pt>
                <c:pt idx="3573">
                  <c:v>2549.12</c:v>
                </c:pt>
                <c:pt idx="3574">
                  <c:v>2361.8049999999998</c:v>
                </c:pt>
                <c:pt idx="3575">
                  <c:v>1910.049</c:v>
                </c:pt>
                <c:pt idx="3576">
                  <c:v>2216.6889999999967</c:v>
                </c:pt>
                <c:pt idx="3577">
                  <c:v>2165.0349999999999</c:v>
                </c:pt>
                <c:pt idx="3578">
                  <c:v>1916.6489999999999</c:v>
                </c:pt>
                <c:pt idx="3579">
                  <c:v>1593.443</c:v>
                </c:pt>
                <c:pt idx="3580">
                  <c:v>1440.028</c:v>
                </c:pt>
                <c:pt idx="3581">
                  <c:v>1327.6479999999999</c:v>
                </c:pt>
                <c:pt idx="3582">
                  <c:v>1270.72</c:v>
                </c:pt>
                <c:pt idx="3583">
                  <c:v>1287.7570000000001</c:v>
                </c:pt>
                <c:pt idx="3584">
                  <c:v>1492.4780000000001</c:v>
                </c:pt>
                <c:pt idx="3585">
                  <c:v>2202.1039999999998</c:v>
                </c:pt>
                <c:pt idx="3586">
                  <c:v>2785.1509999999998</c:v>
                </c:pt>
                <c:pt idx="3587">
                  <c:v>3348.444</c:v>
                </c:pt>
                <c:pt idx="3588">
                  <c:v>3597.0610000000001</c:v>
                </c:pt>
                <c:pt idx="3589">
                  <c:v>4603.1940000000004</c:v>
                </c:pt>
                <c:pt idx="3590">
                  <c:v>5332.8230000000003</c:v>
                </c:pt>
                <c:pt idx="3591">
                  <c:v>4788.7650000000003</c:v>
                </c:pt>
                <c:pt idx="3592">
                  <c:v>3188.2759999999998</c:v>
                </c:pt>
                <c:pt idx="3593">
                  <c:v>2325.7939999999999</c:v>
                </c:pt>
                <c:pt idx="3594">
                  <c:v>2258.4609999999998</c:v>
                </c:pt>
                <c:pt idx="3595">
                  <c:v>2101.7779999999998</c:v>
                </c:pt>
                <c:pt idx="3596">
                  <c:v>1914.299</c:v>
                </c:pt>
                <c:pt idx="3597">
                  <c:v>1799.5719999999999</c:v>
                </c:pt>
                <c:pt idx="3598">
                  <c:v>1638.2619999999999</c:v>
                </c:pt>
                <c:pt idx="3599">
                  <c:v>1514.8429999999998</c:v>
                </c:pt>
                <c:pt idx="3600">
                  <c:v>1427.8689999999999</c:v>
                </c:pt>
                <c:pt idx="3601">
                  <c:v>1363.951</c:v>
                </c:pt>
                <c:pt idx="3602">
                  <c:v>1317.722</c:v>
                </c:pt>
                <c:pt idx="3603">
                  <c:v>1272.7329999999999</c:v>
                </c:pt>
                <c:pt idx="3604">
                  <c:v>1233.6729999999998</c:v>
                </c:pt>
                <c:pt idx="3605">
                  <c:v>1193.7719999999999</c:v>
                </c:pt>
                <c:pt idx="3606">
                  <c:v>1155.0039999999999</c:v>
                </c:pt>
                <c:pt idx="3607">
                  <c:v>1122.335</c:v>
                </c:pt>
                <c:pt idx="3608">
                  <c:v>1096.3909999999998</c:v>
                </c:pt>
                <c:pt idx="3609">
                  <c:v>1076.1569999999999</c:v>
                </c:pt>
                <c:pt idx="3610">
                  <c:v>1079.827</c:v>
                </c:pt>
                <c:pt idx="3611">
                  <c:v>1737.421</c:v>
                </c:pt>
                <c:pt idx="3612">
                  <c:v>3025.8380000000002</c:v>
                </c:pt>
                <c:pt idx="3613">
                  <c:v>3733.4360000000001</c:v>
                </c:pt>
                <c:pt idx="3614">
                  <c:v>2939.5309999999999</c:v>
                </c:pt>
                <c:pt idx="3615">
                  <c:v>2943.3740000000012</c:v>
                </c:pt>
                <c:pt idx="3616">
                  <c:v>4997.5450000000001</c:v>
                </c:pt>
                <c:pt idx="3617">
                  <c:v>6978.1680000000024</c:v>
                </c:pt>
                <c:pt idx="3618">
                  <c:v>6525.3970000000018</c:v>
                </c:pt>
                <c:pt idx="3619">
                  <c:v>5207.7030000000004</c:v>
                </c:pt>
                <c:pt idx="3620">
                  <c:v>4888.6750000000002</c:v>
                </c:pt>
                <c:pt idx="3621">
                  <c:v>5016.0250000000024</c:v>
                </c:pt>
                <c:pt idx="3622">
                  <c:v>3811.3910000000028</c:v>
                </c:pt>
                <c:pt idx="3623">
                  <c:v>3159.9630000000002</c:v>
                </c:pt>
                <c:pt idx="3624">
                  <c:v>3016.1759999999999</c:v>
                </c:pt>
                <c:pt idx="3625">
                  <c:v>2787.6370000000002</c:v>
                </c:pt>
                <c:pt idx="3626">
                  <c:v>2399.018</c:v>
                </c:pt>
                <c:pt idx="3627">
                  <c:v>2155.779</c:v>
                </c:pt>
                <c:pt idx="3628">
                  <c:v>1965.453</c:v>
                </c:pt>
                <c:pt idx="3629">
                  <c:v>1832.607</c:v>
                </c:pt>
                <c:pt idx="3630">
                  <c:v>1706.6879999999999</c:v>
                </c:pt>
                <c:pt idx="3631">
                  <c:v>1577.8109999999999</c:v>
                </c:pt>
                <c:pt idx="3632">
                  <c:v>1459.799</c:v>
                </c:pt>
                <c:pt idx="3633">
                  <c:v>1388.329</c:v>
                </c:pt>
                <c:pt idx="3634">
                  <c:v>1343.3519999999999</c:v>
                </c:pt>
                <c:pt idx="3635">
                  <c:v>1308.5639999999999</c:v>
                </c:pt>
                <c:pt idx="3636">
                  <c:v>1271.5729999999999</c:v>
                </c:pt>
                <c:pt idx="3637">
                  <c:v>1249.308</c:v>
                </c:pt>
                <c:pt idx="3638">
                  <c:v>1214.018</c:v>
                </c:pt>
                <c:pt idx="3639">
                  <c:v>1897.8229999999999</c:v>
                </c:pt>
                <c:pt idx="3640">
                  <c:v>1915.96</c:v>
                </c:pt>
                <c:pt idx="3641">
                  <c:v>1659.269</c:v>
                </c:pt>
                <c:pt idx="3642">
                  <c:v>1430.0139999999999</c:v>
                </c:pt>
                <c:pt idx="3643">
                  <c:v>1330.7650000000001</c:v>
                </c:pt>
                <c:pt idx="3644">
                  <c:v>1252.07</c:v>
                </c:pt>
                <c:pt idx="3645">
                  <c:v>1536.3619999999999</c:v>
                </c:pt>
                <c:pt idx="3646">
                  <c:v>1893.6959999999999</c:v>
                </c:pt>
                <c:pt idx="3647">
                  <c:v>1892.579</c:v>
                </c:pt>
                <c:pt idx="3648">
                  <c:v>1653.796</c:v>
                </c:pt>
                <c:pt idx="3649">
                  <c:v>1392.6819999999998</c:v>
                </c:pt>
                <c:pt idx="3650">
                  <c:v>1259.972</c:v>
                </c:pt>
                <c:pt idx="3651">
                  <c:v>1751.0329999999999</c:v>
                </c:pt>
                <c:pt idx="3652">
                  <c:v>2807.12</c:v>
                </c:pt>
                <c:pt idx="3653">
                  <c:v>3455.866</c:v>
                </c:pt>
                <c:pt idx="3654">
                  <c:v>3146.5210000000002</c:v>
                </c:pt>
                <c:pt idx="3655">
                  <c:v>2661.1750000000002</c:v>
                </c:pt>
                <c:pt idx="3656">
                  <c:v>3007.605</c:v>
                </c:pt>
                <c:pt idx="3657">
                  <c:v>3642.127</c:v>
                </c:pt>
                <c:pt idx="3658">
                  <c:v>3080.7530000000002</c:v>
                </c:pt>
                <c:pt idx="3659">
                  <c:v>2180.5770000000002</c:v>
                </c:pt>
                <c:pt idx="3660">
                  <c:v>2204.5619999999999</c:v>
                </c:pt>
                <c:pt idx="3661">
                  <c:v>2122.4229999999998</c:v>
                </c:pt>
                <c:pt idx="3662">
                  <c:v>1762.277</c:v>
                </c:pt>
                <c:pt idx="3663">
                  <c:v>1471.8989999999999</c:v>
                </c:pt>
                <c:pt idx="3664">
                  <c:v>1497.8619999999999</c:v>
                </c:pt>
                <c:pt idx="3665">
                  <c:v>1551.3729999999998</c:v>
                </c:pt>
                <c:pt idx="3666">
                  <c:v>1508.5350000000001</c:v>
                </c:pt>
                <c:pt idx="3667">
                  <c:v>1381.04</c:v>
                </c:pt>
                <c:pt idx="3668">
                  <c:v>1315.3739999999998</c:v>
                </c:pt>
                <c:pt idx="3669">
                  <c:v>1326.62</c:v>
                </c:pt>
                <c:pt idx="3670">
                  <c:v>1388.6629999999998</c:v>
                </c:pt>
                <c:pt idx="3671">
                  <c:v>1644.422</c:v>
                </c:pt>
                <c:pt idx="3672">
                  <c:v>2432.0100000000002</c:v>
                </c:pt>
                <c:pt idx="3673">
                  <c:v>3268.7739999999999</c:v>
                </c:pt>
                <c:pt idx="3674">
                  <c:v>2841.0540000000001</c:v>
                </c:pt>
                <c:pt idx="3675">
                  <c:v>2015.85</c:v>
                </c:pt>
                <c:pt idx="3676">
                  <c:v>1598.001</c:v>
                </c:pt>
                <c:pt idx="3677">
                  <c:v>1710.7239999999999</c:v>
                </c:pt>
                <c:pt idx="3678">
                  <c:v>1571.8309999999999</c:v>
                </c:pt>
                <c:pt idx="3679">
                  <c:v>1580.6989999999998</c:v>
                </c:pt>
                <c:pt idx="3680">
                  <c:v>1841.518</c:v>
                </c:pt>
                <c:pt idx="3681">
                  <c:v>2014.307</c:v>
                </c:pt>
                <c:pt idx="3682">
                  <c:v>2166.8960000000002</c:v>
                </c:pt>
                <c:pt idx="3683">
                  <c:v>2684.174</c:v>
                </c:pt>
                <c:pt idx="3684">
                  <c:v>2603.5479999999998</c:v>
                </c:pt>
                <c:pt idx="3685">
                  <c:v>2091.5810000000001</c:v>
                </c:pt>
                <c:pt idx="3686">
                  <c:v>1550.2909999999999</c:v>
                </c:pt>
                <c:pt idx="3687">
                  <c:v>1319.7729999999999</c:v>
                </c:pt>
                <c:pt idx="3688">
                  <c:v>1211.9839999999999</c:v>
                </c:pt>
                <c:pt idx="3689">
                  <c:v>1133.0729999999999</c:v>
                </c:pt>
                <c:pt idx="3690">
                  <c:v>1092.557</c:v>
                </c:pt>
                <c:pt idx="3691">
                  <c:v>1066.77</c:v>
                </c:pt>
                <c:pt idx="3692">
                  <c:v>1047.768</c:v>
                </c:pt>
                <c:pt idx="3693">
                  <c:v>1037.3129999999999</c:v>
                </c:pt>
                <c:pt idx="3694">
                  <c:v>1020.896</c:v>
                </c:pt>
                <c:pt idx="3695">
                  <c:v>1004.7760000000005</c:v>
                </c:pt>
                <c:pt idx="3696">
                  <c:v>990.73979999999995</c:v>
                </c:pt>
                <c:pt idx="3697">
                  <c:v>1052.8789999999999</c:v>
                </c:pt>
                <c:pt idx="3698">
                  <c:v>1353.4170000000001</c:v>
                </c:pt>
                <c:pt idx="3699">
                  <c:v>1970.7170000000001</c:v>
                </c:pt>
                <c:pt idx="3700">
                  <c:v>2974.1089999999967</c:v>
                </c:pt>
                <c:pt idx="3701">
                  <c:v>3298.3069999999998</c:v>
                </c:pt>
                <c:pt idx="3702">
                  <c:v>2988.4540000000002</c:v>
                </c:pt>
                <c:pt idx="3703">
                  <c:v>2391.3629999999998</c:v>
                </c:pt>
                <c:pt idx="3704">
                  <c:v>1981.26</c:v>
                </c:pt>
                <c:pt idx="3705">
                  <c:v>1674.5039999999999</c:v>
                </c:pt>
                <c:pt idx="3706">
                  <c:v>1499.9739999999999</c:v>
                </c:pt>
                <c:pt idx="3707">
                  <c:v>1395.6409999999998</c:v>
                </c:pt>
                <c:pt idx="3708">
                  <c:v>1317.5609999999999</c:v>
                </c:pt>
                <c:pt idx="3709">
                  <c:v>1215.24</c:v>
                </c:pt>
                <c:pt idx="3710">
                  <c:v>1452.981</c:v>
                </c:pt>
                <c:pt idx="3711">
                  <c:v>1379.8019999999999</c:v>
                </c:pt>
                <c:pt idx="3712">
                  <c:v>1226.8969999999999</c:v>
                </c:pt>
                <c:pt idx="3713">
                  <c:v>1107.817</c:v>
                </c:pt>
                <c:pt idx="3714">
                  <c:v>1068.5229999999999</c:v>
                </c:pt>
                <c:pt idx="3715">
                  <c:v>1032.0550000000001</c:v>
                </c:pt>
                <c:pt idx="3716">
                  <c:v>1008.638</c:v>
                </c:pt>
                <c:pt idx="3717">
                  <c:v>986.06049999999948</c:v>
                </c:pt>
                <c:pt idx="3718">
                  <c:v>972.63</c:v>
                </c:pt>
                <c:pt idx="3719">
                  <c:v>962.40840000000003</c:v>
                </c:pt>
                <c:pt idx="3720">
                  <c:v>961.47159999999997</c:v>
                </c:pt>
                <c:pt idx="3721">
                  <c:v>961.99900000000002</c:v>
                </c:pt>
                <c:pt idx="3722">
                  <c:v>960.79310000000055</c:v>
                </c:pt>
                <c:pt idx="3723">
                  <c:v>952.80439999999999</c:v>
                </c:pt>
                <c:pt idx="3724">
                  <c:v>945.92840000000001</c:v>
                </c:pt>
                <c:pt idx="3725">
                  <c:v>942.86599999999919</c:v>
                </c:pt>
                <c:pt idx="3726">
                  <c:v>933.94699999999921</c:v>
                </c:pt>
                <c:pt idx="3727">
                  <c:v>919.88289999999949</c:v>
                </c:pt>
                <c:pt idx="3728">
                  <c:v>987.78090000000054</c:v>
                </c:pt>
                <c:pt idx="3729">
                  <c:v>1266.3729999999998</c:v>
                </c:pt>
                <c:pt idx="3730">
                  <c:v>1663.277</c:v>
                </c:pt>
                <c:pt idx="3731">
                  <c:v>1709.8679999999999</c:v>
                </c:pt>
                <c:pt idx="3732">
                  <c:v>1408.713</c:v>
                </c:pt>
                <c:pt idx="3733">
                  <c:v>1205.8399999999999</c:v>
                </c:pt>
                <c:pt idx="3734">
                  <c:v>1170.7360000000001</c:v>
                </c:pt>
                <c:pt idx="3735">
                  <c:v>1159.2860000000001</c:v>
                </c:pt>
                <c:pt idx="3736">
                  <c:v>1162.8439999999998</c:v>
                </c:pt>
                <c:pt idx="3737">
                  <c:v>1163.4090000000001</c:v>
                </c:pt>
                <c:pt idx="3738">
                  <c:v>1160.5839999999998</c:v>
                </c:pt>
                <c:pt idx="3739">
                  <c:v>1153.3929999999998</c:v>
                </c:pt>
                <c:pt idx="3740">
                  <c:v>1147.376</c:v>
                </c:pt>
                <c:pt idx="3741">
                  <c:v>1138.529</c:v>
                </c:pt>
                <c:pt idx="3742">
                  <c:v>1127.3219999999999</c:v>
                </c:pt>
                <c:pt idx="3743">
                  <c:v>1134.645</c:v>
                </c:pt>
                <c:pt idx="3744">
                  <c:v>1169.7349999999999</c:v>
                </c:pt>
                <c:pt idx="3745">
                  <c:v>1239.5619999999999</c:v>
                </c:pt>
                <c:pt idx="3746">
                  <c:v>1263.635</c:v>
                </c:pt>
                <c:pt idx="3747">
                  <c:v>1247.4160000000011</c:v>
                </c:pt>
                <c:pt idx="3748">
                  <c:v>1216.751</c:v>
                </c:pt>
                <c:pt idx="3749">
                  <c:v>1188.4150000000011</c:v>
                </c:pt>
                <c:pt idx="3750">
                  <c:v>1198.6309999999999</c:v>
                </c:pt>
                <c:pt idx="3751">
                  <c:v>1249.7650000000001</c:v>
                </c:pt>
                <c:pt idx="3752">
                  <c:v>1288.5029999999999</c:v>
                </c:pt>
                <c:pt idx="3753">
                  <c:v>1270.0339999999999</c:v>
                </c:pt>
                <c:pt idx="3754">
                  <c:v>1232.952</c:v>
                </c:pt>
                <c:pt idx="3755">
                  <c:v>1202.55</c:v>
                </c:pt>
                <c:pt idx="3756">
                  <c:v>1175.8539999999998</c:v>
                </c:pt>
                <c:pt idx="3757">
                  <c:v>1140.2819999999999</c:v>
                </c:pt>
                <c:pt idx="3758">
                  <c:v>1117.4780000000001</c:v>
                </c:pt>
                <c:pt idx="3759">
                  <c:v>1114.77</c:v>
                </c:pt>
                <c:pt idx="3760">
                  <c:v>1113.453</c:v>
                </c:pt>
                <c:pt idx="3761">
                  <c:v>1112.771</c:v>
                </c:pt>
                <c:pt idx="3762">
                  <c:v>1114.982</c:v>
                </c:pt>
                <c:pt idx="3763">
                  <c:v>1117.6699999999998</c:v>
                </c:pt>
                <c:pt idx="3764">
                  <c:v>1111.6369999999999</c:v>
                </c:pt>
                <c:pt idx="3765">
                  <c:v>1124.461</c:v>
                </c:pt>
                <c:pt idx="3766">
                  <c:v>1131.675</c:v>
                </c:pt>
                <c:pt idx="3767">
                  <c:v>1187.7139999999999</c:v>
                </c:pt>
                <c:pt idx="3768">
                  <c:v>1287.481</c:v>
                </c:pt>
                <c:pt idx="3769">
                  <c:v>1322.4570000000001</c:v>
                </c:pt>
                <c:pt idx="3770">
                  <c:v>1328.1929999999998</c:v>
                </c:pt>
                <c:pt idx="3771">
                  <c:v>1447.605</c:v>
                </c:pt>
                <c:pt idx="3772">
                  <c:v>1621.5539999999999</c:v>
                </c:pt>
                <c:pt idx="3773">
                  <c:v>1748.9190000000001</c:v>
                </c:pt>
                <c:pt idx="3774">
                  <c:v>1714.8419999999999</c:v>
                </c:pt>
                <c:pt idx="3775">
                  <c:v>1539.3229999999999</c:v>
                </c:pt>
                <c:pt idx="3776">
                  <c:v>1407.203</c:v>
                </c:pt>
                <c:pt idx="3777">
                  <c:v>1340.03</c:v>
                </c:pt>
                <c:pt idx="3778">
                  <c:v>1372.1179999999999</c:v>
                </c:pt>
                <c:pt idx="3779">
                  <c:v>1463.567</c:v>
                </c:pt>
                <c:pt idx="3780">
                  <c:v>1440.1439999999998</c:v>
                </c:pt>
                <c:pt idx="3781">
                  <c:v>1343.998</c:v>
                </c:pt>
                <c:pt idx="3782">
                  <c:v>1319.4380000000001</c:v>
                </c:pt>
                <c:pt idx="3783">
                  <c:v>1305.1309999999999</c:v>
                </c:pt>
                <c:pt idx="3784">
                  <c:v>1269.069</c:v>
                </c:pt>
                <c:pt idx="3785">
                  <c:v>1243.4849999999999</c:v>
                </c:pt>
                <c:pt idx="3786">
                  <c:v>1230.0150000000001</c:v>
                </c:pt>
                <c:pt idx="3787">
                  <c:v>1245.366</c:v>
                </c:pt>
                <c:pt idx="3788">
                  <c:v>1320.8619999999999</c:v>
                </c:pt>
                <c:pt idx="3789">
                  <c:v>1439.6079999999999</c:v>
                </c:pt>
                <c:pt idx="3790">
                  <c:v>1444.258</c:v>
                </c:pt>
                <c:pt idx="3791">
                  <c:v>1378.55</c:v>
                </c:pt>
                <c:pt idx="3792">
                  <c:v>1292.453</c:v>
                </c:pt>
                <c:pt idx="3793">
                  <c:v>1243.4570000000001</c:v>
                </c:pt>
                <c:pt idx="3794">
                  <c:v>1210.386</c:v>
                </c:pt>
                <c:pt idx="3795">
                  <c:v>1174.5629999999999</c:v>
                </c:pt>
                <c:pt idx="3796">
                  <c:v>1147.0029999999999</c:v>
                </c:pt>
                <c:pt idx="3797">
                  <c:v>1106.3829999999998</c:v>
                </c:pt>
                <c:pt idx="3798">
                  <c:v>1067.009</c:v>
                </c:pt>
                <c:pt idx="3799">
                  <c:v>1039.768</c:v>
                </c:pt>
                <c:pt idx="3800">
                  <c:v>1018.519</c:v>
                </c:pt>
                <c:pt idx="3801">
                  <c:v>1011.3609999999992</c:v>
                </c:pt>
                <c:pt idx="3802">
                  <c:v>1007.97</c:v>
                </c:pt>
                <c:pt idx="3803">
                  <c:v>1000.516</c:v>
                </c:pt>
                <c:pt idx="3804">
                  <c:v>969.60870000000068</c:v>
                </c:pt>
                <c:pt idx="3805">
                  <c:v>901.65480000000002</c:v>
                </c:pt>
                <c:pt idx="3806">
                  <c:v>829.49429999999938</c:v>
                </c:pt>
                <c:pt idx="3807">
                  <c:v>826.43729999999903</c:v>
                </c:pt>
                <c:pt idx="3808">
                  <c:v>853.49530000000004</c:v>
                </c:pt>
                <c:pt idx="3809">
                  <c:v>849.48840000000052</c:v>
                </c:pt>
                <c:pt idx="3810">
                  <c:v>836.13759999999934</c:v>
                </c:pt>
                <c:pt idx="3811">
                  <c:v>833.31009999999947</c:v>
                </c:pt>
                <c:pt idx="3812">
                  <c:v>895.25459999999998</c:v>
                </c:pt>
                <c:pt idx="3813">
                  <c:v>1057.9590000000001</c:v>
                </c:pt>
                <c:pt idx="3814">
                  <c:v>1184.617</c:v>
                </c:pt>
                <c:pt idx="3815">
                  <c:v>1121.712</c:v>
                </c:pt>
                <c:pt idx="3816">
                  <c:v>993.61279999999999</c:v>
                </c:pt>
                <c:pt idx="3817">
                  <c:v>958.25559999999996</c:v>
                </c:pt>
                <c:pt idx="3818">
                  <c:v>953.16199999999947</c:v>
                </c:pt>
                <c:pt idx="3819">
                  <c:v>946.78050000000053</c:v>
                </c:pt>
                <c:pt idx="3820">
                  <c:v>949.3156999999992</c:v>
                </c:pt>
                <c:pt idx="3821">
                  <c:v>939.20429999999999</c:v>
                </c:pt>
                <c:pt idx="3822">
                  <c:v>932.06219999999905</c:v>
                </c:pt>
                <c:pt idx="3823">
                  <c:v>1001.533</c:v>
                </c:pt>
                <c:pt idx="3824">
                  <c:v>1225.616</c:v>
                </c:pt>
                <c:pt idx="3825">
                  <c:v>1394.93</c:v>
                </c:pt>
                <c:pt idx="3826">
                  <c:v>1315.865</c:v>
                </c:pt>
                <c:pt idx="3827">
                  <c:v>1288.2160000000001</c:v>
                </c:pt>
                <c:pt idx="3828">
                  <c:v>1431.771</c:v>
                </c:pt>
                <c:pt idx="3829">
                  <c:v>1407.94</c:v>
                </c:pt>
                <c:pt idx="3830">
                  <c:v>1208.1199999999999</c:v>
                </c:pt>
                <c:pt idx="3831">
                  <c:v>1072.242</c:v>
                </c:pt>
                <c:pt idx="3832">
                  <c:v>1033.2460000000001</c:v>
                </c:pt>
                <c:pt idx="3833">
                  <c:v>1050.5</c:v>
                </c:pt>
                <c:pt idx="3834">
                  <c:v>1167.1039999999998</c:v>
                </c:pt>
                <c:pt idx="3835">
                  <c:v>1442.6899999999998</c:v>
                </c:pt>
                <c:pt idx="3836">
                  <c:v>1670.4880000000001</c:v>
                </c:pt>
                <c:pt idx="3837">
                  <c:v>1687.991</c:v>
                </c:pt>
                <c:pt idx="3838">
                  <c:v>1663.433</c:v>
                </c:pt>
                <c:pt idx="3839">
                  <c:v>1612.538</c:v>
                </c:pt>
                <c:pt idx="3840">
                  <c:v>1509.703</c:v>
                </c:pt>
                <c:pt idx="3841">
                  <c:v>1461.002</c:v>
                </c:pt>
                <c:pt idx="3842">
                  <c:v>1390.018</c:v>
                </c:pt>
                <c:pt idx="3843">
                  <c:v>1269.806</c:v>
                </c:pt>
                <c:pt idx="3844">
                  <c:v>1207.3609999999999</c:v>
                </c:pt>
                <c:pt idx="3845">
                  <c:v>1180.8219999999999</c:v>
                </c:pt>
                <c:pt idx="3846">
                  <c:v>1150.3239999999998</c:v>
                </c:pt>
                <c:pt idx="3847">
                  <c:v>1101.453</c:v>
                </c:pt>
                <c:pt idx="3848">
                  <c:v>1035.1619999999998</c:v>
                </c:pt>
                <c:pt idx="3849">
                  <c:v>964.87009999999998</c:v>
                </c:pt>
                <c:pt idx="3850">
                  <c:v>898.14249999999947</c:v>
                </c:pt>
                <c:pt idx="3851">
                  <c:v>827.04859999999996</c:v>
                </c:pt>
                <c:pt idx="3852">
                  <c:v>764.92370000000005</c:v>
                </c:pt>
                <c:pt idx="3853">
                  <c:v>714.02980000000002</c:v>
                </c:pt>
                <c:pt idx="3854">
                  <c:v>668.58370000000082</c:v>
                </c:pt>
                <c:pt idx="3855">
                  <c:v>632.17070000000081</c:v>
                </c:pt>
                <c:pt idx="3856">
                  <c:v>598.78279999999995</c:v>
                </c:pt>
                <c:pt idx="3857">
                  <c:v>571.91629999999907</c:v>
                </c:pt>
                <c:pt idx="3858">
                  <c:v>573.10709999999949</c:v>
                </c:pt>
                <c:pt idx="3859">
                  <c:v>642.79190000000051</c:v>
                </c:pt>
                <c:pt idx="3860">
                  <c:v>757.59010000000001</c:v>
                </c:pt>
                <c:pt idx="3861">
                  <c:v>770.69680000000005</c:v>
                </c:pt>
                <c:pt idx="3862">
                  <c:v>666.78380000000095</c:v>
                </c:pt>
                <c:pt idx="3863">
                  <c:v>611.06609999999921</c:v>
                </c:pt>
                <c:pt idx="3864">
                  <c:v>598.5127</c:v>
                </c:pt>
                <c:pt idx="3865">
                  <c:v>567.24590000000001</c:v>
                </c:pt>
                <c:pt idx="3866">
                  <c:v>569.19320000000005</c:v>
                </c:pt>
                <c:pt idx="3867">
                  <c:v>591.91609999999946</c:v>
                </c:pt>
                <c:pt idx="3868">
                  <c:v>579.29049999999995</c:v>
                </c:pt>
                <c:pt idx="3869">
                  <c:v>572.07929999999999</c:v>
                </c:pt>
                <c:pt idx="3870">
                  <c:v>579</c:v>
                </c:pt>
                <c:pt idx="3871">
                  <c:v>582.52390000000003</c:v>
                </c:pt>
                <c:pt idx="3872">
                  <c:v>572.54399999999998</c:v>
                </c:pt>
                <c:pt idx="3873">
                  <c:v>574.34579999999949</c:v>
                </c:pt>
                <c:pt idx="3874">
                  <c:v>610.96909999999946</c:v>
                </c:pt>
                <c:pt idx="3875">
                  <c:v>663.43559999999934</c:v>
                </c:pt>
                <c:pt idx="3876">
                  <c:v>655.81419999999946</c:v>
                </c:pt>
                <c:pt idx="3877">
                  <c:v>635.86939999999947</c:v>
                </c:pt>
                <c:pt idx="3878">
                  <c:v>612.44319999999948</c:v>
                </c:pt>
                <c:pt idx="3879">
                  <c:v>599.65859999999998</c:v>
                </c:pt>
                <c:pt idx="3880">
                  <c:v>591.09230000000002</c:v>
                </c:pt>
                <c:pt idx="3881">
                  <c:v>572.01099999999997</c:v>
                </c:pt>
                <c:pt idx="3882">
                  <c:v>585.91919999999948</c:v>
                </c:pt>
                <c:pt idx="3883">
                  <c:v>598.68190000000004</c:v>
                </c:pt>
                <c:pt idx="3884">
                  <c:v>602.36039999999946</c:v>
                </c:pt>
                <c:pt idx="3885">
                  <c:v>588.84629999999902</c:v>
                </c:pt>
                <c:pt idx="3886">
                  <c:v>577.84389999999996</c:v>
                </c:pt>
                <c:pt idx="3887">
                  <c:v>569.58050000000003</c:v>
                </c:pt>
                <c:pt idx="3888">
                  <c:v>557.15459999999996</c:v>
                </c:pt>
                <c:pt idx="3889">
                  <c:v>550.87289999999996</c:v>
                </c:pt>
                <c:pt idx="3890">
                  <c:v>544.47519999999997</c:v>
                </c:pt>
                <c:pt idx="3891">
                  <c:v>542.82749999999919</c:v>
                </c:pt>
                <c:pt idx="3892">
                  <c:v>531.17430000000081</c:v>
                </c:pt>
                <c:pt idx="3893">
                  <c:v>518.77550000000053</c:v>
                </c:pt>
                <c:pt idx="3894">
                  <c:v>506.7038</c:v>
                </c:pt>
                <c:pt idx="3895">
                  <c:v>508.28909999999968</c:v>
                </c:pt>
                <c:pt idx="3896">
                  <c:v>533.49440000000004</c:v>
                </c:pt>
                <c:pt idx="3897">
                  <c:v>554.42439999999999</c:v>
                </c:pt>
                <c:pt idx="3898">
                  <c:v>552.08140000000003</c:v>
                </c:pt>
                <c:pt idx="3899">
                  <c:v>557.21010000000001</c:v>
                </c:pt>
                <c:pt idx="3900">
                  <c:v>623.27829999999994</c:v>
                </c:pt>
                <c:pt idx="3901">
                  <c:v>741.07980000000055</c:v>
                </c:pt>
                <c:pt idx="3902">
                  <c:v>840.63810000000001</c:v>
                </c:pt>
                <c:pt idx="3903">
                  <c:v>857.07299999999998</c:v>
                </c:pt>
                <c:pt idx="3904">
                  <c:v>821.99289999999996</c:v>
                </c:pt>
                <c:pt idx="3905">
                  <c:v>770.34339999999997</c:v>
                </c:pt>
                <c:pt idx="3906">
                  <c:v>736.1096</c:v>
                </c:pt>
                <c:pt idx="3907">
                  <c:v>718.2636</c:v>
                </c:pt>
                <c:pt idx="3908">
                  <c:v>709.37130000000002</c:v>
                </c:pt>
                <c:pt idx="3909">
                  <c:v>716.58169999999996</c:v>
                </c:pt>
                <c:pt idx="3910">
                  <c:v>725.97050000000002</c:v>
                </c:pt>
                <c:pt idx="3911">
                  <c:v>729.25009999999997</c:v>
                </c:pt>
                <c:pt idx="3912">
                  <c:v>740.45949999999948</c:v>
                </c:pt>
                <c:pt idx="3913">
                  <c:v>892.20699999999999</c:v>
                </c:pt>
                <c:pt idx="3914">
                  <c:v>1260.3889999999999</c:v>
                </c:pt>
                <c:pt idx="3915">
                  <c:v>1561.6609999999998</c:v>
                </c:pt>
                <c:pt idx="3916">
                  <c:v>1650.211</c:v>
                </c:pt>
                <c:pt idx="3917">
                  <c:v>1589.1899999999998</c:v>
                </c:pt>
                <c:pt idx="3918">
                  <c:v>1456.9649999999999</c:v>
                </c:pt>
                <c:pt idx="3919">
                  <c:v>1342.1079999999999</c:v>
                </c:pt>
                <c:pt idx="3920">
                  <c:v>1261.039</c:v>
                </c:pt>
                <c:pt idx="3921">
                  <c:v>1176.6699999999998</c:v>
                </c:pt>
                <c:pt idx="3922">
                  <c:v>1112.6629999999998</c:v>
                </c:pt>
                <c:pt idx="3923">
                  <c:v>1071.2280000000001</c:v>
                </c:pt>
                <c:pt idx="3924">
                  <c:v>1061.7049999999999</c:v>
                </c:pt>
                <c:pt idx="3925">
                  <c:v>1035.0729999999999</c:v>
                </c:pt>
                <c:pt idx="3926">
                  <c:v>1061.645</c:v>
                </c:pt>
                <c:pt idx="3927">
                  <c:v>1144.3629999999998</c:v>
                </c:pt>
                <c:pt idx="3928">
                  <c:v>1240.1819999999998</c:v>
                </c:pt>
                <c:pt idx="3929">
                  <c:v>1173.6619999999998</c:v>
                </c:pt>
                <c:pt idx="3930">
                  <c:v>1001.259</c:v>
                </c:pt>
                <c:pt idx="3931">
                  <c:v>920.64119999999946</c:v>
                </c:pt>
                <c:pt idx="3932">
                  <c:v>891.30909999999949</c:v>
                </c:pt>
                <c:pt idx="3933">
                  <c:v>875.59410000000003</c:v>
                </c:pt>
                <c:pt idx="3934">
                  <c:v>864.93579999999997</c:v>
                </c:pt>
                <c:pt idx="3935">
                  <c:v>851.70630000000051</c:v>
                </c:pt>
                <c:pt idx="3936">
                  <c:v>837.97519999999997</c:v>
                </c:pt>
                <c:pt idx="3937">
                  <c:v>822.26059999999939</c:v>
                </c:pt>
                <c:pt idx="3938">
                  <c:v>808.17629999999997</c:v>
                </c:pt>
                <c:pt idx="3939">
                  <c:v>802.69100000000003</c:v>
                </c:pt>
                <c:pt idx="3940">
                  <c:v>823.3971999999992</c:v>
                </c:pt>
                <c:pt idx="3941">
                  <c:v>1061.1289999999999</c:v>
                </c:pt>
                <c:pt idx="3942">
                  <c:v>1922.7470000000001</c:v>
                </c:pt>
                <c:pt idx="3943">
                  <c:v>2863.3449999999998</c:v>
                </c:pt>
                <c:pt idx="3944">
                  <c:v>2723.6990000000001</c:v>
                </c:pt>
                <c:pt idx="3945">
                  <c:v>2262.1219999999998</c:v>
                </c:pt>
                <c:pt idx="3946">
                  <c:v>2190.8629999999998</c:v>
                </c:pt>
                <c:pt idx="3947">
                  <c:v>2368.1610000000001</c:v>
                </c:pt>
                <c:pt idx="3948">
                  <c:v>2371.6059999999998</c:v>
                </c:pt>
                <c:pt idx="3949">
                  <c:v>2380.0819999999999</c:v>
                </c:pt>
                <c:pt idx="3950">
                  <c:v>3049.2950000000001</c:v>
                </c:pt>
                <c:pt idx="3951">
                  <c:v>4449.8240000000014</c:v>
                </c:pt>
                <c:pt idx="3952">
                  <c:v>5176.9949999999999</c:v>
                </c:pt>
                <c:pt idx="3953">
                  <c:v>4512.8980000000001</c:v>
                </c:pt>
                <c:pt idx="3954">
                  <c:v>3324.7879999999973</c:v>
                </c:pt>
                <c:pt idx="3955">
                  <c:v>2886.4580000000001</c:v>
                </c:pt>
                <c:pt idx="3956">
                  <c:v>4067.6039999999998</c:v>
                </c:pt>
                <c:pt idx="3957">
                  <c:v>5229.7060000000001</c:v>
                </c:pt>
                <c:pt idx="3958">
                  <c:v>5569.0010000000002</c:v>
                </c:pt>
                <c:pt idx="3959">
                  <c:v>4014.5110000000022</c:v>
                </c:pt>
                <c:pt idx="3960">
                  <c:v>3341.9870000000001</c:v>
                </c:pt>
                <c:pt idx="3961">
                  <c:v>3505.9900000000002</c:v>
                </c:pt>
                <c:pt idx="3962">
                  <c:v>3505.7570000000001</c:v>
                </c:pt>
                <c:pt idx="3963">
                  <c:v>3001.808</c:v>
                </c:pt>
                <c:pt idx="3964">
                  <c:v>2649.4479999999999</c:v>
                </c:pt>
                <c:pt idx="3965">
                  <c:v>2510.73</c:v>
                </c:pt>
                <c:pt idx="3966">
                  <c:v>2646.9059999999999</c:v>
                </c:pt>
                <c:pt idx="3967">
                  <c:v>3052.518</c:v>
                </c:pt>
                <c:pt idx="3968">
                  <c:v>2999.2059999999997</c:v>
                </c:pt>
                <c:pt idx="3969">
                  <c:v>2564.944</c:v>
                </c:pt>
                <c:pt idx="3970">
                  <c:v>2231.8130000000028</c:v>
                </c:pt>
                <c:pt idx="3971">
                  <c:v>2660.326</c:v>
                </c:pt>
                <c:pt idx="3972">
                  <c:v>4941.5420000000004</c:v>
                </c:pt>
                <c:pt idx="3973">
                  <c:v>7472.317</c:v>
                </c:pt>
                <c:pt idx="3974">
                  <c:v>7287.6</c:v>
                </c:pt>
                <c:pt idx="3975">
                  <c:v>4835.1290000000054</c:v>
                </c:pt>
                <c:pt idx="3976">
                  <c:v>2978.0549999999998</c:v>
                </c:pt>
                <c:pt idx="3977">
                  <c:v>2585.7449999999967</c:v>
                </c:pt>
                <c:pt idx="3978">
                  <c:v>2232.4720000000002</c:v>
                </c:pt>
                <c:pt idx="3979">
                  <c:v>1938.3109999999999</c:v>
                </c:pt>
                <c:pt idx="3980">
                  <c:v>1752.537</c:v>
                </c:pt>
                <c:pt idx="3981">
                  <c:v>1632.8050000000001</c:v>
                </c:pt>
                <c:pt idx="3982">
                  <c:v>1574.5650000000001</c:v>
                </c:pt>
                <c:pt idx="3983">
                  <c:v>1534.3319999999999</c:v>
                </c:pt>
                <c:pt idx="3984">
                  <c:v>1546.9170000000001</c:v>
                </c:pt>
                <c:pt idx="3985">
                  <c:v>1580.4380000000001</c:v>
                </c:pt>
                <c:pt idx="3986">
                  <c:v>1569.5050000000001</c:v>
                </c:pt>
                <c:pt idx="3987">
                  <c:v>1493.836</c:v>
                </c:pt>
                <c:pt idx="3988">
                  <c:v>1399.85</c:v>
                </c:pt>
                <c:pt idx="3989">
                  <c:v>1347.4290000000001</c:v>
                </c:pt>
                <c:pt idx="3990">
                  <c:v>1313.1299999999999</c:v>
                </c:pt>
                <c:pt idx="3991">
                  <c:v>1286.3509999999999</c:v>
                </c:pt>
                <c:pt idx="3992">
                  <c:v>1260.0539999999999</c:v>
                </c:pt>
                <c:pt idx="3993">
                  <c:v>1233.567</c:v>
                </c:pt>
                <c:pt idx="3994">
                  <c:v>1210.8150000000001</c:v>
                </c:pt>
                <c:pt idx="3995">
                  <c:v>1187.711</c:v>
                </c:pt>
                <c:pt idx="3996">
                  <c:v>1162.808</c:v>
                </c:pt>
                <c:pt idx="3997">
                  <c:v>1138.0150000000001</c:v>
                </c:pt>
                <c:pt idx="3998">
                  <c:v>1118.0350000000001</c:v>
                </c:pt>
                <c:pt idx="3999">
                  <c:v>1105.846</c:v>
                </c:pt>
                <c:pt idx="4000">
                  <c:v>1091.511</c:v>
                </c:pt>
                <c:pt idx="4001">
                  <c:v>1071.817</c:v>
                </c:pt>
                <c:pt idx="4002">
                  <c:v>1051.5329999999999</c:v>
                </c:pt>
                <c:pt idx="4003">
                  <c:v>1032.5260000000001</c:v>
                </c:pt>
                <c:pt idx="4004">
                  <c:v>1022.571</c:v>
                </c:pt>
                <c:pt idx="4005">
                  <c:v>1145.3109999999999</c:v>
                </c:pt>
                <c:pt idx="4006">
                  <c:v>1317.4880000000001</c:v>
                </c:pt>
                <c:pt idx="4007">
                  <c:v>1582.902</c:v>
                </c:pt>
                <c:pt idx="4008">
                  <c:v>1698.9949999999999</c:v>
                </c:pt>
                <c:pt idx="4009">
                  <c:v>1567.6919999999998</c:v>
                </c:pt>
                <c:pt idx="4010">
                  <c:v>1738.55</c:v>
                </c:pt>
                <c:pt idx="4011">
                  <c:v>1854.41</c:v>
                </c:pt>
                <c:pt idx="4012">
                  <c:v>1867.829</c:v>
                </c:pt>
                <c:pt idx="4013">
                  <c:v>1481.6219999999998</c:v>
                </c:pt>
                <c:pt idx="4014">
                  <c:v>1170.8779999999999</c:v>
                </c:pt>
                <c:pt idx="4015">
                  <c:v>1088.8779999999999</c:v>
                </c:pt>
                <c:pt idx="4016">
                  <c:v>1050.94</c:v>
                </c:pt>
                <c:pt idx="4017">
                  <c:v>1025.6519999999998</c:v>
                </c:pt>
                <c:pt idx="4018">
                  <c:v>1013.2859999999999</c:v>
                </c:pt>
                <c:pt idx="4019">
                  <c:v>995.3366999999987</c:v>
                </c:pt>
                <c:pt idx="4020">
                  <c:v>991.19350000000054</c:v>
                </c:pt>
                <c:pt idx="4021">
                  <c:v>1018.707</c:v>
                </c:pt>
                <c:pt idx="4022">
                  <c:v>1063.1859999999999</c:v>
                </c:pt>
                <c:pt idx="4023">
                  <c:v>1064.6309999999999</c:v>
                </c:pt>
                <c:pt idx="4024">
                  <c:v>1029.9449999999999</c:v>
                </c:pt>
                <c:pt idx="4025">
                  <c:v>968.80759999999907</c:v>
                </c:pt>
                <c:pt idx="4026">
                  <c:v>925.33029999999906</c:v>
                </c:pt>
                <c:pt idx="4027">
                  <c:v>898.48969999999997</c:v>
                </c:pt>
                <c:pt idx="4028">
                  <c:v>905.67629999999997</c:v>
                </c:pt>
                <c:pt idx="4029">
                  <c:v>977.98180000000002</c:v>
                </c:pt>
                <c:pt idx="4030">
                  <c:v>971.19200000000001</c:v>
                </c:pt>
                <c:pt idx="4031">
                  <c:v>914.59569999999997</c:v>
                </c:pt>
                <c:pt idx="4032">
                  <c:v>879.58320000000003</c:v>
                </c:pt>
                <c:pt idx="4033">
                  <c:v>960.80769999999882</c:v>
                </c:pt>
                <c:pt idx="4034">
                  <c:v>1173.3339999999998</c:v>
                </c:pt>
                <c:pt idx="4035">
                  <c:v>1306.0129999999999</c:v>
                </c:pt>
                <c:pt idx="4036">
                  <c:v>1196.4649999999999</c:v>
                </c:pt>
                <c:pt idx="4037">
                  <c:v>1028.6279999999999</c:v>
                </c:pt>
                <c:pt idx="4038">
                  <c:v>930.14059999999949</c:v>
                </c:pt>
                <c:pt idx="4039">
                  <c:v>878.02419999999938</c:v>
                </c:pt>
                <c:pt idx="4040">
                  <c:v>1060.877</c:v>
                </c:pt>
                <c:pt idx="4041">
                  <c:v>1384.451</c:v>
                </c:pt>
                <c:pt idx="4042">
                  <c:v>1590.8929999999998</c:v>
                </c:pt>
                <c:pt idx="4043">
                  <c:v>1322.76</c:v>
                </c:pt>
                <c:pt idx="4044">
                  <c:v>1035.508</c:v>
                </c:pt>
                <c:pt idx="4045">
                  <c:v>981.88719999999921</c:v>
                </c:pt>
                <c:pt idx="4046">
                  <c:v>1029.7939999999999</c:v>
                </c:pt>
                <c:pt idx="4047">
                  <c:v>1217.6979999999999</c:v>
                </c:pt>
                <c:pt idx="4048">
                  <c:v>1475.903</c:v>
                </c:pt>
                <c:pt idx="4049">
                  <c:v>1471.932</c:v>
                </c:pt>
                <c:pt idx="4050">
                  <c:v>1216.8229999999999</c:v>
                </c:pt>
                <c:pt idx="4051">
                  <c:v>1019.3150000000001</c:v>
                </c:pt>
                <c:pt idx="4052">
                  <c:v>947.64970000000005</c:v>
                </c:pt>
                <c:pt idx="4053">
                  <c:v>927.48209999999949</c:v>
                </c:pt>
                <c:pt idx="4054">
                  <c:v>904.16380000000004</c:v>
                </c:pt>
                <c:pt idx="4055">
                  <c:v>870.42239999999947</c:v>
                </c:pt>
                <c:pt idx="4056">
                  <c:v>857.48360000000002</c:v>
                </c:pt>
                <c:pt idx="4057">
                  <c:v>873.50159999999948</c:v>
                </c:pt>
                <c:pt idx="4058">
                  <c:v>876.25890000000004</c:v>
                </c:pt>
                <c:pt idx="4059">
                  <c:v>843.07730000000004</c:v>
                </c:pt>
                <c:pt idx="4060">
                  <c:v>817.01499999999999</c:v>
                </c:pt>
                <c:pt idx="4061">
                  <c:v>793.21870000000081</c:v>
                </c:pt>
                <c:pt idx="4062">
                  <c:v>771.87789999999939</c:v>
                </c:pt>
                <c:pt idx="4063">
                  <c:v>755.4873</c:v>
                </c:pt>
                <c:pt idx="4064">
                  <c:v>745.55880000000002</c:v>
                </c:pt>
                <c:pt idx="4065">
                  <c:v>736.88549999999998</c:v>
                </c:pt>
                <c:pt idx="4066">
                  <c:v>727.82809999999949</c:v>
                </c:pt>
                <c:pt idx="4067">
                  <c:v>717.1345</c:v>
                </c:pt>
                <c:pt idx="4068">
                  <c:v>705.78769999999997</c:v>
                </c:pt>
                <c:pt idx="4069">
                  <c:v>694.02350000000001</c:v>
                </c:pt>
                <c:pt idx="4070">
                  <c:v>681.95319999999947</c:v>
                </c:pt>
                <c:pt idx="4071">
                  <c:v>670.37459999999999</c:v>
                </c:pt>
                <c:pt idx="4072">
                  <c:v>660.04359999999997</c:v>
                </c:pt>
                <c:pt idx="4073">
                  <c:v>650.28040000000055</c:v>
                </c:pt>
                <c:pt idx="4074">
                  <c:v>640.71939999999995</c:v>
                </c:pt>
                <c:pt idx="4075">
                  <c:v>633.16419999999948</c:v>
                </c:pt>
                <c:pt idx="4076">
                  <c:v>626.26509999999996</c:v>
                </c:pt>
                <c:pt idx="4077">
                  <c:v>622.33949999999948</c:v>
                </c:pt>
                <c:pt idx="4078">
                  <c:v>665.94090000000006</c:v>
                </c:pt>
                <c:pt idx="4079">
                  <c:v>719.45589999999947</c:v>
                </c:pt>
                <c:pt idx="4080">
                  <c:v>747.59140000000002</c:v>
                </c:pt>
                <c:pt idx="4081">
                  <c:v>720.5385</c:v>
                </c:pt>
                <c:pt idx="4082">
                  <c:v>707.51459999999997</c:v>
                </c:pt>
                <c:pt idx="4083">
                  <c:v>716.9117</c:v>
                </c:pt>
                <c:pt idx="4084">
                  <c:v>699.06919999999946</c:v>
                </c:pt>
                <c:pt idx="4085">
                  <c:v>669.28420000000051</c:v>
                </c:pt>
                <c:pt idx="4086">
                  <c:v>646.59410000000003</c:v>
                </c:pt>
                <c:pt idx="4087">
                  <c:v>633.00409999999999</c:v>
                </c:pt>
                <c:pt idx="4088">
                  <c:v>624.18470000000082</c:v>
                </c:pt>
                <c:pt idx="4089">
                  <c:v>617.73230000000001</c:v>
                </c:pt>
                <c:pt idx="4090">
                  <c:v>605.95939999999996</c:v>
                </c:pt>
                <c:pt idx="4091">
                  <c:v>594.15789999999947</c:v>
                </c:pt>
                <c:pt idx="4092">
                  <c:v>590.39659999999947</c:v>
                </c:pt>
                <c:pt idx="4093">
                  <c:v>637.74159999999949</c:v>
                </c:pt>
                <c:pt idx="4094">
                  <c:v>676.59789999999998</c:v>
                </c:pt>
                <c:pt idx="4095">
                  <c:v>687.96909999999946</c:v>
                </c:pt>
                <c:pt idx="4096">
                  <c:v>674.48540000000003</c:v>
                </c:pt>
                <c:pt idx="4097">
                  <c:v>647.91859999999997</c:v>
                </c:pt>
                <c:pt idx="4098">
                  <c:v>636.43340000000001</c:v>
                </c:pt>
                <c:pt idx="4099">
                  <c:v>649.38789999999949</c:v>
                </c:pt>
                <c:pt idx="4100">
                  <c:v>744.93009999999947</c:v>
                </c:pt>
                <c:pt idx="4101">
                  <c:v>917.88</c:v>
                </c:pt>
                <c:pt idx="4102">
                  <c:v>1025.319</c:v>
                </c:pt>
                <c:pt idx="4103">
                  <c:v>1047.5509999999999</c:v>
                </c:pt>
                <c:pt idx="4104">
                  <c:v>1060.1099999999999</c:v>
                </c:pt>
                <c:pt idx="4105">
                  <c:v>1115.2909999999999</c:v>
                </c:pt>
                <c:pt idx="4106">
                  <c:v>1282.8799999999999</c:v>
                </c:pt>
                <c:pt idx="4107">
                  <c:v>1247.337</c:v>
                </c:pt>
                <c:pt idx="4108">
                  <c:v>1083.8889999999999</c:v>
                </c:pt>
                <c:pt idx="4109">
                  <c:v>1101.4660000000001</c:v>
                </c:pt>
                <c:pt idx="4110">
                  <c:v>1271.2650000000001</c:v>
                </c:pt>
                <c:pt idx="4111">
                  <c:v>1322.8509999999999</c:v>
                </c:pt>
                <c:pt idx="4112">
                  <c:v>1249.7439999999999</c:v>
                </c:pt>
                <c:pt idx="4113">
                  <c:v>1032.3679999999999</c:v>
                </c:pt>
                <c:pt idx="4114">
                  <c:v>905.6309</c:v>
                </c:pt>
                <c:pt idx="4115">
                  <c:v>840.18880000000081</c:v>
                </c:pt>
                <c:pt idx="4116">
                  <c:v>811.41059999999948</c:v>
                </c:pt>
                <c:pt idx="4117">
                  <c:v>839.80889999999999</c:v>
                </c:pt>
                <c:pt idx="4118">
                  <c:v>957.1078</c:v>
                </c:pt>
                <c:pt idx="4119">
                  <c:v>1083.4050000000011</c:v>
                </c:pt>
                <c:pt idx="4120">
                  <c:v>1109.046</c:v>
                </c:pt>
                <c:pt idx="4121">
                  <c:v>1208.404</c:v>
                </c:pt>
                <c:pt idx="4122">
                  <c:v>1265.6229999999998</c:v>
                </c:pt>
                <c:pt idx="4123">
                  <c:v>1209.8869999999999</c:v>
                </c:pt>
                <c:pt idx="4124">
                  <c:v>1007.6890000000005</c:v>
                </c:pt>
                <c:pt idx="4125">
                  <c:v>905.2903000000008</c:v>
                </c:pt>
                <c:pt idx="4126">
                  <c:v>868.3954</c:v>
                </c:pt>
                <c:pt idx="4127">
                  <c:v>825.94139999999948</c:v>
                </c:pt>
                <c:pt idx="4128">
                  <c:v>794.65779999999938</c:v>
                </c:pt>
                <c:pt idx="4129">
                  <c:v>762.23820000000001</c:v>
                </c:pt>
                <c:pt idx="4130">
                  <c:v>743.11199999999997</c:v>
                </c:pt>
                <c:pt idx="4131">
                  <c:v>732.25699999999949</c:v>
                </c:pt>
                <c:pt idx="4132">
                  <c:v>724.7047000000008</c:v>
                </c:pt>
                <c:pt idx="4133">
                  <c:v>715.58849999999995</c:v>
                </c:pt>
                <c:pt idx="4134">
                  <c:v>706.90440000000001</c:v>
                </c:pt>
                <c:pt idx="4135">
                  <c:v>705.82539999999949</c:v>
                </c:pt>
                <c:pt idx="4136">
                  <c:v>712.90959999999939</c:v>
                </c:pt>
                <c:pt idx="4137">
                  <c:v>732.18370000000095</c:v>
                </c:pt>
                <c:pt idx="4138">
                  <c:v>759.4049</c:v>
                </c:pt>
                <c:pt idx="4139">
                  <c:v>781.76279999999997</c:v>
                </c:pt>
                <c:pt idx="4140">
                  <c:v>762.57709999999997</c:v>
                </c:pt>
                <c:pt idx="4141">
                  <c:v>722.18119999999999</c:v>
                </c:pt>
                <c:pt idx="4142">
                  <c:v>690.22559999999999</c:v>
                </c:pt>
                <c:pt idx="4143">
                  <c:v>676.45819999999947</c:v>
                </c:pt>
                <c:pt idx="4144">
                  <c:v>680.00800000000004</c:v>
                </c:pt>
                <c:pt idx="4145">
                  <c:v>699.64619999999934</c:v>
                </c:pt>
                <c:pt idx="4146">
                  <c:v>734.48929999999996</c:v>
                </c:pt>
                <c:pt idx="4147">
                  <c:v>767.58989999999994</c:v>
                </c:pt>
                <c:pt idx="4148">
                  <c:v>793.31399999999996</c:v>
                </c:pt>
                <c:pt idx="4149">
                  <c:v>845.47550000000001</c:v>
                </c:pt>
                <c:pt idx="4150">
                  <c:v>955.01589999999999</c:v>
                </c:pt>
                <c:pt idx="4151">
                  <c:v>1080.8050000000001</c:v>
                </c:pt>
                <c:pt idx="4152">
                  <c:v>1138.0929999999998</c:v>
                </c:pt>
                <c:pt idx="4153">
                  <c:v>1117.289</c:v>
                </c:pt>
                <c:pt idx="4154">
                  <c:v>1114.827</c:v>
                </c:pt>
                <c:pt idx="4155">
                  <c:v>1172.434</c:v>
                </c:pt>
                <c:pt idx="4156">
                  <c:v>1226.72</c:v>
                </c:pt>
                <c:pt idx="4157">
                  <c:v>1224.3329999999999</c:v>
                </c:pt>
                <c:pt idx="4158">
                  <c:v>1199.8939999999998</c:v>
                </c:pt>
                <c:pt idx="4159">
                  <c:v>1180.28</c:v>
                </c:pt>
                <c:pt idx="4160">
                  <c:v>1152.979</c:v>
                </c:pt>
                <c:pt idx="4161">
                  <c:v>1109.789</c:v>
                </c:pt>
                <c:pt idx="4162">
                  <c:v>1071.0529999999999</c:v>
                </c:pt>
                <c:pt idx="4163">
                  <c:v>1036.529</c:v>
                </c:pt>
                <c:pt idx="4164">
                  <c:v>980.80930000000001</c:v>
                </c:pt>
                <c:pt idx="4165">
                  <c:v>917.5865</c:v>
                </c:pt>
                <c:pt idx="4166">
                  <c:v>874.8518999999992</c:v>
                </c:pt>
                <c:pt idx="4167">
                  <c:v>855.57069999999999</c:v>
                </c:pt>
                <c:pt idx="4168">
                  <c:v>839.22140000000002</c:v>
                </c:pt>
                <c:pt idx="4169">
                  <c:v>825.49459999999999</c:v>
                </c:pt>
                <c:pt idx="4170">
                  <c:v>786.5674999999992</c:v>
                </c:pt>
                <c:pt idx="4171">
                  <c:v>729.42079999999999</c:v>
                </c:pt>
                <c:pt idx="4172">
                  <c:v>711.65359999999998</c:v>
                </c:pt>
                <c:pt idx="4173">
                  <c:v>699.50480000000005</c:v>
                </c:pt>
                <c:pt idx="4174">
                  <c:v>683.68209999999999</c:v>
                </c:pt>
                <c:pt idx="4175">
                  <c:v>660.69320000000005</c:v>
                </c:pt>
                <c:pt idx="4176">
                  <c:v>638.78540000000055</c:v>
                </c:pt>
                <c:pt idx="4177">
                  <c:v>660.92840000000001</c:v>
                </c:pt>
                <c:pt idx="4178">
                  <c:v>824.90639999999996</c:v>
                </c:pt>
                <c:pt idx="4179">
                  <c:v>1078.07</c:v>
                </c:pt>
                <c:pt idx="4180">
                  <c:v>1075.2339999999999</c:v>
                </c:pt>
                <c:pt idx="4181">
                  <c:v>833.83459999999934</c:v>
                </c:pt>
                <c:pt idx="4182">
                  <c:v>710.25709999999947</c:v>
                </c:pt>
                <c:pt idx="4183">
                  <c:v>708.50599999999997</c:v>
                </c:pt>
                <c:pt idx="4184">
                  <c:v>679.01340000000005</c:v>
                </c:pt>
                <c:pt idx="4185">
                  <c:v>649.96219999999892</c:v>
                </c:pt>
                <c:pt idx="4186">
                  <c:v>635.54959999999949</c:v>
                </c:pt>
                <c:pt idx="4187">
                  <c:v>635.81049999999948</c:v>
                </c:pt>
                <c:pt idx="4188">
                  <c:v>624.98919999999998</c:v>
                </c:pt>
                <c:pt idx="4189">
                  <c:v>585.04499999999996</c:v>
                </c:pt>
                <c:pt idx="4190">
                  <c:v>541.57650000000001</c:v>
                </c:pt>
                <c:pt idx="4191">
                  <c:v>511.77009999999967</c:v>
                </c:pt>
                <c:pt idx="4192">
                  <c:v>492.38560000000001</c:v>
                </c:pt>
                <c:pt idx="4193">
                  <c:v>479.2672</c:v>
                </c:pt>
                <c:pt idx="4194">
                  <c:v>478.66539999999969</c:v>
                </c:pt>
                <c:pt idx="4195">
                  <c:v>492.75009999999969</c:v>
                </c:pt>
                <c:pt idx="4196">
                  <c:v>487.40440000000001</c:v>
                </c:pt>
                <c:pt idx="4197">
                  <c:v>460.06459999999993</c:v>
                </c:pt>
                <c:pt idx="4198">
                  <c:v>443.99909999999954</c:v>
                </c:pt>
                <c:pt idx="4199">
                  <c:v>442.0136</c:v>
                </c:pt>
                <c:pt idx="4200">
                  <c:v>439.7259999999996</c:v>
                </c:pt>
                <c:pt idx="4201">
                  <c:v>432.38629999999961</c:v>
                </c:pt>
                <c:pt idx="4202">
                  <c:v>415.42779999999954</c:v>
                </c:pt>
                <c:pt idx="4203">
                  <c:v>400.83809999999954</c:v>
                </c:pt>
                <c:pt idx="4204">
                  <c:v>384.46099999999967</c:v>
                </c:pt>
                <c:pt idx="4205">
                  <c:v>345.13409999999999</c:v>
                </c:pt>
                <c:pt idx="4206">
                  <c:v>325.71980000000002</c:v>
                </c:pt>
                <c:pt idx="4207">
                  <c:v>322.38549999999969</c:v>
                </c:pt>
                <c:pt idx="4208">
                  <c:v>312.99909999999954</c:v>
                </c:pt>
                <c:pt idx="4209">
                  <c:v>310.66910000000001</c:v>
                </c:pt>
                <c:pt idx="4210">
                  <c:v>311.7876</c:v>
                </c:pt>
                <c:pt idx="4211">
                  <c:v>306.17360000000002</c:v>
                </c:pt>
                <c:pt idx="4212">
                  <c:v>301.72709999999961</c:v>
                </c:pt>
                <c:pt idx="4213">
                  <c:v>296.54450000000008</c:v>
                </c:pt>
                <c:pt idx="4214">
                  <c:v>291.87529999999964</c:v>
                </c:pt>
                <c:pt idx="4215">
                  <c:v>285.77839999999935</c:v>
                </c:pt>
                <c:pt idx="4216">
                  <c:v>286.88060000000002</c:v>
                </c:pt>
                <c:pt idx="4217">
                  <c:v>280.56649999999968</c:v>
                </c:pt>
                <c:pt idx="4218">
                  <c:v>272.17599999999999</c:v>
                </c:pt>
                <c:pt idx="4219">
                  <c:v>267.79020000000003</c:v>
                </c:pt>
                <c:pt idx="4220">
                  <c:v>273.6164</c:v>
                </c:pt>
                <c:pt idx="4221">
                  <c:v>276.70030000000003</c:v>
                </c:pt>
                <c:pt idx="4222">
                  <c:v>271.88329999999968</c:v>
                </c:pt>
                <c:pt idx="4223">
                  <c:v>263.95089999999999</c:v>
                </c:pt>
                <c:pt idx="4224">
                  <c:v>248.9282000000002</c:v>
                </c:pt>
                <c:pt idx="4225">
                  <c:v>246.05450000000002</c:v>
                </c:pt>
                <c:pt idx="4226">
                  <c:v>256.30560000000008</c:v>
                </c:pt>
                <c:pt idx="4227">
                  <c:v>252.4691</c:v>
                </c:pt>
                <c:pt idx="4228">
                  <c:v>258.29599999999954</c:v>
                </c:pt>
                <c:pt idx="4229">
                  <c:v>254.15479999999999</c:v>
                </c:pt>
                <c:pt idx="4230">
                  <c:v>248.99260000000001</c:v>
                </c:pt>
                <c:pt idx="4231">
                  <c:v>248.0308</c:v>
                </c:pt>
                <c:pt idx="4232">
                  <c:v>256.49099999999953</c:v>
                </c:pt>
                <c:pt idx="4233">
                  <c:v>254.95930000000001</c:v>
                </c:pt>
                <c:pt idx="4234">
                  <c:v>248.56740000000016</c:v>
                </c:pt>
                <c:pt idx="4235">
                  <c:v>242.9316</c:v>
                </c:pt>
                <c:pt idx="4236">
                  <c:v>246.1969</c:v>
                </c:pt>
                <c:pt idx="4237">
                  <c:v>247.50559999999999</c:v>
                </c:pt>
                <c:pt idx="4238">
                  <c:v>251.7826</c:v>
                </c:pt>
                <c:pt idx="4239">
                  <c:v>275.40209999999968</c:v>
                </c:pt>
                <c:pt idx="4240">
                  <c:v>293.03789999999969</c:v>
                </c:pt>
                <c:pt idx="4241">
                  <c:v>313.2423</c:v>
                </c:pt>
                <c:pt idx="4242">
                  <c:v>300.94029999999964</c:v>
                </c:pt>
                <c:pt idx="4243">
                  <c:v>291.10849999999999</c:v>
                </c:pt>
                <c:pt idx="4244">
                  <c:v>296.14800000000002</c:v>
                </c:pt>
                <c:pt idx="4245">
                  <c:v>291.64080000000047</c:v>
                </c:pt>
                <c:pt idx="4246">
                  <c:v>310.94349999999969</c:v>
                </c:pt>
                <c:pt idx="4247">
                  <c:v>306.3768</c:v>
                </c:pt>
                <c:pt idx="4248">
                  <c:v>318.36829999999969</c:v>
                </c:pt>
                <c:pt idx="4249">
                  <c:v>323.71019999999953</c:v>
                </c:pt>
                <c:pt idx="4250">
                  <c:v>324.59349999999961</c:v>
                </c:pt>
                <c:pt idx="4251">
                  <c:v>329.72569999999968</c:v>
                </c:pt>
                <c:pt idx="4252">
                  <c:v>340.51319999999947</c:v>
                </c:pt>
                <c:pt idx="4253">
                  <c:v>346.6481</c:v>
                </c:pt>
                <c:pt idx="4254">
                  <c:v>357.36259999999999</c:v>
                </c:pt>
                <c:pt idx="4255">
                  <c:v>352.78429999999969</c:v>
                </c:pt>
                <c:pt idx="4256">
                  <c:v>343.29509999999954</c:v>
                </c:pt>
                <c:pt idx="4257">
                  <c:v>342.7379999999996</c:v>
                </c:pt>
                <c:pt idx="4258">
                  <c:v>333.57479999999993</c:v>
                </c:pt>
                <c:pt idx="4259">
                  <c:v>325.88240000000002</c:v>
                </c:pt>
                <c:pt idx="4260">
                  <c:v>324.29289999999969</c:v>
                </c:pt>
                <c:pt idx="4261">
                  <c:v>319.37889999999999</c:v>
                </c:pt>
                <c:pt idx="4262">
                  <c:v>316.90889999999968</c:v>
                </c:pt>
                <c:pt idx="4263">
                  <c:v>323.41480000000001</c:v>
                </c:pt>
                <c:pt idx="4264">
                  <c:v>330.62939999999969</c:v>
                </c:pt>
                <c:pt idx="4265">
                  <c:v>326.42489999999964</c:v>
                </c:pt>
                <c:pt idx="4266">
                  <c:v>331.37709999999993</c:v>
                </c:pt>
                <c:pt idx="4267">
                  <c:v>353.77809999999954</c:v>
                </c:pt>
                <c:pt idx="4268">
                  <c:v>371.15550000000002</c:v>
                </c:pt>
                <c:pt idx="4269">
                  <c:v>376.74209999999999</c:v>
                </c:pt>
                <c:pt idx="4270">
                  <c:v>375.82960000000008</c:v>
                </c:pt>
                <c:pt idx="4271">
                  <c:v>371.34390000000002</c:v>
                </c:pt>
                <c:pt idx="4272">
                  <c:v>364.42159999999939</c:v>
                </c:pt>
                <c:pt idx="4273">
                  <c:v>368.56229999999999</c:v>
                </c:pt>
                <c:pt idx="4274">
                  <c:v>372.56950000000001</c:v>
                </c:pt>
                <c:pt idx="4275">
                  <c:v>372.36079999999993</c:v>
                </c:pt>
                <c:pt idx="4276">
                  <c:v>372.82599999999968</c:v>
                </c:pt>
                <c:pt idx="4277">
                  <c:v>385.30939999999993</c:v>
                </c:pt>
                <c:pt idx="4278">
                  <c:v>443.32929999999999</c:v>
                </c:pt>
                <c:pt idx="4279">
                  <c:v>524.4144</c:v>
                </c:pt>
                <c:pt idx="4280">
                  <c:v>563.72940000000051</c:v>
                </c:pt>
                <c:pt idx="4281">
                  <c:v>547.44269999999892</c:v>
                </c:pt>
                <c:pt idx="4282">
                  <c:v>508.89890000000003</c:v>
                </c:pt>
                <c:pt idx="4283">
                  <c:v>477.26080000000002</c:v>
                </c:pt>
                <c:pt idx="4284">
                  <c:v>466.16399999999999</c:v>
                </c:pt>
                <c:pt idx="4285">
                  <c:v>458.72749999999968</c:v>
                </c:pt>
                <c:pt idx="4286">
                  <c:v>453.27209999999968</c:v>
                </c:pt>
                <c:pt idx="4287">
                  <c:v>467.82870000000003</c:v>
                </c:pt>
                <c:pt idx="4288">
                  <c:v>468.57009999999968</c:v>
                </c:pt>
                <c:pt idx="4289">
                  <c:v>465.32159999999953</c:v>
                </c:pt>
                <c:pt idx="4290">
                  <c:v>463.28839999999946</c:v>
                </c:pt>
                <c:pt idx="4291">
                  <c:v>456.92629999999946</c:v>
                </c:pt>
                <c:pt idx="4292">
                  <c:v>459.04950000000002</c:v>
                </c:pt>
                <c:pt idx="4293">
                  <c:v>484.1103</c:v>
                </c:pt>
                <c:pt idx="4294">
                  <c:v>499.7831999999994</c:v>
                </c:pt>
                <c:pt idx="4295">
                  <c:v>521.29590000000053</c:v>
                </c:pt>
                <c:pt idx="4296">
                  <c:v>537.76959999999997</c:v>
                </c:pt>
                <c:pt idx="4297">
                  <c:v>548.88390000000004</c:v>
                </c:pt>
                <c:pt idx="4298">
                  <c:v>541.77739999999994</c:v>
                </c:pt>
                <c:pt idx="4299">
                  <c:v>531.87259999999947</c:v>
                </c:pt>
                <c:pt idx="4300">
                  <c:v>525.82289999999921</c:v>
                </c:pt>
                <c:pt idx="4301">
                  <c:v>520.30129999999906</c:v>
                </c:pt>
                <c:pt idx="4302">
                  <c:v>518.02199999999948</c:v>
                </c:pt>
                <c:pt idx="4303">
                  <c:v>512.36209999999892</c:v>
                </c:pt>
                <c:pt idx="4304">
                  <c:v>503.21469999999999</c:v>
                </c:pt>
                <c:pt idx="4305">
                  <c:v>491.98739999999935</c:v>
                </c:pt>
                <c:pt idx="4306">
                  <c:v>480.99439999999947</c:v>
                </c:pt>
                <c:pt idx="4307">
                  <c:v>470.6044000000004</c:v>
                </c:pt>
                <c:pt idx="4308">
                  <c:v>460.14550000000008</c:v>
                </c:pt>
                <c:pt idx="4309">
                  <c:v>449.97869999999961</c:v>
                </c:pt>
                <c:pt idx="4310">
                  <c:v>444.35590000000002</c:v>
                </c:pt>
                <c:pt idx="4311">
                  <c:v>441.50819999999953</c:v>
                </c:pt>
                <c:pt idx="4312">
                  <c:v>433.31790000000001</c:v>
                </c:pt>
                <c:pt idx="4313">
                  <c:v>432.9495</c:v>
                </c:pt>
                <c:pt idx="4314">
                  <c:v>484.40569999999968</c:v>
                </c:pt>
                <c:pt idx="4315">
                  <c:v>588.62699999999938</c:v>
                </c:pt>
                <c:pt idx="4316">
                  <c:v>659.79719999999998</c:v>
                </c:pt>
                <c:pt idx="4317">
                  <c:v>629.8550999999992</c:v>
                </c:pt>
                <c:pt idx="4318">
                  <c:v>566.59780000000001</c:v>
                </c:pt>
                <c:pt idx="4319">
                  <c:v>532.6232</c:v>
                </c:pt>
                <c:pt idx="4320">
                  <c:v>553.75369999999998</c:v>
                </c:pt>
                <c:pt idx="4321">
                  <c:v>571.66930000000002</c:v>
                </c:pt>
                <c:pt idx="4322">
                  <c:v>557.40159999999946</c:v>
                </c:pt>
                <c:pt idx="4323">
                  <c:v>542.39459999999997</c:v>
                </c:pt>
                <c:pt idx="4324">
                  <c:v>547.71980000000053</c:v>
                </c:pt>
                <c:pt idx="4325">
                  <c:v>537.18370000000095</c:v>
                </c:pt>
                <c:pt idx="4326">
                  <c:v>511.77709999999968</c:v>
                </c:pt>
                <c:pt idx="4327">
                  <c:v>493.44829999999968</c:v>
                </c:pt>
                <c:pt idx="4328">
                  <c:v>483.80689999999993</c:v>
                </c:pt>
                <c:pt idx="4329">
                  <c:v>476.14229999999998</c:v>
                </c:pt>
                <c:pt idx="4330">
                  <c:v>466.90679999999935</c:v>
                </c:pt>
                <c:pt idx="4331">
                  <c:v>454.77929999999969</c:v>
                </c:pt>
                <c:pt idx="4332">
                  <c:v>445.59469999999999</c:v>
                </c:pt>
                <c:pt idx="4333">
                  <c:v>440.06639999999953</c:v>
                </c:pt>
                <c:pt idx="4334">
                  <c:v>432.75069999999999</c:v>
                </c:pt>
                <c:pt idx="4335">
                  <c:v>425.34899999999999</c:v>
                </c:pt>
                <c:pt idx="4336">
                  <c:v>421.0686</c:v>
                </c:pt>
                <c:pt idx="4337">
                  <c:v>421.30590000000001</c:v>
                </c:pt>
                <c:pt idx="4338">
                  <c:v>425.82569999999993</c:v>
                </c:pt>
                <c:pt idx="4339">
                  <c:v>458.02420000000001</c:v>
                </c:pt>
                <c:pt idx="4340">
                  <c:v>486.55509999999964</c:v>
                </c:pt>
                <c:pt idx="4341">
                  <c:v>710.99270000000001</c:v>
                </c:pt>
                <c:pt idx="4342">
                  <c:v>969.18529999999998</c:v>
                </c:pt>
                <c:pt idx="4343">
                  <c:v>1063.576</c:v>
                </c:pt>
                <c:pt idx="4344">
                  <c:v>857.30519999999933</c:v>
                </c:pt>
                <c:pt idx="4345">
                  <c:v>708.47190000000001</c:v>
                </c:pt>
                <c:pt idx="4346">
                  <c:v>642.78070000000082</c:v>
                </c:pt>
                <c:pt idx="4347">
                  <c:v>612.47439999999995</c:v>
                </c:pt>
                <c:pt idx="4348">
                  <c:v>605.36649999999906</c:v>
                </c:pt>
                <c:pt idx="4349">
                  <c:v>600.66380000000004</c:v>
                </c:pt>
                <c:pt idx="4350">
                  <c:v>596.22180000000003</c:v>
                </c:pt>
                <c:pt idx="4351">
                  <c:v>591.99929999999949</c:v>
                </c:pt>
                <c:pt idx="4352">
                  <c:v>586.55789999999934</c:v>
                </c:pt>
                <c:pt idx="4353">
                  <c:v>583.53049999999996</c:v>
                </c:pt>
                <c:pt idx="4354">
                  <c:v>578.97050000000002</c:v>
                </c:pt>
                <c:pt idx="4355">
                  <c:v>574.32129999999881</c:v>
                </c:pt>
                <c:pt idx="4356">
                  <c:v>568.05849999999998</c:v>
                </c:pt>
                <c:pt idx="4357">
                  <c:v>563.04119999999921</c:v>
                </c:pt>
                <c:pt idx="4358">
                  <c:v>559.90549999999996</c:v>
                </c:pt>
                <c:pt idx="4359">
                  <c:v>602.17060000000004</c:v>
                </c:pt>
                <c:pt idx="4360">
                  <c:v>694.81449999999938</c:v>
                </c:pt>
                <c:pt idx="4361">
                  <c:v>799.74289999999996</c:v>
                </c:pt>
                <c:pt idx="4362">
                  <c:v>779.08780000000002</c:v>
                </c:pt>
                <c:pt idx="4363">
                  <c:v>699.53659999999934</c:v>
                </c:pt>
                <c:pt idx="4364">
                  <c:v>649.41229999999905</c:v>
                </c:pt>
                <c:pt idx="4365">
                  <c:v>626.74990000000003</c:v>
                </c:pt>
                <c:pt idx="4366">
                  <c:v>613.53739999999948</c:v>
                </c:pt>
                <c:pt idx="4367">
                  <c:v>610.62869999999998</c:v>
                </c:pt>
                <c:pt idx="4368">
                  <c:v>610.91549999999938</c:v>
                </c:pt>
                <c:pt idx="4369">
                  <c:v>608.81809999999996</c:v>
                </c:pt>
                <c:pt idx="4370">
                  <c:v>650.66880000000003</c:v>
                </c:pt>
                <c:pt idx="4371">
                  <c:v>733.81459999999947</c:v>
                </c:pt>
                <c:pt idx="4372">
                  <c:v>933.39469999999949</c:v>
                </c:pt>
                <c:pt idx="4373">
                  <c:v>1264.489</c:v>
                </c:pt>
                <c:pt idx="4374">
                  <c:v>1392.7429999999999</c:v>
                </c:pt>
                <c:pt idx="4375">
                  <c:v>1205.6599999999999</c:v>
                </c:pt>
                <c:pt idx="4376">
                  <c:v>946.71600000000001</c:v>
                </c:pt>
                <c:pt idx="4377">
                  <c:v>821.8954</c:v>
                </c:pt>
                <c:pt idx="4378">
                  <c:v>756.76840000000004</c:v>
                </c:pt>
                <c:pt idx="4379">
                  <c:v>730.32189999999946</c:v>
                </c:pt>
                <c:pt idx="4380">
                  <c:v>718.43979999999999</c:v>
                </c:pt>
                <c:pt idx="4381">
                  <c:v>704.01059999999939</c:v>
                </c:pt>
                <c:pt idx="4382">
                  <c:v>689.62599999999998</c:v>
                </c:pt>
                <c:pt idx="4383">
                  <c:v>678.31380000000001</c:v>
                </c:pt>
                <c:pt idx="4384">
                  <c:v>670.78080000000068</c:v>
                </c:pt>
                <c:pt idx="4385">
                  <c:v>661.3541999999992</c:v>
                </c:pt>
                <c:pt idx="4386">
                  <c:v>648.84569999999906</c:v>
                </c:pt>
                <c:pt idx="4387">
                  <c:v>639.73289999999997</c:v>
                </c:pt>
                <c:pt idx="4388">
                  <c:v>634.11419999999998</c:v>
                </c:pt>
                <c:pt idx="4389">
                  <c:v>626.03800000000001</c:v>
                </c:pt>
                <c:pt idx="4390">
                  <c:v>613.36079999999947</c:v>
                </c:pt>
                <c:pt idx="4391">
                  <c:v>597.58680000000004</c:v>
                </c:pt>
                <c:pt idx="4392">
                  <c:v>582.47709999999938</c:v>
                </c:pt>
                <c:pt idx="4393">
                  <c:v>569.57390000000055</c:v>
                </c:pt>
                <c:pt idx="4394">
                  <c:v>559.24170000000004</c:v>
                </c:pt>
                <c:pt idx="4395">
                  <c:v>549.43619999999919</c:v>
                </c:pt>
                <c:pt idx="4396">
                  <c:v>540.88059999999996</c:v>
                </c:pt>
                <c:pt idx="4397">
                  <c:v>532.52970000000005</c:v>
                </c:pt>
                <c:pt idx="4398">
                  <c:v>526.95589999999947</c:v>
                </c:pt>
                <c:pt idx="4399">
                  <c:v>566.03549999999996</c:v>
                </c:pt>
                <c:pt idx="4400">
                  <c:v>666.18029999999999</c:v>
                </c:pt>
                <c:pt idx="4401">
                  <c:v>776.93470000000002</c:v>
                </c:pt>
                <c:pt idx="4402">
                  <c:v>786.84579999999949</c:v>
                </c:pt>
                <c:pt idx="4403">
                  <c:v>709.91159999999934</c:v>
                </c:pt>
                <c:pt idx="4404">
                  <c:v>621.81609999999921</c:v>
                </c:pt>
                <c:pt idx="4405">
                  <c:v>583.92570000000001</c:v>
                </c:pt>
                <c:pt idx="4406">
                  <c:v>568.85239999999919</c:v>
                </c:pt>
                <c:pt idx="4407">
                  <c:v>561.202</c:v>
                </c:pt>
                <c:pt idx="4408">
                  <c:v>552.63580000000002</c:v>
                </c:pt>
                <c:pt idx="4409">
                  <c:v>542.40419999999949</c:v>
                </c:pt>
                <c:pt idx="4410">
                  <c:v>531.66809999999998</c:v>
                </c:pt>
                <c:pt idx="4411">
                  <c:v>524.66719999999907</c:v>
                </c:pt>
                <c:pt idx="4412">
                  <c:v>517.65659999999946</c:v>
                </c:pt>
                <c:pt idx="4413">
                  <c:v>509.19580000000002</c:v>
                </c:pt>
                <c:pt idx="4414">
                  <c:v>499.56900000000002</c:v>
                </c:pt>
                <c:pt idx="4415">
                  <c:v>490.14839999999964</c:v>
                </c:pt>
                <c:pt idx="4416">
                  <c:v>477.97089999999969</c:v>
                </c:pt>
                <c:pt idx="4417">
                  <c:v>466.65769999999998</c:v>
                </c:pt>
                <c:pt idx="4418">
                  <c:v>460.32669999999968</c:v>
                </c:pt>
                <c:pt idx="4419">
                  <c:v>454.23129999999935</c:v>
                </c:pt>
                <c:pt idx="4420">
                  <c:v>446.81979999999999</c:v>
                </c:pt>
                <c:pt idx="4421">
                  <c:v>439.2079</c:v>
                </c:pt>
                <c:pt idx="4422">
                  <c:v>453.3442000000004</c:v>
                </c:pt>
                <c:pt idx="4423">
                  <c:v>445.05889999999999</c:v>
                </c:pt>
                <c:pt idx="4424">
                  <c:v>433.02839999999935</c:v>
                </c:pt>
                <c:pt idx="4425">
                  <c:v>422.07190000000003</c:v>
                </c:pt>
                <c:pt idx="4426">
                  <c:v>415.4254999999996</c:v>
                </c:pt>
                <c:pt idx="4427">
                  <c:v>408.17950000000002</c:v>
                </c:pt>
                <c:pt idx="4428">
                  <c:v>404.93579999999935</c:v>
                </c:pt>
                <c:pt idx="4429">
                  <c:v>425.48329999999953</c:v>
                </c:pt>
                <c:pt idx="4430">
                  <c:v>447.89550000000003</c:v>
                </c:pt>
                <c:pt idx="4431">
                  <c:v>448.33089999999999</c:v>
                </c:pt>
                <c:pt idx="4432">
                  <c:v>438.69040000000001</c:v>
                </c:pt>
                <c:pt idx="4433">
                  <c:v>441.20829999999961</c:v>
                </c:pt>
                <c:pt idx="4434">
                  <c:v>450.94929999999999</c:v>
                </c:pt>
                <c:pt idx="4435">
                  <c:v>454.69639999999936</c:v>
                </c:pt>
                <c:pt idx="4436">
                  <c:v>480.45659999999936</c:v>
                </c:pt>
                <c:pt idx="4437">
                  <c:v>473.59</c:v>
                </c:pt>
                <c:pt idx="4438">
                  <c:v>452.42329999999947</c:v>
                </c:pt>
                <c:pt idx="4439">
                  <c:v>427.14790000000033</c:v>
                </c:pt>
                <c:pt idx="4440">
                  <c:v>418.0838</c:v>
                </c:pt>
                <c:pt idx="4441">
                  <c:v>419.3734</c:v>
                </c:pt>
                <c:pt idx="4442">
                  <c:v>445.63309999999967</c:v>
                </c:pt>
                <c:pt idx="4443">
                  <c:v>464.48289999999969</c:v>
                </c:pt>
                <c:pt idx="4444">
                  <c:v>477.98109999999946</c:v>
                </c:pt>
                <c:pt idx="4445">
                  <c:v>495.15660000000008</c:v>
                </c:pt>
                <c:pt idx="4446">
                  <c:v>516.74080000000004</c:v>
                </c:pt>
                <c:pt idx="4447">
                  <c:v>579.56470000000002</c:v>
                </c:pt>
                <c:pt idx="4448">
                  <c:v>567.4175999999992</c:v>
                </c:pt>
                <c:pt idx="4449">
                  <c:v>532.36569999999892</c:v>
                </c:pt>
                <c:pt idx="4450">
                  <c:v>493.7831999999994</c:v>
                </c:pt>
                <c:pt idx="4451">
                  <c:v>473.7516</c:v>
                </c:pt>
                <c:pt idx="4452">
                  <c:v>459.25080000000008</c:v>
                </c:pt>
                <c:pt idx="4453">
                  <c:v>574.14869999999996</c:v>
                </c:pt>
                <c:pt idx="4454">
                  <c:v>774.75699999999949</c:v>
                </c:pt>
                <c:pt idx="4455">
                  <c:v>983.4021999999992</c:v>
                </c:pt>
                <c:pt idx="4456">
                  <c:v>1486.7909999999999</c:v>
                </c:pt>
                <c:pt idx="4457">
                  <c:v>1964.3969999999999</c:v>
                </c:pt>
                <c:pt idx="4458">
                  <c:v>2144.8809999999999</c:v>
                </c:pt>
                <c:pt idx="4459">
                  <c:v>1835.1879999999999</c:v>
                </c:pt>
                <c:pt idx="4460">
                  <c:v>1424.86</c:v>
                </c:pt>
                <c:pt idx="4461">
                  <c:v>1113.5429999999999</c:v>
                </c:pt>
                <c:pt idx="4462">
                  <c:v>956.97390000000053</c:v>
                </c:pt>
                <c:pt idx="4463">
                  <c:v>890.67290000000003</c:v>
                </c:pt>
                <c:pt idx="4464">
                  <c:v>849.42459999999949</c:v>
                </c:pt>
                <c:pt idx="4465">
                  <c:v>791.83219999999892</c:v>
                </c:pt>
                <c:pt idx="4466">
                  <c:v>761.91199999999947</c:v>
                </c:pt>
                <c:pt idx="4467">
                  <c:v>735.06689999999946</c:v>
                </c:pt>
                <c:pt idx="4468">
                  <c:v>716.38300000000004</c:v>
                </c:pt>
                <c:pt idx="4469">
                  <c:v>706.40589999999997</c:v>
                </c:pt>
                <c:pt idx="4470">
                  <c:v>709.93340000000001</c:v>
                </c:pt>
                <c:pt idx="4471">
                  <c:v>702.91279999999949</c:v>
                </c:pt>
                <c:pt idx="4472">
                  <c:v>671.18810000000053</c:v>
                </c:pt>
                <c:pt idx="4473">
                  <c:v>666.21440000000052</c:v>
                </c:pt>
                <c:pt idx="4474">
                  <c:v>660.11789999999996</c:v>
                </c:pt>
                <c:pt idx="4475">
                  <c:v>664.35379999999998</c:v>
                </c:pt>
                <c:pt idx="4476">
                  <c:v>671.80559999999946</c:v>
                </c:pt>
                <c:pt idx="4477">
                  <c:v>675.81419999999946</c:v>
                </c:pt>
                <c:pt idx="4478">
                  <c:v>889.57119999999998</c:v>
                </c:pt>
                <c:pt idx="4479">
                  <c:v>905.68900000000053</c:v>
                </c:pt>
                <c:pt idx="4480">
                  <c:v>866.44709999999907</c:v>
                </c:pt>
                <c:pt idx="4481">
                  <c:v>763.36449999999934</c:v>
                </c:pt>
                <c:pt idx="4482">
                  <c:v>671.45669999999905</c:v>
                </c:pt>
                <c:pt idx="4483">
                  <c:v>607.36769999999876</c:v>
                </c:pt>
                <c:pt idx="4484">
                  <c:v>567.72490000000005</c:v>
                </c:pt>
                <c:pt idx="4485">
                  <c:v>541.10419999999999</c:v>
                </c:pt>
                <c:pt idx="4486">
                  <c:v>608.99259999999947</c:v>
                </c:pt>
                <c:pt idx="4487">
                  <c:v>575.77280000000053</c:v>
                </c:pt>
                <c:pt idx="4488">
                  <c:v>539.62009999999998</c:v>
                </c:pt>
                <c:pt idx="4489">
                  <c:v>508.41419999999954</c:v>
                </c:pt>
                <c:pt idx="4490">
                  <c:v>516.41249999999934</c:v>
                </c:pt>
                <c:pt idx="4491">
                  <c:v>756.60829999999999</c:v>
                </c:pt>
                <c:pt idx="4492">
                  <c:v>673.40940000000001</c:v>
                </c:pt>
                <c:pt idx="4493">
                  <c:v>685.29090000000053</c:v>
                </c:pt>
                <c:pt idx="4494">
                  <c:v>794.82209999999907</c:v>
                </c:pt>
                <c:pt idx="4495">
                  <c:v>1027.5319999999999</c:v>
                </c:pt>
                <c:pt idx="4496">
                  <c:v>1168.058</c:v>
                </c:pt>
                <c:pt idx="4497">
                  <c:v>1081.9570000000001</c:v>
                </c:pt>
                <c:pt idx="4498">
                  <c:v>1209.675</c:v>
                </c:pt>
                <c:pt idx="4499">
                  <c:v>2254.19</c:v>
                </c:pt>
                <c:pt idx="4500">
                  <c:v>2762.645</c:v>
                </c:pt>
                <c:pt idx="4501">
                  <c:v>2183.9079999999999</c:v>
                </c:pt>
                <c:pt idx="4502">
                  <c:v>1357.2860000000001</c:v>
                </c:pt>
                <c:pt idx="4503">
                  <c:v>1282.3</c:v>
                </c:pt>
                <c:pt idx="4504">
                  <c:v>1794.989</c:v>
                </c:pt>
                <c:pt idx="4505">
                  <c:v>2603.6559999999999</c:v>
                </c:pt>
                <c:pt idx="4506">
                  <c:v>3003.8809999999999</c:v>
                </c:pt>
                <c:pt idx="4507">
                  <c:v>2726.3470000000002</c:v>
                </c:pt>
                <c:pt idx="4508">
                  <c:v>2633.5169999999998</c:v>
                </c:pt>
                <c:pt idx="4509">
                  <c:v>2460.2049999999972</c:v>
                </c:pt>
                <c:pt idx="4510">
                  <c:v>2050.7159999999999</c:v>
                </c:pt>
                <c:pt idx="4511">
                  <c:v>1975.0319999999999</c:v>
                </c:pt>
                <c:pt idx="4512">
                  <c:v>2067.8440000000001</c:v>
                </c:pt>
                <c:pt idx="4513">
                  <c:v>2027.932</c:v>
                </c:pt>
                <c:pt idx="4514">
                  <c:v>1779.9349999999999</c:v>
                </c:pt>
                <c:pt idx="4515">
                  <c:v>1513.97</c:v>
                </c:pt>
                <c:pt idx="4516">
                  <c:v>1386.317</c:v>
                </c:pt>
                <c:pt idx="4517">
                  <c:v>1323.1989999999998</c:v>
                </c:pt>
                <c:pt idx="4518">
                  <c:v>1248.4290000000001</c:v>
                </c:pt>
                <c:pt idx="4519">
                  <c:v>1198.252</c:v>
                </c:pt>
                <c:pt idx="4520">
                  <c:v>1150.0139999999999</c:v>
                </c:pt>
                <c:pt idx="4521">
                  <c:v>1098.7270000000001</c:v>
                </c:pt>
                <c:pt idx="4522">
                  <c:v>1059.5709999999999</c:v>
                </c:pt>
                <c:pt idx="4523">
                  <c:v>1069.7750000000001</c:v>
                </c:pt>
                <c:pt idx="4524">
                  <c:v>1602.5439999999999</c:v>
                </c:pt>
                <c:pt idx="4525">
                  <c:v>2652.1170000000002</c:v>
                </c:pt>
                <c:pt idx="4526">
                  <c:v>3271.5650000000001</c:v>
                </c:pt>
                <c:pt idx="4527">
                  <c:v>2908.3270000000002</c:v>
                </c:pt>
                <c:pt idx="4528">
                  <c:v>1920.6909999999998</c:v>
                </c:pt>
                <c:pt idx="4529">
                  <c:v>1522.9739999999999</c:v>
                </c:pt>
                <c:pt idx="4530">
                  <c:v>1704.1129999999998</c:v>
                </c:pt>
                <c:pt idx="4531">
                  <c:v>1744.82</c:v>
                </c:pt>
                <c:pt idx="4532">
                  <c:v>1524.098</c:v>
                </c:pt>
                <c:pt idx="4533">
                  <c:v>1388.6559999999999</c:v>
                </c:pt>
                <c:pt idx="4534">
                  <c:v>1414.788</c:v>
                </c:pt>
                <c:pt idx="4535">
                  <c:v>1389.038</c:v>
                </c:pt>
                <c:pt idx="4536">
                  <c:v>1303.817</c:v>
                </c:pt>
                <c:pt idx="4537">
                  <c:v>1296.403</c:v>
                </c:pt>
                <c:pt idx="4538">
                  <c:v>1340.96</c:v>
                </c:pt>
                <c:pt idx="4539">
                  <c:v>1323.5219999999999</c:v>
                </c:pt>
                <c:pt idx="4540">
                  <c:v>1323.1629999999998</c:v>
                </c:pt>
                <c:pt idx="4541">
                  <c:v>1307.4739999999999</c:v>
                </c:pt>
                <c:pt idx="4542">
                  <c:v>1250.3489999999999</c:v>
                </c:pt>
                <c:pt idx="4543">
                  <c:v>1197.788</c:v>
                </c:pt>
                <c:pt idx="4544">
                  <c:v>1172.242</c:v>
                </c:pt>
                <c:pt idx="4545">
                  <c:v>1136.7339999999999</c:v>
                </c:pt>
                <c:pt idx="4546">
                  <c:v>1076.9370000000001</c:v>
                </c:pt>
                <c:pt idx="4547">
                  <c:v>1032.8229999999999</c:v>
                </c:pt>
                <c:pt idx="4548">
                  <c:v>1008.0410000000001</c:v>
                </c:pt>
                <c:pt idx="4549">
                  <c:v>999.45279999999946</c:v>
                </c:pt>
                <c:pt idx="4550">
                  <c:v>1023.5269999999994</c:v>
                </c:pt>
                <c:pt idx="4551">
                  <c:v>1051.568</c:v>
                </c:pt>
                <c:pt idx="4552">
                  <c:v>1024.1989999999998</c:v>
                </c:pt>
                <c:pt idx="4553">
                  <c:v>948.22360000000003</c:v>
                </c:pt>
                <c:pt idx="4554">
                  <c:v>899.52139999999997</c:v>
                </c:pt>
                <c:pt idx="4555">
                  <c:v>891.94079999999997</c:v>
                </c:pt>
                <c:pt idx="4556">
                  <c:v>909.39490000000001</c:v>
                </c:pt>
                <c:pt idx="4557">
                  <c:v>940.22140000000002</c:v>
                </c:pt>
                <c:pt idx="4558">
                  <c:v>932.40430000000003</c:v>
                </c:pt>
                <c:pt idx="4559">
                  <c:v>873.44129999999905</c:v>
                </c:pt>
                <c:pt idx="4560">
                  <c:v>805.62900000000002</c:v>
                </c:pt>
                <c:pt idx="4561">
                  <c:v>760.53319999999997</c:v>
                </c:pt>
                <c:pt idx="4562">
                  <c:v>740.80380000000002</c:v>
                </c:pt>
                <c:pt idx="4563">
                  <c:v>725.09439999999995</c:v>
                </c:pt>
                <c:pt idx="4564">
                  <c:v>701.33169999999905</c:v>
                </c:pt>
                <c:pt idx="4565">
                  <c:v>683.99490000000003</c:v>
                </c:pt>
                <c:pt idx="4566">
                  <c:v>672.00829999999996</c:v>
                </c:pt>
                <c:pt idx="4567">
                  <c:v>643.65480000000002</c:v>
                </c:pt>
                <c:pt idx="4568">
                  <c:v>620.04689999999948</c:v>
                </c:pt>
                <c:pt idx="4569">
                  <c:v>625.60719999999947</c:v>
                </c:pt>
                <c:pt idx="4570">
                  <c:v>625.38019999999949</c:v>
                </c:pt>
                <c:pt idx="4571">
                  <c:v>606.9787000000008</c:v>
                </c:pt>
                <c:pt idx="4572">
                  <c:v>615.56309999999996</c:v>
                </c:pt>
                <c:pt idx="4573">
                  <c:v>662.25119999999947</c:v>
                </c:pt>
                <c:pt idx="4574">
                  <c:v>703.9261999999992</c:v>
                </c:pt>
                <c:pt idx="4575">
                  <c:v>693.62450000000001</c:v>
                </c:pt>
                <c:pt idx="4576">
                  <c:v>663.51549999999997</c:v>
                </c:pt>
                <c:pt idx="4577">
                  <c:v>644.19029999999998</c:v>
                </c:pt>
                <c:pt idx="4578">
                  <c:v>607.62149999999997</c:v>
                </c:pt>
                <c:pt idx="4579">
                  <c:v>577.1259</c:v>
                </c:pt>
                <c:pt idx="4580">
                  <c:v>564.94179999999949</c:v>
                </c:pt>
                <c:pt idx="4581">
                  <c:v>552.1675999999992</c:v>
                </c:pt>
                <c:pt idx="4582">
                  <c:v>540.39109999999948</c:v>
                </c:pt>
                <c:pt idx="4583">
                  <c:v>527.87429999999949</c:v>
                </c:pt>
                <c:pt idx="4584">
                  <c:v>517.9125999999992</c:v>
                </c:pt>
                <c:pt idx="4585">
                  <c:v>510.20189999999968</c:v>
                </c:pt>
                <c:pt idx="4586">
                  <c:v>490.67970000000008</c:v>
                </c:pt>
                <c:pt idx="4587">
                  <c:v>480.96869999999967</c:v>
                </c:pt>
                <c:pt idx="4588">
                  <c:v>477.16969999999998</c:v>
                </c:pt>
                <c:pt idx="4589">
                  <c:v>478.91629999999935</c:v>
                </c:pt>
                <c:pt idx="4590">
                  <c:v>474.45409999999993</c:v>
                </c:pt>
                <c:pt idx="4591">
                  <c:v>474.68029999999999</c:v>
                </c:pt>
                <c:pt idx="4592">
                  <c:v>476.53619999999933</c:v>
                </c:pt>
                <c:pt idx="4593">
                  <c:v>466.23779999999954</c:v>
                </c:pt>
                <c:pt idx="4594">
                  <c:v>465.31580000000002</c:v>
                </c:pt>
                <c:pt idx="4595">
                  <c:v>455.63049999999993</c:v>
                </c:pt>
                <c:pt idx="4596">
                  <c:v>454.51429999999999</c:v>
                </c:pt>
                <c:pt idx="4597">
                  <c:v>455.1114</c:v>
                </c:pt>
                <c:pt idx="4598">
                  <c:v>468.61840000000001</c:v>
                </c:pt>
                <c:pt idx="4599">
                  <c:v>470.44099999999969</c:v>
                </c:pt>
                <c:pt idx="4600">
                  <c:v>468.1277</c:v>
                </c:pt>
                <c:pt idx="4601">
                  <c:v>474.36619999999954</c:v>
                </c:pt>
                <c:pt idx="4602">
                  <c:v>480.3519</c:v>
                </c:pt>
                <c:pt idx="4603">
                  <c:v>484.47299999999967</c:v>
                </c:pt>
                <c:pt idx="4604">
                  <c:v>488.95849999999967</c:v>
                </c:pt>
                <c:pt idx="4605">
                  <c:v>485.35469999999998</c:v>
                </c:pt>
                <c:pt idx="4606">
                  <c:v>471.62520000000001</c:v>
                </c:pt>
                <c:pt idx="4607">
                  <c:v>461.25029999999964</c:v>
                </c:pt>
                <c:pt idx="4608">
                  <c:v>456.65550000000002</c:v>
                </c:pt>
                <c:pt idx="4609">
                  <c:v>454.41309999999953</c:v>
                </c:pt>
                <c:pt idx="4610">
                  <c:v>456.25299999999999</c:v>
                </c:pt>
                <c:pt idx="4611">
                  <c:v>457.69869999999969</c:v>
                </c:pt>
                <c:pt idx="4612">
                  <c:v>460.25889999999993</c:v>
                </c:pt>
                <c:pt idx="4613">
                  <c:v>454.666</c:v>
                </c:pt>
                <c:pt idx="4614">
                  <c:v>449.72929999999968</c:v>
                </c:pt>
                <c:pt idx="4615">
                  <c:v>445.33730000000003</c:v>
                </c:pt>
                <c:pt idx="4616">
                  <c:v>458.02529999999967</c:v>
                </c:pt>
                <c:pt idx="4617">
                  <c:v>484.18079999999969</c:v>
                </c:pt>
                <c:pt idx="4618">
                  <c:v>487.702</c:v>
                </c:pt>
                <c:pt idx="4619">
                  <c:v>474.10570000000001</c:v>
                </c:pt>
                <c:pt idx="4620">
                  <c:v>463.43229999999954</c:v>
                </c:pt>
                <c:pt idx="4621">
                  <c:v>456.4538</c:v>
                </c:pt>
                <c:pt idx="4622">
                  <c:v>440.36810000000003</c:v>
                </c:pt>
                <c:pt idx="4623">
                  <c:v>433.97489999999999</c:v>
                </c:pt>
                <c:pt idx="4624">
                  <c:v>434.50139999999953</c:v>
                </c:pt>
                <c:pt idx="4625">
                  <c:v>421.9186999999996</c:v>
                </c:pt>
                <c:pt idx="4626">
                  <c:v>422.6266</c:v>
                </c:pt>
                <c:pt idx="4627">
                  <c:v>434.88319999999953</c:v>
                </c:pt>
                <c:pt idx="4628">
                  <c:v>428.67770000000002</c:v>
                </c:pt>
                <c:pt idx="4629">
                  <c:v>418.44099999999969</c:v>
                </c:pt>
                <c:pt idx="4630">
                  <c:v>441.06029999999993</c:v>
                </c:pt>
                <c:pt idx="4631">
                  <c:v>471.53449999999964</c:v>
                </c:pt>
                <c:pt idx="4632">
                  <c:v>475.61320000000001</c:v>
                </c:pt>
                <c:pt idx="4633">
                  <c:v>465.55099999999999</c:v>
                </c:pt>
                <c:pt idx="4634">
                  <c:v>462.37270000000001</c:v>
                </c:pt>
                <c:pt idx="4635">
                  <c:v>468.45109999999954</c:v>
                </c:pt>
                <c:pt idx="4636">
                  <c:v>468.47859999999935</c:v>
                </c:pt>
                <c:pt idx="4637">
                  <c:v>471.61900000000031</c:v>
                </c:pt>
                <c:pt idx="4638">
                  <c:v>482.3664</c:v>
                </c:pt>
                <c:pt idx="4639">
                  <c:v>500.5686</c:v>
                </c:pt>
                <c:pt idx="4640">
                  <c:v>514.50239999999997</c:v>
                </c:pt>
                <c:pt idx="4641">
                  <c:v>513.58870000000081</c:v>
                </c:pt>
                <c:pt idx="4642">
                  <c:v>503.8039</c:v>
                </c:pt>
                <c:pt idx="4643">
                  <c:v>493.33460000000002</c:v>
                </c:pt>
                <c:pt idx="4644">
                  <c:v>495.96080000000001</c:v>
                </c:pt>
                <c:pt idx="4645">
                  <c:v>497.185</c:v>
                </c:pt>
                <c:pt idx="4646">
                  <c:v>491.81779999999969</c:v>
                </c:pt>
                <c:pt idx="4647">
                  <c:v>488.01249999999999</c:v>
                </c:pt>
                <c:pt idx="4648">
                  <c:v>482.15949999999998</c:v>
                </c:pt>
                <c:pt idx="4649">
                  <c:v>477.50299999999999</c:v>
                </c:pt>
                <c:pt idx="4650">
                  <c:v>472.46769999999964</c:v>
                </c:pt>
                <c:pt idx="4651">
                  <c:v>485.36599999999999</c:v>
                </c:pt>
                <c:pt idx="4652">
                  <c:v>486.95740000000001</c:v>
                </c:pt>
                <c:pt idx="4653">
                  <c:v>487.55329999999969</c:v>
                </c:pt>
                <c:pt idx="4654">
                  <c:v>494.74650000000003</c:v>
                </c:pt>
                <c:pt idx="4655">
                  <c:v>504.51580000000001</c:v>
                </c:pt>
                <c:pt idx="4656">
                  <c:v>536.60080000000005</c:v>
                </c:pt>
                <c:pt idx="4657">
                  <c:v>648.63709999999946</c:v>
                </c:pt>
                <c:pt idx="4658">
                  <c:v>907.51119999999946</c:v>
                </c:pt>
                <c:pt idx="4659">
                  <c:v>1309.9839999999999</c:v>
                </c:pt>
                <c:pt idx="4660">
                  <c:v>1486.625</c:v>
                </c:pt>
                <c:pt idx="4661">
                  <c:v>1246.875</c:v>
                </c:pt>
                <c:pt idx="4662">
                  <c:v>1013.145</c:v>
                </c:pt>
                <c:pt idx="4663">
                  <c:v>982.10910000000001</c:v>
                </c:pt>
                <c:pt idx="4664">
                  <c:v>969.57860000000005</c:v>
                </c:pt>
                <c:pt idx="4665">
                  <c:v>966.61880000000053</c:v>
                </c:pt>
                <c:pt idx="4666">
                  <c:v>1102.2080000000001</c:v>
                </c:pt>
                <c:pt idx="4667">
                  <c:v>1631.2470000000001</c:v>
                </c:pt>
                <c:pt idx="4668">
                  <c:v>2316.4050000000002</c:v>
                </c:pt>
                <c:pt idx="4669">
                  <c:v>2554.9090000000001</c:v>
                </c:pt>
                <c:pt idx="4670">
                  <c:v>2099.8440000000001</c:v>
                </c:pt>
                <c:pt idx="4671">
                  <c:v>1590.9360000000001</c:v>
                </c:pt>
                <c:pt idx="4672">
                  <c:v>1511.1089999999999</c:v>
                </c:pt>
                <c:pt idx="4673">
                  <c:v>1549.5729999999999</c:v>
                </c:pt>
                <c:pt idx="4674">
                  <c:v>1471.1209999999999</c:v>
                </c:pt>
                <c:pt idx="4675">
                  <c:v>1386.5350000000001</c:v>
                </c:pt>
                <c:pt idx="4676">
                  <c:v>1232.9760000000001</c:v>
                </c:pt>
                <c:pt idx="4677">
                  <c:v>1145.117</c:v>
                </c:pt>
                <c:pt idx="4678">
                  <c:v>1094.5629999999999</c:v>
                </c:pt>
                <c:pt idx="4679">
                  <c:v>1055.6829999999998</c:v>
                </c:pt>
                <c:pt idx="4680">
                  <c:v>1133.377</c:v>
                </c:pt>
                <c:pt idx="4681">
                  <c:v>1593.9770000000001</c:v>
                </c:pt>
                <c:pt idx="4682">
                  <c:v>1654.1229999999998</c:v>
                </c:pt>
                <c:pt idx="4683">
                  <c:v>1441.992</c:v>
                </c:pt>
                <c:pt idx="4684">
                  <c:v>1168.24</c:v>
                </c:pt>
                <c:pt idx="4685">
                  <c:v>1315.4250000000011</c:v>
                </c:pt>
                <c:pt idx="4686">
                  <c:v>1518.056</c:v>
                </c:pt>
                <c:pt idx="4687">
                  <c:v>1562.0739999999998</c:v>
                </c:pt>
                <c:pt idx="4688">
                  <c:v>1436.8050000000001</c:v>
                </c:pt>
                <c:pt idx="4689">
                  <c:v>1256.771</c:v>
                </c:pt>
                <c:pt idx="4690">
                  <c:v>1143.7809999999999</c:v>
                </c:pt>
                <c:pt idx="4691">
                  <c:v>1048.211</c:v>
                </c:pt>
                <c:pt idx="4692">
                  <c:v>996.8048</c:v>
                </c:pt>
                <c:pt idx="4693">
                  <c:v>972.73829999999998</c:v>
                </c:pt>
                <c:pt idx="4694">
                  <c:v>953.28189999999995</c:v>
                </c:pt>
                <c:pt idx="4695">
                  <c:v>944.22109999999998</c:v>
                </c:pt>
                <c:pt idx="4696">
                  <c:v>925.01829999999939</c:v>
                </c:pt>
                <c:pt idx="4697">
                  <c:v>904.04939999999999</c:v>
                </c:pt>
                <c:pt idx="4698">
                  <c:v>891.00279999999998</c:v>
                </c:pt>
                <c:pt idx="4699">
                  <c:v>878.52149999999949</c:v>
                </c:pt>
                <c:pt idx="4700">
                  <c:v>862.23180000000002</c:v>
                </c:pt>
                <c:pt idx="4701">
                  <c:v>847.15940000000001</c:v>
                </c:pt>
                <c:pt idx="4702">
                  <c:v>842.82099999999946</c:v>
                </c:pt>
                <c:pt idx="4703">
                  <c:v>825.33359999999948</c:v>
                </c:pt>
                <c:pt idx="4704">
                  <c:v>822.25350000000003</c:v>
                </c:pt>
                <c:pt idx="4705">
                  <c:v>1096.6849999999986</c:v>
                </c:pt>
                <c:pt idx="4706">
                  <c:v>1195.866</c:v>
                </c:pt>
                <c:pt idx="4707">
                  <c:v>1250.0050000000001</c:v>
                </c:pt>
                <c:pt idx="4708">
                  <c:v>1326.347</c:v>
                </c:pt>
                <c:pt idx="4709">
                  <c:v>1946.4570000000001</c:v>
                </c:pt>
                <c:pt idx="4710">
                  <c:v>2340.9130000000027</c:v>
                </c:pt>
                <c:pt idx="4711">
                  <c:v>2237.636</c:v>
                </c:pt>
                <c:pt idx="4712">
                  <c:v>1562.607</c:v>
                </c:pt>
                <c:pt idx="4713">
                  <c:v>1108.1989999999998</c:v>
                </c:pt>
                <c:pt idx="4714">
                  <c:v>1017.2329999999994</c:v>
                </c:pt>
                <c:pt idx="4715">
                  <c:v>1102.5439999999999</c:v>
                </c:pt>
                <c:pt idx="4716">
                  <c:v>1088.0409999999999</c:v>
                </c:pt>
                <c:pt idx="4717">
                  <c:v>1100.1609999999998</c:v>
                </c:pt>
                <c:pt idx="4718">
                  <c:v>1045.4050000000011</c:v>
                </c:pt>
                <c:pt idx="4719">
                  <c:v>989.78470000000095</c:v>
                </c:pt>
                <c:pt idx="4720">
                  <c:v>933.93459999999948</c:v>
                </c:pt>
                <c:pt idx="4721">
                  <c:v>888.83599999999933</c:v>
                </c:pt>
                <c:pt idx="4722">
                  <c:v>850.72090000000003</c:v>
                </c:pt>
                <c:pt idx="4723">
                  <c:v>824.44019999999921</c:v>
                </c:pt>
                <c:pt idx="4724">
                  <c:v>804.25810000000001</c:v>
                </c:pt>
                <c:pt idx="4725">
                  <c:v>788.70259999999996</c:v>
                </c:pt>
                <c:pt idx="4726">
                  <c:v>771.21360000000004</c:v>
                </c:pt>
                <c:pt idx="4727">
                  <c:v>766.90909999999997</c:v>
                </c:pt>
                <c:pt idx="4728">
                  <c:v>781.01930000000004</c:v>
                </c:pt>
                <c:pt idx="4729">
                  <c:v>784.91549999999938</c:v>
                </c:pt>
                <c:pt idx="4730">
                  <c:v>775.95579999999939</c:v>
                </c:pt>
                <c:pt idx="4731">
                  <c:v>777.71789999999999</c:v>
                </c:pt>
                <c:pt idx="4732">
                  <c:v>777.60389999999995</c:v>
                </c:pt>
                <c:pt idx="4733">
                  <c:v>760.83339999999998</c:v>
                </c:pt>
                <c:pt idx="4734">
                  <c:v>742.07759999999996</c:v>
                </c:pt>
                <c:pt idx="4735">
                  <c:v>728.36509999999919</c:v>
                </c:pt>
                <c:pt idx="4736">
                  <c:v>719.25869999999998</c:v>
                </c:pt>
                <c:pt idx="4737">
                  <c:v>707.5104</c:v>
                </c:pt>
                <c:pt idx="4738">
                  <c:v>699.13639999999998</c:v>
                </c:pt>
                <c:pt idx="4739">
                  <c:v>710.52829999999949</c:v>
                </c:pt>
                <c:pt idx="4740">
                  <c:v>740.77810000000068</c:v>
                </c:pt>
                <c:pt idx="4741">
                  <c:v>767.76819999999998</c:v>
                </c:pt>
                <c:pt idx="4742">
                  <c:v>862.01869999999997</c:v>
                </c:pt>
                <c:pt idx="4743">
                  <c:v>1071.817</c:v>
                </c:pt>
                <c:pt idx="4744">
                  <c:v>1100.0709999999999</c:v>
                </c:pt>
                <c:pt idx="4745">
                  <c:v>995.89619999999934</c:v>
                </c:pt>
                <c:pt idx="4746">
                  <c:v>822.96759999999892</c:v>
                </c:pt>
                <c:pt idx="4747">
                  <c:v>764.00609999999949</c:v>
                </c:pt>
                <c:pt idx="4748">
                  <c:v>965.32999999999947</c:v>
                </c:pt>
                <c:pt idx="4749">
                  <c:v>825.95370000000003</c:v>
                </c:pt>
                <c:pt idx="4750">
                  <c:v>808.58360000000005</c:v>
                </c:pt>
                <c:pt idx="4751">
                  <c:v>811.89459999999997</c:v>
                </c:pt>
                <c:pt idx="4752">
                  <c:v>812.34549999999933</c:v>
                </c:pt>
                <c:pt idx="4753">
                  <c:v>759.2998000000008</c:v>
                </c:pt>
                <c:pt idx="4754">
                  <c:v>713.69169999999997</c:v>
                </c:pt>
                <c:pt idx="4755">
                  <c:v>684.96939999999938</c:v>
                </c:pt>
                <c:pt idx="4756">
                  <c:v>669.32219999999882</c:v>
                </c:pt>
                <c:pt idx="4757">
                  <c:v>655.13379999999995</c:v>
                </c:pt>
                <c:pt idx="4758">
                  <c:v>644.43759999999907</c:v>
                </c:pt>
                <c:pt idx="4759">
                  <c:v>636.72260000000006</c:v>
                </c:pt>
                <c:pt idx="4760">
                  <c:v>634.63559999999939</c:v>
                </c:pt>
                <c:pt idx="4761">
                  <c:v>628.71050000000002</c:v>
                </c:pt>
                <c:pt idx="4762">
                  <c:v>614.34049999999934</c:v>
                </c:pt>
                <c:pt idx="4763">
                  <c:v>597.27560000000005</c:v>
                </c:pt>
                <c:pt idx="4764">
                  <c:v>585.37570000000005</c:v>
                </c:pt>
                <c:pt idx="4765">
                  <c:v>576.16719999999907</c:v>
                </c:pt>
                <c:pt idx="4766">
                  <c:v>568.52179999999998</c:v>
                </c:pt>
                <c:pt idx="4767">
                  <c:v>582.76649999999938</c:v>
                </c:pt>
                <c:pt idx="4768">
                  <c:v>591.44259999999906</c:v>
                </c:pt>
                <c:pt idx="4769">
                  <c:v>594.55439999999999</c:v>
                </c:pt>
                <c:pt idx="4770">
                  <c:v>587.04119999999921</c:v>
                </c:pt>
                <c:pt idx="4771">
                  <c:v>585.33759999999882</c:v>
                </c:pt>
                <c:pt idx="4772">
                  <c:v>588.89249999999947</c:v>
                </c:pt>
                <c:pt idx="4773">
                  <c:v>594.65619999999933</c:v>
                </c:pt>
                <c:pt idx="4774">
                  <c:v>597.05599999999947</c:v>
                </c:pt>
                <c:pt idx="4775">
                  <c:v>595.09069999999997</c:v>
                </c:pt>
                <c:pt idx="4776">
                  <c:v>590.05399999999997</c:v>
                </c:pt>
                <c:pt idx="4777">
                  <c:v>578.15430000000003</c:v>
                </c:pt>
                <c:pt idx="4778">
                  <c:v>557.98880000000054</c:v>
                </c:pt>
                <c:pt idx="4779">
                  <c:v>537.61630000000002</c:v>
                </c:pt>
                <c:pt idx="4780">
                  <c:v>521.49199999999996</c:v>
                </c:pt>
                <c:pt idx="4781">
                  <c:v>509.52050000000003</c:v>
                </c:pt>
                <c:pt idx="4782">
                  <c:v>502.88459999999969</c:v>
                </c:pt>
                <c:pt idx="4783">
                  <c:v>499.7711999999994</c:v>
                </c:pt>
                <c:pt idx="4784">
                  <c:v>502.77519999999947</c:v>
                </c:pt>
                <c:pt idx="4785">
                  <c:v>599.2287000000008</c:v>
                </c:pt>
                <c:pt idx="4786">
                  <c:v>636.4085</c:v>
                </c:pt>
                <c:pt idx="4787">
                  <c:v>874.0942</c:v>
                </c:pt>
                <c:pt idx="4788">
                  <c:v>905.6232</c:v>
                </c:pt>
                <c:pt idx="4789">
                  <c:v>854.54430000000002</c:v>
                </c:pt>
                <c:pt idx="4790">
                  <c:v>683.66639999999938</c:v>
                </c:pt>
                <c:pt idx="4791">
                  <c:v>584.17360000000053</c:v>
                </c:pt>
                <c:pt idx="4792">
                  <c:v>545.43409999999949</c:v>
                </c:pt>
                <c:pt idx="4793">
                  <c:v>520.22360000000003</c:v>
                </c:pt>
                <c:pt idx="4794">
                  <c:v>503.79319999999939</c:v>
                </c:pt>
                <c:pt idx="4795">
                  <c:v>496.7747</c:v>
                </c:pt>
                <c:pt idx="4796">
                  <c:v>495.73409999999961</c:v>
                </c:pt>
                <c:pt idx="4797">
                  <c:v>498.27199999999954</c:v>
                </c:pt>
                <c:pt idx="4798">
                  <c:v>497.24779999999993</c:v>
                </c:pt>
                <c:pt idx="4799">
                  <c:v>494.25779999999969</c:v>
                </c:pt>
                <c:pt idx="4800">
                  <c:v>489.08949999999999</c:v>
                </c:pt>
                <c:pt idx="4801">
                  <c:v>500.8177</c:v>
                </c:pt>
                <c:pt idx="4802">
                  <c:v>582.73469999999998</c:v>
                </c:pt>
                <c:pt idx="4803">
                  <c:v>633.11199999999997</c:v>
                </c:pt>
                <c:pt idx="4804">
                  <c:v>646.22019999999998</c:v>
                </c:pt>
                <c:pt idx="4805">
                  <c:v>645.58619999999996</c:v>
                </c:pt>
                <c:pt idx="4806">
                  <c:v>675.79450000000054</c:v>
                </c:pt>
                <c:pt idx="4807">
                  <c:v>705.29500000000053</c:v>
                </c:pt>
                <c:pt idx="4808">
                  <c:v>674.57899999999995</c:v>
                </c:pt>
                <c:pt idx="4809">
                  <c:v>620.32360000000006</c:v>
                </c:pt>
                <c:pt idx="4810">
                  <c:v>581.41330000000005</c:v>
                </c:pt>
                <c:pt idx="4811">
                  <c:v>666.71719999999948</c:v>
                </c:pt>
                <c:pt idx="4812">
                  <c:v>891.24459999999999</c:v>
                </c:pt>
                <c:pt idx="4813">
                  <c:v>1162.963</c:v>
                </c:pt>
                <c:pt idx="4814">
                  <c:v>1405.829</c:v>
                </c:pt>
                <c:pt idx="4815">
                  <c:v>1263.6809999999998</c:v>
                </c:pt>
                <c:pt idx="4816">
                  <c:v>1019.384</c:v>
                </c:pt>
                <c:pt idx="4817">
                  <c:v>793.08770000000004</c:v>
                </c:pt>
                <c:pt idx="4818">
                  <c:v>683.77509999999995</c:v>
                </c:pt>
                <c:pt idx="4819">
                  <c:v>636.67319999999995</c:v>
                </c:pt>
                <c:pt idx="4820">
                  <c:v>612.74440000000004</c:v>
                </c:pt>
                <c:pt idx="4821">
                  <c:v>600.06199999999933</c:v>
                </c:pt>
                <c:pt idx="4822">
                  <c:v>593.29930000000081</c:v>
                </c:pt>
                <c:pt idx="4823">
                  <c:v>586.2817000000008</c:v>
                </c:pt>
                <c:pt idx="4824">
                  <c:v>585.59249999999997</c:v>
                </c:pt>
                <c:pt idx="4825">
                  <c:v>597.70719999999949</c:v>
                </c:pt>
                <c:pt idx="4826">
                  <c:v>604.45939999999996</c:v>
                </c:pt>
                <c:pt idx="4827">
                  <c:v>596.25419999999997</c:v>
                </c:pt>
                <c:pt idx="4828">
                  <c:v>593.41380000000004</c:v>
                </c:pt>
                <c:pt idx="4829">
                  <c:v>626.98270000000002</c:v>
                </c:pt>
                <c:pt idx="4830">
                  <c:v>719.17629999999997</c:v>
                </c:pt>
                <c:pt idx="4831">
                  <c:v>809.21370000000081</c:v>
                </c:pt>
                <c:pt idx="4832">
                  <c:v>790.53729999999905</c:v>
                </c:pt>
                <c:pt idx="4833">
                  <c:v>706.49990000000003</c:v>
                </c:pt>
                <c:pt idx="4834">
                  <c:v>681.48140000000001</c:v>
                </c:pt>
                <c:pt idx="4835">
                  <c:v>672.74739999999997</c:v>
                </c:pt>
                <c:pt idx="4836">
                  <c:v>650.18619999999999</c:v>
                </c:pt>
                <c:pt idx="4837">
                  <c:v>640.52440000000001</c:v>
                </c:pt>
                <c:pt idx="4838">
                  <c:v>632.9270999999992</c:v>
                </c:pt>
                <c:pt idx="4839">
                  <c:v>622.42609999999934</c:v>
                </c:pt>
                <c:pt idx="4840">
                  <c:v>602.86609999999905</c:v>
                </c:pt>
                <c:pt idx="4841">
                  <c:v>561.38379999999995</c:v>
                </c:pt>
                <c:pt idx="4842">
                  <c:v>540.42039999999997</c:v>
                </c:pt>
                <c:pt idx="4843">
                  <c:v>561.40909999999997</c:v>
                </c:pt>
                <c:pt idx="4844">
                  <c:v>556.58940000000052</c:v>
                </c:pt>
                <c:pt idx="4845">
                  <c:v>552.46069999999906</c:v>
                </c:pt>
                <c:pt idx="4846">
                  <c:v>553.28860000000054</c:v>
                </c:pt>
                <c:pt idx="4847">
                  <c:v>555.5624999999992</c:v>
                </c:pt>
                <c:pt idx="4848">
                  <c:v>552.3124999999992</c:v>
                </c:pt>
                <c:pt idx="4849">
                  <c:v>550.19370000000094</c:v>
                </c:pt>
                <c:pt idx="4850">
                  <c:v>547.53729999999905</c:v>
                </c:pt>
                <c:pt idx="4851">
                  <c:v>542.00709999999947</c:v>
                </c:pt>
                <c:pt idx="4852">
                  <c:v>539.83999999999946</c:v>
                </c:pt>
                <c:pt idx="4853">
                  <c:v>539.79639999999995</c:v>
                </c:pt>
                <c:pt idx="4854">
                  <c:v>535.9769</c:v>
                </c:pt>
                <c:pt idx="4855">
                  <c:v>529.65570000000002</c:v>
                </c:pt>
                <c:pt idx="4856">
                  <c:v>517.31019999999921</c:v>
                </c:pt>
                <c:pt idx="4857">
                  <c:v>513.37919999999997</c:v>
                </c:pt>
                <c:pt idx="4858">
                  <c:v>518.36249999999882</c:v>
                </c:pt>
                <c:pt idx="4859">
                  <c:v>503.23919999999936</c:v>
                </c:pt>
                <c:pt idx="4860">
                  <c:v>486.6979</c:v>
                </c:pt>
                <c:pt idx="4861">
                  <c:v>491.61629999999968</c:v>
                </c:pt>
                <c:pt idx="4862">
                  <c:v>502.3519</c:v>
                </c:pt>
                <c:pt idx="4863">
                  <c:v>496.4468</c:v>
                </c:pt>
                <c:pt idx="4864">
                  <c:v>484.25779999999969</c:v>
                </c:pt>
                <c:pt idx="4865">
                  <c:v>471.43400000000003</c:v>
                </c:pt>
                <c:pt idx="4866">
                  <c:v>458.4759999999996</c:v>
                </c:pt>
                <c:pt idx="4867">
                  <c:v>486.1902</c:v>
                </c:pt>
                <c:pt idx="4868">
                  <c:v>462.97139999999939</c:v>
                </c:pt>
                <c:pt idx="4869">
                  <c:v>436.63580000000002</c:v>
                </c:pt>
                <c:pt idx="4870">
                  <c:v>423.48259999999954</c:v>
                </c:pt>
                <c:pt idx="4871">
                  <c:v>421.35770000000002</c:v>
                </c:pt>
                <c:pt idx="4872">
                  <c:v>417.88169999999968</c:v>
                </c:pt>
                <c:pt idx="4873">
                  <c:v>433.72949999999969</c:v>
                </c:pt>
                <c:pt idx="4874">
                  <c:v>439.16849999999999</c:v>
                </c:pt>
                <c:pt idx="4875">
                  <c:v>419.82080000000002</c:v>
                </c:pt>
                <c:pt idx="4876">
                  <c:v>434.00649999999968</c:v>
                </c:pt>
                <c:pt idx="4877">
                  <c:v>543.12840000000051</c:v>
                </c:pt>
                <c:pt idx="4878">
                  <c:v>651.24839999999995</c:v>
                </c:pt>
                <c:pt idx="4879">
                  <c:v>650.89179999999999</c:v>
                </c:pt>
                <c:pt idx="4880">
                  <c:v>593.75059999999996</c:v>
                </c:pt>
                <c:pt idx="4881">
                  <c:v>598.09529999999938</c:v>
                </c:pt>
                <c:pt idx="4882">
                  <c:v>624.75469999999996</c:v>
                </c:pt>
                <c:pt idx="4883">
                  <c:v>653.5729</c:v>
                </c:pt>
                <c:pt idx="4884">
                  <c:v>636.73320000000001</c:v>
                </c:pt>
                <c:pt idx="4885">
                  <c:v>587.59159999999997</c:v>
                </c:pt>
                <c:pt idx="4886">
                  <c:v>558.98910000000001</c:v>
                </c:pt>
                <c:pt idx="4887">
                  <c:v>554.02980000000002</c:v>
                </c:pt>
                <c:pt idx="4888">
                  <c:v>554.5643</c:v>
                </c:pt>
                <c:pt idx="4889">
                  <c:v>555.51699999999948</c:v>
                </c:pt>
                <c:pt idx="4890">
                  <c:v>553.12659999999948</c:v>
                </c:pt>
                <c:pt idx="4891">
                  <c:v>554.23739999999998</c:v>
                </c:pt>
                <c:pt idx="4892">
                  <c:v>556.08540000000005</c:v>
                </c:pt>
                <c:pt idx="4893">
                  <c:v>545.40179999999998</c:v>
                </c:pt>
                <c:pt idx="4894">
                  <c:v>529.92909999999949</c:v>
                </c:pt>
                <c:pt idx="4895">
                  <c:v>526.91209999999921</c:v>
                </c:pt>
                <c:pt idx="4896">
                  <c:v>514.54480000000001</c:v>
                </c:pt>
                <c:pt idx="4897">
                  <c:v>513.23800000000051</c:v>
                </c:pt>
                <c:pt idx="4898">
                  <c:v>604.27500000000055</c:v>
                </c:pt>
                <c:pt idx="4899">
                  <c:v>869.80719999999906</c:v>
                </c:pt>
                <c:pt idx="4900">
                  <c:v>1126.6139999999998</c:v>
                </c:pt>
                <c:pt idx="4901">
                  <c:v>1028.9170000000001</c:v>
                </c:pt>
                <c:pt idx="4902">
                  <c:v>740.68310000000054</c:v>
                </c:pt>
                <c:pt idx="4903">
                  <c:v>652.59059999999999</c:v>
                </c:pt>
                <c:pt idx="4904">
                  <c:v>664.62480000000005</c:v>
                </c:pt>
                <c:pt idx="4905">
                  <c:v>630.6431</c:v>
                </c:pt>
                <c:pt idx="4906">
                  <c:v>572.87699999999938</c:v>
                </c:pt>
                <c:pt idx="4907">
                  <c:v>515.61929999999938</c:v>
                </c:pt>
                <c:pt idx="4908">
                  <c:v>485.73009999999954</c:v>
                </c:pt>
                <c:pt idx="4909">
                  <c:v>483.64760000000041</c:v>
                </c:pt>
                <c:pt idx="4910">
                  <c:v>474.77089999999993</c:v>
                </c:pt>
                <c:pt idx="4911">
                  <c:v>459.59339999999935</c:v>
                </c:pt>
                <c:pt idx="4912">
                  <c:v>447.06900000000002</c:v>
                </c:pt>
                <c:pt idx="4913">
                  <c:v>429.00760000000002</c:v>
                </c:pt>
                <c:pt idx="4914">
                  <c:v>409.42749999999961</c:v>
                </c:pt>
                <c:pt idx="4915">
                  <c:v>388.65550000000002</c:v>
                </c:pt>
                <c:pt idx="4916">
                  <c:v>372.8997</c:v>
                </c:pt>
                <c:pt idx="4917">
                  <c:v>365.5376</c:v>
                </c:pt>
                <c:pt idx="4918">
                  <c:v>363.44049999999999</c:v>
                </c:pt>
                <c:pt idx="4919">
                  <c:v>354.50829999999968</c:v>
                </c:pt>
                <c:pt idx="4920">
                  <c:v>335.94329999999968</c:v>
                </c:pt>
                <c:pt idx="4921">
                  <c:v>328.02789999999999</c:v>
                </c:pt>
                <c:pt idx="4922">
                  <c:v>346.73289999999969</c:v>
                </c:pt>
                <c:pt idx="4923">
                  <c:v>401.31479999999999</c:v>
                </c:pt>
                <c:pt idx="4924">
                  <c:v>444.67660000000001</c:v>
                </c:pt>
                <c:pt idx="4925">
                  <c:v>431.14760000000041</c:v>
                </c:pt>
                <c:pt idx="4926">
                  <c:v>380.73200000000003</c:v>
                </c:pt>
                <c:pt idx="4927">
                  <c:v>355.63599999999968</c:v>
                </c:pt>
                <c:pt idx="4928">
                  <c:v>355.79429999999968</c:v>
                </c:pt>
                <c:pt idx="4929">
                  <c:v>353.63849999999968</c:v>
                </c:pt>
                <c:pt idx="4930">
                  <c:v>353.51420000000002</c:v>
                </c:pt>
                <c:pt idx="4931">
                  <c:v>339.06229999999999</c:v>
                </c:pt>
                <c:pt idx="4932">
                  <c:v>311.1918</c:v>
                </c:pt>
                <c:pt idx="4933">
                  <c:v>293.95669999999961</c:v>
                </c:pt>
                <c:pt idx="4934">
                  <c:v>295.19809999999961</c:v>
                </c:pt>
                <c:pt idx="4935">
                  <c:v>291</c:v>
                </c:pt>
                <c:pt idx="4936">
                  <c:v>286.6035</c:v>
                </c:pt>
                <c:pt idx="4937">
                  <c:v>277.37270000000001</c:v>
                </c:pt>
                <c:pt idx="4938">
                  <c:v>260.1490000000004</c:v>
                </c:pt>
                <c:pt idx="4939">
                  <c:v>255.79</c:v>
                </c:pt>
                <c:pt idx="4940">
                  <c:v>253.44900000000001</c:v>
                </c:pt>
                <c:pt idx="4941">
                  <c:v>249.00459999999998</c:v>
                </c:pt>
                <c:pt idx="4942">
                  <c:v>240.5367</c:v>
                </c:pt>
                <c:pt idx="4943">
                  <c:v>235.81549999999999</c:v>
                </c:pt>
                <c:pt idx="4944">
                  <c:v>234.2587</c:v>
                </c:pt>
                <c:pt idx="4945">
                  <c:v>231.75450000000001</c:v>
                </c:pt>
                <c:pt idx="4946">
                  <c:v>224.2834</c:v>
                </c:pt>
                <c:pt idx="4947">
                  <c:v>227.39170000000001</c:v>
                </c:pt>
                <c:pt idx="4948">
                  <c:v>236.50030000000001</c:v>
                </c:pt>
                <c:pt idx="4949">
                  <c:v>248.14939999999999</c:v>
                </c:pt>
                <c:pt idx="4950">
                  <c:v>255.38780000000017</c:v>
                </c:pt>
                <c:pt idx="4951">
                  <c:v>251.46770000000001</c:v>
                </c:pt>
                <c:pt idx="4952">
                  <c:v>248.5727</c:v>
                </c:pt>
                <c:pt idx="4953">
                  <c:v>251.3792</c:v>
                </c:pt>
                <c:pt idx="4954">
                  <c:v>261.7998</c:v>
                </c:pt>
                <c:pt idx="4955">
                  <c:v>257.44589999999999</c:v>
                </c:pt>
                <c:pt idx="4956">
                  <c:v>251.46130000000016</c:v>
                </c:pt>
                <c:pt idx="4957">
                  <c:v>256.42039999999935</c:v>
                </c:pt>
                <c:pt idx="4958">
                  <c:v>257.53789999999969</c:v>
                </c:pt>
                <c:pt idx="4959">
                  <c:v>266.6318</c:v>
                </c:pt>
                <c:pt idx="4960">
                  <c:v>283.88109999999961</c:v>
                </c:pt>
                <c:pt idx="4961">
                  <c:v>296.75940000000008</c:v>
                </c:pt>
                <c:pt idx="4962">
                  <c:v>307.94389999999999</c:v>
                </c:pt>
                <c:pt idx="4963">
                  <c:v>352.47499999999968</c:v>
                </c:pt>
                <c:pt idx="4964">
                  <c:v>363.64240000000041</c:v>
                </c:pt>
                <c:pt idx="4965">
                  <c:v>358.32760000000002</c:v>
                </c:pt>
                <c:pt idx="4966">
                  <c:v>348.92029999999954</c:v>
                </c:pt>
                <c:pt idx="4967">
                  <c:v>346.05169999999993</c:v>
                </c:pt>
                <c:pt idx="4968">
                  <c:v>356.06740000000002</c:v>
                </c:pt>
                <c:pt idx="4969">
                  <c:v>361.08339999999947</c:v>
                </c:pt>
                <c:pt idx="4970">
                  <c:v>363.78699999999935</c:v>
                </c:pt>
                <c:pt idx="4971">
                  <c:v>361.64389999999997</c:v>
                </c:pt>
                <c:pt idx="4972">
                  <c:v>368.83099999999968</c:v>
                </c:pt>
                <c:pt idx="4973">
                  <c:v>379.60879999999969</c:v>
                </c:pt>
                <c:pt idx="4974">
                  <c:v>389.54759999999999</c:v>
                </c:pt>
                <c:pt idx="4975">
                  <c:v>390.13309999999967</c:v>
                </c:pt>
                <c:pt idx="4976">
                  <c:v>394.2056</c:v>
                </c:pt>
                <c:pt idx="4977">
                  <c:v>389.34050000000002</c:v>
                </c:pt>
                <c:pt idx="4978">
                  <c:v>380.48609999999934</c:v>
                </c:pt>
                <c:pt idx="4979">
                  <c:v>375.59859999999935</c:v>
                </c:pt>
                <c:pt idx="4980">
                  <c:v>389.38010000000003</c:v>
                </c:pt>
                <c:pt idx="4981">
                  <c:v>417.71009999999961</c:v>
                </c:pt>
                <c:pt idx="4982">
                  <c:v>437.22089999999969</c:v>
                </c:pt>
                <c:pt idx="4983">
                  <c:v>429.1352</c:v>
                </c:pt>
                <c:pt idx="4984">
                  <c:v>413.01369999999969</c:v>
                </c:pt>
                <c:pt idx="4985">
                  <c:v>413.5211999999994</c:v>
                </c:pt>
                <c:pt idx="4986">
                  <c:v>422.72229999999968</c:v>
                </c:pt>
                <c:pt idx="4987">
                  <c:v>432.27</c:v>
                </c:pt>
                <c:pt idx="4988">
                  <c:v>429.70159999999947</c:v>
                </c:pt>
                <c:pt idx="4989">
                  <c:v>424.45569999999969</c:v>
                </c:pt>
                <c:pt idx="4990">
                  <c:v>451.1345</c:v>
                </c:pt>
                <c:pt idx="4991">
                  <c:v>494.81029999999993</c:v>
                </c:pt>
                <c:pt idx="4992">
                  <c:v>518.31370000000004</c:v>
                </c:pt>
                <c:pt idx="4993">
                  <c:v>517.68980000000067</c:v>
                </c:pt>
                <c:pt idx="4994">
                  <c:v>518.98910000000001</c:v>
                </c:pt>
                <c:pt idx="4995">
                  <c:v>530.13080000000002</c:v>
                </c:pt>
                <c:pt idx="4996">
                  <c:v>532.52659999999946</c:v>
                </c:pt>
                <c:pt idx="4997">
                  <c:v>520.22170000000051</c:v>
                </c:pt>
                <c:pt idx="4998">
                  <c:v>501.28639999999939</c:v>
                </c:pt>
                <c:pt idx="4999">
                  <c:v>483.89149999999961</c:v>
                </c:pt>
                <c:pt idx="5000">
                  <c:v>471.04480000000041</c:v>
                </c:pt>
                <c:pt idx="5001">
                  <c:v>477.65699999999993</c:v>
                </c:pt>
                <c:pt idx="5002">
                  <c:v>523.44819999999947</c:v>
                </c:pt>
                <c:pt idx="5003">
                  <c:v>638.8396999999992</c:v>
                </c:pt>
                <c:pt idx="5004">
                  <c:v>792.3627999999992</c:v>
                </c:pt>
                <c:pt idx="5005">
                  <c:v>858.02049999999997</c:v>
                </c:pt>
                <c:pt idx="5006">
                  <c:v>803.06189999999947</c:v>
                </c:pt>
                <c:pt idx="5007">
                  <c:v>733.37990000000002</c:v>
                </c:pt>
                <c:pt idx="5008">
                  <c:v>726.90920000000006</c:v>
                </c:pt>
                <c:pt idx="5009">
                  <c:v>773.1105</c:v>
                </c:pt>
                <c:pt idx="5010">
                  <c:v>841.74249999999938</c:v>
                </c:pt>
                <c:pt idx="5011">
                  <c:v>873.8269999999992</c:v>
                </c:pt>
                <c:pt idx="5012">
                  <c:v>890.35279999999921</c:v>
                </c:pt>
                <c:pt idx="5013">
                  <c:v>908.06009999999947</c:v>
                </c:pt>
                <c:pt idx="5014">
                  <c:v>904.01729999999907</c:v>
                </c:pt>
                <c:pt idx="5015">
                  <c:v>900.00699999999949</c:v>
                </c:pt>
                <c:pt idx="5016">
                  <c:v>870.5154</c:v>
                </c:pt>
                <c:pt idx="5017">
                  <c:v>832.43370000000004</c:v>
                </c:pt>
                <c:pt idx="5018">
                  <c:v>800.71749999999997</c:v>
                </c:pt>
                <c:pt idx="5019">
                  <c:v>781.78020000000004</c:v>
                </c:pt>
                <c:pt idx="5020">
                  <c:v>769.19960000000003</c:v>
                </c:pt>
                <c:pt idx="5021">
                  <c:v>753.33629999999914</c:v>
                </c:pt>
                <c:pt idx="5022">
                  <c:v>762.92019999999934</c:v>
                </c:pt>
                <c:pt idx="5023">
                  <c:v>853.96249999999907</c:v>
                </c:pt>
                <c:pt idx="5024">
                  <c:v>970.95949999999948</c:v>
                </c:pt>
                <c:pt idx="5025">
                  <c:v>980.34479999999996</c:v>
                </c:pt>
                <c:pt idx="5026">
                  <c:v>827.14729999999906</c:v>
                </c:pt>
                <c:pt idx="5027">
                  <c:v>738.49869999999999</c:v>
                </c:pt>
                <c:pt idx="5028">
                  <c:v>715.19669999999996</c:v>
                </c:pt>
                <c:pt idx="5029">
                  <c:v>708.97630000000004</c:v>
                </c:pt>
                <c:pt idx="5030">
                  <c:v>781.87099999999998</c:v>
                </c:pt>
                <c:pt idx="5031">
                  <c:v>853.17290000000003</c:v>
                </c:pt>
                <c:pt idx="5032">
                  <c:v>887.71830000000068</c:v>
                </c:pt>
                <c:pt idx="5033">
                  <c:v>836.5271999999992</c:v>
                </c:pt>
                <c:pt idx="5034">
                  <c:v>787.01289999999949</c:v>
                </c:pt>
                <c:pt idx="5035">
                  <c:v>757.80219999999906</c:v>
                </c:pt>
                <c:pt idx="5036">
                  <c:v>737.21480000000054</c:v>
                </c:pt>
                <c:pt idx="5037">
                  <c:v>723.43199999999933</c:v>
                </c:pt>
                <c:pt idx="5038">
                  <c:v>718.05679999999938</c:v>
                </c:pt>
                <c:pt idx="5039">
                  <c:v>722.38369999999998</c:v>
                </c:pt>
                <c:pt idx="5040">
                  <c:v>722.20920000000001</c:v>
                </c:pt>
                <c:pt idx="5041">
                  <c:v>719.95389999999998</c:v>
                </c:pt>
                <c:pt idx="5042">
                  <c:v>714.71280000000002</c:v>
                </c:pt>
                <c:pt idx="5043">
                  <c:v>704.654</c:v>
                </c:pt>
                <c:pt idx="5044">
                  <c:v>696.31849999999997</c:v>
                </c:pt>
                <c:pt idx="5045">
                  <c:v>690.46609999999919</c:v>
                </c:pt>
                <c:pt idx="5046">
                  <c:v>687.50509999999997</c:v>
                </c:pt>
                <c:pt idx="5047">
                  <c:v>680.95339999999999</c:v>
                </c:pt>
                <c:pt idx="5048">
                  <c:v>675.28480000000081</c:v>
                </c:pt>
                <c:pt idx="5049">
                  <c:v>671.69619999999998</c:v>
                </c:pt>
                <c:pt idx="5050">
                  <c:v>669.92289999999946</c:v>
                </c:pt>
                <c:pt idx="5051">
                  <c:v>665.70420000000001</c:v>
                </c:pt>
                <c:pt idx="5052">
                  <c:v>654.83529999999905</c:v>
                </c:pt>
                <c:pt idx="5053">
                  <c:v>648.37840000000051</c:v>
                </c:pt>
                <c:pt idx="5054">
                  <c:v>641.2115</c:v>
                </c:pt>
                <c:pt idx="5055">
                  <c:v>635.52170000000001</c:v>
                </c:pt>
                <c:pt idx="5056">
                  <c:v>628.87049999999999</c:v>
                </c:pt>
                <c:pt idx="5057">
                  <c:v>622.26800000000003</c:v>
                </c:pt>
                <c:pt idx="5058">
                  <c:v>615.17240000000004</c:v>
                </c:pt>
                <c:pt idx="5059">
                  <c:v>639.39619999999934</c:v>
                </c:pt>
                <c:pt idx="5060">
                  <c:v>709.8441999999992</c:v>
                </c:pt>
                <c:pt idx="5061">
                  <c:v>755.82069999999919</c:v>
                </c:pt>
                <c:pt idx="5062">
                  <c:v>747.99249999999938</c:v>
                </c:pt>
                <c:pt idx="5063">
                  <c:v>704.13019999999949</c:v>
                </c:pt>
                <c:pt idx="5064">
                  <c:v>690.45929999999919</c:v>
                </c:pt>
                <c:pt idx="5065">
                  <c:v>687.78750000000002</c:v>
                </c:pt>
                <c:pt idx="5066">
                  <c:v>667.73009999999999</c:v>
                </c:pt>
                <c:pt idx="5067">
                  <c:v>646.07259999999997</c:v>
                </c:pt>
                <c:pt idx="5068">
                  <c:v>650.85389999999938</c:v>
                </c:pt>
                <c:pt idx="5069">
                  <c:v>723.26279999999997</c:v>
                </c:pt>
                <c:pt idx="5070">
                  <c:v>723.35939999999948</c:v>
                </c:pt>
                <c:pt idx="5071">
                  <c:v>728.07629999999949</c:v>
                </c:pt>
                <c:pt idx="5072">
                  <c:v>725.92809999999997</c:v>
                </c:pt>
                <c:pt idx="5073">
                  <c:v>726.73739999999998</c:v>
                </c:pt>
                <c:pt idx="5074">
                  <c:v>798.38549999999998</c:v>
                </c:pt>
                <c:pt idx="5075">
                  <c:v>866.51549999999997</c:v>
                </c:pt>
                <c:pt idx="5076">
                  <c:v>838.62959999999998</c:v>
                </c:pt>
                <c:pt idx="5077">
                  <c:v>756.57140000000004</c:v>
                </c:pt>
                <c:pt idx="5078">
                  <c:v>705.49310000000003</c:v>
                </c:pt>
                <c:pt idx="5079">
                  <c:v>684.8355999999992</c:v>
                </c:pt>
                <c:pt idx="5080">
                  <c:v>679.12599999999998</c:v>
                </c:pt>
                <c:pt idx="5081">
                  <c:v>717.82319999999947</c:v>
                </c:pt>
                <c:pt idx="5082">
                  <c:v>699.82889999999998</c:v>
                </c:pt>
                <c:pt idx="5083">
                  <c:v>697.40309999999999</c:v>
                </c:pt>
                <c:pt idx="5084">
                  <c:v>833.51570000000004</c:v>
                </c:pt>
                <c:pt idx="5085">
                  <c:v>967.07950000000005</c:v>
                </c:pt>
                <c:pt idx="5086">
                  <c:v>1130.008</c:v>
                </c:pt>
                <c:pt idx="5087">
                  <c:v>1063.175</c:v>
                </c:pt>
                <c:pt idx="5088">
                  <c:v>949.50879999999995</c:v>
                </c:pt>
                <c:pt idx="5089">
                  <c:v>833.29950000000053</c:v>
                </c:pt>
                <c:pt idx="5090">
                  <c:v>805.05330000000004</c:v>
                </c:pt>
                <c:pt idx="5091">
                  <c:v>812.56919999999946</c:v>
                </c:pt>
                <c:pt idx="5092">
                  <c:v>817.14179999999999</c:v>
                </c:pt>
                <c:pt idx="5093">
                  <c:v>791.84939999999949</c:v>
                </c:pt>
                <c:pt idx="5094">
                  <c:v>830.30719999999906</c:v>
                </c:pt>
                <c:pt idx="5095">
                  <c:v>935.77190000000053</c:v>
                </c:pt>
                <c:pt idx="5096">
                  <c:v>934.65369999999996</c:v>
                </c:pt>
                <c:pt idx="5097">
                  <c:v>840.10389999999995</c:v>
                </c:pt>
                <c:pt idx="5098">
                  <c:v>768.47719999999947</c:v>
                </c:pt>
                <c:pt idx="5099">
                  <c:v>730.98069999999996</c:v>
                </c:pt>
                <c:pt idx="5100">
                  <c:v>705.73649999999998</c:v>
                </c:pt>
                <c:pt idx="5101">
                  <c:v>689.30289999999934</c:v>
                </c:pt>
                <c:pt idx="5102">
                  <c:v>678.3184</c:v>
                </c:pt>
                <c:pt idx="5103">
                  <c:v>668.8242999999992</c:v>
                </c:pt>
                <c:pt idx="5104">
                  <c:v>658.18759999999997</c:v>
                </c:pt>
                <c:pt idx="5105">
                  <c:v>644.92019999999934</c:v>
                </c:pt>
                <c:pt idx="5106">
                  <c:v>633.03869999999949</c:v>
                </c:pt>
                <c:pt idx="5107">
                  <c:v>621.31449999999938</c:v>
                </c:pt>
                <c:pt idx="5108">
                  <c:v>612.04570000000001</c:v>
                </c:pt>
                <c:pt idx="5109">
                  <c:v>604.05909999999949</c:v>
                </c:pt>
                <c:pt idx="5110">
                  <c:v>595.53830000000005</c:v>
                </c:pt>
                <c:pt idx="5111">
                  <c:v>584.9769</c:v>
                </c:pt>
                <c:pt idx="5112">
                  <c:v>575.81199999999933</c:v>
                </c:pt>
                <c:pt idx="5113">
                  <c:v>568.71079999999995</c:v>
                </c:pt>
                <c:pt idx="5114">
                  <c:v>555.71090000000004</c:v>
                </c:pt>
                <c:pt idx="5115">
                  <c:v>549.41219999999919</c:v>
                </c:pt>
                <c:pt idx="5116">
                  <c:v>542.03009999999949</c:v>
                </c:pt>
                <c:pt idx="5117">
                  <c:v>531.63480000000004</c:v>
                </c:pt>
                <c:pt idx="5118">
                  <c:v>522.19890000000055</c:v>
                </c:pt>
                <c:pt idx="5119">
                  <c:v>511.86660000000001</c:v>
                </c:pt>
                <c:pt idx="5120">
                  <c:v>500.31970000000001</c:v>
                </c:pt>
                <c:pt idx="5121">
                  <c:v>491.77889999999968</c:v>
                </c:pt>
                <c:pt idx="5122">
                  <c:v>488.63220000000001</c:v>
                </c:pt>
                <c:pt idx="5123">
                  <c:v>478.44349999999969</c:v>
                </c:pt>
                <c:pt idx="5124">
                  <c:v>477.74189999999999</c:v>
                </c:pt>
                <c:pt idx="5125">
                  <c:v>464.60820000000001</c:v>
                </c:pt>
                <c:pt idx="5126">
                  <c:v>462.27189999999968</c:v>
                </c:pt>
                <c:pt idx="5127">
                  <c:v>455.87700000000001</c:v>
                </c:pt>
                <c:pt idx="5128">
                  <c:v>453.09189999999961</c:v>
                </c:pt>
                <c:pt idx="5129">
                  <c:v>449.19979999999993</c:v>
                </c:pt>
                <c:pt idx="5130">
                  <c:v>435.69189999999969</c:v>
                </c:pt>
                <c:pt idx="5131">
                  <c:v>433.28539999999936</c:v>
                </c:pt>
                <c:pt idx="5132">
                  <c:v>428.41659999999939</c:v>
                </c:pt>
                <c:pt idx="5133">
                  <c:v>422.40789999999993</c:v>
                </c:pt>
                <c:pt idx="5134">
                  <c:v>411.72109999999935</c:v>
                </c:pt>
                <c:pt idx="5135">
                  <c:v>402.61799999999999</c:v>
                </c:pt>
                <c:pt idx="5136">
                  <c:v>397.0830999999996</c:v>
                </c:pt>
                <c:pt idx="5137">
                  <c:v>391.69580000000002</c:v>
                </c:pt>
                <c:pt idx="5138">
                  <c:v>386.18809999999968</c:v>
                </c:pt>
                <c:pt idx="5139">
                  <c:v>380.23249999999967</c:v>
                </c:pt>
                <c:pt idx="5140">
                  <c:v>378.52229999999969</c:v>
                </c:pt>
                <c:pt idx="5141">
                  <c:v>384.44329999999968</c:v>
                </c:pt>
                <c:pt idx="5142">
                  <c:v>391.42249999999967</c:v>
                </c:pt>
                <c:pt idx="5143">
                  <c:v>422.0378</c:v>
                </c:pt>
                <c:pt idx="5144">
                  <c:v>462.39649999999961</c:v>
                </c:pt>
                <c:pt idx="5145">
                  <c:v>484.72739999999953</c:v>
                </c:pt>
                <c:pt idx="5146">
                  <c:v>532.31289999999933</c:v>
                </c:pt>
                <c:pt idx="5147">
                  <c:v>535.30689999999947</c:v>
                </c:pt>
                <c:pt idx="5148">
                  <c:v>523.55659999999921</c:v>
                </c:pt>
                <c:pt idx="5149">
                  <c:v>490.6807</c:v>
                </c:pt>
                <c:pt idx="5150">
                  <c:v>451.17899999999969</c:v>
                </c:pt>
                <c:pt idx="5151">
                  <c:v>421.82769999999999</c:v>
                </c:pt>
                <c:pt idx="5152">
                  <c:v>406.05349999999999</c:v>
                </c:pt>
                <c:pt idx="5153">
                  <c:v>437.25669999999968</c:v>
                </c:pt>
                <c:pt idx="5154">
                  <c:v>439.91319999999939</c:v>
                </c:pt>
                <c:pt idx="5155">
                  <c:v>430.53769999999969</c:v>
                </c:pt>
                <c:pt idx="5156">
                  <c:v>413.1293</c:v>
                </c:pt>
                <c:pt idx="5157">
                  <c:v>401.9820999999996</c:v>
                </c:pt>
                <c:pt idx="5158">
                  <c:v>392.47209999999961</c:v>
                </c:pt>
                <c:pt idx="5159">
                  <c:v>388.36900000000031</c:v>
                </c:pt>
                <c:pt idx="5160">
                  <c:v>382.97849999999954</c:v>
                </c:pt>
                <c:pt idx="5161">
                  <c:v>375.78809999999953</c:v>
                </c:pt>
                <c:pt idx="5162">
                  <c:v>372.16239999999999</c:v>
                </c:pt>
                <c:pt idx="5163">
                  <c:v>369.24189999999999</c:v>
                </c:pt>
                <c:pt idx="5164">
                  <c:v>388.8356</c:v>
                </c:pt>
                <c:pt idx="5165">
                  <c:v>404.86540000000002</c:v>
                </c:pt>
                <c:pt idx="5166">
                  <c:v>413.68119999999954</c:v>
                </c:pt>
                <c:pt idx="5167">
                  <c:v>407.54930000000002</c:v>
                </c:pt>
                <c:pt idx="5168">
                  <c:v>391.6816</c:v>
                </c:pt>
                <c:pt idx="5169">
                  <c:v>377.07490000000001</c:v>
                </c:pt>
                <c:pt idx="5170">
                  <c:v>367.36180000000002</c:v>
                </c:pt>
                <c:pt idx="5171">
                  <c:v>360.38760000000002</c:v>
                </c:pt>
                <c:pt idx="5172">
                  <c:v>355.04050000000001</c:v>
                </c:pt>
                <c:pt idx="5173">
                  <c:v>349.44509999999968</c:v>
                </c:pt>
                <c:pt idx="5174">
                  <c:v>346.34390000000002</c:v>
                </c:pt>
                <c:pt idx="5175">
                  <c:v>351.61759999999964</c:v>
                </c:pt>
                <c:pt idx="5176">
                  <c:v>375.20009999999968</c:v>
                </c:pt>
                <c:pt idx="5177">
                  <c:v>468.584</c:v>
                </c:pt>
                <c:pt idx="5178">
                  <c:v>552.45029999999906</c:v>
                </c:pt>
                <c:pt idx="5179">
                  <c:v>697.93729999999903</c:v>
                </c:pt>
                <c:pt idx="5180">
                  <c:v>714.75130000000001</c:v>
                </c:pt>
                <c:pt idx="5181">
                  <c:v>695.83549999999946</c:v>
                </c:pt>
                <c:pt idx="5182">
                  <c:v>662.1635</c:v>
                </c:pt>
                <c:pt idx="5183">
                  <c:v>647.14729999999906</c:v>
                </c:pt>
                <c:pt idx="5184">
                  <c:v>625.43320000000006</c:v>
                </c:pt>
                <c:pt idx="5185">
                  <c:v>607.75340000000051</c:v>
                </c:pt>
                <c:pt idx="5186">
                  <c:v>577.03819999999996</c:v>
                </c:pt>
                <c:pt idx="5187">
                  <c:v>555.22329999999999</c:v>
                </c:pt>
                <c:pt idx="5188">
                  <c:v>549.43509999999947</c:v>
                </c:pt>
                <c:pt idx="5189">
                  <c:v>687.19640000000004</c:v>
                </c:pt>
                <c:pt idx="5190">
                  <c:v>1090.396</c:v>
                </c:pt>
                <c:pt idx="5191">
                  <c:v>1432.855</c:v>
                </c:pt>
                <c:pt idx="5192">
                  <c:v>1322.46</c:v>
                </c:pt>
                <c:pt idx="5193">
                  <c:v>959.78150000000005</c:v>
                </c:pt>
                <c:pt idx="5194">
                  <c:v>754.84629999999902</c:v>
                </c:pt>
                <c:pt idx="5195">
                  <c:v>666.56619999999907</c:v>
                </c:pt>
                <c:pt idx="5196">
                  <c:v>618.13319999999999</c:v>
                </c:pt>
                <c:pt idx="5197">
                  <c:v>605.88019999999949</c:v>
                </c:pt>
                <c:pt idx="5198">
                  <c:v>599.39970000000005</c:v>
                </c:pt>
                <c:pt idx="5199">
                  <c:v>590.63459999999998</c:v>
                </c:pt>
                <c:pt idx="5200">
                  <c:v>579.56870000000004</c:v>
                </c:pt>
                <c:pt idx="5201">
                  <c:v>579.48400000000004</c:v>
                </c:pt>
                <c:pt idx="5202">
                  <c:v>583.66289999999947</c:v>
                </c:pt>
                <c:pt idx="5203">
                  <c:v>596.12840000000051</c:v>
                </c:pt>
                <c:pt idx="5204">
                  <c:v>603.3414999999992</c:v>
                </c:pt>
                <c:pt idx="5205">
                  <c:v>567.56449999999938</c:v>
                </c:pt>
                <c:pt idx="5206">
                  <c:v>502.62580000000008</c:v>
                </c:pt>
                <c:pt idx="5207">
                  <c:v>473.7878</c:v>
                </c:pt>
                <c:pt idx="5208">
                  <c:v>465.63569999999999</c:v>
                </c:pt>
                <c:pt idx="5209">
                  <c:v>466.94959999999969</c:v>
                </c:pt>
                <c:pt idx="5210">
                  <c:v>515.65679999999998</c:v>
                </c:pt>
                <c:pt idx="5211">
                  <c:v>466.1746000000004</c:v>
                </c:pt>
                <c:pt idx="5212">
                  <c:v>428.5976</c:v>
                </c:pt>
                <c:pt idx="5213">
                  <c:v>410.66230000000002</c:v>
                </c:pt>
                <c:pt idx="5214">
                  <c:v>412.8997</c:v>
                </c:pt>
                <c:pt idx="5215">
                  <c:v>412.43819999999914</c:v>
                </c:pt>
                <c:pt idx="5216">
                  <c:v>417.8442000000004</c:v>
                </c:pt>
                <c:pt idx="5217">
                  <c:v>405.14790000000033</c:v>
                </c:pt>
                <c:pt idx="5218">
                  <c:v>391.76669999999967</c:v>
                </c:pt>
                <c:pt idx="5219">
                  <c:v>372.78889999999961</c:v>
                </c:pt>
                <c:pt idx="5220">
                  <c:v>358.25959999999969</c:v>
                </c:pt>
                <c:pt idx="5221">
                  <c:v>350.87349999999969</c:v>
                </c:pt>
                <c:pt idx="5222">
                  <c:v>347.74619999999953</c:v>
                </c:pt>
                <c:pt idx="5223">
                  <c:v>344.86989999999997</c:v>
                </c:pt>
                <c:pt idx="5224">
                  <c:v>342.61869999999999</c:v>
                </c:pt>
                <c:pt idx="5225">
                  <c:v>337.20339999999953</c:v>
                </c:pt>
                <c:pt idx="5226">
                  <c:v>333.59649999999954</c:v>
                </c:pt>
                <c:pt idx="5227">
                  <c:v>336.92529999999954</c:v>
                </c:pt>
                <c:pt idx="5228">
                  <c:v>344.40649999999954</c:v>
                </c:pt>
                <c:pt idx="5229">
                  <c:v>350.98359999999946</c:v>
                </c:pt>
                <c:pt idx="5230">
                  <c:v>354.98540000000003</c:v>
                </c:pt>
                <c:pt idx="5231">
                  <c:v>362.75389999999999</c:v>
                </c:pt>
                <c:pt idx="5232">
                  <c:v>370.57940000000002</c:v>
                </c:pt>
                <c:pt idx="5233">
                  <c:v>375.72729999999967</c:v>
                </c:pt>
                <c:pt idx="5234">
                  <c:v>378.47309999999953</c:v>
                </c:pt>
                <c:pt idx="5235">
                  <c:v>378.41109999999935</c:v>
                </c:pt>
                <c:pt idx="5236">
                  <c:v>395.18129999999968</c:v>
                </c:pt>
                <c:pt idx="5237">
                  <c:v>416.13649999999961</c:v>
                </c:pt>
                <c:pt idx="5238">
                  <c:v>416.5804</c:v>
                </c:pt>
                <c:pt idx="5239">
                  <c:v>422.43149999999946</c:v>
                </c:pt>
                <c:pt idx="5240">
                  <c:v>446.64120000000008</c:v>
                </c:pt>
                <c:pt idx="5241">
                  <c:v>484.00129999999967</c:v>
                </c:pt>
                <c:pt idx="5242">
                  <c:v>493.02440000000001</c:v>
                </c:pt>
                <c:pt idx="5243">
                  <c:v>480.31509999999969</c:v>
                </c:pt>
                <c:pt idx="5244">
                  <c:v>465.72569999999968</c:v>
                </c:pt>
                <c:pt idx="5245">
                  <c:v>464.81580000000002</c:v>
                </c:pt>
                <c:pt idx="5246">
                  <c:v>475.66989999999998</c:v>
                </c:pt>
                <c:pt idx="5247">
                  <c:v>481.35340000000002</c:v>
                </c:pt>
                <c:pt idx="5248">
                  <c:v>475.86130000000003</c:v>
                </c:pt>
                <c:pt idx="5249">
                  <c:v>466.99439999999947</c:v>
                </c:pt>
                <c:pt idx="5250">
                  <c:v>516.4376999999987</c:v>
                </c:pt>
                <c:pt idx="5251">
                  <c:v>533.45589999999947</c:v>
                </c:pt>
                <c:pt idx="5252">
                  <c:v>542.84679999999946</c:v>
                </c:pt>
                <c:pt idx="5253">
                  <c:v>516.69269999999949</c:v>
                </c:pt>
                <c:pt idx="5254">
                  <c:v>495.43959999999947</c:v>
                </c:pt>
                <c:pt idx="5255">
                  <c:v>477.84230000000002</c:v>
                </c:pt>
                <c:pt idx="5256">
                  <c:v>473.065</c:v>
                </c:pt>
                <c:pt idx="5257">
                  <c:v>480.83669999999961</c:v>
                </c:pt>
                <c:pt idx="5258">
                  <c:v>496.15589999999997</c:v>
                </c:pt>
                <c:pt idx="5259">
                  <c:v>531.81489999999997</c:v>
                </c:pt>
                <c:pt idx="5260">
                  <c:v>576.58540000000005</c:v>
                </c:pt>
                <c:pt idx="5261">
                  <c:v>593.73230000000001</c:v>
                </c:pt>
                <c:pt idx="5262">
                  <c:v>572.24189999999999</c:v>
                </c:pt>
                <c:pt idx="5263">
                  <c:v>555.74040000000002</c:v>
                </c:pt>
                <c:pt idx="5264">
                  <c:v>565.5181</c:v>
                </c:pt>
                <c:pt idx="5265">
                  <c:v>572.45079999999996</c:v>
                </c:pt>
                <c:pt idx="5266">
                  <c:v>562.70069999999998</c:v>
                </c:pt>
                <c:pt idx="5267">
                  <c:v>539.14829999999949</c:v>
                </c:pt>
                <c:pt idx="5268">
                  <c:v>537.04769999999905</c:v>
                </c:pt>
                <c:pt idx="5269">
                  <c:v>538.43609999999933</c:v>
                </c:pt>
                <c:pt idx="5270">
                  <c:v>555.52499999999998</c:v>
                </c:pt>
                <c:pt idx="5271">
                  <c:v>593.79129999999998</c:v>
                </c:pt>
                <c:pt idx="5272">
                  <c:v>637.96799999999905</c:v>
                </c:pt>
                <c:pt idx="5273">
                  <c:v>689.14789999999948</c:v>
                </c:pt>
                <c:pt idx="5274">
                  <c:v>696.70619999999997</c:v>
                </c:pt>
                <c:pt idx="5275">
                  <c:v>682.66639999999938</c:v>
                </c:pt>
                <c:pt idx="5276">
                  <c:v>674.08870000000081</c:v>
                </c:pt>
                <c:pt idx="5277">
                  <c:v>673.21209999999996</c:v>
                </c:pt>
                <c:pt idx="5278">
                  <c:v>680.04639999999949</c:v>
                </c:pt>
                <c:pt idx="5279">
                  <c:v>679.87180000000001</c:v>
                </c:pt>
                <c:pt idx="5280">
                  <c:v>675.37810000000002</c:v>
                </c:pt>
                <c:pt idx="5281">
                  <c:v>670.45889999999997</c:v>
                </c:pt>
                <c:pt idx="5282">
                  <c:v>673.1567</c:v>
                </c:pt>
                <c:pt idx="5283">
                  <c:v>682.63379999999995</c:v>
                </c:pt>
                <c:pt idx="5284">
                  <c:v>680.64639999999997</c:v>
                </c:pt>
                <c:pt idx="5285">
                  <c:v>663.60360000000003</c:v>
                </c:pt>
                <c:pt idx="5286">
                  <c:v>649.57500000000005</c:v>
                </c:pt>
                <c:pt idx="5287">
                  <c:v>636.07840000000067</c:v>
                </c:pt>
                <c:pt idx="5288">
                  <c:v>624.1997000000008</c:v>
                </c:pt>
                <c:pt idx="5289">
                  <c:v>613.76900000000001</c:v>
                </c:pt>
                <c:pt idx="5290">
                  <c:v>605.09490000000005</c:v>
                </c:pt>
                <c:pt idx="5291">
                  <c:v>594.73869999999999</c:v>
                </c:pt>
                <c:pt idx="5292">
                  <c:v>581.01819999999998</c:v>
                </c:pt>
                <c:pt idx="5293">
                  <c:v>569.58780000000002</c:v>
                </c:pt>
                <c:pt idx="5294">
                  <c:v>559.2482</c:v>
                </c:pt>
                <c:pt idx="5295">
                  <c:v>539.91489999999999</c:v>
                </c:pt>
                <c:pt idx="5296">
                  <c:v>500.08269999999999</c:v>
                </c:pt>
                <c:pt idx="5297">
                  <c:v>447.87819999999954</c:v>
                </c:pt>
                <c:pt idx="5298">
                  <c:v>392.87020000000001</c:v>
                </c:pt>
                <c:pt idx="5299">
                  <c:v>356.52689999999961</c:v>
                </c:pt>
                <c:pt idx="5300">
                  <c:v>339.31790000000001</c:v>
                </c:pt>
                <c:pt idx="5301">
                  <c:v>333.03739999999954</c:v>
                </c:pt>
                <c:pt idx="5302">
                  <c:v>325.18979999999999</c:v>
                </c:pt>
                <c:pt idx="5303">
                  <c:v>323.524</c:v>
                </c:pt>
                <c:pt idx="5304">
                  <c:v>323.26639999999935</c:v>
                </c:pt>
                <c:pt idx="5305">
                  <c:v>323.49529999999953</c:v>
                </c:pt>
                <c:pt idx="5306">
                  <c:v>331.92529999999954</c:v>
                </c:pt>
                <c:pt idx="5307">
                  <c:v>346.47139999999939</c:v>
                </c:pt>
                <c:pt idx="5308">
                  <c:v>350.39609999999954</c:v>
                </c:pt>
                <c:pt idx="5309">
                  <c:v>343.4744</c:v>
                </c:pt>
                <c:pt idx="5310">
                  <c:v>340.41799999999961</c:v>
                </c:pt>
                <c:pt idx="5311">
                  <c:v>341.2124</c:v>
                </c:pt>
                <c:pt idx="5312">
                  <c:v>338.27</c:v>
                </c:pt>
                <c:pt idx="5313">
                  <c:v>334.6354</c:v>
                </c:pt>
                <c:pt idx="5314">
                  <c:v>332.8329</c:v>
                </c:pt>
                <c:pt idx="5315">
                  <c:v>330.7080999999996</c:v>
                </c:pt>
                <c:pt idx="5316">
                  <c:v>327.76749999999993</c:v>
                </c:pt>
                <c:pt idx="5317">
                  <c:v>326.1524000000004</c:v>
                </c:pt>
                <c:pt idx="5318">
                  <c:v>333.31639999999953</c:v>
                </c:pt>
                <c:pt idx="5319">
                  <c:v>337.39109999999954</c:v>
                </c:pt>
                <c:pt idx="5320">
                  <c:v>330.68430000000001</c:v>
                </c:pt>
                <c:pt idx="5321">
                  <c:v>325.32209999999969</c:v>
                </c:pt>
                <c:pt idx="5322">
                  <c:v>324.5659</c:v>
                </c:pt>
                <c:pt idx="5323">
                  <c:v>328.88549999999969</c:v>
                </c:pt>
                <c:pt idx="5324">
                  <c:v>333.9937999999994</c:v>
                </c:pt>
                <c:pt idx="5325">
                  <c:v>325.71539999999953</c:v>
                </c:pt>
                <c:pt idx="5326">
                  <c:v>317.29569999999961</c:v>
                </c:pt>
                <c:pt idx="5327">
                  <c:v>316.50549999999993</c:v>
                </c:pt>
                <c:pt idx="5328">
                  <c:v>324.57129999999961</c:v>
                </c:pt>
                <c:pt idx="5329">
                  <c:v>326.82889999999969</c:v>
                </c:pt>
                <c:pt idx="5330">
                  <c:v>347.68490000000008</c:v>
                </c:pt>
                <c:pt idx="5331">
                  <c:v>376.31920000000002</c:v>
                </c:pt>
                <c:pt idx="5332">
                  <c:v>364.60250000000002</c:v>
                </c:pt>
                <c:pt idx="5333">
                  <c:v>363.28179999999935</c:v>
                </c:pt>
                <c:pt idx="5334">
                  <c:v>361.6696000000004</c:v>
                </c:pt>
                <c:pt idx="5335">
                  <c:v>381.16719999999964</c:v>
                </c:pt>
                <c:pt idx="5336">
                  <c:v>393.33300000000003</c:v>
                </c:pt>
                <c:pt idx="5337">
                  <c:v>404.14210000000008</c:v>
                </c:pt>
                <c:pt idx="5338">
                  <c:v>414.20679999999953</c:v>
                </c:pt>
                <c:pt idx="5339">
                  <c:v>402.27910000000003</c:v>
                </c:pt>
                <c:pt idx="5340">
                  <c:v>402.21619999999939</c:v>
                </c:pt>
                <c:pt idx="5341">
                  <c:v>417.06609999999961</c:v>
                </c:pt>
                <c:pt idx="5342">
                  <c:v>417.9402</c:v>
                </c:pt>
                <c:pt idx="5343">
                  <c:v>399.00729999999999</c:v>
                </c:pt>
                <c:pt idx="5344">
                  <c:v>390.28529999999961</c:v>
                </c:pt>
                <c:pt idx="5345">
                  <c:v>405.8109</c:v>
                </c:pt>
                <c:pt idx="5346">
                  <c:v>425.31849999999969</c:v>
                </c:pt>
                <c:pt idx="5347">
                  <c:v>441.77420000000001</c:v>
                </c:pt>
                <c:pt idx="5348">
                  <c:v>443.89550000000003</c:v>
                </c:pt>
                <c:pt idx="5349">
                  <c:v>435.77209999999968</c:v>
                </c:pt>
                <c:pt idx="5350">
                  <c:v>442.94749999999999</c:v>
                </c:pt>
                <c:pt idx="5351">
                  <c:v>502.72669999999954</c:v>
                </c:pt>
                <c:pt idx="5352">
                  <c:v>564.61239999999998</c:v>
                </c:pt>
                <c:pt idx="5353">
                  <c:v>576.07429999999999</c:v>
                </c:pt>
                <c:pt idx="5354">
                  <c:v>575.37850000000003</c:v>
                </c:pt>
                <c:pt idx="5355">
                  <c:v>569.03589999999997</c:v>
                </c:pt>
                <c:pt idx="5356">
                  <c:v>559.66999999999996</c:v>
                </c:pt>
                <c:pt idx="5357">
                  <c:v>547.76940000000002</c:v>
                </c:pt>
                <c:pt idx="5358">
                  <c:v>546.48219999999947</c:v>
                </c:pt>
                <c:pt idx="5359">
                  <c:v>559.55439999999999</c:v>
                </c:pt>
                <c:pt idx="5360">
                  <c:v>561.45309999999949</c:v>
                </c:pt>
                <c:pt idx="5361">
                  <c:v>546.70280000000002</c:v>
                </c:pt>
                <c:pt idx="5362">
                  <c:v>533.32870000000003</c:v>
                </c:pt>
                <c:pt idx="5363">
                  <c:v>526.04159999999933</c:v>
                </c:pt>
                <c:pt idx="5364">
                  <c:v>520.68230000000005</c:v>
                </c:pt>
                <c:pt idx="5365">
                  <c:v>521.76969999999949</c:v>
                </c:pt>
                <c:pt idx="5366">
                  <c:v>517.53980000000001</c:v>
                </c:pt>
                <c:pt idx="5367">
                  <c:v>508.22629999999936</c:v>
                </c:pt>
                <c:pt idx="5368">
                  <c:v>501.47379999999936</c:v>
                </c:pt>
                <c:pt idx="5369">
                  <c:v>494.21069999999969</c:v>
                </c:pt>
                <c:pt idx="5370">
                  <c:v>487.46629999999953</c:v>
                </c:pt>
                <c:pt idx="5371">
                  <c:v>500.69170000000003</c:v>
                </c:pt>
                <c:pt idx="5372">
                  <c:v>560.61270000000002</c:v>
                </c:pt>
                <c:pt idx="5373">
                  <c:v>617.702</c:v>
                </c:pt>
                <c:pt idx="5374">
                  <c:v>594.30999999999949</c:v>
                </c:pt>
                <c:pt idx="5375">
                  <c:v>546.43989999999997</c:v>
                </c:pt>
                <c:pt idx="5376">
                  <c:v>528.70240000000001</c:v>
                </c:pt>
                <c:pt idx="5377">
                  <c:v>517.09450000000004</c:v>
                </c:pt>
                <c:pt idx="5378">
                  <c:v>501.56380000000001</c:v>
                </c:pt>
                <c:pt idx="5379">
                  <c:v>508.75009999999969</c:v>
                </c:pt>
                <c:pt idx="5380">
                  <c:v>504.03489999999999</c:v>
                </c:pt>
                <c:pt idx="5381">
                  <c:v>492.42349999999954</c:v>
                </c:pt>
                <c:pt idx="5382">
                  <c:v>484.68329999999969</c:v>
                </c:pt>
                <c:pt idx="5383">
                  <c:v>504.21599999999961</c:v>
                </c:pt>
                <c:pt idx="5384">
                  <c:v>591.64089999999999</c:v>
                </c:pt>
                <c:pt idx="5385">
                  <c:v>753.09910000000002</c:v>
                </c:pt>
                <c:pt idx="5386">
                  <c:v>867.55880000000002</c:v>
                </c:pt>
                <c:pt idx="5387">
                  <c:v>841.22270000000003</c:v>
                </c:pt>
                <c:pt idx="5388">
                  <c:v>763.36099999999919</c:v>
                </c:pt>
                <c:pt idx="5389">
                  <c:v>771.47</c:v>
                </c:pt>
                <c:pt idx="5390">
                  <c:v>761.06899999999996</c:v>
                </c:pt>
                <c:pt idx="5391">
                  <c:v>740.02859999999998</c:v>
                </c:pt>
                <c:pt idx="5392">
                  <c:v>734.11279999999999</c:v>
                </c:pt>
                <c:pt idx="5393">
                  <c:v>733.41390000000001</c:v>
                </c:pt>
                <c:pt idx="5394">
                  <c:v>740.26519999999948</c:v>
                </c:pt>
                <c:pt idx="5395">
                  <c:v>749.57740000000001</c:v>
                </c:pt>
                <c:pt idx="5396">
                  <c:v>755.87329999999997</c:v>
                </c:pt>
                <c:pt idx="5397">
                  <c:v>746.5797000000008</c:v>
                </c:pt>
                <c:pt idx="5398">
                  <c:v>730.02470000000005</c:v>
                </c:pt>
                <c:pt idx="5399">
                  <c:v>711.63009999999997</c:v>
                </c:pt>
                <c:pt idx="5400">
                  <c:v>698.75480000000005</c:v>
                </c:pt>
                <c:pt idx="5401">
                  <c:v>698.55019999999934</c:v>
                </c:pt>
                <c:pt idx="5402">
                  <c:v>711.02570000000003</c:v>
                </c:pt>
                <c:pt idx="5403">
                  <c:v>766.2817000000008</c:v>
                </c:pt>
                <c:pt idx="5404">
                  <c:v>988.73440000000005</c:v>
                </c:pt>
                <c:pt idx="5405">
                  <c:v>1269.3429999999998</c:v>
                </c:pt>
                <c:pt idx="5406">
                  <c:v>1309.8719999999998</c:v>
                </c:pt>
                <c:pt idx="5407">
                  <c:v>1156.625</c:v>
                </c:pt>
                <c:pt idx="5408">
                  <c:v>1036.1529999999998</c:v>
                </c:pt>
                <c:pt idx="5409">
                  <c:v>986.02419999999938</c:v>
                </c:pt>
                <c:pt idx="5410">
                  <c:v>960.65619999999933</c:v>
                </c:pt>
                <c:pt idx="5411">
                  <c:v>942.86239999999907</c:v>
                </c:pt>
                <c:pt idx="5412">
                  <c:v>934.83799999999906</c:v>
                </c:pt>
                <c:pt idx="5413">
                  <c:v>1048.2139999999999</c:v>
                </c:pt>
                <c:pt idx="5414">
                  <c:v>1221.4490000000001</c:v>
                </c:pt>
                <c:pt idx="5415">
                  <c:v>1275.8029999999999</c:v>
                </c:pt>
                <c:pt idx="5416">
                  <c:v>1150.4360000000001</c:v>
                </c:pt>
                <c:pt idx="5417">
                  <c:v>1135.81</c:v>
                </c:pt>
                <c:pt idx="5418">
                  <c:v>1096.482</c:v>
                </c:pt>
                <c:pt idx="5419">
                  <c:v>1052.1599999999999</c:v>
                </c:pt>
                <c:pt idx="5420">
                  <c:v>983.41959999999949</c:v>
                </c:pt>
                <c:pt idx="5421">
                  <c:v>938.39769999999919</c:v>
                </c:pt>
                <c:pt idx="5422">
                  <c:v>992.80380000000002</c:v>
                </c:pt>
                <c:pt idx="5423">
                  <c:v>1463.537</c:v>
                </c:pt>
                <c:pt idx="5424">
                  <c:v>1772.26</c:v>
                </c:pt>
                <c:pt idx="5425">
                  <c:v>1693.2529999999999</c:v>
                </c:pt>
                <c:pt idx="5426">
                  <c:v>1330.32</c:v>
                </c:pt>
                <c:pt idx="5427">
                  <c:v>1166.6019999999999</c:v>
                </c:pt>
                <c:pt idx="5428">
                  <c:v>1095.2570000000001</c:v>
                </c:pt>
                <c:pt idx="5429">
                  <c:v>1047.7829999999999</c:v>
                </c:pt>
                <c:pt idx="5430">
                  <c:v>1033.806</c:v>
                </c:pt>
                <c:pt idx="5431">
                  <c:v>1059.808</c:v>
                </c:pt>
                <c:pt idx="5432">
                  <c:v>1235.2629999999999</c:v>
                </c:pt>
                <c:pt idx="5433">
                  <c:v>1359.4380000000001</c:v>
                </c:pt>
                <c:pt idx="5434">
                  <c:v>1382.9360000000001</c:v>
                </c:pt>
                <c:pt idx="5435">
                  <c:v>1369.9090000000001</c:v>
                </c:pt>
                <c:pt idx="5436">
                  <c:v>1292.377</c:v>
                </c:pt>
                <c:pt idx="5437">
                  <c:v>1390.999</c:v>
                </c:pt>
                <c:pt idx="5438">
                  <c:v>2455.6990000000001</c:v>
                </c:pt>
                <c:pt idx="5439">
                  <c:v>4188.7739999999994</c:v>
                </c:pt>
                <c:pt idx="5440">
                  <c:v>6488.0839999999998</c:v>
                </c:pt>
                <c:pt idx="5441">
                  <c:v>8917.69</c:v>
                </c:pt>
                <c:pt idx="5442">
                  <c:v>9635.5789999999815</c:v>
                </c:pt>
                <c:pt idx="5443">
                  <c:v>7906.5260000000044</c:v>
                </c:pt>
                <c:pt idx="5444">
                  <c:v>4913.3870000000015</c:v>
                </c:pt>
                <c:pt idx="5445">
                  <c:v>3625.056</c:v>
                </c:pt>
                <c:pt idx="5446">
                  <c:v>3605.174</c:v>
                </c:pt>
                <c:pt idx="5447">
                  <c:v>3304.1459999999997</c:v>
                </c:pt>
                <c:pt idx="5448">
                  <c:v>2944.3960000000002</c:v>
                </c:pt>
                <c:pt idx="5449">
                  <c:v>2736.8670000000002</c:v>
                </c:pt>
                <c:pt idx="5450">
                  <c:v>2404.087</c:v>
                </c:pt>
                <c:pt idx="5451">
                  <c:v>2168.2639999999997</c:v>
                </c:pt>
                <c:pt idx="5452">
                  <c:v>1984.4250000000011</c:v>
                </c:pt>
                <c:pt idx="5453">
                  <c:v>1845.3219999999999</c:v>
                </c:pt>
                <c:pt idx="5454">
                  <c:v>1754.1019999999999</c:v>
                </c:pt>
                <c:pt idx="5455">
                  <c:v>1680.24</c:v>
                </c:pt>
                <c:pt idx="5456">
                  <c:v>1593.309</c:v>
                </c:pt>
                <c:pt idx="5457">
                  <c:v>1484.2270000000001</c:v>
                </c:pt>
                <c:pt idx="5458">
                  <c:v>1393.1039999999998</c:v>
                </c:pt>
                <c:pt idx="5459">
                  <c:v>1333.7619999999999</c:v>
                </c:pt>
                <c:pt idx="5460">
                  <c:v>1288.481</c:v>
                </c:pt>
                <c:pt idx="5461">
                  <c:v>1379.3589999999999</c:v>
                </c:pt>
                <c:pt idx="5462">
                  <c:v>1446.056</c:v>
                </c:pt>
                <c:pt idx="5463">
                  <c:v>1361.1809999999998</c:v>
                </c:pt>
                <c:pt idx="5464">
                  <c:v>1268.6899999999998</c:v>
                </c:pt>
                <c:pt idx="5465">
                  <c:v>1200.748</c:v>
                </c:pt>
                <c:pt idx="5466">
                  <c:v>1169.0929999999998</c:v>
                </c:pt>
                <c:pt idx="5467">
                  <c:v>1160.009</c:v>
                </c:pt>
                <c:pt idx="5468">
                  <c:v>1162.83</c:v>
                </c:pt>
                <c:pt idx="5469">
                  <c:v>1138.444</c:v>
                </c:pt>
                <c:pt idx="5470">
                  <c:v>1153.318</c:v>
                </c:pt>
                <c:pt idx="5471">
                  <c:v>1215.8739999999998</c:v>
                </c:pt>
                <c:pt idx="5472">
                  <c:v>1136.213</c:v>
                </c:pt>
                <c:pt idx="5473">
                  <c:v>1095.098</c:v>
                </c:pt>
                <c:pt idx="5474">
                  <c:v>1052.9849999999999</c:v>
                </c:pt>
                <c:pt idx="5475">
                  <c:v>1015.9419999999993</c:v>
                </c:pt>
                <c:pt idx="5476">
                  <c:v>989.36759999999879</c:v>
                </c:pt>
                <c:pt idx="5477">
                  <c:v>971.7568</c:v>
                </c:pt>
                <c:pt idx="5478">
                  <c:v>955.20699999999999</c:v>
                </c:pt>
                <c:pt idx="5479">
                  <c:v>945.27470000000096</c:v>
                </c:pt>
                <c:pt idx="5480">
                  <c:v>935.6902</c:v>
                </c:pt>
                <c:pt idx="5481">
                  <c:v>922.14319999999998</c:v>
                </c:pt>
                <c:pt idx="5482">
                  <c:v>906.96529999999905</c:v>
                </c:pt>
                <c:pt idx="5483">
                  <c:v>904.38390000000004</c:v>
                </c:pt>
                <c:pt idx="5484">
                  <c:v>896.55880000000002</c:v>
                </c:pt>
                <c:pt idx="5485">
                  <c:v>888.5579999999992</c:v>
                </c:pt>
                <c:pt idx="5486">
                  <c:v>898.98389999999995</c:v>
                </c:pt>
                <c:pt idx="5487">
                  <c:v>925.69069999999999</c:v>
                </c:pt>
                <c:pt idx="5488">
                  <c:v>923.30359999999996</c:v>
                </c:pt>
                <c:pt idx="5489">
                  <c:v>881.62</c:v>
                </c:pt>
                <c:pt idx="5490">
                  <c:v>847.08880000000067</c:v>
                </c:pt>
                <c:pt idx="5491">
                  <c:v>832.87009999999998</c:v>
                </c:pt>
                <c:pt idx="5492">
                  <c:v>820.47580000000005</c:v>
                </c:pt>
                <c:pt idx="5493">
                  <c:v>808.48159999999996</c:v>
                </c:pt>
                <c:pt idx="5494">
                  <c:v>797.14840000000004</c:v>
                </c:pt>
                <c:pt idx="5495">
                  <c:v>788.32229999999902</c:v>
                </c:pt>
                <c:pt idx="5496">
                  <c:v>787.94659999999919</c:v>
                </c:pt>
                <c:pt idx="5497">
                  <c:v>827.20280000000002</c:v>
                </c:pt>
                <c:pt idx="5498">
                  <c:v>810.23749999999939</c:v>
                </c:pt>
                <c:pt idx="5499">
                  <c:v>796.43129999999906</c:v>
                </c:pt>
                <c:pt idx="5500">
                  <c:v>801.58429999999998</c:v>
                </c:pt>
                <c:pt idx="5501">
                  <c:v>862.50719999999933</c:v>
                </c:pt>
                <c:pt idx="5502">
                  <c:v>940.68219999999997</c:v>
                </c:pt>
                <c:pt idx="5503">
                  <c:v>951.73880000000054</c:v>
                </c:pt>
                <c:pt idx="5504">
                  <c:v>884.04779999999948</c:v>
                </c:pt>
                <c:pt idx="5505">
                  <c:v>811.8518999999992</c:v>
                </c:pt>
                <c:pt idx="5506">
                  <c:v>778.23820000000001</c:v>
                </c:pt>
                <c:pt idx="5507">
                  <c:v>762.67049999999995</c:v>
                </c:pt>
                <c:pt idx="5508">
                  <c:v>741.05549999999948</c:v>
                </c:pt>
                <c:pt idx="5509">
                  <c:v>721.44359999999949</c:v>
                </c:pt>
                <c:pt idx="5510">
                  <c:v>707.79909999999995</c:v>
                </c:pt>
                <c:pt idx="5511">
                  <c:v>697.37219999999934</c:v>
                </c:pt>
                <c:pt idx="5512">
                  <c:v>685.91619999999921</c:v>
                </c:pt>
                <c:pt idx="5513">
                  <c:v>671.67909999999995</c:v>
                </c:pt>
                <c:pt idx="5514">
                  <c:v>656.56849999999997</c:v>
                </c:pt>
                <c:pt idx="5515">
                  <c:v>645.55499999999938</c:v>
                </c:pt>
                <c:pt idx="5516">
                  <c:v>639.87360000000001</c:v>
                </c:pt>
                <c:pt idx="5517">
                  <c:v>634.43989999999997</c:v>
                </c:pt>
                <c:pt idx="5518">
                  <c:v>627.3741</c:v>
                </c:pt>
                <c:pt idx="5519">
                  <c:v>617.27840000000094</c:v>
                </c:pt>
                <c:pt idx="5520">
                  <c:v>604.09910000000002</c:v>
                </c:pt>
                <c:pt idx="5521">
                  <c:v>589.57230000000004</c:v>
                </c:pt>
                <c:pt idx="5522">
                  <c:v>640.57010000000002</c:v>
                </c:pt>
                <c:pt idx="5523">
                  <c:v>613.18709999999999</c:v>
                </c:pt>
                <c:pt idx="5524">
                  <c:v>592.15729999999905</c:v>
                </c:pt>
                <c:pt idx="5525">
                  <c:v>568.06899999999996</c:v>
                </c:pt>
                <c:pt idx="5526">
                  <c:v>555.79660000000001</c:v>
                </c:pt>
                <c:pt idx="5527">
                  <c:v>542.55880000000002</c:v>
                </c:pt>
                <c:pt idx="5528">
                  <c:v>534.3759</c:v>
                </c:pt>
                <c:pt idx="5529">
                  <c:v>526.02919999999949</c:v>
                </c:pt>
                <c:pt idx="5530">
                  <c:v>516.99739999999997</c:v>
                </c:pt>
                <c:pt idx="5531">
                  <c:v>517.91470000000004</c:v>
                </c:pt>
                <c:pt idx="5532">
                  <c:v>527.58219999999949</c:v>
                </c:pt>
                <c:pt idx="5533">
                  <c:v>526.60640000000001</c:v>
                </c:pt>
                <c:pt idx="5534">
                  <c:v>508.32859999999954</c:v>
                </c:pt>
                <c:pt idx="5535">
                  <c:v>492.65010000000001</c:v>
                </c:pt>
                <c:pt idx="5536">
                  <c:v>482.4502</c:v>
                </c:pt>
                <c:pt idx="5537">
                  <c:v>472.17250000000001</c:v>
                </c:pt>
                <c:pt idx="5538">
                  <c:v>464.6345</c:v>
                </c:pt>
                <c:pt idx="5539">
                  <c:v>459.80200000000002</c:v>
                </c:pt>
                <c:pt idx="5540">
                  <c:v>455.99559999999946</c:v>
                </c:pt>
                <c:pt idx="5541">
                  <c:v>454.50290000000001</c:v>
                </c:pt>
                <c:pt idx="5542">
                  <c:v>453.95499999999993</c:v>
                </c:pt>
                <c:pt idx="5543">
                  <c:v>450.38479999999993</c:v>
                </c:pt>
                <c:pt idx="5544">
                  <c:v>448.29360000000003</c:v>
                </c:pt>
                <c:pt idx="5545">
                  <c:v>446.16129999999993</c:v>
                </c:pt>
                <c:pt idx="5546">
                  <c:v>444.09019999999936</c:v>
                </c:pt>
                <c:pt idx="5547">
                  <c:v>440.43229999999954</c:v>
                </c:pt>
                <c:pt idx="5548">
                  <c:v>465.31700000000001</c:v>
                </c:pt>
                <c:pt idx="5549">
                  <c:v>589.59140000000002</c:v>
                </c:pt>
                <c:pt idx="5550">
                  <c:v>651.43009999999947</c:v>
                </c:pt>
                <c:pt idx="5551">
                  <c:v>629.23810000000003</c:v>
                </c:pt>
                <c:pt idx="5552">
                  <c:v>552.78129999999999</c:v>
                </c:pt>
                <c:pt idx="5553">
                  <c:v>524.63310000000001</c:v>
                </c:pt>
                <c:pt idx="5554">
                  <c:v>561.63289999999949</c:v>
                </c:pt>
                <c:pt idx="5555">
                  <c:v>558.04559999999947</c:v>
                </c:pt>
                <c:pt idx="5556">
                  <c:v>538.89749999999947</c:v>
                </c:pt>
                <c:pt idx="5557">
                  <c:v>522.78570000000082</c:v>
                </c:pt>
                <c:pt idx="5558">
                  <c:v>523.49530000000004</c:v>
                </c:pt>
                <c:pt idx="5559">
                  <c:v>520.22400000000005</c:v>
                </c:pt>
                <c:pt idx="5560">
                  <c:v>511.85109999999969</c:v>
                </c:pt>
                <c:pt idx="5561">
                  <c:v>506.21869999999967</c:v>
                </c:pt>
                <c:pt idx="5562">
                  <c:v>507.41480000000001</c:v>
                </c:pt>
                <c:pt idx="5563">
                  <c:v>500.24220000000008</c:v>
                </c:pt>
                <c:pt idx="5564">
                  <c:v>488.10829999999999</c:v>
                </c:pt>
                <c:pt idx="5565">
                  <c:v>484.41129999999936</c:v>
                </c:pt>
                <c:pt idx="5566">
                  <c:v>481.71319999999935</c:v>
                </c:pt>
                <c:pt idx="5567">
                  <c:v>478.56079999999969</c:v>
                </c:pt>
                <c:pt idx="5568">
                  <c:v>472.54230000000001</c:v>
                </c:pt>
                <c:pt idx="5569">
                  <c:v>481.63929999999999</c:v>
                </c:pt>
                <c:pt idx="5570">
                  <c:v>508.39319999999935</c:v>
                </c:pt>
                <c:pt idx="5571">
                  <c:v>557.30459999999948</c:v>
                </c:pt>
                <c:pt idx="5572">
                  <c:v>1141.8969999999999</c:v>
                </c:pt>
                <c:pt idx="5573">
                  <c:v>1975.049</c:v>
                </c:pt>
                <c:pt idx="5574">
                  <c:v>2208.2849999999967</c:v>
                </c:pt>
                <c:pt idx="5575">
                  <c:v>1427.232</c:v>
                </c:pt>
                <c:pt idx="5576">
                  <c:v>837.95870000000002</c:v>
                </c:pt>
                <c:pt idx="5577">
                  <c:v>781.13019999999949</c:v>
                </c:pt>
                <c:pt idx="5578">
                  <c:v>763.40659999999946</c:v>
                </c:pt>
                <c:pt idx="5579">
                  <c:v>711.17780000000005</c:v>
                </c:pt>
                <c:pt idx="5580">
                  <c:v>726.57749999999999</c:v>
                </c:pt>
                <c:pt idx="5581">
                  <c:v>807.67219999999998</c:v>
                </c:pt>
                <c:pt idx="5582">
                  <c:v>814.68850000000054</c:v>
                </c:pt>
                <c:pt idx="5583">
                  <c:v>871.49459999999999</c:v>
                </c:pt>
                <c:pt idx="5584">
                  <c:v>890.68040000000053</c:v>
                </c:pt>
                <c:pt idx="5585">
                  <c:v>838.91869999999949</c:v>
                </c:pt>
                <c:pt idx="5586">
                  <c:v>755.6961</c:v>
                </c:pt>
                <c:pt idx="5587">
                  <c:v>727.43380000000002</c:v>
                </c:pt>
                <c:pt idx="5588">
                  <c:v>744.59249999999997</c:v>
                </c:pt>
                <c:pt idx="5589">
                  <c:v>768.12469999999996</c:v>
                </c:pt>
                <c:pt idx="5590">
                  <c:v>765.00429999999949</c:v>
                </c:pt>
                <c:pt idx="5591">
                  <c:v>786.85679999999934</c:v>
                </c:pt>
                <c:pt idx="5592">
                  <c:v>818.56629999999905</c:v>
                </c:pt>
                <c:pt idx="5593">
                  <c:v>853.01890000000003</c:v>
                </c:pt>
                <c:pt idx="5594">
                  <c:v>866.0729</c:v>
                </c:pt>
                <c:pt idx="5595">
                  <c:v>872.23440000000005</c:v>
                </c:pt>
                <c:pt idx="5596">
                  <c:v>910.58500000000004</c:v>
                </c:pt>
                <c:pt idx="5597">
                  <c:v>1001.3249999999994</c:v>
                </c:pt>
                <c:pt idx="5598">
                  <c:v>1114.3539999999998</c:v>
                </c:pt>
                <c:pt idx="5599">
                  <c:v>1768.9050000000011</c:v>
                </c:pt>
                <c:pt idx="5600">
                  <c:v>2303.8429999999998</c:v>
                </c:pt>
                <c:pt idx="5601">
                  <c:v>2174.3690000000001</c:v>
                </c:pt>
                <c:pt idx="5602">
                  <c:v>1878.7619999999999</c:v>
                </c:pt>
                <c:pt idx="5603">
                  <c:v>1603.0629999999999</c:v>
                </c:pt>
                <c:pt idx="5604">
                  <c:v>1340.771</c:v>
                </c:pt>
                <c:pt idx="5605">
                  <c:v>1223.2570000000001</c:v>
                </c:pt>
                <c:pt idx="5606">
                  <c:v>1139.0650000000001</c:v>
                </c:pt>
                <c:pt idx="5607">
                  <c:v>1357.6009999999999</c:v>
                </c:pt>
                <c:pt idx="5608">
                  <c:v>1884.1789999999999</c:v>
                </c:pt>
                <c:pt idx="5609">
                  <c:v>1932.1139999999998</c:v>
                </c:pt>
                <c:pt idx="5610">
                  <c:v>1583.731</c:v>
                </c:pt>
                <c:pt idx="5611">
                  <c:v>1282.6759999999999</c:v>
                </c:pt>
                <c:pt idx="5612">
                  <c:v>1241.6809999999998</c:v>
                </c:pt>
                <c:pt idx="5613">
                  <c:v>1297.135</c:v>
                </c:pt>
                <c:pt idx="5614">
                  <c:v>1442.922</c:v>
                </c:pt>
                <c:pt idx="5615">
                  <c:v>1802.827</c:v>
                </c:pt>
                <c:pt idx="5616">
                  <c:v>2132.384</c:v>
                </c:pt>
                <c:pt idx="5617">
                  <c:v>2271.7530000000002</c:v>
                </c:pt>
                <c:pt idx="5618">
                  <c:v>2609.9180000000001</c:v>
                </c:pt>
                <c:pt idx="5619">
                  <c:v>2980.6279999999997</c:v>
                </c:pt>
                <c:pt idx="5620">
                  <c:v>2869.0079999999998</c:v>
                </c:pt>
                <c:pt idx="5621">
                  <c:v>2715.5129999999999</c:v>
                </c:pt>
                <c:pt idx="5622">
                  <c:v>2667.6750000000002</c:v>
                </c:pt>
                <c:pt idx="5623">
                  <c:v>2274.8629999999998</c:v>
                </c:pt>
                <c:pt idx="5624">
                  <c:v>1929.9</c:v>
                </c:pt>
                <c:pt idx="5625">
                  <c:v>1987.962</c:v>
                </c:pt>
                <c:pt idx="5626">
                  <c:v>2099.8750000000027</c:v>
                </c:pt>
                <c:pt idx="5627">
                  <c:v>2069.8629999999998</c:v>
                </c:pt>
                <c:pt idx="5628">
                  <c:v>1848.8019999999999</c:v>
                </c:pt>
                <c:pt idx="5629">
                  <c:v>1678.6509999999998</c:v>
                </c:pt>
                <c:pt idx="5630">
                  <c:v>1597.7850000000001</c:v>
                </c:pt>
                <c:pt idx="5631">
                  <c:v>1482.7809999999999</c:v>
                </c:pt>
                <c:pt idx="5632">
                  <c:v>1318.3539999999998</c:v>
                </c:pt>
                <c:pt idx="5633">
                  <c:v>1212.4080000000001</c:v>
                </c:pt>
                <c:pt idx="5634">
                  <c:v>1180.922</c:v>
                </c:pt>
                <c:pt idx="5635">
                  <c:v>1191.1519999999998</c:v>
                </c:pt>
                <c:pt idx="5636">
                  <c:v>1271.5729999999999</c:v>
                </c:pt>
                <c:pt idx="5637">
                  <c:v>1352.0539999999999</c:v>
                </c:pt>
                <c:pt idx="5638">
                  <c:v>1327.8589999999999</c:v>
                </c:pt>
                <c:pt idx="5639">
                  <c:v>1231.0319999999999</c:v>
                </c:pt>
                <c:pt idx="5640">
                  <c:v>1176.1029999999998</c:v>
                </c:pt>
                <c:pt idx="5641">
                  <c:v>1168.8829999999998</c:v>
                </c:pt>
                <c:pt idx="5642">
                  <c:v>1174.1369999999999</c:v>
                </c:pt>
                <c:pt idx="5643">
                  <c:v>1152.26</c:v>
                </c:pt>
                <c:pt idx="5644">
                  <c:v>1111.953</c:v>
                </c:pt>
                <c:pt idx="5645">
                  <c:v>1096.6209999999999</c:v>
                </c:pt>
                <c:pt idx="5646">
                  <c:v>1105.923</c:v>
                </c:pt>
                <c:pt idx="5647">
                  <c:v>1086.9649999999999</c:v>
                </c:pt>
                <c:pt idx="5648">
                  <c:v>1058.712</c:v>
                </c:pt>
                <c:pt idx="5649">
                  <c:v>1070.7919999999999</c:v>
                </c:pt>
                <c:pt idx="5650">
                  <c:v>1113.386</c:v>
                </c:pt>
                <c:pt idx="5651">
                  <c:v>1158.835</c:v>
                </c:pt>
                <c:pt idx="5652">
                  <c:v>1175.597</c:v>
                </c:pt>
                <c:pt idx="5653">
                  <c:v>1167.201</c:v>
                </c:pt>
                <c:pt idx="5654">
                  <c:v>1136.3739999999998</c:v>
                </c:pt>
                <c:pt idx="5655">
                  <c:v>1071.422</c:v>
                </c:pt>
                <c:pt idx="5656">
                  <c:v>995.14959999999996</c:v>
                </c:pt>
                <c:pt idx="5657">
                  <c:v>926.7011</c:v>
                </c:pt>
                <c:pt idx="5658">
                  <c:v>872.48050000000001</c:v>
                </c:pt>
                <c:pt idx="5659">
                  <c:v>826.94330000000002</c:v>
                </c:pt>
                <c:pt idx="5660">
                  <c:v>775.78540000000055</c:v>
                </c:pt>
                <c:pt idx="5661">
                  <c:v>741.26480000000004</c:v>
                </c:pt>
                <c:pt idx="5662">
                  <c:v>721.13819999999998</c:v>
                </c:pt>
                <c:pt idx="5663">
                  <c:v>665.90549999999996</c:v>
                </c:pt>
                <c:pt idx="5664">
                  <c:v>581.66019999999946</c:v>
                </c:pt>
                <c:pt idx="5665">
                  <c:v>519.27190000000053</c:v>
                </c:pt>
                <c:pt idx="5666">
                  <c:v>488.94040000000001</c:v>
                </c:pt>
                <c:pt idx="5667">
                  <c:v>478.92769999999967</c:v>
                </c:pt>
                <c:pt idx="5668">
                  <c:v>462.19299999999993</c:v>
                </c:pt>
                <c:pt idx="5669">
                  <c:v>437.09019999999936</c:v>
                </c:pt>
                <c:pt idx="5670">
                  <c:v>417.37200000000001</c:v>
                </c:pt>
                <c:pt idx="5671">
                  <c:v>399.61149999999969</c:v>
                </c:pt>
                <c:pt idx="5672">
                  <c:v>391.17939999999999</c:v>
                </c:pt>
                <c:pt idx="5673">
                  <c:v>378.08889999999968</c:v>
                </c:pt>
                <c:pt idx="5674">
                  <c:v>372.40899999999954</c:v>
                </c:pt>
                <c:pt idx="5675">
                  <c:v>367.31450000000001</c:v>
                </c:pt>
                <c:pt idx="5676">
                  <c:v>359.28930000000003</c:v>
                </c:pt>
                <c:pt idx="5677">
                  <c:v>359.73919999999936</c:v>
                </c:pt>
                <c:pt idx="5678">
                  <c:v>349.32589999999999</c:v>
                </c:pt>
                <c:pt idx="5679">
                  <c:v>333.8759</c:v>
                </c:pt>
                <c:pt idx="5680">
                  <c:v>324.1936</c:v>
                </c:pt>
                <c:pt idx="5681">
                  <c:v>320.50619999999935</c:v>
                </c:pt>
                <c:pt idx="5682">
                  <c:v>314.38049999999993</c:v>
                </c:pt>
                <c:pt idx="5683">
                  <c:v>312.32129999999961</c:v>
                </c:pt>
                <c:pt idx="5684">
                  <c:v>310.54140000000001</c:v>
                </c:pt>
                <c:pt idx="5685">
                  <c:v>310.1216</c:v>
                </c:pt>
                <c:pt idx="5686">
                  <c:v>305.6687</c:v>
                </c:pt>
                <c:pt idx="5687">
                  <c:v>309.14830000000001</c:v>
                </c:pt>
                <c:pt idx="5688">
                  <c:v>310.84990000000033</c:v>
                </c:pt>
                <c:pt idx="5689">
                  <c:v>290.36099999999999</c:v>
                </c:pt>
                <c:pt idx="5690">
                  <c:v>287.57060000000001</c:v>
                </c:pt>
                <c:pt idx="5691">
                  <c:v>303.66120000000001</c:v>
                </c:pt>
                <c:pt idx="5692">
                  <c:v>307.28889999999961</c:v>
                </c:pt>
                <c:pt idx="5693">
                  <c:v>324.91619999999932</c:v>
                </c:pt>
                <c:pt idx="5694">
                  <c:v>332.47539999999935</c:v>
                </c:pt>
                <c:pt idx="5695">
                  <c:v>340.38929999999999</c:v>
                </c:pt>
                <c:pt idx="5696">
                  <c:v>353.33199999999954</c:v>
                </c:pt>
                <c:pt idx="5697">
                  <c:v>356.6071</c:v>
                </c:pt>
                <c:pt idx="5698">
                  <c:v>361.03269999999969</c:v>
                </c:pt>
                <c:pt idx="5699">
                  <c:v>364.71339999999935</c:v>
                </c:pt>
                <c:pt idx="5700">
                  <c:v>391.23699999999945</c:v>
                </c:pt>
                <c:pt idx="5701">
                  <c:v>395.86219999999969</c:v>
                </c:pt>
                <c:pt idx="5702">
                  <c:v>388.64139999999969</c:v>
                </c:pt>
                <c:pt idx="5703">
                  <c:v>379.68680000000001</c:v>
                </c:pt>
                <c:pt idx="5704">
                  <c:v>388.29169999999954</c:v>
                </c:pt>
                <c:pt idx="5705">
                  <c:v>398.40750000000003</c:v>
                </c:pt>
                <c:pt idx="5706">
                  <c:v>403.11989999999997</c:v>
                </c:pt>
                <c:pt idx="5707">
                  <c:v>409.14190000000002</c:v>
                </c:pt>
                <c:pt idx="5708">
                  <c:v>431.06180000000001</c:v>
                </c:pt>
                <c:pt idx="5709">
                  <c:v>458.91789999999969</c:v>
                </c:pt>
                <c:pt idx="5710">
                  <c:v>468.17</c:v>
                </c:pt>
                <c:pt idx="5711">
                  <c:v>463.81700000000001</c:v>
                </c:pt>
                <c:pt idx="5712">
                  <c:v>447.6567</c:v>
                </c:pt>
                <c:pt idx="5713">
                  <c:v>429.6619</c:v>
                </c:pt>
                <c:pt idx="5714">
                  <c:v>419.87720000000002</c:v>
                </c:pt>
                <c:pt idx="5715">
                  <c:v>435.81139999999954</c:v>
                </c:pt>
                <c:pt idx="5716">
                  <c:v>466.64950000000033</c:v>
                </c:pt>
                <c:pt idx="5717">
                  <c:v>475.59059999999954</c:v>
                </c:pt>
                <c:pt idx="5718">
                  <c:v>459.3612</c:v>
                </c:pt>
                <c:pt idx="5719">
                  <c:v>434.85320000000002</c:v>
                </c:pt>
                <c:pt idx="5720">
                  <c:v>423.67689999999999</c:v>
                </c:pt>
                <c:pt idx="5721">
                  <c:v>420.17849999999999</c:v>
                </c:pt>
                <c:pt idx="5722">
                  <c:v>434.0093</c:v>
                </c:pt>
                <c:pt idx="5723">
                  <c:v>466.86579999999969</c:v>
                </c:pt>
                <c:pt idx="5724">
                  <c:v>483.39519999999953</c:v>
                </c:pt>
                <c:pt idx="5725">
                  <c:v>474.97519999999935</c:v>
                </c:pt>
                <c:pt idx="5726">
                  <c:v>464.7559</c:v>
                </c:pt>
                <c:pt idx="5727">
                  <c:v>459.91849999999954</c:v>
                </c:pt>
                <c:pt idx="5728">
                  <c:v>455.2724</c:v>
                </c:pt>
                <c:pt idx="5729">
                  <c:v>458.35669999999999</c:v>
                </c:pt>
                <c:pt idx="5730">
                  <c:v>465.54579999999999</c:v>
                </c:pt>
                <c:pt idx="5731">
                  <c:v>525.94299999999919</c:v>
                </c:pt>
                <c:pt idx="5732">
                  <c:v>691.19230000000005</c:v>
                </c:pt>
                <c:pt idx="5733">
                  <c:v>815.923</c:v>
                </c:pt>
                <c:pt idx="5734">
                  <c:v>771.87549999999999</c:v>
                </c:pt>
                <c:pt idx="5735">
                  <c:v>688.04649999999947</c:v>
                </c:pt>
                <c:pt idx="5736">
                  <c:v>657.08780000000002</c:v>
                </c:pt>
                <c:pt idx="5737">
                  <c:v>627.24639999999999</c:v>
                </c:pt>
                <c:pt idx="5738">
                  <c:v>602.14099999999996</c:v>
                </c:pt>
                <c:pt idx="5739">
                  <c:v>590.10329999999999</c:v>
                </c:pt>
                <c:pt idx="5740">
                  <c:v>581.15390000000002</c:v>
                </c:pt>
                <c:pt idx="5741">
                  <c:v>571.37649999999996</c:v>
                </c:pt>
                <c:pt idx="5742">
                  <c:v>572.39419999999996</c:v>
                </c:pt>
                <c:pt idx="5743">
                  <c:v>640.32449999999949</c:v>
                </c:pt>
                <c:pt idx="5744">
                  <c:v>745.69039999999995</c:v>
                </c:pt>
                <c:pt idx="5745">
                  <c:v>828.39789999999948</c:v>
                </c:pt>
                <c:pt idx="5746">
                  <c:v>814.33749999999907</c:v>
                </c:pt>
                <c:pt idx="5747">
                  <c:v>739.64</c:v>
                </c:pt>
                <c:pt idx="5748">
                  <c:v>691.78310000000067</c:v>
                </c:pt>
                <c:pt idx="5749">
                  <c:v>671.24090000000001</c:v>
                </c:pt>
                <c:pt idx="5750">
                  <c:v>703.5570999999992</c:v>
                </c:pt>
                <c:pt idx="5751">
                  <c:v>931.89919999999938</c:v>
                </c:pt>
                <c:pt idx="5752">
                  <c:v>1289.0429999999999</c:v>
                </c:pt>
                <c:pt idx="5753">
                  <c:v>1345.4480000000001</c:v>
                </c:pt>
                <c:pt idx="5754">
                  <c:v>1100.8</c:v>
                </c:pt>
                <c:pt idx="5755">
                  <c:v>965.38019999999949</c:v>
                </c:pt>
                <c:pt idx="5756">
                  <c:v>902.75419999999997</c:v>
                </c:pt>
                <c:pt idx="5757">
                  <c:v>865.47109999999998</c:v>
                </c:pt>
                <c:pt idx="5758">
                  <c:v>843.92830000000004</c:v>
                </c:pt>
                <c:pt idx="5759">
                  <c:v>820.03749999999934</c:v>
                </c:pt>
                <c:pt idx="5760">
                  <c:v>804.45009999999934</c:v>
                </c:pt>
                <c:pt idx="5761">
                  <c:v>786.50009999999997</c:v>
                </c:pt>
                <c:pt idx="5762">
                  <c:v>770.01570000000004</c:v>
                </c:pt>
                <c:pt idx="5763">
                  <c:v>753.0797000000008</c:v>
                </c:pt>
                <c:pt idx="5764">
                  <c:v>734.74329999999998</c:v>
                </c:pt>
                <c:pt idx="5765">
                  <c:v>711.30380000000002</c:v>
                </c:pt>
                <c:pt idx="5766">
                  <c:v>693.86179999999933</c:v>
                </c:pt>
                <c:pt idx="5767">
                  <c:v>685.37519999999938</c:v>
                </c:pt>
                <c:pt idx="5768">
                  <c:v>673.85149999999919</c:v>
                </c:pt>
                <c:pt idx="5769">
                  <c:v>660.94119999999907</c:v>
                </c:pt>
                <c:pt idx="5770">
                  <c:v>649.92719999999906</c:v>
                </c:pt>
                <c:pt idx="5771">
                  <c:v>633.66249999999934</c:v>
                </c:pt>
                <c:pt idx="5772">
                  <c:v>619.94209999999907</c:v>
                </c:pt>
                <c:pt idx="5773">
                  <c:v>608.53300000000002</c:v>
                </c:pt>
                <c:pt idx="5774">
                  <c:v>598.97270000000003</c:v>
                </c:pt>
                <c:pt idx="5775">
                  <c:v>586.68940000000055</c:v>
                </c:pt>
                <c:pt idx="5776">
                  <c:v>576.70840000000055</c:v>
                </c:pt>
                <c:pt idx="5777">
                  <c:v>567.27440000000081</c:v>
                </c:pt>
                <c:pt idx="5778">
                  <c:v>561.36809999999946</c:v>
                </c:pt>
                <c:pt idx="5779">
                  <c:v>560.95339999999999</c:v>
                </c:pt>
                <c:pt idx="5780">
                  <c:v>650.09569999999997</c:v>
                </c:pt>
                <c:pt idx="5781">
                  <c:v>801.00380000000052</c:v>
                </c:pt>
                <c:pt idx="5782">
                  <c:v>967.24400000000003</c:v>
                </c:pt>
                <c:pt idx="5783">
                  <c:v>1067.0119999999999</c:v>
                </c:pt>
                <c:pt idx="5784">
                  <c:v>1418.297</c:v>
                </c:pt>
                <c:pt idx="5785">
                  <c:v>1887.914</c:v>
                </c:pt>
                <c:pt idx="5786">
                  <c:v>2070.7139999999999</c:v>
                </c:pt>
                <c:pt idx="5787">
                  <c:v>1631.5909999999999</c:v>
                </c:pt>
                <c:pt idx="5788">
                  <c:v>1219.29</c:v>
                </c:pt>
                <c:pt idx="5789">
                  <c:v>1069.539</c:v>
                </c:pt>
                <c:pt idx="5790">
                  <c:v>992.99069999999949</c:v>
                </c:pt>
                <c:pt idx="5791">
                  <c:v>917.11709999999948</c:v>
                </c:pt>
                <c:pt idx="5792">
                  <c:v>882.75369999999998</c:v>
                </c:pt>
                <c:pt idx="5793">
                  <c:v>856.98389999999995</c:v>
                </c:pt>
                <c:pt idx="5794">
                  <c:v>833.75429999999949</c:v>
                </c:pt>
                <c:pt idx="5795">
                  <c:v>818.19820000000004</c:v>
                </c:pt>
                <c:pt idx="5796">
                  <c:v>800.48990000000003</c:v>
                </c:pt>
                <c:pt idx="5797">
                  <c:v>784.54109999999946</c:v>
                </c:pt>
                <c:pt idx="5798">
                  <c:v>779.21860000000004</c:v>
                </c:pt>
                <c:pt idx="5799">
                  <c:v>808.1635</c:v>
                </c:pt>
                <c:pt idx="5800">
                  <c:v>872.4222999999987</c:v>
                </c:pt>
                <c:pt idx="5801">
                  <c:v>930.12149999999997</c:v>
                </c:pt>
                <c:pt idx="5802">
                  <c:v>903.53420000000006</c:v>
                </c:pt>
                <c:pt idx="5803">
                  <c:v>819.64249999999947</c:v>
                </c:pt>
                <c:pt idx="5804">
                  <c:v>763.45249999999919</c:v>
                </c:pt>
                <c:pt idx="5805">
                  <c:v>740.98979999999995</c:v>
                </c:pt>
                <c:pt idx="5806">
                  <c:v>720.86409999999921</c:v>
                </c:pt>
                <c:pt idx="5807">
                  <c:v>701.30449999999996</c:v>
                </c:pt>
                <c:pt idx="5808">
                  <c:v>684.44289999999921</c:v>
                </c:pt>
                <c:pt idx="5809">
                  <c:v>669.54039999999998</c:v>
                </c:pt>
                <c:pt idx="5810">
                  <c:v>656.38480000000004</c:v>
                </c:pt>
                <c:pt idx="5811">
                  <c:v>643.80659999999921</c:v>
                </c:pt>
                <c:pt idx="5812">
                  <c:v>631.29610000000002</c:v>
                </c:pt>
                <c:pt idx="5813">
                  <c:v>619.61410000000001</c:v>
                </c:pt>
                <c:pt idx="5814">
                  <c:v>609.8288</c:v>
                </c:pt>
                <c:pt idx="5815">
                  <c:v>603.52199999999948</c:v>
                </c:pt>
                <c:pt idx="5816">
                  <c:v>595.37540000000001</c:v>
                </c:pt>
                <c:pt idx="5817">
                  <c:v>584.68200000000002</c:v>
                </c:pt>
                <c:pt idx="5818">
                  <c:v>573.76009999999997</c:v>
                </c:pt>
                <c:pt idx="5819">
                  <c:v>564.19169999999997</c:v>
                </c:pt>
                <c:pt idx="5820">
                  <c:v>556.49040000000002</c:v>
                </c:pt>
                <c:pt idx="5821">
                  <c:v>549.94870000000003</c:v>
                </c:pt>
                <c:pt idx="5822">
                  <c:v>541.07390000000055</c:v>
                </c:pt>
                <c:pt idx="5823">
                  <c:v>530.57159999999999</c:v>
                </c:pt>
                <c:pt idx="5824">
                  <c:v>521.91519999999946</c:v>
                </c:pt>
                <c:pt idx="5825">
                  <c:v>514.05359999999996</c:v>
                </c:pt>
                <c:pt idx="5826">
                  <c:v>507.09089999999969</c:v>
                </c:pt>
                <c:pt idx="5827">
                  <c:v>500.56470000000002</c:v>
                </c:pt>
                <c:pt idx="5828">
                  <c:v>497.36689999999999</c:v>
                </c:pt>
                <c:pt idx="5829">
                  <c:v>490.9956999999996</c:v>
                </c:pt>
                <c:pt idx="5830">
                  <c:v>483.84730000000002</c:v>
                </c:pt>
                <c:pt idx="5831">
                  <c:v>482.38389999999993</c:v>
                </c:pt>
                <c:pt idx="5832">
                  <c:v>574.6454</c:v>
                </c:pt>
                <c:pt idx="5833">
                  <c:v>613.33389999999997</c:v>
                </c:pt>
                <c:pt idx="5834">
                  <c:v>573.93059999999946</c:v>
                </c:pt>
                <c:pt idx="5835">
                  <c:v>530.42629999999906</c:v>
                </c:pt>
                <c:pt idx="5836">
                  <c:v>503.28729999999968</c:v>
                </c:pt>
                <c:pt idx="5837">
                  <c:v>491.79729999999961</c:v>
                </c:pt>
                <c:pt idx="5838">
                  <c:v>484.2928</c:v>
                </c:pt>
                <c:pt idx="5839">
                  <c:v>477.48529999999954</c:v>
                </c:pt>
                <c:pt idx="5840">
                  <c:v>473.72099999999961</c:v>
                </c:pt>
                <c:pt idx="5841">
                  <c:v>479.47449999999969</c:v>
                </c:pt>
                <c:pt idx="5842">
                  <c:v>590.74219999999946</c:v>
                </c:pt>
                <c:pt idx="5843">
                  <c:v>710.69900000000052</c:v>
                </c:pt>
                <c:pt idx="5844">
                  <c:v>724.40369999999996</c:v>
                </c:pt>
                <c:pt idx="5845">
                  <c:v>624.35849999999948</c:v>
                </c:pt>
                <c:pt idx="5846">
                  <c:v>553.61149999999998</c:v>
                </c:pt>
                <c:pt idx="5847">
                  <c:v>517.57650000000001</c:v>
                </c:pt>
                <c:pt idx="5848">
                  <c:v>561.08870000000081</c:v>
                </c:pt>
                <c:pt idx="5849">
                  <c:v>621.1567</c:v>
                </c:pt>
                <c:pt idx="5850">
                  <c:v>606.39300000000003</c:v>
                </c:pt>
                <c:pt idx="5851">
                  <c:v>564.15300000000002</c:v>
                </c:pt>
                <c:pt idx="5852">
                  <c:v>563.81899999999996</c:v>
                </c:pt>
                <c:pt idx="5853">
                  <c:v>535.64149999999938</c:v>
                </c:pt>
                <c:pt idx="5854">
                  <c:v>515.78269999999998</c:v>
                </c:pt>
                <c:pt idx="5855">
                  <c:v>494.09269999999964</c:v>
                </c:pt>
                <c:pt idx="5856">
                  <c:v>479.56290000000001</c:v>
                </c:pt>
                <c:pt idx="5857">
                  <c:v>468.18200000000002</c:v>
                </c:pt>
                <c:pt idx="5858">
                  <c:v>465.54160000000002</c:v>
                </c:pt>
                <c:pt idx="5859">
                  <c:v>467.58429999999993</c:v>
                </c:pt>
                <c:pt idx="5860">
                  <c:v>460.77009999999967</c:v>
                </c:pt>
                <c:pt idx="5861">
                  <c:v>450.28669999999954</c:v>
                </c:pt>
                <c:pt idx="5862">
                  <c:v>443.23009999999954</c:v>
                </c:pt>
                <c:pt idx="5863">
                  <c:v>444.16410000000002</c:v>
                </c:pt>
                <c:pt idx="5864">
                  <c:v>439.27289999999999</c:v>
                </c:pt>
                <c:pt idx="5865">
                  <c:v>432.66370000000001</c:v>
                </c:pt>
                <c:pt idx="5866">
                  <c:v>424.32279999999969</c:v>
                </c:pt>
                <c:pt idx="5867">
                  <c:v>415.0179</c:v>
                </c:pt>
                <c:pt idx="5868">
                  <c:v>406.2302999999996</c:v>
                </c:pt>
                <c:pt idx="5869">
                  <c:v>398.37450000000001</c:v>
                </c:pt>
                <c:pt idx="5870">
                  <c:v>391.81060000000002</c:v>
                </c:pt>
                <c:pt idx="5871">
                  <c:v>386.76240000000001</c:v>
                </c:pt>
                <c:pt idx="5872">
                  <c:v>383.80680000000001</c:v>
                </c:pt>
                <c:pt idx="5873">
                  <c:v>389.07549999999969</c:v>
                </c:pt>
                <c:pt idx="5874">
                  <c:v>385.35550000000001</c:v>
                </c:pt>
                <c:pt idx="5875">
                  <c:v>381.23009999999954</c:v>
                </c:pt>
                <c:pt idx="5876">
                  <c:v>388.18529999999993</c:v>
                </c:pt>
                <c:pt idx="5877">
                  <c:v>384.85509999999999</c:v>
                </c:pt>
                <c:pt idx="5878">
                  <c:v>378.8673</c:v>
                </c:pt>
                <c:pt idx="5879">
                  <c:v>372.15970000000033</c:v>
                </c:pt>
                <c:pt idx="5880">
                  <c:v>367.7552</c:v>
                </c:pt>
                <c:pt idx="5881">
                  <c:v>362.3860999999996</c:v>
                </c:pt>
                <c:pt idx="5882">
                  <c:v>356.77449999999999</c:v>
                </c:pt>
                <c:pt idx="5883">
                  <c:v>351.82139999999936</c:v>
                </c:pt>
                <c:pt idx="5884">
                  <c:v>347.98009999999954</c:v>
                </c:pt>
                <c:pt idx="5885">
                  <c:v>343.69729999999993</c:v>
                </c:pt>
                <c:pt idx="5886">
                  <c:v>338.56459999999993</c:v>
                </c:pt>
                <c:pt idx="5887">
                  <c:v>334.36759999999964</c:v>
                </c:pt>
                <c:pt idx="5888">
                  <c:v>332.68629999999968</c:v>
                </c:pt>
                <c:pt idx="5889">
                  <c:v>331.86309999999969</c:v>
                </c:pt>
                <c:pt idx="5890">
                  <c:v>332.43419999999935</c:v>
                </c:pt>
                <c:pt idx="5891">
                  <c:v>330.20580000000001</c:v>
                </c:pt>
                <c:pt idx="5892">
                  <c:v>321.75619999999935</c:v>
                </c:pt>
                <c:pt idx="5893">
                  <c:v>315.69069999999999</c:v>
                </c:pt>
                <c:pt idx="5894">
                  <c:v>321.9820999999996</c:v>
                </c:pt>
                <c:pt idx="5895">
                  <c:v>339.4134999999996</c:v>
                </c:pt>
                <c:pt idx="5896">
                  <c:v>358.1816</c:v>
                </c:pt>
                <c:pt idx="5897">
                  <c:v>379.27760000000001</c:v>
                </c:pt>
                <c:pt idx="5898">
                  <c:v>384.45909999999969</c:v>
                </c:pt>
                <c:pt idx="5899">
                  <c:v>381.94940000000008</c:v>
                </c:pt>
                <c:pt idx="5900">
                  <c:v>371.3066</c:v>
                </c:pt>
                <c:pt idx="5901">
                  <c:v>358.36040000000008</c:v>
                </c:pt>
                <c:pt idx="5902">
                  <c:v>357.42499999999961</c:v>
                </c:pt>
                <c:pt idx="5903">
                  <c:v>371.86759999999964</c:v>
                </c:pt>
                <c:pt idx="5904">
                  <c:v>556.69870000000094</c:v>
                </c:pt>
                <c:pt idx="5905">
                  <c:v>651.41419999999948</c:v>
                </c:pt>
                <c:pt idx="5906">
                  <c:v>777.52390000000003</c:v>
                </c:pt>
                <c:pt idx="5907">
                  <c:v>923.47219999999948</c:v>
                </c:pt>
                <c:pt idx="5908">
                  <c:v>1024.6969999999999</c:v>
                </c:pt>
                <c:pt idx="5909">
                  <c:v>989.80399999999997</c:v>
                </c:pt>
                <c:pt idx="5910">
                  <c:v>947.70590000000004</c:v>
                </c:pt>
                <c:pt idx="5911">
                  <c:v>903.17590000000052</c:v>
                </c:pt>
                <c:pt idx="5912">
                  <c:v>868.67850000000055</c:v>
                </c:pt>
                <c:pt idx="5913">
                  <c:v>825.46149999999921</c:v>
                </c:pt>
                <c:pt idx="5914">
                  <c:v>773.00559999999996</c:v>
                </c:pt>
                <c:pt idx="5915">
                  <c:v>707.99</c:v>
                </c:pt>
                <c:pt idx="5916">
                  <c:v>660.03989999999999</c:v>
                </c:pt>
                <c:pt idx="5917">
                  <c:v>696.69100000000003</c:v>
                </c:pt>
                <c:pt idx="5918">
                  <c:v>677.73800000000051</c:v>
                </c:pt>
                <c:pt idx="5919">
                  <c:v>647.56889999999999</c:v>
                </c:pt>
                <c:pt idx="5920">
                  <c:v>605.47450000000003</c:v>
                </c:pt>
                <c:pt idx="5921">
                  <c:v>581.82870000000003</c:v>
                </c:pt>
                <c:pt idx="5922">
                  <c:v>567.58870000000081</c:v>
                </c:pt>
                <c:pt idx="5923">
                  <c:v>578.99570000000051</c:v>
                </c:pt>
                <c:pt idx="5924">
                  <c:v>1030.319</c:v>
                </c:pt>
                <c:pt idx="5925">
                  <c:v>1455.3799999999999</c:v>
                </c:pt>
                <c:pt idx="5926">
                  <c:v>1610.606</c:v>
                </c:pt>
                <c:pt idx="5927">
                  <c:v>1328.817</c:v>
                </c:pt>
                <c:pt idx="5928">
                  <c:v>1333.6689999999999</c:v>
                </c:pt>
                <c:pt idx="5929">
                  <c:v>1531.1759999999999</c:v>
                </c:pt>
                <c:pt idx="5930">
                  <c:v>1343.6919999999998</c:v>
                </c:pt>
                <c:pt idx="5931">
                  <c:v>1027.6039999999998</c:v>
                </c:pt>
                <c:pt idx="5932">
                  <c:v>1244.931</c:v>
                </c:pt>
                <c:pt idx="5933">
                  <c:v>1489.8879999999999</c:v>
                </c:pt>
                <c:pt idx="5934">
                  <c:v>1512.7829999999999</c:v>
                </c:pt>
                <c:pt idx="5935">
                  <c:v>1265.2149999999999</c:v>
                </c:pt>
                <c:pt idx="5936">
                  <c:v>1334.4860000000001</c:v>
                </c:pt>
                <c:pt idx="5937">
                  <c:v>1345.2819999999999</c:v>
                </c:pt>
                <c:pt idx="5938">
                  <c:v>1320.8209999999999</c:v>
                </c:pt>
                <c:pt idx="5939">
                  <c:v>1107.018</c:v>
                </c:pt>
                <c:pt idx="5940">
                  <c:v>1171.558</c:v>
                </c:pt>
                <c:pt idx="5941">
                  <c:v>1451.711</c:v>
                </c:pt>
                <c:pt idx="5942">
                  <c:v>1949.9770000000001</c:v>
                </c:pt>
                <c:pt idx="5943">
                  <c:v>2075.4270000000001</c:v>
                </c:pt>
                <c:pt idx="5944">
                  <c:v>2470.5450000000001</c:v>
                </c:pt>
                <c:pt idx="5945">
                  <c:v>3138.4900000000002</c:v>
                </c:pt>
                <c:pt idx="5946">
                  <c:v>3328.4300000000012</c:v>
                </c:pt>
                <c:pt idx="5947">
                  <c:v>2384.8290000000002</c:v>
                </c:pt>
                <c:pt idx="5948">
                  <c:v>1537.6659999999999</c:v>
                </c:pt>
                <c:pt idx="5949">
                  <c:v>1536.2750000000001</c:v>
                </c:pt>
                <c:pt idx="5950">
                  <c:v>1764.2160000000001</c:v>
                </c:pt>
                <c:pt idx="5951">
                  <c:v>1714.079</c:v>
                </c:pt>
                <c:pt idx="5952">
                  <c:v>1547.7470000000001</c:v>
                </c:pt>
                <c:pt idx="5953">
                  <c:v>1326.088</c:v>
                </c:pt>
                <c:pt idx="5954">
                  <c:v>1283.1729999999998</c:v>
                </c:pt>
                <c:pt idx="5955">
                  <c:v>1237.5889999999999</c:v>
                </c:pt>
                <c:pt idx="5956">
                  <c:v>1138.579</c:v>
                </c:pt>
                <c:pt idx="5957">
                  <c:v>1086.239</c:v>
                </c:pt>
                <c:pt idx="5958">
                  <c:v>1052.0409999999999</c:v>
                </c:pt>
                <c:pt idx="5959">
                  <c:v>1021.104</c:v>
                </c:pt>
                <c:pt idx="5960">
                  <c:v>997.76639999999998</c:v>
                </c:pt>
                <c:pt idx="5961">
                  <c:v>965.5204</c:v>
                </c:pt>
                <c:pt idx="5962">
                  <c:v>935.14840000000004</c:v>
                </c:pt>
                <c:pt idx="5963">
                  <c:v>896.54199999999946</c:v>
                </c:pt>
                <c:pt idx="5964">
                  <c:v>871.12390000000005</c:v>
                </c:pt>
                <c:pt idx="5965">
                  <c:v>851.57640000000004</c:v>
                </c:pt>
                <c:pt idx="5966">
                  <c:v>830.46409999999946</c:v>
                </c:pt>
                <c:pt idx="5967">
                  <c:v>802.73540000000003</c:v>
                </c:pt>
                <c:pt idx="5968">
                  <c:v>784.77340000000095</c:v>
                </c:pt>
                <c:pt idx="5969">
                  <c:v>773.24009999999998</c:v>
                </c:pt>
                <c:pt idx="5970">
                  <c:v>771.48440000000005</c:v>
                </c:pt>
                <c:pt idx="5971">
                  <c:v>783.4</c:v>
                </c:pt>
                <c:pt idx="5972">
                  <c:v>797.78590000000054</c:v>
                </c:pt>
                <c:pt idx="5973">
                  <c:v>800.42769999999905</c:v>
                </c:pt>
                <c:pt idx="5974">
                  <c:v>777.35889999999949</c:v>
                </c:pt>
                <c:pt idx="5975">
                  <c:v>740.63890000000004</c:v>
                </c:pt>
                <c:pt idx="5976">
                  <c:v>709.01390000000004</c:v>
                </c:pt>
                <c:pt idx="5977">
                  <c:v>692.90890000000002</c:v>
                </c:pt>
                <c:pt idx="5978">
                  <c:v>698.67880000000082</c:v>
                </c:pt>
                <c:pt idx="5979">
                  <c:v>708.89570000000003</c:v>
                </c:pt>
                <c:pt idx="5980">
                  <c:v>731.68580000000054</c:v>
                </c:pt>
                <c:pt idx="5981">
                  <c:v>751.40340000000003</c:v>
                </c:pt>
                <c:pt idx="5982">
                  <c:v>750.51259999999934</c:v>
                </c:pt>
                <c:pt idx="5983">
                  <c:v>734.56789999999921</c:v>
                </c:pt>
                <c:pt idx="5984">
                  <c:v>728.96279999999933</c:v>
                </c:pt>
                <c:pt idx="5985">
                  <c:v>739.19820000000004</c:v>
                </c:pt>
                <c:pt idx="5986">
                  <c:v>752.53880000000004</c:v>
                </c:pt>
                <c:pt idx="5987">
                  <c:v>777.82380000000001</c:v>
                </c:pt>
                <c:pt idx="5988">
                  <c:v>803.30079999999998</c:v>
                </c:pt>
                <c:pt idx="5989">
                  <c:v>821.39179999999999</c:v>
                </c:pt>
                <c:pt idx="5990">
                  <c:v>831.71880000000067</c:v>
                </c:pt>
                <c:pt idx="5991">
                  <c:v>826.29750000000001</c:v>
                </c:pt>
                <c:pt idx="5992">
                  <c:v>803.5204</c:v>
                </c:pt>
                <c:pt idx="5993">
                  <c:v>757.94619999999907</c:v>
                </c:pt>
                <c:pt idx="5994">
                  <c:v>707.06649999999934</c:v>
                </c:pt>
                <c:pt idx="5995">
                  <c:v>655.28959999999995</c:v>
                </c:pt>
                <c:pt idx="5996">
                  <c:v>612.44309999999996</c:v>
                </c:pt>
                <c:pt idx="5997">
                  <c:v>558.77650000000051</c:v>
                </c:pt>
                <c:pt idx="5998">
                  <c:v>493.06639999999953</c:v>
                </c:pt>
                <c:pt idx="5999">
                  <c:v>465.58980000000008</c:v>
                </c:pt>
                <c:pt idx="6000">
                  <c:v>476.42159999999939</c:v>
                </c:pt>
                <c:pt idx="6001">
                  <c:v>492.94529999999969</c:v>
                </c:pt>
                <c:pt idx="6002">
                  <c:v>479.17009999999999</c:v>
                </c:pt>
                <c:pt idx="6003">
                  <c:v>459.83799999999968</c:v>
                </c:pt>
                <c:pt idx="6004">
                  <c:v>442.66379999999964</c:v>
                </c:pt>
                <c:pt idx="6005">
                  <c:v>419.13470000000001</c:v>
                </c:pt>
                <c:pt idx="6006">
                  <c:v>399.79579999999953</c:v>
                </c:pt>
                <c:pt idx="6007">
                  <c:v>381.85509999999999</c:v>
                </c:pt>
                <c:pt idx="6008">
                  <c:v>369.83809999999954</c:v>
                </c:pt>
                <c:pt idx="6009">
                  <c:v>364.55020000000002</c:v>
                </c:pt>
                <c:pt idx="6010">
                  <c:v>363.42819999999932</c:v>
                </c:pt>
                <c:pt idx="6011">
                  <c:v>359.53519999999935</c:v>
                </c:pt>
                <c:pt idx="6012">
                  <c:v>346.6866</c:v>
                </c:pt>
                <c:pt idx="6013">
                  <c:v>333.69849999999968</c:v>
                </c:pt>
                <c:pt idx="6014">
                  <c:v>324.34580000000034</c:v>
                </c:pt>
                <c:pt idx="6015">
                  <c:v>323.67270000000002</c:v>
                </c:pt>
                <c:pt idx="6016">
                  <c:v>327.1275</c:v>
                </c:pt>
                <c:pt idx="6017">
                  <c:v>329.13839999999954</c:v>
                </c:pt>
                <c:pt idx="6018">
                  <c:v>326.7724</c:v>
                </c:pt>
                <c:pt idx="6019">
                  <c:v>320.88099999999969</c:v>
                </c:pt>
                <c:pt idx="6020">
                  <c:v>314.36720000000008</c:v>
                </c:pt>
                <c:pt idx="6021">
                  <c:v>307.60309999999993</c:v>
                </c:pt>
                <c:pt idx="6022">
                  <c:v>302.48379999999935</c:v>
                </c:pt>
                <c:pt idx="6023">
                  <c:v>293.07740000000001</c:v>
                </c:pt>
                <c:pt idx="6024">
                  <c:v>276.23529999999954</c:v>
                </c:pt>
                <c:pt idx="6025">
                  <c:v>260.90469999999999</c:v>
                </c:pt>
                <c:pt idx="6026">
                  <c:v>267.53139999999939</c:v>
                </c:pt>
                <c:pt idx="6027">
                  <c:v>271.6035</c:v>
                </c:pt>
                <c:pt idx="6028">
                  <c:v>255.82570000000001</c:v>
                </c:pt>
                <c:pt idx="6029">
                  <c:v>243.94890000000001</c:v>
                </c:pt>
                <c:pt idx="6030">
                  <c:v>241.82280000000017</c:v>
                </c:pt>
                <c:pt idx="6031">
                  <c:v>240.79669999999999</c:v>
                </c:pt>
                <c:pt idx="6032">
                  <c:v>238.8537</c:v>
                </c:pt>
                <c:pt idx="6033">
                  <c:v>235.22620000000001</c:v>
                </c:pt>
                <c:pt idx="6034">
                  <c:v>230.2389</c:v>
                </c:pt>
                <c:pt idx="6035">
                  <c:v>224.76830000000001</c:v>
                </c:pt>
                <c:pt idx="6036">
                  <c:v>219.86540000000016</c:v>
                </c:pt>
                <c:pt idx="6037">
                  <c:v>219.3777</c:v>
                </c:pt>
                <c:pt idx="6038">
                  <c:v>217.68379999999999</c:v>
                </c:pt>
                <c:pt idx="6039">
                  <c:v>214.02120000000016</c:v>
                </c:pt>
                <c:pt idx="6040">
                  <c:v>216.09300000000002</c:v>
                </c:pt>
                <c:pt idx="6041">
                  <c:v>214.32110000000017</c:v>
                </c:pt>
                <c:pt idx="6042">
                  <c:v>220.33510000000001</c:v>
                </c:pt>
                <c:pt idx="6043">
                  <c:v>222.3049</c:v>
                </c:pt>
                <c:pt idx="6044">
                  <c:v>219.37610000000001</c:v>
                </c:pt>
                <c:pt idx="6045">
                  <c:v>222.82840000000027</c:v>
                </c:pt>
                <c:pt idx="6046">
                  <c:v>223.78820000000007</c:v>
                </c:pt>
                <c:pt idx="6047">
                  <c:v>213.41589999999999</c:v>
                </c:pt>
                <c:pt idx="6048">
                  <c:v>209.64009999999999</c:v>
                </c:pt>
                <c:pt idx="6049">
                  <c:v>207.0703</c:v>
                </c:pt>
                <c:pt idx="6050">
                  <c:v>206.57339999999999</c:v>
                </c:pt>
                <c:pt idx="6051">
                  <c:v>199.47389999999999</c:v>
                </c:pt>
                <c:pt idx="6052">
                  <c:v>207.47030000000001</c:v>
                </c:pt>
                <c:pt idx="6053">
                  <c:v>221.8236</c:v>
                </c:pt>
                <c:pt idx="6054">
                  <c:v>204.98430000000016</c:v>
                </c:pt>
                <c:pt idx="6055">
                  <c:v>209.45050000000001</c:v>
                </c:pt>
                <c:pt idx="6056">
                  <c:v>213.48660000000001</c:v>
                </c:pt>
                <c:pt idx="6057">
                  <c:v>220.97949999999997</c:v>
                </c:pt>
                <c:pt idx="6058">
                  <c:v>236.06810000000004</c:v>
                </c:pt>
                <c:pt idx="6059">
                  <c:v>252.3466</c:v>
                </c:pt>
                <c:pt idx="6060">
                  <c:v>272.34399999999999</c:v>
                </c:pt>
                <c:pt idx="6061">
                  <c:v>292.34210000000002</c:v>
                </c:pt>
                <c:pt idx="6062">
                  <c:v>297.46119999999939</c:v>
                </c:pt>
                <c:pt idx="6063">
                  <c:v>289.94929999999999</c:v>
                </c:pt>
                <c:pt idx="6064">
                  <c:v>279.88459999999969</c:v>
                </c:pt>
                <c:pt idx="6065">
                  <c:v>276.79729999999961</c:v>
                </c:pt>
                <c:pt idx="6066">
                  <c:v>278.81900000000002</c:v>
                </c:pt>
                <c:pt idx="6067">
                  <c:v>281.30579999999969</c:v>
                </c:pt>
                <c:pt idx="6068">
                  <c:v>288.28309999999954</c:v>
                </c:pt>
                <c:pt idx="6069">
                  <c:v>298.35939999999999</c:v>
                </c:pt>
                <c:pt idx="6070">
                  <c:v>305.8716</c:v>
                </c:pt>
                <c:pt idx="6071">
                  <c:v>308.83429999999993</c:v>
                </c:pt>
                <c:pt idx="6072">
                  <c:v>326.43669999999935</c:v>
                </c:pt>
                <c:pt idx="6073">
                  <c:v>363.71619999999939</c:v>
                </c:pt>
                <c:pt idx="6074">
                  <c:v>336.42569999999961</c:v>
                </c:pt>
                <c:pt idx="6075">
                  <c:v>325.78229999999968</c:v>
                </c:pt>
                <c:pt idx="6076">
                  <c:v>322.37720000000002</c:v>
                </c:pt>
                <c:pt idx="6077">
                  <c:v>312.23749999999961</c:v>
                </c:pt>
                <c:pt idx="6078">
                  <c:v>302.06869999999969</c:v>
                </c:pt>
                <c:pt idx="6079">
                  <c:v>310.24029999999999</c:v>
                </c:pt>
                <c:pt idx="6080">
                  <c:v>312.69229999999999</c:v>
                </c:pt>
                <c:pt idx="6081">
                  <c:v>315.68259999999964</c:v>
                </c:pt>
                <c:pt idx="6082">
                  <c:v>314.56569999999999</c:v>
                </c:pt>
                <c:pt idx="6083">
                  <c:v>312.16490000000033</c:v>
                </c:pt>
                <c:pt idx="6084">
                  <c:v>313.63549999999969</c:v>
                </c:pt>
                <c:pt idx="6085">
                  <c:v>321.62609999999961</c:v>
                </c:pt>
                <c:pt idx="6086">
                  <c:v>341.61040000000008</c:v>
                </c:pt>
                <c:pt idx="6087">
                  <c:v>372.1062</c:v>
                </c:pt>
                <c:pt idx="6088">
                  <c:v>387.8442000000004</c:v>
                </c:pt>
                <c:pt idx="6089">
                  <c:v>385.63729999999993</c:v>
                </c:pt>
                <c:pt idx="6090">
                  <c:v>391.50900000000001</c:v>
                </c:pt>
                <c:pt idx="6091">
                  <c:v>406.32129999999961</c:v>
                </c:pt>
                <c:pt idx="6092">
                  <c:v>410.05980000000034</c:v>
                </c:pt>
                <c:pt idx="6093">
                  <c:v>407.88690000000003</c:v>
                </c:pt>
                <c:pt idx="6094">
                  <c:v>399.32819999999936</c:v>
                </c:pt>
                <c:pt idx="6095">
                  <c:v>386.86</c:v>
                </c:pt>
                <c:pt idx="6096">
                  <c:v>380.23189999999954</c:v>
                </c:pt>
                <c:pt idx="6097">
                  <c:v>376.20649999999961</c:v>
                </c:pt>
                <c:pt idx="6098">
                  <c:v>376.50790000000001</c:v>
                </c:pt>
                <c:pt idx="6099">
                  <c:v>382.7516</c:v>
                </c:pt>
                <c:pt idx="6100">
                  <c:v>389.65839999999969</c:v>
                </c:pt>
                <c:pt idx="6101">
                  <c:v>386.01159999999953</c:v>
                </c:pt>
                <c:pt idx="6102">
                  <c:v>377.3467</c:v>
                </c:pt>
                <c:pt idx="6103">
                  <c:v>371.88959999999969</c:v>
                </c:pt>
                <c:pt idx="6104">
                  <c:v>364.22359999999935</c:v>
                </c:pt>
                <c:pt idx="6105">
                  <c:v>352.99819999999931</c:v>
                </c:pt>
                <c:pt idx="6106">
                  <c:v>343.9235999999994</c:v>
                </c:pt>
                <c:pt idx="6107">
                  <c:v>358.7080999999996</c:v>
                </c:pt>
                <c:pt idx="6108">
                  <c:v>360.09809999999953</c:v>
                </c:pt>
                <c:pt idx="6109">
                  <c:v>358.45760000000001</c:v>
                </c:pt>
                <c:pt idx="6110">
                  <c:v>360.4389999999994</c:v>
                </c:pt>
                <c:pt idx="6111">
                  <c:v>397.18119999999954</c:v>
                </c:pt>
                <c:pt idx="6112">
                  <c:v>572.19340000000068</c:v>
                </c:pt>
                <c:pt idx="6113">
                  <c:v>941.72270000000003</c:v>
                </c:pt>
                <c:pt idx="6114">
                  <c:v>1268.2170000000001</c:v>
                </c:pt>
                <c:pt idx="6115">
                  <c:v>1191.7049999999999</c:v>
                </c:pt>
                <c:pt idx="6116">
                  <c:v>888.95809999999949</c:v>
                </c:pt>
                <c:pt idx="6117">
                  <c:v>787.18119999999999</c:v>
                </c:pt>
                <c:pt idx="6118">
                  <c:v>750.16249999999934</c:v>
                </c:pt>
                <c:pt idx="6119">
                  <c:v>701.28830000000096</c:v>
                </c:pt>
                <c:pt idx="6120">
                  <c:v>695.3310999999992</c:v>
                </c:pt>
                <c:pt idx="6121">
                  <c:v>693.48249999999996</c:v>
                </c:pt>
                <c:pt idx="6122">
                  <c:v>681.0579999999992</c:v>
                </c:pt>
                <c:pt idx="6123">
                  <c:v>670.21810000000005</c:v>
                </c:pt>
                <c:pt idx="6124">
                  <c:v>669.84069999999906</c:v>
                </c:pt>
                <c:pt idx="6125">
                  <c:v>693.67280000000005</c:v>
                </c:pt>
                <c:pt idx="6126">
                  <c:v>719.62639999999999</c:v>
                </c:pt>
                <c:pt idx="6127">
                  <c:v>714.572</c:v>
                </c:pt>
                <c:pt idx="6128">
                  <c:v>702.70970000000068</c:v>
                </c:pt>
                <c:pt idx="6129">
                  <c:v>709.04859999999996</c:v>
                </c:pt>
                <c:pt idx="6130">
                  <c:v>712.96969999999919</c:v>
                </c:pt>
                <c:pt idx="6131">
                  <c:v>698.70899999999995</c:v>
                </c:pt>
                <c:pt idx="6132">
                  <c:v>683.82769999999903</c:v>
                </c:pt>
                <c:pt idx="6133">
                  <c:v>677.40689999999938</c:v>
                </c:pt>
                <c:pt idx="6134">
                  <c:v>665.2192</c:v>
                </c:pt>
                <c:pt idx="6135">
                  <c:v>649.19680000000005</c:v>
                </c:pt>
                <c:pt idx="6136">
                  <c:v>637.03</c:v>
                </c:pt>
                <c:pt idx="6137">
                  <c:v>629.5942</c:v>
                </c:pt>
                <c:pt idx="6138">
                  <c:v>625.82899999999938</c:v>
                </c:pt>
                <c:pt idx="6139">
                  <c:v>625.84359999999947</c:v>
                </c:pt>
                <c:pt idx="6140">
                  <c:v>653.59450000000004</c:v>
                </c:pt>
                <c:pt idx="6141">
                  <c:v>786.83889999999997</c:v>
                </c:pt>
                <c:pt idx="6142">
                  <c:v>893.89179999999999</c:v>
                </c:pt>
                <c:pt idx="6143">
                  <c:v>884.93249999999921</c:v>
                </c:pt>
                <c:pt idx="6144">
                  <c:v>779.86689999999919</c:v>
                </c:pt>
                <c:pt idx="6145">
                  <c:v>758.03599999999949</c:v>
                </c:pt>
                <c:pt idx="6146">
                  <c:v>801.75900000000001</c:v>
                </c:pt>
                <c:pt idx="6147">
                  <c:v>874.95649999999921</c:v>
                </c:pt>
                <c:pt idx="6148">
                  <c:v>848.50779999999997</c:v>
                </c:pt>
                <c:pt idx="6149">
                  <c:v>826.22280000000001</c:v>
                </c:pt>
                <c:pt idx="6150">
                  <c:v>817.56669999999906</c:v>
                </c:pt>
                <c:pt idx="6151">
                  <c:v>798.51070000000004</c:v>
                </c:pt>
                <c:pt idx="6152">
                  <c:v>745.9914</c:v>
                </c:pt>
                <c:pt idx="6153">
                  <c:v>714.5579999999992</c:v>
                </c:pt>
                <c:pt idx="6154">
                  <c:v>691.23979999999995</c:v>
                </c:pt>
                <c:pt idx="6155">
                  <c:v>671.92639999999949</c:v>
                </c:pt>
                <c:pt idx="6156">
                  <c:v>654.88679999999999</c:v>
                </c:pt>
                <c:pt idx="6157">
                  <c:v>641.57740000000001</c:v>
                </c:pt>
                <c:pt idx="6158">
                  <c:v>636.94609999999921</c:v>
                </c:pt>
                <c:pt idx="6159">
                  <c:v>727.30970000000002</c:v>
                </c:pt>
                <c:pt idx="6160">
                  <c:v>1053.039</c:v>
                </c:pt>
                <c:pt idx="6161">
                  <c:v>1315.528</c:v>
                </c:pt>
                <c:pt idx="6162">
                  <c:v>1177.2160000000001</c:v>
                </c:pt>
                <c:pt idx="6163">
                  <c:v>889.78300000000081</c:v>
                </c:pt>
                <c:pt idx="6164">
                  <c:v>861.32349999999997</c:v>
                </c:pt>
                <c:pt idx="6165">
                  <c:v>1018.64</c:v>
                </c:pt>
                <c:pt idx="6166">
                  <c:v>1154.02</c:v>
                </c:pt>
                <c:pt idx="6167">
                  <c:v>1086.748</c:v>
                </c:pt>
                <c:pt idx="6168">
                  <c:v>877.66619999999921</c:v>
                </c:pt>
                <c:pt idx="6169">
                  <c:v>791.34689999999921</c:v>
                </c:pt>
                <c:pt idx="6170">
                  <c:v>754.38430000000005</c:v>
                </c:pt>
                <c:pt idx="6171">
                  <c:v>723.35109999999906</c:v>
                </c:pt>
                <c:pt idx="6172">
                  <c:v>708.08849999999995</c:v>
                </c:pt>
                <c:pt idx="6173">
                  <c:v>716.63249999999948</c:v>
                </c:pt>
                <c:pt idx="6174">
                  <c:v>991.59990000000005</c:v>
                </c:pt>
                <c:pt idx="6175">
                  <c:v>1321.5729999999999</c:v>
                </c:pt>
                <c:pt idx="6176">
                  <c:v>1411.097</c:v>
                </c:pt>
                <c:pt idx="6177">
                  <c:v>1322.9839999999999</c:v>
                </c:pt>
                <c:pt idx="6178">
                  <c:v>1851.3829999999998</c:v>
                </c:pt>
                <c:pt idx="6179">
                  <c:v>2445.558</c:v>
                </c:pt>
                <c:pt idx="6180">
                  <c:v>2277.4110000000028</c:v>
                </c:pt>
                <c:pt idx="6181">
                  <c:v>1505.587</c:v>
                </c:pt>
                <c:pt idx="6182">
                  <c:v>1346.6129999999998</c:v>
                </c:pt>
                <c:pt idx="6183">
                  <c:v>1287.6369999999999</c:v>
                </c:pt>
                <c:pt idx="6184">
                  <c:v>1225.3989999999999</c:v>
                </c:pt>
                <c:pt idx="6185">
                  <c:v>1634.453</c:v>
                </c:pt>
                <c:pt idx="6186">
                  <c:v>2972.7599999999998</c:v>
                </c:pt>
                <c:pt idx="6187">
                  <c:v>2627.4769999999999</c:v>
                </c:pt>
                <c:pt idx="6188">
                  <c:v>2729.0830000000001</c:v>
                </c:pt>
                <c:pt idx="6189">
                  <c:v>2657.9369999999999</c:v>
                </c:pt>
                <c:pt idx="6190">
                  <c:v>3258.424</c:v>
                </c:pt>
                <c:pt idx="6191">
                  <c:v>2959.19</c:v>
                </c:pt>
                <c:pt idx="6192">
                  <c:v>2476.8200000000002</c:v>
                </c:pt>
                <c:pt idx="6193">
                  <c:v>1683.8789999999999</c:v>
                </c:pt>
                <c:pt idx="6194">
                  <c:v>1288.963</c:v>
                </c:pt>
                <c:pt idx="6195">
                  <c:v>1188.3039999999999</c:v>
                </c:pt>
                <c:pt idx="6196">
                  <c:v>1121.6709999999998</c:v>
                </c:pt>
                <c:pt idx="6197">
                  <c:v>1068.9960000000001</c:v>
                </c:pt>
                <c:pt idx="6198">
                  <c:v>1043.78</c:v>
                </c:pt>
                <c:pt idx="6199">
                  <c:v>1008.5269999999994</c:v>
                </c:pt>
                <c:pt idx="6200">
                  <c:v>1070.0450000000001</c:v>
                </c:pt>
                <c:pt idx="6201">
                  <c:v>1178.806</c:v>
                </c:pt>
                <c:pt idx="6202">
                  <c:v>1197.2639999999999</c:v>
                </c:pt>
                <c:pt idx="6203">
                  <c:v>1125.3119999999999</c:v>
                </c:pt>
                <c:pt idx="6204">
                  <c:v>1011.153</c:v>
                </c:pt>
                <c:pt idx="6205">
                  <c:v>1015.0119999999994</c:v>
                </c:pt>
                <c:pt idx="6206">
                  <c:v>935.67440000000067</c:v>
                </c:pt>
                <c:pt idx="6207">
                  <c:v>875.67600000000004</c:v>
                </c:pt>
                <c:pt idx="6208">
                  <c:v>837.8328999999992</c:v>
                </c:pt>
                <c:pt idx="6209">
                  <c:v>813.31099999999947</c:v>
                </c:pt>
                <c:pt idx="6210">
                  <c:v>794.45079999999996</c:v>
                </c:pt>
                <c:pt idx="6211">
                  <c:v>775.35639999999921</c:v>
                </c:pt>
                <c:pt idx="6212">
                  <c:v>764.12959999999998</c:v>
                </c:pt>
                <c:pt idx="6213">
                  <c:v>756.48929999999996</c:v>
                </c:pt>
                <c:pt idx="6214">
                  <c:v>800.59529999999938</c:v>
                </c:pt>
                <c:pt idx="6215">
                  <c:v>899.16139999999996</c:v>
                </c:pt>
                <c:pt idx="6216">
                  <c:v>1013.3819999999994</c:v>
                </c:pt>
                <c:pt idx="6217">
                  <c:v>1039.799</c:v>
                </c:pt>
                <c:pt idx="6218">
                  <c:v>974.30289999999934</c:v>
                </c:pt>
                <c:pt idx="6219">
                  <c:v>889.60940000000005</c:v>
                </c:pt>
                <c:pt idx="6220">
                  <c:v>842.7047000000008</c:v>
                </c:pt>
                <c:pt idx="6221">
                  <c:v>892.7627</c:v>
                </c:pt>
                <c:pt idx="6222">
                  <c:v>1207.93</c:v>
                </c:pt>
                <c:pt idx="6223">
                  <c:v>1586.6429999999998</c:v>
                </c:pt>
                <c:pt idx="6224">
                  <c:v>1631.1759999999999</c:v>
                </c:pt>
                <c:pt idx="6225">
                  <c:v>1204.3639999999998</c:v>
                </c:pt>
                <c:pt idx="6226">
                  <c:v>909.73219999999947</c:v>
                </c:pt>
                <c:pt idx="6227">
                  <c:v>845.32749999999919</c:v>
                </c:pt>
                <c:pt idx="6228">
                  <c:v>844.4973</c:v>
                </c:pt>
                <c:pt idx="6229">
                  <c:v>862.96089999999947</c:v>
                </c:pt>
                <c:pt idx="6230">
                  <c:v>868.53789999999947</c:v>
                </c:pt>
                <c:pt idx="6231">
                  <c:v>827.53199999999947</c:v>
                </c:pt>
                <c:pt idx="6232">
                  <c:v>795.93279999999947</c:v>
                </c:pt>
                <c:pt idx="6233">
                  <c:v>771.3269999999992</c:v>
                </c:pt>
                <c:pt idx="6234">
                  <c:v>746.36119999999892</c:v>
                </c:pt>
                <c:pt idx="6235">
                  <c:v>727.90440000000001</c:v>
                </c:pt>
                <c:pt idx="6236">
                  <c:v>713.29040000000055</c:v>
                </c:pt>
                <c:pt idx="6237">
                  <c:v>702.10490000000004</c:v>
                </c:pt>
                <c:pt idx="6238">
                  <c:v>700.18350000000055</c:v>
                </c:pt>
                <c:pt idx="6239">
                  <c:v>698.88149999999996</c:v>
                </c:pt>
                <c:pt idx="6240">
                  <c:v>695.19410000000005</c:v>
                </c:pt>
                <c:pt idx="6241">
                  <c:v>713.31619999999907</c:v>
                </c:pt>
                <c:pt idx="6242">
                  <c:v>708.94999999999948</c:v>
                </c:pt>
                <c:pt idx="6243">
                  <c:v>696.30159999999921</c:v>
                </c:pt>
                <c:pt idx="6244">
                  <c:v>678.76249999999948</c:v>
                </c:pt>
                <c:pt idx="6245">
                  <c:v>670.03070000000002</c:v>
                </c:pt>
                <c:pt idx="6246">
                  <c:v>661.57259999999997</c:v>
                </c:pt>
                <c:pt idx="6247">
                  <c:v>647.8618999999992</c:v>
                </c:pt>
                <c:pt idx="6248">
                  <c:v>634.61380000000054</c:v>
                </c:pt>
                <c:pt idx="6249">
                  <c:v>625.35979999999938</c:v>
                </c:pt>
                <c:pt idx="6250">
                  <c:v>618.23659999999938</c:v>
                </c:pt>
                <c:pt idx="6251">
                  <c:v>609.82409999999948</c:v>
                </c:pt>
                <c:pt idx="6252">
                  <c:v>601.70659999999998</c:v>
                </c:pt>
                <c:pt idx="6253">
                  <c:v>594.32759999999905</c:v>
                </c:pt>
                <c:pt idx="6254">
                  <c:v>588.67030000000068</c:v>
                </c:pt>
                <c:pt idx="6255">
                  <c:v>584.30259999999919</c:v>
                </c:pt>
                <c:pt idx="6256">
                  <c:v>579.25969999999938</c:v>
                </c:pt>
                <c:pt idx="6257">
                  <c:v>572.45330000000001</c:v>
                </c:pt>
                <c:pt idx="6258">
                  <c:v>564.33919999999921</c:v>
                </c:pt>
                <c:pt idx="6259">
                  <c:v>556.69320000000005</c:v>
                </c:pt>
                <c:pt idx="6260">
                  <c:v>550.72199999999998</c:v>
                </c:pt>
                <c:pt idx="6261">
                  <c:v>546.46359999999947</c:v>
                </c:pt>
                <c:pt idx="6262">
                  <c:v>543.03440000000001</c:v>
                </c:pt>
                <c:pt idx="6263">
                  <c:v>538.66189999999949</c:v>
                </c:pt>
                <c:pt idx="6264">
                  <c:v>531.20740000000001</c:v>
                </c:pt>
                <c:pt idx="6265">
                  <c:v>522.56169999999906</c:v>
                </c:pt>
                <c:pt idx="6266">
                  <c:v>537.25380000000052</c:v>
                </c:pt>
                <c:pt idx="6267">
                  <c:v>556.68980000000067</c:v>
                </c:pt>
                <c:pt idx="6268">
                  <c:v>615.66549999999938</c:v>
                </c:pt>
                <c:pt idx="6269">
                  <c:v>818.54280000000006</c:v>
                </c:pt>
                <c:pt idx="6270">
                  <c:v>1779.231</c:v>
                </c:pt>
                <c:pt idx="6271">
                  <c:v>3525.9450000000002</c:v>
                </c:pt>
                <c:pt idx="6272">
                  <c:v>4322.2530000000015</c:v>
                </c:pt>
                <c:pt idx="6273">
                  <c:v>3190.116</c:v>
                </c:pt>
                <c:pt idx="6274">
                  <c:v>1650.6539999999998</c:v>
                </c:pt>
                <c:pt idx="6275">
                  <c:v>1552</c:v>
                </c:pt>
                <c:pt idx="6276">
                  <c:v>2304.076</c:v>
                </c:pt>
                <c:pt idx="6277">
                  <c:v>2624.2599999999998</c:v>
                </c:pt>
                <c:pt idx="6278">
                  <c:v>1976.1389999999999</c:v>
                </c:pt>
                <c:pt idx="6279">
                  <c:v>1478.4</c:v>
                </c:pt>
                <c:pt idx="6280">
                  <c:v>1503.2139999999999</c:v>
                </c:pt>
                <c:pt idx="6281">
                  <c:v>1525.3229999999999</c:v>
                </c:pt>
                <c:pt idx="6282">
                  <c:v>1314.5039999999999</c:v>
                </c:pt>
                <c:pt idx="6283">
                  <c:v>1520.4870000000001</c:v>
                </c:pt>
                <c:pt idx="6284">
                  <c:v>2229.1930000000002</c:v>
                </c:pt>
                <c:pt idx="6285">
                  <c:v>2519.922</c:v>
                </c:pt>
                <c:pt idx="6286">
                  <c:v>1948.6189999999999</c:v>
                </c:pt>
                <c:pt idx="6287">
                  <c:v>1343.202</c:v>
                </c:pt>
                <c:pt idx="6288">
                  <c:v>1166.432</c:v>
                </c:pt>
                <c:pt idx="6289">
                  <c:v>1100.5909999999999</c:v>
                </c:pt>
                <c:pt idx="6290">
                  <c:v>1025.2260000000001</c:v>
                </c:pt>
                <c:pt idx="6291">
                  <c:v>996.67190000000005</c:v>
                </c:pt>
                <c:pt idx="6292">
                  <c:v>983.28250000000003</c:v>
                </c:pt>
                <c:pt idx="6293">
                  <c:v>960.76549999999997</c:v>
                </c:pt>
                <c:pt idx="6294">
                  <c:v>933.7998000000008</c:v>
                </c:pt>
                <c:pt idx="6295">
                  <c:v>905.08759999999938</c:v>
                </c:pt>
                <c:pt idx="6296">
                  <c:v>881.62139999999999</c:v>
                </c:pt>
                <c:pt idx="6297">
                  <c:v>875.94349999999997</c:v>
                </c:pt>
                <c:pt idx="6298">
                  <c:v>927.24630000000002</c:v>
                </c:pt>
                <c:pt idx="6299">
                  <c:v>920.00040000000001</c:v>
                </c:pt>
                <c:pt idx="6300">
                  <c:v>875.13070000000005</c:v>
                </c:pt>
                <c:pt idx="6301">
                  <c:v>792.94599999999946</c:v>
                </c:pt>
                <c:pt idx="6302">
                  <c:v>726.69850000000054</c:v>
                </c:pt>
                <c:pt idx="6303">
                  <c:v>667.66470000000004</c:v>
                </c:pt>
                <c:pt idx="6304">
                  <c:v>622.22230000000002</c:v>
                </c:pt>
                <c:pt idx="6305">
                  <c:v>604.9117</c:v>
                </c:pt>
                <c:pt idx="6306">
                  <c:v>595.03699999999947</c:v>
                </c:pt>
                <c:pt idx="6307">
                  <c:v>589.85999999999933</c:v>
                </c:pt>
                <c:pt idx="6308">
                  <c:v>589.62950000000001</c:v>
                </c:pt>
                <c:pt idx="6309">
                  <c:v>586.20249999999999</c:v>
                </c:pt>
                <c:pt idx="6310">
                  <c:v>584.15209999999934</c:v>
                </c:pt>
                <c:pt idx="6311">
                  <c:v>579.1739000000008</c:v>
                </c:pt>
                <c:pt idx="6312">
                  <c:v>580.37259999999947</c:v>
                </c:pt>
                <c:pt idx="6313">
                  <c:v>591.44619999999907</c:v>
                </c:pt>
                <c:pt idx="6314">
                  <c:v>599.56419999999946</c:v>
                </c:pt>
                <c:pt idx="6315">
                  <c:v>608.84619999999882</c:v>
                </c:pt>
                <c:pt idx="6316">
                  <c:v>618.45749999999907</c:v>
                </c:pt>
                <c:pt idx="6317">
                  <c:v>619.93529999999919</c:v>
                </c:pt>
                <c:pt idx="6318">
                  <c:v>621.55380000000002</c:v>
                </c:pt>
                <c:pt idx="6319">
                  <c:v>640.46699999999919</c:v>
                </c:pt>
                <c:pt idx="6320">
                  <c:v>670.88130000000001</c:v>
                </c:pt>
                <c:pt idx="6321">
                  <c:v>699.18310000000054</c:v>
                </c:pt>
                <c:pt idx="6322">
                  <c:v>712.15109999999947</c:v>
                </c:pt>
                <c:pt idx="6323">
                  <c:v>699.56459999999947</c:v>
                </c:pt>
                <c:pt idx="6324">
                  <c:v>669.33589999999947</c:v>
                </c:pt>
                <c:pt idx="6325">
                  <c:v>652.93340000000001</c:v>
                </c:pt>
                <c:pt idx="6326">
                  <c:v>672.08420000000001</c:v>
                </c:pt>
                <c:pt idx="6327">
                  <c:v>693.17940000000067</c:v>
                </c:pt>
                <c:pt idx="6328">
                  <c:v>680.86209999999892</c:v>
                </c:pt>
                <c:pt idx="6329">
                  <c:v>664.74040000000002</c:v>
                </c:pt>
                <c:pt idx="6330">
                  <c:v>669.20759999999996</c:v>
                </c:pt>
                <c:pt idx="6331">
                  <c:v>677.23380000000054</c:v>
                </c:pt>
                <c:pt idx="6332">
                  <c:v>666.4194</c:v>
                </c:pt>
                <c:pt idx="6333">
                  <c:v>638.17520000000002</c:v>
                </c:pt>
                <c:pt idx="6334">
                  <c:v>612.20940000000053</c:v>
                </c:pt>
                <c:pt idx="6335">
                  <c:v>606.34599999999921</c:v>
                </c:pt>
                <c:pt idx="6336">
                  <c:v>610.37860000000001</c:v>
                </c:pt>
                <c:pt idx="6337">
                  <c:v>606.20619999999997</c:v>
                </c:pt>
                <c:pt idx="6338">
                  <c:v>575.65709999999933</c:v>
                </c:pt>
                <c:pt idx="6339">
                  <c:v>536.13990000000001</c:v>
                </c:pt>
                <c:pt idx="6340">
                  <c:v>508.26420000000002</c:v>
                </c:pt>
                <c:pt idx="6341">
                  <c:v>492.71409999999969</c:v>
                </c:pt>
                <c:pt idx="6342">
                  <c:v>498.06560000000002</c:v>
                </c:pt>
                <c:pt idx="6343">
                  <c:v>515.84949999999947</c:v>
                </c:pt>
                <c:pt idx="6344">
                  <c:v>522.40729999999905</c:v>
                </c:pt>
                <c:pt idx="6345">
                  <c:v>507.54829999999993</c:v>
                </c:pt>
                <c:pt idx="6346">
                  <c:v>490.3073</c:v>
                </c:pt>
                <c:pt idx="6347">
                  <c:v>490.27699999999953</c:v>
                </c:pt>
                <c:pt idx="6348">
                  <c:v>496.51780000000002</c:v>
                </c:pt>
                <c:pt idx="6349">
                  <c:v>502.46649999999954</c:v>
                </c:pt>
                <c:pt idx="6350">
                  <c:v>506.62729999999999</c:v>
                </c:pt>
                <c:pt idx="6351">
                  <c:v>520.10590000000002</c:v>
                </c:pt>
                <c:pt idx="6352">
                  <c:v>541.32059999999933</c:v>
                </c:pt>
                <c:pt idx="6353">
                  <c:v>543.88789999999949</c:v>
                </c:pt>
                <c:pt idx="6354">
                  <c:v>522.15629999999919</c:v>
                </c:pt>
                <c:pt idx="6355">
                  <c:v>506.20960000000002</c:v>
                </c:pt>
                <c:pt idx="6356">
                  <c:v>524.89670000000001</c:v>
                </c:pt>
                <c:pt idx="6357">
                  <c:v>610.88149999999996</c:v>
                </c:pt>
                <c:pt idx="6358">
                  <c:v>753.95159999999919</c:v>
                </c:pt>
                <c:pt idx="6359">
                  <c:v>822.75959999999998</c:v>
                </c:pt>
                <c:pt idx="6360">
                  <c:v>777.41419999999948</c:v>
                </c:pt>
                <c:pt idx="6361">
                  <c:v>723.74619999999948</c:v>
                </c:pt>
                <c:pt idx="6362">
                  <c:v>672.6481</c:v>
                </c:pt>
                <c:pt idx="6363">
                  <c:v>610.97170000000051</c:v>
                </c:pt>
                <c:pt idx="6364">
                  <c:v>588.68910000000005</c:v>
                </c:pt>
                <c:pt idx="6365">
                  <c:v>666.73630000000003</c:v>
                </c:pt>
                <c:pt idx="6366">
                  <c:v>995.18850000000054</c:v>
                </c:pt>
                <c:pt idx="6367">
                  <c:v>1442.605</c:v>
                </c:pt>
                <c:pt idx="6368">
                  <c:v>1474.44</c:v>
                </c:pt>
                <c:pt idx="6369">
                  <c:v>1149.202</c:v>
                </c:pt>
                <c:pt idx="6370">
                  <c:v>987.36029999999914</c:v>
                </c:pt>
                <c:pt idx="6371">
                  <c:v>1006.9119999999994</c:v>
                </c:pt>
                <c:pt idx="6372">
                  <c:v>1100.6919999999998</c:v>
                </c:pt>
                <c:pt idx="6373">
                  <c:v>1130.3429999999998</c:v>
                </c:pt>
                <c:pt idx="6374">
                  <c:v>1012.111</c:v>
                </c:pt>
                <c:pt idx="6375">
                  <c:v>877.04749999999933</c:v>
                </c:pt>
                <c:pt idx="6376">
                  <c:v>950.15539999999999</c:v>
                </c:pt>
                <c:pt idx="6377">
                  <c:v>1326.6299999999999</c:v>
                </c:pt>
                <c:pt idx="6378">
                  <c:v>1594.4770000000001</c:v>
                </c:pt>
                <c:pt idx="6379">
                  <c:v>1346.403</c:v>
                </c:pt>
                <c:pt idx="6380">
                  <c:v>1071.3529999999998</c:v>
                </c:pt>
                <c:pt idx="6381">
                  <c:v>1403.36</c:v>
                </c:pt>
                <c:pt idx="6382">
                  <c:v>2183.3290000000002</c:v>
                </c:pt>
                <c:pt idx="6383">
                  <c:v>2767.9470000000001</c:v>
                </c:pt>
                <c:pt idx="6384">
                  <c:v>2435.5729999999999</c:v>
                </c:pt>
                <c:pt idx="6385">
                  <c:v>1696.07</c:v>
                </c:pt>
                <c:pt idx="6386">
                  <c:v>1530.0160000000001</c:v>
                </c:pt>
                <c:pt idx="6387">
                  <c:v>1716.3439999999998</c:v>
                </c:pt>
                <c:pt idx="6388">
                  <c:v>1698.578</c:v>
                </c:pt>
                <c:pt idx="6389">
                  <c:v>1502.443</c:v>
                </c:pt>
                <c:pt idx="6390">
                  <c:v>1306.2719999999999</c:v>
                </c:pt>
                <c:pt idx="6391">
                  <c:v>1370.5919999999999</c:v>
                </c:pt>
                <c:pt idx="6392">
                  <c:v>1559.557</c:v>
                </c:pt>
                <c:pt idx="6393">
                  <c:v>1602.288</c:v>
                </c:pt>
                <c:pt idx="6394">
                  <c:v>1437.6659999999999</c:v>
                </c:pt>
                <c:pt idx="6395">
                  <c:v>1205.33</c:v>
                </c:pt>
                <c:pt idx="6396">
                  <c:v>1072.3809999999999</c:v>
                </c:pt>
                <c:pt idx="6397">
                  <c:v>956.80159999999921</c:v>
                </c:pt>
                <c:pt idx="6398">
                  <c:v>851.54959999999949</c:v>
                </c:pt>
                <c:pt idx="6399">
                  <c:v>786.66049999999996</c:v>
                </c:pt>
                <c:pt idx="6400">
                  <c:v>742.54849999999999</c:v>
                </c:pt>
                <c:pt idx="6401">
                  <c:v>704.57230000000004</c:v>
                </c:pt>
                <c:pt idx="6402">
                  <c:v>666.28580000000068</c:v>
                </c:pt>
                <c:pt idx="6403">
                  <c:v>630.72840000000053</c:v>
                </c:pt>
                <c:pt idx="6404">
                  <c:v>598.03890000000001</c:v>
                </c:pt>
                <c:pt idx="6405">
                  <c:v>564.1893000000008</c:v>
                </c:pt>
                <c:pt idx="6406">
                  <c:v>529.38670000000002</c:v>
                </c:pt>
                <c:pt idx="6407">
                  <c:v>512.11019999999996</c:v>
                </c:pt>
                <c:pt idx="6408">
                  <c:v>513.54459999999949</c:v>
                </c:pt>
                <c:pt idx="6409">
                  <c:v>512.1721</c:v>
                </c:pt>
                <c:pt idx="6410">
                  <c:v>498.98949999999968</c:v>
                </c:pt>
                <c:pt idx="6411">
                  <c:v>480.8972</c:v>
                </c:pt>
                <c:pt idx="6412">
                  <c:v>469.47929999999968</c:v>
                </c:pt>
                <c:pt idx="6413">
                  <c:v>456.02699999999953</c:v>
                </c:pt>
                <c:pt idx="6414">
                  <c:v>442.4545</c:v>
                </c:pt>
                <c:pt idx="6415">
                  <c:v>429.94560000000001</c:v>
                </c:pt>
                <c:pt idx="6416">
                  <c:v>420.56490000000002</c:v>
                </c:pt>
                <c:pt idx="6417">
                  <c:v>418.14620000000002</c:v>
                </c:pt>
                <c:pt idx="6418">
                  <c:v>413.29609999999934</c:v>
                </c:pt>
                <c:pt idx="6419">
                  <c:v>404.7978</c:v>
                </c:pt>
                <c:pt idx="6420">
                  <c:v>400.45859999999954</c:v>
                </c:pt>
                <c:pt idx="6421">
                  <c:v>406.55079999999964</c:v>
                </c:pt>
                <c:pt idx="6422">
                  <c:v>449.07929999999999</c:v>
                </c:pt>
                <c:pt idx="6423">
                  <c:v>455.3478000000004</c:v>
                </c:pt>
                <c:pt idx="6424">
                  <c:v>469.85239999999999</c:v>
                </c:pt>
                <c:pt idx="6425">
                  <c:v>480.99659999999932</c:v>
                </c:pt>
                <c:pt idx="6426">
                  <c:v>493.81049999999999</c:v>
                </c:pt>
                <c:pt idx="6427">
                  <c:v>495.3912999999996</c:v>
                </c:pt>
                <c:pt idx="6428">
                  <c:v>486.40729999999968</c:v>
                </c:pt>
                <c:pt idx="6429">
                  <c:v>476.63659999999953</c:v>
                </c:pt>
                <c:pt idx="6430">
                  <c:v>470.86470000000008</c:v>
                </c:pt>
                <c:pt idx="6431">
                  <c:v>472.71499999999969</c:v>
                </c:pt>
                <c:pt idx="6432">
                  <c:v>471.15060000000034</c:v>
                </c:pt>
                <c:pt idx="6433">
                  <c:v>468.27480000000008</c:v>
                </c:pt>
                <c:pt idx="6434">
                  <c:v>479.35750000000002</c:v>
                </c:pt>
                <c:pt idx="6435">
                  <c:v>519.91159999999934</c:v>
                </c:pt>
                <c:pt idx="6436">
                  <c:v>555.74239999999998</c:v>
                </c:pt>
                <c:pt idx="6437">
                  <c:v>566.83939999999996</c:v>
                </c:pt>
                <c:pt idx="6438">
                  <c:v>561.96409999999946</c:v>
                </c:pt>
                <c:pt idx="6439">
                  <c:v>555.15249999999946</c:v>
                </c:pt>
                <c:pt idx="6440">
                  <c:v>547.5643</c:v>
                </c:pt>
                <c:pt idx="6441">
                  <c:v>545.49440000000004</c:v>
                </c:pt>
                <c:pt idx="6442">
                  <c:v>545.97950000000003</c:v>
                </c:pt>
                <c:pt idx="6443">
                  <c:v>568.16519999999946</c:v>
                </c:pt>
                <c:pt idx="6444">
                  <c:v>602.7826</c:v>
                </c:pt>
                <c:pt idx="6445">
                  <c:v>612.0643</c:v>
                </c:pt>
                <c:pt idx="6446">
                  <c:v>601.54099999999949</c:v>
                </c:pt>
                <c:pt idx="6447">
                  <c:v>591.58609999999999</c:v>
                </c:pt>
                <c:pt idx="6448">
                  <c:v>585.89440000000002</c:v>
                </c:pt>
                <c:pt idx="6449">
                  <c:v>567.94739999999933</c:v>
                </c:pt>
                <c:pt idx="6450">
                  <c:v>546.47219999999948</c:v>
                </c:pt>
                <c:pt idx="6451">
                  <c:v>548.93809999999996</c:v>
                </c:pt>
                <c:pt idx="6452">
                  <c:v>546.0865</c:v>
                </c:pt>
                <c:pt idx="6453">
                  <c:v>549.01</c:v>
                </c:pt>
                <c:pt idx="6454">
                  <c:v>548.84539999999947</c:v>
                </c:pt>
                <c:pt idx="6455">
                  <c:v>547.00900000000001</c:v>
                </c:pt>
                <c:pt idx="6456">
                  <c:v>539.49199999999996</c:v>
                </c:pt>
                <c:pt idx="6457">
                  <c:v>543.61869999999999</c:v>
                </c:pt>
                <c:pt idx="6458">
                  <c:v>561.7373</c:v>
                </c:pt>
                <c:pt idx="6459">
                  <c:v>565.8772999999992</c:v>
                </c:pt>
                <c:pt idx="6460">
                  <c:v>566.86559999999906</c:v>
                </c:pt>
                <c:pt idx="6461">
                  <c:v>577.97410000000002</c:v>
                </c:pt>
                <c:pt idx="6462">
                  <c:v>584.46579999999949</c:v>
                </c:pt>
                <c:pt idx="6463">
                  <c:v>584.41470000000004</c:v>
                </c:pt>
                <c:pt idx="6464">
                  <c:v>595.02589999999998</c:v>
                </c:pt>
                <c:pt idx="6465">
                  <c:v>596.44559999999933</c:v>
                </c:pt>
                <c:pt idx="6466">
                  <c:v>584.85159999999905</c:v>
                </c:pt>
                <c:pt idx="6467">
                  <c:v>576.55149999999946</c:v>
                </c:pt>
                <c:pt idx="6468">
                  <c:v>565.45259999999905</c:v>
                </c:pt>
                <c:pt idx="6469">
                  <c:v>551.11219999999946</c:v>
                </c:pt>
                <c:pt idx="6470">
                  <c:v>539.11839999999995</c:v>
                </c:pt>
                <c:pt idx="6471">
                  <c:v>538.31299999999919</c:v>
                </c:pt>
                <c:pt idx="6472">
                  <c:v>539.38810000000001</c:v>
                </c:pt>
                <c:pt idx="6473">
                  <c:v>535.06119999999919</c:v>
                </c:pt>
                <c:pt idx="6474">
                  <c:v>530.33879999999999</c:v>
                </c:pt>
                <c:pt idx="6475">
                  <c:v>524.7767000000008</c:v>
                </c:pt>
                <c:pt idx="6476">
                  <c:v>519.56719999999905</c:v>
                </c:pt>
                <c:pt idx="6477">
                  <c:v>515.43489999999997</c:v>
                </c:pt>
                <c:pt idx="6478">
                  <c:v>528.32819999999947</c:v>
                </c:pt>
                <c:pt idx="6479">
                  <c:v>523.09469999999999</c:v>
                </c:pt>
                <c:pt idx="6480">
                  <c:v>516.39</c:v>
                </c:pt>
                <c:pt idx="6481">
                  <c:v>520.63639999999998</c:v>
                </c:pt>
                <c:pt idx="6482">
                  <c:v>532.35029999999892</c:v>
                </c:pt>
                <c:pt idx="6483">
                  <c:v>531.73759999999947</c:v>
                </c:pt>
                <c:pt idx="6484">
                  <c:v>520.41369999999949</c:v>
                </c:pt>
                <c:pt idx="6485">
                  <c:v>532.98050000000001</c:v>
                </c:pt>
                <c:pt idx="6486">
                  <c:v>554.64589999999998</c:v>
                </c:pt>
                <c:pt idx="6487">
                  <c:v>570.81239999999946</c:v>
                </c:pt>
                <c:pt idx="6488">
                  <c:v>568.70180000000005</c:v>
                </c:pt>
                <c:pt idx="6489">
                  <c:v>566.73910000000001</c:v>
                </c:pt>
                <c:pt idx="6490">
                  <c:v>559.64149999999938</c:v>
                </c:pt>
                <c:pt idx="6491">
                  <c:v>560.07500000000005</c:v>
                </c:pt>
                <c:pt idx="6492">
                  <c:v>561.63170000000002</c:v>
                </c:pt>
                <c:pt idx="6493">
                  <c:v>560.57410000000004</c:v>
                </c:pt>
                <c:pt idx="6494">
                  <c:v>554.26509999999996</c:v>
                </c:pt>
                <c:pt idx="6495">
                  <c:v>547.65269999999907</c:v>
                </c:pt>
                <c:pt idx="6496">
                  <c:v>539.69529999999997</c:v>
                </c:pt>
                <c:pt idx="6497">
                  <c:v>533.09040000000005</c:v>
                </c:pt>
                <c:pt idx="6498">
                  <c:v>533.46779999999933</c:v>
                </c:pt>
                <c:pt idx="6499">
                  <c:v>549.01619999999946</c:v>
                </c:pt>
                <c:pt idx="6500">
                  <c:v>573.95830000000001</c:v>
                </c:pt>
                <c:pt idx="6501">
                  <c:v>595.61670000000004</c:v>
                </c:pt>
                <c:pt idx="6502">
                  <c:v>600.19150000000002</c:v>
                </c:pt>
                <c:pt idx="6503">
                  <c:v>589.10310000000004</c:v>
                </c:pt>
                <c:pt idx="6504">
                  <c:v>577.505</c:v>
                </c:pt>
                <c:pt idx="6505">
                  <c:v>569.27190000000053</c:v>
                </c:pt>
                <c:pt idx="6506">
                  <c:v>559.25810000000001</c:v>
                </c:pt>
                <c:pt idx="6507">
                  <c:v>550.98789999999997</c:v>
                </c:pt>
                <c:pt idx="6508">
                  <c:v>553.65150000000006</c:v>
                </c:pt>
                <c:pt idx="6509">
                  <c:v>566.26509999999996</c:v>
                </c:pt>
                <c:pt idx="6510">
                  <c:v>591.68310000000054</c:v>
                </c:pt>
                <c:pt idx="6511">
                  <c:v>600.55409999999949</c:v>
                </c:pt>
                <c:pt idx="6512">
                  <c:v>597.19619999999998</c:v>
                </c:pt>
                <c:pt idx="6513">
                  <c:v>600.11649999999997</c:v>
                </c:pt>
                <c:pt idx="6514">
                  <c:v>593.27610000000004</c:v>
                </c:pt>
                <c:pt idx="6515">
                  <c:v>568.38319999999999</c:v>
                </c:pt>
                <c:pt idx="6516">
                  <c:v>546.28860000000054</c:v>
                </c:pt>
                <c:pt idx="6517">
                  <c:v>531.58399999999995</c:v>
                </c:pt>
                <c:pt idx="6518">
                  <c:v>521.20119999999997</c:v>
                </c:pt>
                <c:pt idx="6519">
                  <c:v>512.72270000000003</c:v>
                </c:pt>
                <c:pt idx="6520">
                  <c:v>507.67160000000001</c:v>
                </c:pt>
                <c:pt idx="6521">
                  <c:v>506.7398</c:v>
                </c:pt>
                <c:pt idx="6522">
                  <c:v>500.68450000000001</c:v>
                </c:pt>
                <c:pt idx="6523">
                  <c:v>488.84449999999998</c:v>
                </c:pt>
                <c:pt idx="6524">
                  <c:v>481.13479999999993</c:v>
                </c:pt>
                <c:pt idx="6525">
                  <c:v>479.57069999999999</c:v>
                </c:pt>
                <c:pt idx="6526">
                  <c:v>477.6925</c:v>
                </c:pt>
                <c:pt idx="6527">
                  <c:v>472.49459999999954</c:v>
                </c:pt>
                <c:pt idx="6528">
                  <c:v>472.58589999999964</c:v>
                </c:pt>
                <c:pt idx="6529">
                  <c:v>475.2593</c:v>
                </c:pt>
                <c:pt idx="6530">
                  <c:v>465.09519999999935</c:v>
                </c:pt>
                <c:pt idx="6531">
                  <c:v>461.8295</c:v>
                </c:pt>
                <c:pt idx="6532">
                  <c:v>458.62580000000008</c:v>
                </c:pt>
                <c:pt idx="6533">
                  <c:v>457.76179999999954</c:v>
                </c:pt>
                <c:pt idx="6534">
                  <c:v>513.20259999999996</c:v>
                </c:pt>
                <c:pt idx="6535">
                  <c:v>615.94229999999902</c:v>
                </c:pt>
                <c:pt idx="6536">
                  <c:v>657.86649999999906</c:v>
                </c:pt>
                <c:pt idx="6537">
                  <c:v>638.29470000000094</c:v>
                </c:pt>
                <c:pt idx="6538">
                  <c:v>597.71559999999999</c:v>
                </c:pt>
                <c:pt idx="6539">
                  <c:v>646.02670000000001</c:v>
                </c:pt>
                <c:pt idx="6540">
                  <c:v>971.44679999999948</c:v>
                </c:pt>
                <c:pt idx="6541">
                  <c:v>818.89499999999998</c:v>
                </c:pt>
                <c:pt idx="6542">
                  <c:v>728.32449999999949</c:v>
                </c:pt>
                <c:pt idx="6543">
                  <c:v>640.34699999999907</c:v>
                </c:pt>
                <c:pt idx="6544">
                  <c:v>621.44639999999947</c:v>
                </c:pt>
                <c:pt idx="6545">
                  <c:v>609.42719999999906</c:v>
                </c:pt>
                <c:pt idx="6546">
                  <c:v>648.25649999999996</c:v>
                </c:pt>
                <c:pt idx="6547">
                  <c:v>718.08609999999999</c:v>
                </c:pt>
                <c:pt idx="6548">
                  <c:v>761.12530000000004</c:v>
                </c:pt>
                <c:pt idx="6549">
                  <c:v>741.61880000000053</c:v>
                </c:pt>
                <c:pt idx="6550">
                  <c:v>702.62919999999997</c:v>
                </c:pt>
                <c:pt idx="6551">
                  <c:v>679.2242</c:v>
                </c:pt>
                <c:pt idx="6552">
                  <c:v>664.21400000000051</c:v>
                </c:pt>
                <c:pt idx="6553">
                  <c:v>653.50199999999938</c:v>
                </c:pt>
                <c:pt idx="6554">
                  <c:v>645.19949999999994</c:v>
                </c:pt>
                <c:pt idx="6555">
                  <c:v>637.22299999999996</c:v>
                </c:pt>
                <c:pt idx="6556">
                  <c:v>631.98659999999938</c:v>
                </c:pt>
                <c:pt idx="6557">
                  <c:v>623.42089999999996</c:v>
                </c:pt>
                <c:pt idx="6558">
                  <c:v>616.06739999999934</c:v>
                </c:pt>
                <c:pt idx="6559">
                  <c:v>610.61320000000001</c:v>
                </c:pt>
                <c:pt idx="6560">
                  <c:v>605.22239999999999</c:v>
                </c:pt>
                <c:pt idx="6561">
                  <c:v>605.19150000000002</c:v>
                </c:pt>
                <c:pt idx="6562">
                  <c:v>605.74189999999999</c:v>
                </c:pt>
                <c:pt idx="6563">
                  <c:v>599.60239999999999</c:v>
                </c:pt>
                <c:pt idx="6564">
                  <c:v>591.48569999999938</c:v>
                </c:pt>
                <c:pt idx="6565">
                  <c:v>582.78700000000003</c:v>
                </c:pt>
                <c:pt idx="6566">
                  <c:v>574.95089999999948</c:v>
                </c:pt>
                <c:pt idx="6567">
                  <c:v>566.81099999999947</c:v>
                </c:pt>
                <c:pt idx="6568">
                  <c:v>559.12369999999999</c:v>
                </c:pt>
                <c:pt idx="6569">
                  <c:v>554.58659999999998</c:v>
                </c:pt>
                <c:pt idx="6570">
                  <c:v>557.85569999999905</c:v>
                </c:pt>
                <c:pt idx="6571">
                  <c:v>596.19209999999998</c:v>
                </c:pt>
                <c:pt idx="6572">
                  <c:v>646.65199999999948</c:v>
                </c:pt>
                <c:pt idx="6573">
                  <c:v>784.55759999999907</c:v>
                </c:pt>
                <c:pt idx="6574">
                  <c:v>1213.443</c:v>
                </c:pt>
                <c:pt idx="6575">
                  <c:v>1771.4770000000001</c:v>
                </c:pt>
                <c:pt idx="6576">
                  <c:v>2418.2199999999998</c:v>
                </c:pt>
                <c:pt idx="6577">
                  <c:v>4138.3200000000024</c:v>
                </c:pt>
                <c:pt idx="6578">
                  <c:v>5283.0070000000005</c:v>
                </c:pt>
                <c:pt idx="6579">
                  <c:v>4028.0549999999998</c:v>
                </c:pt>
                <c:pt idx="6580">
                  <c:v>2124.9050000000002</c:v>
                </c:pt>
                <c:pt idx="6581">
                  <c:v>1791.25</c:v>
                </c:pt>
                <c:pt idx="6582">
                  <c:v>1614.6</c:v>
                </c:pt>
                <c:pt idx="6583">
                  <c:v>1339.309</c:v>
                </c:pt>
                <c:pt idx="6584">
                  <c:v>1465.954</c:v>
                </c:pt>
                <c:pt idx="6585">
                  <c:v>1719.941</c:v>
                </c:pt>
                <c:pt idx="6586">
                  <c:v>1827.2719999999999</c:v>
                </c:pt>
                <c:pt idx="6587">
                  <c:v>1827.6879999999999</c:v>
                </c:pt>
                <c:pt idx="6588">
                  <c:v>1777.9349999999999</c:v>
                </c:pt>
                <c:pt idx="6589">
                  <c:v>1684.5139999999999</c:v>
                </c:pt>
                <c:pt idx="6590">
                  <c:v>1416.4380000000001</c:v>
                </c:pt>
                <c:pt idx="6591">
                  <c:v>1248.319</c:v>
                </c:pt>
                <c:pt idx="6592">
                  <c:v>1295.627</c:v>
                </c:pt>
                <c:pt idx="6593">
                  <c:v>1486.4829999999999</c:v>
                </c:pt>
                <c:pt idx="6594">
                  <c:v>1694.0519999999999</c:v>
                </c:pt>
                <c:pt idx="6595">
                  <c:v>1550.6079999999999</c:v>
                </c:pt>
                <c:pt idx="6596">
                  <c:v>1539.41</c:v>
                </c:pt>
                <c:pt idx="6597">
                  <c:v>2197.194</c:v>
                </c:pt>
                <c:pt idx="6598">
                  <c:v>3012.808</c:v>
                </c:pt>
                <c:pt idx="6599">
                  <c:v>3469.2289999999966</c:v>
                </c:pt>
                <c:pt idx="6600">
                  <c:v>3427.98</c:v>
                </c:pt>
                <c:pt idx="6601">
                  <c:v>3160.087</c:v>
                </c:pt>
                <c:pt idx="6602">
                  <c:v>2662.4690000000001</c:v>
                </c:pt>
                <c:pt idx="6603">
                  <c:v>2261.047</c:v>
                </c:pt>
                <c:pt idx="6604">
                  <c:v>2306.4810000000002</c:v>
                </c:pt>
                <c:pt idx="6605">
                  <c:v>2251.4940000000001</c:v>
                </c:pt>
                <c:pt idx="6606">
                  <c:v>1956.6009999999999</c:v>
                </c:pt>
                <c:pt idx="6607">
                  <c:v>1610.0889999999999</c:v>
                </c:pt>
                <c:pt idx="6608">
                  <c:v>1417.1659999999999</c:v>
                </c:pt>
                <c:pt idx="6609">
                  <c:v>1339.9770000000001</c:v>
                </c:pt>
                <c:pt idx="6610">
                  <c:v>1327.885</c:v>
                </c:pt>
                <c:pt idx="6611">
                  <c:v>1306.0819999999999</c:v>
                </c:pt>
                <c:pt idx="6612">
                  <c:v>1277.6879999999999</c:v>
                </c:pt>
                <c:pt idx="6613">
                  <c:v>1279.424</c:v>
                </c:pt>
                <c:pt idx="6614">
                  <c:v>1297.846</c:v>
                </c:pt>
                <c:pt idx="6615">
                  <c:v>1359.078</c:v>
                </c:pt>
                <c:pt idx="6616">
                  <c:v>1470.3979999999999</c:v>
                </c:pt>
                <c:pt idx="6617">
                  <c:v>1547.088</c:v>
                </c:pt>
                <c:pt idx="6618">
                  <c:v>1539.896</c:v>
                </c:pt>
                <c:pt idx="6619">
                  <c:v>1396.8589999999999</c:v>
                </c:pt>
                <c:pt idx="6620">
                  <c:v>1317.7470000000001</c:v>
                </c:pt>
                <c:pt idx="6621">
                  <c:v>1404.547</c:v>
                </c:pt>
                <c:pt idx="6622">
                  <c:v>1444.1429999999998</c:v>
                </c:pt>
                <c:pt idx="6623">
                  <c:v>1363.6479999999999</c:v>
                </c:pt>
                <c:pt idx="6624">
                  <c:v>1302.835</c:v>
                </c:pt>
                <c:pt idx="6625">
                  <c:v>1238.98</c:v>
                </c:pt>
                <c:pt idx="6626">
                  <c:v>1176.3939999999998</c:v>
                </c:pt>
                <c:pt idx="6627">
                  <c:v>1110.095</c:v>
                </c:pt>
                <c:pt idx="6628">
                  <c:v>1059.048</c:v>
                </c:pt>
                <c:pt idx="6629">
                  <c:v>1019.264</c:v>
                </c:pt>
                <c:pt idx="6630">
                  <c:v>992.83919999999921</c:v>
                </c:pt>
                <c:pt idx="6631">
                  <c:v>976.60569999999996</c:v>
                </c:pt>
                <c:pt idx="6632">
                  <c:v>960.81359999999938</c:v>
                </c:pt>
                <c:pt idx="6633">
                  <c:v>941.81709999999907</c:v>
                </c:pt>
                <c:pt idx="6634">
                  <c:v>924.4058</c:v>
                </c:pt>
                <c:pt idx="6635">
                  <c:v>908.49860000000001</c:v>
                </c:pt>
                <c:pt idx="6636">
                  <c:v>895.54109999999946</c:v>
                </c:pt>
                <c:pt idx="6637">
                  <c:v>965.01990000000001</c:v>
                </c:pt>
                <c:pt idx="6638">
                  <c:v>1047.105</c:v>
                </c:pt>
                <c:pt idx="6639">
                  <c:v>1063.51</c:v>
                </c:pt>
                <c:pt idx="6640">
                  <c:v>1008.104</c:v>
                </c:pt>
                <c:pt idx="6641">
                  <c:v>959.28700000000003</c:v>
                </c:pt>
                <c:pt idx="6642">
                  <c:v>911.46370000000002</c:v>
                </c:pt>
                <c:pt idx="6643">
                  <c:v>887.12080000000003</c:v>
                </c:pt>
                <c:pt idx="6644">
                  <c:v>874.86629999999889</c:v>
                </c:pt>
                <c:pt idx="6645">
                  <c:v>868.54959999999949</c:v>
                </c:pt>
                <c:pt idx="6646">
                  <c:v>864.43979999999999</c:v>
                </c:pt>
                <c:pt idx="6647">
                  <c:v>859.03199999999947</c:v>
                </c:pt>
                <c:pt idx="6648">
                  <c:v>855.30619999999919</c:v>
                </c:pt>
                <c:pt idx="6649">
                  <c:v>862.12049999999999</c:v>
                </c:pt>
                <c:pt idx="6650">
                  <c:v>912.35889999999949</c:v>
                </c:pt>
                <c:pt idx="6651">
                  <c:v>1019.42</c:v>
                </c:pt>
                <c:pt idx="6652">
                  <c:v>1248.8789999999999</c:v>
                </c:pt>
                <c:pt idx="6653">
                  <c:v>1765.3929999999998</c:v>
                </c:pt>
                <c:pt idx="6654">
                  <c:v>2468.9180000000001</c:v>
                </c:pt>
                <c:pt idx="6655">
                  <c:v>2662.241</c:v>
                </c:pt>
                <c:pt idx="6656">
                  <c:v>2205.6859999999997</c:v>
                </c:pt>
                <c:pt idx="6657">
                  <c:v>1741.1469999999999</c:v>
                </c:pt>
                <c:pt idx="6658">
                  <c:v>1545.7909999999999</c:v>
                </c:pt>
                <c:pt idx="6659">
                  <c:v>1439.8139999999999</c:v>
                </c:pt>
                <c:pt idx="6660">
                  <c:v>1379.2539999999999</c:v>
                </c:pt>
                <c:pt idx="6661">
                  <c:v>1307.444</c:v>
                </c:pt>
                <c:pt idx="6662">
                  <c:v>1220.6559999999999</c:v>
                </c:pt>
                <c:pt idx="6663">
                  <c:v>1161.6719999999998</c:v>
                </c:pt>
                <c:pt idx="6664">
                  <c:v>1116.557</c:v>
                </c:pt>
                <c:pt idx="6665">
                  <c:v>1076.547</c:v>
                </c:pt>
                <c:pt idx="6666">
                  <c:v>1055.009</c:v>
                </c:pt>
                <c:pt idx="6667">
                  <c:v>1027.1739999999998</c:v>
                </c:pt>
                <c:pt idx="6668">
                  <c:v>971.76969999999949</c:v>
                </c:pt>
                <c:pt idx="6669">
                  <c:v>927.14749999999947</c:v>
                </c:pt>
                <c:pt idx="6670">
                  <c:v>902.12840000000051</c:v>
                </c:pt>
                <c:pt idx="6671">
                  <c:v>879.6567</c:v>
                </c:pt>
                <c:pt idx="6672">
                  <c:v>869.42870000000005</c:v>
                </c:pt>
                <c:pt idx="6673">
                  <c:v>846.48410000000001</c:v>
                </c:pt>
                <c:pt idx="6674">
                  <c:v>831.58950000000004</c:v>
                </c:pt>
                <c:pt idx="6675">
                  <c:v>826.37789999999939</c:v>
                </c:pt>
                <c:pt idx="6676">
                  <c:v>798.5598</c:v>
                </c:pt>
                <c:pt idx="6677">
                  <c:v>773.71770000000004</c:v>
                </c:pt>
                <c:pt idx="6678">
                  <c:v>757.04409999999996</c:v>
                </c:pt>
                <c:pt idx="6679">
                  <c:v>783.09670000000051</c:v>
                </c:pt>
                <c:pt idx="6680">
                  <c:v>812.69350000000054</c:v>
                </c:pt>
                <c:pt idx="6681">
                  <c:v>810.35719999999867</c:v>
                </c:pt>
                <c:pt idx="6682">
                  <c:v>765.31689999999946</c:v>
                </c:pt>
                <c:pt idx="6683">
                  <c:v>712.1512999999992</c:v>
                </c:pt>
                <c:pt idx="6684">
                  <c:v>686.92570000000001</c:v>
                </c:pt>
                <c:pt idx="6685">
                  <c:v>790.70450000000005</c:v>
                </c:pt>
                <c:pt idx="6686">
                  <c:v>1007.998</c:v>
                </c:pt>
                <c:pt idx="6687">
                  <c:v>1200.729</c:v>
                </c:pt>
                <c:pt idx="6688">
                  <c:v>1253.98</c:v>
                </c:pt>
                <c:pt idx="6689">
                  <c:v>1400.499</c:v>
                </c:pt>
                <c:pt idx="6690">
                  <c:v>1960.3939999999998</c:v>
                </c:pt>
                <c:pt idx="6691">
                  <c:v>2343.4910000000027</c:v>
                </c:pt>
                <c:pt idx="6692">
                  <c:v>2369.0790000000002</c:v>
                </c:pt>
                <c:pt idx="6693">
                  <c:v>3611.761</c:v>
                </c:pt>
                <c:pt idx="6694">
                  <c:v>6056.31</c:v>
                </c:pt>
                <c:pt idx="6695">
                  <c:v>7138.3850000000002</c:v>
                </c:pt>
                <c:pt idx="6696">
                  <c:v>6145.2570000000005</c:v>
                </c:pt>
                <c:pt idx="6697">
                  <c:v>4998.799</c:v>
                </c:pt>
                <c:pt idx="6698">
                  <c:v>4121.7160000000003</c:v>
                </c:pt>
                <c:pt idx="6699">
                  <c:v>3354.0079999999998</c:v>
                </c:pt>
                <c:pt idx="6700">
                  <c:v>3084.9389999999999</c:v>
                </c:pt>
                <c:pt idx="6701">
                  <c:v>2898.7719999999999</c:v>
                </c:pt>
                <c:pt idx="6702">
                  <c:v>2543.0169999999998</c:v>
                </c:pt>
                <c:pt idx="6703">
                  <c:v>2107.4720000000002</c:v>
                </c:pt>
                <c:pt idx="6704">
                  <c:v>1849.509</c:v>
                </c:pt>
                <c:pt idx="6705">
                  <c:v>1824.8869999999999</c:v>
                </c:pt>
                <c:pt idx="6706">
                  <c:v>1804.0639999999999</c:v>
                </c:pt>
                <c:pt idx="6707">
                  <c:v>1727.4470000000001</c:v>
                </c:pt>
                <c:pt idx="6708">
                  <c:v>1629.903</c:v>
                </c:pt>
                <c:pt idx="6709">
                  <c:v>1545.8419999999999</c:v>
                </c:pt>
                <c:pt idx="6710">
                  <c:v>1552.5450000000001</c:v>
                </c:pt>
                <c:pt idx="6711">
                  <c:v>1646.7850000000001</c:v>
                </c:pt>
                <c:pt idx="6712">
                  <c:v>1715.2160000000001</c:v>
                </c:pt>
                <c:pt idx="6713">
                  <c:v>1717.1879999999999</c:v>
                </c:pt>
                <c:pt idx="6714">
                  <c:v>1645.567</c:v>
                </c:pt>
                <c:pt idx="6715">
                  <c:v>1549.1429999999998</c:v>
                </c:pt>
                <c:pt idx="6716">
                  <c:v>1494.5909999999999</c:v>
                </c:pt>
                <c:pt idx="6717">
                  <c:v>1609.6379999999999</c:v>
                </c:pt>
                <c:pt idx="6718">
                  <c:v>2135.6559999999999</c:v>
                </c:pt>
                <c:pt idx="6719">
                  <c:v>3372.6689999999967</c:v>
                </c:pt>
                <c:pt idx="6720">
                  <c:v>4595.6880000000001</c:v>
                </c:pt>
                <c:pt idx="6721">
                  <c:v>4815.2250000000004</c:v>
                </c:pt>
                <c:pt idx="6722">
                  <c:v>4299.4139999999998</c:v>
                </c:pt>
                <c:pt idx="6723">
                  <c:v>3675.0590000000002</c:v>
                </c:pt>
                <c:pt idx="6724">
                  <c:v>3103.712</c:v>
                </c:pt>
                <c:pt idx="6725">
                  <c:v>2558.172</c:v>
                </c:pt>
                <c:pt idx="6726">
                  <c:v>2432.3620000000001</c:v>
                </c:pt>
                <c:pt idx="6727">
                  <c:v>2239.3870000000002</c:v>
                </c:pt>
                <c:pt idx="6728">
                  <c:v>2015.1189999999999</c:v>
                </c:pt>
                <c:pt idx="6729">
                  <c:v>1925.3339999999998</c:v>
                </c:pt>
                <c:pt idx="6730">
                  <c:v>1854.2819999999999</c:v>
                </c:pt>
                <c:pt idx="6731">
                  <c:v>1729.232</c:v>
                </c:pt>
                <c:pt idx="6732">
                  <c:v>1673.0260000000001</c:v>
                </c:pt>
                <c:pt idx="6733">
                  <c:v>1647.886</c:v>
                </c:pt>
                <c:pt idx="6734">
                  <c:v>1657.6959999999999</c:v>
                </c:pt>
                <c:pt idx="6735">
                  <c:v>1724.7060000000001</c:v>
                </c:pt>
                <c:pt idx="6736">
                  <c:v>1858.9060000000011</c:v>
                </c:pt>
                <c:pt idx="6737">
                  <c:v>2161.5169999999998</c:v>
                </c:pt>
                <c:pt idx="6738">
                  <c:v>2758.8120000000022</c:v>
                </c:pt>
                <c:pt idx="6739">
                  <c:v>3201.049</c:v>
                </c:pt>
                <c:pt idx="6740">
                  <c:v>2892.3340000000012</c:v>
                </c:pt>
                <c:pt idx="6741">
                  <c:v>2415.0720000000001</c:v>
                </c:pt>
                <c:pt idx="6742">
                  <c:v>2311</c:v>
                </c:pt>
                <c:pt idx="6743">
                  <c:v>2128.6030000000001</c:v>
                </c:pt>
                <c:pt idx="6744">
                  <c:v>1885.7639999999999</c:v>
                </c:pt>
                <c:pt idx="6745">
                  <c:v>1794.838</c:v>
                </c:pt>
                <c:pt idx="6746">
                  <c:v>1785.0150000000001</c:v>
                </c:pt>
                <c:pt idx="6747">
                  <c:v>1854.789</c:v>
                </c:pt>
                <c:pt idx="6748">
                  <c:v>1841.067</c:v>
                </c:pt>
                <c:pt idx="6749">
                  <c:v>1658.327</c:v>
                </c:pt>
                <c:pt idx="6750">
                  <c:v>1511.9160000000011</c:v>
                </c:pt>
                <c:pt idx="6751">
                  <c:v>1455.655</c:v>
                </c:pt>
                <c:pt idx="6752">
                  <c:v>1390.2929999999999</c:v>
                </c:pt>
                <c:pt idx="6753">
                  <c:v>1325.5650000000001</c:v>
                </c:pt>
                <c:pt idx="6754">
                  <c:v>1276.9970000000001</c:v>
                </c:pt>
                <c:pt idx="6755">
                  <c:v>1218.278</c:v>
                </c:pt>
                <c:pt idx="6756">
                  <c:v>1193.175</c:v>
                </c:pt>
                <c:pt idx="6757">
                  <c:v>1283.9649999999999</c:v>
                </c:pt>
                <c:pt idx="6758">
                  <c:v>1387.248</c:v>
                </c:pt>
                <c:pt idx="6759">
                  <c:v>1260.2380000000001</c:v>
                </c:pt>
                <c:pt idx="6760">
                  <c:v>1011.631</c:v>
                </c:pt>
                <c:pt idx="6761">
                  <c:v>856.04519999999934</c:v>
                </c:pt>
                <c:pt idx="6762">
                  <c:v>772.60400000000004</c:v>
                </c:pt>
                <c:pt idx="6763">
                  <c:v>753.74289999999996</c:v>
                </c:pt>
                <c:pt idx="6764">
                  <c:v>763.13070000000005</c:v>
                </c:pt>
                <c:pt idx="6765">
                  <c:v>728.66780000000006</c:v>
                </c:pt>
                <c:pt idx="6766">
                  <c:v>681.12509999999997</c:v>
                </c:pt>
                <c:pt idx="6767">
                  <c:v>651.11659999999949</c:v>
                </c:pt>
                <c:pt idx="6768">
                  <c:v>637.90880000000004</c:v>
                </c:pt>
                <c:pt idx="6769">
                  <c:v>635.45979999999997</c:v>
                </c:pt>
                <c:pt idx="6770">
                  <c:v>635.76239999999996</c:v>
                </c:pt>
                <c:pt idx="6771">
                  <c:v>638.45769999999902</c:v>
                </c:pt>
                <c:pt idx="6772">
                  <c:v>648.36569999999892</c:v>
                </c:pt>
                <c:pt idx="6773">
                  <c:v>671.38430000000005</c:v>
                </c:pt>
                <c:pt idx="6774">
                  <c:v>664.57920000000001</c:v>
                </c:pt>
                <c:pt idx="6775">
                  <c:v>620.14980000000003</c:v>
                </c:pt>
                <c:pt idx="6776">
                  <c:v>582.60950000000003</c:v>
                </c:pt>
                <c:pt idx="6777">
                  <c:v>559.41430000000003</c:v>
                </c:pt>
                <c:pt idx="6778">
                  <c:v>547.50990000000002</c:v>
                </c:pt>
                <c:pt idx="6779">
                  <c:v>534.85859999999946</c:v>
                </c:pt>
                <c:pt idx="6780">
                  <c:v>522.30189999999948</c:v>
                </c:pt>
                <c:pt idx="6781">
                  <c:v>516.79950000000053</c:v>
                </c:pt>
                <c:pt idx="6782">
                  <c:v>509.52179999999947</c:v>
                </c:pt>
                <c:pt idx="6783">
                  <c:v>497.94909999999999</c:v>
                </c:pt>
                <c:pt idx="6784">
                  <c:v>485.35309999999993</c:v>
                </c:pt>
                <c:pt idx="6785">
                  <c:v>472.12169999999969</c:v>
                </c:pt>
                <c:pt idx="6786">
                  <c:v>466.64510000000001</c:v>
                </c:pt>
                <c:pt idx="6787">
                  <c:v>475.83390000000003</c:v>
                </c:pt>
                <c:pt idx="6788">
                  <c:v>500.05180000000001</c:v>
                </c:pt>
                <c:pt idx="6789">
                  <c:v>547.5249</c:v>
                </c:pt>
                <c:pt idx="6790">
                  <c:v>564.35639999999921</c:v>
                </c:pt>
                <c:pt idx="6791">
                  <c:v>563.65089999999998</c:v>
                </c:pt>
                <c:pt idx="6792">
                  <c:v>563.54109999999946</c:v>
                </c:pt>
                <c:pt idx="6793">
                  <c:v>556.10119999999949</c:v>
                </c:pt>
                <c:pt idx="6794">
                  <c:v>542.56759999999906</c:v>
                </c:pt>
                <c:pt idx="6795">
                  <c:v>536.74919999999997</c:v>
                </c:pt>
                <c:pt idx="6796">
                  <c:v>531.96969999999919</c:v>
                </c:pt>
                <c:pt idx="6797">
                  <c:v>523.41819999999996</c:v>
                </c:pt>
                <c:pt idx="6798">
                  <c:v>515.3310999999992</c:v>
                </c:pt>
                <c:pt idx="6799">
                  <c:v>510.62979999999999</c:v>
                </c:pt>
                <c:pt idx="6800">
                  <c:v>510.52619999999939</c:v>
                </c:pt>
                <c:pt idx="6801">
                  <c:v>514.99530000000004</c:v>
                </c:pt>
                <c:pt idx="6802">
                  <c:v>510.46</c:v>
                </c:pt>
                <c:pt idx="6803">
                  <c:v>512.12419999999997</c:v>
                </c:pt>
                <c:pt idx="6804">
                  <c:v>512.56519999999921</c:v>
                </c:pt>
                <c:pt idx="6805">
                  <c:v>506.09719999999953</c:v>
                </c:pt>
                <c:pt idx="6806">
                  <c:v>499.54329999999999</c:v>
                </c:pt>
                <c:pt idx="6807">
                  <c:v>490.24759999999969</c:v>
                </c:pt>
                <c:pt idx="6808">
                  <c:v>493.202</c:v>
                </c:pt>
                <c:pt idx="6809">
                  <c:v>474.87740000000002</c:v>
                </c:pt>
                <c:pt idx="6810">
                  <c:v>459.65679999999969</c:v>
                </c:pt>
                <c:pt idx="6811">
                  <c:v>458.84059999999999</c:v>
                </c:pt>
                <c:pt idx="6812">
                  <c:v>489.03980000000001</c:v>
                </c:pt>
                <c:pt idx="6813">
                  <c:v>544.56959999999947</c:v>
                </c:pt>
                <c:pt idx="6814">
                  <c:v>563.6114</c:v>
                </c:pt>
                <c:pt idx="6815">
                  <c:v>563.27729999999997</c:v>
                </c:pt>
                <c:pt idx="6816">
                  <c:v>556.46439999999996</c:v>
                </c:pt>
                <c:pt idx="6817">
                  <c:v>550.60630000000003</c:v>
                </c:pt>
                <c:pt idx="6818">
                  <c:v>543.1721</c:v>
                </c:pt>
                <c:pt idx="6819">
                  <c:v>558.26030000000003</c:v>
                </c:pt>
                <c:pt idx="6820">
                  <c:v>682.83169999999905</c:v>
                </c:pt>
                <c:pt idx="6821">
                  <c:v>801.30629999999906</c:v>
                </c:pt>
                <c:pt idx="6822">
                  <c:v>870.3165999999992</c:v>
                </c:pt>
                <c:pt idx="6823">
                  <c:v>857.72799999999938</c:v>
                </c:pt>
                <c:pt idx="6824">
                  <c:v>899.8491999999992</c:v>
                </c:pt>
                <c:pt idx="6825">
                  <c:v>914.27950000000055</c:v>
                </c:pt>
                <c:pt idx="6826">
                  <c:v>864.3366999999987</c:v>
                </c:pt>
                <c:pt idx="6827">
                  <c:v>789.50369999999998</c:v>
                </c:pt>
                <c:pt idx="6828">
                  <c:v>760.15649999999948</c:v>
                </c:pt>
                <c:pt idx="6829">
                  <c:v>755.98850000000004</c:v>
                </c:pt>
                <c:pt idx="6830">
                  <c:v>748.66649999999947</c:v>
                </c:pt>
                <c:pt idx="6831">
                  <c:v>737.41099999999949</c:v>
                </c:pt>
                <c:pt idx="6832">
                  <c:v>783.31149999999946</c:v>
                </c:pt>
                <c:pt idx="6833">
                  <c:v>1232.1369999999999</c:v>
                </c:pt>
                <c:pt idx="6834">
                  <c:v>1573.1719999999998</c:v>
                </c:pt>
                <c:pt idx="6835">
                  <c:v>1469.9670000000001</c:v>
                </c:pt>
                <c:pt idx="6836">
                  <c:v>1102.5429999999999</c:v>
                </c:pt>
                <c:pt idx="6837">
                  <c:v>943.8577999999992</c:v>
                </c:pt>
                <c:pt idx="6838">
                  <c:v>882.70540000000005</c:v>
                </c:pt>
                <c:pt idx="6839">
                  <c:v>840.02890000000002</c:v>
                </c:pt>
                <c:pt idx="6840">
                  <c:v>855.13009999999997</c:v>
                </c:pt>
                <c:pt idx="6841">
                  <c:v>819.67330000000095</c:v>
                </c:pt>
                <c:pt idx="6842">
                  <c:v>839.37329999999997</c:v>
                </c:pt>
                <c:pt idx="6843">
                  <c:v>1062.069</c:v>
                </c:pt>
                <c:pt idx="6844">
                  <c:v>1358.1119999999999</c:v>
                </c:pt>
                <c:pt idx="6845">
                  <c:v>1356.348</c:v>
                </c:pt>
                <c:pt idx="6846">
                  <c:v>1147.8889999999999</c:v>
                </c:pt>
                <c:pt idx="6847">
                  <c:v>963.16129999999919</c:v>
                </c:pt>
                <c:pt idx="6848">
                  <c:v>886.47709999999938</c:v>
                </c:pt>
                <c:pt idx="6849">
                  <c:v>859.19500000000005</c:v>
                </c:pt>
                <c:pt idx="6850">
                  <c:v>848.42109999999946</c:v>
                </c:pt>
                <c:pt idx="6851">
                  <c:v>841.07140000000004</c:v>
                </c:pt>
                <c:pt idx="6852">
                  <c:v>848.9671999999988</c:v>
                </c:pt>
                <c:pt idx="6853">
                  <c:v>833.53089999999997</c:v>
                </c:pt>
                <c:pt idx="6854">
                  <c:v>834.76559999999949</c:v>
                </c:pt>
                <c:pt idx="6855">
                  <c:v>844.22439999999995</c:v>
                </c:pt>
                <c:pt idx="6856">
                  <c:v>846.17319999999995</c:v>
                </c:pt>
                <c:pt idx="6857">
                  <c:v>839.65890000000002</c:v>
                </c:pt>
                <c:pt idx="6858">
                  <c:v>828.53239999999948</c:v>
                </c:pt>
                <c:pt idx="6859">
                  <c:v>819.18730000000005</c:v>
                </c:pt>
                <c:pt idx="6860">
                  <c:v>806.21289999999999</c:v>
                </c:pt>
                <c:pt idx="6861">
                  <c:v>794.58370000000082</c:v>
                </c:pt>
                <c:pt idx="6862">
                  <c:v>783.32989999999938</c:v>
                </c:pt>
                <c:pt idx="6863">
                  <c:v>771.49469999999997</c:v>
                </c:pt>
                <c:pt idx="6864">
                  <c:v>761.35069999999905</c:v>
                </c:pt>
                <c:pt idx="6865">
                  <c:v>806.61829999999998</c:v>
                </c:pt>
                <c:pt idx="6866">
                  <c:v>930.91189999999949</c:v>
                </c:pt>
                <c:pt idx="6867">
                  <c:v>1105.136</c:v>
                </c:pt>
                <c:pt idx="6868">
                  <c:v>1160.2090000000001</c:v>
                </c:pt>
                <c:pt idx="6869">
                  <c:v>1070.4370000000001</c:v>
                </c:pt>
                <c:pt idx="6870">
                  <c:v>1029.1299999999999</c:v>
                </c:pt>
                <c:pt idx="6871">
                  <c:v>1046.1699999999998</c:v>
                </c:pt>
                <c:pt idx="6872">
                  <c:v>1041.4949999999999</c:v>
                </c:pt>
                <c:pt idx="6873">
                  <c:v>1001.526</c:v>
                </c:pt>
                <c:pt idx="6874">
                  <c:v>958.40819999999997</c:v>
                </c:pt>
                <c:pt idx="6875">
                  <c:v>928.45889999999997</c:v>
                </c:pt>
                <c:pt idx="6876">
                  <c:v>982.51490000000001</c:v>
                </c:pt>
                <c:pt idx="6877">
                  <c:v>1152.106</c:v>
                </c:pt>
                <c:pt idx="6878">
                  <c:v>1316.912</c:v>
                </c:pt>
                <c:pt idx="6879">
                  <c:v>1331.097</c:v>
                </c:pt>
                <c:pt idx="6880">
                  <c:v>1207.7719999999999</c:v>
                </c:pt>
                <c:pt idx="6881">
                  <c:v>1431.3509999999999</c:v>
                </c:pt>
                <c:pt idx="6882">
                  <c:v>1757.0029999999999</c:v>
                </c:pt>
                <c:pt idx="6883">
                  <c:v>1906.7090000000001</c:v>
                </c:pt>
                <c:pt idx="6884">
                  <c:v>1664.6299999999999</c:v>
                </c:pt>
                <c:pt idx="6885">
                  <c:v>1507.1969999999999</c:v>
                </c:pt>
                <c:pt idx="6886">
                  <c:v>1459.875</c:v>
                </c:pt>
                <c:pt idx="6887">
                  <c:v>1467.5170000000001</c:v>
                </c:pt>
                <c:pt idx="6888">
                  <c:v>1460.645</c:v>
                </c:pt>
                <c:pt idx="6889">
                  <c:v>1435.76</c:v>
                </c:pt>
                <c:pt idx="6890">
                  <c:v>1940.269</c:v>
                </c:pt>
                <c:pt idx="6891">
                  <c:v>3184.0059999999999</c:v>
                </c:pt>
                <c:pt idx="6892">
                  <c:v>4111.5600000000004</c:v>
                </c:pt>
                <c:pt idx="6893">
                  <c:v>3667.8730000000028</c:v>
                </c:pt>
                <c:pt idx="6894">
                  <c:v>2739.88</c:v>
                </c:pt>
                <c:pt idx="6895">
                  <c:v>2344.232</c:v>
                </c:pt>
                <c:pt idx="6896">
                  <c:v>2285.1390000000001</c:v>
                </c:pt>
                <c:pt idx="6897">
                  <c:v>2189.4879999999998</c:v>
                </c:pt>
                <c:pt idx="6898">
                  <c:v>2141.9910000000027</c:v>
                </c:pt>
                <c:pt idx="6899">
                  <c:v>2115.009</c:v>
                </c:pt>
                <c:pt idx="6900">
                  <c:v>2073.2689999999966</c:v>
                </c:pt>
                <c:pt idx="6901">
                  <c:v>1887.204</c:v>
                </c:pt>
                <c:pt idx="6902">
                  <c:v>1674.46</c:v>
                </c:pt>
                <c:pt idx="6903">
                  <c:v>1570.5450000000001</c:v>
                </c:pt>
                <c:pt idx="6904">
                  <c:v>1490.0229999999999</c:v>
                </c:pt>
                <c:pt idx="6905">
                  <c:v>1376.9280000000001</c:v>
                </c:pt>
                <c:pt idx="6906">
                  <c:v>1368.452</c:v>
                </c:pt>
                <c:pt idx="6907">
                  <c:v>1418.8619999999999</c:v>
                </c:pt>
                <c:pt idx="6908">
                  <c:v>1343.3739999999998</c:v>
                </c:pt>
                <c:pt idx="6909">
                  <c:v>1270.4370000000001</c:v>
                </c:pt>
                <c:pt idx="6910">
                  <c:v>1206.076</c:v>
                </c:pt>
                <c:pt idx="6911">
                  <c:v>1154.7650000000001</c:v>
                </c:pt>
                <c:pt idx="6912">
                  <c:v>1154.886</c:v>
                </c:pt>
                <c:pt idx="6913">
                  <c:v>1207.2919999999999</c:v>
                </c:pt>
                <c:pt idx="6914">
                  <c:v>1198.002</c:v>
                </c:pt>
                <c:pt idx="6915">
                  <c:v>1142.6979999999999</c:v>
                </c:pt>
                <c:pt idx="6916">
                  <c:v>1106.7139999999999</c:v>
                </c:pt>
                <c:pt idx="6917">
                  <c:v>1075.587</c:v>
                </c:pt>
                <c:pt idx="6918">
                  <c:v>1053.7760000000001</c:v>
                </c:pt>
                <c:pt idx="6919">
                  <c:v>1047.508</c:v>
                </c:pt>
                <c:pt idx="6920">
                  <c:v>1040.4860000000001</c:v>
                </c:pt>
                <c:pt idx="6921">
                  <c:v>1015.1730000000007</c:v>
                </c:pt>
                <c:pt idx="6922">
                  <c:v>985.81859999999949</c:v>
                </c:pt>
                <c:pt idx="6923">
                  <c:v>965.62400000000002</c:v>
                </c:pt>
                <c:pt idx="6924">
                  <c:v>950.02709999999934</c:v>
                </c:pt>
                <c:pt idx="6925">
                  <c:v>974.29660000000001</c:v>
                </c:pt>
                <c:pt idx="6926">
                  <c:v>999.8156999999992</c:v>
                </c:pt>
                <c:pt idx="6927">
                  <c:v>1028.2280000000001</c:v>
                </c:pt>
                <c:pt idx="6928">
                  <c:v>1070.1879999999999</c:v>
                </c:pt>
                <c:pt idx="6929">
                  <c:v>1229.835</c:v>
                </c:pt>
                <c:pt idx="6930">
                  <c:v>1598.7139999999999</c:v>
                </c:pt>
                <c:pt idx="6931">
                  <c:v>2232.212</c:v>
                </c:pt>
                <c:pt idx="6932">
                  <c:v>2832.1909999999998</c:v>
                </c:pt>
                <c:pt idx="6933">
                  <c:v>2486.8780000000002</c:v>
                </c:pt>
                <c:pt idx="6934">
                  <c:v>1659.559</c:v>
                </c:pt>
                <c:pt idx="6935">
                  <c:v>1402.7760000000001</c:v>
                </c:pt>
                <c:pt idx="6936">
                  <c:v>1369.806</c:v>
                </c:pt>
                <c:pt idx="6937">
                  <c:v>1288.3899999999999</c:v>
                </c:pt>
                <c:pt idx="6938">
                  <c:v>1266.8629999999998</c:v>
                </c:pt>
                <c:pt idx="6939">
                  <c:v>1216.559</c:v>
                </c:pt>
                <c:pt idx="6940">
                  <c:v>1242.722</c:v>
                </c:pt>
                <c:pt idx="6941">
                  <c:v>1132.4839999999999</c:v>
                </c:pt>
                <c:pt idx="6942">
                  <c:v>1186.0319999999999</c:v>
                </c:pt>
                <c:pt idx="6943">
                  <c:v>1121.5150000000001</c:v>
                </c:pt>
                <c:pt idx="6944">
                  <c:v>1056.7719999999999</c:v>
                </c:pt>
                <c:pt idx="6945">
                  <c:v>1018.544</c:v>
                </c:pt>
                <c:pt idx="6946">
                  <c:v>1436.7460000000001</c:v>
                </c:pt>
                <c:pt idx="6947">
                  <c:v>1954.2729999999999</c:v>
                </c:pt>
                <c:pt idx="6948">
                  <c:v>2234.8649999999998</c:v>
                </c:pt>
                <c:pt idx="6949">
                  <c:v>1850.471</c:v>
                </c:pt>
                <c:pt idx="6950">
                  <c:v>1364.9839999999999</c:v>
                </c:pt>
                <c:pt idx="6951">
                  <c:v>1183.9680000000001</c:v>
                </c:pt>
                <c:pt idx="6952">
                  <c:v>1133.8219999999999</c:v>
                </c:pt>
                <c:pt idx="6953">
                  <c:v>1064.1879999999999</c:v>
                </c:pt>
                <c:pt idx="6954">
                  <c:v>1081.1489999999999</c:v>
                </c:pt>
                <c:pt idx="6955">
                  <c:v>1311.6899999999998</c:v>
                </c:pt>
                <c:pt idx="6956">
                  <c:v>2048.3420000000001</c:v>
                </c:pt>
                <c:pt idx="6957">
                  <c:v>2484.38</c:v>
                </c:pt>
                <c:pt idx="6958">
                  <c:v>2084.1750000000002</c:v>
                </c:pt>
                <c:pt idx="6959">
                  <c:v>1443.0509999999999</c:v>
                </c:pt>
                <c:pt idx="6960">
                  <c:v>1346.04</c:v>
                </c:pt>
                <c:pt idx="6961">
                  <c:v>2061.0679999999998</c:v>
                </c:pt>
                <c:pt idx="6962">
                  <c:v>3441.46</c:v>
                </c:pt>
                <c:pt idx="6963">
                  <c:v>4391.0170000000007</c:v>
                </c:pt>
                <c:pt idx="6964">
                  <c:v>3529.1320000000001</c:v>
                </c:pt>
                <c:pt idx="6965">
                  <c:v>2545.4639999999999</c:v>
                </c:pt>
                <c:pt idx="6966">
                  <c:v>2290.6879999999987</c:v>
                </c:pt>
                <c:pt idx="6967">
                  <c:v>1837.1599999999999</c:v>
                </c:pt>
                <c:pt idx="6968">
                  <c:v>1378.4260000000011</c:v>
                </c:pt>
                <c:pt idx="6969">
                  <c:v>1303.0509999999999</c:v>
                </c:pt>
                <c:pt idx="6970">
                  <c:v>1238.1609999999998</c:v>
                </c:pt>
                <c:pt idx="6971">
                  <c:v>1168.7660000000001</c:v>
                </c:pt>
                <c:pt idx="6972">
                  <c:v>1147.451</c:v>
                </c:pt>
                <c:pt idx="6973">
                  <c:v>1114.6339999999998</c:v>
                </c:pt>
                <c:pt idx="6974">
                  <c:v>1088.3219999999999</c:v>
                </c:pt>
                <c:pt idx="6975">
                  <c:v>1053.2660000000001</c:v>
                </c:pt>
                <c:pt idx="6976">
                  <c:v>1017.5309999999994</c:v>
                </c:pt>
                <c:pt idx="6977">
                  <c:v>997.76709999999946</c:v>
                </c:pt>
                <c:pt idx="6978">
                  <c:v>983.60880000000054</c:v>
                </c:pt>
                <c:pt idx="6979">
                  <c:v>968.57140000000004</c:v>
                </c:pt>
                <c:pt idx="6980">
                  <c:v>952.92399999999998</c:v>
                </c:pt>
                <c:pt idx="6981">
                  <c:v>941.56289999999933</c:v>
                </c:pt>
                <c:pt idx="6982">
                  <c:v>929.85609999999906</c:v>
                </c:pt>
                <c:pt idx="6983">
                  <c:v>915.30820000000006</c:v>
                </c:pt>
                <c:pt idx="6984">
                  <c:v>899.47709999999938</c:v>
                </c:pt>
                <c:pt idx="6985">
                  <c:v>884.05830000000003</c:v>
                </c:pt>
                <c:pt idx="6986">
                  <c:v>869.70669999999996</c:v>
                </c:pt>
                <c:pt idx="6987">
                  <c:v>854.14080000000001</c:v>
                </c:pt>
                <c:pt idx="6988">
                  <c:v>836.20840000000055</c:v>
                </c:pt>
                <c:pt idx="6989">
                  <c:v>819.35839999999996</c:v>
                </c:pt>
                <c:pt idx="6990">
                  <c:v>819.6173</c:v>
                </c:pt>
                <c:pt idx="6991">
                  <c:v>816.68119999999999</c:v>
                </c:pt>
                <c:pt idx="6992">
                  <c:v>806.19730000000004</c:v>
                </c:pt>
                <c:pt idx="6993">
                  <c:v>793.65329999999949</c:v>
                </c:pt>
                <c:pt idx="6994">
                  <c:v>778.83799999999906</c:v>
                </c:pt>
                <c:pt idx="6995">
                  <c:v>769.21040000000005</c:v>
                </c:pt>
                <c:pt idx="6996">
                  <c:v>761.68080000000054</c:v>
                </c:pt>
                <c:pt idx="6997">
                  <c:v>750.25969999999938</c:v>
                </c:pt>
                <c:pt idx="6998">
                  <c:v>738.31959999999947</c:v>
                </c:pt>
                <c:pt idx="6999">
                  <c:v>728.66279999999949</c:v>
                </c:pt>
                <c:pt idx="7000">
                  <c:v>721.904</c:v>
                </c:pt>
                <c:pt idx="7001">
                  <c:v>716.62149999999997</c:v>
                </c:pt>
                <c:pt idx="7002">
                  <c:v>710.15530000000001</c:v>
                </c:pt>
                <c:pt idx="7003">
                  <c:v>698.83049999999946</c:v>
                </c:pt>
                <c:pt idx="7004">
                  <c:v>685.56649999999934</c:v>
                </c:pt>
                <c:pt idx="7005">
                  <c:v>673.15519999999947</c:v>
                </c:pt>
                <c:pt idx="7006">
                  <c:v>661.68209999999999</c:v>
                </c:pt>
                <c:pt idx="7007">
                  <c:v>650.72699999999998</c:v>
                </c:pt>
                <c:pt idx="7008">
                  <c:v>641.40509999999949</c:v>
                </c:pt>
                <c:pt idx="7009">
                  <c:v>630.24289999999996</c:v>
                </c:pt>
                <c:pt idx="7010">
                  <c:v>616.89300000000003</c:v>
                </c:pt>
                <c:pt idx="7011">
                  <c:v>604.75509999999997</c:v>
                </c:pt>
                <c:pt idx="7012">
                  <c:v>598.18830000000082</c:v>
                </c:pt>
                <c:pt idx="7013">
                  <c:v>595.21840000000054</c:v>
                </c:pt>
                <c:pt idx="7014">
                  <c:v>593.05970000000002</c:v>
                </c:pt>
                <c:pt idx="7015">
                  <c:v>595.04399999999998</c:v>
                </c:pt>
                <c:pt idx="7016">
                  <c:v>599.48090000000002</c:v>
                </c:pt>
                <c:pt idx="7017">
                  <c:v>604.16409999999996</c:v>
                </c:pt>
                <c:pt idx="7018">
                  <c:v>606.58410000000003</c:v>
                </c:pt>
                <c:pt idx="7019">
                  <c:v>607.48739999999998</c:v>
                </c:pt>
                <c:pt idx="7020">
                  <c:v>616.46359999999947</c:v>
                </c:pt>
                <c:pt idx="7021">
                  <c:v>623.6327</c:v>
                </c:pt>
                <c:pt idx="7022">
                  <c:v>627.37109999999996</c:v>
                </c:pt>
                <c:pt idx="7023">
                  <c:v>635.51249999999948</c:v>
                </c:pt>
                <c:pt idx="7024">
                  <c:v>654.32169999999905</c:v>
                </c:pt>
                <c:pt idx="7025">
                  <c:v>694.06830000000002</c:v>
                </c:pt>
                <c:pt idx="7026">
                  <c:v>763.13239999999996</c:v>
                </c:pt>
                <c:pt idx="7027">
                  <c:v>863.97320000000002</c:v>
                </c:pt>
                <c:pt idx="7028">
                  <c:v>945.49619999999948</c:v>
                </c:pt>
                <c:pt idx="7029">
                  <c:v>936.33159999999907</c:v>
                </c:pt>
                <c:pt idx="7030">
                  <c:v>891.15890000000002</c:v>
                </c:pt>
                <c:pt idx="7031">
                  <c:v>843.95559999999921</c:v>
                </c:pt>
                <c:pt idx="7032">
                  <c:v>773.87519999999938</c:v>
                </c:pt>
                <c:pt idx="7033">
                  <c:v>732.92340000000002</c:v>
                </c:pt>
                <c:pt idx="7034">
                  <c:v>818.28020000000004</c:v>
                </c:pt>
                <c:pt idx="7035">
                  <c:v>953.75840000000005</c:v>
                </c:pt>
                <c:pt idx="7036">
                  <c:v>987.59400000000005</c:v>
                </c:pt>
                <c:pt idx="7037">
                  <c:v>922.08480000000054</c:v>
                </c:pt>
                <c:pt idx="7038">
                  <c:v>903.41819999999996</c:v>
                </c:pt>
                <c:pt idx="7039">
                  <c:v>990.44090000000006</c:v>
                </c:pt>
                <c:pt idx="7040">
                  <c:v>1048.0139999999999</c:v>
                </c:pt>
                <c:pt idx="7041">
                  <c:v>1056.7919999999999</c:v>
                </c:pt>
                <c:pt idx="7042">
                  <c:v>1028.0509999999999</c:v>
                </c:pt>
                <c:pt idx="7043">
                  <c:v>982.54269999999906</c:v>
                </c:pt>
                <c:pt idx="7044">
                  <c:v>916.88850000000002</c:v>
                </c:pt>
                <c:pt idx="7045">
                  <c:v>867.28009999999995</c:v>
                </c:pt>
                <c:pt idx="7046">
                  <c:v>824.83509999999933</c:v>
                </c:pt>
                <c:pt idx="7047">
                  <c:v>786.9588</c:v>
                </c:pt>
                <c:pt idx="7048">
                  <c:v>762.85559999999907</c:v>
                </c:pt>
                <c:pt idx="7049">
                  <c:v>757.43719999999905</c:v>
                </c:pt>
                <c:pt idx="7050">
                  <c:v>757.93449999999996</c:v>
                </c:pt>
                <c:pt idx="7051">
                  <c:v>759.40779999999938</c:v>
                </c:pt>
                <c:pt idx="7052">
                  <c:v>754.00519999999949</c:v>
                </c:pt>
                <c:pt idx="7053">
                  <c:v>745.5883000000008</c:v>
                </c:pt>
                <c:pt idx="7054">
                  <c:v>735.1771</c:v>
                </c:pt>
                <c:pt idx="7055">
                  <c:v>719.4374999999992</c:v>
                </c:pt>
                <c:pt idx="7056">
                  <c:v>710.56989999999996</c:v>
                </c:pt>
                <c:pt idx="7057">
                  <c:v>710.72149999999999</c:v>
                </c:pt>
                <c:pt idx="7058">
                  <c:v>718.24869999999999</c:v>
                </c:pt>
                <c:pt idx="7059">
                  <c:v>723.14369999999997</c:v>
                </c:pt>
                <c:pt idx="7060">
                  <c:v>720.13679999999999</c:v>
                </c:pt>
                <c:pt idx="7061">
                  <c:v>720.12919999999997</c:v>
                </c:pt>
                <c:pt idx="7062">
                  <c:v>727.78660000000002</c:v>
                </c:pt>
                <c:pt idx="7063">
                  <c:v>743.20579999999995</c:v>
                </c:pt>
                <c:pt idx="7064">
                  <c:v>761.67470000000094</c:v>
                </c:pt>
                <c:pt idx="7065">
                  <c:v>788.64380000000051</c:v>
                </c:pt>
                <c:pt idx="7066">
                  <c:v>817.83539999999948</c:v>
                </c:pt>
                <c:pt idx="7067">
                  <c:v>866.01609999999948</c:v>
                </c:pt>
                <c:pt idx="7068">
                  <c:v>967.79360000000054</c:v>
                </c:pt>
                <c:pt idx="7069">
                  <c:v>1104.1129999999998</c:v>
                </c:pt>
                <c:pt idx="7070">
                  <c:v>1169.76</c:v>
                </c:pt>
                <c:pt idx="7071">
                  <c:v>1124.6599999999999</c:v>
                </c:pt>
                <c:pt idx="7072">
                  <c:v>1063.4849999999999</c:v>
                </c:pt>
                <c:pt idx="7073">
                  <c:v>1037.107</c:v>
                </c:pt>
                <c:pt idx="7074">
                  <c:v>1017.3309999999993</c:v>
                </c:pt>
                <c:pt idx="7075">
                  <c:v>990.49069999999949</c:v>
                </c:pt>
                <c:pt idx="7076">
                  <c:v>970.35339999999997</c:v>
                </c:pt>
                <c:pt idx="7077">
                  <c:v>965.79080000000067</c:v>
                </c:pt>
                <c:pt idx="7078">
                  <c:v>975.54819999999938</c:v>
                </c:pt>
                <c:pt idx="7079">
                  <c:v>1015.8440000000001</c:v>
                </c:pt>
                <c:pt idx="7080">
                  <c:v>1062.1579999999999</c:v>
                </c:pt>
                <c:pt idx="7081">
                  <c:v>1093.7839999999999</c:v>
                </c:pt>
                <c:pt idx="7082">
                  <c:v>1111.7060000000001</c:v>
                </c:pt>
                <c:pt idx="7083">
                  <c:v>1130.6849999999986</c:v>
                </c:pt>
                <c:pt idx="7084">
                  <c:v>1157.57</c:v>
                </c:pt>
                <c:pt idx="7085">
                  <c:v>1198.4670000000001</c:v>
                </c:pt>
                <c:pt idx="7086">
                  <c:v>1261.6009999999999</c:v>
                </c:pt>
                <c:pt idx="7087">
                  <c:v>1225.5809999999999</c:v>
                </c:pt>
                <c:pt idx="7088">
                  <c:v>1132.7239999999999</c:v>
                </c:pt>
                <c:pt idx="7089">
                  <c:v>1127.9080000000001</c:v>
                </c:pt>
                <c:pt idx="7090">
                  <c:v>1170.8699999999999</c:v>
                </c:pt>
                <c:pt idx="7091">
                  <c:v>1167.1579999999999</c:v>
                </c:pt>
                <c:pt idx="7092">
                  <c:v>1057.229</c:v>
                </c:pt>
                <c:pt idx="7093">
                  <c:v>901.43079999999998</c:v>
                </c:pt>
                <c:pt idx="7094">
                  <c:v>833.5502999999992</c:v>
                </c:pt>
                <c:pt idx="7095">
                  <c:v>827.20209999999997</c:v>
                </c:pt>
                <c:pt idx="7096">
                  <c:v>831.82569999999919</c:v>
                </c:pt>
                <c:pt idx="7097">
                  <c:v>852.41269999999906</c:v>
                </c:pt>
                <c:pt idx="7098">
                  <c:v>842.64649999999949</c:v>
                </c:pt>
                <c:pt idx="7099">
                  <c:v>785.42319999999938</c:v>
                </c:pt>
                <c:pt idx="7100">
                  <c:v>743.78140000000053</c:v>
                </c:pt>
                <c:pt idx="7101">
                  <c:v>718.63300000000004</c:v>
                </c:pt>
                <c:pt idx="7102">
                  <c:v>689.37259999999947</c:v>
                </c:pt>
                <c:pt idx="7103">
                  <c:v>652.80899999999997</c:v>
                </c:pt>
                <c:pt idx="7104">
                  <c:v>606.12459999999999</c:v>
                </c:pt>
                <c:pt idx="7105">
                  <c:v>587.40419999999949</c:v>
                </c:pt>
                <c:pt idx="7106">
                  <c:v>563.30619999999919</c:v>
                </c:pt>
                <c:pt idx="7107">
                  <c:v>538.45119999999906</c:v>
                </c:pt>
                <c:pt idx="7108">
                  <c:v>502.1404000000004</c:v>
                </c:pt>
                <c:pt idx="7109">
                  <c:v>480.84660000000002</c:v>
                </c:pt>
                <c:pt idx="7110">
                  <c:v>477.12099999999964</c:v>
                </c:pt>
                <c:pt idx="7111">
                  <c:v>476.42429999999968</c:v>
                </c:pt>
                <c:pt idx="7112">
                  <c:v>477.39149999999961</c:v>
                </c:pt>
                <c:pt idx="7113">
                  <c:v>481.20080000000002</c:v>
                </c:pt>
                <c:pt idx="7114">
                  <c:v>495.41860000000003</c:v>
                </c:pt>
                <c:pt idx="7115">
                  <c:v>538.5258</c:v>
                </c:pt>
                <c:pt idx="7116">
                  <c:v>591.69529999999997</c:v>
                </c:pt>
                <c:pt idx="7117">
                  <c:v>597.97919999999999</c:v>
                </c:pt>
                <c:pt idx="7118">
                  <c:v>549.76739999999938</c:v>
                </c:pt>
                <c:pt idx="7119">
                  <c:v>515.82360000000006</c:v>
                </c:pt>
                <c:pt idx="7120">
                  <c:v>516.84359999999947</c:v>
                </c:pt>
                <c:pt idx="7121">
                  <c:v>549.21579999999994</c:v>
                </c:pt>
                <c:pt idx="7122">
                  <c:v>617.22569999999996</c:v>
                </c:pt>
                <c:pt idx="7123">
                  <c:v>628.57539999999995</c:v>
                </c:pt>
                <c:pt idx="7124">
                  <c:v>559.58900000000051</c:v>
                </c:pt>
                <c:pt idx="7125">
                  <c:v>515.46159999999907</c:v>
                </c:pt>
                <c:pt idx="7126">
                  <c:v>484.79649999999936</c:v>
                </c:pt>
                <c:pt idx="7127">
                  <c:v>466.27149999999961</c:v>
                </c:pt>
                <c:pt idx="7128">
                  <c:v>461.86</c:v>
                </c:pt>
                <c:pt idx="7129">
                  <c:v>451.14359999999999</c:v>
                </c:pt>
                <c:pt idx="7130">
                  <c:v>446.48099999999954</c:v>
                </c:pt>
                <c:pt idx="7131">
                  <c:v>435.30520000000001</c:v>
                </c:pt>
                <c:pt idx="7132">
                  <c:v>418.54750000000001</c:v>
                </c:pt>
                <c:pt idx="7133">
                  <c:v>413.48749999999961</c:v>
                </c:pt>
                <c:pt idx="7134">
                  <c:v>401.09969999999993</c:v>
                </c:pt>
                <c:pt idx="7135">
                  <c:v>385.81880000000001</c:v>
                </c:pt>
                <c:pt idx="7136">
                  <c:v>368.97379999999936</c:v>
                </c:pt>
                <c:pt idx="7137">
                  <c:v>366.601</c:v>
                </c:pt>
                <c:pt idx="7138">
                  <c:v>348.89760000000001</c:v>
                </c:pt>
                <c:pt idx="7139">
                  <c:v>338.5908</c:v>
                </c:pt>
                <c:pt idx="7140">
                  <c:v>326.40969999999999</c:v>
                </c:pt>
                <c:pt idx="7141">
                  <c:v>322.4802999999996</c:v>
                </c:pt>
                <c:pt idx="7142">
                  <c:v>325.84559999999999</c:v>
                </c:pt>
                <c:pt idx="7143">
                  <c:v>313.37560000000002</c:v>
                </c:pt>
                <c:pt idx="7144">
                  <c:v>301.86279999999999</c:v>
                </c:pt>
                <c:pt idx="7145">
                  <c:v>299.13889999999969</c:v>
                </c:pt>
                <c:pt idx="7146">
                  <c:v>296.6173</c:v>
                </c:pt>
                <c:pt idx="7147">
                  <c:v>290.79649999999936</c:v>
                </c:pt>
                <c:pt idx="7148">
                  <c:v>285.33099999999968</c:v>
                </c:pt>
                <c:pt idx="7149">
                  <c:v>281.63299999999964</c:v>
                </c:pt>
                <c:pt idx="7150">
                  <c:v>280.68729999999999</c:v>
                </c:pt>
                <c:pt idx="7151">
                  <c:v>283.37129999999968</c:v>
                </c:pt>
                <c:pt idx="7152">
                  <c:v>281.96859999999936</c:v>
                </c:pt>
                <c:pt idx="7153">
                  <c:v>278.47799999999961</c:v>
                </c:pt>
                <c:pt idx="7154">
                  <c:v>295.28989999999999</c:v>
                </c:pt>
                <c:pt idx="7155">
                  <c:v>295.37079999999969</c:v>
                </c:pt>
                <c:pt idx="7156">
                  <c:v>292.63279999999969</c:v>
                </c:pt>
                <c:pt idx="7157">
                  <c:v>298.68920000000008</c:v>
                </c:pt>
                <c:pt idx="7158">
                  <c:v>298.16329999999999</c:v>
                </c:pt>
                <c:pt idx="7159">
                  <c:v>298.42419999999947</c:v>
                </c:pt>
                <c:pt idx="7160">
                  <c:v>297.90869999999961</c:v>
                </c:pt>
                <c:pt idx="7161">
                  <c:v>301.17720000000008</c:v>
                </c:pt>
                <c:pt idx="7162">
                  <c:v>301.30970000000002</c:v>
                </c:pt>
                <c:pt idx="7163">
                  <c:v>297.11329999999964</c:v>
                </c:pt>
                <c:pt idx="7164">
                  <c:v>303.26280000000008</c:v>
                </c:pt>
                <c:pt idx="7165">
                  <c:v>319.35129999999964</c:v>
                </c:pt>
                <c:pt idx="7166">
                  <c:v>329.42939999999953</c:v>
                </c:pt>
                <c:pt idx="7167">
                  <c:v>332.82979999999969</c:v>
                </c:pt>
                <c:pt idx="7168">
                  <c:v>335.27549999999968</c:v>
                </c:pt>
                <c:pt idx="7169">
                  <c:v>348.89589999999993</c:v>
                </c:pt>
                <c:pt idx="7170">
                  <c:v>379.31889999999999</c:v>
                </c:pt>
                <c:pt idx="7171">
                  <c:v>420.03209999999967</c:v>
                </c:pt>
                <c:pt idx="7172">
                  <c:v>435.81639999999953</c:v>
                </c:pt>
                <c:pt idx="7173">
                  <c:v>409.71140000000003</c:v>
                </c:pt>
                <c:pt idx="7174">
                  <c:v>390.26260000000002</c:v>
                </c:pt>
                <c:pt idx="7175">
                  <c:v>383.70429999999999</c:v>
                </c:pt>
                <c:pt idx="7176">
                  <c:v>380.22509999999954</c:v>
                </c:pt>
                <c:pt idx="7177">
                  <c:v>391.0958</c:v>
                </c:pt>
                <c:pt idx="7178">
                  <c:v>425.27539999999954</c:v>
                </c:pt>
                <c:pt idx="7179">
                  <c:v>446.60750000000002</c:v>
                </c:pt>
                <c:pt idx="7180">
                  <c:v>442.40780000000001</c:v>
                </c:pt>
                <c:pt idx="7181">
                  <c:v>461.178</c:v>
                </c:pt>
                <c:pt idx="7182">
                  <c:v>499.27910000000003</c:v>
                </c:pt>
                <c:pt idx="7183">
                  <c:v>526.8577999999992</c:v>
                </c:pt>
                <c:pt idx="7184">
                  <c:v>526.02639999999997</c:v>
                </c:pt>
                <c:pt idx="7185">
                  <c:v>517.30070000000001</c:v>
                </c:pt>
                <c:pt idx="7186">
                  <c:v>521.59</c:v>
                </c:pt>
                <c:pt idx="7187">
                  <c:v>519.52189999999996</c:v>
                </c:pt>
                <c:pt idx="7188">
                  <c:v>509.73019999999946</c:v>
                </c:pt>
                <c:pt idx="7189">
                  <c:v>518.67229999999938</c:v>
                </c:pt>
                <c:pt idx="7190">
                  <c:v>555.8079999999992</c:v>
                </c:pt>
                <c:pt idx="7191">
                  <c:v>624.08050000000003</c:v>
                </c:pt>
                <c:pt idx="7192">
                  <c:v>874.06919999999946</c:v>
                </c:pt>
                <c:pt idx="7193">
                  <c:v>1624.106</c:v>
                </c:pt>
                <c:pt idx="7194">
                  <c:v>2397.3100000000022</c:v>
                </c:pt>
                <c:pt idx="7195">
                  <c:v>2220.288999999997</c:v>
                </c:pt>
                <c:pt idx="7196">
                  <c:v>1549.4780000000001</c:v>
                </c:pt>
                <c:pt idx="7197">
                  <c:v>1364.923</c:v>
                </c:pt>
                <c:pt idx="7198">
                  <c:v>1459.0139999999999</c:v>
                </c:pt>
                <c:pt idx="7199">
                  <c:v>1565.759</c:v>
                </c:pt>
                <c:pt idx="7200">
                  <c:v>1769.9150000000011</c:v>
                </c:pt>
                <c:pt idx="7201">
                  <c:v>1928.229</c:v>
                </c:pt>
                <c:pt idx="7202">
                  <c:v>1962.145</c:v>
                </c:pt>
                <c:pt idx="7203">
                  <c:v>1809.607</c:v>
                </c:pt>
                <c:pt idx="7204">
                  <c:v>1567.51</c:v>
                </c:pt>
                <c:pt idx="7205">
                  <c:v>1410.386</c:v>
                </c:pt>
                <c:pt idx="7206">
                  <c:v>1328.1629999999998</c:v>
                </c:pt>
                <c:pt idx="7207">
                  <c:v>1245.4670000000001</c:v>
                </c:pt>
                <c:pt idx="7208">
                  <c:v>1175.6199999999999</c:v>
                </c:pt>
                <c:pt idx="7209">
                  <c:v>1111.6949999999986</c:v>
                </c:pt>
                <c:pt idx="7210">
                  <c:v>1053.922</c:v>
                </c:pt>
                <c:pt idx="7211">
                  <c:v>1006.072</c:v>
                </c:pt>
                <c:pt idx="7212">
                  <c:v>964.73159999999996</c:v>
                </c:pt>
                <c:pt idx="7213">
                  <c:v>971.64689999999996</c:v>
                </c:pt>
                <c:pt idx="7214">
                  <c:v>1089.846</c:v>
                </c:pt>
                <c:pt idx="7215">
                  <c:v>1244.229</c:v>
                </c:pt>
                <c:pt idx="7216">
                  <c:v>1244.018</c:v>
                </c:pt>
                <c:pt idx="7217">
                  <c:v>1076.886</c:v>
                </c:pt>
                <c:pt idx="7218">
                  <c:v>1021.712</c:v>
                </c:pt>
                <c:pt idx="7219">
                  <c:v>1026.58</c:v>
                </c:pt>
                <c:pt idx="7220">
                  <c:v>1033.6299999999999</c:v>
                </c:pt>
                <c:pt idx="7221">
                  <c:v>1064.8399999999999</c:v>
                </c:pt>
                <c:pt idx="7222">
                  <c:v>1130.9460000000001</c:v>
                </c:pt>
                <c:pt idx="7223">
                  <c:v>1238.8919999999998</c:v>
                </c:pt>
                <c:pt idx="7224">
                  <c:v>1493.047</c:v>
                </c:pt>
                <c:pt idx="7225">
                  <c:v>1735.058</c:v>
                </c:pt>
                <c:pt idx="7226">
                  <c:v>1803.51</c:v>
                </c:pt>
                <c:pt idx="7227">
                  <c:v>1699.318</c:v>
                </c:pt>
                <c:pt idx="7228">
                  <c:v>1613.049</c:v>
                </c:pt>
                <c:pt idx="7229">
                  <c:v>1565.779</c:v>
                </c:pt>
                <c:pt idx="7230">
                  <c:v>1551.0619999999999</c:v>
                </c:pt>
                <c:pt idx="7231">
                  <c:v>1533.4839999999999</c:v>
                </c:pt>
                <c:pt idx="7232">
                  <c:v>1494.0929999999998</c:v>
                </c:pt>
                <c:pt idx="7233">
                  <c:v>1434.3</c:v>
                </c:pt>
                <c:pt idx="7234">
                  <c:v>1356.8139999999999</c:v>
                </c:pt>
                <c:pt idx="7235">
                  <c:v>1262.626</c:v>
                </c:pt>
                <c:pt idx="7236">
                  <c:v>1171.8719999999998</c:v>
                </c:pt>
                <c:pt idx="7237">
                  <c:v>1100.058</c:v>
                </c:pt>
                <c:pt idx="7238">
                  <c:v>1049.1799999999998</c:v>
                </c:pt>
                <c:pt idx="7239">
                  <c:v>1016.504</c:v>
                </c:pt>
                <c:pt idx="7240">
                  <c:v>987.59969999999998</c:v>
                </c:pt>
                <c:pt idx="7241">
                  <c:v>961.38530000000003</c:v>
                </c:pt>
                <c:pt idx="7242">
                  <c:v>935.71550000000002</c:v>
                </c:pt>
                <c:pt idx="7243">
                  <c:v>906.17850000000055</c:v>
                </c:pt>
                <c:pt idx="7244">
                  <c:v>882.47029999999938</c:v>
                </c:pt>
                <c:pt idx="7245">
                  <c:v>859.24360000000001</c:v>
                </c:pt>
                <c:pt idx="7246">
                  <c:v>840.47069999999997</c:v>
                </c:pt>
                <c:pt idx="7247">
                  <c:v>825.49329999999998</c:v>
                </c:pt>
                <c:pt idx="7248">
                  <c:v>816.39499999999998</c:v>
                </c:pt>
                <c:pt idx="7249">
                  <c:v>809.68020000000001</c:v>
                </c:pt>
                <c:pt idx="7250">
                  <c:v>797.98840000000052</c:v>
                </c:pt>
                <c:pt idx="7251">
                  <c:v>786.18740000000003</c:v>
                </c:pt>
                <c:pt idx="7252">
                  <c:v>777.68060000000003</c:v>
                </c:pt>
                <c:pt idx="7253">
                  <c:v>768.06539999999939</c:v>
                </c:pt>
                <c:pt idx="7254">
                  <c:v>757.87239999999997</c:v>
                </c:pt>
                <c:pt idx="7255">
                  <c:v>748.28820000000053</c:v>
                </c:pt>
                <c:pt idx="7256">
                  <c:v>739.66030000000001</c:v>
                </c:pt>
                <c:pt idx="7257">
                  <c:v>738.4492999999992</c:v>
                </c:pt>
                <c:pt idx="7258">
                  <c:v>748.87670000000003</c:v>
                </c:pt>
                <c:pt idx="7259">
                  <c:v>779.80889999999999</c:v>
                </c:pt>
                <c:pt idx="7260">
                  <c:v>803.0656999999992</c:v>
                </c:pt>
                <c:pt idx="7261">
                  <c:v>821.16</c:v>
                </c:pt>
                <c:pt idx="7262">
                  <c:v>810.71810000000005</c:v>
                </c:pt>
                <c:pt idx="7263">
                  <c:v>777.19129999999996</c:v>
                </c:pt>
                <c:pt idx="7264">
                  <c:v>743.52440000000001</c:v>
                </c:pt>
                <c:pt idx="7265">
                  <c:v>731.91159999999934</c:v>
                </c:pt>
                <c:pt idx="7266">
                  <c:v>719.53599999999949</c:v>
                </c:pt>
                <c:pt idx="7267">
                  <c:v>713.49680000000001</c:v>
                </c:pt>
                <c:pt idx="7268">
                  <c:v>708.63980000000004</c:v>
                </c:pt>
                <c:pt idx="7269">
                  <c:v>704.52119999999934</c:v>
                </c:pt>
                <c:pt idx="7270">
                  <c:v>698.5779</c:v>
                </c:pt>
                <c:pt idx="7271">
                  <c:v>690.20970000000068</c:v>
                </c:pt>
                <c:pt idx="7272">
                  <c:v>681.32549999999947</c:v>
                </c:pt>
                <c:pt idx="7273">
                  <c:v>668.41639999999938</c:v>
                </c:pt>
                <c:pt idx="7274">
                  <c:v>656.34879999999998</c:v>
                </c:pt>
                <c:pt idx="7275">
                  <c:v>646.71450000000004</c:v>
                </c:pt>
                <c:pt idx="7276">
                  <c:v>637.70039999999995</c:v>
                </c:pt>
                <c:pt idx="7277">
                  <c:v>628.80459999999948</c:v>
                </c:pt>
                <c:pt idx="7278">
                  <c:v>620.59360000000004</c:v>
                </c:pt>
                <c:pt idx="7279">
                  <c:v>628.23030000000051</c:v>
                </c:pt>
                <c:pt idx="7280">
                  <c:v>644.40549999999996</c:v>
                </c:pt>
                <c:pt idx="7281">
                  <c:v>642.48329999999999</c:v>
                </c:pt>
                <c:pt idx="7282">
                  <c:v>628.4320999999992</c:v>
                </c:pt>
                <c:pt idx="7283">
                  <c:v>632.42109999999946</c:v>
                </c:pt>
                <c:pt idx="7284">
                  <c:v>660.06949999999949</c:v>
                </c:pt>
                <c:pt idx="7285">
                  <c:v>660.28769999999997</c:v>
                </c:pt>
                <c:pt idx="7286">
                  <c:v>649.07529999999997</c:v>
                </c:pt>
                <c:pt idx="7287">
                  <c:v>641.25440000000003</c:v>
                </c:pt>
                <c:pt idx="7288">
                  <c:v>629.36439999999948</c:v>
                </c:pt>
                <c:pt idx="7289">
                  <c:v>611.77640000000054</c:v>
                </c:pt>
                <c:pt idx="7290">
                  <c:v>598.72919999999999</c:v>
                </c:pt>
                <c:pt idx="7291">
                  <c:v>593.49699999999996</c:v>
                </c:pt>
                <c:pt idx="7292">
                  <c:v>587.83689999999933</c:v>
                </c:pt>
                <c:pt idx="7293">
                  <c:v>580.88759999999934</c:v>
                </c:pt>
                <c:pt idx="7294">
                  <c:v>575.80549999999948</c:v>
                </c:pt>
                <c:pt idx="7295">
                  <c:v>571.12270000000001</c:v>
                </c:pt>
                <c:pt idx="7296">
                  <c:v>566.32449999999949</c:v>
                </c:pt>
                <c:pt idx="7297">
                  <c:v>561.49170000000004</c:v>
                </c:pt>
                <c:pt idx="7298">
                  <c:v>557.37480000000005</c:v>
                </c:pt>
                <c:pt idx="7299">
                  <c:v>551.3433</c:v>
                </c:pt>
                <c:pt idx="7300">
                  <c:v>547.02300000000002</c:v>
                </c:pt>
                <c:pt idx="7301">
                  <c:v>536.07980000000055</c:v>
                </c:pt>
                <c:pt idx="7302">
                  <c:v>526.07169999999996</c:v>
                </c:pt>
                <c:pt idx="7303">
                  <c:v>518.55050000000006</c:v>
                </c:pt>
                <c:pt idx="7304">
                  <c:v>514.56819999999948</c:v>
                </c:pt>
                <c:pt idx="7305">
                  <c:v>510.05790000000002</c:v>
                </c:pt>
                <c:pt idx="7306">
                  <c:v>506.05040000000002</c:v>
                </c:pt>
                <c:pt idx="7307">
                  <c:v>494.92380000000003</c:v>
                </c:pt>
                <c:pt idx="7308">
                  <c:v>486.34140000000002</c:v>
                </c:pt>
                <c:pt idx="7309">
                  <c:v>483.39089999999999</c:v>
                </c:pt>
                <c:pt idx="7310">
                  <c:v>478.5913999999994</c:v>
                </c:pt>
                <c:pt idx="7311">
                  <c:v>470.21789999999999</c:v>
                </c:pt>
                <c:pt idx="7312">
                  <c:v>462.52509999999961</c:v>
                </c:pt>
                <c:pt idx="7313">
                  <c:v>455.77099999999967</c:v>
                </c:pt>
                <c:pt idx="7314">
                  <c:v>451.46159999999935</c:v>
                </c:pt>
                <c:pt idx="7315">
                  <c:v>449.87689999999969</c:v>
                </c:pt>
                <c:pt idx="7316">
                  <c:v>450.6157</c:v>
                </c:pt>
                <c:pt idx="7317">
                  <c:v>468.43709999999953</c:v>
                </c:pt>
                <c:pt idx="7318">
                  <c:v>500.28299999999967</c:v>
                </c:pt>
                <c:pt idx="7319">
                  <c:v>526.24440000000004</c:v>
                </c:pt>
                <c:pt idx="7320">
                  <c:v>527.77200000000005</c:v>
                </c:pt>
                <c:pt idx="7321">
                  <c:v>568.12480000000005</c:v>
                </c:pt>
                <c:pt idx="7322">
                  <c:v>567.21450000000004</c:v>
                </c:pt>
                <c:pt idx="7323">
                  <c:v>540.38019999999949</c:v>
                </c:pt>
                <c:pt idx="7324">
                  <c:v>499.3777</c:v>
                </c:pt>
                <c:pt idx="7325">
                  <c:v>493.76509999999968</c:v>
                </c:pt>
                <c:pt idx="7326">
                  <c:v>494.39309999999961</c:v>
                </c:pt>
                <c:pt idx="7327">
                  <c:v>488.24020000000002</c:v>
                </c:pt>
                <c:pt idx="7328">
                  <c:v>472.0652</c:v>
                </c:pt>
                <c:pt idx="7329">
                  <c:v>467.65559999999999</c:v>
                </c:pt>
                <c:pt idx="7330">
                  <c:v>463.96879999999953</c:v>
                </c:pt>
                <c:pt idx="7331">
                  <c:v>459.49549999999954</c:v>
                </c:pt>
                <c:pt idx="7332">
                  <c:v>456.4734999999996</c:v>
                </c:pt>
                <c:pt idx="7333">
                  <c:v>458.84870000000001</c:v>
                </c:pt>
                <c:pt idx="7334">
                  <c:v>461.23639999999932</c:v>
                </c:pt>
                <c:pt idx="7335">
                  <c:v>462.1902</c:v>
                </c:pt>
                <c:pt idx="7336">
                  <c:v>464.7636</c:v>
                </c:pt>
                <c:pt idx="7337">
                  <c:v>469.2978</c:v>
                </c:pt>
                <c:pt idx="7338">
                  <c:v>471.26009999999968</c:v>
                </c:pt>
                <c:pt idx="7339">
                  <c:v>468.00629999999961</c:v>
                </c:pt>
                <c:pt idx="7340">
                  <c:v>456.8698000000004</c:v>
                </c:pt>
                <c:pt idx="7341">
                  <c:v>444.02260000000001</c:v>
                </c:pt>
                <c:pt idx="7342">
                  <c:v>430.77269999999999</c:v>
                </c:pt>
                <c:pt idx="7343">
                  <c:v>421.05250000000001</c:v>
                </c:pt>
                <c:pt idx="7344">
                  <c:v>414.89729999999969</c:v>
                </c:pt>
                <c:pt idx="7345">
                  <c:v>406.5256</c:v>
                </c:pt>
                <c:pt idx="7346">
                  <c:v>398.3605</c:v>
                </c:pt>
                <c:pt idx="7347">
                  <c:v>407.16680000000002</c:v>
                </c:pt>
                <c:pt idx="7348">
                  <c:v>405.73329999999953</c:v>
                </c:pt>
                <c:pt idx="7349">
                  <c:v>404.24250000000001</c:v>
                </c:pt>
                <c:pt idx="7350">
                  <c:v>407.48819999999932</c:v>
                </c:pt>
                <c:pt idx="7351">
                  <c:v>416.33569999999969</c:v>
                </c:pt>
                <c:pt idx="7352">
                  <c:v>411.81470000000002</c:v>
                </c:pt>
                <c:pt idx="7353">
                  <c:v>397.2482</c:v>
                </c:pt>
                <c:pt idx="7354">
                  <c:v>385.40469999999999</c:v>
                </c:pt>
                <c:pt idx="7355">
                  <c:v>378.4547</c:v>
                </c:pt>
                <c:pt idx="7356">
                  <c:v>373.1798000000004</c:v>
                </c:pt>
                <c:pt idx="7357">
                  <c:v>368.03160000000003</c:v>
                </c:pt>
                <c:pt idx="7358">
                  <c:v>362.63839999999954</c:v>
                </c:pt>
                <c:pt idx="7359">
                  <c:v>359.05540000000002</c:v>
                </c:pt>
                <c:pt idx="7360">
                  <c:v>355.95030000000003</c:v>
                </c:pt>
                <c:pt idx="7361">
                  <c:v>352.40369999999967</c:v>
                </c:pt>
                <c:pt idx="7362">
                  <c:v>349.0872</c:v>
                </c:pt>
                <c:pt idx="7363">
                  <c:v>346.2099</c:v>
                </c:pt>
                <c:pt idx="7364">
                  <c:v>344.08920000000001</c:v>
                </c:pt>
                <c:pt idx="7365">
                  <c:v>342.8888</c:v>
                </c:pt>
                <c:pt idx="7366">
                  <c:v>341.74770000000001</c:v>
                </c:pt>
                <c:pt idx="7367">
                  <c:v>341.44819999999953</c:v>
                </c:pt>
                <c:pt idx="7368">
                  <c:v>342.83099999999968</c:v>
                </c:pt>
                <c:pt idx="7369">
                  <c:v>345.17529999999999</c:v>
                </c:pt>
                <c:pt idx="7370">
                  <c:v>344.81189999999964</c:v>
                </c:pt>
                <c:pt idx="7371">
                  <c:v>342.18619999999953</c:v>
                </c:pt>
                <c:pt idx="7372">
                  <c:v>338.60969999999998</c:v>
                </c:pt>
                <c:pt idx="7373">
                  <c:v>333.85840000000002</c:v>
                </c:pt>
                <c:pt idx="7374">
                  <c:v>327.96879999999953</c:v>
                </c:pt>
                <c:pt idx="7375">
                  <c:v>323.36470000000008</c:v>
                </c:pt>
                <c:pt idx="7376">
                  <c:v>325.93329999999935</c:v>
                </c:pt>
                <c:pt idx="7377">
                  <c:v>328.20929999999993</c:v>
                </c:pt>
                <c:pt idx="7378">
                  <c:v>324.84750000000008</c:v>
                </c:pt>
                <c:pt idx="7379">
                  <c:v>325.32190000000003</c:v>
                </c:pt>
                <c:pt idx="7380">
                  <c:v>358.60039999999969</c:v>
                </c:pt>
                <c:pt idx="7381">
                  <c:v>367.24529999999999</c:v>
                </c:pt>
                <c:pt idx="7382">
                  <c:v>358.7259999999996</c:v>
                </c:pt>
                <c:pt idx="7383">
                  <c:v>341.7114999999996</c:v>
                </c:pt>
                <c:pt idx="7384">
                  <c:v>331.82599999999968</c:v>
                </c:pt>
                <c:pt idx="7385">
                  <c:v>322.3494000000004</c:v>
                </c:pt>
                <c:pt idx="7386">
                  <c:v>317.25629999999961</c:v>
                </c:pt>
                <c:pt idx="7387">
                  <c:v>317.55309999999969</c:v>
                </c:pt>
                <c:pt idx="7388">
                  <c:v>320.7097</c:v>
                </c:pt>
                <c:pt idx="7389">
                  <c:v>326.5009</c:v>
                </c:pt>
                <c:pt idx="7390">
                  <c:v>334.29609999999934</c:v>
                </c:pt>
                <c:pt idx="7391">
                  <c:v>340.69459999999964</c:v>
                </c:pt>
                <c:pt idx="7392">
                  <c:v>344.60840000000002</c:v>
                </c:pt>
                <c:pt idx="7393">
                  <c:v>346.99329999999935</c:v>
                </c:pt>
                <c:pt idx="7394">
                  <c:v>346.96109999999953</c:v>
                </c:pt>
                <c:pt idx="7395">
                  <c:v>340.33349999999967</c:v>
                </c:pt>
                <c:pt idx="7396">
                  <c:v>316.00629999999961</c:v>
                </c:pt>
                <c:pt idx="7397">
                  <c:v>279.6669</c:v>
                </c:pt>
                <c:pt idx="7398">
                  <c:v>268.22569999999968</c:v>
                </c:pt>
                <c:pt idx="7399">
                  <c:v>259.6173</c:v>
                </c:pt>
                <c:pt idx="7400">
                  <c:v>260.5224</c:v>
                </c:pt>
                <c:pt idx="7401">
                  <c:v>262.7552</c:v>
                </c:pt>
                <c:pt idx="7402">
                  <c:v>263.33329999999961</c:v>
                </c:pt>
                <c:pt idx="7403">
                  <c:v>262.06920000000002</c:v>
                </c:pt>
                <c:pt idx="7404">
                  <c:v>257.41539999999935</c:v>
                </c:pt>
                <c:pt idx="7405">
                  <c:v>249.46180000000001</c:v>
                </c:pt>
                <c:pt idx="7406">
                  <c:v>245.64529999999999</c:v>
                </c:pt>
                <c:pt idx="7407">
                  <c:v>241.34280000000001</c:v>
                </c:pt>
                <c:pt idx="7408">
                  <c:v>243.70519999999999</c:v>
                </c:pt>
                <c:pt idx="7409">
                  <c:v>248.08180000000004</c:v>
                </c:pt>
                <c:pt idx="7410">
                  <c:v>239.16919999999999</c:v>
                </c:pt>
                <c:pt idx="7411">
                  <c:v>228.6927</c:v>
                </c:pt>
                <c:pt idx="7412">
                  <c:v>228.27019999999999</c:v>
                </c:pt>
                <c:pt idx="7413">
                  <c:v>232.00820000000004</c:v>
                </c:pt>
                <c:pt idx="7414">
                  <c:v>235.0925</c:v>
                </c:pt>
                <c:pt idx="7415">
                  <c:v>235.32880000000017</c:v>
                </c:pt>
                <c:pt idx="7416">
                  <c:v>229.3468</c:v>
                </c:pt>
                <c:pt idx="7417">
                  <c:v>219.76069999999999</c:v>
                </c:pt>
                <c:pt idx="7418">
                  <c:v>214.41120000000001</c:v>
                </c:pt>
                <c:pt idx="7419">
                  <c:v>214.27809999999999</c:v>
                </c:pt>
                <c:pt idx="7420">
                  <c:v>213.80520000000001</c:v>
                </c:pt>
                <c:pt idx="7421">
                  <c:v>211.8193</c:v>
                </c:pt>
                <c:pt idx="7422">
                  <c:v>212.6909</c:v>
                </c:pt>
                <c:pt idx="7423">
                  <c:v>208.79250000000002</c:v>
                </c:pt>
                <c:pt idx="7424">
                  <c:v>203.08510000000001</c:v>
                </c:pt>
                <c:pt idx="7425">
                  <c:v>205.1557</c:v>
                </c:pt>
                <c:pt idx="7426">
                  <c:v>209.33790000000016</c:v>
                </c:pt>
                <c:pt idx="7427">
                  <c:v>212.21909999999983</c:v>
                </c:pt>
                <c:pt idx="7428">
                  <c:v>213.84690000000001</c:v>
                </c:pt>
                <c:pt idx="7429">
                  <c:v>217.815</c:v>
                </c:pt>
                <c:pt idx="7430">
                  <c:v>220.471</c:v>
                </c:pt>
                <c:pt idx="7431">
                  <c:v>228.7079</c:v>
                </c:pt>
                <c:pt idx="7432">
                  <c:v>244.71559999999982</c:v>
                </c:pt>
                <c:pt idx="7433">
                  <c:v>323.36709999999999</c:v>
                </c:pt>
                <c:pt idx="7434">
                  <c:v>579.01589999999999</c:v>
                </c:pt>
                <c:pt idx="7435">
                  <c:v>898.94009999999946</c:v>
                </c:pt>
                <c:pt idx="7436">
                  <c:v>930.00810000000001</c:v>
                </c:pt>
                <c:pt idx="7437">
                  <c:v>688.68259999999998</c:v>
                </c:pt>
                <c:pt idx="7438">
                  <c:v>579.11829999999998</c:v>
                </c:pt>
                <c:pt idx="7439">
                  <c:v>601.66999999999996</c:v>
                </c:pt>
                <c:pt idx="7440">
                  <c:v>557.91769999999906</c:v>
                </c:pt>
                <c:pt idx="7441">
                  <c:v>517.03800000000001</c:v>
                </c:pt>
                <c:pt idx="7442">
                  <c:v>500.09049999999968</c:v>
                </c:pt>
                <c:pt idx="7443">
                  <c:v>484.47829999999954</c:v>
                </c:pt>
                <c:pt idx="7444">
                  <c:v>464.702</c:v>
                </c:pt>
                <c:pt idx="7445">
                  <c:v>445.56119999999953</c:v>
                </c:pt>
                <c:pt idx="7446">
                  <c:v>433.02209999999968</c:v>
                </c:pt>
                <c:pt idx="7447">
                  <c:v>421.04250000000002</c:v>
                </c:pt>
                <c:pt idx="7448">
                  <c:v>414.78629999999936</c:v>
                </c:pt>
                <c:pt idx="7449">
                  <c:v>410.18629999999968</c:v>
                </c:pt>
                <c:pt idx="7450">
                  <c:v>406.61250000000001</c:v>
                </c:pt>
                <c:pt idx="7451">
                  <c:v>394.76639999999935</c:v>
                </c:pt>
                <c:pt idx="7452">
                  <c:v>384.9708</c:v>
                </c:pt>
                <c:pt idx="7453">
                  <c:v>387.24349999999993</c:v>
                </c:pt>
                <c:pt idx="7454">
                  <c:v>384.84550000000002</c:v>
                </c:pt>
                <c:pt idx="7455">
                  <c:v>381.27940000000001</c:v>
                </c:pt>
                <c:pt idx="7456">
                  <c:v>385.79129999999935</c:v>
                </c:pt>
                <c:pt idx="7457">
                  <c:v>395.51760000000002</c:v>
                </c:pt>
                <c:pt idx="7458">
                  <c:v>373.30250000000001</c:v>
                </c:pt>
                <c:pt idx="7459">
                  <c:v>320.79169999999954</c:v>
                </c:pt>
                <c:pt idx="7460">
                  <c:v>292.51990000000001</c:v>
                </c:pt>
                <c:pt idx="7461">
                  <c:v>290.36470000000008</c:v>
                </c:pt>
                <c:pt idx="7462">
                  <c:v>291.12670000000003</c:v>
                </c:pt>
                <c:pt idx="7463">
                  <c:v>288.59009999999961</c:v>
                </c:pt>
                <c:pt idx="7464">
                  <c:v>281.55259999999993</c:v>
                </c:pt>
                <c:pt idx="7465">
                  <c:v>271.6112</c:v>
                </c:pt>
                <c:pt idx="7466">
                  <c:v>262.5804</c:v>
                </c:pt>
                <c:pt idx="7467">
                  <c:v>256.7038</c:v>
                </c:pt>
                <c:pt idx="7468">
                  <c:v>251.1679</c:v>
                </c:pt>
                <c:pt idx="7469">
                  <c:v>243.01469999999998</c:v>
                </c:pt>
                <c:pt idx="7470">
                  <c:v>234.38310000000001</c:v>
                </c:pt>
                <c:pt idx="7471">
                  <c:v>242.72030000000001</c:v>
                </c:pt>
                <c:pt idx="7472">
                  <c:v>272.6275</c:v>
                </c:pt>
                <c:pt idx="7473">
                  <c:v>308.78069999999968</c:v>
                </c:pt>
                <c:pt idx="7474">
                  <c:v>318.46689999999961</c:v>
                </c:pt>
                <c:pt idx="7475">
                  <c:v>305.3039</c:v>
                </c:pt>
                <c:pt idx="7476">
                  <c:v>296.64339999999999</c:v>
                </c:pt>
                <c:pt idx="7477">
                  <c:v>290.11509999999993</c:v>
                </c:pt>
                <c:pt idx="7478">
                  <c:v>290.22770000000003</c:v>
                </c:pt>
                <c:pt idx="7479">
                  <c:v>292.42229999999961</c:v>
                </c:pt>
                <c:pt idx="7480">
                  <c:v>307.70229999999964</c:v>
                </c:pt>
                <c:pt idx="7481">
                  <c:v>305.80689999999993</c:v>
                </c:pt>
                <c:pt idx="7482">
                  <c:v>290.89940000000001</c:v>
                </c:pt>
                <c:pt idx="7483">
                  <c:v>266.25029999999964</c:v>
                </c:pt>
                <c:pt idx="7484">
                  <c:v>242.4393</c:v>
                </c:pt>
                <c:pt idx="7485">
                  <c:v>230.57300000000001</c:v>
                </c:pt>
                <c:pt idx="7486">
                  <c:v>222.8237</c:v>
                </c:pt>
                <c:pt idx="7487">
                  <c:v>209.79909999999998</c:v>
                </c:pt>
                <c:pt idx="7488">
                  <c:v>193.96040000000016</c:v>
                </c:pt>
                <c:pt idx="7489">
                  <c:v>183.66389999999998</c:v>
                </c:pt>
                <c:pt idx="7490">
                  <c:v>186.9759</c:v>
                </c:pt>
                <c:pt idx="7491">
                  <c:v>186.25299999999999</c:v>
                </c:pt>
                <c:pt idx="7492">
                  <c:v>183.88010000000017</c:v>
                </c:pt>
                <c:pt idx="7493">
                  <c:v>179.1652</c:v>
                </c:pt>
                <c:pt idx="7494">
                  <c:v>179.27479999999983</c:v>
                </c:pt>
                <c:pt idx="7495">
                  <c:v>181.10679999999999</c:v>
                </c:pt>
                <c:pt idx="7496">
                  <c:v>178.89410000000001</c:v>
                </c:pt>
                <c:pt idx="7497">
                  <c:v>176.14979999999983</c:v>
                </c:pt>
                <c:pt idx="7498">
                  <c:v>175.06030000000001</c:v>
                </c:pt>
                <c:pt idx="7499">
                  <c:v>172.96230000000017</c:v>
                </c:pt>
                <c:pt idx="7500">
                  <c:v>171.2542</c:v>
                </c:pt>
                <c:pt idx="7501">
                  <c:v>173.17079999999999</c:v>
                </c:pt>
                <c:pt idx="7502">
                  <c:v>175.1885</c:v>
                </c:pt>
                <c:pt idx="7503">
                  <c:v>175.1926</c:v>
                </c:pt>
                <c:pt idx="7504">
                  <c:v>173.78399999999999</c:v>
                </c:pt>
                <c:pt idx="7505">
                  <c:v>173.18780000000001</c:v>
                </c:pt>
                <c:pt idx="7506">
                  <c:v>172.60429999999999</c:v>
                </c:pt>
                <c:pt idx="7507">
                  <c:v>174.1617</c:v>
                </c:pt>
                <c:pt idx="7508">
                  <c:v>178.3098</c:v>
                </c:pt>
                <c:pt idx="7509">
                  <c:v>180.62540000000001</c:v>
                </c:pt>
                <c:pt idx="7510">
                  <c:v>180.39500000000001</c:v>
                </c:pt>
                <c:pt idx="7511">
                  <c:v>177.96810000000016</c:v>
                </c:pt>
                <c:pt idx="7512">
                  <c:v>175.19409999999999</c:v>
                </c:pt>
                <c:pt idx="7513">
                  <c:v>171.3955</c:v>
                </c:pt>
                <c:pt idx="7514">
                  <c:v>171.97309999999999</c:v>
                </c:pt>
                <c:pt idx="7515">
                  <c:v>177.95290000000017</c:v>
                </c:pt>
                <c:pt idx="7516">
                  <c:v>173.44489999999999</c:v>
                </c:pt>
                <c:pt idx="7517">
                  <c:v>178.06880000000001</c:v>
                </c:pt>
                <c:pt idx="7518">
                  <c:v>170.5471</c:v>
                </c:pt>
                <c:pt idx="7519">
                  <c:v>178.07069999999999</c:v>
                </c:pt>
                <c:pt idx="7520">
                  <c:v>185.64579999999998</c:v>
                </c:pt>
                <c:pt idx="7521">
                  <c:v>202.20299999999997</c:v>
                </c:pt>
                <c:pt idx="7522">
                  <c:v>198.595</c:v>
                </c:pt>
                <c:pt idx="7523">
                  <c:v>184.47900000000001</c:v>
                </c:pt>
                <c:pt idx="7524">
                  <c:v>185.36210000000017</c:v>
                </c:pt>
                <c:pt idx="7525">
                  <c:v>188.18830000000017</c:v>
                </c:pt>
                <c:pt idx="7526">
                  <c:v>187.51850000000002</c:v>
                </c:pt>
                <c:pt idx="7527">
                  <c:v>194.39290000000017</c:v>
                </c:pt>
                <c:pt idx="7528">
                  <c:v>211.74549999999999</c:v>
                </c:pt>
                <c:pt idx="7529">
                  <c:v>222.80810000000017</c:v>
                </c:pt>
                <c:pt idx="7530">
                  <c:v>222.14589999999998</c:v>
                </c:pt>
                <c:pt idx="7531">
                  <c:v>225.66750000000002</c:v>
                </c:pt>
                <c:pt idx="7532">
                  <c:v>226.07259999999999</c:v>
                </c:pt>
                <c:pt idx="7533">
                  <c:v>224.75630000000001</c:v>
                </c:pt>
                <c:pt idx="7534">
                  <c:v>223.67689999999999</c:v>
                </c:pt>
                <c:pt idx="7535">
                  <c:v>229.80369999999999</c:v>
                </c:pt>
                <c:pt idx="7536">
                  <c:v>234.82880000000017</c:v>
                </c:pt>
                <c:pt idx="7537">
                  <c:v>228.61319999999998</c:v>
                </c:pt>
                <c:pt idx="7538">
                  <c:v>226.84800000000001</c:v>
                </c:pt>
                <c:pt idx="7539">
                  <c:v>225.87780000000001</c:v>
                </c:pt>
                <c:pt idx="7540">
                  <c:v>226.48010000000016</c:v>
                </c:pt>
                <c:pt idx="7541">
                  <c:v>224.82490000000001</c:v>
                </c:pt>
                <c:pt idx="7542">
                  <c:v>230.66750000000002</c:v>
                </c:pt>
                <c:pt idx="7543">
                  <c:v>243.90350000000001</c:v>
                </c:pt>
                <c:pt idx="7544">
                  <c:v>243.1893</c:v>
                </c:pt>
                <c:pt idx="7545">
                  <c:v>240.67089999999999</c:v>
                </c:pt>
                <c:pt idx="7546">
                  <c:v>237.70319999999998</c:v>
                </c:pt>
                <c:pt idx="7547">
                  <c:v>243.81730000000007</c:v>
                </c:pt>
                <c:pt idx="7548">
                  <c:v>321.12869999999964</c:v>
                </c:pt>
                <c:pt idx="7549">
                  <c:v>420.97649999999953</c:v>
                </c:pt>
                <c:pt idx="7550">
                  <c:v>556.17510000000004</c:v>
                </c:pt>
                <c:pt idx="7551">
                  <c:v>601.57780000000002</c:v>
                </c:pt>
                <c:pt idx="7552">
                  <c:v>563.48320000000001</c:v>
                </c:pt>
                <c:pt idx="7553">
                  <c:v>567.97799999999938</c:v>
                </c:pt>
                <c:pt idx="7554">
                  <c:v>685.86759999999879</c:v>
                </c:pt>
                <c:pt idx="7555">
                  <c:v>886.13430000000005</c:v>
                </c:pt>
                <c:pt idx="7556">
                  <c:v>994.78150000000005</c:v>
                </c:pt>
                <c:pt idx="7557">
                  <c:v>938.98979999999995</c:v>
                </c:pt>
                <c:pt idx="7558">
                  <c:v>829.80359999999996</c:v>
                </c:pt>
                <c:pt idx="7559">
                  <c:v>818.20429999999999</c:v>
                </c:pt>
                <c:pt idx="7560">
                  <c:v>852.27950000000055</c:v>
                </c:pt>
                <c:pt idx="7561">
                  <c:v>849.40869999999938</c:v>
                </c:pt>
                <c:pt idx="7562">
                  <c:v>821.77250000000004</c:v>
                </c:pt>
                <c:pt idx="7563">
                  <c:v>811.57809999999995</c:v>
                </c:pt>
                <c:pt idx="7564">
                  <c:v>797.22439999999995</c:v>
                </c:pt>
                <c:pt idx="7565">
                  <c:v>763.34379999999999</c:v>
                </c:pt>
                <c:pt idx="7566">
                  <c:v>734.49380000000053</c:v>
                </c:pt>
                <c:pt idx="7567">
                  <c:v>709.92649999999946</c:v>
                </c:pt>
                <c:pt idx="7568">
                  <c:v>689.68820000000005</c:v>
                </c:pt>
                <c:pt idx="7569">
                  <c:v>675.48170000000005</c:v>
                </c:pt>
                <c:pt idx="7570">
                  <c:v>684.55409999999949</c:v>
                </c:pt>
                <c:pt idx="7571">
                  <c:v>678.61850000000004</c:v>
                </c:pt>
                <c:pt idx="7572">
                  <c:v>668.10820000000001</c:v>
                </c:pt>
                <c:pt idx="7573">
                  <c:v>659.10340000000053</c:v>
                </c:pt>
                <c:pt idx="7574">
                  <c:v>662.31019999999921</c:v>
                </c:pt>
                <c:pt idx="7575">
                  <c:v>777.51819999999998</c:v>
                </c:pt>
                <c:pt idx="7576">
                  <c:v>1246.4470000000001</c:v>
                </c:pt>
                <c:pt idx="7577">
                  <c:v>1880.3709999999999</c:v>
                </c:pt>
                <c:pt idx="7578">
                  <c:v>2014.3229999999999</c:v>
                </c:pt>
                <c:pt idx="7579">
                  <c:v>1580.8389999999999</c:v>
                </c:pt>
                <c:pt idx="7580">
                  <c:v>1362.97</c:v>
                </c:pt>
                <c:pt idx="7581">
                  <c:v>1650.9560000000001</c:v>
                </c:pt>
                <c:pt idx="7582">
                  <c:v>2055.623</c:v>
                </c:pt>
                <c:pt idx="7583">
                  <c:v>2040.845</c:v>
                </c:pt>
                <c:pt idx="7584">
                  <c:v>1693.0650000000001</c:v>
                </c:pt>
                <c:pt idx="7585">
                  <c:v>1764.7650000000001</c:v>
                </c:pt>
                <c:pt idx="7586">
                  <c:v>2256.7539999999999</c:v>
                </c:pt>
                <c:pt idx="7587">
                  <c:v>2333.5259999999998</c:v>
                </c:pt>
                <c:pt idx="7588">
                  <c:v>1960.28</c:v>
                </c:pt>
                <c:pt idx="7589">
                  <c:v>1821.4880000000001</c:v>
                </c:pt>
                <c:pt idx="7590">
                  <c:v>1962.298</c:v>
                </c:pt>
                <c:pt idx="7591">
                  <c:v>2188.1819999999998</c:v>
                </c:pt>
                <c:pt idx="7592">
                  <c:v>2683.7959999999998</c:v>
                </c:pt>
                <c:pt idx="7593">
                  <c:v>3581.5740000000001</c:v>
                </c:pt>
                <c:pt idx="7594">
                  <c:v>4242.7640000000001</c:v>
                </c:pt>
                <c:pt idx="7595">
                  <c:v>4318.8310000000001</c:v>
                </c:pt>
                <c:pt idx="7596">
                  <c:v>3942.0949999999998</c:v>
                </c:pt>
                <c:pt idx="7597">
                  <c:v>4085.1179999999999</c:v>
                </c:pt>
                <c:pt idx="7598">
                  <c:v>4482.5309999999999</c:v>
                </c:pt>
                <c:pt idx="7599">
                  <c:v>4874.3670000000002</c:v>
                </c:pt>
                <c:pt idx="7600">
                  <c:v>4763.7220000000034</c:v>
                </c:pt>
                <c:pt idx="7601">
                  <c:v>4316.9939999999997</c:v>
                </c:pt>
                <c:pt idx="7602">
                  <c:v>4162.9059999999999</c:v>
                </c:pt>
                <c:pt idx="7603">
                  <c:v>4160.0210000000034</c:v>
                </c:pt>
                <c:pt idx="7604">
                  <c:v>3676.5419999999999</c:v>
                </c:pt>
                <c:pt idx="7605">
                  <c:v>3178.8150000000028</c:v>
                </c:pt>
                <c:pt idx="7606">
                  <c:v>2997.223</c:v>
                </c:pt>
                <c:pt idx="7607">
                  <c:v>2811.3110000000029</c:v>
                </c:pt>
                <c:pt idx="7608">
                  <c:v>2561.44</c:v>
                </c:pt>
                <c:pt idx="7609">
                  <c:v>2416.069</c:v>
                </c:pt>
                <c:pt idx="7610">
                  <c:v>2738.2649999999967</c:v>
                </c:pt>
                <c:pt idx="7611">
                  <c:v>3203.723</c:v>
                </c:pt>
                <c:pt idx="7612">
                  <c:v>3269.8110000000029</c:v>
                </c:pt>
                <c:pt idx="7613">
                  <c:v>2895.7079999999987</c:v>
                </c:pt>
                <c:pt idx="7614">
                  <c:v>3198.3300000000022</c:v>
                </c:pt>
                <c:pt idx="7615">
                  <c:v>3338.4690000000001</c:v>
                </c:pt>
                <c:pt idx="7616">
                  <c:v>3093.9630000000002</c:v>
                </c:pt>
                <c:pt idx="7617">
                  <c:v>2446.7809999999972</c:v>
                </c:pt>
                <c:pt idx="7618">
                  <c:v>1937.2349999999999</c:v>
                </c:pt>
                <c:pt idx="7619">
                  <c:v>1734.306</c:v>
                </c:pt>
                <c:pt idx="7620">
                  <c:v>2137.4380000000001</c:v>
                </c:pt>
                <c:pt idx="7621">
                  <c:v>3555.4389999999999</c:v>
                </c:pt>
                <c:pt idx="7622">
                  <c:v>4564.6580000000004</c:v>
                </c:pt>
                <c:pt idx="7623">
                  <c:v>3872.143</c:v>
                </c:pt>
                <c:pt idx="7624">
                  <c:v>2650.7730000000001</c:v>
                </c:pt>
                <c:pt idx="7625">
                  <c:v>2361.6550000000002</c:v>
                </c:pt>
                <c:pt idx="7626">
                  <c:v>2304.1410000000001</c:v>
                </c:pt>
                <c:pt idx="7627">
                  <c:v>2110.8780000000002</c:v>
                </c:pt>
                <c:pt idx="7628">
                  <c:v>1985.027</c:v>
                </c:pt>
                <c:pt idx="7629">
                  <c:v>1868.91</c:v>
                </c:pt>
                <c:pt idx="7630">
                  <c:v>1768.2090000000001</c:v>
                </c:pt>
                <c:pt idx="7631">
                  <c:v>1801.145</c:v>
                </c:pt>
                <c:pt idx="7632">
                  <c:v>1846.0319999999999</c:v>
                </c:pt>
                <c:pt idx="7633">
                  <c:v>2391.5630000000001</c:v>
                </c:pt>
                <c:pt idx="7634">
                  <c:v>3427.8360000000002</c:v>
                </c:pt>
                <c:pt idx="7635">
                  <c:v>3951.6509999999998</c:v>
                </c:pt>
                <c:pt idx="7636">
                  <c:v>3266.5189999999998</c:v>
                </c:pt>
                <c:pt idx="7637">
                  <c:v>2390.654</c:v>
                </c:pt>
                <c:pt idx="7638">
                  <c:v>2103.3029999999999</c:v>
                </c:pt>
                <c:pt idx="7639">
                  <c:v>2221.902</c:v>
                </c:pt>
                <c:pt idx="7640">
                  <c:v>2231.7159999999999</c:v>
                </c:pt>
                <c:pt idx="7641">
                  <c:v>2014.848</c:v>
                </c:pt>
                <c:pt idx="7642">
                  <c:v>1696.1129999999998</c:v>
                </c:pt>
                <c:pt idx="7643">
                  <c:v>1584.9360000000001</c:v>
                </c:pt>
                <c:pt idx="7644">
                  <c:v>1675.1379999999999</c:v>
                </c:pt>
                <c:pt idx="7645">
                  <c:v>1737.0360000000001</c:v>
                </c:pt>
                <c:pt idx="7646">
                  <c:v>1636.126</c:v>
                </c:pt>
                <c:pt idx="7647">
                  <c:v>1503.914</c:v>
                </c:pt>
                <c:pt idx="7648">
                  <c:v>1448.1079999999999</c:v>
                </c:pt>
                <c:pt idx="7649">
                  <c:v>1400.1589999999999</c:v>
                </c:pt>
                <c:pt idx="7650">
                  <c:v>1333.075</c:v>
                </c:pt>
                <c:pt idx="7651">
                  <c:v>1281.1609999999998</c:v>
                </c:pt>
                <c:pt idx="7652">
                  <c:v>1234.7909999999999</c:v>
                </c:pt>
                <c:pt idx="7653">
                  <c:v>1193.9870000000001</c:v>
                </c:pt>
                <c:pt idx="7654">
                  <c:v>1161.1579999999999</c:v>
                </c:pt>
                <c:pt idx="7655">
                  <c:v>1138.7380000000001</c:v>
                </c:pt>
                <c:pt idx="7656">
                  <c:v>1122.1379999999999</c:v>
                </c:pt>
                <c:pt idx="7657">
                  <c:v>1107.1179999999999</c:v>
                </c:pt>
                <c:pt idx="7658">
                  <c:v>1093.7670000000001</c:v>
                </c:pt>
                <c:pt idx="7659">
                  <c:v>1095.931</c:v>
                </c:pt>
                <c:pt idx="7660">
                  <c:v>1084.019</c:v>
                </c:pt>
                <c:pt idx="7661">
                  <c:v>1064.6629999999998</c:v>
                </c:pt>
                <c:pt idx="7662">
                  <c:v>1043.1849999999986</c:v>
                </c:pt>
                <c:pt idx="7663">
                  <c:v>1035.6599999999999</c:v>
                </c:pt>
                <c:pt idx="7664">
                  <c:v>1126.3619999999999</c:v>
                </c:pt>
                <c:pt idx="7665">
                  <c:v>1074.4570000000001</c:v>
                </c:pt>
                <c:pt idx="7666">
                  <c:v>1036.519</c:v>
                </c:pt>
                <c:pt idx="7667">
                  <c:v>1001.4269999999993</c:v>
                </c:pt>
                <c:pt idx="7668">
                  <c:v>979.50619999999947</c:v>
                </c:pt>
                <c:pt idx="7669">
                  <c:v>976.05459999999948</c:v>
                </c:pt>
                <c:pt idx="7670">
                  <c:v>973.50689999999997</c:v>
                </c:pt>
                <c:pt idx="7671">
                  <c:v>971.697</c:v>
                </c:pt>
                <c:pt idx="7672">
                  <c:v>982.94229999999902</c:v>
                </c:pt>
                <c:pt idx="7673">
                  <c:v>997.53869999999949</c:v>
                </c:pt>
                <c:pt idx="7674">
                  <c:v>1002.5309999999994</c:v>
                </c:pt>
                <c:pt idx="7675">
                  <c:v>995.25559999999996</c:v>
                </c:pt>
                <c:pt idx="7676">
                  <c:v>961.24419999999998</c:v>
                </c:pt>
                <c:pt idx="7677">
                  <c:v>915.18320000000051</c:v>
                </c:pt>
                <c:pt idx="7678">
                  <c:v>891.96749999999906</c:v>
                </c:pt>
                <c:pt idx="7679">
                  <c:v>906.79480000000081</c:v>
                </c:pt>
                <c:pt idx="7680">
                  <c:v>943.99219999999946</c:v>
                </c:pt>
                <c:pt idx="7681">
                  <c:v>940.01609999999948</c:v>
                </c:pt>
                <c:pt idx="7682">
                  <c:v>899.3020999999992</c:v>
                </c:pt>
                <c:pt idx="7683">
                  <c:v>859.42159999999933</c:v>
                </c:pt>
                <c:pt idx="7684">
                  <c:v>835.07410000000004</c:v>
                </c:pt>
                <c:pt idx="7685">
                  <c:v>815.73340000000053</c:v>
                </c:pt>
                <c:pt idx="7686">
                  <c:v>800.53009999999949</c:v>
                </c:pt>
                <c:pt idx="7687">
                  <c:v>786.22059999999999</c:v>
                </c:pt>
                <c:pt idx="7688">
                  <c:v>807.64819999999997</c:v>
                </c:pt>
                <c:pt idx="7689">
                  <c:v>795.6404</c:v>
                </c:pt>
                <c:pt idx="7690">
                  <c:v>790.20809999999994</c:v>
                </c:pt>
                <c:pt idx="7691">
                  <c:v>830.05259999999919</c:v>
                </c:pt>
                <c:pt idx="7692">
                  <c:v>844.44619999999907</c:v>
                </c:pt>
                <c:pt idx="7693">
                  <c:v>848.37800000000004</c:v>
                </c:pt>
                <c:pt idx="7694">
                  <c:v>821.14869999999996</c:v>
                </c:pt>
                <c:pt idx="7695">
                  <c:v>792.10270000000003</c:v>
                </c:pt>
                <c:pt idx="7696">
                  <c:v>764.93389999999999</c:v>
                </c:pt>
                <c:pt idx="7697">
                  <c:v>732.93979999999999</c:v>
                </c:pt>
                <c:pt idx="7698">
                  <c:v>704.3347</c:v>
                </c:pt>
                <c:pt idx="7699">
                  <c:v>682.8107</c:v>
                </c:pt>
                <c:pt idx="7700">
                  <c:v>666.94569999999919</c:v>
                </c:pt>
                <c:pt idx="7701">
                  <c:v>655.69980000000055</c:v>
                </c:pt>
                <c:pt idx="7702">
                  <c:v>646.0557</c:v>
                </c:pt>
                <c:pt idx="7703">
                  <c:v>634.28590000000054</c:v>
                </c:pt>
                <c:pt idx="7704">
                  <c:v>622.04079999999999</c:v>
                </c:pt>
                <c:pt idx="7705">
                  <c:v>613.06949999999949</c:v>
                </c:pt>
                <c:pt idx="7706">
                  <c:v>606.25149999999996</c:v>
                </c:pt>
                <c:pt idx="7707">
                  <c:v>598.30619999999919</c:v>
                </c:pt>
                <c:pt idx="7708">
                  <c:v>589.40970000000004</c:v>
                </c:pt>
                <c:pt idx="7709">
                  <c:v>581.26930000000004</c:v>
                </c:pt>
                <c:pt idx="7710">
                  <c:v>575.91699999999946</c:v>
                </c:pt>
                <c:pt idx="7711">
                  <c:v>573.42019999999934</c:v>
                </c:pt>
                <c:pt idx="7712">
                  <c:v>570.29540000000054</c:v>
                </c:pt>
                <c:pt idx="7713">
                  <c:v>567.29169999999999</c:v>
                </c:pt>
                <c:pt idx="7714">
                  <c:v>585.38430000000005</c:v>
                </c:pt>
                <c:pt idx="7715">
                  <c:v>639.56289999999933</c:v>
                </c:pt>
                <c:pt idx="7716">
                  <c:v>688.16880000000003</c:v>
                </c:pt>
                <c:pt idx="7717">
                  <c:v>662.51350000000002</c:v>
                </c:pt>
                <c:pt idx="7718">
                  <c:v>617.43639999999948</c:v>
                </c:pt>
                <c:pt idx="7719">
                  <c:v>585.96529999999905</c:v>
                </c:pt>
                <c:pt idx="7720">
                  <c:v>561.67219999999998</c:v>
                </c:pt>
                <c:pt idx="7721">
                  <c:v>546.5797000000008</c:v>
                </c:pt>
                <c:pt idx="7722">
                  <c:v>538.5607</c:v>
                </c:pt>
                <c:pt idx="7723">
                  <c:v>531.64949999999999</c:v>
                </c:pt>
                <c:pt idx="7724">
                  <c:v>525.1771</c:v>
                </c:pt>
                <c:pt idx="7725">
                  <c:v>519.06519999999921</c:v>
                </c:pt>
                <c:pt idx="7726">
                  <c:v>514.96489999999949</c:v>
                </c:pt>
                <c:pt idx="7727">
                  <c:v>509.78839999999946</c:v>
                </c:pt>
                <c:pt idx="7728">
                  <c:v>503.32169999999968</c:v>
                </c:pt>
                <c:pt idx="7729">
                  <c:v>496.73249999999967</c:v>
                </c:pt>
                <c:pt idx="7730">
                  <c:v>490.99259999999936</c:v>
                </c:pt>
                <c:pt idx="7731">
                  <c:v>487.5145</c:v>
                </c:pt>
                <c:pt idx="7732">
                  <c:v>486.85480000000047</c:v>
                </c:pt>
                <c:pt idx="7733">
                  <c:v>484.68759999999969</c:v>
                </c:pt>
                <c:pt idx="7734">
                  <c:v>478.29549999999961</c:v>
                </c:pt>
                <c:pt idx="7735">
                  <c:v>471.68009999999964</c:v>
                </c:pt>
                <c:pt idx="7736">
                  <c:v>465.58969999999999</c:v>
                </c:pt>
                <c:pt idx="7737">
                  <c:v>460.11340000000001</c:v>
                </c:pt>
                <c:pt idx="7738">
                  <c:v>457.27509999999961</c:v>
                </c:pt>
                <c:pt idx="7739">
                  <c:v>454.93299999999954</c:v>
                </c:pt>
                <c:pt idx="7740">
                  <c:v>454.6071</c:v>
                </c:pt>
                <c:pt idx="7741">
                  <c:v>453.25109999999961</c:v>
                </c:pt>
                <c:pt idx="7742">
                  <c:v>511.93779999999936</c:v>
                </c:pt>
                <c:pt idx="7743">
                  <c:v>491.35789999999997</c:v>
                </c:pt>
                <c:pt idx="7744">
                  <c:v>471.32470000000001</c:v>
                </c:pt>
                <c:pt idx="7745">
                  <c:v>454.9529</c:v>
                </c:pt>
                <c:pt idx="7746">
                  <c:v>442.25599999999969</c:v>
                </c:pt>
                <c:pt idx="7747">
                  <c:v>426.67419999999993</c:v>
                </c:pt>
                <c:pt idx="7748">
                  <c:v>419.97409999999968</c:v>
                </c:pt>
                <c:pt idx="7749">
                  <c:v>418.18950000000001</c:v>
                </c:pt>
                <c:pt idx="7750">
                  <c:v>448.02409999999969</c:v>
                </c:pt>
                <c:pt idx="7751">
                  <c:v>556.69090000000051</c:v>
                </c:pt>
                <c:pt idx="7752">
                  <c:v>654.62919999999997</c:v>
                </c:pt>
                <c:pt idx="7753">
                  <c:v>865.96449999999948</c:v>
                </c:pt>
                <c:pt idx="7754">
                  <c:v>1014.76</c:v>
                </c:pt>
                <c:pt idx="7755">
                  <c:v>993.43189999999947</c:v>
                </c:pt>
                <c:pt idx="7756">
                  <c:v>823.67000000000053</c:v>
                </c:pt>
                <c:pt idx="7757">
                  <c:v>661.9049</c:v>
                </c:pt>
                <c:pt idx="7758">
                  <c:v>588.82279999999946</c:v>
                </c:pt>
                <c:pt idx="7759">
                  <c:v>564.92939999999999</c:v>
                </c:pt>
                <c:pt idx="7760">
                  <c:v>536.98810000000003</c:v>
                </c:pt>
                <c:pt idx="7761">
                  <c:v>612.81649999999934</c:v>
                </c:pt>
                <c:pt idx="7762">
                  <c:v>771.56029999999919</c:v>
                </c:pt>
                <c:pt idx="7763">
                  <c:v>991.95429999999919</c:v>
                </c:pt>
                <c:pt idx="7764">
                  <c:v>1019.638</c:v>
                </c:pt>
                <c:pt idx="7765">
                  <c:v>899.08199999999999</c:v>
                </c:pt>
                <c:pt idx="7766">
                  <c:v>767.02829999999949</c:v>
                </c:pt>
                <c:pt idx="7767">
                  <c:v>654.24800000000005</c:v>
                </c:pt>
                <c:pt idx="7768">
                  <c:v>1216.6959999999999</c:v>
                </c:pt>
                <c:pt idx="7769">
                  <c:v>1806.8329999999999</c:v>
                </c:pt>
                <c:pt idx="7770">
                  <c:v>2303.3900000000012</c:v>
                </c:pt>
                <c:pt idx="7771">
                  <c:v>2231.4279999999999</c:v>
                </c:pt>
                <c:pt idx="7772">
                  <c:v>1908.2829999999999</c:v>
                </c:pt>
                <c:pt idx="7773">
                  <c:v>1534.0739999999998</c:v>
                </c:pt>
                <c:pt idx="7774">
                  <c:v>1098.7850000000001</c:v>
                </c:pt>
                <c:pt idx="7775">
                  <c:v>1026.2429999999999</c:v>
                </c:pt>
                <c:pt idx="7776">
                  <c:v>1448.4010000000001</c:v>
                </c:pt>
                <c:pt idx="7777">
                  <c:v>2500.2679999999987</c:v>
                </c:pt>
                <c:pt idx="7778">
                  <c:v>4127.7020000000002</c:v>
                </c:pt>
                <c:pt idx="7779">
                  <c:v>4565.5060000000003</c:v>
                </c:pt>
                <c:pt idx="7780">
                  <c:v>4117.9810000000007</c:v>
                </c:pt>
                <c:pt idx="7781">
                  <c:v>3243.5659999999998</c:v>
                </c:pt>
                <c:pt idx="7782">
                  <c:v>3931.442</c:v>
                </c:pt>
                <c:pt idx="7783">
                  <c:v>5387.84</c:v>
                </c:pt>
                <c:pt idx="7784">
                  <c:v>5444.2460000000001</c:v>
                </c:pt>
                <c:pt idx="7785">
                  <c:v>4114.491</c:v>
                </c:pt>
                <c:pt idx="7786">
                  <c:v>3176.2739999999999</c:v>
                </c:pt>
                <c:pt idx="7787">
                  <c:v>2660.8980000000001</c:v>
                </c:pt>
                <c:pt idx="7788">
                  <c:v>2082.9250000000002</c:v>
                </c:pt>
                <c:pt idx="7789">
                  <c:v>1754.1779999999999</c:v>
                </c:pt>
                <c:pt idx="7790">
                  <c:v>1949.943</c:v>
                </c:pt>
                <c:pt idx="7791">
                  <c:v>1833.3050000000001</c:v>
                </c:pt>
                <c:pt idx="7792">
                  <c:v>1716.1769999999999</c:v>
                </c:pt>
                <c:pt idx="7793">
                  <c:v>1536.6569999999999</c:v>
                </c:pt>
                <c:pt idx="7794">
                  <c:v>1409.008</c:v>
                </c:pt>
                <c:pt idx="7795">
                  <c:v>1375.08</c:v>
                </c:pt>
                <c:pt idx="7796">
                  <c:v>1571.018</c:v>
                </c:pt>
                <c:pt idx="7797">
                  <c:v>1647.77</c:v>
                </c:pt>
                <c:pt idx="7798">
                  <c:v>1570.0919999999999</c:v>
                </c:pt>
                <c:pt idx="7799">
                  <c:v>1366.2460000000001</c:v>
                </c:pt>
                <c:pt idx="7800">
                  <c:v>1258.472</c:v>
                </c:pt>
                <c:pt idx="7801">
                  <c:v>1221.4370000000001</c:v>
                </c:pt>
                <c:pt idx="7802">
                  <c:v>1200.229</c:v>
                </c:pt>
                <c:pt idx="7803">
                  <c:v>1193.046</c:v>
                </c:pt>
                <c:pt idx="7804">
                  <c:v>1202.5899999999999</c:v>
                </c:pt>
                <c:pt idx="7805">
                  <c:v>1228.5</c:v>
                </c:pt>
                <c:pt idx="7806">
                  <c:v>1271.6039999999998</c:v>
                </c:pt>
                <c:pt idx="7807">
                  <c:v>1324.3799999999999</c:v>
                </c:pt>
                <c:pt idx="7808">
                  <c:v>1410.8919999999998</c:v>
                </c:pt>
                <c:pt idx="7809">
                  <c:v>1597.0229999999999</c:v>
                </c:pt>
                <c:pt idx="7810">
                  <c:v>1763.432</c:v>
                </c:pt>
                <c:pt idx="7811">
                  <c:v>1697.356</c:v>
                </c:pt>
                <c:pt idx="7812">
                  <c:v>1523.2349999999999</c:v>
                </c:pt>
                <c:pt idx="7813">
                  <c:v>1396.6409999999998</c:v>
                </c:pt>
                <c:pt idx="7814">
                  <c:v>1370.441</c:v>
                </c:pt>
                <c:pt idx="7815">
                  <c:v>1369.7360000000001</c:v>
                </c:pt>
                <c:pt idx="7816">
                  <c:v>1404.605</c:v>
                </c:pt>
                <c:pt idx="7817">
                  <c:v>1471.769</c:v>
                </c:pt>
                <c:pt idx="7818">
                  <c:v>1453.8889999999999</c:v>
                </c:pt>
                <c:pt idx="7819">
                  <c:v>1368.5239999999999</c:v>
                </c:pt>
                <c:pt idx="7820">
                  <c:v>1349.3729999999998</c:v>
                </c:pt>
                <c:pt idx="7821">
                  <c:v>1391.3889999999999</c:v>
                </c:pt>
                <c:pt idx="7822">
                  <c:v>1360.6229999999998</c:v>
                </c:pt>
                <c:pt idx="7823">
                  <c:v>1244.1229999999998</c:v>
                </c:pt>
                <c:pt idx="7824">
                  <c:v>1144.6879999999999</c:v>
                </c:pt>
                <c:pt idx="7825">
                  <c:v>1129.8709999999999</c:v>
                </c:pt>
                <c:pt idx="7826">
                  <c:v>1143.6809999999998</c:v>
                </c:pt>
                <c:pt idx="7827">
                  <c:v>1144.2339999999999</c:v>
                </c:pt>
                <c:pt idx="7828">
                  <c:v>1123.2619999999999</c:v>
                </c:pt>
                <c:pt idx="7829">
                  <c:v>1083.6869999999999</c:v>
                </c:pt>
                <c:pt idx="7830">
                  <c:v>1042.135</c:v>
                </c:pt>
                <c:pt idx="7831">
                  <c:v>995.87749999999949</c:v>
                </c:pt>
                <c:pt idx="7832">
                  <c:v>940.98119999999949</c:v>
                </c:pt>
                <c:pt idx="7833">
                  <c:v>904.5095</c:v>
                </c:pt>
                <c:pt idx="7834">
                  <c:v>891.40609999999947</c:v>
                </c:pt>
                <c:pt idx="7835">
                  <c:v>869.06849999999997</c:v>
                </c:pt>
                <c:pt idx="7836">
                  <c:v>853.20850000000053</c:v>
                </c:pt>
                <c:pt idx="7837">
                  <c:v>841.14480000000003</c:v>
                </c:pt>
                <c:pt idx="7838">
                  <c:v>830.57029999999997</c:v>
                </c:pt>
                <c:pt idx="7839">
                  <c:v>829.8877</c:v>
                </c:pt>
                <c:pt idx="7840">
                  <c:v>835.94959999999946</c:v>
                </c:pt>
                <c:pt idx="7841">
                  <c:v>831.43380000000002</c:v>
                </c:pt>
                <c:pt idx="7842">
                  <c:v>822.27160000000003</c:v>
                </c:pt>
                <c:pt idx="7843">
                  <c:v>805.31330000000003</c:v>
                </c:pt>
                <c:pt idx="7844">
                  <c:v>791.92859999999996</c:v>
                </c:pt>
                <c:pt idx="7845">
                  <c:v>796.8297</c:v>
                </c:pt>
                <c:pt idx="7846">
                  <c:v>790.86609999999905</c:v>
                </c:pt>
                <c:pt idx="7847">
                  <c:v>757.95939999999996</c:v>
                </c:pt>
                <c:pt idx="7848">
                  <c:v>723.6471999999992</c:v>
                </c:pt>
                <c:pt idx="7849">
                  <c:v>701.13369999999998</c:v>
                </c:pt>
                <c:pt idx="7850">
                  <c:v>672.12189999999998</c:v>
                </c:pt>
                <c:pt idx="7851">
                  <c:v>629.46639999999934</c:v>
                </c:pt>
                <c:pt idx="7852">
                  <c:v>592.15679999999998</c:v>
                </c:pt>
                <c:pt idx="7853">
                  <c:v>568.08619999999996</c:v>
                </c:pt>
                <c:pt idx="7854">
                  <c:v>532.43269999999882</c:v>
                </c:pt>
                <c:pt idx="7855">
                  <c:v>481.13629999999961</c:v>
                </c:pt>
                <c:pt idx="7856">
                  <c:v>446.38459999999969</c:v>
                </c:pt>
                <c:pt idx="7857">
                  <c:v>424.32499999999999</c:v>
                </c:pt>
                <c:pt idx="7858">
                  <c:v>406.42249999999967</c:v>
                </c:pt>
                <c:pt idx="7859">
                  <c:v>399.37049999999999</c:v>
                </c:pt>
                <c:pt idx="7860">
                  <c:v>401.7792</c:v>
                </c:pt>
                <c:pt idx="7861">
                  <c:v>388.39960000000002</c:v>
                </c:pt>
                <c:pt idx="7862">
                  <c:v>379.63889999999969</c:v>
                </c:pt>
                <c:pt idx="7863">
                  <c:v>377.70420000000001</c:v>
                </c:pt>
                <c:pt idx="7864">
                  <c:v>369.67399999999969</c:v>
                </c:pt>
                <c:pt idx="7865">
                  <c:v>365.61609999999968</c:v>
                </c:pt>
                <c:pt idx="7866">
                  <c:v>361.25990000000002</c:v>
                </c:pt>
                <c:pt idx="7867">
                  <c:v>352.90940000000001</c:v>
                </c:pt>
                <c:pt idx="7868">
                  <c:v>341.9888999999996</c:v>
                </c:pt>
                <c:pt idx="7869">
                  <c:v>331.97829999999954</c:v>
                </c:pt>
                <c:pt idx="7870">
                  <c:v>326.71119999999939</c:v>
                </c:pt>
                <c:pt idx="7871">
                  <c:v>315.82009999999968</c:v>
                </c:pt>
                <c:pt idx="7872">
                  <c:v>315.92829999999935</c:v>
                </c:pt>
                <c:pt idx="7873">
                  <c:v>319.48689999999954</c:v>
                </c:pt>
                <c:pt idx="7874">
                  <c:v>319.83849999999961</c:v>
                </c:pt>
                <c:pt idx="7875">
                  <c:v>314.92369999999954</c:v>
                </c:pt>
                <c:pt idx="7876">
                  <c:v>306.3897</c:v>
                </c:pt>
                <c:pt idx="7877">
                  <c:v>297.2865999999994</c:v>
                </c:pt>
                <c:pt idx="7878">
                  <c:v>306.35969999999998</c:v>
                </c:pt>
                <c:pt idx="7879">
                  <c:v>326.64339999999999</c:v>
                </c:pt>
                <c:pt idx="7880">
                  <c:v>351.37809999999968</c:v>
                </c:pt>
                <c:pt idx="7881">
                  <c:v>354.49009999999947</c:v>
                </c:pt>
                <c:pt idx="7882">
                  <c:v>361.55959999999999</c:v>
                </c:pt>
                <c:pt idx="7883">
                  <c:v>354.37309999999968</c:v>
                </c:pt>
                <c:pt idx="7884">
                  <c:v>355.25040000000001</c:v>
                </c:pt>
                <c:pt idx="7885">
                  <c:v>398.08099999999968</c:v>
                </c:pt>
                <c:pt idx="7886">
                  <c:v>428.07260000000002</c:v>
                </c:pt>
                <c:pt idx="7887">
                  <c:v>444.58409999999969</c:v>
                </c:pt>
                <c:pt idx="7888">
                  <c:v>443.35570000000001</c:v>
                </c:pt>
                <c:pt idx="7889">
                  <c:v>439.62990000000002</c:v>
                </c:pt>
                <c:pt idx="7890">
                  <c:v>434.44580000000002</c:v>
                </c:pt>
                <c:pt idx="7891">
                  <c:v>433.50139999999953</c:v>
                </c:pt>
                <c:pt idx="7892">
                  <c:v>444.74979999999999</c:v>
                </c:pt>
                <c:pt idx="7893">
                  <c:v>455.13900000000001</c:v>
                </c:pt>
                <c:pt idx="7894">
                  <c:v>461.89029999999968</c:v>
                </c:pt>
                <c:pt idx="7895">
                  <c:v>484.41899999999936</c:v>
                </c:pt>
                <c:pt idx="7896">
                  <c:v>505.09809999999953</c:v>
                </c:pt>
                <c:pt idx="7897">
                  <c:v>504.81270000000001</c:v>
                </c:pt>
                <c:pt idx="7898">
                  <c:v>486.3961999999994</c:v>
                </c:pt>
                <c:pt idx="7899">
                  <c:v>484.72199999999935</c:v>
                </c:pt>
                <c:pt idx="7900">
                  <c:v>489.13920000000002</c:v>
                </c:pt>
                <c:pt idx="7901">
                  <c:v>481.23769999999968</c:v>
                </c:pt>
                <c:pt idx="7902">
                  <c:v>479.21469999999999</c:v>
                </c:pt>
                <c:pt idx="7903">
                  <c:v>474.59500000000003</c:v>
                </c:pt>
                <c:pt idx="7904">
                  <c:v>467.80790000000002</c:v>
                </c:pt>
                <c:pt idx="7905">
                  <c:v>462.26609999999954</c:v>
                </c:pt>
                <c:pt idx="7906">
                  <c:v>486.25470000000001</c:v>
                </c:pt>
                <c:pt idx="7907">
                  <c:v>561.53570000000002</c:v>
                </c:pt>
                <c:pt idx="7908">
                  <c:v>628.16789999999946</c:v>
                </c:pt>
                <c:pt idx="7909">
                  <c:v>661.47019999999998</c:v>
                </c:pt>
                <c:pt idx="7910">
                  <c:v>646.88980000000004</c:v>
                </c:pt>
                <c:pt idx="7911">
                  <c:v>604.65759999999921</c:v>
                </c:pt>
                <c:pt idx="7912">
                  <c:v>578.19119999999998</c:v>
                </c:pt>
                <c:pt idx="7913">
                  <c:v>576.92189999999948</c:v>
                </c:pt>
                <c:pt idx="7914">
                  <c:v>588.49350000000004</c:v>
                </c:pt>
                <c:pt idx="7915">
                  <c:v>600.38689999999997</c:v>
                </c:pt>
                <c:pt idx="7916">
                  <c:v>605.22450000000003</c:v>
                </c:pt>
                <c:pt idx="7917">
                  <c:v>598.61519999999996</c:v>
                </c:pt>
                <c:pt idx="7918">
                  <c:v>589.4588</c:v>
                </c:pt>
                <c:pt idx="7919">
                  <c:v>583.10469999999998</c:v>
                </c:pt>
                <c:pt idx="7920">
                  <c:v>583.16129999999919</c:v>
                </c:pt>
                <c:pt idx="7921">
                  <c:v>582.1354</c:v>
                </c:pt>
                <c:pt idx="7922">
                  <c:v>578.70690000000002</c:v>
                </c:pt>
                <c:pt idx="7923">
                  <c:v>568.4194</c:v>
                </c:pt>
                <c:pt idx="7924">
                  <c:v>554.8338</c:v>
                </c:pt>
                <c:pt idx="7925">
                  <c:v>548.86719999999866</c:v>
                </c:pt>
                <c:pt idx="7926">
                  <c:v>543.72119999999938</c:v>
                </c:pt>
                <c:pt idx="7927">
                  <c:v>542.13659999999948</c:v>
                </c:pt>
                <c:pt idx="7928">
                  <c:v>545.93059999999946</c:v>
                </c:pt>
                <c:pt idx="7929">
                  <c:v>548.02949999999998</c:v>
                </c:pt>
                <c:pt idx="7930">
                  <c:v>543.56979999999999</c:v>
                </c:pt>
                <c:pt idx="7931">
                  <c:v>537.49559999999997</c:v>
                </c:pt>
                <c:pt idx="7932">
                  <c:v>536.77950000000055</c:v>
                </c:pt>
                <c:pt idx="7933">
                  <c:v>536.49239999999998</c:v>
                </c:pt>
                <c:pt idx="7934">
                  <c:v>549.09439999999995</c:v>
                </c:pt>
                <c:pt idx="7935">
                  <c:v>544.6567</c:v>
                </c:pt>
                <c:pt idx="7936">
                  <c:v>546.36419999999919</c:v>
                </c:pt>
                <c:pt idx="7937">
                  <c:v>563.65840000000003</c:v>
                </c:pt>
                <c:pt idx="7938">
                  <c:v>593.5416999999992</c:v>
                </c:pt>
                <c:pt idx="7939">
                  <c:v>743.3355999999992</c:v>
                </c:pt>
                <c:pt idx="7940">
                  <c:v>1241.5419999999999</c:v>
                </c:pt>
                <c:pt idx="7941">
                  <c:v>1790.6719999999998</c:v>
                </c:pt>
                <c:pt idx="7942">
                  <c:v>1683.92</c:v>
                </c:pt>
                <c:pt idx="7943">
                  <c:v>1261.8539999999998</c:v>
                </c:pt>
                <c:pt idx="7944">
                  <c:v>1199.7760000000001</c:v>
                </c:pt>
                <c:pt idx="7945">
                  <c:v>1317.7839999999999</c:v>
                </c:pt>
                <c:pt idx="7946">
                  <c:v>1429.1129999999998</c:v>
                </c:pt>
                <c:pt idx="7947">
                  <c:v>1478.058</c:v>
                </c:pt>
                <c:pt idx="7948">
                  <c:v>1412.4949999999999</c:v>
                </c:pt>
                <c:pt idx="7949">
                  <c:v>1474.3019999999999</c:v>
                </c:pt>
                <c:pt idx="7950">
                  <c:v>1631.9010000000001</c:v>
                </c:pt>
                <c:pt idx="7951">
                  <c:v>1693.847</c:v>
                </c:pt>
                <c:pt idx="7952">
                  <c:v>1666.556</c:v>
                </c:pt>
                <c:pt idx="7953">
                  <c:v>1614.135</c:v>
                </c:pt>
                <c:pt idx="7954">
                  <c:v>1590.912</c:v>
                </c:pt>
                <c:pt idx="7955">
                  <c:v>1526.8739999999998</c:v>
                </c:pt>
                <c:pt idx="7956">
                  <c:v>1495.085</c:v>
                </c:pt>
                <c:pt idx="7957">
                  <c:v>1481.4170000000001</c:v>
                </c:pt>
                <c:pt idx="7958">
                  <c:v>1512.5619999999999</c:v>
                </c:pt>
                <c:pt idx="7959">
                  <c:v>1553.422</c:v>
                </c:pt>
                <c:pt idx="7960">
                  <c:v>1562.5829999999999</c:v>
                </c:pt>
                <c:pt idx="7961">
                  <c:v>1503.856</c:v>
                </c:pt>
                <c:pt idx="7962">
                  <c:v>1418.8829999999998</c:v>
                </c:pt>
                <c:pt idx="7963">
                  <c:v>1351.576</c:v>
                </c:pt>
                <c:pt idx="7964">
                  <c:v>1313.4590000000001</c:v>
                </c:pt>
                <c:pt idx="7965">
                  <c:v>1254.0509999999999</c:v>
                </c:pt>
                <c:pt idx="7966">
                  <c:v>1186.742</c:v>
                </c:pt>
                <c:pt idx="7967">
                  <c:v>1134.8829999999998</c:v>
                </c:pt>
                <c:pt idx="7968">
                  <c:v>1092.8679999999999</c:v>
                </c:pt>
                <c:pt idx="7969">
                  <c:v>1058.413</c:v>
                </c:pt>
                <c:pt idx="7970">
                  <c:v>1023.8659999999992</c:v>
                </c:pt>
                <c:pt idx="7971">
                  <c:v>985.39089999999999</c:v>
                </c:pt>
                <c:pt idx="7972">
                  <c:v>955.02709999999934</c:v>
                </c:pt>
                <c:pt idx="7973">
                  <c:v>925.68949999999995</c:v>
                </c:pt>
                <c:pt idx="7974">
                  <c:v>912.92870000000005</c:v>
                </c:pt>
                <c:pt idx="7975">
                  <c:v>904.36009999999919</c:v>
                </c:pt>
                <c:pt idx="7976">
                  <c:v>898.11149999999998</c:v>
                </c:pt>
                <c:pt idx="7977">
                  <c:v>897.84699999999907</c:v>
                </c:pt>
                <c:pt idx="7978">
                  <c:v>904.95649999999921</c:v>
                </c:pt>
                <c:pt idx="7979">
                  <c:v>926.12480000000005</c:v>
                </c:pt>
                <c:pt idx="7980">
                  <c:v>1444.4860000000001</c:v>
                </c:pt>
                <c:pt idx="7981">
                  <c:v>2816.0140000000001</c:v>
                </c:pt>
                <c:pt idx="7982">
                  <c:v>4651.4059999999999</c:v>
                </c:pt>
                <c:pt idx="7983">
                  <c:v>5206.6000000000004</c:v>
                </c:pt>
                <c:pt idx="7984">
                  <c:v>3847.1959999999999</c:v>
                </c:pt>
                <c:pt idx="7985">
                  <c:v>4004.4369999999999</c:v>
                </c:pt>
                <c:pt idx="7986">
                  <c:v>6375.4670000000015</c:v>
                </c:pt>
                <c:pt idx="7987">
                  <c:v>9033.652</c:v>
                </c:pt>
                <c:pt idx="7988">
                  <c:v>9078.0210000000006</c:v>
                </c:pt>
                <c:pt idx="7989">
                  <c:v>6574.8670000000002</c:v>
                </c:pt>
                <c:pt idx="7990">
                  <c:v>4754.5350000000008</c:v>
                </c:pt>
                <c:pt idx="7991">
                  <c:v>4706.3720000000003</c:v>
                </c:pt>
                <c:pt idx="7992">
                  <c:v>4414.0510000000004</c:v>
                </c:pt>
                <c:pt idx="7993">
                  <c:v>3892.8220000000001</c:v>
                </c:pt>
                <c:pt idx="7994">
                  <c:v>3529.6679999999997</c:v>
                </c:pt>
                <c:pt idx="7995">
                  <c:v>3117.2</c:v>
                </c:pt>
                <c:pt idx="7996">
                  <c:v>2791.299</c:v>
                </c:pt>
                <c:pt idx="7997">
                  <c:v>2534.58</c:v>
                </c:pt>
                <c:pt idx="7998">
                  <c:v>2322.6639999999998</c:v>
                </c:pt>
                <c:pt idx="7999">
                  <c:v>2161.643</c:v>
                </c:pt>
                <c:pt idx="8000">
                  <c:v>2034.9749999999999</c:v>
                </c:pt>
                <c:pt idx="8001">
                  <c:v>1949.7529999999999</c:v>
                </c:pt>
                <c:pt idx="8002">
                  <c:v>2172.739</c:v>
                </c:pt>
                <c:pt idx="8003">
                  <c:v>2500.2570000000001</c:v>
                </c:pt>
                <c:pt idx="8004">
                  <c:v>2580.0709999999999</c:v>
                </c:pt>
                <c:pt idx="8005">
                  <c:v>2635.1819999999998</c:v>
                </c:pt>
                <c:pt idx="8006">
                  <c:v>3059.3530000000028</c:v>
                </c:pt>
                <c:pt idx="8007">
                  <c:v>3142.0410000000002</c:v>
                </c:pt>
                <c:pt idx="8008">
                  <c:v>2502.0329999999999</c:v>
                </c:pt>
                <c:pt idx="8009">
                  <c:v>1978.5629999999999</c:v>
                </c:pt>
                <c:pt idx="8010">
                  <c:v>1770.155</c:v>
                </c:pt>
                <c:pt idx="8011">
                  <c:v>1661.28</c:v>
                </c:pt>
                <c:pt idx="8012">
                  <c:v>1573.9010000000001</c:v>
                </c:pt>
                <c:pt idx="8013">
                  <c:v>1488.96</c:v>
                </c:pt>
                <c:pt idx="8014">
                  <c:v>1424.1789999999999</c:v>
                </c:pt>
                <c:pt idx="8015">
                  <c:v>1380.1879999999999</c:v>
                </c:pt>
                <c:pt idx="8016">
                  <c:v>1346.0819999999999</c:v>
                </c:pt>
                <c:pt idx="8017">
                  <c:v>1320.9090000000001</c:v>
                </c:pt>
                <c:pt idx="8018">
                  <c:v>1305.1569999999999</c:v>
                </c:pt>
                <c:pt idx="8019">
                  <c:v>1276.768</c:v>
                </c:pt>
                <c:pt idx="8020">
                  <c:v>1236.3799999999999</c:v>
                </c:pt>
                <c:pt idx="8021">
                  <c:v>1203.1669999999999</c:v>
                </c:pt>
                <c:pt idx="8022">
                  <c:v>1180.4849999999999</c:v>
                </c:pt>
                <c:pt idx="8023">
                  <c:v>1192.6179999999999</c:v>
                </c:pt>
                <c:pt idx="8024">
                  <c:v>1177.7560000000001</c:v>
                </c:pt>
                <c:pt idx="8025">
                  <c:v>1150.3139999999999</c:v>
                </c:pt>
                <c:pt idx="8026">
                  <c:v>1122.307</c:v>
                </c:pt>
                <c:pt idx="8027">
                  <c:v>1109.6229999999998</c:v>
                </c:pt>
                <c:pt idx="8028">
                  <c:v>1112.6229999999998</c:v>
                </c:pt>
                <c:pt idx="8029">
                  <c:v>1094.259</c:v>
                </c:pt>
                <c:pt idx="8030">
                  <c:v>1090.7650000000001</c:v>
                </c:pt>
                <c:pt idx="8031">
                  <c:v>1072.3629999999998</c:v>
                </c:pt>
                <c:pt idx="8032">
                  <c:v>1033.865</c:v>
                </c:pt>
                <c:pt idx="8033">
                  <c:v>1004.8440000000001</c:v>
                </c:pt>
                <c:pt idx="8034">
                  <c:v>989.28070000000082</c:v>
                </c:pt>
                <c:pt idx="8035">
                  <c:v>979.57929999999999</c:v>
                </c:pt>
                <c:pt idx="8036">
                  <c:v>984.45039999999949</c:v>
                </c:pt>
                <c:pt idx="8037">
                  <c:v>1028.7139999999999</c:v>
                </c:pt>
                <c:pt idx="8038">
                  <c:v>1230.5889999999999</c:v>
                </c:pt>
                <c:pt idx="8039">
                  <c:v>1404.71</c:v>
                </c:pt>
                <c:pt idx="8040">
                  <c:v>1394.8909999999998</c:v>
                </c:pt>
                <c:pt idx="8041">
                  <c:v>1194.7739999999999</c:v>
                </c:pt>
                <c:pt idx="8042">
                  <c:v>1047.5909999999999</c:v>
                </c:pt>
                <c:pt idx="8043">
                  <c:v>1020.474</c:v>
                </c:pt>
                <c:pt idx="8044">
                  <c:v>1147.731</c:v>
                </c:pt>
                <c:pt idx="8045">
                  <c:v>1444.4360000000001</c:v>
                </c:pt>
                <c:pt idx="8046">
                  <c:v>1427.3689999999999</c:v>
                </c:pt>
                <c:pt idx="8047">
                  <c:v>1315.2560000000001</c:v>
                </c:pt>
                <c:pt idx="8048">
                  <c:v>1170.741</c:v>
                </c:pt>
                <c:pt idx="8049">
                  <c:v>1079.3489999999999</c:v>
                </c:pt>
                <c:pt idx="8050">
                  <c:v>1028.0239999999999</c:v>
                </c:pt>
                <c:pt idx="8051">
                  <c:v>1006.241</c:v>
                </c:pt>
                <c:pt idx="8052">
                  <c:v>1033.5889999999999</c:v>
                </c:pt>
                <c:pt idx="8053">
                  <c:v>1109.836</c:v>
                </c:pt>
                <c:pt idx="8054">
                  <c:v>1169.347</c:v>
                </c:pt>
                <c:pt idx="8055">
                  <c:v>1123.566</c:v>
                </c:pt>
                <c:pt idx="8056">
                  <c:v>1037.412</c:v>
                </c:pt>
                <c:pt idx="8057">
                  <c:v>979.5258</c:v>
                </c:pt>
                <c:pt idx="8058">
                  <c:v>931.16359999999997</c:v>
                </c:pt>
                <c:pt idx="8059">
                  <c:v>893.12080000000003</c:v>
                </c:pt>
                <c:pt idx="8060">
                  <c:v>869.52449999999999</c:v>
                </c:pt>
                <c:pt idx="8061">
                  <c:v>862.97590000000002</c:v>
                </c:pt>
                <c:pt idx="8062">
                  <c:v>870.28580000000068</c:v>
                </c:pt>
                <c:pt idx="8063">
                  <c:v>879.5375999999992</c:v>
                </c:pt>
                <c:pt idx="8064">
                  <c:v>879.95319999999947</c:v>
                </c:pt>
                <c:pt idx="8065">
                  <c:v>878.78090000000054</c:v>
                </c:pt>
                <c:pt idx="8066">
                  <c:v>873.00990000000002</c:v>
                </c:pt>
                <c:pt idx="8067">
                  <c:v>857.42489999999998</c:v>
                </c:pt>
                <c:pt idx="8068">
                  <c:v>876.90989999999999</c:v>
                </c:pt>
                <c:pt idx="8069">
                  <c:v>845.20540000000005</c:v>
                </c:pt>
                <c:pt idx="8070">
                  <c:v>1095.3150000000001</c:v>
                </c:pt>
                <c:pt idx="8071">
                  <c:v>1412.1219999999998</c:v>
                </c:pt>
                <c:pt idx="8072">
                  <c:v>1441.6089999999999</c:v>
                </c:pt>
                <c:pt idx="8073">
                  <c:v>1153.703</c:v>
                </c:pt>
                <c:pt idx="8074">
                  <c:v>980.24580000000003</c:v>
                </c:pt>
                <c:pt idx="8075">
                  <c:v>1016.3069999999993</c:v>
                </c:pt>
                <c:pt idx="8076">
                  <c:v>1267.5829999999999</c:v>
                </c:pt>
                <c:pt idx="8077">
                  <c:v>1237.2090000000001</c:v>
                </c:pt>
                <c:pt idx="8078">
                  <c:v>1090.5709999999999</c:v>
                </c:pt>
                <c:pt idx="8079">
                  <c:v>943.55509999999947</c:v>
                </c:pt>
                <c:pt idx="8080">
                  <c:v>891.41930000000002</c:v>
                </c:pt>
                <c:pt idx="8081">
                  <c:v>868.61329999999998</c:v>
                </c:pt>
                <c:pt idx="8082">
                  <c:v>878.09550000000002</c:v>
                </c:pt>
                <c:pt idx="8083">
                  <c:v>977.54519999999934</c:v>
                </c:pt>
                <c:pt idx="8084">
                  <c:v>1118.567</c:v>
                </c:pt>
                <c:pt idx="8085">
                  <c:v>1443.106</c:v>
                </c:pt>
                <c:pt idx="8086">
                  <c:v>1884.8729999999998</c:v>
                </c:pt>
                <c:pt idx="8087">
                  <c:v>2203.86</c:v>
                </c:pt>
                <c:pt idx="8088">
                  <c:v>1864.4470000000001</c:v>
                </c:pt>
                <c:pt idx="8089">
                  <c:v>1297.8919999999998</c:v>
                </c:pt>
                <c:pt idx="8090">
                  <c:v>1071.7080000000001</c:v>
                </c:pt>
                <c:pt idx="8091">
                  <c:v>1015.631</c:v>
                </c:pt>
                <c:pt idx="8092">
                  <c:v>1037.28</c:v>
                </c:pt>
                <c:pt idx="8093">
                  <c:v>1812.5529999999999</c:v>
                </c:pt>
                <c:pt idx="8094">
                  <c:v>2754.8980000000001</c:v>
                </c:pt>
                <c:pt idx="8095">
                  <c:v>2469.65</c:v>
                </c:pt>
                <c:pt idx="8096">
                  <c:v>1872.6819999999998</c:v>
                </c:pt>
                <c:pt idx="8097">
                  <c:v>1543.6889999999999</c:v>
                </c:pt>
                <c:pt idx="8098">
                  <c:v>1438.9949999999999</c:v>
                </c:pt>
                <c:pt idx="8099">
                  <c:v>1431.7660000000001</c:v>
                </c:pt>
                <c:pt idx="8100">
                  <c:v>1389.538</c:v>
                </c:pt>
                <c:pt idx="8101">
                  <c:v>1310.7360000000001</c:v>
                </c:pt>
                <c:pt idx="8102">
                  <c:v>1180.1199999999999</c:v>
                </c:pt>
                <c:pt idx="8103">
                  <c:v>1104.6299999999999</c:v>
                </c:pt>
                <c:pt idx="8104">
                  <c:v>1067.6619999999998</c:v>
                </c:pt>
                <c:pt idx="8105">
                  <c:v>1052.9250000000011</c:v>
                </c:pt>
                <c:pt idx="8106">
                  <c:v>1036.9160000000011</c:v>
                </c:pt>
                <c:pt idx="8107">
                  <c:v>1018.244</c:v>
                </c:pt>
                <c:pt idx="8108">
                  <c:v>1023.136</c:v>
                </c:pt>
                <c:pt idx="8109">
                  <c:v>1025.8019999999999</c:v>
                </c:pt>
                <c:pt idx="8110">
                  <c:v>1023.1880000000007</c:v>
                </c:pt>
                <c:pt idx="8111">
                  <c:v>1002.4450000000001</c:v>
                </c:pt>
                <c:pt idx="8112">
                  <c:v>978.00869999999998</c:v>
                </c:pt>
                <c:pt idx="8113">
                  <c:v>956.49639999999999</c:v>
                </c:pt>
                <c:pt idx="8114">
                  <c:v>943.29650000000004</c:v>
                </c:pt>
                <c:pt idx="8115">
                  <c:v>936.27020000000005</c:v>
                </c:pt>
                <c:pt idx="8116">
                  <c:v>929.79290000000003</c:v>
                </c:pt>
                <c:pt idx="8117">
                  <c:v>918.64329999999939</c:v>
                </c:pt>
                <c:pt idx="8118">
                  <c:v>908.92629999999906</c:v>
                </c:pt>
                <c:pt idx="8119">
                  <c:v>907.9443</c:v>
                </c:pt>
                <c:pt idx="8120">
                  <c:v>903.9357</c:v>
                </c:pt>
                <c:pt idx="8121">
                  <c:v>914.83439999999996</c:v>
                </c:pt>
                <c:pt idx="8122">
                  <c:v>965.79990000000055</c:v>
                </c:pt>
                <c:pt idx="8123">
                  <c:v>1034.0039999999999</c:v>
                </c:pt>
                <c:pt idx="8124">
                  <c:v>1056.8319999999999</c:v>
                </c:pt>
                <c:pt idx="8125">
                  <c:v>976.65119999999933</c:v>
                </c:pt>
                <c:pt idx="8126">
                  <c:v>918.34439999999938</c:v>
                </c:pt>
                <c:pt idx="8127">
                  <c:v>889.15199999999948</c:v>
                </c:pt>
                <c:pt idx="8128">
                  <c:v>1012.1750000000005</c:v>
                </c:pt>
                <c:pt idx="8129">
                  <c:v>2183.0410000000002</c:v>
                </c:pt>
                <c:pt idx="8130">
                  <c:v>2988.0830000000001</c:v>
                </c:pt>
                <c:pt idx="8131">
                  <c:v>3005.8270000000002</c:v>
                </c:pt>
                <c:pt idx="8132">
                  <c:v>2776.1350000000002</c:v>
                </c:pt>
                <c:pt idx="8133">
                  <c:v>2943.59</c:v>
                </c:pt>
                <c:pt idx="8134">
                  <c:v>2941.239</c:v>
                </c:pt>
                <c:pt idx="8135">
                  <c:v>2678.4079999999999</c:v>
                </c:pt>
                <c:pt idx="8136">
                  <c:v>3135.922</c:v>
                </c:pt>
                <c:pt idx="8137">
                  <c:v>3998.547</c:v>
                </c:pt>
                <c:pt idx="8138">
                  <c:v>4182.8520000000044</c:v>
                </c:pt>
                <c:pt idx="8139">
                  <c:v>3115.6309999999999</c:v>
                </c:pt>
                <c:pt idx="8140">
                  <c:v>2129.4259999999999</c:v>
                </c:pt>
                <c:pt idx="8141">
                  <c:v>1974.421</c:v>
                </c:pt>
                <c:pt idx="8142">
                  <c:v>1985.43</c:v>
                </c:pt>
                <c:pt idx="8143">
                  <c:v>1857.1779999999999</c:v>
                </c:pt>
                <c:pt idx="8144">
                  <c:v>1732.9250000000011</c:v>
                </c:pt>
                <c:pt idx="8145">
                  <c:v>1605.6769999999999</c:v>
                </c:pt>
                <c:pt idx="8146">
                  <c:v>1517.7660000000001</c:v>
                </c:pt>
                <c:pt idx="8147">
                  <c:v>1459.9960000000001</c:v>
                </c:pt>
                <c:pt idx="8148">
                  <c:v>1418.1539999999998</c:v>
                </c:pt>
                <c:pt idx="8149">
                  <c:v>1377.9390000000001</c:v>
                </c:pt>
                <c:pt idx="8150">
                  <c:v>1331.7429999999999</c:v>
                </c:pt>
                <c:pt idx="8151">
                  <c:v>1282.3739999999998</c:v>
                </c:pt>
                <c:pt idx="8152">
                  <c:v>1244.5439999999999</c:v>
                </c:pt>
                <c:pt idx="8153">
                  <c:v>1385.9370000000001</c:v>
                </c:pt>
                <c:pt idx="8154">
                  <c:v>1919.1229999999998</c:v>
                </c:pt>
                <c:pt idx="8155">
                  <c:v>1836.548</c:v>
                </c:pt>
                <c:pt idx="8156">
                  <c:v>1512.1739999999998</c:v>
                </c:pt>
                <c:pt idx="8157">
                  <c:v>1297.876</c:v>
                </c:pt>
                <c:pt idx="8158">
                  <c:v>1192.6729999999998</c:v>
                </c:pt>
                <c:pt idx="8159">
                  <c:v>1120.6369999999999</c:v>
                </c:pt>
                <c:pt idx="8160">
                  <c:v>1089.8229999999999</c:v>
                </c:pt>
                <c:pt idx="8161">
                  <c:v>1264.1109999999999</c:v>
                </c:pt>
                <c:pt idx="8162">
                  <c:v>1247.0719999999999</c:v>
                </c:pt>
                <c:pt idx="8163">
                  <c:v>1202.451</c:v>
                </c:pt>
                <c:pt idx="8164">
                  <c:v>1156.587</c:v>
                </c:pt>
                <c:pt idx="8165">
                  <c:v>1133.3409999999999</c:v>
                </c:pt>
                <c:pt idx="8166">
                  <c:v>1122.941</c:v>
                </c:pt>
                <c:pt idx="8167">
                  <c:v>1086.6709999999998</c:v>
                </c:pt>
                <c:pt idx="8168">
                  <c:v>1055.241</c:v>
                </c:pt>
                <c:pt idx="8169">
                  <c:v>1029.3129999999999</c:v>
                </c:pt>
                <c:pt idx="8170">
                  <c:v>1040.076</c:v>
                </c:pt>
                <c:pt idx="8171">
                  <c:v>1087.704</c:v>
                </c:pt>
                <c:pt idx="8172">
                  <c:v>1130.5060000000001</c:v>
                </c:pt>
                <c:pt idx="8173">
                  <c:v>1148.546</c:v>
                </c:pt>
                <c:pt idx="8174">
                  <c:v>1114.5219999999999</c:v>
                </c:pt>
                <c:pt idx="8175">
                  <c:v>1072.7939999999999</c:v>
                </c:pt>
                <c:pt idx="8176">
                  <c:v>1056.6019999999999</c:v>
                </c:pt>
                <c:pt idx="8177">
                  <c:v>1041.4639999999999</c:v>
                </c:pt>
                <c:pt idx="8178">
                  <c:v>1032.3729999999998</c:v>
                </c:pt>
                <c:pt idx="8179">
                  <c:v>1032.317</c:v>
                </c:pt>
                <c:pt idx="8180">
                  <c:v>1126.8119999999999</c:v>
                </c:pt>
                <c:pt idx="8181">
                  <c:v>1265.518</c:v>
                </c:pt>
                <c:pt idx="8182">
                  <c:v>1361.566</c:v>
                </c:pt>
                <c:pt idx="8183">
                  <c:v>1315.4110000000001</c:v>
                </c:pt>
                <c:pt idx="8184">
                  <c:v>1244.9690000000001</c:v>
                </c:pt>
                <c:pt idx="8185">
                  <c:v>1247.2049999999999</c:v>
                </c:pt>
                <c:pt idx="8186">
                  <c:v>1279.9660000000001</c:v>
                </c:pt>
                <c:pt idx="8187">
                  <c:v>1308.8529999999998</c:v>
                </c:pt>
                <c:pt idx="8188">
                  <c:v>1315.9549999999999</c:v>
                </c:pt>
                <c:pt idx="8189">
                  <c:v>1292.0719999999999</c:v>
                </c:pt>
                <c:pt idx="8190">
                  <c:v>1317.481</c:v>
                </c:pt>
                <c:pt idx="8191">
                  <c:v>1351.3209999999999</c:v>
                </c:pt>
                <c:pt idx="8192">
                  <c:v>1343.903</c:v>
                </c:pt>
                <c:pt idx="8193">
                  <c:v>1288.6219999999998</c:v>
                </c:pt>
                <c:pt idx="8194">
                  <c:v>1244.866</c:v>
                </c:pt>
                <c:pt idx="8195">
                  <c:v>1252.6479999999999</c:v>
                </c:pt>
                <c:pt idx="8196">
                  <c:v>1278.1399999999999</c:v>
                </c:pt>
                <c:pt idx="8197">
                  <c:v>1275.3519999999999</c:v>
                </c:pt>
                <c:pt idx="8198">
                  <c:v>1233.768</c:v>
                </c:pt>
                <c:pt idx="8199">
                  <c:v>1179.98</c:v>
                </c:pt>
                <c:pt idx="8200">
                  <c:v>1136.752</c:v>
                </c:pt>
                <c:pt idx="8201">
                  <c:v>1173.7819999999999</c:v>
                </c:pt>
                <c:pt idx="8202">
                  <c:v>1279.6529999999998</c:v>
                </c:pt>
                <c:pt idx="8203">
                  <c:v>1262.423</c:v>
                </c:pt>
                <c:pt idx="8204">
                  <c:v>1114.6179999999999</c:v>
                </c:pt>
                <c:pt idx="8205">
                  <c:v>1037.0350000000001</c:v>
                </c:pt>
                <c:pt idx="8206">
                  <c:v>1057.577</c:v>
                </c:pt>
                <c:pt idx="8207">
                  <c:v>1053.729</c:v>
                </c:pt>
                <c:pt idx="8208">
                  <c:v>1007.676</c:v>
                </c:pt>
                <c:pt idx="8209">
                  <c:v>976.11869999999999</c:v>
                </c:pt>
                <c:pt idx="8210">
                  <c:v>955.69960000000003</c:v>
                </c:pt>
                <c:pt idx="8211">
                  <c:v>923.00709999999947</c:v>
                </c:pt>
                <c:pt idx="8212">
                  <c:v>884.17940000000067</c:v>
                </c:pt>
                <c:pt idx="8213">
                  <c:v>843.3809</c:v>
                </c:pt>
                <c:pt idx="8214">
                  <c:v>801.5022999999992</c:v>
                </c:pt>
                <c:pt idx="8215">
                  <c:v>790.83139999999946</c:v>
                </c:pt>
                <c:pt idx="8216">
                  <c:v>830.21810000000005</c:v>
                </c:pt>
                <c:pt idx="8217">
                  <c:v>874.54380000000003</c:v>
                </c:pt>
                <c:pt idx="8218">
                  <c:v>827.76480000000004</c:v>
                </c:pt>
                <c:pt idx="8219">
                  <c:v>729.41629999999907</c:v>
                </c:pt>
                <c:pt idx="8220">
                  <c:v>719.3441999999992</c:v>
                </c:pt>
                <c:pt idx="8221">
                  <c:v>767.05109999999934</c:v>
                </c:pt>
                <c:pt idx="8222">
                  <c:v>779.97919999999999</c:v>
                </c:pt>
                <c:pt idx="8223">
                  <c:v>762.31549999999947</c:v>
                </c:pt>
                <c:pt idx="8224">
                  <c:v>730.93809999999996</c:v>
                </c:pt>
                <c:pt idx="8225">
                  <c:v>694.69069999999999</c:v>
                </c:pt>
                <c:pt idx="8226">
                  <c:v>656.05509999999947</c:v>
                </c:pt>
                <c:pt idx="8227">
                  <c:v>621.63670000000002</c:v>
                </c:pt>
                <c:pt idx="8228">
                  <c:v>610.59890000000053</c:v>
                </c:pt>
                <c:pt idx="8229">
                  <c:v>619.99570000000051</c:v>
                </c:pt>
                <c:pt idx="8230">
                  <c:v>607.94919999999934</c:v>
                </c:pt>
                <c:pt idx="8231">
                  <c:v>569.66149999999948</c:v>
                </c:pt>
                <c:pt idx="8232">
                  <c:v>541.76149999999996</c:v>
                </c:pt>
                <c:pt idx="8233">
                  <c:v>521.2740000000008</c:v>
                </c:pt>
                <c:pt idx="8234">
                  <c:v>504.815</c:v>
                </c:pt>
                <c:pt idx="8235">
                  <c:v>489.19329999999968</c:v>
                </c:pt>
                <c:pt idx="8236">
                  <c:v>476.61529999999999</c:v>
                </c:pt>
                <c:pt idx="8237">
                  <c:v>464.99559999999946</c:v>
                </c:pt>
                <c:pt idx="8238">
                  <c:v>450.8766</c:v>
                </c:pt>
                <c:pt idx="8239">
                  <c:v>442.1121</c:v>
                </c:pt>
                <c:pt idx="8240">
                  <c:v>435.88599999999968</c:v>
                </c:pt>
                <c:pt idx="8241">
                  <c:v>431.25599999999969</c:v>
                </c:pt>
                <c:pt idx="8242">
                  <c:v>421.51280000000008</c:v>
                </c:pt>
                <c:pt idx="8243">
                  <c:v>434.21769999999964</c:v>
                </c:pt>
                <c:pt idx="8244">
                  <c:v>491.40230000000003</c:v>
                </c:pt>
                <c:pt idx="8245">
                  <c:v>499.92169999999953</c:v>
                </c:pt>
                <c:pt idx="8246">
                  <c:v>458.22219999999953</c:v>
                </c:pt>
                <c:pt idx="8247">
                  <c:v>429.98909999999961</c:v>
                </c:pt>
                <c:pt idx="8248">
                  <c:v>414.6968</c:v>
                </c:pt>
                <c:pt idx="8249">
                  <c:v>415.96539999999953</c:v>
                </c:pt>
                <c:pt idx="8250">
                  <c:v>443.61250000000001</c:v>
                </c:pt>
                <c:pt idx="8251">
                  <c:v>445.51029999999969</c:v>
                </c:pt>
                <c:pt idx="8252">
                  <c:v>446.2894</c:v>
                </c:pt>
                <c:pt idx="8253">
                  <c:v>439.67099999999999</c:v>
                </c:pt>
                <c:pt idx="8254">
                  <c:v>429.8732</c:v>
                </c:pt>
                <c:pt idx="8255">
                  <c:v>421.97969999999964</c:v>
                </c:pt>
                <c:pt idx="8256">
                  <c:v>416.05720000000002</c:v>
                </c:pt>
                <c:pt idx="8257">
                  <c:v>414.91109999999935</c:v>
                </c:pt>
                <c:pt idx="8258">
                  <c:v>413.34960000000041</c:v>
                </c:pt>
                <c:pt idx="8259">
                  <c:v>418.26799999999969</c:v>
                </c:pt>
                <c:pt idx="8260">
                  <c:v>411.11810000000003</c:v>
                </c:pt>
                <c:pt idx="8261">
                  <c:v>399.55529999999999</c:v>
                </c:pt>
                <c:pt idx="8262">
                  <c:v>392.90849999999961</c:v>
                </c:pt>
                <c:pt idx="8263">
                  <c:v>387.16219999999993</c:v>
                </c:pt>
                <c:pt idx="8264">
                  <c:v>390.98249999999967</c:v>
                </c:pt>
                <c:pt idx="8265">
                  <c:v>395.13900000000001</c:v>
                </c:pt>
                <c:pt idx="8266">
                  <c:v>407.8091</c:v>
                </c:pt>
                <c:pt idx="8267">
                  <c:v>404.84390000000002</c:v>
                </c:pt>
                <c:pt idx="8268">
                  <c:v>387.47089999999969</c:v>
                </c:pt>
                <c:pt idx="8269">
                  <c:v>372.32069999999999</c:v>
                </c:pt>
                <c:pt idx="8270">
                  <c:v>378.10950000000008</c:v>
                </c:pt>
                <c:pt idx="8271">
                  <c:v>393.1234</c:v>
                </c:pt>
                <c:pt idx="8272">
                  <c:v>393.077</c:v>
                </c:pt>
                <c:pt idx="8273">
                  <c:v>383.51799999999969</c:v>
                </c:pt>
                <c:pt idx="8274">
                  <c:v>371.25479999999999</c:v>
                </c:pt>
                <c:pt idx="8275">
                  <c:v>370.90209999999968</c:v>
                </c:pt>
                <c:pt idx="8276">
                  <c:v>383.88400000000001</c:v>
                </c:pt>
                <c:pt idx="8277">
                  <c:v>414.96599999999961</c:v>
                </c:pt>
                <c:pt idx="8278">
                  <c:v>444.38</c:v>
                </c:pt>
                <c:pt idx="8279">
                  <c:v>441.27889999999968</c:v>
                </c:pt>
                <c:pt idx="8280">
                  <c:v>425.26979999999969</c:v>
                </c:pt>
                <c:pt idx="8281">
                  <c:v>416.18419999999969</c:v>
                </c:pt>
                <c:pt idx="8282">
                  <c:v>418.5224</c:v>
                </c:pt>
                <c:pt idx="8283">
                  <c:v>419.91409999999968</c:v>
                </c:pt>
                <c:pt idx="8284">
                  <c:v>428.0718</c:v>
                </c:pt>
                <c:pt idx="8285">
                  <c:v>444.57129999999961</c:v>
                </c:pt>
                <c:pt idx="8286">
                  <c:v>450.36759999999964</c:v>
                </c:pt>
                <c:pt idx="8287">
                  <c:v>445.06149999999968</c:v>
                </c:pt>
                <c:pt idx="8288">
                  <c:v>438.46509999999961</c:v>
                </c:pt>
                <c:pt idx="8289">
                  <c:v>437.20829999999961</c:v>
                </c:pt>
                <c:pt idx="8290">
                  <c:v>439.66570000000002</c:v>
                </c:pt>
                <c:pt idx="8291">
                  <c:v>449.36369999999999</c:v>
                </c:pt>
                <c:pt idx="8292">
                  <c:v>457.4854999999996</c:v>
                </c:pt>
                <c:pt idx="8293">
                  <c:v>452.88109999999961</c:v>
                </c:pt>
                <c:pt idx="8294">
                  <c:v>437.54289999999997</c:v>
                </c:pt>
                <c:pt idx="8295">
                  <c:v>427.81689999999969</c:v>
                </c:pt>
                <c:pt idx="8296">
                  <c:v>422.51889999999969</c:v>
                </c:pt>
                <c:pt idx="8297">
                  <c:v>413.79809999999935</c:v>
                </c:pt>
                <c:pt idx="8298">
                  <c:v>414.14270000000033</c:v>
                </c:pt>
                <c:pt idx="8299">
                  <c:v>416.5829</c:v>
                </c:pt>
                <c:pt idx="8300">
                  <c:v>413.80099999999999</c:v>
                </c:pt>
                <c:pt idx="8301">
                  <c:v>408.42099999999954</c:v>
                </c:pt>
                <c:pt idx="8302">
                  <c:v>402.97989999999999</c:v>
                </c:pt>
                <c:pt idx="8303">
                  <c:v>399.28009999999961</c:v>
                </c:pt>
                <c:pt idx="8304">
                  <c:v>396.33210000000003</c:v>
                </c:pt>
                <c:pt idx="8305">
                  <c:v>409.8168</c:v>
                </c:pt>
                <c:pt idx="8306">
                  <c:v>411.64830000000001</c:v>
                </c:pt>
                <c:pt idx="8307">
                  <c:v>411.61599999999999</c:v>
                </c:pt>
                <c:pt idx="8308">
                  <c:v>408.82639999999935</c:v>
                </c:pt>
                <c:pt idx="8309">
                  <c:v>402.48829999999936</c:v>
                </c:pt>
                <c:pt idx="8310">
                  <c:v>408.51080000000002</c:v>
                </c:pt>
                <c:pt idx="8311">
                  <c:v>439.6449000000004</c:v>
                </c:pt>
                <c:pt idx="8312">
                  <c:v>454.37169999999969</c:v>
                </c:pt>
                <c:pt idx="8313">
                  <c:v>473.52529999999967</c:v>
                </c:pt>
                <c:pt idx="8314">
                  <c:v>515.39019999999948</c:v>
                </c:pt>
                <c:pt idx="8315">
                  <c:v>569.05089999999996</c:v>
                </c:pt>
                <c:pt idx="8316">
                  <c:v>617.61149999999998</c:v>
                </c:pt>
                <c:pt idx="8317">
                  <c:v>707.43809999999996</c:v>
                </c:pt>
                <c:pt idx="8318">
                  <c:v>994.15930000000003</c:v>
                </c:pt>
                <c:pt idx="8319">
                  <c:v>1547.5919999999999</c:v>
                </c:pt>
                <c:pt idx="8320">
                  <c:v>2074.598</c:v>
                </c:pt>
                <c:pt idx="8321">
                  <c:v>2551.9209999999998</c:v>
                </c:pt>
                <c:pt idx="8322">
                  <c:v>2850.4690000000001</c:v>
                </c:pt>
                <c:pt idx="8323">
                  <c:v>2548.3540000000012</c:v>
                </c:pt>
                <c:pt idx="8324">
                  <c:v>1590.7370000000001</c:v>
                </c:pt>
                <c:pt idx="8325">
                  <c:v>1182.136</c:v>
                </c:pt>
                <c:pt idx="8326">
                  <c:v>1131.8919999999998</c:v>
                </c:pt>
                <c:pt idx="8327">
                  <c:v>1015.533</c:v>
                </c:pt>
                <c:pt idx="8328">
                  <c:v>978.40970000000004</c:v>
                </c:pt>
                <c:pt idx="8329">
                  <c:v>952.39059999999949</c:v>
                </c:pt>
                <c:pt idx="8330">
                  <c:v>920.13080000000002</c:v>
                </c:pt>
                <c:pt idx="8331">
                  <c:v>986.60990000000004</c:v>
                </c:pt>
                <c:pt idx="8332">
                  <c:v>1443.778</c:v>
                </c:pt>
                <c:pt idx="8333">
                  <c:v>1912.258</c:v>
                </c:pt>
                <c:pt idx="8334">
                  <c:v>2148.0050000000001</c:v>
                </c:pt>
                <c:pt idx="8335">
                  <c:v>1751.3129999999999</c:v>
                </c:pt>
                <c:pt idx="8336">
                  <c:v>1715.86</c:v>
                </c:pt>
                <c:pt idx="8337">
                  <c:v>2257.2069999999967</c:v>
                </c:pt>
                <c:pt idx="8338">
                  <c:v>3594.3020000000001</c:v>
                </c:pt>
                <c:pt idx="8339">
                  <c:v>4956.6200000000044</c:v>
                </c:pt>
                <c:pt idx="8340">
                  <c:v>4880.22</c:v>
                </c:pt>
                <c:pt idx="8341">
                  <c:v>3908.3609999999999</c:v>
                </c:pt>
                <c:pt idx="8342">
                  <c:v>3135.7829999999967</c:v>
                </c:pt>
                <c:pt idx="8343">
                  <c:v>2958.8</c:v>
                </c:pt>
                <c:pt idx="8344">
                  <c:v>3864.9140000000002</c:v>
                </c:pt>
                <c:pt idx="8345">
                  <c:v>4722.183</c:v>
                </c:pt>
                <c:pt idx="8346">
                  <c:v>6247.3430000000017</c:v>
                </c:pt>
                <c:pt idx="8347">
                  <c:v>6498.5080000000007</c:v>
                </c:pt>
                <c:pt idx="8348">
                  <c:v>5380.1950000000024</c:v>
                </c:pt>
                <c:pt idx="8349">
                  <c:v>3625.4450000000002</c:v>
                </c:pt>
                <c:pt idx="8350">
                  <c:v>2652.3380000000002</c:v>
                </c:pt>
                <c:pt idx="8351">
                  <c:v>2444.2150000000001</c:v>
                </c:pt>
                <c:pt idx="8352">
                  <c:v>2259.6790000000001</c:v>
                </c:pt>
                <c:pt idx="8353">
                  <c:v>2081.5630000000001</c:v>
                </c:pt>
                <c:pt idx="8354">
                  <c:v>2031.54</c:v>
                </c:pt>
                <c:pt idx="8355">
                  <c:v>2001.8729999999998</c:v>
                </c:pt>
                <c:pt idx="8356">
                  <c:v>1919.7850000000001</c:v>
                </c:pt>
                <c:pt idx="8357">
                  <c:v>1767.9010000000001</c:v>
                </c:pt>
                <c:pt idx="8358">
                  <c:v>1661.307</c:v>
                </c:pt>
                <c:pt idx="8359">
                  <c:v>1600.1109999999999</c:v>
                </c:pt>
                <c:pt idx="8360">
                  <c:v>1564.6519999999998</c:v>
                </c:pt>
                <c:pt idx="8361">
                  <c:v>1540.9680000000001</c:v>
                </c:pt>
                <c:pt idx="8362">
                  <c:v>1488.5989999999999</c:v>
                </c:pt>
                <c:pt idx="8363">
                  <c:v>1420.8719999999998</c:v>
                </c:pt>
                <c:pt idx="8364">
                  <c:v>1371.1529999999998</c:v>
                </c:pt>
                <c:pt idx="8365">
                  <c:v>1321.4250000000011</c:v>
                </c:pt>
                <c:pt idx="8366">
                  <c:v>1267.365</c:v>
                </c:pt>
                <c:pt idx="8367">
                  <c:v>1222.2929999999999</c:v>
                </c:pt>
                <c:pt idx="8368">
                  <c:v>1185.58</c:v>
                </c:pt>
                <c:pt idx="8369">
                  <c:v>1149.9680000000001</c:v>
                </c:pt>
                <c:pt idx="8370">
                  <c:v>1121.5219999999999</c:v>
                </c:pt>
                <c:pt idx="8371">
                  <c:v>1096.6899999999998</c:v>
                </c:pt>
                <c:pt idx="8372">
                  <c:v>1077.7239999999999</c:v>
                </c:pt>
                <c:pt idx="8373">
                  <c:v>1067.1789999999999</c:v>
                </c:pt>
                <c:pt idx="8374">
                  <c:v>1060.4360000000001</c:v>
                </c:pt>
                <c:pt idx="8375">
                  <c:v>1046.5139999999999</c:v>
                </c:pt>
                <c:pt idx="8376">
                  <c:v>1027.808</c:v>
                </c:pt>
                <c:pt idx="8377">
                  <c:v>1008.706</c:v>
                </c:pt>
                <c:pt idx="8378">
                  <c:v>1276.998</c:v>
                </c:pt>
                <c:pt idx="8379">
                  <c:v>2065.3190000000022</c:v>
                </c:pt>
                <c:pt idx="8380">
                  <c:v>2949.32</c:v>
                </c:pt>
                <c:pt idx="8381">
                  <c:v>2842.732</c:v>
                </c:pt>
                <c:pt idx="8382">
                  <c:v>2135.0590000000002</c:v>
                </c:pt>
                <c:pt idx="8383">
                  <c:v>1764.201</c:v>
                </c:pt>
                <c:pt idx="8384">
                  <c:v>1560.443</c:v>
                </c:pt>
                <c:pt idx="8385">
                  <c:v>1406.982</c:v>
                </c:pt>
                <c:pt idx="8386">
                  <c:v>1300.0260000000001</c:v>
                </c:pt>
                <c:pt idx="8387">
                  <c:v>1231.0219999999999</c:v>
                </c:pt>
                <c:pt idx="8388">
                  <c:v>1171.4760000000001</c:v>
                </c:pt>
                <c:pt idx="8389">
                  <c:v>1134.509</c:v>
                </c:pt>
                <c:pt idx="8390">
                  <c:v>1113.075</c:v>
                </c:pt>
                <c:pt idx="8391">
                  <c:v>1152.675</c:v>
                </c:pt>
                <c:pt idx="8392">
                  <c:v>1099.423</c:v>
                </c:pt>
                <c:pt idx="8393">
                  <c:v>1072.4760000000001</c:v>
                </c:pt>
                <c:pt idx="8394">
                  <c:v>1107.7190000000001</c:v>
                </c:pt>
                <c:pt idx="8395">
                  <c:v>1087.7729999999999</c:v>
                </c:pt>
                <c:pt idx="8396">
                  <c:v>1060.6879999999999</c:v>
                </c:pt>
                <c:pt idx="8397">
                  <c:v>1073.1469999999999</c:v>
                </c:pt>
                <c:pt idx="8398">
                  <c:v>1042.6729999999998</c:v>
                </c:pt>
                <c:pt idx="8399">
                  <c:v>1061.569</c:v>
                </c:pt>
                <c:pt idx="8400">
                  <c:v>1051.1429999999998</c:v>
                </c:pt>
                <c:pt idx="8401">
                  <c:v>1107.8589999999999</c:v>
                </c:pt>
                <c:pt idx="8402">
                  <c:v>1173.4180000000001</c:v>
                </c:pt>
                <c:pt idx="8403">
                  <c:v>1202.0829999999999</c:v>
                </c:pt>
                <c:pt idx="8404">
                  <c:v>1122.7819999999999</c:v>
                </c:pt>
                <c:pt idx="8405">
                  <c:v>1021.0119999999994</c:v>
                </c:pt>
                <c:pt idx="8406">
                  <c:v>975.21749999999997</c:v>
                </c:pt>
                <c:pt idx="8407">
                  <c:v>951.2002</c:v>
                </c:pt>
                <c:pt idx="8408">
                  <c:v>990.21929999999998</c:v>
                </c:pt>
                <c:pt idx="8409">
                  <c:v>1069.2460000000001</c:v>
                </c:pt>
                <c:pt idx="8410">
                  <c:v>1150.598</c:v>
                </c:pt>
                <c:pt idx="8411">
                  <c:v>1154.069</c:v>
                </c:pt>
                <c:pt idx="8412">
                  <c:v>1170.838</c:v>
                </c:pt>
                <c:pt idx="8413">
                  <c:v>1167.0150000000001</c:v>
                </c:pt>
                <c:pt idx="8414">
                  <c:v>1133.528</c:v>
                </c:pt>
                <c:pt idx="8415">
                  <c:v>1047.0739999999998</c:v>
                </c:pt>
                <c:pt idx="8416">
                  <c:v>1016.702</c:v>
                </c:pt>
                <c:pt idx="8417">
                  <c:v>1337.0239999999999</c:v>
                </c:pt>
                <c:pt idx="8418">
                  <c:v>1934.0439999999999</c:v>
                </c:pt>
                <c:pt idx="8419">
                  <c:v>2154.4310000000028</c:v>
                </c:pt>
                <c:pt idx="8420">
                  <c:v>1669.9460000000001</c:v>
                </c:pt>
                <c:pt idx="8421">
                  <c:v>1504.11</c:v>
                </c:pt>
                <c:pt idx="8422">
                  <c:v>2006.4050000000011</c:v>
                </c:pt>
                <c:pt idx="8423">
                  <c:v>2187.8789999999999</c:v>
                </c:pt>
                <c:pt idx="8424">
                  <c:v>1778.77</c:v>
                </c:pt>
                <c:pt idx="8425">
                  <c:v>1491.837</c:v>
                </c:pt>
                <c:pt idx="8426">
                  <c:v>1424.9449999999999</c:v>
                </c:pt>
                <c:pt idx="8427">
                  <c:v>1542.8109999999999</c:v>
                </c:pt>
                <c:pt idx="8428">
                  <c:v>2179.6210000000001</c:v>
                </c:pt>
                <c:pt idx="8429">
                  <c:v>3203.3550000000027</c:v>
                </c:pt>
                <c:pt idx="8430">
                  <c:v>3634.3340000000012</c:v>
                </c:pt>
                <c:pt idx="8431">
                  <c:v>3548.652</c:v>
                </c:pt>
                <c:pt idx="8432">
                  <c:v>3256.6089999999967</c:v>
                </c:pt>
                <c:pt idx="8433">
                  <c:v>3016.0120000000002</c:v>
                </c:pt>
                <c:pt idx="8434">
                  <c:v>2239.7839999999997</c:v>
                </c:pt>
                <c:pt idx="8435">
                  <c:v>1632.453</c:v>
                </c:pt>
                <c:pt idx="8436">
                  <c:v>1484.1969999999999</c:v>
                </c:pt>
                <c:pt idx="8437">
                  <c:v>1361.6839999999986</c:v>
                </c:pt>
                <c:pt idx="8438">
                  <c:v>1249.5139999999999</c:v>
                </c:pt>
                <c:pt idx="8439">
                  <c:v>1353.2850000000001</c:v>
                </c:pt>
                <c:pt idx="8440">
                  <c:v>1630.2049999999999</c:v>
                </c:pt>
                <c:pt idx="8441">
                  <c:v>1864.7090000000001</c:v>
                </c:pt>
                <c:pt idx="8442">
                  <c:v>1576.3829999999998</c:v>
                </c:pt>
                <c:pt idx="8443">
                  <c:v>1316.6</c:v>
                </c:pt>
                <c:pt idx="8444">
                  <c:v>1190.319</c:v>
                </c:pt>
                <c:pt idx="8445">
                  <c:v>1115.135</c:v>
                </c:pt>
                <c:pt idx="8446">
                  <c:v>1062.0509999999999</c:v>
                </c:pt>
                <c:pt idx="8447">
                  <c:v>1049.828</c:v>
                </c:pt>
                <c:pt idx="8448">
                  <c:v>1081.7070000000001</c:v>
                </c:pt>
                <c:pt idx="8449">
                  <c:v>1063</c:v>
                </c:pt>
                <c:pt idx="8450">
                  <c:v>1036.2190000000001</c:v>
                </c:pt>
                <c:pt idx="8451">
                  <c:v>1003.7380000000005</c:v>
                </c:pt>
                <c:pt idx="8452">
                  <c:v>1143.1339999999998</c:v>
                </c:pt>
                <c:pt idx="8453">
                  <c:v>1306.6469999999999</c:v>
                </c:pt>
                <c:pt idx="8454">
                  <c:v>1312.5629999999999</c:v>
                </c:pt>
                <c:pt idx="8455">
                  <c:v>1264.329</c:v>
                </c:pt>
                <c:pt idx="8456">
                  <c:v>1122.8329999999999</c:v>
                </c:pt>
                <c:pt idx="8457">
                  <c:v>1037.7149999999999</c:v>
                </c:pt>
                <c:pt idx="8458">
                  <c:v>999.62</c:v>
                </c:pt>
                <c:pt idx="8459">
                  <c:v>1008.3920000000001</c:v>
                </c:pt>
                <c:pt idx="8460">
                  <c:v>1006.726</c:v>
                </c:pt>
                <c:pt idx="8461">
                  <c:v>992.4320999999992</c:v>
                </c:pt>
                <c:pt idx="8462">
                  <c:v>963.01340000000005</c:v>
                </c:pt>
                <c:pt idx="8463">
                  <c:v>950.55649999999946</c:v>
                </c:pt>
                <c:pt idx="8464">
                  <c:v>940.42609999999934</c:v>
                </c:pt>
                <c:pt idx="8465">
                  <c:v>948.70540000000005</c:v>
                </c:pt>
                <c:pt idx="8466">
                  <c:v>1025.6709999999998</c:v>
                </c:pt>
                <c:pt idx="8467">
                  <c:v>1073.1199999999999</c:v>
                </c:pt>
                <c:pt idx="8468">
                  <c:v>1053.5619999999999</c:v>
                </c:pt>
                <c:pt idx="8469">
                  <c:v>992.56059999999934</c:v>
                </c:pt>
                <c:pt idx="8470">
                  <c:v>967.26919999999996</c:v>
                </c:pt>
                <c:pt idx="8471">
                  <c:v>1010.5219999999994</c:v>
                </c:pt>
                <c:pt idx="8472">
                  <c:v>1142.4690000000001</c:v>
                </c:pt>
                <c:pt idx="8473">
                  <c:v>1186.778</c:v>
                </c:pt>
                <c:pt idx="8474">
                  <c:v>1098.54</c:v>
                </c:pt>
                <c:pt idx="8475">
                  <c:v>1019.423</c:v>
                </c:pt>
                <c:pt idx="8476">
                  <c:v>986.3768</c:v>
                </c:pt>
                <c:pt idx="8477">
                  <c:v>968.14249999999947</c:v>
                </c:pt>
                <c:pt idx="8478">
                  <c:v>963.83549999999946</c:v>
                </c:pt>
                <c:pt idx="8479">
                  <c:v>958.94129999999905</c:v>
                </c:pt>
                <c:pt idx="8480">
                  <c:v>954.4751</c:v>
                </c:pt>
                <c:pt idx="8481">
                  <c:v>948.43349999999998</c:v>
                </c:pt>
                <c:pt idx="8482">
                  <c:v>944.85979999999938</c:v>
                </c:pt>
                <c:pt idx="8483">
                  <c:v>935.72260000000006</c:v>
                </c:pt>
                <c:pt idx="8484">
                  <c:v>918.29330000000095</c:v>
                </c:pt>
                <c:pt idx="8485">
                  <c:v>896.67920000000004</c:v>
                </c:pt>
                <c:pt idx="8486">
                  <c:v>877.8595999999992</c:v>
                </c:pt>
                <c:pt idx="8487">
                  <c:v>867.06229999999903</c:v>
                </c:pt>
                <c:pt idx="8488">
                  <c:v>860.34169999999892</c:v>
                </c:pt>
                <c:pt idx="8489">
                  <c:v>842.34119999999905</c:v>
                </c:pt>
                <c:pt idx="8490">
                  <c:v>822.07619999999997</c:v>
                </c:pt>
                <c:pt idx="8491">
                  <c:v>814.01940000000002</c:v>
                </c:pt>
                <c:pt idx="8492">
                  <c:v>802.31489999999997</c:v>
                </c:pt>
                <c:pt idx="8493">
                  <c:v>787.15470000000005</c:v>
                </c:pt>
                <c:pt idx="8494">
                  <c:v>775.19240000000002</c:v>
                </c:pt>
                <c:pt idx="8495">
                  <c:v>755.95209999999906</c:v>
                </c:pt>
                <c:pt idx="8496">
                  <c:v>729.17470000000094</c:v>
                </c:pt>
                <c:pt idx="8497">
                  <c:v>720.89179999999999</c:v>
                </c:pt>
                <c:pt idx="8498">
                  <c:v>707.18409999999994</c:v>
                </c:pt>
                <c:pt idx="8499">
                  <c:v>726.13969999999949</c:v>
                </c:pt>
                <c:pt idx="8500">
                  <c:v>772.17810000000054</c:v>
                </c:pt>
                <c:pt idx="8501">
                  <c:v>892.06709999999907</c:v>
                </c:pt>
                <c:pt idx="8502">
                  <c:v>1095.7090000000001</c:v>
                </c:pt>
                <c:pt idx="8503">
                  <c:v>1269.4470000000001</c:v>
                </c:pt>
                <c:pt idx="8504">
                  <c:v>1194.5409999999999</c:v>
                </c:pt>
                <c:pt idx="8505">
                  <c:v>1159.087</c:v>
                </c:pt>
                <c:pt idx="8506">
                  <c:v>1264.6229999999998</c:v>
                </c:pt>
                <c:pt idx="8507">
                  <c:v>1362.635</c:v>
                </c:pt>
                <c:pt idx="8508">
                  <c:v>1176.537</c:v>
                </c:pt>
                <c:pt idx="8509">
                  <c:v>1142.0219999999999</c:v>
                </c:pt>
                <c:pt idx="8510">
                  <c:v>1525.528</c:v>
                </c:pt>
                <c:pt idx="8511">
                  <c:v>1830.54</c:v>
                </c:pt>
                <c:pt idx="8512">
                  <c:v>1559.922</c:v>
                </c:pt>
                <c:pt idx="8513">
                  <c:v>1180.751</c:v>
                </c:pt>
                <c:pt idx="8514">
                  <c:v>1230.0129999999999</c:v>
                </c:pt>
                <c:pt idx="8515">
                  <c:v>1308.5719999999999</c:v>
                </c:pt>
                <c:pt idx="8516">
                  <c:v>1609.0709999999999</c:v>
                </c:pt>
                <c:pt idx="8517">
                  <c:v>1867.1829999999998</c:v>
                </c:pt>
                <c:pt idx="8518">
                  <c:v>1894.9</c:v>
                </c:pt>
                <c:pt idx="8519">
                  <c:v>1477.6229999999998</c:v>
                </c:pt>
                <c:pt idx="8520">
                  <c:v>1229.568</c:v>
                </c:pt>
                <c:pt idx="8521">
                  <c:v>1178.8739999999998</c:v>
                </c:pt>
                <c:pt idx="8522">
                  <c:v>1157.6839999999986</c:v>
                </c:pt>
                <c:pt idx="8523">
                  <c:v>1157.586</c:v>
                </c:pt>
                <c:pt idx="8524">
                  <c:v>1132.9190000000001</c:v>
                </c:pt>
                <c:pt idx="8525">
                  <c:v>1076.258</c:v>
                </c:pt>
                <c:pt idx="8526">
                  <c:v>1040.627</c:v>
                </c:pt>
                <c:pt idx="8527">
                  <c:v>1050.855</c:v>
                </c:pt>
                <c:pt idx="8528">
                  <c:v>1133.5219999999999</c:v>
                </c:pt>
                <c:pt idx="8529">
                  <c:v>1310.72</c:v>
                </c:pt>
                <c:pt idx="8530">
                  <c:v>1437.413</c:v>
                </c:pt>
                <c:pt idx="8531">
                  <c:v>1384.0739999999998</c:v>
                </c:pt>
                <c:pt idx="8532">
                  <c:v>1378.34</c:v>
                </c:pt>
                <c:pt idx="8533">
                  <c:v>1753.5819999999999</c:v>
                </c:pt>
                <c:pt idx="8534">
                  <c:v>2228.8170000000027</c:v>
                </c:pt>
                <c:pt idx="8535">
                  <c:v>2189.3730000000028</c:v>
                </c:pt>
                <c:pt idx="8536">
                  <c:v>1806.819</c:v>
                </c:pt>
                <c:pt idx="8537">
                  <c:v>1653.8939999999998</c:v>
                </c:pt>
                <c:pt idx="8538">
                  <c:v>1660.7270000000001</c:v>
                </c:pt>
                <c:pt idx="8539">
                  <c:v>1549.8519999999999</c:v>
                </c:pt>
                <c:pt idx="8540">
                  <c:v>1384.828</c:v>
                </c:pt>
                <c:pt idx="8541">
                  <c:v>1308.8439999999998</c:v>
                </c:pt>
                <c:pt idx="8542">
                  <c:v>1326</c:v>
                </c:pt>
                <c:pt idx="8543">
                  <c:v>1376.7829999999999</c:v>
                </c:pt>
                <c:pt idx="8544">
                  <c:v>1503.856</c:v>
                </c:pt>
                <c:pt idx="8545">
                  <c:v>1494.713</c:v>
                </c:pt>
                <c:pt idx="8546">
                  <c:v>1381.586</c:v>
                </c:pt>
                <c:pt idx="8547">
                  <c:v>1287.08</c:v>
                </c:pt>
                <c:pt idx="8548">
                  <c:v>1262.9260000000011</c:v>
                </c:pt>
                <c:pt idx="8549">
                  <c:v>1258.979</c:v>
                </c:pt>
                <c:pt idx="8550">
                  <c:v>1280.297</c:v>
                </c:pt>
                <c:pt idx="8551">
                  <c:v>1604.7139999999999</c:v>
                </c:pt>
                <c:pt idx="8552">
                  <c:v>2898.1410000000001</c:v>
                </c:pt>
                <c:pt idx="8553">
                  <c:v>4296.07</c:v>
                </c:pt>
                <c:pt idx="8554">
                  <c:v>4365.1990000000014</c:v>
                </c:pt>
                <c:pt idx="8555">
                  <c:v>2961.51</c:v>
                </c:pt>
                <c:pt idx="8556">
                  <c:v>2013.3809999999999</c:v>
                </c:pt>
                <c:pt idx="8557">
                  <c:v>1893.9490000000001</c:v>
                </c:pt>
                <c:pt idx="8558">
                  <c:v>1724.7180000000001</c:v>
                </c:pt>
                <c:pt idx="8559">
                  <c:v>1528.847</c:v>
                </c:pt>
                <c:pt idx="8560">
                  <c:v>1459.6079999999999</c:v>
                </c:pt>
                <c:pt idx="8561">
                  <c:v>1380.846</c:v>
                </c:pt>
                <c:pt idx="8562">
                  <c:v>1344.1319999999998</c:v>
                </c:pt>
                <c:pt idx="8563">
                  <c:v>1304.5260000000001</c:v>
                </c:pt>
                <c:pt idx="8564">
                  <c:v>1256.5619999999999</c:v>
                </c:pt>
                <c:pt idx="8565">
                  <c:v>1222.846</c:v>
                </c:pt>
                <c:pt idx="8566">
                  <c:v>1197.548</c:v>
                </c:pt>
                <c:pt idx="8567">
                  <c:v>1172.1769999999999</c:v>
                </c:pt>
                <c:pt idx="8568">
                  <c:v>1128.0309999999999</c:v>
                </c:pt>
                <c:pt idx="8569">
                  <c:v>1078.7429999999999</c:v>
                </c:pt>
                <c:pt idx="8570">
                  <c:v>1042.5219999999999</c:v>
                </c:pt>
                <c:pt idx="8571">
                  <c:v>996.2405</c:v>
                </c:pt>
                <c:pt idx="8572">
                  <c:v>944.303</c:v>
                </c:pt>
                <c:pt idx="8573">
                  <c:v>926.97860000000003</c:v>
                </c:pt>
                <c:pt idx="8574">
                  <c:v>939.50009999999997</c:v>
                </c:pt>
                <c:pt idx="8575">
                  <c:v>923.24059999999997</c:v>
                </c:pt>
                <c:pt idx="8576">
                  <c:v>869.2011</c:v>
                </c:pt>
                <c:pt idx="8577">
                  <c:v>820.95489999999938</c:v>
                </c:pt>
                <c:pt idx="8578">
                  <c:v>780.82370000000003</c:v>
                </c:pt>
                <c:pt idx="8579">
                  <c:v>750.08029999999997</c:v>
                </c:pt>
                <c:pt idx="8580">
                  <c:v>729.31629999999905</c:v>
                </c:pt>
                <c:pt idx="8581">
                  <c:v>702.78670000000068</c:v>
                </c:pt>
                <c:pt idx="8582">
                  <c:v>673.26319999999998</c:v>
                </c:pt>
                <c:pt idx="8583">
                  <c:v>631.70809999999994</c:v>
                </c:pt>
                <c:pt idx="8584">
                  <c:v>582.15629999999919</c:v>
                </c:pt>
                <c:pt idx="8585">
                  <c:v>555.73299999999949</c:v>
                </c:pt>
                <c:pt idx="8586">
                  <c:v>551.3854</c:v>
                </c:pt>
                <c:pt idx="8587">
                  <c:v>546.71</c:v>
                </c:pt>
                <c:pt idx="8588">
                  <c:v>533.42099999999948</c:v>
                </c:pt>
                <c:pt idx="8589">
                  <c:v>508.03329999999954</c:v>
                </c:pt>
                <c:pt idx="8590">
                  <c:v>484.64600000000002</c:v>
                </c:pt>
                <c:pt idx="8591">
                  <c:v>477.56629999999967</c:v>
                </c:pt>
                <c:pt idx="8592">
                  <c:v>477.34030000000001</c:v>
                </c:pt>
                <c:pt idx="8593">
                  <c:v>478.30709999999999</c:v>
                </c:pt>
                <c:pt idx="8594">
                  <c:v>480.63380000000001</c:v>
                </c:pt>
                <c:pt idx="8595">
                  <c:v>480.49559999999946</c:v>
                </c:pt>
                <c:pt idx="8596">
                  <c:v>485.95929999999993</c:v>
                </c:pt>
                <c:pt idx="8597">
                  <c:v>517.30129999999906</c:v>
                </c:pt>
                <c:pt idx="8598">
                  <c:v>582.23239999999998</c:v>
                </c:pt>
                <c:pt idx="8599">
                  <c:v>651.6771</c:v>
                </c:pt>
                <c:pt idx="8600">
                  <c:v>701.07370000000094</c:v>
                </c:pt>
                <c:pt idx="8601">
                  <c:v>716.5856</c:v>
                </c:pt>
                <c:pt idx="8602">
                  <c:v>714.81679999999949</c:v>
                </c:pt>
                <c:pt idx="8603">
                  <c:v>694.60940000000005</c:v>
                </c:pt>
                <c:pt idx="8604">
                  <c:v>660.83479999999997</c:v>
                </c:pt>
                <c:pt idx="8605">
                  <c:v>621.52530000000002</c:v>
                </c:pt>
                <c:pt idx="8606">
                  <c:v>582.27310000000068</c:v>
                </c:pt>
                <c:pt idx="8607">
                  <c:v>549.03219999999919</c:v>
                </c:pt>
                <c:pt idx="8608">
                  <c:v>526.38229999999919</c:v>
                </c:pt>
                <c:pt idx="8609">
                  <c:v>504.74290000000002</c:v>
                </c:pt>
                <c:pt idx="8610">
                  <c:v>484.07780000000002</c:v>
                </c:pt>
                <c:pt idx="8611">
                  <c:v>470.64019999999999</c:v>
                </c:pt>
                <c:pt idx="8612">
                  <c:v>462.80040000000002</c:v>
                </c:pt>
                <c:pt idx="8613">
                  <c:v>468.38809999999961</c:v>
                </c:pt>
                <c:pt idx="8614">
                  <c:v>498.31309999999968</c:v>
                </c:pt>
                <c:pt idx="8615">
                  <c:v>541.16470000000004</c:v>
                </c:pt>
                <c:pt idx="8616">
                  <c:v>600.94759999999906</c:v>
                </c:pt>
                <c:pt idx="8617">
                  <c:v>657.43159999999921</c:v>
                </c:pt>
                <c:pt idx="8618">
                  <c:v>666.60829999999999</c:v>
                </c:pt>
                <c:pt idx="8619">
                  <c:v>678.99890000000005</c:v>
                </c:pt>
                <c:pt idx="8620">
                  <c:v>690.08169999999996</c:v>
                </c:pt>
                <c:pt idx="8621">
                  <c:v>686.38530000000003</c:v>
                </c:pt>
                <c:pt idx="8622">
                  <c:v>676.25509999999997</c:v>
                </c:pt>
                <c:pt idx="8623">
                  <c:v>677.47190000000001</c:v>
                </c:pt>
                <c:pt idx="8624">
                  <c:v>713.52419999999938</c:v>
                </c:pt>
                <c:pt idx="8625">
                  <c:v>788.96549999999934</c:v>
                </c:pt>
                <c:pt idx="8626">
                  <c:v>822.90419999999949</c:v>
                </c:pt>
                <c:pt idx="8627">
                  <c:v>767.29190000000051</c:v>
                </c:pt>
                <c:pt idx="8628">
                  <c:v>734.44309999999996</c:v>
                </c:pt>
                <c:pt idx="8629">
                  <c:v>722.92330000000004</c:v>
                </c:pt>
                <c:pt idx="8630">
                  <c:v>719.75959999999998</c:v>
                </c:pt>
                <c:pt idx="8631">
                  <c:v>724.62400000000002</c:v>
                </c:pt>
                <c:pt idx="8632">
                  <c:v>762.03649999999948</c:v>
                </c:pt>
                <c:pt idx="8633">
                  <c:v>795.43009999999947</c:v>
                </c:pt>
                <c:pt idx="8634">
                  <c:v>794.90970000000004</c:v>
                </c:pt>
                <c:pt idx="8635">
                  <c:v>805.3520999999987</c:v>
                </c:pt>
                <c:pt idx="8636">
                  <c:v>801.92570000000001</c:v>
                </c:pt>
                <c:pt idx="8637">
                  <c:v>801.28580000000068</c:v>
                </c:pt>
                <c:pt idx="8638">
                  <c:v>804.37759999999946</c:v>
                </c:pt>
                <c:pt idx="8639">
                  <c:v>804.71289999999999</c:v>
                </c:pt>
                <c:pt idx="8640">
                  <c:v>794.19580000000053</c:v>
                </c:pt>
                <c:pt idx="8641">
                  <c:v>777.13289999999949</c:v>
                </c:pt>
                <c:pt idx="8642">
                  <c:v>766.73030000000051</c:v>
                </c:pt>
                <c:pt idx="8643">
                  <c:v>738.1712</c:v>
                </c:pt>
                <c:pt idx="8644">
                  <c:v>710.2047000000008</c:v>
                </c:pt>
                <c:pt idx="8645">
                  <c:v>687.86979999999949</c:v>
                </c:pt>
                <c:pt idx="8646">
                  <c:v>673.09960000000001</c:v>
                </c:pt>
                <c:pt idx="8647">
                  <c:v>659.13759999999934</c:v>
                </c:pt>
                <c:pt idx="8648">
                  <c:v>656.61429999999996</c:v>
                </c:pt>
                <c:pt idx="8649">
                  <c:v>665.71950000000004</c:v>
                </c:pt>
                <c:pt idx="8650">
                  <c:v>665.95529999999906</c:v>
                </c:pt>
                <c:pt idx="8651">
                  <c:v>649.21019999999999</c:v>
                </c:pt>
                <c:pt idx="8652">
                  <c:v>628.37289999999996</c:v>
                </c:pt>
                <c:pt idx="8653">
                  <c:v>616.47149999999999</c:v>
                </c:pt>
                <c:pt idx="8654">
                  <c:v>605.52459999999996</c:v>
                </c:pt>
                <c:pt idx="8655">
                  <c:v>601.58280000000002</c:v>
                </c:pt>
                <c:pt idx="8656">
                  <c:v>598.59180000000003</c:v>
                </c:pt>
                <c:pt idx="8657">
                  <c:v>591.49259999999947</c:v>
                </c:pt>
                <c:pt idx="8658">
                  <c:v>582.48689999999999</c:v>
                </c:pt>
                <c:pt idx="8659">
                  <c:v>572.1078</c:v>
                </c:pt>
                <c:pt idx="8660">
                  <c:v>561.22799999999938</c:v>
                </c:pt>
                <c:pt idx="8661">
                  <c:v>553.36429999999905</c:v>
                </c:pt>
                <c:pt idx="8662">
                  <c:v>563.93409999999949</c:v>
                </c:pt>
                <c:pt idx="8663">
                  <c:v>581.53229999999905</c:v>
                </c:pt>
                <c:pt idx="8664">
                  <c:v>587.68190000000004</c:v>
                </c:pt>
                <c:pt idx="8665">
                  <c:v>580.73979999999995</c:v>
                </c:pt>
                <c:pt idx="8666">
                  <c:v>569.96069999999906</c:v>
                </c:pt>
                <c:pt idx="8667">
                  <c:v>566.86589999999933</c:v>
                </c:pt>
                <c:pt idx="8668">
                  <c:v>564.58040000000005</c:v>
                </c:pt>
                <c:pt idx="8669">
                  <c:v>576.48270000000002</c:v>
                </c:pt>
                <c:pt idx="8670">
                  <c:v>573.85019999999906</c:v>
                </c:pt>
                <c:pt idx="8671">
                  <c:v>567.68510000000003</c:v>
                </c:pt>
                <c:pt idx="8672">
                  <c:v>561.19240000000002</c:v>
                </c:pt>
                <c:pt idx="8673">
                  <c:v>554.81409999999948</c:v>
                </c:pt>
                <c:pt idx="8674">
                  <c:v>550.25189999999998</c:v>
                </c:pt>
                <c:pt idx="8675">
                  <c:v>548.76769999999919</c:v>
                </c:pt>
                <c:pt idx="8676">
                  <c:v>550.38829999999996</c:v>
                </c:pt>
                <c:pt idx="8677">
                  <c:v>576.02369999999996</c:v>
                </c:pt>
                <c:pt idx="8678">
                  <c:v>602.90359999999998</c:v>
                </c:pt>
                <c:pt idx="8679">
                  <c:v>596.3174999999992</c:v>
                </c:pt>
                <c:pt idx="8680">
                  <c:v>600.01940000000002</c:v>
                </c:pt>
                <c:pt idx="8681">
                  <c:v>611.94549999999947</c:v>
                </c:pt>
                <c:pt idx="8682">
                  <c:v>687.07159999999999</c:v>
                </c:pt>
                <c:pt idx="8683">
                  <c:v>839.18409999999994</c:v>
                </c:pt>
                <c:pt idx="8684">
                  <c:v>947.92470000000003</c:v>
                </c:pt>
                <c:pt idx="8685">
                  <c:v>929.02329999999949</c:v>
                </c:pt>
                <c:pt idx="8686">
                  <c:v>952.92099999999948</c:v>
                </c:pt>
                <c:pt idx="8687">
                  <c:v>1319.5509999999999</c:v>
                </c:pt>
                <c:pt idx="8688">
                  <c:v>1809.1839999999986</c:v>
                </c:pt>
                <c:pt idx="8689">
                  <c:v>2068.0819999999999</c:v>
                </c:pt>
                <c:pt idx="8690">
                  <c:v>2259.9140000000002</c:v>
                </c:pt>
                <c:pt idx="8691">
                  <c:v>2363.864</c:v>
                </c:pt>
                <c:pt idx="8692">
                  <c:v>2291.6729999999998</c:v>
                </c:pt>
                <c:pt idx="8693">
                  <c:v>2306.558</c:v>
                </c:pt>
                <c:pt idx="8694">
                  <c:v>2377.5250000000001</c:v>
                </c:pt>
                <c:pt idx="8695">
                  <c:v>2447.5920000000001</c:v>
                </c:pt>
                <c:pt idx="8696">
                  <c:v>2782.4879999999998</c:v>
                </c:pt>
                <c:pt idx="8697">
                  <c:v>3186.5520000000001</c:v>
                </c:pt>
                <c:pt idx="8698">
                  <c:v>3605.1679999999997</c:v>
                </c:pt>
                <c:pt idx="8699">
                  <c:v>3272.3690000000001</c:v>
                </c:pt>
                <c:pt idx="8700">
                  <c:v>3011.1570000000002</c:v>
                </c:pt>
                <c:pt idx="8701">
                  <c:v>2787.75</c:v>
                </c:pt>
                <c:pt idx="8702">
                  <c:v>3198.9330000000027</c:v>
                </c:pt>
                <c:pt idx="8703">
                  <c:v>3673.5430000000001</c:v>
                </c:pt>
                <c:pt idx="8704">
                  <c:v>3521.8969999999999</c:v>
                </c:pt>
                <c:pt idx="8705">
                  <c:v>3494.2310000000002</c:v>
                </c:pt>
                <c:pt idx="8706">
                  <c:v>3887.8040000000001</c:v>
                </c:pt>
                <c:pt idx="8707">
                  <c:v>3995.0659999999998</c:v>
                </c:pt>
                <c:pt idx="8708">
                  <c:v>3462.6079999999997</c:v>
                </c:pt>
                <c:pt idx="8709">
                  <c:v>2930.0650000000001</c:v>
                </c:pt>
                <c:pt idx="8710">
                  <c:v>2602.944</c:v>
                </c:pt>
                <c:pt idx="8711">
                  <c:v>2419.8020000000001</c:v>
                </c:pt>
                <c:pt idx="8712">
                  <c:v>2269.067</c:v>
                </c:pt>
                <c:pt idx="8713">
                  <c:v>2160.277</c:v>
                </c:pt>
                <c:pt idx="8714">
                  <c:v>2044.6799999999998</c:v>
                </c:pt>
                <c:pt idx="8715">
                  <c:v>2490.3530000000028</c:v>
                </c:pt>
                <c:pt idx="8716">
                  <c:v>4846.5520000000024</c:v>
                </c:pt>
                <c:pt idx="8717">
                  <c:v>7291.2850000000008</c:v>
                </c:pt>
                <c:pt idx="8718">
                  <c:v>7204.2879999999996</c:v>
                </c:pt>
                <c:pt idx="8719">
                  <c:v>4538.6200000000044</c:v>
                </c:pt>
                <c:pt idx="8720">
                  <c:v>3046.7809999999972</c:v>
                </c:pt>
                <c:pt idx="8721">
                  <c:v>3614.3510000000028</c:v>
                </c:pt>
                <c:pt idx="8722">
                  <c:v>3853.14</c:v>
                </c:pt>
                <c:pt idx="8723">
                  <c:v>3307.6279999999997</c:v>
                </c:pt>
                <c:pt idx="8724">
                  <c:v>2398.402</c:v>
                </c:pt>
                <c:pt idx="8725">
                  <c:v>1906.097</c:v>
                </c:pt>
                <c:pt idx="8726">
                  <c:v>1765.8989999999999</c:v>
                </c:pt>
                <c:pt idx="8727">
                  <c:v>1656.248</c:v>
                </c:pt>
                <c:pt idx="8728">
                  <c:v>1567.126</c:v>
                </c:pt>
                <c:pt idx="8729">
                  <c:v>1492.075</c:v>
                </c:pt>
                <c:pt idx="8730">
                  <c:v>1439.4690000000001</c:v>
                </c:pt>
                <c:pt idx="8731">
                  <c:v>1411.3009999999999</c:v>
                </c:pt>
                <c:pt idx="8732">
                  <c:v>1416.3909999999998</c:v>
                </c:pt>
                <c:pt idx="8733">
                  <c:v>1408.875</c:v>
                </c:pt>
                <c:pt idx="8734">
                  <c:v>1414.8869999999999</c:v>
                </c:pt>
                <c:pt idx="8735">
                  <c:v>1392.4110000000001</c:v>
                </c:pt>
                <c:pt idx="8736">
                  <c:v>1418.5239999999999</c:v>
                </c:pt>
                <c:pt idx="8737">
                  <c:v>1432.588</c:v>
                </c:pt>
                <c:pt idx="8738">
                  <c:v>1661.259</c:v>
                </c:pt>
                <c:pt idx="8739">
                  <c:v>1390.088</c:v>
                </c:pt>
                <c:pt idx="8740">
                  <c:v>1340.3419999999999</c:v>
                </c:pt>
                <c:pt idx="8741">
                  <c:v>1246.1579999999999</c:v>
                </c:pt>
                <c:pt idx="8742">
                  <c:v>1199.837</c:v>
                </c:pt>
                <c:pt idx="8743">
                  <c:v>1160.6729999999998</c:v>
                </c:pt>
                <c:pt idx="8744">
                  <c:v>1134.913</c:v>
                </c:pt>
                <c:pt idx="8745">
                  <c:v>1116.3819999999998</c:v>
                </c:pt>
                <c:pt idx="8746">
                  <c:v>1150.1189999999999</c:v>
                </c:pt>
                <c:pt idx="8747">
                  <c:v>1156.9590000000001</c:v>
                </c:pt>
                <c:pt idx="8748">
                  <c:v>1148.7750000000001</c:v>
                </c:pt>
                <c:pt idx="8749">
                  <c:v>1113.1699999999998</c:v>
                </c:pt>
                <c:pt idx="8750">
                  <c:v>1091.424</c:v>
                </c:pt>
                <c:pt idx="8751">
                  <c:v>1077.1969999999999</c:v>
                </c:pt>
                <c:pt idx="8752">
                  <c:v>1074.828</c:v>
                </c:pt>
                <c:pt idx="8753">
                  <c:v>1073.8879999999999</c:v>
                </c:pt>
                <c:pt idx="8754">
                  <c:v>1066.3150000000001</c:v>
                </c:pt>
                <c:pt idx="8755">
                  <c:v>1039.0929999999998</c:v>
                </c:pt>
                <c:pt idx="8756">
                  <c:v>1004.7910000000005</c:v>
                </c:pt>
                <c:pt idx="8757">
                  <c:v>980.1748000000008</c:v>
                </c:pt>
                <c:pt idx="8758">
                  <c:v>999.35719999999867</c:v>
                </c:pt>
                <c:pt idx="8759">
                  <c:v>1326.059</c:v>
                </c:pt>
                <c:pt idx="8760">
                  <c:v>2222.2249999999967</c:v>
                </c:pt>
                <c:pt idx="8761">
                  <c:v>3317.8879999999999</c:v>
                </c:pt>
                <c:pt idx="8762">
                  <c:v>3231.212</c:v>
                </c:pt>
                <c:pt idx="8763">
                  <c:v>2194.5410000000002</c:v>
                </c:pt>
                <c:pt idx="8764">
                  <c:v>1398.2760000000001</c:v>
                </c:pt>
                <c:pt idx="8765">
                  <c:v>1277.1809999999998</c:v>
                </c:pt>
                <c:pt idx="8766">
                  <c:v>1282.9580000000001</c:v>
                </c:pt>
                <c:pt idx="8767">
                  <c:v>1219.1729999999998</c:v>
                </c:pt>
                <c:pt idx="8768">
                  <c:v>1203.9649999999999</c:v>
                </c:pt>
                <c:pt idx="8769">
                  <c:v>1168.4870000000001</c:v>
                </c:pt>
                <c:pt idx="8770">
                  <c:v>1118.8909999999998</c:v>
                </c:pt>
                <c:pt idx="8771">
                  <c:v>1074.7550000000001</c:v>
                </c:pt>
                <c:pt idx="8772">
                  <c:v>1044.807</c:v>
                </c:pt>
                <c:pt idx="8773">
                  <c:v>1028.155</c:v>
                </c:pt>
                <c:pt idx="8774">
                  <c:v>1011.6930000000007</c:v>
                </c:pt>
                <c:pt idx="8775">
                  <c:v>1011.5469999999993</c:v>
                </c:pt>
                <c:pt idx="8776">
                  <c:v>1045.8869999999999</c:v>
                </c:pt>
                <c:pt idx="8777">
                  <c:v>1085.377</c:v>
                </c:pt>
                <c:pt idx="8778">
                  <c:v>1093.2629999999999</c:v>
                </c:pt>
                <c:pt idx="8779">
                  <c:v>1052.326</c:v>
                </c:pt>
                <c:pt idx="8780">
                  <c:v>1028.463</c:v>
                </c:pt>
                <c:pt idx="8781">
                  <c:v>1005.4569999999992</c:v>
                </c:pt>
                <c:pt idx="8782">
                  <c:v>979.05729999999915</c:v>
                </c:pt>
                <c:pt idx="8783">
                  <c:v>946.99519999999939</c:v>
                </c:pt>
                <c:pt idx="8784">
                  <c:v>918.03949999999998</c:v>
                </c:pt>
                <c:pt idx="8785">
                  <c:v>890.31769999999892</c:v>
                </c:pt>
                <c:pt idx="8786">
                  <c:v>868.5181</c:v>
                </c:pt>
                <c:pt idx="8787">
                  <c:v>855.80149999999946</c:v>
                </c:pt>
                <c:pt idx="8788">
                  <c:v>885.63139999999999</c:v>
                </c:pt>
                <c:pt idx="8789">
                  <c:v>913.89599999999996</c:v>
                </c:pt>
                <c:pt idx="8790">
                  <c:v>945.41989999999998</c:v>
                </c:pt>
                <c:pt idx="8791">
                  <c:v>963.41599999999949</c:v>
                </c:pt>
                <c:pt idx="8792">
                  <c:v>928.8836</c:v>
                </c:pt>
                <c:pt idx="8793">
                  <c:v>865.3338</c:v>
                </c:pt>
                <c:pt idx="8794">
                  <c:v>821.76310000000001</c:v>
                </c:pt>
                <c:pt idx="8795">
                  <c:v>816.74310000000003</c:v>
                </c:pt>
                <c:pt idx="8796">
                  <c:v>956.27750000000003</c:v>
                </c:pt>
                <c:pt idx="8797">
                  <c:v>1041.7190000000001</c:v>
                </c:pt>
                <c:pt idx="8798">
                  <c:v>1032.4050000000011</c:v>
                </c:pt>
                <c:pt idx="8799">
                  <c:v>924.81239999999946</c:v>
                </c:pt>
                <c:pt idx="8800">
                  <c:v>841.5607</c:v>
                </c:pt>
                <c:pt idx="8801">
                  <c:v>787.79200000000003</c:v>
                </c:pt>
                <c:pt idx="8802">
                  <c:v>756.30109999999934</c:v>
                </c:pt>
                <c:pt idx="8803">
                  <c:v>741.34119999999905</c:v>
                </c:pt>
                <c:pt idx="8804">
                  <c:v>735.80129999999906</c:v>
                </c:pt>
                <c:pt idx="8805">
                  <c:v>727.67960000000005</c:v>
                </c:pt>
                <c:pt idx="8806">
                  <c:v>719.24289999999996</c:v>
                </c:pt>
                <c:pt idx="8807">
                  <c:v>708.87840000000051</c:v>
                </c:pt>
                <c:pt idx="8808">
                  <c:v>697.79629999999997</c:v>
                </c:pt>
                <c:pt idx="8809">
                  <c:v>686.67560000000003</c:v>
                </c:pt>
                <c:pt idx="8810">
                  <c:v>693.4166999999992</c:v>
                </c:pt>
                <c:pt idx="8811">
                  <c:v>745.90599999999949</c:v>
                </c:pt>
                <c:pt idx="8812">
                  <c:v>778.51119999999946</c:v>
                </c:pt>
                <c:pt idx="8813">
                  <c:v>765.4633</c:v>
                </c:pt>
                <c:pt idx="8814">
                  <c:v>714.33029999999906</c:v>
                </c:pt>
                <c:pt idx="8815">
                  <c:v>687.34979999999996</c:v>
                </c:pt>
                <c:pt idx="8816">
                  <c:v>677.32839999999999</c:v>
                </c:pt>
                <c:pt idx="8817">
                  <c:v>669.44219999999905</c:v>
                </c:pt>
                <c:pt idx="8818">
                  <c:v>662.16769999999906</c:v>
                </c:pt>
                <c:pt idx="8819">
                  <c:v>655.10850000000005</c:v>
                </c:pt>
                <c:pt idx="8820">
                  <c:v>645.79759999999999</c:v>
                </c:pt>
                <c:pt idx="8821">
                  <c:v>637.03859999999997</c:v>
                </c:pt>
                <c:pt idx="8822">
                  <c:v>631.24689999999998</c:v>
                </c:pt>
                <c:pt idx="8823">
                  <c:v>623.96589999999946</c:v>
                </c:pt>
                <c:pt idx="8824">
                  <c:v>611.60029999999949</c:v>
                </c:pt>
                <c:pt idx="8825">
                  <c:v>601.55099999999948</c:v>
                </c:pt>
                <c:pt idx="8826">
                  <c:v>597.78860000000054</c:v>
                </c:pt>
                <c:pt idx="8827">
                  <c:v>595.84609999999907</c:v>
                </c:pt>
                <c:pt idx="8828">
                  <c:v>594.63040000000001</c:v>
                </c:pt>
                <c:pt idx="8829">
                  <c:v>595.70759999999996</c:v>
                </c:pt>
                <c:pt idx="8830">
                  <c:v>597.18600000000004</c:v>
                </c:pt>
                <c:pt idx="8831">
                  <c:v>599.43229999999915</c:v>
                </c:pt>
                <c:pt idx="8832">
                  <c:v>598.54349999999999</c:v>
                </c:pt>
                <c:pt idx="8833">
                  <c:v>596.53769999999906</c:v>
                </c:pt>
                <c:pt idx="8834">
                  <c:v>601.44169999999906</c:v>
                </c:pt>
                <c:pt idx="8835">
                  <c:v>616.86879999999996</c:v>
                </c:pt>
                <c:pt idx="8836">
                  <c:v>635.83370000000002</c:v>
                </c:pt>
                <c:pt idx="8837">
                  <c:v>652.8098</c:v>
                </c:pt>
                <c:pt idx="8838">
                  <c:v>665.39089999999999</c:v>
                </c:pt>
                <c:pt idx="8839">
                  <c:v>676.42109999999946</c:v>
                </c:pt>
                <c:pt idx="8840">
                  <c:v>683.81449999999938</c:v>
                </c:pt>
                <c:pt idx="8841">
                  <c:v>689.34139999999934</c:v>
                </c:pt>
                <c:pt idx="8842">
                  <c:v>700.08780000000002</c:v>
                </c:pt>
                <c:pt idx="8843">
                  <c:v>715.15459999999996</c:v>
                </c:pt>
                <c:pt idx="8844">
                  <c:v>732.09360000000004</c:v>
                </c:pt>
                <c:pt idx="8845">
                  <c:v>747.8500999999992</c:v>
                </c:pt>
                <c:pt idx="8846">
                  <c:v>761.73569999999938</c:v>
                </c:pt>
                <c:pt idx="8847">
                  <c:v>773.88530000000003</c:v>
                </c:pt>
                <c:pt idx="8848">
                  <c:v>777.61609999999996</c:v>
                </c:pt>
                <c:pt idx="8849">
                  <c:v>765.13670000000002</c:v>
                </c:pt>
                <c:pt idx="8850">
                  <c:v>735.41119999999921</c:v>
                </c:pt>
                <c:pt idx="8851">
                  <c:v>708.48080000000004</c:v>
                </c:pt>
                <c:pt idx="8852">
                  <c:v>698.70529999999997</c:v>
                </c:pt>
                <c:pt idx="8853">
                  <c:v>689.50930000000005</c:v>
                </c:pt>
                <c:pt idx="8854">
                  <c:v>679.70230000000004</c:v>
                </c:pt>
                <c:pt idx="8855">
                  <c:v>679.01869999999997</c:v>
                </c:pt>
                <c:pt idx="8856">
                  <c:v>677.88990000000001</c:v>
                </c:pt>
                <c:pt idx="8857">
                  <c:v>669.70500000000004</c:v>
                </c:pt>
                <c:pt idx="8858">
                  <c:v>644.88019999999949</c:v>
                </c:pt>
                <c:pt idx="8859">
                  <c:v>597.56699999999921</c:v>
                </c:pt>
                <c:pt idx="8860">
                  <c:v>549.40440000000001</c:v>
                </c:pt>
                <c:pt idx="8861">
                  <c:v>540.22559999999999</c:v>
                </c:pt>
                <c:pt idx="8862">
                  <c:v>549.52709999999934</c:v>
                </c:pt>
                <c:pt idx="8863">
                  <c:v>573.97659999999996</c:v>
                </c:pt>
                <c:pt idx="8864">
                  <c:v>597.67219999999998</c:v>
                </c:pt>
                <c:pt idx="8865">
                  <c:v>595.91199999999947</c:v>
                </c:pt>
                <c:pt idx="8866">
                  <c:v>575.03</c:v>
                </c:pt>
                <c:pt idx="8867">
                  <c:v>579.44479999999999</c:v>
                </c:pt>
                <c:pt idx="8868">
                  <c:v>594.37990000000002</c:v>
                </c:pt>
                <c:pt idx="8869">
                  <c:v>639.74419999999998</c:v>
                </c:pt>
                <c:pt idx="8870">
                  <c:v>776.96929999999907</c:v>
                </c:pt>
                <c:pt idx="8871">
                  <c:v>846.18589999999995</c:v>
                </c:pt>
                <c:pt idx="8872">
                  <c:v>823.81409999999948</c:v>
                </c:pt>
                <c:pt idx="8873">
                  <c:v>721.00049999999999</c:v>
                </c:pt>
                <c:pt idx="8874">
                  <c:v>675.53330000000005</c:v>
                </c:pt>
                <c:pt idx="8875">
                  <c:v>673.85249999999905</c:v>
                </c:pt>
                <c:pt idx="8876">
                  <c:v>655.20809999999994</c:v>
                </c:pt>
                <c:pt idx="8877">
                  <c:v>631.67769999999996</c:v>
                </c:pt>
                <c:pt idx="8878">
                  <c:v>610.74549999999999</c:v>
                </c:pt>
                <c:pt idx="8879">
                  <c:v>606.15970000000004</c:v>
                </c:pt>
                <c:pt idx="8880">
                  <c:v>621.6413</c:v>
                </c:pt>
                <c:pt idx="8881">
                  <c:v>662.22850000000005</c:v>
                </c:pt>
                <c:pt idx="8882">
                  <c:v>738.22889999999995</c:v>
                </c:pt>
                <c:pt idx="8883">
                  <c:v>723.9560999999992</c:v>
                </c:pt>
                <c:pt idx="8884">
                  <c:v>700.00819999999999</c:v>
                </c:pt>
                <c:pt idx="8885">
                  <c:v>661.99959999999999</c:v>
                </c:pt>
                <c:pt idx="8886">
                  <c:v>635.84109999999919</c:v>
                </c:pt>
                <c:pt idx="8887">
                  <c:v>615.6508</c:v>
                </c:pt>
                <c:pt idx="8888">
                  <c:v>599.84949999999947</c:v>
                </c:pt>
                <c:pt idx="8889">
                  <c:v>634.71169999999938</c:v>
                </c:pt>
                <c:pt idx="8890">
                  <c:v>735.00419999999997</c:v>
                </c:pt>
                <c:pt idx="8891">
                  <c:v>879.79570000000081</c:v>
                </c:pt>
                <c:pt idx="8892">
                  <c:v>948.34809999999948</c:v>
                </c:pt>
                <c:pt idx="8893">
                  <c:v>1001.248</c:v>
                </c:pt>
                <c:pt idx="8894">
                  <c:v>1099.087</c:v>
                </c:pt>
                <c:pt idx="8895">
                  <c:v>1056.259</c:v>
                </c:pt>
                <c:pt idx="8896">
                  <c:v>912.87099999999998</c:v>
                </c:pt>
                <c:pt idx="8897">
                  <c:v>880.92249999999933</c:v>
                </c:pt>
                <c:pt idx="8898">
                  <c:v>884.27440000000081</c:v>
                </c:pt>
                <c:pt idx="8899">
                  <c:v>855.44649999999933</c:v>
                </c:pt>
                <c:pt idx="8900">
                  <c:v>823.06</c:v>
                </c:pt>
                <c:pt idx="8901">
                  <c:v>787.68730000000005</c:v>
                </c:pt>
                <c:pt idx="8902">
                  <c:v>771.50219999999933</c:v>
                </c:pt>
                <c:pt idx="8903">
                  <c:v>790.55509999999947</c:v>
                </c:pt>
                <c:pt idx="8904">
                  <c:v>824.71880000000067</c:v>
                </c:pt>
                <c:pt idx="8905">
                  <c:v>842.58789999999999</c:v>
                </c:pt>
                <c:pt idx="8906">
                  <c:v>860.28330000000096</c:v>
                </c:pt>
                <c:pt idx="8907">
                  <c:v>890.74259999999947</c:v>
                </c:pt>
                <c:pt idx="8908">
                  <c:v>932.94239999999934</c:v>
                </c:pt>
                <c:pt idx="8909">
                  <c:v>984.57580000000053</c:v>
                </c:pt>
                <c:pt idx="8910">
                  <c:v>1039.932</c:v>
                </c:pt>
                <c:pt idx="8911">
                  <c:v>1094.4449999999999</c:v>
                </c:pt>
                <c:pt idx="8912">
                  <c:v>1156.278</c:v>
                </c:pt>
                <c:pt idx="8913">
                  <c:v>1238.838</c:v>
                </c:pt>
                <c:pt idx="8914">
                  <c:v>1281.6099999999999</c:v>
                </c:pt>
                <c:pt idx="8915">
                  <c:v>1265.2139999999999</c:v>
                </c:pt>
                <c:pt idx="8916">
                  <c:v>1247.5319999999999</c:v>
                </c:pt>
                <c:pt idx="8917">
                  <c:v>1233.877</c:v>
                </c:pt>
                <c:pt idx="8918">
                  <c:v>1163.645</c:v>
                </c:pt>
                <c:pt idx="8919">
                  <c:v>997.84589999999946</c:v>
                </c:pt>
                <c:pt idx="8920">
                  <c:v>840.024</c:v>
                </c:pt>
                <c:pt idx="8921">
                  <c:v>785.35739999999919</c:v>
                </c:pt>
                <c:pt idx="8922">
                  <c:v>782.45759999999905</c:v>
                </c:pt>
                <c:pt idx="8923">
                  <c:v>793.45669999999905</c:v>
                </c:pt>
                <c:pt idx="8924">
                  <c:v>806.00380000000052</c:v>
                </c:pt>
                <c:pt idx="8925">
                  <c:v>811.48050000000001</c:v>
                </c:pt>
                <c:pt idx="8926">
                  <c:v>813.22490000000005</c:v>
                </c:pt>
                <c:pt idx="8927">
                  <c:v>802.41219999999919</c:v>
                </c:pt>
                <c:pt idx="8928">
                  <c:v>740.87350000000004</c:v>
                </c:pt>
                <c:pt idx="8929">
                  <c:v>659.75509999999997</c:v>
                </c:pt>
                <c:pt idx="8930">
                  <c:v>617.54589999999996</c:v>
                </c:pt>
                <c:pt idx="8931">
                  <c:v>613.89469999999949</c:v>
                </c:pt>
                <c:pt idx="8932">
                  <c:v>648.44370000000004</c:v>
                </c:pt>
                <c:pt idx="8933">
                  <c:v>715.17180000000053</c:v>
                </c:pt>
                <c:pt idx="8934">
                  <c:v>760.79639999999995</c:v>
                </c:pt>
                <c:pt idx="8935">
                  <c:v>730.44659999999919</c:v>
                </c:pt>
                <c:pt idx="8936">
                  <c:v>667.9616999999987</c:v>
                </c:pt>
                <c:pt idx="8937">
                  <c:v>621.79340000000082</c:v>
                </c:pt>
                <c:pt idx="8938">
                  <c:v>581.45669999999905</c:v>
                </c:pt>
                <c:pt idx="8939">
                  <c:v>552.20749999999998</c:v>
                </c:pt>
                <c:pt idx="8940">
                  <c:v>537.10659999999996</c:v>
                </c:pt>
                <c:pt idx="8941">
                  <c:v>521.16030000000001</c:v>
                </c:pt>
                <c:pt idx="8942">
                  <c:v>498.54700000000008</c:v>
                </c:pt>
                <c:pt idx="8943">
                  <c:v>479.11270000000002</c:v>
                </c:pt>
                <c:pt idx="8944">
                  <c:v>471.33689999999967</c:v>
                </c:pt>
                <c:pt idx="8945">
                  <c:v>482.6943</c:v>
                </c:pt>
                <c:pt idx="8946">
                  <c:v>505.62369999999999</c:v>
                </c:pt>
                <c:pt idx="8947">
                  <c:v>523.95639999999946</c:v>
                </c:pt>
                <c:pt idx="8948">
                  <c:v>527.84870000000001</c:v>
                </c:pt>
                <c:pt idx="8949">
                  <c:v>494.42509999999953</c:v>
                </c:pt>
                <c:pt idx="8950">
                  <c:v>437.07100000000003</c:v>
                </c:pt>
                <c:pt idx="8951">
                  <c:v>401.58940000000001</c:v>
                </c:pt>
                <c:pt idx="8952">
                  <c:v>378.30980000000034</c:v>
                </c:pt>
                <c:pt idx="8953">
                  <c:v>362.23309999999935</c:v>
                </c:pt>
                <c:pt idx="8954">
                  <c:v>361.2029</c:v>
                </c:pt>
                <c:pt idx="8955">
                  <c:v>368.31729999999999</c:v>
                </c:pt>
                <c:pt idx="8956">
                  <c:v>355.09869999999961</c:v>
                </c:pt>
                <c:pt idx="8957">
                  <c:v>349.2985999999994</c:v>
                </c:pt>
                <c:pt idx="8958">
                  <c:v>348.51220000000001</c:v>
                </c:pt>
                <c:pt idx="8959">
                  <c:v>344.274</c:v>
                </c:pt>
                <c:pt idx="8960">
                  <c:v>347.65949999999998</c:v>
                </c:pt>
                <c:pt idx="8961">
                  <c:v>344.92939999999953</c:v>
                </c:pt>
                <c:pt idx="8962">
                  <c:v>339.48509999999953</c:v>
                </c:pt>
                <c:pt idx="8963">
                  <c:v>338.98729999999961</c:v>
                </c:pt>
                <c:pt idx="8964">
                  <c:v>340.12900000000002</c:v>
                </c:pt>
                <c:pt idx="8965">
                  <c:v>326.95839999999947</c:v>
                </c:pt>
                <c:pt idx="8966">
                  <c:v>312.44760000000002</c:v>
                </c:pt>
                <c:pt idx="8967">
                  <c:v>305.84679999999969</c:v>
                </c:pt>
                <c:pt idx="8968">
                  <c:v>343.26749999999993</c:v>
                </c:pt>
                <c:pt idx="8969">
                  <c:v>398.29419999999953</c:v>
                </c:pt>
                <c:pt idx="8970">
                  <c:v>409.13220000000001</c:v>
                </c:pt>
                <c:pt idx="8971">
                  <c:v>390.71460000000002</c:v>
                </c:pt>
                <c:pt idx="8972">
                  <c:v>378.71629999999953</c:v>
                </c:pt>
                <c:pt idx="8973">
                  <c:v>360.56</c:v>
                </c:pt>
                <c:pt idx="8974">
                  <c:v>359.72179999999935</c:v>
                </c:pt>
                <c:pt idx="8975">
                  <c:v>350.57220000000001</c:v>
                </c:pt>
                <c:pt idx="8976">
                  <c:v>342.07209999999969</c:v>
                </c:pt>
                <c:pt idx="8977">
                  <c:v>343.8252</c:v>
                </c:pt>
                <c:pt idx="8978">
                  <c:v>347.21480000000008</c:v>
                </c:pt>
                <c:pt idx="8979">
                  <c:v>345.10500000000002</c:v>
                </c:pt>
                <c:pt idx="8980">
                  <c:v>382.50510000000003</c:v>
                </c:pt>
                <c:pt idx="8981">
                  <c:v>429.55059999999969</c:v>
                </c:pt>
                <c:pt idx="8982">
                  <c:v>436.37529999999964</c:v>
                </c:pt>
                <c:pt idx="8983">
                  <c:v>429.25149999999968</c:v>
                </c:pt>
                <c:pt idx="8984">
                  <c:v>419.82669999999968</c:v>
                </c:pt>
                <c:pt idx="8985">
                  <c:v>405.1825</c:v>
                </c:pt>
                <c:pt idx="8986">
                  <c:v>406.2595</c:v>
                </c:pt>
                <c:pt idx="8987">
                  <c:v>413.14080000000047</c:v>
                </c:pt>
                <c:pt idx="8988">
                  <c:v>421.46769999999964</c:v>
                </c:pt>
                <c:pt idx="8989">
                  <c:v>441.87700000000001</c:v>
                </c:pt>
                <c:pt idx="8990">
                  <c:v>451.88420000000002</c:v>
                </c:pt>
                <c:pt idx="8991">
                  <c:v>458.67380000000031</c:v>
                </c:pt>
                <c:pt idx="8992">
                  <c:v>475.72489999999999</c:v>
                </c:pt>
                <c:pt idx="8993">
                  <c:v>654.97490000000005</c:v>
                </c:pt>
                <c:pt idx="8994">
                  <c:v>1095.6369999999999</c:v>
                </c:pt>
                <c:pt idx="8995">
                  <c:v>1439.665</c:v>
                </c:pt>
                <c:pt idx="8996">
                  <c:v>1363.5539999999999</c:v>
                </c:pt>
                <c:pt idx="8997">
                  <c:v>1192.914</c:v>
                </c:pt>
                <c:pt idx="8998">
                  <c:v>1257.886</c:v>
                </c:pt>
                <c:pt idx="8999">
                  <c:v>1372.838</c:v>
                </c:pt>
                <c:pt idx="9000">
                  <c:v>1355.2670000000001</c:v>
                </c:pt>
                <c:pt idx="9001">
                  <c:v>1270.6619999999998</c:v>
                </c:pt>
                <c:pt idx="9002">
                  <c:v>1167.019</c:v>
                </c:pt>
                <c:pt idx="9003">
                  <c:v>1058.4939999999999</c:v>
                </c:pt>
                <c:pt idx="9004">
                  <c:v>973.99670000000003</c:v>
                </c:pt>
                <c:pt idx="9005">
                  <c:v>930.55789999999934</c:v>
                </c:pt>
                <c:pt idx="9006">
                  <c:v>906.40639999999996</c:v>
                </c:pt>
                <c:pt idx="9007">
                  <c:v>874.4655999999992</c:v>
                </c:pt>
                <c:pt idx="9008">
                  <c:v>842.92939999999999</c:v>
                </c:pt>
                <c:pt idx="9009">
                  <c:v>809.81779999999947</c:v>
                </c:pt>
                <c:pt idx="9010">
                  <c:v>778.0299</c:v>
                </c:pt>
                <c:pt idx="9011">
                  <c:v>748.55930000000001</c:v>
                </c:pt>
                <c:pt idx="9012">
                  <c:v>733.23590000000002</c:v>
                </c:pt>
                <c:pt idx="9013">
                  <c:v>731.57320000000004</c:v>
                </c:pt>
                <c:pt idx="9014">
                  <c:v>724.37819999999999</c:v>
                </c:pt>
                <c:pt idx="9015">
                  <c:v>708.94149999999934</c:v>
                </c:pt>
                <c:pt idx="9016">
                  <c:v>691.21690000000001</c:v>
                </c:pt>
                <c:pt idx="9017">
                  <c:v>675.9153</c:v>
                </c:pt>
                <c:pt idx="9018">
                  <c:v>663.21699999999998</c:v>
                </c:pt>
                <c:pt idx="9019">
                  <c:v>658.90430000000003</c:v>
                </c:pt>
                <c:pt idx="9020">
                  <c:v>662.33209999999906</c:v>
                </c:pt>
                <c:pt idx="9021">
                  <c:v>702.09699999999998</c:v>
                </c:pt>
                <c:pt idx="9022">
                  <c:v>720.37009999999998</c:v>
                </c:pt>
                <c:pt idx="9023">
                  <c:v>702.00559999999996</c:v>
                </c:pt>
                <c:pt idx="9024">
                  <c:v>675.10730000000001</c:v>
                </c:pt>
                <c:pt idx="9025">
                  <c:v>655.66719999999907</c:v>
                </c:pt>
                <c:pt idx="9026">
                  <c:v>663.35879999999997</c:v>
                </c:pt>
                <c:pt idx="9027">
                  <c:v>759.64649999999949</c:v>
                </c:pt>
                <c:pt idx="9028">
                  <c:v>800.27360000000067</c:v>
                </c:pt>
                <c:pt idx="9029">
                  <c:v>820.62860000000001</c:v>
                </c:pt>
                <c:pt idx="9030">
                  <c:v>846.71569999999997</c:v>
                </c:pt>
                <c:pt idx="9031">
                  <c:v>956.72469999999998</c:v>
                </c:pt>
                <c:pt idx="9032">
                  <c:v>1105.039</c:v>
                </c:pt>
                <c:pt idx="9033">
                  <c:v>1203.1289999999999</c:v>
                </c:pt>
                <c:pt idx="9034">
                  <c:v>1188.424</c:v>
                </c:pt>
                <c:pt idx="9035">
                  <c:v>1174.2249999999999</c:v>
                </c:pt>
                <c:pt idx="9036">
                  <c:v>1268.4380000000001</c:v>
                </c:pt>
                <c:pt idx="9037">
                  <c:v>1353.712</c:v>
                </c:pt>
                <c:pt idx="9038">
                  <c:v>1288.492</c:v>
                </c:pt>
                <c:pt idx="9039">
                  <c:v>1209.1639999999998</c:v>
                </c:pt>
                <c:pt idx="9040">
                  <c:v>1167.3929999999998</c:v>
                </c:pt>
                <c:pt idx="9041">
                  <c:v>1200.502</c:v>
                </c:pt>
                <c:pt idx="9042">
                  <c:v>1283.8919999999998</c:v>
                </c:pt>
                <c:pt idx="9043">
                  <c:v>1251.836</c:v>
                </c:pt>
                <c:pt idx="9044">
                  <c:v>1129.731</c:v>
                </c:pt>
                <c:pt idx="9045">
                  <c:v>1005.5669999999993</c:v>
                </c:pt>
                <c:pt idx="9046">
                  <c:v>912.05470000000003</c:v>
                </c:pt>
                <c:pt idx="9047">
                  <c:v>862.16010000000006</c:v>
                </c:pt>
                <c:pt idx="9048">
                  <c:v>837.93459999999948</c:v>
                </c:pt>
                <c:pt idx="9049">
                  <c:v>817.10029999999949</c:v>
                </c:pt>
                <c:pt idx="9050">
                  <c:v>802.05330000000004</c:v>
                </c:pt>
                <c:pt idx="9051">
                  <c:v>801.50540000000001</c:v>
                </c:pt>
                <c:pt idx="9052">
                  <c:v>870.67100000000005</c:v>
                </c:pt>
                <c:pt idx="9053">
                  <c:v>1033.0439999999999</c:v>
                </c:pt>
                <c:pt idx="9054">
                  <c:v>1222.9290000000001</c:v>
                </c:pt>
                <c:pt idx="9055">
                  <c:v>1330.58</c:v>
                </c:pt>
                <c:pt idx="9056">
                  <c:v>1465.1669999999999</c:v>
                </c:pt>
                <c:pt idx="9057">
                  <c:v>1504.1139999999998</c:v>
                </c:pt>
                <c:pt idx="9058">
                  <c:v>1754.4080000000001</c:v>
                </c:pt>
                <c:pt idx="9059">
                  <c:v>2160.864</c:v>
                </c:pt>
                <c:pt idx="9060">
                  <c:v>2426.4899999999998</c:v>
                </c:pt>
                <c:pt idx="9061">
                  <c:v>2256.5810000000001</c:v>
                </c:pt>
                <c:pt idx="9062">
                  <c:v>2007.2829999999999</c:v>
                </c:pt>
                <c:pt idx="9063">
                  <c:v>1845.1969999999999</c:v>
                </c:pt>
                <c:pt idx="9064">
                  <c:v>1808.222</c:v>
                </c:pt>
                <c:pt idx="9065">
                  <c:v>1735.0239999999999</c:v>
                </c:pt>
                <c:pt idx="9066">
                  <c:v>1680.03</c:v>
                </c:pt>
                <c:pt idx="9067">
                  <c:v>1633.2339999999999</c:v>
                </c:pt>
                <c:pt idx="9068">
                  <c:v>1571.9490000000001</c:v>
                </c:pt>
                <c:pt idx="9069">
                  <c:v>1522.3739999999998</c:v>
                </c:pt>
                <c:pt idx="9070">
                  <c:v>1641.328</c:v>
                </c:pt>
                <c:pt idx="9071">
                  <c:v>1886.7719999999999</c:v>
                </c:pt>
                <c:pt idx="9072">
                  <c:v>2029.2639999999999</c:v>
                </c:pt>
                <c:pt idx="9073">
                  <c:v>1942.3439999999998</c:v>
                </c:pt>
                <c:pt idx="9074">
                  <c:v>1805.567</c:v>
                </c:pt>
                <c:pt idx="9075">
                  <c:v>1740.8439999999998</c:v>
                </c:pt>
                <c:pt idx="9076">
                  <c:v>1695.6609999999998</c:v>
                </c:pt>
                <c:pt idx="9077">
                  <c:v>1622.087</c:v>
                </c:pt>
                <c:pt idx="9078">
                  <c:v>1538.4470000000001</c:v>
                </c:pt>
                <c:pt idx="9079">
                  <c:v>1611.7439999999999</c:v>
                </c:pt>
                <c:pt idx="9080">
                  <c:v>1493.519</c:v>
                </c:pt>
                <c:pt idx="9081">
                  <c:v>1420.3939999999998</c:v>
                </c:pt>
                <c:pt idx="9082">
                  <c:v>1459.828</c:v>
                </c:pt>
                <c:pt idx="9083">
                  <c:v>1663.107</c:v>
                </c:pt>
                <c:pt idx="9084">
                  <c:v>3172.223</c:v>
                </c:pt>
                <c:pt idx="9085">
                  <c:v>4600.7250000000004</c:v>
                </c:pt>
                <c:pt idx="9086">
                  <c:v>4585.9379999999965</c:v>
                </c:pt>
                <c:pt idx="9087">
                  <c:v>3321.1590000000001</c:v>
                </c:pt>
                <c:pt idx="9088">
                  <c:v>2574.2479999999987</c:v>
                </c:pt>
                <c:pt idx="9089">
                  <c:v>2411.529</c:v>
                </c:pt>
                <c:pt idx="9090">
                  <c:v>2283.2809999999972</c:v>
                </c:pt>
                <c:pt idx="9091">
                  <c:v>2104.9279999999999</c:v>
                </c:pt>
                <c:pt idx="9092">
                  <c:v>1965.3729999999998</c:v>
                </c:pt>
                <c:pt idx="9093">
                  <c:v>1811.4839999999999</c:v>
                </c:pt>
                <c:pt idx="9094">
                  <c:v>1660.9490000000001</c:v>
                </c:pt>
                <c:pt idx="9095">
                  <c:v>1519.1179999999999</c:v>
                </c:pt>
                <c:pt idx="9096">
                  <c:v>1411.85</c:v>
                </c:pt>
                <c:pt idx="9097">
                  <c:v>1560.3319999999999</c:v>
                </c:pt>
                <c:pt idx="9098">
                  <c:v>1645.7429999999999</c:v>
                </c:pt>
                <c:pt idx="9099">
                  <c:v>1723.5509999999999</c:v>
                </c:pt>
                <c:pt idx="9100">
                  <c:v>1654.0150000000001</c:v>
                </c:pt>
                <c:pt idx="9101">
                  <c:v>1552.6719999999998</c:v>
                </c:pt>
                <c:pt idx="9102">
                  <c:v>1456.0939999999998</c:v>
                </c:pt>
                <c:pt idx="9103">
                  <c:v>1373.75</c:v>
                </c:pt>
                <c:pt idx="9104">
                  <c:v>1289.758</c:v>
                </c:pt>
                <c:pt idx="9105">
                  <c:v>1208.2550000000001</c:v>
                </c:pt>
                <c:pt idx="9106">
                  <c:v>1148.578</c:v>
                </c:pt>
                <c:pt idx="9107">
                  <c:v>1129.0999999999999</c:v>
                </c:pt>
                <c:pt idx="9108">
                  <c:v>1096.3929999999998</c:v>
                </c:pt>
                <c:pt idx="9109">
                  <c:v>1059.5419999999999</c:v>
                </c:pt>
                <c:pt idx="9110">
                  <c:v>1025.6279999999999</c:v>
                </c:pt>
                <c:pt idx="9111">
                  <c:v>998.59749999999997</c:v>
                </c:pt>
                <c:pt idx="9112">
                  <c:v>1167.6939999999986</c:v>
                </c:pt>
                <c:pt idx="9113">
                  <c:v>1268.1329999999998</c:v>
                </c:pt>
                <c:pt idx="9114">
                  <c:v>1226.7929999999999</c:v>
                </c:pt>
                <c:pt idx="9115">
                  <c:v>1086.221</c:v>
                </c:pt>
                <c:pt idx="9116">
                  <c:v>1015.8489999999994</c:v>
                </c:pt>
                <c:pt idx="9117">
                  <c:v>987.32689999999934</c:v>
                </c:pt>
                <c:pt idx="9118">
                  <c:v>1036.8869999999999</c:v>
                </c:pt>
                <c:pt idx="9119">
                  <c:v>986.54830000000004</c:v>
                </c:pt>
                <c:pt idx="9120">
                  <c:v>953.20569999999998</c:v>
                </c:pt>
                <c:pt idx="9121">
                  <c:v>924.15009999999938</c:v>
                </c:pt>
                <c:pt idx="9122">
                  <c:v>907.52380000000005</c:v>
                </c:pt>
                <c:pt idx="9123">
                  <c:v>893.81709999999907</c:v>
                </c:pt>
                <c:pt idx="9124">
                  <c:v>983.39139999999998</c:v>
                </c:pt>
                <c:pt idx="9125">
                  <c:v>1129.758</c:v>
                </c:pt>
                <c:pt idx="9126">
                  <c:v>1123.7370000000001</c:v>
                </c:pt>
                <c:pt idx="9127">
                  <c:v>1016.4359999999994</c:v>
                </c:pt>
                <c:pt idx="9128">
                  <c:v>989.24770000000001</c:v>
                </c:pt>
                <c:pt idx="9129">
                  <c:v>1122.904</c:v>
                </c:pt>
                <c:pt idx="9130">
                  <c:v>1234.1989999999998</c:v>
                </c:pt>
                <c:pt idx="9131">
                  <c:v>1252.7629999999999</c:v>
                </c:pt>
                <c:pt idx="9132">
                  <c:v>1159.106</c:v>
                </c:pt>
                <c:pt idx="9133">
                  <c:v>1142.1439999999998</c:v>
                </c:pt>
                <c:pt idx="9134">
                  <c:v>1314.6019999999999</c:v>
                </c:pt>
                <c:pt idx="9135">
                  <c:v>1781.59</c:v>
                </c:pt>
                <c:pt idx="9136">
                  <c:v>1877.1829999999998</c:v>
                </c:pt>
                <c:pt idx="9137">
                  <c:v>1579.3829999999998</c:v>
                </c:pt>
                <c:pt idx="9138">
                  <c:v>1281.1379999999999</c:v>
                </c:pt>
                <c:pt idx="9139">
                  <c:v>1348.079</c:v>
                </c:pt>
                <c:pt idx="9140">
                  <c:v>1367.1129999999998</c:v>
                </c:pt>
                <c:pt idx="9141">
                  <c:v>1275.1899999999998</c:v>
                </c:pt>
                <c:pt idx="9142">
                  <c:v>1117.739</c:v>
                </c:pt>
                <c:pt idx="9143">
                  <c:v>1015.3559999999992</c:v>
                </c:pt>
                <c:pt idx="9144">
                  <c:v>960.10059999999999</c:v>
                </c:pt>
                <c:pt idx="9145">
                  <c:v>947.85789999999906</c:v>
                </c:pt>
                <c:pt idx="9146">
                  <c:v>992.90059999999949</c:v>
                </c:pt>
                <c:pt idx="9147">
                  <c:v>1020.19</c:v>
                </c:pt>
                <c:pt idx="9148">
                  <c:v>977.66919999999948</c:v>
                </c:pt>
                <c:pt idx="9149">
                  <c:v>915.22410000000002</c:v>
                </c:pt>
                <c:pt idx="9150">
                  <c:v>878.70980000000054</c:v>
                </c:pt>
                <c:pt idx="9151">
                  <c:v>863.40249999999946</c:v>
                </c:pt>
                <c:pt idx="9152">
                  <c:v>843.33059999999921</c:v>
                </c:pt>
                <c:pt idx="9153">
                  <c:v>827.3288</c:v>
                </c:pt>
                <c:pt idx="9154">
                  <c:v>811.21770000000004</c:v>
                </c:pt>
                <c:pt idx="9155">
                  <c:v>802.39679999999998</c:v>
                </c:pt>
                <c:pt idx="9156">
                  <c:v>792.9522999999989</c:v>
                </c:pt>
                <c:pt idx="9157">
                  <c:v>776.83299999999906</c:v>
                </c:pt>
                <c:pt idx="9158">
                  <c:v>766.99339999999995</c:v>
                </c:pt>
                <c:pt idx="9159">
                  <c:v>750.97280000000001</c:v>
                </c:pt>
                <c:pt idx="9160">
                  <c:v>745.04579999999999</c:v>
                </c:pt>
                <c:pt idx="9161">
                  <c:v>802.87289999999996</c:v>
                </c:pt>
                <c:pt idx="9162">
                  <c:v>963.55019999999934</c:v>
                </c:pt>
                <c:pt idx="9163">
                  <c:v>1149.9690000000001</c:v>
                </c:pt>
                <c:pt idx="9164">
                  <c:v>1115.3419999999999</c:v>
                </c:pt>
                <c:pt idx="9165">
                  <c:v>924.42699999999934</c:v>
                </c:pt>
                <c:pt idx="9166">
                  <c:v>799.74959999999999</c:v>
                </c:pt>
                <c:pt idx="9167">
                  <c:v>751.82370000000003</c:v>
                </c:pt>
                <c:pt idx="9168">
                  <c:v>714.72730000000001</c:v>
                </c:pt>
                <c:pt idx="9169">
                  <c:v>692.09950000000003</c:v>
                </c:pt>
                <c:pt idx="9170">
                  <c:v>676.12300000000005</c:v>
                </c:pt>
                <c:pt idx="9171">
                  <c:v>661.8732</c:v>
                </c:pt>
                <c:pt idx="9172">
                  <c:v>648.23259999999948</c:v>
                </c:pt>
                <c:pt idx="9173">
                  <c:v>634.82079999999996</c:v>
                </c:pt>
                <c:pt idx="9174">
                  <c:v>623.24459999999999</c:v>
                </c:pt>
                <c:pt idx="9175">
                  <c:v>617.53340000000003</c:v>
                </c:pt>
                <c:pt idx="9176">
                  <c:v>607.6925</c:v>
                </c:pt>
                <c:pt idx="9177">
                  <c:v>597.87630000000001</c:v>
                </c:pt>
                <c:pt idx="9178">
                  <c:v>595.32189999999946</c:v>
                </c:pt>
                <c:pt idx="9179">
                  <c:v>676.35939999999948</c:v>
                </c:pt>
                <c:pt idx="9180">
                  <c:v>812.88800000000003</c:v>
                </c:pt>
                <c:pt idx="9181">
                  <c:v>897.40430000000003</c:v>
                </c:pt>
                <c:pt idx="9182">
                  <c:v>838.53309999999999</c:v>
                </c:pt>
                <c:pt idx="9183">
                  <c:v>720.4905</c:v>
                </c:pt>
                <c:pt idx="9184">
                  <c:v>645.9751</c:v>
                </c:pt>
                <c:pt idx="9185">
                  <c:v>614.02070000000003</c:v>
                </c:pt>
                <c:pt idx="9186">
                  <c:v>586.04909999999938</c:v>
                </c:pt>
                <c:pt idx="9187">
                  <c:v>574.31959999999947</c:v>
                </c:pt>
                <c:pt idx="9188">
                  <c:v>562.10019999999997</c:v>
                </c:pt>
                <c:pt idx="9189">
                  <c:v>548.54830000000004</c:v>
                </c:pt>
                <c:pt idx="9190">
                  <c:v>536.46259999999882</c:v>
                </c:pt>
                <c:pt idx="9191">
                  <c:v>526.5626999999987</c:v>
                </c:pt>
                <c:pt idx="9192">
                  <c:v>519.57140000000004</c:v>
                </c:pt>
                <c:pt idx="9193">
                  <c:v>512.81979999999999</c:v>
                </c:pt>
                <c:pt idx="9194">
                  <c:v>515.93439999999998</c:v>
                </c:pt>
                <c:pt idx="9195">
                  <c:v>515.75300000000004</c:v>
                </c:pt>
                <c:pt idx="9196">
                  <c:v>514.85829999999919</c:v>
                </c:pt>
                <c:pt idx="9197">
                  <c:v>505.01509999999968</c:v>
                </c:pt>
                <c:pt idx="9198">
                  <c:v>496.13849999999968</c:v>
                </c:pt>
                <c:pt idx="9199">
                  <c:v>493.09480000000002</c:v>
                </c:pt>
                <c:pt idx="9200">
                  <c:v>484.5686</c:v>
                </c:pt>
                <c:pt idx="9201">
                  <c:v>477.40280000000001</c:v>
                </c:pt>
                <c:pt idx="9202">
                  <c:v>469.52359999999953</c:v>
                </c:pt>
                <c:pt idx="9203">
                  <c:v>469.04309999999964</c:v>
                </c:pt>
                <c:pt idx="9204">
                  <c:v>464.94029999999964</c:v>
                </c:pt>
                <c:pt idx="9205">
                  <c:v>460.22849999999954</c:v>
                </c:pt>
                <c:pt idx="9206">
                  <c:v>456.39189999999968</c:v>
                </c:pt>
                <c:pt idx="9207">
                  <c:v>452.19490000000002</c:v>
                </c:pt>
                <c:pt idx="9208">
                  <c:v>447.2242</c:v>
                </c:pt>
                <c:pt idx="9209">
                  <c:v>441.1397</c:v>
                </c:pt>
                <c:pt idx="9210">
                  <c:v>438.90179999999935</c:v>
                </c:pt>
                <c:pt idx="9211">
                  <c:v>440.85140000000001</c:v>
                </c:pt>
                <c:pt idx="9212">
                  <c:v>439.41149999999953</c:v>
                </c:pt>
                <c:pt idx="9213">
                  <c:v>435.35490000000033</c:v>
                </c:pt>
                <c:pt idx="9214">
                  <c:v>432.97219999999953</c:v>
                </c:pt>
                <c:pt idx="9215">
                  <c:v>439.37119999999953</c:v>
                </c:pt>
                <c:pt idx="9216">
                  <c:v>467.05540000000002</c:v>
                </c:pt>
                <c:pt idx="9217">
                  <c:v>485.40799999999967</c:v>
                </c:pt>
                <c:pt idx="9218">
                  <c:v>474.82909999999993</c:v>
                </c:pt>
                <c:pt idx="9219">
                  <c:v>458.68619999999953</c:v>
                </c:pt>
                <c:pt idx="9220">
                  <c:v>448.08049999999969</c:v>
                </c:pt>
                <c:pt idx="9221">
                  <c:v>443.89169999999967</c:v>
                </c:pt>
                <c:pt idx="9222">
                  <c:v>433.1098000000004</c:v>
                </c:pt>
                <c:pt idx="9223">
                  <c:v>399.9128</c:v>
                </c:pt>
                <c:pt idx="9224">
                  <c:v>361.28139999999939</c:v>
                </c:pt>
                <c:pt idx="9225">
                  <c:v>360.66629999999969</c:v>
                </c:pt>
                <c:pt idx="9226">
                  <c:v>350.85390000000001</c:v>
                </c:pt>
                <c:pt idx="9227">
                  <c:v>344.31920000000002</c:v>
                </c:pt>
                <c:pt idx="9228">
                  <c:v>340.2706</c:v>
                </c:pt>
                <c:pt idx="9229">
                  <c:v>350.55200000000002</c:v>
                </c:pt>
                <c:pt idx="9230">
                  <c:v>352.49119999999914</c:v>
                </c:pt>
                <c:pt idx="9231">
                  <c:v>380.50709999999964</c:v>
                </c:pt>
                <c:pt idx="9232">
                  <c:v>352.31439999999969</c:v>
                </c:pt>
                <c:pt idx="9233">
                  <c:v>435.05689999999993</c:v>
                </c:pt>
                <c:pt idx="9234">
                  <c:v>492.40969999999999</c:v>
                </c:pt>
                <c:pt idx="9235">
                  <c:v>506.53789999999969</c:v>
                </c:pt>
                <c:pt idx="9236">
                  <c:v>619.61329999999998</c:v>
                </c:pt>
                <c:pt idx="9237">
                  <c:v>699.70159999999998</c:v>
                </c:pt>
                <c:pt idx="9238">
                  <c:v>790.77120000000002</c:v>
                </c:pt>
                <c:pt idx="9239">
                  <c:v>770.09340000000054</c:v>
                </c:pt>
                <c:pt idx="9240">
                  <c:v>676.19820000000004</c:v>
                </c:pt>
                <c:pt idx="9241">
                  <c:v>578.44289999999921</c:v>
                </c:pt>
                <c:pt idx="9242">
                  <c:v>564.5258</c:v>
                </c:pt>
                <c:pt idx="9243">
                  <c:v>699.92330000000004</c:v>
                </c:pt>
                <c:pt idx="9244">
                  <c:v>633.81959999999947</c:v>
                </c:pt>
                <c:pt idx="9245">
                  <c:v>589.7296</c:v>
                </c:pt>
                <c:pt idx="9246">
                  <c:v>528.19060000000002</c:v>
                </c:pt>
                <c:pt idx="9247">
                  <c:v>673.91880000000003</c:v>
                </c:pt>
                <c:pt idx="9248">
                  <c:v>631.06769999999892</c:v>
                </c:pt>
                <c:pt idx="9249">
                  <c:v>624.43099999999947</c:v>
                </c:pt>
                <c:pt idx="9250">
                  <c:v>688.14259999999933</c:v>
                </c:pt>
                <c:pt idx="9251">
                  <c:v>676.87070000000051</c:v>
                </c:pt>
                <c:pt idx="9252">
                  <c:v>602.05939999999998</c:v>
                </c:pt>
                <c:pt idx="9253">
                  <c:v>516.18110000000001</c:v>
                </c:pt>
                <c:pt idx="9254">
                  <c:v>495.89240000000001</c:v>
                </c:pt>
                <c:pt idx="9255">
                  <c:v>495.45479999999969</c:v>
                </c:pt>
                <c:pt idx="9256">
                  <c:v>479.04899999999969</c:v>
                </c:pt>
                <c:pt idx="9257">
                  <c:v>473.57169999999968</c:v>
                </c:pt>
                <c:pt idx="9258">
                  <c:v>470.3777</c:v>
                </c:pt>
                <c:pt idx="9259">
                  <c:v>476.00749999999999</c:v>
                </c:pt>
                <c:pt idx="9260">
                  <c:v>507.36939999999993</c:v>
                </c:pt>
                <c:pt idx="9261">
                  <c:v>544.29000000000053</c:v>
                </c:pt>
                <c:pt idx="9262">
                  <c:v>566.55489999999998</c:v>
                </c:pt>
                <c:pt idx="9263">
                  <c:v>606.7568</c:v>
                </c:pt>
                <c:pt idx="9264">
                  <c:v>654.6653</c:v>
                </c:pt>
                <c:pt idx="9265">
                  <c:v>698.91189999999949</c:v>
                </c:pt>
                <c:pt idx="9266">
                  <c:v>735.08860000000004</c:v>
                </c:pt>
                <c:pt idx="9267">
                  <c:v>758.0626999999987</c:v>
                </c:pt>
                <c:pt idx="9268">
                  <c:v>784.0213</c:v>
                </c:pt>
                <c:pt idx="9269">
                  <c:v>788.55229999999892</c:v>
                </c:pt>
                <c:pt idx="9270">
                  <c:v>764.69669999999996</c:v>
                </c:pt>
                <c:pt idx="9271">
                  <c:v>736.40609999999947</c:v>
                </c:pt>
                <c:pt idx="9272">
                  <c:v>726.40009999999938</c:v>
                </c:pt>
                <c:pt idx="9273">
                  <c:v>734.55820000000006</c:v>
                </c:pt>
                <c:pt idx="9274">
                  <c:v>746.99189999999999</c:v>
                </c:pt>
                <c:pt idx="9275">
                  <c:v>757.54789999999946</c:v>
                </c:pt>
                <c:pt idx="9276">
                  <c:v>748.8107</c:v>
                </c:pt>
                <c:pt idx="9277">
                  <c:v>729.22349999999994</c:v>
                </c:pt>
                <c:pt idx="9278">
                  <c:v>720.11940000000004</c:v>
                </c:pt>
                <c:pt idx="9279">
                  <c:v>729.5779</c:v>
                </c:pt>
                <c:pt idx="9280">
                  <c:v>719.98840000000052</c:v>
                </c:pt>
                <c:pt idx="9281">
                  <c:v>693.53719999999919</c:v>
                </c:pt>
                <c:pt idx="9282">
                  <c:v>674.57309999999995</c:v>
                </c:pt>
                <c:pt idx="9283">
                  <c:v>652.05319999999949</c:v>
                </c:pt>
                <c:pt idx="9284">
                  <c:v>619.95909999999947</c:v>
                </c:pt>
                <c:pt idx="9285">
                  <c:v>560.29470000000094</c:v>
                </c:pt>
                <c:pt idx="9286">
                  <c:v>520.09900000000005</c:v>
                </c:pt>
                <c:pt idx="9287">
                  <c:v>503.40839999999935</c:v>
                </c:pt>
                <c:pt idx="9288">
                  <c:v>496.44290000000001</c:v>
                </c:pt>
                <c:pt idx="9289">
                  <c:v>492.57929999999999</c:v>
                </c:pt>
                <c:pt idx="9290">
                  <c:v>483.77539999999954</c:v>
                </c:pt>
                <c:pt idx="9291">
                  <c:v>469.83019999999954</c:v>
                </c:pt>
                <c:pt idx="9292">
                  <c:v>453.06189999999964</c:v>
                </c:pt>
                <c:pt idx="9293">
                  <c:v>447.85480000000047</c:v>
                </c:pt>
                <c:pt idx="9294">
                  <c:v>449.27659999999935</c:v>
                </c:pt>
                <c:pt idx="9295">
                  <c:v>439.88240000000002</c:v>
                </c:pt>
                <c:pt idx="9296">
                  <c:v>424.9228</c:v>
                </c:pt>
                <c:pt idx="9297">
                  <c:v>408.82689999999968</c:v>
                </c:pt>
                <c:pt idx="9298">
                  <c:v>397.02869999999967</c:v>
                </c:pt>
                <c:pt idx="9299">
                  <c:v>386.83679999999936</c:v>
                </c:pt>
                <c:pt idx="9300">
                  <c:v>385.90189999999961</c:v>
                </c:pt>
                <c:pt idx="9301">
                  <c:v>393.92629999999946</c:v>
                </c:pt>
                <c:pt idx="9302">
                  <c:v>397.63459999999969</c:v>
                </c:pt>
                <c:pt idx="9303">
                  <c:v>397.24619999999953</c:v>
                </c:pt>
                <c:pt idx="9304">
                  <c:v>402.98919999999936</c:v>
                </c:pt>
                <c:pt idx="9305">
                  <c:v>409.09819999999939</c:v>
                </c:pt>
                <c:pt idx="9306">
                  <c:v>392.2749</c:v>
                </c:pt>
                <c:pt idx="9307">
                  <c:v>370.76490000000001</c:v>
                </c:pt>
                <c:pt idx="9308">
                  <c:v>371.63479999999993</c:v>
                </c:pt>
                <c:pt idx="9309">
                  <c:v>368.29129999999935</c:v>
                </c:pt>
                <c:pt idx="9310">
                  <c:v>365.18169999999969</c:v>
                </c:pt>
                <c:pt idx="9311">
                  <c:v>370.31639999999953</c:v>
                </c:pt>
                <c:pt idx="9312">
                  <c:v>361.15219999999999</c:v>
                </c:pt>
                <c:pt idx="9313">
                  <c:v>340.08619999999939</c:v>
                </c:pt>
                <c:pt idx="9314">
                  <c:v>322.8073</c:v>
                </c:pt>
                <c:pt idx="9315">
                  <c:v>314.2704</c:v>
                </c:pt>
                <c:pt idx="9316">
                  <c:v>310.02649999999954</c:v>
                </c:pt>
                <c:pt idx="9317">
                  <c:v>304.55180000000001</c:v>
                </c:pt>
                <c:pt idx="9318">
                  <c:v>298.85090000000002</c:v>
                </c:pt>
                <c:pt idx="9319">
                  <c:v>295.04930000000002</c:v>
                </c:pt>
                <c:pt idx="9320">
                  <c:v>292.6241</c:v>
                </c:pt>
                <c:pt idx="9321">
                  <c:v>294.58709999999968</c:v>
                </c:pt>
                <c:pt idx="9322">
                  <c:v>294.87729999999999</c:v>
                </c:pt>
                <c:pt idx="9323">
                  <c:v>286.43129999999934</c:v>
                </c:pt>
                <c:pt idx="9324">
                  <c:v>276.03449999999964</c:v>
                </c:pt>
                <c:pt idx="9325">
                  <c:v>270.50790000000001</c:v>
                </c:pt>
                <c:pt idx="9326">
                  <c:v>268.04790000000008</c:v>
                </c:pt>
                <c:pt idx="9327">
                  <c:v>259.84350000000001</c:v>
                </c:pt>
                <c:pt idx="9328">
                  <c:v>254.62469999999999</c:v>
                </c:pt>
                <c:pt idx="9329">
                  <c:v>255.89610000000016</c:v>
                </c:pt>
                <c:pt idx="9330">
                  <c:v>255.43140000000017</c:v>
                </c:pt>
                <c:pt idx="9331">
                  <c:v>255.56820000000016</c:v>
                </c:pt>
                <c:pt idx="9332">
                  <c:v>256.92959999999954</c:v>
                </c:pt>
                <c:pt idx="9333">
                  <c:v>258.62959999999993</c:v>
                </c:pt>
                <c:pt idx="9334">
                  <c:v>257.13560000000001</c:v>
                </c:pt>
                <c:pt idx="9335">
                  <c:v>256.79559999999935</c:v>
                </c:pt>
                <c:pt idx="9336">
                  <c:v>259.48819999999932</c:v>
                </c:pt>
                <c:pt idx="9337">
                  <c:v>259.00439999999969</c:v>
                </c:pt>
                <c:pt idx="9338">
                  <c:v>255.94130000000001</c:v>
                </c:pt>
                <c:pt idx="9339">
                  <c:v>250.84969999999998</c:v>
                </c:pt>
                <c:pt idx="9340">
                  <c:v>249.54769999999999</c:v>
                </c:pt>
                <c:pt idx="9341">
                  <c:v>250.92310000000001</c:v>
                </c:pt>
                <c:pt idx="9342">
                  <c:v>257.4836999999996</c:v>
                </c:pt>
                <c:pt idx="9343">
                  <c:v>258.20849999999967</c:v>
                </c:pt>
                <c:pt idx="9344">
                  <c:v>272.98829999999936</c:v>
                </c:pt>
                <c:pt idx="9345">
                  <c:v>264.08169999999961</c:v>
                </c:pt>
                <c:pt idx="9346">
                  <c:v>273.0616</c:v>
                </c:pt>
                <c:pt idx="9347">
                  <c:v>277.84249999999997</c:v>
                </c:pt>
                <c:pt idx="9348">
                  <c:v>274.8399</c:v>
                </c:pt>
                <c:pt idx="9349">
                  <c:v>278.61829999999969</c:v>
                </c:pt>
                <c:pt idx="9350">
                  <c:v>276.92119999999932</c:v>
                </c:pt>
                <c:pt idx="9351">
                  <c:v>272.31209999999999</c:v>
                </c:pt>
                <c:pt idx="9352">
                  <c:v>270.1662</c:v>
                </c:pt>
                <c:pt idx="9353">
                  <c:v>267.95139999999935</c:v>
                </c:pt>
                <c:pt idx="9354">
                  <c:v>264.88490000000002</c:v>
                </c:pt>
                <c:pt idx="9355">
                  <c:v>268.05250000000001</c:v>
                </c:pt>
                <c:pt idx="9356">
                  <c:v>277.01389999999969</c:v>
                </c:pt>
                <c:pt idx="9357">
                  <c:v>263.76729999999969</c:v>
                </c:pt>
                <c:pt idx="9358">
                  <c:v>263.25819999999953</c:v>
                </c:pt>
                <c:pt idx="9359">
                  <c:v>259.31709999999993</c:v>
                </c:pt>
                <c:pt idx="9360">
                  <c:v>258.5471</c:v>
                </c:pt>
                <c:pt idx="9361">
                  <c:v>256.62520000000001</c:v>
                </c:pt>
                <c:pt idx="9362">
                  <c:v>257.87040000000002</c:v>
                </c:pt>
                <c:pt idx="9363">
                  <c:v>270.53139999999939</c:v>
                </c:pt>
                <c:pt idx="9364">
                  <c:v>270.50639999999953</c:v>
                </c:pt>
                <c:pt idx="9365">
                  <c:v>279.65069999999997</c:v>
                </c:pt>
                <c:pt idx="9366">
                  <c:v>291.10289999999998</c:v>
                </c:pt>
                <c:pt idx="9367">
                  <c:v>296.12400000000002</c:v>
                </c:pt>
                <c:pt idx="9368">
                  <c:v>290.71679999999935</c:v>
                </c:pt>
                <c:pt idx="9369">
                  <c:v>294.68950000000001</c:v>
                </c:pt>
                <c:pt idx="9370">
                  <c:v>307.18029999999999</c:v>
                </c:pt>
                <c:pt idx="9371">
                  <c:v>282.8304</c:v>
                </c:pt>
                <c:pt idx="9372">
                  <c:v>279.53209999999967</c:v>
                </c:pt>
                <c:pt idx="9373">
                  <c:v>298.80419999999964</c:v>
                </c:pt>
                <c:pt idx="9374">
                  <c:v>298.51869999999968</c:v>
                </c:pt>
                <c:pt idx="9375">
                  <c:v>296.82479999999993</c:v>
                </c:pt>
                <c:pt idx="9376">
                  <c:v>280.44209999999993</c:v>
                </c:pt>
                <c:pt idx="9377">
                  <c:v>284.71910000000003</c:v>
                </c:pt>
                <c:pt idx="9378">
                  <c:v>282.2704</c:v>
                </c:pt>
                <c:pt idx="9379">
                  <c:v>279.32940000000002</c:v>
                </c:pt>
                <c:pt idx="9380">
                  <c:v>282.07509999999968</c:v>
                </c:pt>
                <c:pt idx="9381">
                  <c:v>281.3691</c:v>
                </c:pt>
                <c:pt idx="9382">
                  <c:v>284.30709999999999</c:v>
                </c:pt>
                <c:pt idx="9383">
                  <c:v>287.2149</c:v>
                </c:pt>
                <c:pt idx="9384">
                  <c:v>275.27649999999954</c:v>
                </c:pt>
                <c:pt idx="9385">
                  <c:v>267.96460000000002</c:v>
                </c:pt>
                <c:pt idx="9386">
                  <c:v>274.55439999999999</c:v>
                </c:pt>
                <c:pt idx="9387">
                  <c:v>290.24560000000002</c:v>
                </c:pt>
                <c:pt idx="9388">
                  <c:v>299.44450000000001</c:v>
                </c:pt>
                <c:pt idx="9389">
                  <c:v>299.30189999999999</c:v>
                </c:pt>
                <c:pt idx="9390">
                  <c:v>309.67590000000001</c:v>
                </c:pt>
                <c:pt idx="9391">
                  <c:v>324.53059999999954</c:v>
                </c:pt>
                <c:pt idx="9392">
                  <c:v>409.21080000000001</c:v>
                </c:pt>
                <c:pt idx="9393">
                  <c:v>1043.6729999999998</c:v>
                </c:pt>
                <c:pt idx="9394">
                  <c:v>2610.799</c:v>
                </c:pt>
                <c:pt idx="9395">
                  <c:v>3800.723</c:v>
                </c:pt>
                <c:pt idx="9396">
                  <c:v>3585.3380000000002</c:v>
                </c:pt>
                <c:pt idx="9397">
                  <c:v>3115.6350000000002</c:v>
                </c:pt>
                <c:pt idx="9398">
                  <c:v>2629.808</c:v>
                </c:pt>
                <c:pt idx="9399">
                  <c:v>1774.846</c:v>
                </c:pt>
                <c:pt idx="9400">
                  <c:v>1285.9739999999999</c:v>
                </c:pt>
                <c:pt idx="9401">
                  <c:v>1304.826</c:v>
                </c:pt>
                <c:pt idx="9402">
                  <c:v>1278.338</c:v>
                </c:pt>
                <c:pt idx="9403">
                  <c:v>1181.1969999999999</c:v>
                </c:pt>
                <c:pt idx="9404">
                  <c:v>1139.92</c:v>
                </c:pt>
                <c:pt idx="9405">
                  <c:v>1188.2060000000001</c:v>
                </c:pt>
                <c:pt idx="9406">
                  <c:v>1224.675</c:v>
                </c:pt>
                <c:pt idx="9407">
                  <c:v>1162.337</c:v>
                </c:pt>
                <c:pt idx="9408">
                  <c:v>1086.002</c:v>
                </c:pt>
                <c:pt idx="9409">
                  <c:v>1023.232</c:v>
                </c:pt>
                <c:pt idx="9410">
                  <c:v>999.96839999999997</c:v>
                </c:pt>
                <c:pt idx="9411">
                  <c:v>978.20489999999995</c:v>
                </c:pt>
                <c:pt idx="9412">
                  <c:v>961.7106</c:v>
                </c:pt>
                <c:pt idx="9413">
                  <c:v>946.77149999999995</c:v>
                </c:pt>
                <c:pt idx="9414">
                  <c:v>931.50360000000001</c:v>
                </c:pt>
                <c:pt idx="9415">
                  <c:v>911.11360000000002</c:v>
                </c:pt>
                <c:pt idx="9416">
                  <c:v>893.53249999999946</c:v>
                </c:pt>
                <c:pt idx="9417">
                  <c:v>878.05330000000004</c:v>
                </c:pt>
                <c:pt idx="9418">
                  <c:v>860.4424999999992</c:v>
                </c:pt>
                <c:pt idx="9419">
                  <c:v>850.85469999999907</c:v>
                </c:pt>
                <c:pt idx="9420">
                  <c:v>855.43649999999946</c:v>
                </c:pt>
                <c:pt idx="9421">
                  <c:v>894.38459999999998</c:v>
                </c:pt>
                <c:pt idx="9422">
                  <c:v>927.87909999999999</c:v>
                </c:pt>
                <c:pt idx="9423">
                  <c:v>911.27610000000004</c:v>
                </c:pt>
                <c:pt idx="9424">
                  <c:v>867.00810000000001</c:v>
                </c:pt>
                <c:pt idx="9425">
                  <c:v>843.68510000000003</c:v>
                </c:pt>
                <c:pt idx="9426">
                  <c:v>825.84999999999934</c:v>
                </c:pt>
                <c:pt idx="9427">
                  <c:v>808.10990000000004</c:v>
                </c:pt>
                <c:pt idx="9428">
                  <c:v>781.71619999999996</c:v>
                </c:pt>
                <c:pt idx="9429">
                  <c:v>764.02949999999998</c:v>
                </c:pt>
                <c:pt idx="9430">
                  <c:v>749.27290000000005</c:v>
                </c:pt>
                <c:pt idx="9431">
                  <c:v>734.67600000000004</c:v>
                </c:pt>
                <c:pt idx="9432">
                  <c:v>721.94330000000002</c:v>
                </c:pt>
                <c:pt idx="9433">
                  <c:v>711.06049999999948</c:v>
                </c:pt>
                <c:pt idx="9434">
                  <c:v>697.64449999999999</c:v>
                </c:pt>
                <c:pt idx="9435">
                  <c:v>689.21259999999938</c:v>
                </c:pt>
                <c:pt idx="9436">
                  <c:v>678.47709999999938</c:v>
                </c:pt>
                <c:pt idx="9437">
                  <c:v>669.13369999999998</c:v>
                </c:pt>
                <c:pt idx="9438">
                  <c:v>661.49739999999997</c:v>
                </c:pt>
                <c:pt idx="9439">
                  <c:v>667.36249999999882</c:v>
                </c:pt>
                <c:pt idx="9440">
                  <c:v>668.90419999999949</c:v>
                </c:pt>
                <c:pt idx="9441">
                  <c:v>902.58910000000003</c:v>
                </c:pt>
                <c:pt idx="9442">
                  <c:v>1248.7670000000001</c:v>
                </c:pt>
                <c:pt idx="9443">
                  <c:v>1416.835</c:v>
                </c:pt>
                <c:pt idx="9444">
                  <c:v>1324.7280000000001</c:v>
                </c:pt>
                <c:pt idx="9445">
                  <c:v>1059.8939999999998</c:v>
                </c:pt>
                <c:pt idx="9446">
                  <c:v>908.56489999999997</c:v>
                </c:pt>
                <c:pt idx="9447">
                  <c:v>850.34889999999996</c:v>
                </c:pt>
                <c:pt idx="9448">
                  <c:v>823.13749999999948</c:v>
                </c:pt>
                <c:pt idx="9449">
                  <c:v>808.67020000000002</c:v>
                </c:pt>
                <c:pt idx="9450">
                  <c:v>806.72789999999998</c:v>
                </c:pt>
                <c:pt idx="9451">
                  <c:v>780.40390000000002</c:v>
                </c:pt>
                <c:pt idx="9452">
                  <c:v>743.19529999999997</c:v>
                </c:pt>
                <c:pt idx="9453">
                  <c:v>716.65139999999997</c:v>
                </c:pt>
                <c:pt idx="9454">
                  <c:v>696.56590000000006</c:v>
                </c:pt>
                <c:pt idx="9455">
                  <c:v>677.18709999999999</c:v>
                </c:pt>
                <c:pt idx="9456">
                  <c:v>676.55849999999998</c:v>
                </c:pt>
                <c:pt idx="9457">
                  <c:v>704.15519999999947</c:v>
                </c:pt>
                <c:pt idx="9458">
                  <c:v>894.40459999999996</c:v>
                </c:pt>
                <c:pt idx="9459">
                  <c:v>1358.4170000000001</c:v>
                </c:pt>
                <c:pt idx="9460">
                  <c:v>2179.4879999999998</c:v>
                </c:pt>
                <c:pt idx="9461">
                  <c:v>2555.0650000000001</c:v>
                </c:pt>
                <c:pt idx="9462">
                  <c:v>2314.9879999999998</c:v>
                </c:pt>
                <c:pt idx="9463">
                  <c:v>1682.7439999999999</c:v>
                </c:pt>
                <c:pt idx="9464">
                  <c:v>1245.567</c:v>
                </c:pt>
                <c:pt idx="9465">
                  <c:v>1505.6079999999999</c:v>
                </c:pt>
                <c:pt idx="9466">
                  <c:v>3229.13</c:v>
                </c:pt>
                <c:pt idx="9467">
                  <c:v>4323.18</c:v>
                </c:pt>
                <c:pt idx="9468">
                  <c:v>3605.797</c:v>
                </c:pt>
                <c:pt idx="9469">
                  <c:v>2296.9459999999999</c:v>
                </c:pt>
                <c:pt idx="9470">
                  <c:v>1983.1319999999998</c:v>
                </c:pt>
                <c:pt idx="9471">
                  <c:v>1915.5429999999999</c:v>
                </c:pt>
                <c:pt idx="9472">
                  <c:v>1929.4580000000001</c:v>
                </c:pt>
                <c:pt idx="9473">
                  <c:v>1637.2380000000001</c:v>
                </c:pt>
                <c:pt idx="9474">
                  <c:v>1666.1379999999999</c:v>
                </c:pt>
                <c:pt idx="9475">
                  <c:v>1450.6629999999998</c:v>
                </c:pt>
                <c:pt idx="9476">
                  <c:v>1288.1419999999998</c:v>
                </c:pt>
                <c:pt idx="9477">
                  <c:v>1163.82</c:v>
                </c:pt>
                <c:pt idx="9478">
                  <c:v>1111.5</c:v>
                </c:pt>
                <c:pt idx="9479">
                  <c:v>1066.424</c:v>
                </c:pt>
                <c:pt idx="9480">
                  <c:v>1041.646</c:v>
                </c:pt>
                <c:pt idx="9481">
                  <c:v>1016.3199999999994</c:v>
                </c:pt>
                <c:pt idx="9482">
                  <c:v>997.11159999999938</c:v>
                </c:pt>
                <c:pt idx="9483">
                  <c:v>975.0520999999992</c:v>
                </c:pt>
                <c:pt idx="9484">
                  <c:v>958.25149999999996</c:v>
                </c:pt>
                <c:pt idx="9485">
                  <c:v>939.99570000000051</c:v>
                </c:pt>
                <c:pt idx="9486">
                  <c:v>938.23940000000005</c:v>
                </c:pt>
                <c:pt idx="9487">
                  <c:v>1058.0219999999999</c:v>
                </c:pt>
                <c:pt idx="9488">
                  <c:v>1615.867</c:v>
                </c:pt>
                <c:pt idx="9489">
                  <c:v>2397.625</c:v>
                </c:pt>
                <c:pt idx="9490">
                  <c:v>2470.7910000000002</c:v>
                </c:pt>
                <c:pt idx="9491">
                  <c:v>1769.125</c:v>
                </c:pt>
                <c:pt idx="9492">
                  <c:v>1283.3519999999999</c:v>
                </c:pt>
                <c:pt idx="9493">
                  <c:v>1206.2360000000001</c:v>
                </c:pt>
                <c:pt idx="9494">
                  <c:v>1225.5229999999999</c:v>
                </c:pt>
                <c:pt idx="9495">
                  <c:v>1418.847</c:v>
                </c:pt>
                <c:pt idx="9496">
                  <c:v>1570.1329999999998</c:v>
                </c:pt>
                <c:pt idx="9497">
                  <c:v>1355.047</c:v>
                </c:pt>
                <c:pt idx="9498">
                  <c:v>1101.25</c:v>
                </c:pt>
                <c:pt idx="9499">
                  <c:v>1034.828</c:v>
                </c:pt>
                <c:pt idx="9500">
                  <c:v>1010.553</c:v>
                </c:pt>
                <c:pt idx="9501">
                  <c:v>971.66739999999947</c:v>
                </c:pt>
                <c:pt idx="9502">
                  <c:v>958.61400000000003</c:v>
                </c:pt>
                <c:pt idx="9503">
                  <c:v>941.22969999999998</c:v>
                </c:pt>
                <c:pt idx="9504">
                  <c:v>920.61519999999996</c:v>
                </c:pt>
                <c:pt idx="9505">
                  <c:v>911.49630000000002</c:v>
                </c:pt>
                <c:pt idx="9506">
                  <c:v>970.60090000000002</c:v>
                </c:pt>
                <c:pt idx="9507">
                  <c:v>950.18499999999995</c:v>
                </c:pt>
                <c:pt idx="9508">
                  <c:v>913.65449999999998</c:v>
                </c:pt>
                <c:pt idx="9509">
                  <c:v>874.70090000000005</c:v>
                </c:pt>
                <c:pt idx="9510">
                  <c:v>856.91229999999905</c:v>
                </c:pt>
                <c:pt idx="9511">
                  <c:v>839.40589999999997</c:v>
                </c:pt>
                <c:pt idx="9512">
                  <c:v>822.9415999999992</c:v>
                </c:pt>
                <c:pt idx="9513">
                  <c:v>803.91559999999947</c:v>
                </c:pt>
                <c:pt idx="9514">
                  <c:v>788.42739999999947</c:v>
                </c:pt>
                <c:pt idx="9515">
                  <c:v>773.63639999999998</c:v>
                </c:pt>
                <c:pt idx="9516">
                  <c:v>761.07590000000005</c:v>
                </c:pt>
                <c:pt idx="9517">
                  <c:v>748.88649999999996</c:v>
                </c:pt>
                <c:pt idx="9518">
                  <c:v>742.27059999999994</c:v>
                </c:pt>
                <c:pt idx="9519">
                  <c:v>738.51249999999948</c:v>
                </c:pt>
                <c:pt idx="9520">
                  <c:v>730.84969999999919</c:v>
                </c:pt>
                <c:pt idx="9521">
                  <c:v>721.3020999999992</c:v>
                </c:pt>
                <c:pt idx="9522">
                  <c:v>709.01829999999939</c:v>
                </c:pt>
                <c:pt idx="9523">
                  <c:v>693.49279999999999</c:v>
                </c:pt>
                <c:pt idx="9524">
                  <c:v>678.20950000000005</c:v>
                </c:pt>
                <c:pt idx="9525">
                  <c:v>663.26229999999907</c:v>
                </c:pt>
                <c:pt idx="9526">
                  <c:v>651.17180000000053</c:v>
                </c:pt>
                <c:pt idx="9527">
                  <c:v>643.98159999999996</c:v>
                </c:pt>
                <c:pt idx="9528">
                  <c:v>627.53470000000004</c:v>
                </c:pt>
                <c:pt idx="9529">
                  <c:v>622.81649999999934</c:v>
                </c:pt>
                <c:pt idx="9530">
                  <c:v>647.32739999999933</c:v>
                </c:pt>
                <c:pt idx="9531">
                  <c:v>640.91819999999996</c:v>
                </c:pt>
                <c:pt idx="9532">
                  <c:v>624.8322999999989</c:v>
                </c:pt>
                <c:pt idx="9533">
                  <c:v>604.59860000000003</c:v>
                </c:pt>
                <c:pt idx="9534">
                  <c:v>587.06189999999947</c:v>
                </c:pt>
                <c:pt idx="9535">
                  <c:v>573.52249999999947</c:v>
                </c:pt>
                <c:pt idx="9536">
                  <c:v>566.73500000000001</c:v>
                </c:pt>
                <c:pt idx="9537">
                  <c:v>561.18870000000095</c:v>
                </c:pt>
                <c:pt idx="9538">
                  <c:v>555.61569999999949</c:v>
                </c:pt>
                <c:pt idx="9539">
                  <c:v>549.30430000000001</c:v>
                </c:pt>
                <c:pt idx="9540">
                  <c:v>544.35889999999949</c:v>
                </c:pt>
                <c:pt idx="9541">
                  <c:v>541.14329999999939</c:v>
                </c:pt>
                <c:pt idx="9542">
                  <c:v>531.89289999999949</c:v>
                </c:pt>
                <c:pt idx="9543">
                  <c:v>526.66989999999998</c:v>
                </c:pt>
                <c:pt idx="9544">
                  <c:v>514.56129999999905</c:v>
                </c:pt>
                <c:pt idx="9545">
                  <c:v>503.10599999999999</c:v>
                </c:pt>
                <c:pt idx="9546">
                  <c:v>496.17540000000002</c:v>
                </c:pt>
                <c:pt idx="9547">
                  <c:v>485.03149999999954</c:v>
                </c:pt>
                <c:pt idx="9548">
                  <c:v>482.5453</c:v>
                </c:pt>
                <c:pt idx="9549">
                  <c:v>476.12549999999999</c:v>
                </c:pt>
                <c:pt idx="9550">
                  <c:v>475.4248</c:v>
                </c:pt>
                <c:pt idx="9551">
                  <c:v>485.77730000000003</c:v>
                </c:pt>
                <c:pt idx="9552">
                  <c:v>502.70740000000001</c:v>
                </c:pt>
                <c:pt idx="9553">
                  <c:v>496.73509999999953</c:v>
                </c:pt>
                <c:pt idx="9554">
                  <c:v>480.91029999999961</c:v>
                </c:pt>
                <c:pt idx="9555">
                  <c:v>469.64699999999999</c:v>
                </c:pt>
                <c:pt idx="9556">
                  <c:v>477.2672</c:v>
                </c:pt>
                <c:pt idx="9557">
                  <c:v>568.83529999999905</c:v>
                </c:pt>
                <c:pt idx="9558">
                  <c:v>642.43179999999938</c:v>
                </c:pt>
                <c:pt idx="9559">
                  <c:v>687.34579999999949</c:v>
                </c:pt>
                <c:pt idx="9560">
                  <c:v>659.07840000000067</c:v>
                </c:pt>
                <c:pt idx="9561">
                  <c:v>681.19640000000004</c:v>
                </c:pt>
                <c:pt idx="9562">
                  <c:v>617.7405</c:v>
                </c:pt>
                <c:pt idx="9563">
                  <c:v>574.38630000000001</c:v>
                </c:pt>
                <c:pt idx="9564">
                  <c:v>541.89880000000005</c:v>
                </c:pt>
                <c:pt idx="9565">
                  <c:v>529.6377</c:v>
                </c:pt>
                <c:pt idx="9566">
                  <c:v>523.60719999999947</c:v>
                </c:pt>
                <c:pt idx="9567">
                  <c:v>527.04229999999882</c:v>
                </c:pt>
                <c:pt idx="9568">
                  <c:v>524.36059999999907</c:v>
                </c:pt>
                <c:pt idx="9569">
                  <c:v>521.45370000000003</c:v>
                </c:pt>
                <c:pt idx="9570">
                  <c:v>518.73709999999949</c:v>
                </c:pt>
                <c:pt idx="9571">
                  <c:v>518.40699999999947</c:v>
                </c:pt>
                <c:pt idx="9572">
                  <c:v>519.03420000000006</c:v>
                </c:pt>
                <c:pt idx="9573">
                  <c:v>526.14279999999997</c:v>
                </c:pt>
                <c:pt idx="9574">
                  <c:v>561.08390000000054</c:v>
                </c:pt>
                <c:pt idx="9575">
                  <c:v>604.94739999999933</c:v>
                </c:pt>
                <c:pt idx="9576">
                  <c:v>606.31019999999921</c:v>
                </c:pt>
                <c:pt idx="9577">
                  <c:v>576.03229999999905</c:v>
                </c:pt>
                <c:pt idx="9578">
                  <c:v>552.2056</c:v>
                </c:pt>
                <c:pt idx="9579">
                  <c:v>617.59230000000002</c:v>
                </c:pt>
                <c:pt idx="9580">
                  <c:v>830.8895</c:v>
                </c:pt>
                <c:pt idx="9581">
                  <c:v>1046.2280000000001</c:v>
                </c:pt>
                <c:pt idx="9582">
                  <c:v>1029.932</c:v>
                </c:pt>
                <c:pt idx="9583">
                  <c:v>943.02340000000004</c:v>
                </c:pt>
                <c:pt idx="9584">
                  <c:v>1008.008</c:v>
                </c:pt>
                <c:pt idx="9585">
                  <c:v>1030.2860000000001</c:v>
                </c:pt>
                <c:pt idx="9586">
                  <c:v>963.29830000000095</c:v>
                </c:pt>
                <c:pt idx="9587">
                  <c:v>869.39319999999998</c:v>
                </c:pt>
                <c:pt idx="9588">
                  <c:v>770.92949999999996</c:v>
                </c:pt>
                <c:pt idx="9589">
                  <c:v>676.45499999999947</c:v>
                </c:pt>
                <c:pt idx="9590">
                  <c:v>611.6952</c:v>
                </c:pt>
                <c:pt idx="9591">
                  <c:v>595.03330000000005</c:v>
                </c:pt>
                <c:pt idx="9592">
                  <c:v>588.19090000000051</c:v>
                </c:pt>
                <c:pt idx="9593">
                  <c:v>582.66219999999919</c:v>
                </c:pt>
                <c:pt idx="9594">
                  <c:v>566.5231</c:v>
                </c:pt>
                <c:pt idx="9595">
                  <c:v>550.1585</c:v>
                </c:pt>
                <c:pt idx="9596">
                  <c:v>539.52890000000002</c:v>
                </c:pt>
                <c:pt idx="9597">
                  <c:v>526.67440000000067</c:v>
                </c:pt>
                <c:pt idx="9598">
                  <c:v>508.66680000000002</c:v>
                </c:pt>
                <c:pt idx="9599">
                  <c:v>497.34359999999964</c:v>
                </c:pt>
                <c:pt idx="9600">
                  <c:v>497.89139999999935</c:v>
                </c:pt>
                <c:pt idx="9601">
                  <c:v>502.93679999999932</c:v>
                </c:pt>
                <c:pt idx="9602">
                  <c:v>501.30509999999964</c:v>
                </c:pt>
                <c:pt idx="9603">
                  <c:v>500.50149999999968</c:v>
                </c:pt>
                <c:pt idx="9604">
                  <c:v>514.92759999999919</c:v>
                </c:pt>
                <c:pt idx="9605">
                  <c:v>522.87670000000003</c:v>
                </c:pt>
                <c:pt idx="9606">
                  <c:v>523.22450000000003</c:v>
                </c:pt>
                <c:pt idx="9607">
                  <c:v>517.76110000000006</c:v>
                </c:pt>
                <c:pt idx="9608">
                  <c:v>510.83</c:v>
                </c:pt>
                <c:pt idx="9609">
                  <c:v>515.70069999999998</c:v>
                </c:pt>
                <c:pt idx="9610">
                  <c:v>527.28500000000054</c:v>
                </c:pt>
                <c:pt idx="9611">
                  <c:v>541.77170000000081</c:v>
                </c:pt>
                <c:pt idx="9612">
                  <c:v>556.10040000000004</c:v>
                </c:pt>
                <c:pt idx="9613">
                  <c:v>556.78310000000067</c:v>
                </c:pt>
                <c:pt idx="9614">
                  <c:v>546.93409999999949</c:v>
                </c:pt>
                <c:pt idx="9615">
                  <c:v>538.27210000000002</c:v>
                </c:pt>
                <c:pt idx="9616">
                  <c:v>529.68280000000004</c:v>
                </c:pt>
                <c:pt idx="9617">
                  <c:v>539.59659999999997</c:v>
                </c:pt>
                <c:pt idx="9618">
                  <c:v>604.79500000000053</c:v>
                </c:pt>
                <c:pt idx="9619">
                  <c:v>681.94949999999949</c:v>
                </c:pt>
                <c:pt idx="9620">
                  <c:v>701.49189999999999</c:v>
                </c:pt>
                <c:pt idx="9621">
                  <c:v>686.36300000000006</c:v>
                </c:pt>
                <c:pt idx="9622">
                  <c:v>722.4572999999989</c:v>
                </c:pt>
                <c:pt idx="9623">
                  <c:v>839.51419999999996</c:v>
                </c:pt>
                <c:pt idx="9624">
                  <c:v>1000.659</c:v>
                </c:pt>
                <c:pt idx="9625">
                  <c:v>1130.885</c:v>
                </c:pt>
                <c:pt idx="9626">
                  <c:v>1232.8819999999998</c:v>
                </c:pt>
                <c:pt idx="9627">
                  <c:v>1365.24</c:v>
                </c:pt>
                <c:pt idx="9628">
                  <c:v>1396.5060000000001</c:v>
                </c:pt>
                <c:pt idx="9629">
                  <c:v>1319.4849999999999</c:v>
                </c:pt>
                <c:pt idx="9630">
                  <c:v>1412.6589999999999</c:v>
                </c:pt>
                <c:pt idx="9631">
                  <c:v>1780.768</c:v>
                </c:pt>
                <c:pt idx="9632">
                  <c:v>2180.846</c:v>
                </c:pt>
                <c:pt idx="9633">
                  <c:v>2402.8560000000002</c:v>
                </c:pt>
                <c:pt idx="9634">
                  <c:v>2464.788999999997</c:v>
                </c:pt>
                <c:pt idx="9635">
                  <c:v>2348.3429999999998</c:v>
                </c:pt>
                <c:pt idx="9636">
                  <c:v>2041.1679999999999</c:v>
                </c:pt>
                <c:pt idx="9637">
                  <c:v>1739.5229999999999</c:v>
                </c:pt>
                <c:pt idx="9638">
                  <c:v>1651.107</c:v>
                </c:pt>
                <c:pt idx="9639">
                  <c:v>1660.414</c:v>
                </c:pt>
                <c:pt idx="9640">
                  <c:v>1518.5889999999999</c:v>
                </c:pt>
                <c:pt idx="9641">
                  <c:v>1312.07</c:v>
                </c:pt>
                <c:pt idx="9642">
                  <c:v>1210.1949999999986</c:v>
                </c:pt>
                <c:pt idx="9643">
                  <c:v>1177.6579999999999</c:v>
                </c:pt>
                <c:pt idx="9644">
                  <c:v>1155.3799999999999</c:v>
                </c:pt>
                <c:pt idx="9645">
                  <c:v>1141.5939999999998</c:v>
                </c:pt>
                <c:pt idx="9646">
                  <c:v>1135.5839999999998</c:v>
                </c:pt>
                <c:pt idx="9647">
                  <c:v>1142.202</c:v>
                </c:pt>
                <c:pt idx="9648">
                  <c:v>1152.1279999999999</c:v>
                </c:pt>
                <c:pt idx="9649">
                  <c:v>1097.752</c:v>
                </c:pt>
                <c:pt idx="9650">
                  <c:v>993.92759999999919</c:v>
                </c:pt>
                <c:pt idx="9651">
                  <c:v>942.30629999999906</c:v>
                </c:pt>
                <c:pt idx="9652">
                  <c:v>927.55259999999919</c:v>
                </c:pt>
                <c:pt idx="9653">
                  <c:v>920.12759999999946</c:v>
                </c:pt>
                <c:pt idx="9654">
                  <c:v>915.87059999999997</c:v>
                </c:pt>
                <c:pt idx="9655">
                  <c:v>898.73869999999999</c:v>
                </c:pt>
                <c:pt idx="9656">
                  <c:v>863.55109999999934</c:v>
                </c:pt>
                <c:pt idx="9657">
                  <c:v>848.32919999999933</c:v>
                </c:pt>
                <c:pt idx="9658">
                  <c:v>845.16499999999996</c:v>
                </c:pt>
                <c:pt idx="9659">
                  <c:v>808.96539999999948</c:v>
                </c:pt>
                <c:pt idx="9660">
                  <c:v>771.76249999999948</c:v>
                </c:pt>
                <c:pt idx="9661">
                  <c:v>767.22349999999994</c:v>
                </c:pt>
                <c:pt idx="9662">
                  <c:v>773.10770000000002</c:v>
                </c:pt>
                <c:pt idx="9663">
                  <c:v>765.97410000000002</c:v>
                </c:pt>
                <c:pt idx="9664">
                  <c:v>763.45579999999939</c:v>
                </c:pt>
                <c:pt idx="9665">
                  <c:v>775.51229999999907</c:v>
                </c:pt>
                <c:pt idx="9666">
                  <c:v>764.64070000000004</c:v>
                </c:pt>
                <c:pt idx="9667">
                  <c:v>703.82959999999946</c:v>
                </c:pt>
                <c:pt idx="9668">
                  <c:v>624.61580000000004</c:v>
                </c:pt>
                <c:pt idx="9669">
                  <c:v>584.43579999999997</c:v>
                </c:pt>
                <c:pt idx="9670">
                  <c:v>562.50239999999997</c:v>
                </c:pt>
                <c:pt idx="9671">
                  <c:v>538.70230000000004</c:v>
                </c:pt>
                <c:pt idx="9672">
                  <c:v>522.64380000000051</c:v>
                </c:pt>
                <c:pt idx="9673">
                  <c:v>514.81219999999905</c:v>
                </c:pt>
                <c:pt idx="9674">
                  <c:v>513.10910000000001</c:v>
                </c:pt>
                <c:pt idx="9675">
                  <c:v>511.63629999999961</c:v>
                </c:pt>
                <c:pt idx="9676">
                  <c:v>509.37509999999969</c:v>
                </c:pt>
                <c:pt idx="9677">
                  <c:v>519.32139999999947</c:v>
                </c:pt>
                <c:pt idx="9678">
                  <c:v>538.61040000000003</c:v>
                </c:pt>
                <c:pt idx="9679">
                  <c:v>510.56569999999999</c:v>
                </c:pt>
                <c:pt idx="9680">
                  <c:v>431.3657</c:v>
                </c:pt>
                <c:pt idx="9681">
                  <c:v>379.0172</c:v>
                </c:pt>
                <c:pt idx="9682">
                  <c:v>347.54390000000001</c:v>
                </c:pt>
                <c:pt idx="9683">
                  <c:v>327.18729999999999</c:v>
                </c:pt>
                <c:pt idx="9684">
                  <c:v>321.97250000000003</c:v>
                </c:pt>
                <c:pt idx="9685">
                  <c:v>322.0548000000004</c:v>
                </c:pt>
                <c:pt idx="9686">
                  <c:v>316.15190000000001</c:v>
                </c:pt>
                <c:pt idx="9687">
                  <c:v>310.01609999999954</c:v>
                </c:pt>
                <c:pt idx="9688">
                  <c:v>300.41399999999953</c:v>
                </c:pt>
                <c:pt idx="9689">
                  <c:v>292.12200000000001</c:v>
                </c:pt>
                <c:pt idx="9690">
                  <c:v>284.65159999999969</c:v>
                </c:pt>
                <c:pt idx="9691">
                  <c:v>277.65800000000002</c:v>
                </c:pt>
                <c:pt idx="9692">
                  <c:v>271.93729999999954</c:v>
                </c:pt>
                <c:pt idx="9693">
                  <c:v>263.97529999999961</c:v>
                </c:pt>
                <c:pt idx="9694">
                  <c:v>256.5779</c:v>
                </c:pt>
                <c:pt idx="9695">
                  <c:v>256.09289999999999</c:v>
                </c:pt>
                <c:pt idx="9696">
                  <c:v>262.92839999999939</c:v>
                </c:pt>
                <c:pt idx="9697">
                  <c:v>267.3322</c:v>
                </c:pt>
                <c:pt idx="9698">
                  <c:v>262.75959999999969</c:v>
                </c:pt>
                <c:pt idx="9699">
                  <c:v>257.89749999999964</c:v>
                </c:pt>
                <c:pt idx="9700">
                  <c:v>261.11720000000008</c:v>
                </c:pt>
                <c:pt idx="9701">
                  <c:v>266.56290000000001</c:v>
                </c:pt>
                <c:pt idx="9702">
                  <c:v>287.07339999999954</c:v>
                </c:pt>
                <c:pt idx="9703">
                  <c:v>277.03839999999946</c:v>
                </c:pt>
                <c:pt idx="9704">
                  <c:v>277.78309999999954</c:v>
                </c:pt>
                <c:pt idx="9705">
                  <c:v>276.8364999999996</c:v>
                </c:pt>
                <c:pt idx="9706">
                  <c:v>265.2749</c:v>
                </c:pt>
                <c:pt idx="9707">
                  <c:v>252.71749999999997</c:v>
                </c:pt>
                <c:pt idx="9708">
                  <c:v>269.8723</c:v>
                </c:pt>
                <c:pt idx="9709">
                  <c:v>280.26639999999935</c:v>
                </c:pt>
                <c:pt idx="9710">
                  <c:v>286.75920000000002</c:v>
                </c:pt>
                <c:pt idx="9711">
                  <c:v>306.18099999999993</c:v>
                </c:pt>
                <c:pt idx="9712">
                  <c:v>305.59289999999999</c:v>
                </c:pt>
                <c:pt idx="9713">
                  <c:v>302.89159999999936</c:v>
                </c:pt>
                <c:pt idx="9714">
                  <c:v>305.14890000000008</c:v>
                </c:pt>
                <c:pt idx="9715">
                  <c:v>313.38470000000001</c:v>
                </c:pt>
                <c:pt idx="9716">
                  <c:v>330.63889999999969</c:v>
                </c:pt>
                <c:pt idx="9717">
                  <c:v>349.53309999999954</c:v>
                </c:pt>
                <c:pt idx="9718">
                  <c:v>356.25</c:v>
                </c:pt>
                <c:pt idx="9719">
                  <c:v>357.88369999999969</c:v>
                </c:pt>
                <c:pt idx="9720">
                  <c:v>348.70049999999969</c:v>
                </c:pt>
                <c:pt idx="9721">
                  <c:v>359.23749999999961</c:v>
                </c:pt>
                <c:pt idx="9722">
                  <c:v>372.68020000000001</c:v>
                </c:pt>
                <c:pt idx="9723">
                  <c:v>372.02719999999954</c:v>
                </c:pt>
                <c:pt idx="9724">
                  <c:v>376.83799999999968</c:v>
                </c:pt>
                <c:pt idx="9725">
                  <c:v>378.79899999999935</c:v>
                </c:pt>
                <c:pt idx="9726">
                  <c:v>384.04590000000002</c:v>
                </c:pt>
                <c:pt idx="9727">
                  <c:v>396.5256</c:v>
                </c:pt>
                <c:pt idx="9728">
                  <c:v>394.32349999999968</c:v>
                </c:pt>
                <c:pt idx="9729">
                  <c:v>390.39440000000002</c:v>
                </c:pt>
                <c:pt idx="9730">
                  <c:v>388.27369999999968</c:v>
                </c:pt>
                <c:pt idx="9731">
                  <c:v>384.87380000000002</c:v>
                </c:pt>
                <c:pt idx="9732">
                  <c:v>388.01080000000002</c:v>
                </c:pt>
                <c:pt idx="9733">
                  <c:v>407.81790000000001</c:v>
                </c:pt>
                <c:pt idx="9734">
                  <c:v>419.70940000000002</c:v>
                </c:pt>
                <c:pt idx="9735">
                  <c:v>417.25229999999999</c:v>
                </c:pt>
                <c:pt idx="9736">
                  <c:v>415.27420000000001</c:v>
                </c:pt>
                <c:pt idx="9737">
                  <c:v>409.9032999999996</c:v>
                </c:pt>
                <c:pt idx="9738">
                  <c:v>407.63649999999961</c:v>
                </c:pt>
                <c:pt idx="9739">
                  <c:v>410.55340000000001</c:v>
                </c:pt>
                <c:pt idx="9740">
                  <c:v>424.0034</c:v>
                </c:pt>
                <c:pt idx="9741">
                  <c:v>441.07499999999999</c:v>
                </c:pt>
                <c:pt idx="9742">
                  <c:v>454.97579999999954</c:v>
                </c:pt>
                <c:pt idx="9743">
                  <c:v>467.50450000000001</c:v>
                </c:pt>
                <c:pt idx="9744">
                  <c:v>473.13309999999967</c:v>
                </c:pt>
                <c:pt idx="9745">
                  <c:v>476.23649999999935</c:v>
                </c:pt>
                <c:pt idx="9746">
                  <c:v>485.57709999999969</c:v>
                </c:pt>
                <c:pt idx="9747">
                  <c:v>502.64210000000008</c:v>
                </c:pt>
                <c:pt idx="9748">
                  <c:v>508.08809999999954</c:v>
                </c:pt>
                <c:pt idx="9749">
                  <c:v>506.06099999999969</c:v>
                </c:pt>
                <c:pt idx="9750">
                  <c:v>509.13560000000001</c:v>
                </c:pt>
                <c:pt idx="9751">
                  <c:v>510.8836</c:v>
                </c:pt>
                <c:pt idx="9752">
                  <c:v>511.08539999999954</c:v>
                </c:pt>
                <c:pt idx="9753">
                  <c:v>510.02329999999961</c:v>
                </c:pt>
                <c:pt idx="9754">
                  <c:v>512.44889999999998</c:v>
                </c:pt>
                <c:pt idx="9755">
                  <c:v>508.71309999999954</c:v>
                </c:pt>
                <c:pt idx="9756">
                  <c:v>497.9194</c:v>
                </c:pt>
                <c:pt idx="9757">
                  <c:v>492.57530000000003</c:v>
                </c:pt>
                <c:pt idx="9758">
                  <c:v>507.61489999999998</c:v>
                </c:pt>
                <c:pt idx="9759">
                  <c:v>576.26149999999996</c:v>
                </c:pt>
                <c:pt idx="9760">
                  <c:v>663.57840000000067</c:v>
                </c:pt>
                <c:pt idx="9761">
                  <c:v>696.5557</c:v>
                </c:pt>
                <c:pt idx="9762">
                  <c:v>657.25390000000004</c:v>
                </c:pt>
                <c:pt idx="9763">
                  <c:v>652.34839999999997</c:v>
                </c:pt>
                <c:pt idx="9764">
                  <c:v>831.65070000000003</c:v>
                </c:pt>
                <c:pt idx="9765">
                  <c:v>1632.2360000000001</c:v>
                </c:pt>
                <c:pt idx="9766">
                  <c:v>3328.0810000000001</c:v>
                </c:pt>
                <c:pt idx="9767">
                  <c:v>4996.415</c:v>
                </c:pt>
                <c:pt idx="9768">
                  <c:v>5103.9949999999999</c:v>
                </c:pt>
                <c:pt idx="9769">
                  <c:v>3924.9079999999999</c:v>
                </c:pt>
                <c:pt idx="9770">
                  <c:v>3105.6219999999998</c:v>
                </c:pt>
                <c:pt idx="9771">
                  <c:v>2884.6849999999972</c:v>
                </c:pt>
                <c:pt idx="9772">
                  <c:v>2959.7639999999997</c:v>
                </c:pt>
                <c:pt idx="9773">
                  <c:v>3778.4009999999998</c:v>
                </c:pt>
                <c:pt idx="9774">
                  <c:v>4340.9409999999998</c:v>
                </c:pt>
                <c:pt idx="9775">
                  <c:v>3746.2139999999999</c:v>
                </c:pt>
                <c:pt idx="9776">
                  <c:v>2700.0140000000001</c:v>
                </c:pt>
                <c:pt idx="9777">
                  <c:v>2169.4580000000001</c:v>
                </c:pt>
                <c:pt idx="9778">
                  <c:v>2039.385</c:v>
                </c:pt>
                <c:pt idx="9779">
                  <c:v>1955.4939999999999</c:v>
                </c:pt>
                <c:pt idx="9780">
                  <c:v>1817.9080000000001</c:v>
                </c:pt>
                <c:pt idx="9781">
                  <c:v>1702.6949999999986</c:v>
                </c:pt>
                <c:pt idx="9782">
                  <c:v>1534.59</c:v>
                </c:pt>
                <c:pt idx="9783">
                  <c:v>1415.5229999999999</c:v>
                </c:pt>
                <c:pt idx="9784">
                  <c:v>1495.9680000000001</c:v>
                </c:pt>
                <c:pt idx="9785">
                  <c:v>1543.4370000000001</c:v>
                </c:pt>
                <c:pt idx="9786">
                  <c:v>1533.732</c:v>
                </c:pt>
                <c:pt idx="9787">
                  <c:v>1764.1339999999998</c:v>
                </c:pt>
                <c:pt idx="9788">
                  <c:v>2488.7829999999967</c:v>
                </c:pt>
                <c:pt idx="9789">
                  <c:v>2648.3560000000002</c:v>
                </c:pt>
                <c:pt idx="9790">
                  <c:v>2339.1089999999967</c:v>
                </c:pt>
                <c:pt idx="9791">
                  <c:v>1771.9090000000001</c:v>
                </c:pt>
                <c:pt idx="9792">
                  <c:v>1483.6419999999998</c:v>
                </c:pt>
                <c:pt idx="9793">
                  <c:v>1410.1739999999998</c:v>
                </c:pt>
                <c:pt idx="9794">
                  <c:v>1312.8739999999998</c:v>
                </c:pt>
                <c:pt idx="9795">
                  <c:v>1239.0719999999999</c:v>
                </c:pt>
                <c:pt idx="9796">
                  <c:v>1531.222</c:v>
                </c:pt>
                <c:pt idx="9797">
                  <c:v>1978.018</c:v>
                </c:pt>
                <c:pt idx="9798">
                  <c:v>1893.8419999999999</c:v>
                </c:pt>
                <c:pt idx="9799">
                  <c:v>1500.722</c:v>
                </c:pt>
                <c:pt idx="9800">
                  <c:v>1796.549</c:v>
                </c:pt>
                <c:pt idx="9801">
                  <c:v>2164.8820000000001</c:v>
                </c:pt>
                <c:pt idx="9802">
                  <c:v>2824.5030000000002</c:v>
                </c:pt>
                <c:pt idx="9803">
                  <c:v>2454.3700000000022</c:v>
                </c:pt>
                <c:pt idx="9804">
                  <c:v>2593.1489999999967</c:v>
                </c:pt>
                <c:pt idx="9805">
                  <c:v>3384.3069999999998</c:v>
                </c:pt>
                <c:pt idx="9806">
                  <c:v>4721.0690000000004</c:v>
                </c:pt>
                <c:pt idx="9807">
                  <c:v>5136.607</c:v>
                </c:pt>
                <c:pt idx="9808">
                  <c:v>4483.5540000000001</c:v>
                </c:pt>
                <c:pt idx="9809">
                  <c:v>2937.5520000000001</c:v>
                </c:pt>
                <c:pt idx="9810">
                  <c:v>2093.9349999999999</c:v>
                </c:pt>
                <c:pt idx="9811">
                  <c:v>1955.3109999999999</c:v>
                </c:pt>
                <c:pt idx="9812">
                  <c:v>1860.4670000000001</c:v>
                </c:pt>
                <c:pt idx="9813">
                  <c:v>1707.922</c:v>
                </c:pt>
                <c:pt idx="9814">
                  <c:v>1571.655</c:v>
                </c:pt>
                <c:pt idx="9815">
                  <c:v>1463.047</c:v>
                </c:pt>
                <c:pt idx="9816">
                  <c:v>1400.7370000000001</c:v>
                </c:pt>
                <c:pt idx="9817">
                  <c:v>1357.1989999999998</c:v>
                </c:pt>
                <c:pt idx="9818">
                  <c:v>1321.3899999999999</c:v>
                </c:pt>
                <c:pt idx="9819">
                  <c:v>1992.6489999999999</c:v>
                </c:pt>
                <c:pt idx="9820">
                  <c:v>4555.0340000000006</c:v>
                </c:pt>
                <c:pt idx="9821">
                  <c:v>8694.93</c:v>
                </c:pt>
                <c:pt idx="9822">
                  <c:v>0</c:v>
                </c:pt>
                <c:pt idx="9823">
                  <c:v>9357.1540000000005</c:v>
                </c:pt>
                <c:pt idx="9824">
                  <c:v>8598.0110000000004</c:v>
                </c:pt>
                <c:pt idx="9825">
                  <c:v>9247.893</c:v>
                </c:pt>
                <c:pt idx="9826">
                  <c:v>0</c:v>
                </c:pt>
                <c:pt idx="9827">
                  <c:v>0</c:v>
                </c:pt>
                <c:pt idx="9828">
                  <c:v>0</c:v>
                </c:pt>
                <c:pt idx="9829">
                  <c:v>8720.0509999999795</c:v>
                </c:pt>
                <c:pt idx="9830">
                  <c:v>5180.0160000000014</c:v>
                </c:pt>
                <c:pt idx="9831">
                  <c:v>3909.0160000000001</c:v>
                </c:pt>
                <c:pt idx="9832">
                  <c:v>3660.59</c:v>
                </c:pt>
                <c:pt idx="9833">
                  <c:v>3161.4150000000022</c:v>
                </c:pt>
                <c:pt idx="9834">
                  <c:v>2862.7439999999997</c:v>
                </c:pt>
                <c:pt idx="9835">
                  <c:v>2629.6759999999999</c:v>
                </c:pt>
                <c:pt idx="9836">
                  <c:v>2403.7619999999997</c:v>
                </c:pt>
                <c:pt idx="9837">
                  <c:v>2217.5479999999998</c:v>
                </c:pt>
                <c:pt idx="9838">
                  <c:v>2038.8139999999999</c:v>
                </c:pt>
                <c:pt idx="9839">
                  <c:v>1870.96</c:v>
                </c:pt>
                <c:pt idx="9840">
                  <c:v>1707.1419999999998</c:v>
                </c:pt>
                <c:pt idx="9841">
                  <c:v>1613.499</c:v>
                </c:pt>
                <c:pt idx="9842">
                  <c:v>1563.81</c:v>
                </c:pt>
                <c:pt idx="9843">
                  <c:v>1506.941</c:v>
                </c:pt>
                <c:pt idx="9844">
                  <c:v>1451.8989999999999</c:v>
                </c:pt>
                <c:pt idx="9845">
                  <c:v>1406.768</c:v>
                </c:pt>
                <c:pt idx="9846">
                  <c:v>1370.1839999999986</c:v>
                </c:pt>
                <c:pt idx="9847">
                  <c:v>1368.316</c:v>
                </c:pt>
                <c:pt idx="9848">
                  <c:v>1378.2360000000001</c:v>
                </c:pt>
                <c:pt idx="9849">
                  <c:v>1364.2360000000001</c:v>
                </c:pt>
                <c:pt idx="9850">
                  <c:v>1314.03</c:v>
                </c:pt>
                <c:pt idx="9851">
                  <c:v>1402.1309999999999</c:v>
                </c:pt>
                <c:pt idx="9852">
                  <c:v>1440.4170000000001</c:v>
                </c:pt>
                <c:pt idx="9853">
                  <c:v>1453.4290000000001</c:v>
                </c:pt>
                <c:pt idx="9854">
                  <c:v>1803.82</c:v>
                </c:pt>
                <c:pt idx="9855">
                  <c:v>2450.7190000000001</c:v>
                </c:pt>
                <c:pt idx="9856">
                  <c:v>2800.0619999999999</c:v>
                </c:pt>
                <c:pt idx="9857">
                  <c:v>2900.05</c:v>
                </c:pt>
                <c:pt idx="9858">
                  <c:v>2683.8490000000002</c:v>
                </c:pt>
                <c:pt idx="9859">
                  <c:v>2847.8020000000001</c:v>
                </c:pt>
                <c:pt idx="9860">
                  <c:v>3288.8490000000002</c:v>
                </c:pt>
                <c:pt idx="9861">
                  <c:v>4010.7179999999998</c:v>
                </c:pt>
                <c:pt idx="9862">
                  <c:v>4243.3270000000002</c:v>
                </c:pt>
                <c:pt idx="9863">
                  <c:v>3789.01</c:v>
                </c:pt>
                <c:pt idx="9864">
                  <c:v>2742.739</c:v>
                </c:pt>
                <c:pt idx="9865">
                  <c:v>2063.7469999999967</c:v>
                </c:pt>
                <c:pt idx="9866">
                  <c:v>1983.0339999999999</c:v>
                </c:pt>
                <c:pt idx="9867">
                  <c:v>1848.7919999999999</c:v>
                </c:pt>
                <c:pt idx="9868">
                  <c:v>1615.4639999999999</c:v>
                </c:pt>
                <c:pt idx="9869">
                  <c:v>1508.317</c:v>
                </c:pt>
                <c:pt idx="9870">
                  <c:v>1426.6839999999986</c:v>
                </c:pt>
                <c:pt idx="9871">
                  <c:v>1471.7650000000001</c:v>
                </c:pt>
                <c:pt idx="9872">
                  <c:v>1541.895</c:v>
                </c:pt>
                <c:pt idx="9873">
                  <c:v>1925.2839999999999</c:v>
                </c:pt>
                <c:pt idx="9874">
                  <c:v>2505.7819999999997</c:v>
                </c:pt>
                <c:pt idx="9875">
                  <c:v>2515.2879999999973</c:v>
                </c:pt>
                <c:pt idx="9876">
                  <c:v>1905.4690000000001</c:v>
                </c:pt>
                <c:pt idx="9877">
                  <c:v>1484.3150000000001</c:v>
                </c:pt>
                <c:pt idx="9878">
                  <c:v>1672.367</c:v>
                </c:pt>
                <c:pt idx="9879">
                  <c:v>1741.847</c:v>
                </c:pt>
                <c:pt idx="9880">
                  <c:v>1714.4690000000001</c:v>
                </c:pt>
                <c:pt idx="9881">
                  <c:v>1584.587</c:v>
                </c:pt>
                <c:pt idx="9882">
                  <c:v>1441.8219999999999</c:v>
                </c:pt>
                <c:pt idx="9883">
                  <c:v>1341.9190000000001</c:v>
                </c:pt>
                <c:pt idx="9884">
                  <c:v>1321.4880000000001</c:v>
                </c:pt>
                <c:pt idx="9885">
                  <c:v>1301.1859999999999</c:v>
                </c:pt>
                <c:pt idx="9886">
                  <c:v>1277.751</c:v>
                </c:pt>
                <c:pt idx="9887">
                  <c:v>1251.7339999999999</c:v>
                </c:pt>
                <c:pt idx="9888">
                  <c:v>1227.317</c:v>
                </c:pt>
                <c:pt idx="9889">
                  <c:v>1295.472</c:v>
                </c:pt>
                <c:pt idx="9890">
                  <c:v>1484.454</c:v>
                </c:pt>
                <c:pt idx="9891">
                  <c:v>1604.923</c:v>
                </c:pt>
                <c:pt idx="9892">
                  <c:v>1411.0989999999999</c:v>
                </c:pt>
                <c:pt idx="9893">
                  <c:v>1184.0229999999999</c:v>
                </c:pt>
                <c:pt idx="9894">
                  <c:v>1133.5889999999999</c:v>
                </c:pt>
                <c:pt idx="9895">
                  <c:v>1128.1779999999999</c:v>
                </c:pt>
                <c:pt idx="9896">
                  <c:v>1146.7170000000001</c:v>
                </c:pt>
                <c:pt idx="9897">
                  <c:v>1187.6489999999999</c:v>
                </c:pt>
                <c:pt idx="9898">
                  <c:v>1196.7619999999999</c:v>
                </c:pt>
                <c:pt idx="9899">
                  <c:v>1146.288</c:v>
                </c:pt>
                <c:pt idx="9900">
                  <c:v>1074.5129999999999</c:v>
                </c:pt>
                <c:pt idx="9901">
                  <c:v>1021.504</c:v>
                </c:pt>
                <c:pt idx="9902">
                  <c:v>987.85399999999947</c:v>
                </c:pt>
                <c:pt idx="9903">
                  <c:v>962.54499999999996</c:v>
                </c:pt>
                <c:pt idx="9904">
                  <c:v>945.93789999999933</c:v>
                </c:pt>
                <c:pt idx="9905">
                  <c:v>957.70590000000004</c:v>
                </c:pt>
                <c:pt idx="9906">
                  <c:v>960.33259999999905</c:v>
                </c:pt>
                <c:pt idx="9907">
                  <c:v>1047.4870000000001</c:v>
                </c:pt>
                <c:pt idx="9908">
                  <c:v>1334.7460000000001</c:v>
                </c:pt>
                <c:pt idx="9909">
                  <c:v>1479.749</c:v>
                </c:pt>
                <c:pt idx="9910">
                  <c:v>1402.347</c:v>
                </c:pt>
                <c:pt idx="9911">
                  <c:v>1494.73</c:v>
                </c:pt>
                <c:pt idx="9912">
                  <c:v>1580.7809999999999</c:v>
                </c:pt>
                <c:pt idx="9913">
                  <c:v>1469.4470000000001</c:v>
                </c:pt>
                <c:pt idx="9914">
                  <c:v>1184.752</c:v>
                </c:pt>
                <c:pt idx="9915">
                  <c:v>1061.5729999999999</c:v>
                </c:pt>
                <c:pt idx="9916">
                  <c:v>998.66330000000005</c:v>
                </c:pt>
                <c:pt idx="9917">
                  <c:v>965.65449999999998</c:v>
                </c:pt>
                <c:pt idx="9918">
                  <c:v>1033.6639999999998</c:v>
                </c:pt>
                <c:pt idx="9919">
                  <c:v>1216.797</c:v>
                </c:pt>
                <c:pt idx="9920">
                  <c:v>1311.345</c:v>
                </c:pt>
                <c:pt idx="9921">
                  <c:v>1190.1299999999999</c:v>
                </c:pt>
                <c:pt idx="9922">
                  <c:v>1019.559</c:v>
                </c:pt>
                <c:pt idx="9923">
                  <c:v>934.12719999999933</c:v>
                </c:pt>
                <c:pt idx="9924">
                  <c:v>881.26030000000003</c:v>
                </c:pt>
                <c:pt idx="9925">
                  <c:v>850.04340000000002</c:v>
                </c:pt>
                <c:pt idx="9926">
                  <c:v>830.92459999999949</c:v>
                </c:pt>
                <c:pt idx="9927">
                  <c:v>819.40779999999938</c:v>
                </c:pt>
                <c:pt idx="9928">
                  <c:v>806.24239999999998</c:v>
                </c:pt>
                <c:pt idx="9929">
                  <c:v>796.81399999999996</c:v>
                </c:pt>
                <c:pt idx="9930">
                  <c:v>788.7278</c:v>
                </c:pt>
                <c:pt idx="9931">
                  <c:v>787.02139999999997</c:v>
                </c:pt>
                <c:pt idx="9932">
                  <c:v>777.86129999999889</c:v>
                </c:pt>
                <c:pt idx="9933">
                  <c:v>767.03869999999949</c:v>
                </c:pt>
                <c:pt idx="9934">
                  <c:v>756.63599999999997</c:v>
                </c:pt>
                <c:pt idx="9935">
                  <c:v>751.09829999999999</c:v>
                </c:pt>
                <c:pt idx="9936">
                  <c:v>748.73739999999998</c:v>
                </c:pt>
                <c:pt idx="9937">
                  <c:v>750.21019999999999</c:v>
                </c:pt>
                <c:pt idx="9938">
                  <c:v>804.38229999999919</c:v>
                </c:pt>
                <c:pt idx="9939">
                  <c:v>775.54139999999938</c:v>
                </c:pt>
                <c:pt idx="9940">
                  <c:v>744.82099999999946</c:v>
                </c:pt>
                <c:pt idx="9941">
                  <c:v>719.44899999999996</c:v>
                </c:pt>
                <c:pt idx="9942">
                  <c:v>712.97019999999998</c:v>
                </c:pt>
                <c:pt idx="9943">
                  <c:v>712.62609999999938</c:v>
                </c:pt>
                <c:pt idx="9944">
                  <c:v>733.92159999999933</c:v>
                </c:pt>
                <c:pt idx="9945">
                  <c:v>725.99080000000004</c:v>
                </c:pt>
                <c:pt idx="9946">
                  <c:v>703.09469999999999</c:v>
                </c:pt>
                <c:pt idx="9947">
                  <c:v>682.01649999999938</c:v>
                </c:pt>
                <c:pt idx="9948">
                  <c:v>668.52089999999998</c:v>
                </c:pt>
                <c:pt idx="9949">
                  <c:v>661.44599999999946</c:v>
                </c:pt>
                <c:pt idx="9950">
                  <c:v>658.101</c:v>
                </c:pt>
                <c:pt idx="9951">
                  <c:v>638.40589999999997</c:v>
                </c:pt>
                <c:pt idx="9952">
                  <c:v>609.33319999999947</c:v>
                </c:pt>
                <c:pt idx="9953">
                  <c:v>597.42330000000004</c:v>
                </c:pt>
                <c:pt idx="9954">
                  <c:v>656.4365999999992</c:v>
                </c:pt>
                <c:pt idx="9955">
                  <c:v>938.10659999999996</c:v>
                </c:pt>
                <c:pt idx="9956">
                  <c:v>1309.117</c:v>
                </c:pt>
                <c:pt idx="9957">
                  <c:v>1358.3929999999998</c:v>
                </c:pt>
                <c:pt idx="9958">
                  <c:v>1130.2170000000001</c:v>
                </c:pt>
                <c:pt idx="9959">
                  <c:v>972.18949999999995</c:v>
                </c:pt>
                <c:pt idx="9960">
                  <c:v>1051.1139999999998</c:v>
                </c:pt>
                <c:pt idx="9961">
                  <c:v>1268.769</c:v>
                </c:pt>
                <c:pt idx="9962">
                  <c:v>1252.059</c:v>
                </c:pt>
                <c:pt idx="9963">
                  <c:v>1114.0650000000001</c:v>
                </c:pt>
                <c:pt idx="9964">
                  <c:v>1034.366</c:v>
                </c:pt>
                <c:pt idx="9965">
                  <c:v>1023.434</c:v>
                </c:pt>
                <c:pt idx="9966">
                  <c:v>1001.9599999999994</c:v>
                </c:pt>
                <c:pt idx="9967">
                  <c:v>990.11519999999996</c:v>
                </c:pt>
                <c:pt idx="9968">
                  <c:v>1022.635</c:v>
                </c:pt>
                <c:pt idx="9969">
                  <c:v>1099.4639999999999</c:v>
                </c:pt>
                <c:pt idx="9970">
                  <c:v>1191.595</c:v>
                </c:pt>
                <c:pt idx="9971">
                  <c:v>1316.6139999999998</c:v>
                </c:pt>
                <c:pt idx="9972">
                  <c:v>1462.5929999999998</c:v>
                </c:pt>
                <c:pt idx="9973">
                  <c:v>1988.8219999999999</c:v>
                </c:pt>
                <c:pt idx="9974">
                  <c:v>2360.5500000000002</c:v>
                </c:pt>
                <c:pt idx="9975">
                  <c:v>2127.9780000000001</c:v>
                </c:pt>
                <c:pt idx="9976">
                  <c:v>1922.087</c:v>
                </c:pt>
                <c:pt idx="9977">
                  <c:v>1721.1189999999999</c:v>
                </c:pt>
                <c:pt idx="9978">
                  <c:v>1510.1819999999998</c:v>
                </c:pt>
                <c:pt idx="9979">
                  <c:v>1313.5239999999999</c:v>
                </c:pt>
                <c:pt idx="9980">
                  <c:v>1230.03</c:v>
                </c:pt>
                <c:pt idx="9981">
                  <c:v>1164.922</c:v>
                </c:pt>
                <c:pt idx="9982">
                  <c:v>1093.2660000000001</c:v>
                </c:pt>
                <c:pt idx="9983">
                  <c:v>1048.029</c:v>
                </c:pt>
                <c:pt idx="9984">
                  <c:v>1007.124</c:v>
                </c:pt>
                <c:pt idx="9985">
                  <c:v>964.39319999999998</c:v>
                </c:pt>
                <c:pt idx="9986">
                  <c:v>965.61609999999996</c:v>
                </c:pt>
                <c:pt idx="9987">
                  <c:v>998.73350000000005</c:v>
                </c:pt>
                <c:pt idx="9988">
                  <c:v>1010.619</c:v>
                </c:pt>
                <c:pt idx="9989">
                  <c:v>967.02890000000002</c:v>
                </c:pt>
                <c:pt idx="9990">
                  <c:v>934.29570000000081</c:v>
                </c:pt>
                <c:pt idx="9991">
                  <c:v>920.75749999999948</c:v>
                </c:pt>
                <c:pt idx="9992">
                  <c:v>932.65249999999946</c:v>
                </c:pt>
                <c:pt idx="9993">
                  <c:v>946.11149999999998</c:v>
                </c:pt>
                <c:pt idx="9994">
                  <c:v>979.31029999999919</c:v>
                </c:pt>
                <c:pt idx="9995">
                  <c:v>1071.075</c:v>
                </c:pt>
                <c:pt idx="9996">
                  <c:v>1243.9150000000011</c:v>
                </c:pt>
                <c:pt idx="9997">
                  <c:v>1386.1029999999998</c:v>
                </c:pt>
                <c:pt idx="9998">
                  <c:v>1317.067</c:v>
                </c:pt>
                <c:pt idx="9999">
                  <c:v>1161.1669999999999</c:v>
                </c:pt>
                <c:pt idx="10000">
                  <c:v>1088.48</c:v>
                </c:pt>
                <c:pt idx="10001">
                  <c:v>1067.6569999999999</c:v>
                </c:pt>
                <c:pt idx="10002">
                  <c:v>1065.9370000000001</c:v>
                </c:pt>
                <c:pt idx="10003">
                  <c:v>1159.08</c:v>
                </c:pt>
                <c:pt idx="10004">
                  <c:v>1327.1879999999999</c:v>
                </c:pt>
                <c:pt idx="10005">
                  <c:v>1372.511</c:v>
                </c:pt>
                <c:pt idx="10006">
                  <c:v>1335.885</c:v>
                </c:pt>
                <c:pt idx="10007">
                  <c:v>1245.3429999999998</c:v>
                </c:pt>
                <c:pt idx="10008">
                  <c:v>1224.482</c:v>
                </c:pt>
                <c:pt idx="10009">
                  <c:v>1265.077</c:v>
                </c:pt>
                <c:pt idx="10010">
                  <c:v>1315.346</c:v>
                </c:pt>
                <c:pt idx="10011">
                  <c:v>1347.6209999999999</c:v>
                </c:pt>
                <c:pt idx="10012">
                  <c:v>1369.5319999999999</c:v>
                </c:pt>
                <c:pt idx="10013">
                  <c:v>1389.6039999999998</c:v>
                </c:pt>
                <c:pt idx="10014">
                  <c:v>1360.1889999999999</c:v>
                </c:pt>
                <c:pt idx="10015">
                  <c:v>1270.71</c:v>
                </c:pt>
                <c:pt idx="10016">
                  <c:v>1222.6889999999999</c:v>
                </c:pt>
                <c:pt idx="10017">
                  <c:v>1206.239</c:v>
                </c:pt>
                <c:pt idx="10018">
                  <c:v>1197.1559999999999</c:v>
                </c:pt>
                <c:pt idx="10019">
                  <c:v>1205.8109999999999</c:v>
                </c:pt>
                <c:pt idx="10020">
                  <c:v>1211.922</c:v>
                </c:pt>
                <c:pt idx="10021">
                  <c:v>1200.9949999999999</c:v>
                </c:pt>
                <c:pt idx="10022">
                  <c:v>1186.8829999999998</c:v>
                </c:pt>
                <c:pt idx="10023">
                  <c:v>1172.29</c:v>
                </c:pt>
                <c:pt idx="10024">
                  <c:v>1139.326</c:v>
                </c:pt>
                <c:pt idx="10025">
                  <c:v>1081.838</c:v>
                </c:pt>
                <c:pt idx="10026">
                  <c:v>1036.866</c:v>
                </c:pt>
                <c:pt idx="10027">
                  <c:v>1011.106</c:v>
                </c:pt>
                <c:pt idx="10028">
                  <c:v>988.05309999999997</c:v>
                </c:pt>
                <c:pt idx="10029">
                  <c:v>958.68730000000005</c:v>
                </c:pt>
                <c:pt idx="10030">
                  <c:v>932.55219999999906</c:v>
                </c:pt>
                <c:pt idx="10031">
                  <c:v>916.10829999999999</c:v>
                </c:pt>
                <c:pt idx="10032">
                  <c:v>904.58799999999997</c:v>
                </c:pt>
                <c:pt idx="10033">
                  <c:v>889.86589999999933</c:v>
                </c:pt>
                <c:pt idx="10034">
                  <c:v>861.40199999999948</c:v>
                </c:pt>
                <c:pt idx="10035">
                  <c:v>825.63639999999998</c:v>
                </c:pt>
                <c:pt idx="10036">
                  <c:v>805.16970000000003</c:v>
                </c:pt>
                <c:pt idx="10037">
                  <c:v>797.94459999999947</c:v>
                </c:pt>
                <c:pt idx="10038">
                  <c:v>782.16139999999996</c:v>
                </c:pt>
                <c:pt idx="10039">
                  <c:v>760.34339999999997</c:v>
                </c:pt>
                <c:pt idx="10040">
                  <c:v>752.01119999999946</c:v>
                </c:pt>
                <c:pt idx="10041">
                  <c:v>749.67580000000055</c:v>
                </c:pt>
                <c:pt idx="10042">
                  <c:v>734.86939999999947</c:v>
                </c:pt>
                <c:pt idx="10043">
                  <c:v>705.41629999999907</c:v>
                </c:pt>
                <c:pt idx="10044">
                  <c:v>658.77310000000068</c:v>
                </c:pt>
                <c:pt idx="10045">
                  <c:v>595.51619999999946</c:v>
                </c:pt>
                <c:pt idx="10046">
                  <c:v>538.37180000000001</c:v>
                </c:pt>
                <c:pt idx="10047">
                  <c:v>509.19600000000003</c:v>
                </c:pt>
                <c:pt idx="10048">
                  <c:v>501.28339999999935</c:v>
                </c:pt>
                <c:pt idx="10049">
                  <c:v>497.32599999999968</c:v>
                </c:pt>
                <c:pt idx="10050">
                  <c:v>491.62869999999964</c:v>
                </c:pt>
                <c:pt idx="10051">
                  <c:v>482.14970000000034</c:v>
                </c:pt>
                <c:pt idx="10052">
                  <c:v>465.36160000000001</c:v>
                </c:pt>
                <c:pt idx="10053">
                  <c:v>446.13909999999993</c:v>
                </c:pt>
                <c:pt idx="10054">
                  <c:v>440.56189999999964</c:v>
                </c:pt>
                <c:pt idx="10055">
                  <c:v>444.90969999999999</c:v>
                </c:pt>
                <c:pt idx="10056">
                  <c:v>430.4828</c:v>
                </c:pt>
                <c:pt idx="10057">
                  <c:v>419.27869999999967</c:v>
                </c:pt>
                <c:pt idx="10058">
                  <c:v>406.13420000000002</c:v>
                </c:pt>
                <c:pt idx="10059">
                  <c:v>385.07190000000003</c:v>
                </c:pt>
                <c:pt idx="10060">
                  <c:v>365.70429999999999</c:v>
                </c:pt>
                <c:pt idx="10061">
                  <c:v>357.63109999999961</c:v>
                </c:pt>
                <c:pt idx="10062">
                  <c:v>355.2518</c:v>
                </c:pt>
                <c:pt idx="10063">
                  <c:v>357.60669999999999</c:v>
                </c:pt>
                <c:pt idx="10064">
                  <c:v>353.99179999999939</c:v>
                </c:pt>
                <c:pt idx="10065">
                  <c:v>353.00889999999993</c:v>
                </c:pt>
                <c:pt idx="10066">
                  <c:v>349.46529999999967</c:v>
                </c:pt>
                <c:pt idx="10067">
                  <c:v>344.40839999999935</c:v>
                </c:pt>
                <c:pt idx="10068">
                  <c:v>332.6216</c:v>
                </c:pt>
                <c:pt idx="10069">
                  <c:v>326.52609999999953</c:v>
                </c:pt>
                <c:pt idx="10070">
                  <c:v>330.2509</c:v>
                </c:pt>
                <c:pt idx="10071">
                  <c:v>330.96570000000003</c:v>
                </c:pt>
                <c:pt idx="10072">
                  <c:v>324.88619999999935</c:v>
                </c:pt>
                <c:pt idx="10073">
                  <c:v>314.81729999999999</c:v>
                </c:pt>
                <c:pt idx="10074">
                  <c:v>312.26139999999936</c:v>
                </c:pt>
                <c:pt idx="10075">
                  <c:v>308.36950000000002</c:v>
                </c:pt>
                <c:pt idx="10076">
                  <c:v>317.69319999999954</c:v>
                </c:pt>
                <c:pt idx="10077">
                  <c:v>319.72280000000001</c:v>
                </c:pt>
                <c:pt idx="10078">
                  <c:v>328.80980000000034</c:v>
                </c:pt>
                <c:pt idx="10079">
                  <c:v>342.94839999999954</c:v>
                </c:pt>
                <c:pt idx="10080">
                  <c:v>345.94450000000001</c:v>
                </c:pt>
                <c:pt idx="10081">
                  <c:v>343.39309999999961</c:v>
                </c:pt>
                <c:pt idx="10082">
                  <c:v>337.42609999999934</c:v>
                </c:pt>
                <c:pt idx="10083">
                  <c:v>337.42439999999954</c:v>
                </c:pt>
                <c:pt idx="10084">
                  <c:v>346.5874</c:v>
                </c:pt>
                <c:pt idx="10085">
                  <c:v>354.9663999999994</c:v>
                </c:pt>
                <c:pt idx="10086">
                  <c:v>372.50040000000001</c:v>
                </c:pt>
                <c:pt idx="10087">
                  <c:v>377.9076</c:v>
                </c:pt>
                <c:pt idx="10088">
                  <c:v>369.40009999999961</c:v>
                </c:pt>
                <c:pt idx="10089">
                  <c:v>364.81569999999999</c:v>
                </c:pt>
                <c:pt idx="10090">
                  <c:v>379.33859999999953</c:v>
                </c:pt>
                <c:pt idx="10091">
                  <c:v>400.03909999999968</c:v>
                </c:pt>
                <c:pt idx="10092">
                  <c:v>408.76440000000002</c:v>
                </c:pt>
                <c:pt idx="10093">
                  <c:v>410.19569999999999</c:v>
                </c:pt>
                <c:pt idx="10094">
                  <c:v>406.75689999999969</c:v>
                </c:pt>
                <c:pt idx="10095">
                  <c:v>405.8177</c:v>
                </c:pt>
                <c:pt idx="10096">
                  <c:v>402.18270000000001</c:v>
                </c:pt>
                <c:pt idx="10097">
                  <c:v>407.55270000000002</c:v>
                </c:pt>
                <c:pt idx="10098">
                  <c:v>419.31270000000001</c:v>
                </c:pt>
                <c:pt idx="10099">
                  <c:v>421.51749999999993</c:v>
                </c:pt>
                <c:pt idx="10100">
                  <c:v>421.05220000000008</c:v>
                </c:pt>
                <c:pt idx="10101">
                  <c:v>417.90879999999953</c:v>
                </c:pt>
                <c:pt idx="10102">
                  <c:v>414.00569999999999</c:v>
                </c:pt>
                <c:pt idx="10103">
                  <c:v>409.6721</c:v>
                </c:pt>
                <c:pt idx="10104">
                  <c:v>418.83119999999946</c:v>
                </c:pt>
                <c:pt idx="10105">
                  <c:v>437.28480000000002</c:v>
                </c:pt>
                <c:pt idx="10106">
                  <c:v>446.66860000000008</c:v>
                </c:pt>
                <c:pt idx="10107">
                  <c:v>445.42689999999953</c:v>
                </c:pt>
                <c:pt idx="10108">
                  <c:v>439.13669999999968</c:v>
                </c:pt>
                <c:pt idx="10109">
                  <c:v>436.36430000000001</c:v>
                </c:pt>
                <c:pt idx="10110">
                  <c:v>431.90649999999954</c:v>
                </c:pt>
                <c:pt idx="10111">
                  <c:v>431.74340000000001</c:v>
                </c:pt>
                <c:pt idx="10112">
                  <c:v>432.41299999999961</c:v>
                </c:pt>
                <c:pt idx="10113">
                  <c:v>432.89429999999999</c:v>
                </c:pt>
                <c:pt idx="10114">
                  <c:v>446.49239999999935</c:v>
                </c:pt>
                <c:pt idx="10115">
                  <c:v>470.52960000000002</c:v>
                </c:pt>
                <c:pt idx="10116">
                  <c:v>478.5710999999996</c:v>
                </c:pt>
                <c:pt idx="10117">
                  <c:v>462.49599999999936</c:v>
                </c:pt>
                <c:pt idx="10118">
                  <c:v>451.84179999999969</c:v>
                </c:pt>
                <c:pt idx="10119">
                  <c:v>444.66129999999993</c:v>
                </c:pt>
                <c:pt idx="10120">
                  <c:v>430.66500000000002</c:v>
                </c:pt>
                <c:pt idx="10121">
                  <c:v>420.90599999999961</c:v>
                </c:pt>
                <c:pt idx="10122">
                  <c:v>422.98409999999961</c:v>
                </c:pt>
                <c:pt idx="10123">
                  <c:v>434.18490000000008</c:v>
                </c:pt>
                <c:pt idx="10124">
                  <c:v>443.0224</c:v>
                </c:pt>
                <c:pt idx="10125">
                  <c:v>457.9624</c:v>
                </c:pt>
                <c:pt idx="10126">
                  <c:v>464.26979999999969</c:v>
                </c:pt>
                <c:pt idx="10127">
                  <c:v>488.92309999999935</c:v>
                </c:pt>
                <c:pt idx="10128">
                  <c:v>507.29429999999968</c:v>
                </c:pt>
                <c:pt idx="10129">
                  <c:v>499.50309999999968</c:v>
                </c:pt>
                <c:pt idx="10130">
                  <c:v>491.32279999999969</c:v>
                </c:pt>
                <c:pt idx="10131">
                  <c:v>487.52980000000002</c:v>
                </c:pt>
                <c:pt idx="10132">
                  <c:v>475.30079999999964</c:v>
                </c:pt>
                <c:pt idx="10133">
                  <c:v>474.8107</c:v>
                </c:pt>
                <c:pt idx="10134">
                  <c:v>493.1533</c:v>
                </c:pt>
                <c:pt idx="10135">
                  <c:v>497.30309999999969</c:v>
                </c:pt>
                <c:pt idx="10136">
                  <c:v>513.51419999999996</c:v>
                </c:pt>
                <c:pt idx="10137">
                  <c:v>535.53420000000006</c:v>
                </c:pt>
                <c:pt idx="10138">
                  <c:v>555.8328999999992</c:v>
                </c:pt>
                <c:pt idx="10139">
                  <c:v>557.17169999999999</c:v>
                </c:pt>
                <c:pt idx="10140">
                  <c:v>552.49419999999998</c:v>
                </c:pt>
                <c:pt idx="10141">
                  <c:v>546.63530000000003</c:v>
                </c:pt>
                <c:pt idx="10142">
                  <c:v>820.37490000000003</c:v>
                </c:pt>
                <c:pt idx="10143">
                  <c:v>2211.2359999999999</c:v>
                </c:pt>
                <c:pt idx="10144">
                  <c:v>4496.6730000000016</c:v>
                </c:pt>
                <c:pt idx="10145">
                  <c:v>6315.8730000000005</c:v>
                </c:pt>
                <c:pt idx="10146">
                  <c:v>7115.57</c:v>
                </c:pt>
                <c:pt idx="10147">
                  <c:v>6189.8530000000001</c:v>
                </c:pt>
                <c:pt idx="10148">
                  <c:v>3966.7570000000001</c:v>
                </c:pt>
                <c:pt idx="10149">
                  <c:v>2924.5630000000001</c:v>
                </c:pt>
                <c:pt idx="10150">
                  <c:v>3351.8350000000028</c:v>
                </c:pt>
                <c:pt idx="10151">
                  <c:v>4156.7390000000005</c:v>
                </c:pt>
                <c:pt idx="10152">
                  <c:v>4953.3470000000007</c:v>
                </c:pt>
                <c:pt idx="10153">
                  <c:v>4670.7040000000006</c:v>
                </c:pt>
                <c:pt idx="10154">
                  <c:v>3382.7950000000001</c:v>
                </c:pt>
                <c:pt idx="10155">
                  <c:v>2525.7799999999997</c:v>
                </c:pt>
                <c:pt idx="10156">
                  <c:v>2307.8989999999999</c:v>
                </c:pt>
                <c:pt idx="10157">
                  <c:v>2154.88</c:v>
                </c:pt>
                <c:pt idx="10158">
                  <c:v>2119.6019999999999</c:v>
                </c:pt>
                <c:pt idx="10159">
                  <c:v>2085.9899999999998</c:v>
                </c:pt>
                <c:pt idx="10160">
                  <c:v>2087.788999999997</c:v>
                </c:pt>
                <c:pt idx="10161">
                  <c:v>1834.6</c:v>
                </c:pt>
                <c:pt idx="10162">
                  <c:v>1822.7349999999999</c:v>
                </c:pt>
                <c:pt idx="10163">
                  <c:v>2069.5459999999998</c:v>
                </c:pt>
                <c:pt idx="10164">
                  <c:v>2174.6459999999997</c:v>
                </c:pt>
                <c:pt idx="10165">
                  <c:v>2158.36</c:v>
                </c:pt>
                <c:pt idx="10166">
                  <c:v>2058.8120000000022</c:v>
                </c:pt>
                <c:pt idx="10167">
                  <c:v>2006.2170000000001</c:v>
                </c:pt>
                <c:pt idx="10168">
                  <c:v>1785.6179999999999</c:v>
                </c:pt>
                <c:pt idx="10169">
                  <c:v>1593.3050000000001</c:v>
                </c:pt>
                <c:pt idx="10170">
                  <c:v>1486.1679999999999</c:v>
                </c:pt>
                <c:pt idx="10171">
                  <c:v>1436.2939999999999</c:v>
                </c:pt>
                <c:pt idx="10172">
                  <c:v>1367.942</c:v>
                </c:pt>
                <c:pt idx="10173">
                  <c:v>1300.7829999999999</c:v>
                </c:pt>
                <c:pt idx="10174">
                  <c:v>1256.5309999999999</c:v>
                </c:pt>
                <c:pt idx="10175">
                  <c:v>1227.348</c:v>
                </c:pt>
                <c:pt idx="10176">
                  <c:v>1201.0719999999999</c:v>
                </c:pt>
                <c:pt idx="10177">
                  <c:v>1165.3209999999999</c:v>
                </c:pt>
                <c:pt idx="10178">
                  <c:v>1150.6499999999999</c:v>
                </c:pt>
                <c:pt idx="10179">
                  <c:v>1129.04</c:v>
                </c:pt>
                <c:pt idx="10180">
                  <c:v>1112.1029999999998</c:v>
                </c:pt>
                <c:pt idx="10181">
                  <c:v>1092.2829999999999</c:v>
                </c:pt>
                <c:pt idx="10182">
                  <c:v>1075.126</c:v>
                </c:pt>
                <c:pt idx="10183">
                  <c:v>1157.9780000000001</c:v>
                </c:pt>
                <c:pt idx="10184">
                  <c:v>1552.857</c:v>
                </c:pt>
                <c:pt idx="10185">
                  <c:v>1449.395</c:v>
                </c:pt>
                <c:pt idx="10186">
                  <c:v>1288.615</c:v>
                </c:pt>
                <c:pt idx="10187">
                  <c:v>1402.1949999999986</c:v>
                </c:pt>
                <c:pt idx="10188">
                  <c:v>1653.721</c:v>
                </c:pt>
                <c:pt idx="10189">
                  <c:v>1722.3889999999999</c:v>
                </c:pt>
                <c:pt idx="10190">
                  <c:v>1753.414</c:v>
                </c:pt>
                <c:pt idx="10191">
                  <c:v>2197.7130000000002</c:v>
                </c:pt>
                <c:pt idx="10192">
                  <c:v>2283.2190000000001</c:v>
                </c:pt>
                <c:pt idx="10193">
                  <c:v>2083.2879999999973</c:v>
                </c:pt>
                <c:pt idx="10194">
                  <c:v>1787.3209999999999</c:v>
                </c:pt>
                <c:pt idx="10195">
                  <c:v>1593.62</c:v>
                </c:pt>
                <c:pt idx="10196">
                  <c:v>1427.3919999999998</c:v>
                </c:pt>
                <c:pt idx="10197">
                  <c:v>1300.9160000000011</c:v>
                </c:pt>
                <c:pt idx="10198">
                  <c:v>1221.7950000000001</c:v>
                </c:pt>
                <c:pt idx="10199">
                  <c:v>1167.28</c:v>
                </c:pt>
                <c:pt idx="10200">
                  <c:v>1123.9349999999999</c:v>
                </c:pt>
                <c:pt idx="10201">
                  <c:v>1093.2060000000001</c:v>
                </c:pt>
                <c:pt idx="10202">
                  <c:v>1069.902</c:v>
                </c:pt>
                <c:pt idx="10203">
                  <c:v>1050.8709999999999</c:v>
                </c:pt>
                <c:pt idx="10204">
                  <c:v>1031.6439999999998</c:v>
                </c:pt>
                <c:pt idx="10205">
                  <c:v>1013.706</c:v>
                </c:pt>
                <c:pt idx="10206">
                  <c:v>1020.553</c:v>
                </c:pt>
                <c:pt idx="10207">
                  <c:v>1007.898</c:v>
                </c:pt>
                <c:pt idx="10208">
                  <c:v>983.95209999999906</c:v>
                </c:pt>
                <c:pt idx="10209">
                  <c:v>966.20980000000054</c:v>
                </c:pt>
                <c:pt idx="10210">
                  <c:v>953.79610000000002</c:v>
                </c:pt>
                <c:pt idx="10211">
                  <c:v>935.13009999999997</c:v>
                </c:pt>
                <c:pt idx="10212">
                  <c:v>920.04779999999948</c:v>
                </c:pt>
                <c:pt idx="10213">
                  <c:v>904.70600000000002</c:v>
                </c:pt>
                <c:pt idx="10214">
                  <c:v>893.28330000000096</c:v>
                </c:pt>
                <c:pt idx="10215">
                  <c:v>883.99900000000002</c:v>
                </c:pt>
                <c:pt idx="10216">
                  <c:v>876.33589999999947</c:v>
                </c:pt>
                <c:pt idx="10217">
                  <c:v>884.04970000000003</c:v>
                </c:pt>
                <c:pt idx="10218">
                  <c:v>873.91989999999998</c:v>
                </c:pt>
                <c:pt idx="10219">
                  <c:v>857.81089999999949</c:v>
                </c:pt>
                <c:pt idx="10220">
                  <c:v>840.41019999999946</c:v>
                </c:pt>
                <c:pt idx="10221">
                  <c:v>827.58860000000004</c:v>
                </c:pt>
                <c:pt idx="10222">
                  <c:v>815.38419999999996</c:v>
                </c:pt>
                <c:pt idx="10223">
                  <c:v>802.24649999999997</c:v>
                </c:pt>
                <c:pt idx="10224">
                  <c:v>790.71299999999997</c:v>
                </c:pt>
                <c:pt idx="10225">
                  <c:v>780.46979999999996</c:v>
                </c:pt>
                <c:pt idx="10226">
                  <c:v>769.83659999999907</c:v>
                </c:pt>
                <c:pt idx="10227">
                  <c:v>760.85079999999948</c:v>
                </c:pt>
                <c:pt idx="10228">
                  <c:v>757.48009999999999</c:v>
                </c:pt>
                <c:pt idx="10229">
                  <c:v>757.76819999999998</c:v>
                </c:pt>
                <c:pt idx="10230">
                  <c:v>752.7473</c:v>
                </c:pt>
                <c:pt idx="10231">
                  <c:v>741.36679999999933</c:v>
                </c:pt>
                <c:pt idx="10232">
                  <c:v>733.16949999999997</c:v>
                </c:pt>
                <c:pt idx="10233">
                  <c:v>727.48130000000003</c:v>
                </c:pt>
                <c:pt idx="10234">
                  <c:v>719.43999999999949</c:v>
                </c:pt>
                <c:pt idx="10235">
                  <c:v>715.09400000000005</c:v>
                </c:pt>
                <c:pt idx="10236">
                  <c:v>714.99429999999938</c:v>
                </c:pt>
                <c:pt idx="10237">
                  <c:v>708.00400000000002</c:v>
                </c:pt>
                <c:pt idx="10238">
                  <c:v>694.25170000000003</c:v>
                </c:pt>
                <c:pt idx="10239">
                  <c:v>680.64149999999938</c:v>
                </c:pt>
                <c:pt idx="10240">
                  <c:v>672.42219999999907</c:v>
                </c:pt>
                <c:pt idx="10241">
                  <c:v>670.03890000000001</c:v>
                </c:pt>
                <c:pt idx="10242">
                  <c:v>659.71699999999998</c:v>
                </c:pt>
                <c:pt idx="10243">
                  <c:v>657.93009999999947</c:v>
                </c:pt>
                <c:pt idx="10244">
                  <c:v>731.3741</c:v>
                </c:pt>
                <c:pt idx="10245">
                  <c:v>839.54539999999997</c:v>
                </c:pt>
                <c:pt idx="10246">
                  <c:v>884.72349999999994</c:v>
                </c:pt>
                <c:pt idx="10247">
                  <c:v>803.74459999999999</c:v>
                </c:pt>
                <c:pt idx="10248">
                  <c:v>706.42679999999996</c:v>
                </c:pt>
                <c:pt idx="10249">
                  <c:v>654.9298</c:v>
                </c:pt>
                <c:pt idx="10250">
                  <c:v>643.56729999999902</c:v>
                </c:pt>
                <c:pt idx="10251">
                  <c:v>624.04390000000001</c:v>
                </c:pt>
                <c:pt idx="10252">
                  <c:v>603.80269999999905</c:v>
                </c:pt>
                <c:pt idx="10253">
                  <c:v>584.84549999999933</c:v>
                </c:pt>
                <c:pt idx="10254">
                  <c:v>572.73689999999999</c:v>
                </c:pt>
                <c:pt idx="10255">
                  <c:v>562.92370000000005</c:v>
                </c:pt>
                <c:pt idx="10256">
                  <c:v>553.87130000000002</c:v>
                </c:pt>
                <c:pt idx="10257">
                  <c:v>545.32779999999946</c:v>
                </c:pt>
                <c:pt idx="10258">
                  <c:v>541.11699999999996</c:v>
                </c:pt>
                <c:pt idx="10259">
                  <c:v>537.21569999999997</c:v>
                </c:pt>
                <c:pt idx="10260">
                  <c:v>530.03489999999999</c:v>
                </c:pt>
                <c:pt idx="10261">
                  <c:v>525.21469999999999</c:v>
                </c:pt>
                <c:pt idx="10262">
                  <c:v>521.048</c:v>
                </c:pt>
                <c:pt idx="10263">
                  <c:v>519.01229999999907</c:v>
                </c:pt>
                <c:pt idx="10264">
                  <c:v>670.76499999999999</c:v>
                </c:pt>
                <c:pt idx="10265">
                  <c:v>830.70209999999997</c:v>
                </c:pt>
                <c:pt idx="10266">
                  <c:v>1118.067</c:v>
                </c:pt>
                <c:pt idx="10267">
                  <c:v>1547.2190000000001</c:v>
                </c:pt>
                <c:pt idx="10268">
                  <c:v>1417.202</c:v>
                </c:pt>
                <c:pt idx="10269">
                  <c:v>1188.3109999999999</c:v>
                </c:pt>
                <c:pt idx="10270">
                  <c:v>897.43459999999948</c:v>
                </c:pt>
                <c:pt idx="10271">
                  <c:v>766.29930000000081</c:v>
                </c:pt>
                <c:pt idx="10272">
                  <c:v>710.34069999999906</c:v>
                </c:pt>
                <c:pt idx="10273">
                  <c:v>679.41859999999997</c:v>
                </c:pt>
                <c:pt idx="10274">
                  <c:v>677.34119999999905</c:v>
                </c:pt>
                <c:pt idx="10275">
                  <c:v>688.26859999999999</c:v>
                </c:pt>
                <c:pt idx="10276">
                  <c:v>710.80769999999882</c:v>
                </c:pt>
                <c:pt idx="10277">
                  <c:v>701.08619999999996</c:v>
                </c:pt>
                <c:pt idx="10278">
                  <c:v>666.18240000000003</c:v>
                </c:pt>
                <c:pt idx="10279">
                  <c:v>630.12959999999998</c:v>
                </c:pt>
                <c:pt idx="10280">
                  <c:v>638.79320000000052</c:v>
                </c:pt>
                <c:pt idx="10281">
                  <c:v>612.8931</c:v>
                </c:pt>
                <c:pt idx="10282">
                  <c:v>600.57000000000005</c:v>
                </c:pt>
                <c:pt idx="10283">
                  <c:v>591.54809999999998</c:v>
                </c:pt>
                <c:pt idx="10284">
                  <c:v>582.42999999999938</c:v>
                </c:pt>
                <c:pt idx="10285">
                  <c:v>574.0022999999992</c:v>
                </c:pt>
                <c:pt idx="10286">
                  <c:v>564.99149999999997</c:v>
                </c:pt>
                <c:pt idx="10287">
                  <c:v>556.6712</c:v>
                </c:pt>
                <c:pt idx="10288">
                  <c:v>551.71420000000001</c:v>
                </c:pt>
                <c:pt idx="10289">
                  <c:v>555.71870000000081</c:v>
                </c:pt>
                <c:pt idx="10290">
                  <c:v>547.18520000000001</c:v>
                </c:pt>
                <c:pt idx="10291">
                  <c:v>535.00739999999996</c:v>
                </c:pt>
                <c:pt idx="10292">
                  <c:v>555.67729999999949</c:v>
                </c:pt>
                <c:pt idx="10293">
                  <c:v>785.87810000000002</c:v>
                </c:pt>
                <c:pt idx="10294">
                  <c:v>1058.277</c:v>
                </c:pt>
                <c:pt idx="10295">
                  <c:v>1267.1699999999998</c:v>
                </c:pt>
                <c:pt idx="10296">
                  <c:v>1055.7639999999999</c:v>
                </c:pt>
                <c:pt idx="10297">
                  <c:v>750.06809999999996</c:v>
                </c:pt>
                <c:pt idx="10298">
                  <c:v>651.09390000000053</c:v>
                </c:pt>
                <c:pt idx="10299">
                  <c:v>620.83929999999907</c:v>
                </c:pt>
                <c:pt idx="10300">
                  <c:v>584.79229999999939</c:v>
                </c:pt>
                <c:pt idx="10301">
                  <c:v>576.81399999999996</c:v>
                </c:pt>
                <c:pt idx="10302">
                  <c:v>572.23209999999949</c:v>
                </c:pt>
                <c:pt idx="10303">
                  <c:v>565.05759999999907</c:v>
                </c:pt>
                <c:pt idx="10304">
                  <c:v>555.39970000000005</c:v>
                </c:pt>
                <c:pt idx="10305">
                  <c:v>545.40759999999921</c:v>
                </c:pt>
                <c:pt idx="10306">
                  <c:v>591.9058</c:v>
                </c:pt>
                <c:pt idx="10307">
                  <c:v>710.3577999999992</c:v>
                </c:pt>
                <c:pt idx="10308">
                  <c:v>792.21119999999996</c:v>
                </c:pt>
                <c:pt idx="10309">
                  <c:v>999.54699999999946</c:v>
                </c:pt>
                <c:pt idx="10310">
                  <c:v>811.22159999999997</c:v>
                </c:pt>
                <c:pt idx="10311">
                  <c:v>742.17680000000053</c:v>
                </c:pt>
                <c:pt idx="10312">
                  <c:v>706.21</c:v>
                </c:pt>
                <c:pt idx="10313">
                  <c:v>1678.962</c:v>
                </c:pt>
                <c:pt idx="10314">
                  <c:v>4138.634</c:v>
                </c:pt>
                <c:pt idx="10315">
                  <c:v>6195.58</c:v>
                </c:pt>
                <c:pt idx="10316">
                  <c:v>4618.4190000000008</c:v>
                </c:pt>
                <c:pt idx="10317">
                  <c:v>2233.1779999999999</c:v>
                </c:pt>
                <c:pt idx="10318">
                  <c:v>1628.288</c:v>
                </c:pt>
                <c:pt idx="10319">
                  <c:v>1446.03</c:v>
                </c:pt>
                <c:pt idx="10320">
                  <c:v>1319.579</c:v>
                </c:pt>
                <c:pt idx="10321">
                  <c:v>2141.9670000000001</c:v>
                </c:pt>
                <c:pt idx="10322">
                  <c:v>2813.9320000000002</c:v>
                </c:pt>
                <c:pt idx="10323">
                  <c:v>2812.9470000000001</c:v>
                </c:pt>
                <c:pt idx="10324">
                  <c:v>1959.866</c:v>
                </c:pt>
                <c:pt idx="10325">
                  <c:v>1521.0339999999999</c:v>
                </c:pt>
                <c:pt idx="10326">
                  <c:v>1583.539</c:v>
                </c:pt>
                <c:pt idx="10327">
                  <c:v>1577.57</c:v>
                </c:pt>
                <c:pt idx="10328">
                  <c:v>1439.232</c:v>
                </c:pt>
                <c:pt idx="10329">
                  <c:v>1354.2850000000001</c:v>
                </c:pt>
                <c:pt idx="10330">
                  <c:v>1299.575</c:v>
                </c:pt>
                <c:pt idx="10331">
                  <c:v>1272.992</c:v>
                </c:pt>
                <c:pt idx="10332">
                  <c:v>1371.23</c:v>
                </c:pt>
                <c:pt idx="10333">
                  <c:v>1515.8899999999999</c:v>
                </c:pt>
                <c:pt idx="10334">
                  <c:v>1551.741</c:v>
                </c:pt>
                <c:pt idx="10335">
                  <c:v>1461.3839999999998</c:v>
                </c:pt>
                <c:pt idx="10336">
                  <c:v>1382.508</c:v>
                </c:pt>
                <c:pt idx="10337">
                  <c:v>1329.586</c:v>
                </c:pt>
                <c:pt idx="10338">
                  <c:v>1299.2360000000001</c:v>
                </c:pt>
                <c:pt idx="10339">
                  <c:v>1260.529</c:v>
                </c:pt>
                <c:pt idx="10340">
                  <c:v>1186.4270000000001</c:v>
                </c:pt>
                <c:pt idx="10341">
                  <c:v>1141.817</c:v>
                </c:pt>
                <c:pt idx="10342">
                  <c:v>1126.1769999999999</c:v>
                </c:pt>
                <c:pt idx="10343">
                  <c:v>1131.462</c:v>
                </c:pt>
                <c:pt idx="10344">
                  <c:v>1199.4780000000001</c:v>
                </c:pt>
                <c:pt idx="10345">
                  <c:v>1139.5419999999999</c:v>
                </c:pt>
                <c:pt idx="10346">
                  <c:v>1110.6849999999986</c:v>
                </c:pt>
                <c:pt idx="10347">
                  <c:v>1197.953</c:v>
                </c:pt>
                <c:pt idx="10348">
                  <c:v>1259.8619999999999</c:v>
                </c:pt>
                <c:pt idx="10349">
                  <c:v>1222.549</c:v>
                </c:pt>
                <c:pt idx="10350">
                  <c:v>1124.3209999999999</c:v>
                </c:pt>
                <c:pt idx="10351">
                  <c:v>1085.748</c:v>
                </c:pt>
                <c:pt idx="10352">
                  <c:v>1065.31</c:v>
                </c:pt>
                <c:pt idx="10353">
                  <c:v>1050.3029999999999</c:v>
                </c:pt>
                <c:pt idx="10354">
                  <c:v>1036.5319999999999</c:v>
                </c:pt>
                <c:pt idx="10355">
                  <c:v>1024.1659999999999</c:v>
                </c:pt>
                <c:pt idx="10356">
                  <c:v>1005.0980000000005</c:v>
                </c:pt>
                <c:pt idx="10357">
                  <c:v>980.93699999999933</c:v>
                </c:pt>
                <c:pt idx="10358">
                  <c:v>968.32619999999906</c:v>
                </c:pt>
                <c:pt idx="10359">
                  <c:v>968.44239999999934</c:v>
                </c:pt>
                <c:pt idx="10360">
                  <c:v>980.55089999999996</c:v>
                </c:pt>
                <c:pt idx="10361">
                  <c:v>1004.2910000000005</c:v>
                </c:pt>
                <c:pt idx="10362">
                  <c:v>1054.3209999999999</c:v>
                </c:pt>
                <c:pt idx="10363">
                  <c:v>1139.3939999999998</c:v>
                </c:pt>
                <c:pt idx="10364">
                  <c:v>1252.0039999999999</c:v>
                </c:pt>
                <c:pt idx="10365">
                  <c:v>1315.6829999999998</c:v>
                </c:pt>
                <c:pt idx="10366">
                  <c:v>1306.328</c:v>
                </c:pt>
                <c:pt idx="10367">
                  <c:v>1277.0650000000001</c:v>
                </c:pt>
                <c:pt idx="10368">
                  <c:v>1241.318</c:v>
                </c:pt>
                <c:pt idx="10369">
                  <c:v>1225.433</c:v>
                </c:pt>
                <c:pt idx="10370">
                  <c:v>1224.6229999999998</c:v>
                </c:pt>
                <c:pt idx="10371">
                  <c:v>1236.7239999999999</c:v>
                </c:pt>
                <c:pt idx="10372">
                  <c:v>1272.7619999999999</c:v>
                </c:pt>
                <c:pt idx="10373">
                  <c:v>1274.521</c:v>
                </c:pt>
                <c:pt idx="10374">
                  <c:v>1213.7670000000001</c:v>
                </c:pt>
                <c:pt idx="10375">
                  <c:v>1153.2629999999999</c:v>
                </c:pt>
                <c:pt idx="10376">
                  <c:v>1113.27</c:v>
                </c:pt>
                <c:pt idx="10377">
                  <c:v>1071.8839999999998</c:v>
                </c:pt>
                <c:pt idx="10378">
                  <c:v>1114.1799999999998</c:v>
                </c:pt>
                <c:pt idx="10379">
                  <c:v>1304.2919999999999</c:v>
                </c:pt>
                <c:pt idx="10380">
                  <c:v>1371.05</c:v>
                </c:pt>
                <c:pt idx="10381">
                  <c:v>1212.24</c:v>
                </c:pt>
                <c:pt idx="10382">
                  <c:v>1085.4110000000001</c:v>
                </c:pt>
                <c:pt idx="10383">
                  <c:v>1129.8539999999998</c:v>
                </c:pt>
                <c:pt idx="10384">
                  <c:v>1252.2139999999999</c:v>
                </c:pt>
                <c:pt idx="10385">
                  <c:v>1354.8009999999999</c:v>
                </c:pt>
                <c:pt idx="10386">
                  <c:v>1429.9829999999999</c:v>
                </c:pt>
                <c:pt idx="10387">
                  <c:v>1400.6389999999999</c:v>
                </c:pt>
                <c:pt idx="10388">
                  <c:v>1345.3689999999999</c:v>
                </c:pt>
                <c:pt idx="10389">
                  <c:v>1422.9829999999999</c:v>
                </c:pt>
                <c:pt idx="10390">
                  <c:v>1491.6639999999998</c:v>
                </c:pt>
                <c:pt idx="10391">
                  <c:v>1386.0039999999999</c:v>
                </c:pt>
                <c:pt idx="10392">
                  <c:v>1238.424</c:v>
                </c:pt>
                <c:pt idx="10393">
                  <c:v>1209.261</c:v>
                </c:pt>
                <c:pt idx="10394">
                  <c:v>1197.2349999999999</c:v>
                </c:pt>
                <c:pt idx="10395">
                  <c:v>1125.5989999999999</c:v>
                </c:pt>
                <c:pt idx="10396">
                  <c:v>1096.9080000000001</c:v>
                </c:pt>
                <c:pt idx="10397">
                  <c:v>1139.3429999999998</c:v>
                </c:pt>
                <c:pt idx="10398">
                  <c:v>1180.5729999999999</c:v>
                </c:pt>
                <c:pt idx="10399">
                  <c:v>1165.248</c:v>
                </c:pt>
                <c:pt idx="10400">
                  <c:v>1106.7629999999999</c:v>
                </c:pt>
                <c:pt idx="10401">
                  <c:v>1033.9449999999999</c:v>
                </c:pt>
                <c:pt idx="10402">
                  <c:v>979.43179999999938</c:v>
                </c:pt>
                <c:pt idx="10403">
                  <c:v>953.82409999999948</c:v>
                </c:pt>
                <c:pt idx="10404">
                  <c:v>928.32839999999999</c:v>
                </c:pt>
                <c:pt idx="10405">
                  <c:v>872.05729999999915</c:v>
                </c:pt>
                <c:pt idx="10406">
                  <c:v>811.90319999999997</c:v>
                </c:pt>
                <c:pt idx="10407">
                  <c:v>776.14279999999997</c:v>
                </c:pt>
                <c:pt idx="10408">
                  <c:v>750.70950000000005</c:v>
                </c:pt>
                <c:pt idx="10409">
                  <c:v>731.05989999999997</c:v>
                </c:pt>
                <c:pt idx="10410">
                  <c:v>731.28420000000051</c:v>
                </c:pt>
                <c:pt idx="10411">
                  <c:v>724.86259999999879</c:v>
                </c:pt>
                <c:pt idx="10412">
                  <c:v>661.60019999999997</c:v>
                </c:pt>
                <c:pt idx="10413">
                  <c:v>571.93649999999946</c:v>
                </c:pt>
                <c:pt idx="10414">
                  <c:v>525.28200000000004</c:v>
                </c:pt>
                <c:pt idx="10415">
                  <c:v>515.29190000000051</c:v>
                </c:pt>
                <c:pt idx="10416">
                  <c:v>510.35070000000002</c:v>
                </c:pt>
                <c:pt idx="10417">
                  <c:v>522.56479999999999</c:v>
                </c:pt>
                <c:pt idx="10418">
                  <c:v>543.78920000000005</c:v>
                </c:pt>
                <c:pt idx="10419">
                  <c:v>545.52249999999947</c:v>
                </c:pt>
                <c:pt idx="10420">
                  <c:v>575.13490000000002</c:v>
                </c:pt>
                <c:pt idx="10421">
                  <c:v>634.27550000000053</c:v>
                </c:pt>
                <c:pt idx="10422">
                  <c:v>686.90840000000003</c:v>
                </c:pt>
                <c:pt idx="10423">
                  <c:v>775.56370000000004</c:v>
                </c:pt>
                <c:pt idx="10424">
                  <c:v>1022.759</c:v>
                </c:pt>
                <c:pt idx="10425">
                  <c:v>1397.4829999999999</c:v>
                </c:pt>
                <c:pt idx="10426">
                  <c:v>1575.1339999999998</c:v>
                </c:pt>
                <c:pt idx="10427">
                  <c:v>1515.1719999999998</c:v>
                </c:pt>
                <c:pt idx="10428">
                  <c:v>1431.8029999999999</c:v>
                </c:pt>
                <c:pt idx="10429">
                  <c:v>1310.4929999999999</c:v>
                </c:pt>
                <c:pt idx="10430">
                  <c:v>1143.289</c:v>
                </c:pt>
                <c:pt idx="10431">
                  <c:v>994.75419999999997</c:v>
                </c:pt>
                <c:pt idx="10432">
                  <c:v>888.92899999999997</c:v>
                </c:pt>
                <c:pt idx="10433">
                  <c:v>837.4406999999992</c:v>
                </c:pt>
                <c:pt idx="10434">
                  <c:v>870.05319999999949</c:v>
                </c:pt>
                <c:pt idx="10435">
                  <c:v>945.19449999999995</c:v>
                </c:pt>
                <c:pt idx="10436">
                  <c:v>956.88930000000005</c:v>
                </c:pt>
                <c:pt idx="10437">
                  <c:v>906.28840000000082</c:v>
                </c:pt>
                <c:pt idx="10438">
                  <c:v>885.62149999999997</c:v>
                </c:pt>
                <c:pt idx="10439">
                  <c:v>870.5761</c:v>
                </c:pt>
                <c:pt idx="10440">
                  <c:v>825.19780000000003</c:v>
                </c:pt>
                <c:pt idx="10441">
                  <c:v>798.3491999999992</c:v>
                </c:pt>
                <c:pt idx="10442">
                  <c:v>794.80659999999921</c:v>
                </c:pt>
                <c:pt idx="10443">
                  <c:v>759.82209999999907</c:v>
                </c:pt>
                <c:pt idx="10444">
                  <c:v>701.42769999999905</c:v>
                </c:pt>
                <c:pt idx="10445">
                  <c:v>660.3310999999992</c:v>
                </c:pt>
                <c:pt idx="10446">
                  <c:v>638.57150000000001</c:v>
                </c:pt>
                <c:pt idx="10447">
                  <c:v>627.02890000000002</c:v>
                </c:pt>
                <c:pt idx="10448">
                  <c:v>621.19619999999998</c:v>
                </c:pt>
                <c:pt idx="10449">
                  <c:v>625.19840000000067</c:v>
                </c:pt>
                <c:pt idx="10450">
                  <c:v>625.17629999999997</c:v>
                </c:pt>
                <c:pt idx="10451">
                  <c:v>605.12350000000004</c:v>
                </c:pt>
                <c:pt idx="10452">
                  <c:v>587.33359999999948</c:v>
                </c:pt>
                <c:pt idx="10453">
                  <c:v>577.86219999999867</c:v>
                </c:pt>
                <c:pt idx="10454">
                  <c:v>572.87049999999999</c:v>
                </c:pt>
                <c:pt idx="10455">
                  <c:v>604.20410000000004</c:v>
                </c:pt>
                <c:pt idx="10456">
                  <c:v>695.25829999999996</c:v>
                </c:pt>
                <c:pt idx="10457">
                  <c:v>799.47080000000005</c:v>
                </c:pt>
                <c:pt idx="10458">
                  <c:v>909.34519999999907</c:v>
                </c:pt>
                <c:pt idx="10459">
                  <c:v>969.03219999999919</c:v>
                </c:pt>
                <c:pt idx="10460">
                  <c:v>936.73850000000004</c:v>
                </c:pt>
                <c:pt idx="10461">
                  <c:v>945.80489999999998</c:v>
                </c:pt>
                <c:pt idx="10462">
                  <c:v>1026.9680000000001</c:v>
                </c:pt>
                <c:pt idx="10463">
                  <c:v>1018.116</c:v>
                </c:pt>
                <c:pt idx="10464">
                  <c:v>998.31779999999947</c:v>
                </c:pt>
                <c:pt idx="10465">
                  <c:v>1059.6529999999998</c:v>
                </c:pt>
                <c:pt idx="10466">
                  <c:v>1089.8309999999999</c:v>
                </c:pt>
                <c:pt idx="10467">
                  <c:v>1066.5170000000001</c:v>
                </c:pt>
                <c:pt idx="10468">
                  <c:v>1032.009</c:v>
                </c:pt>
                <c:pt idx="10469">
                  <c:v>1010.5319999999994</c:v>
                </c:pt>
                <c:pt idx="10470">
                  <c:v>963.32889999999998</c:v>
                </c:pt>
                <c:pt idx="10471">
                  <c:v>918.29990000000055</c:v>
                </c:pt>
                <c:pt idx="10472">
                  <c:v>870.51729999999907</c:v>
                </c:pt>
                <c:pt idx="10473">
                  <c:v>823.0761</c:v>
                </c:pt>
                <c:pt idx="10474">
                  <c:v>782.8518999999992</c:v>
                </c:pt>
                <c:pt idx="10475">
                  <c:v>764.04970000000003</c:v>
                </c:pt>
                <c:pt idx="10476">
                  <c:v>758.73759999999947</c:v>
                </c:pt>
                <c:pt idx="10477">
                  <c:v>748.77610000000004</c:v>
                </c:pt>
                <c:pt idx="10478">
                  <c:v>746.21579999999994</c:v>
                </c:pt>
                <c:pt idx="10479">
                  <c:v>816.64369999999997</c:v>
                </c:pt>
                <c:pt idx="10480">
                  <c:v>1069.9839999999999</c:v>
                </c:pt>
                <c:pt idx="10481">
                  <c:v>1328.921</c:v>
                </c:pt>
                <c:pt idx="10482">
                  <c:v>1278.0899999999999</c:v>
                </c:pt>
                <c:pt idx="10483">
                  <c:v>1129.1729999999998</c:v>
                </c:pt>
                <c:pt idx="10484">
                  <c:v>1091.2070000000001</c:v>
                </c:pt>
                <c:pt idx="10485">
                  <c:v>1076.1729999999998</c:v>
                </c:pt>
                <c:pt idx="10486">
                  <c:v>1028.075</c:v>
                </c:pt>
                <c:pt idx="10487">
                  <c:v>970.19590000000005</c:v>
                </c:pt>
                <c:pt idx="10488">
                  <c:v>912.25040000000001</c:v>
                </c:pt>
                <c:pt idx="10489">
                  <c:v>873.81769999999892</c:v>
                </c:pt>
                <c:pt idx="10490">
                  <c:v>850.81380000000001</c:v>
                </c:pt>
                <c:pt idx="10491">
                  <c:v>829.20309999999995</c:v>
                </c:pt>
                <c:pt idx="10492">
                  <c:v>804.90390000000002</c:v>
                </c:pt>
                <c:pt idx="10493">
                  <c:v>787.40809999999999</c:v>
                </c:pt>
                <c:pt idx="10494">
                  <c:v>806.70540000000005</c:v>
                </c:pt>
                <c:pt idx="10495">
                  <c:v>886.18330000000094</c:v>
                </c:pt>
                <c:pt idx="10496">
                  <c:v>1010.549</c:v>
                </c:pt>
                <c:pt idx="10497">
                  <c:v>1097.7539999999999</c:v>
                </c:pt>
                <c:pt idx="10498">
                  <c:v>1205.0160000000001</c:v>
                </c:pt>
                <c:pt idx="10499">
                  <c:v>1336.6309999999999</c:v>
                </c:pt>
                <c:pt idx="10500">
                  <c:v>1354.7650000000001</c:v>
                </c:pt>
                <c:pt idx="10501">
                  <c:v>1258.6889999999999</c:v>
                </c:pt>
                <c:pt idx="10502">
                  <c:v>1229.4370000000001</c:v>
                </c:pt>
                <c:pt idx="10503">
                  <c:v>1281.002</c:v>
                </c:pt>
                <c:pt idx="10504">
                  <c:v>1226.1109999999999</c:v>
                </c:pt>
                <c:pt idx="10505">
                  <c:v>1079.1019999999999</c:v>
                </c:pt>
                <c:pt idx="10506">
                  <c:v>978.6259</c:v>
                </c:pt>
                <c:pt idx="10507">
                  <c:v>928.91010000000006</c:v>
                </c:pt>
                <c:pt idx="10508">
                  <c:v>900.02109999999948</c:v>
                </c:pt>
                <c:pt idx="10509">
                  <c:v>898.57759999999996</c:v>
                </c:pt>
                <c:pt idx="10510">
                  <c:v>994.59880000000055</c:v>
                </c:pt>
                <c:pt idx="10511">
                  <c:v>1175.7539999999999</c:v>
                </c:pt>
                <c:pt idx="10512">
                  <c:v>1253.7729999999999</c:v>
                </c:pt>
                <c:pt idx="10513">
                  <c:v>1136.701</c:v>
                </c:pt>
                <c:pt idx="10514">
                  <c:v>1042.6769999999999</c:v>
                </c:pt>
                <c:pt idx="10515">
                  <c:v>1239.4849999999999</c:v>
                </c:pt>
                <c:pt idx="10516">
                  <c:v>1527.1239999999998</c:v>
                </c:pt>
                <c:pt idx="10517">
                  <c:v>2160.5659999999998</c:v>
                </c:pt>
                <c:pt idx="10518">
                  <c:v>3068.8969999999999</c:v>
                </c:pt>
                <c:pt idx="10519">
                  <c:v>3544.8609999999999</c:v>
                </c:pt>
                <c:pt idx="10520">
                  <c:v>3178.6639999999998</c:v>
                </c:pt>
                <c:pt idx="10521">
                  <c:v>2741.047</c:v>
                </c:pt>
                <c:pt idx="10522">
                  <c:v>3107.7259999999997</c:v>
                </c:pt>
                <c:pt idx="10523">
                  <c:v>3702.4690000000001</c:v>
                </c:pt>
                <c:pt idx="10524">
                  <c:v>3684.4760000000001</c:v>
                </c:pt>
                <c:pt idx="10525">
                  <c:v>2791.0709999999999</c:v>
                </c:pt>
                <c:pt idx="10526">
                  <c:v>2176.3890000000001</c:v>
                </c:pt>
                <c:pt idx="10527">
                  <c:v>1967.2939999999999</c:v>
                </c:pt>
                <c:pt idx="10528">
                  <c:v>1817.9470000000001</c:v>
                </c:pt>
                <c:pt idx="10529">
                  <c:v>1664.7370000000001</c:v>
                </c:pt>
                <c:pt idx="10530">
                  <c:v>1566.827</c:v>
                </c:pt>
                <c:pt idx="10531">
                  <c:v>1478.1409999999998</c:v>
                </c:pt>
                <c:pt idx="10532">
                  <c:v>1409.6129999999998</c:v>
                </c:pt>
                <c:pt idx="10533">
                  <c:v>1351.9870000000001</c:v>
                </c:pt>
                <c:pt idx="10534">
                  <c:v>1301.434</c:v>
                </c:pt>
                <c:pt idx="10535">
                  <c:v>1259.518</c:v>
                </c:pt>
                <c:pt idx="10536">
                  <c:v>1220.1559999999999</c:v>
                </c:pt>
                <c:pt idx="10537">
                  <c:v>1182.575</c:v>
                </c:pt>
                <c:pt idx="10538">
                  <c:v>1152.6389999999999</c:v>
                </c:pt>
                <c:pt idx="10539">
                  <c:v>1126.4860000000001</c:v>
                </c:pt>
                <c:pt idx="10540">
                  <c:v>1099.9449999999999</c:v>
                </c:pt>
                <c:pt idx="10541">
                  <c:v>1082.424</c:v>
                </c:pt>
                <c:pt idx="10542">
                  <c:v>1059.8579999999999</c:v>
                </c:pt>
                <c:pt idx="10543">
                  <c:v>1037.289</c:v>
                </c:pt>
                <c:pt idx="10544">
                  <c:v>1020.19</c:v>
                </c:pt>
                <c:pt idx="10545">
                  <c:v>1048.3809999999999</c:v>
                </c:pt>
                <c:pt idx="10546">
                  <c:v>1071.3050000000001</c:v>
                </c:pt>
                <c:pt idx="10547">
                  <c:v>1083.3829999999998</c:v>
                </c:pt>
                <c:pt idx="10548">
                  <c:v>1049.9080000000001</c:v>
                </c:pt>
                <c:pt idx="10549">
                  <c:v>1002.745</c:v>
                </c:pt>
                <c:pt idx="10550">
                  <c:v>972.47460000000001</c:v>
                </c:pt>
                <c:pt idx="10551">
                  <c:v>961.06479999999999</c:v>
                </c:pt>
                <c:pt idx="10552">
                  <c:v>957.1232</c:v>
                </c:pt>
                <c:pt idx="10553">
                  <c:v>965.49440000000004</c:v>
                </c:pt>
                <c:pt idx="10554">
                  <c:v>983.53649999999948</c:v>
                </c:pt>
                <c:pt idx="10555">
                  <c:v>972.7047000000008</c:v>
                </c:pt>
                <c:pt idx="10556">
                  <c:v>938.90049999999997</c:v>
                </c:pt>
                <c:pt idx="10557">
                  <c:v>924.52279999999996</c:v>
                </c:pt>
                <c:pt idx="10558">
                  <c:v>938.48249999999996</c:v>
                </c:pt>
                <c:pt idx="10559">
                  <c:v>971.31779999999947</c:v>
                </c:pt>
                <c:pt idx="10560">
                  <c:v>1010.082</c:v>
                </c:pt>
                <c:pt idx="10561">
                  <c:v>1028.655</c:v>
                </c:pt>
                <c:pt idx="10562">
                  <c:v>1005.725</c:v>
                </c:pt>
                <c:pt idx="10563">
                  <c:v>965.14319999999998</c:v>
                </c:pt>
                <c:pt idx="10564">
                  <c:v>937.98519999999996</c:v>
                </c:pt>
                <c:pt idx="10565">
                  <c:v>919.82639999999947</c:v>
                </c:pt>
                <c:pt idx="10566">
                  <c:v>907.03319999999997</c:v>
                </c:pt>
                <c:pt idx="10567">
                  <c:v>894.33259999999905</c:v>
                </c:pt>
                <c:pt idx="10568">
                  <c:v>878.88170000000002</c:v>
                </c:pt>
                <c:pt idx="10569">
                  <c:v>865.41209999999921</c:v>
                </c:pt>
                <c:pt idx="10570">
                  <c:v>852.4982</c:v>
                </c:pt>
                <c:pt idx="10571">
                  <c:v>870.11329999999998</c:v>
                </c:pt>
                <c:pt idx="10572">
                  <c:v>1049.838</c:v>
                </c:pt>
                <c:pt idx="10573">
                  <c:v>1212.7160000000001</c:v>
                </c:pt>
                <c:pt idx="10574">
                  <c:v>1292.5739999999998</c:v>
                </c:pt>
                <c:pt idx="10575">
                  <c:v>1120.258</c:v>
                </c:pt>
                <c:pt idx="10576">
                  <c:v>1004.4359999999994</c:v>
                </c:pt>
                <c:pt idx="10577">
                  <c:v>1003.534</c:v>
                </c:pt>
                <c:pt idx="10578">
                  <c:v>1008.6880000000007</c:v>
                </c:pt>
                <c:pt idx="10579">
                  <c:v>1015.545</c:v>
                </c:pt>
                <c:pt idx="10580">
                  <c:v>1020.323</c:v>
                </c:pt>
                <c:pt idx="10581">
                  <c:v>1008.0519999999993</c:v>
                </c:pt>
                <c:pt idx="10582">
                  <c:v>968.51089999999999</c:v>
                </c:pt>
                <c:pt idx="10583">
                  <c:v>916.98540000000003</c:v>
                </c:pt>
                <c:pt idx="10584">
                  <c:v>888.06909999999948</c:v>
                </c:pt>
                <c:pt idx="10585">
                  <c:v>999.62279999999998</c:v>
                </c:pt>
                <c:pt idx="10586">
                  <c:v>997.64930000000004</c:v>
                </c:pt>
                <c:pt idx="10587">
                  <c:v>1196.0909999999999</c:v>
                </c:pt>
                <c:pt idx="10588">
                  <c:v>1451.222</c:v>
                </c:pt>
                <c:pt idx="10589">
                  <c:v>1485.7429999999999</c:v>
                </c:pt>
                <c:pt idx="10590">
                  <c:v>1274.9549999999999</c:v>
                </c:pt>
                <c:pt idx="10591">
                  <c:v>1089.5439999999999</c:v>
                </c:pt>
                <c:pt idx="10592">
                  <c:v>988.28769999999997</c:v>
                </c:pt>
                <c:pt idx="10593">
                  <c:v>955.08169999999996</c:v>
                </c:pt>
                <c:pt idx="10594">
                  <c:v>964.85109999999906</c:v>
                </c:pt>
                <c:pt idx="10595">
                  <c:v>961.63009999999997</c:v>
                </c:pt>
                <c:pt idx="10596">
                  <c:v>947.9117</c:v>
                </c:pt>
                <c:pt idx="10597">
                  <c:v>920.37519999999938</c:v>
                </c:pt>
                <c:pt idx="10598">
                  <c:v>892.17000000000053</c:v>
                </c:pt>
                <c:pt idx="10599">
                  <c:v>869.87519999999938</c:v>
                </c:pt>
                <c:pt idx="10600">
                  <c:v>856.14749999999947</c:v>
                </c:pt>
                <c:pt idx="10601">
                  <c:v>838.59299999999996</c:v>
                </c:pt>
                <c:pt idx="10602">
                  <c:v>824.79510000000005</c:v>
                </c:pt>
                <c:pt idx="10603">
                  <c:v>810.83399999999949</c:v>
                </c:pt>
                <c:pt idx="10604">
                  <c:v>797.56539999999939</c:v>
                </c:pt>
                <c:pt idx="10605">
                  <c:v>797.55789999999934</c:v>
                </c:pt>
                <c:pt idx="10606">
                  <c:v>907.13729999999907</c:v>
                </c:pt>
                <c:pt idx="10607">
                  <c:v>1409.58</c:v>
                </c:pt>
                <c:pt idx="10608">
                  <c:v>1548.32</c:v>
                </c:pt>
                <c:pt idx="10609">
                  <c:v>1454.1329999999998</c:v>
                </c:pt>
                <c:pt idx="10610">
                  <c:v>1180.1779999999999</c:v>
                </c:pt>
                <c:pt idx="10611">
                  <c:v>1025.9460000000001</c:v>
                </c:pt>
                <c:pt idx="10612">
                  <c:v>915.01599999999996</c:v>
                </c:pt>
                <c:pt idx="10613">
                  <c:v>862.86829999999907</c:v>
                </c:pt>
                <c:pt idx="10614">
                  <c:v>824.75959999999998</c:v>
                </c:pt>
                <c:pt idx="10615">
                  <c:v>804.44149999999934</c:v>
                </c:pt>
                <c:pt idx="10616">
                  <c:v>787.33439999999996</c:v>
                </c:pt>
                <c:pt idx="10617">
                  <c:v>775.46129999999914</c:v>
                </c:pt>
                <c:pt idx="10618">
                  <c:v>766.12119999999948</c:v>
                </c:pt>
                <c:pt idx="10619">
                  <c:v>749.66059999999948</c:v>
                </c:pt>
                <c:pt idx="10620">
                  <c:v>735.577</c:v>
                </c:pt>
                <c:pt idx="10621">
                  <c:v>718.68089999999995</c:v>
                </c:pt>
                <c:pt idx="10622">
                  <c:v>700.2405</c:v>
                </c:pt>
                <c:pt idx="10623">
                  <c:v>685.5262999999992</c:v>
                </c:pt>
                <c:pt idx="10624">
                  <c:v>686.33589999999947</c:v>
                </c:pt>
                <c:pt idx="10625">
                  <c:v>748.81179999999949</c:v>
                </c:pt>
                <c:pt idx="10626">
                  <c:v>847.54959999999949</c:v>
                </c:pt>
                <c:pt idx="10627">
                  <c:v>867.87530000000004</c:v>
                </c:pt>
                <c:pt idx="10628">
                  <c:v>767.77590000000055</c:v>
                </c:pt>
                <c:pt idx="10629">
                  <c:v>695.63229999999919</c:v>
                </c:pt>
                <c:pt idx="10630">
                  <c:v>664.77690000000052</c:v>
                </c:pt>
                <c:pt idx="10631">
                  <c:v>646.7527</c:v>
                </c:pt>
                <c:pt idx="10632">
                  <c:v>633.18129999999996</c:v>
                </c:pt>
                <c:pt idx="10633">
                  <c:v>623.16480000000001</c:v>
                </c:pt>
                <c:pt idx="10634">
                  <c:v>614.88900000000001</c:v>
                </c:pt>
                <c:pt idx="10635">
                  <c:v>607.93629999999905</c:v>
                </c:pt>
                <c:pt idx="10636">
                  <c:v>600.57690000000002</c:v>
                </c:pt>
                <c:pt idx="10637">
                  <c:v>593.99959999999999</c:v>
                </c:pt>
                <c:pt idx="10638">
                  <c:v>605.25670000000002</c:v>
                </c:pt>
                <c:pt idx="10639">
                  <c:v>661.53499999999997</c:v>
                </c:pt>
                <c:pt idx="10640">
                  <c:v>660.42309999999998</c:v>
                </c:pt>
                <c:pt idx="10641">
                  <c:v>697.41099999999949</c:v>
                </c:pt>
                <c:pt idx="10642">
                  <c:v>700.93759999999907</c:v>
                </c:pt>
                <c:pt idx="10643">
                  <c:v>724.20169999999996</c:v>
                </c:pt>
                <c:pt idx="10644">
                  <c:v>786.13699999999949</c:v>
                </c:pt>
                <c:pt idx="10645">
                  <c:v>834.72029999999938</c:v>
                </c:pt>
                <c:pt idx="10646">
                  <c:v>773.6182</c:v>
                </c:pt>
                <c:pt idx="10647">
                  <c:v>672.2355</c:v>
                </c:pt>
                <c:pt idx="10648">
                  <c:v>623.37369999999999</c:v>
                </c:pt>
                <c:pt idx="10649">
                  <c:v>796.16409999999996</c:v>
                </c:pt>
                <c:pt idx="10650">
                  <c:v>920.33119999999906</c:v>
                </c:pt>
                <c:pt idx="10651">
                  <c:v>1060.7090000000001</c:v>
                </c:pt>
                <c:pt idx="10652">
                  <c:v>990.59119999999996</c:v>
                </c:pt>
                <c:pt idx="10653">
                  <c:v>888.47019999999998</c:v>
                </c:pt>
                <c:pt idx="10654">
                  <c:v>779.72659999999996</c:v>
                </c:pt>
                <c:pt idx="10655">
                  <c:v>732.93459999999948</c:v>
                </c:pt>
                <c:pt idx="10656">
                  <c:v>685.73360000000002</c:v>
                </c:pt>
                <c:pt idx="10657">
                  <c:v>665.55949999999996</c:v>
                </c:pt>
                <c:pt idx="10658">
                  <c:v>666.70060000000001</c:v>
                </c:pt>
                <c:pt idx="10659">
                  <c:v>678.63059999999996</c:v>
                </c:pt>
                <c:pt idx="10660">
                  <c:v>667.24839999999995</c:v>
                </c:pt>
                <c:pt idx="10661">
                  <c:v>643.13959999999997</c:v>
                </c:pt>
                <c:pt idx="10662">
                  <c:v>642.19820000000004</c:v>
                </c:pt>
                <c:pt idx="10663">
                  <c:v>678.11519999999996</c:v>
                </c:pt>
                <c:pt idx="10664">
                  <c:v>682.80449999999996</c:v>
                </c:pt>
                <c:pt idx="10665">
                  <c:v>673.50409999999999</c:v>
                </c:pt>
                <c:pt idx="10666">
                  <c:v>661.19230000000005</c:v>
                </c:pt>
                <c:pt idx="10667">
                  <c:v>655.19870000000094</c:v>
                </c:pt>
                <c:pt idx="10668">
                  <c:v>663.97400000000005</c:v>
                </c:pt>
                <c:pt idx="10669">
                  <c:v>667.35119999999893</c:v>
                </c:pt>
                <c:pt idx="10670">
                  <c:v>738.39149999999938</c:v>
                </c:pt>
                <c:pt idx="10671">
                  <c:v>1239.021</c:v>
                </c:pt>
                <c:pt idx="10672">
                  <c:v>1977.5260000000001</c:v>
                </c:pt>
                <c:pt idx="10673">
                  <c:v>2069.2479999999987</c:v>
                </c:pt>
                <c:pt idx="10674">
                  <c:v>1478.0129999999999</c:v>
                </c:pt>
                <c:pt idx="10675">
                  <c:v>1119.943</c:v>
                </c:pt>
                <c:pt idx="10676">
                  <c:v>1074.954</c:v>
                </c:pt>
                <c:pt idx="10677">
                  <c:v>1017.43</c:v>
                </c:pt>
                <c:pt idx="10678">
                  <c:v>966.54539999999997</c:v>
                </c:pt>
                <c:pt idx="10679">
                  <c:v>975.45419999999933</c:v>
                </c:pt>
                <c:pt idx="10680">
                  <c:v>991.89869999999996</c:v>
                </c:pt>
                <c:pt idx="10681">
                  <c:v>986.08140000000003</c:v>
                </c:pt>
                <c:pt idx="10682">
                  <c:v>956.17769999999996</c:v>
                </c:pt>
                <c:pt idx="10683">
                  <c:v>921.79830000000095</c:v>
                </c:pt>
                <c:pt idx="10684">
                  <c:v>912.85329999999919</c:v>
                </c:pt>
                <c:pt idx="10685">
                  <c:v>901.97559999999999</c:v>
                </c:pt>
                <c:pt idx="10686">
                  <c:v>853.10069999999996</c:v>
                </c:pt>
                <c:pt idx="10687">
                  <c:v>798.87950000000001</c:v>
                </c:pt>
                <c:pt idx="10688">
                  <c:v>775.32360000000006</c:v>
                </c:pt>
                <c:pt idx="10689">
                  <c:v>766.13980000000004</c:v>
                </c:pt>
                <c:pt idx="10690">
                  <c:v>762.85059999999919</c:v>
                </c:pt>
                <c:pt idx="10691">
                  <c:v>761.15369999999996</c:v>
                </c:pt>
                <c:pt idx="10692">
                  <c:v>761.5221999999992</c:v>
                </c:pt>
                <c:pt idx="10693">
                  <c:v>756.56409999999948</c:v>
                </c:pt>
                <c:pt idx="10694">
                  <c:v>759.47249999999997</c:v>
                </c:pt>
                <c:pt idx="10695">
                  <c:v>768.90449999999998</c:v>
                </c:pt>
                <c:pt idx="10696">
                  <c:v>769.9365999999992</c:v>
                </c:pt>
                <c:pt idx="10697">
                  <c:v>770.83169999999905</c:v>
                </c:pt>
                <c:pt idx="10698">
                  <c:v>785.53789999999947</c:v>
                </c:pt>
                <c:pt idx="10699">
                  <c:v>799.63419999999996</c:v>
                </c:pt>
                <c:pt idx="10700">
                  <c:v>798.11479999999995</c:v>
                </c:pt>
                <c:pt idx="10701">
                  <c:v>800.81639999999948</c:v>
                </c:pt>
                <c:pt idx="10702">
                  <c:v>866.07629999999949</c:v>
                </c:pt>
                <c:pt idx="10703">
                  <c:v>995.68390000000068</c:v>
                </c:pt>
                <c:pt idx="10704">
                  <c:v>1063.1129999999998</c:v>
                </c:pt>
                <c:pt idx="10705">
                  <c:v>1018.873</c:v>
                </c:pt>
                <c:pt idx="10706">
                  <c:v>966.25459999999998</c:v>
                </c:pt>
                <c:pt idx="10707">
                  <c:v>952.04239999999947</c:v>
                </c:pt>
                <c:pt idx="10708">
                  <c:v>944.86079999999947</c:v>
                </c:pt>
                <c:pt idx="10709">
                  <c:v>963.29810000000055</c:v>
                </c:pt>
                <c:pt idx="10710">
                  <c:v>1038.9449999999999</c:v>
                </c:pt>
                <c:pt idx="10711">
                  <c:v>1225.52</c:v>
                </c:pt>
                <c:pt idx="10712">
                  <c:v>1484.626</c:v>
                </c:pt>
                <c:pt idx="10713">
                  <c:v>1498.675</c:v>
                </c:pt>
                <c:pt idx="10714">
                  <c:v>1311.5360000000001</c:v>
                </c:pt>
                <c:pt idx="10715">
                  <c:v>1318.8819999999998</c:v>
                </c:pt>
                <c:pt idx="10716">
                  <c:v>1549.3679999999999</c:v>
                </c:pt>
                <c:pt idx="10717">
                  <c:v>1765.3839999999998</c:v>
                </c:pt>
                <c:pt idx="10718">
                  <c:v>1826.0350000000001</c:v>
                </c:pt>
                <c:pt idx="10719">
                  <c:v>1763.9470000000001</c:v>
                </c:pt>
                <c:pt idx="10720">
                  <c:v>1738.828</c:v>
                </c:pt>
                <c:pt idx="10721">
                  <c:v>1867.3419999999999</c:v>
                </c:pt>
                <c:pt idx="10722">
                  <c:v>1992.145</c:v>
                </c:pt>
                <c:pt idx="10723">
                  <c:v>1863.4560000000001</c:v>
                </c:pt>
                <c:pt idx="10724">
                  <c:v>1676.412</c:v>
                </c:pt>
                <c:pt idx="10725">
                  <c:v>1632.52</c:v>
                </c:pt>
                <c:pt idx="10726">
                  <c:v>1569.316</c:v>
                </c:pt>
                <c:pt idx="10727">
                  <c:v>1524.713</c:v>
                </c:pt>
                <c:pt idx="10728">
                  <c:v>1593.239</c:v>
                </c:pt>
                <c:pt idx="10729">
                  <c:v>1663.7080000000001</c:v>
                </c:pt>
                <c:pt idx="10730">
                  <c:v>1599.8239999999998</c:v>
                </c:pt>
                <c:pt idx="10731">
                  <c:v>1434.85</c:v>
                </c:pt>
                <c:pt idx="10732">
                  <c:v>1333.1279999999999</c:v>
                </c:pt>
                <c:pt idx="10733">
                  <c:v>1289.1719999999998</c:v>
                </c:pt>
                <c:pt idx="10734">
                  <c:v>1231.877</c:v>
                </c:pt>
                <c:pt idx="10735">
                  <c:v>1195.646</c:v>
                </c:pt>
                <c:pt idx="10736">
                  <c:v>1214.1219999999998</c:v>
                </c:pt>
                <c:pt idx="10737">
                  <c:v>1275.979</c:v>
                </c:pt>
                <c:pt idx="10738">
                  <c:v>1296.777</c:v>
                </c:pt>
                <c:pt idx="10739">
                  <c:v>1238.3809999999999</c:v>
                </c:pt>
                <c:pt idx="10740">
                  <c:v>1196.0350000000001</c:v>
                </c:pt>
                <c:pt idx="10741">
                  <c:v>1209.04</c:v>
                </c:pt>
                <c:pt idx="10742">
                  <c:v>1231.991</c:v>
                </c:pt>
                <c:pt idx="10743">
                  <c:v>1215.627</c:v>
                </c:pt>
                <c:pt idx="10744">
                  <c:v>1153.8639999999998</c:v>
                </c:pt>
                <c:pt idx="10745">
                  <c:v>1070.759</c:v>
                </c:pt>
                <c:pt idx="10746">
                  <c:v>998.70890000000054</c:v>
                </c:pt>
                <c:pt idx="10747">
                  <c:v>977.43989999999997</c:v>
                </c:pt>
                <c:pt idx="10748">
                  <c:v>959.94009999999946</c:v>
                </c:pt>
                <c:pt idx="10749">
                  <c:v>941.82639999999947</c:v>
                </c:pt>
                <c:pt idx="10750">
                  <c:v>941.49019999999996</c:v>
                </c:pt>
                <c:pt idx="10751">
                  <c:v>941.3772999999992</c:v>
                </c:pt>
                <c:pt idx="10752">
                  <c:v>913.7269</c:v>
                </c:pt>
                <c:pt idx="10753">
                  <c:v>874.69820000000004</c:v>
                </c:pt>
                <c:pt idx="10754">
                  <c:v>842.77610000000004</c:v>
                </c:pt>
                <c:pt idx="10755">
                  <c:v>803.11209999999949</c:v>
                </c:pt>
                <c:pt idx="10756">
                  <c:v>767.32319999999947</c:v>
                </c:pt>
                <c:pt idx="10757">
                  <c:v>747.84009999999921</c:v>
                </c:pt>
                <c:pt idx="10758">
                  <c:v>736.13759999999934</c:v>
                </c:pt>
                <c:pt idx="10759">
                  <c:v>727.20569999999998</c:v>
                </c:pt>
                <c:pt idx="10760">
                  <c:v>711.07899999999995</c:v>
                </c:pt>
                <c:pt idx="10761">
                  <c:v>687.96409999999946</c:v>
                </c:pt>
                <c:pt idx="10762">
                  <c:v>653.70619999999997</c:v>
                </c:pt>
                <c:pt idx="10763">
                  <c:v>614.30189999999948</c:v>
                </c:pt>
                <c:pt idx="10764">
                  <c:v>575.89469999999949</c:v>
                </c:pt>
                <c:pt idx="10765">
                  <c:v>541.46009999999933</c:v>
                </c:pt>
                <c:pt idx="10766">
                  <c:v>517.07860000000005</c:v>
                </c:pt>
                <c:pt idx="10767">
                  <c:v>500.29839999999939</c:v>
                </c:pt>
                <c:pt idx="10768">
                  <c:v>488.92029999999954</c:v>
                </c:pt>
                <c:pt idx="10769">
                  <c:v>482.42429999999968</c:v>
                </c:pt>
                <c:pt idx="10770">
                  <c:v>471.28809999999953</c:v>
                </c:pt>
                <c:pt idx="10771">
                  <c:v>448.47969999999964</c:v>
                </c:pt>
                <c:pt idx="10772">
                  <c:v>429.61320000000001</c:v>
                </c:pt>
                <c:pt idx="10773">
                  <c:v>422.93199999999939</c:v>
                </c:pt>
                <c:pt idx="10774">
                  <c:v>422.58009999999967</c:v>
                </c:pt>
                <c:pt idx="10775">
                  <c:v>428.6189</c:v>
                </c:pt>
                <c:pt idx="10776">
                  <c:v>461.17</c:v>
                </c:pt>
                <c:pt idx="10777">
                  <c:v>488.053</c:v>
                </c:pt>
                <c:pt idx="10778">
                  <c:v>565.17400000000055</c:v>
                </c:pt>
                <c:pt idx="10779">
                  <c:v>817.19179999999994</c:v>
                </c:pt>
                <c:pt idx="10780">
                  <c:v>1092.0729999999999</c:v>
                </c:pt>
                <c:pt idx="10781">
                  <c:v>1012.487</c:v>
                </c:pt>
                <c:pt idx="10782">
                  <c:v>707.96619999999905</c:v>
                </c:pt>
                <c:pt idx="10783">
                  <c:v>608.59450000000004</c:v>
                </c:pt>
                <c:pt idx="10784">
                  <c:v>595.37450000000001</c:v>
                </c:pt>
                <c:pt idx="10785">
                  <c:v>520.45349999999996</c:v>
                </c:pt>
                <c:pt idx="10786">
                  <c:v>485.77050000000003</c:v>
                </c:pt>
                <c:pt idx="10787">
                  <c:v>471.56</c:v>
                </c:pt>
                <c:pt idx="10788">
                  <c:v>450.02699999999953</c:v>
                </c:pt>
                <c:pt idx="10789">
                  <c:v>424.98929999999967</c:v>
                </c:pt>
                <c:pt idx="10790">
                  <c:v>412.49629999999934</c:v>
                </c:pt>
                <c:pt idx="10791">
                  <c:v>407.40660000000003</c:v>
                </c:pt>
                <c:pt idx="10792">
                  <c:v>405.8109</c:v>
                </c:pt>
                <c:pt idx="10793">
                  <c:v>422.87349999999969</c:v>
                </c:pt>
                <c:pt idx="10794">
                  <c:v>443.52460000000002</c:v>
                </c:pt>
                <c:pt idx="10795">
                  <c:v>446.06700000000001</c:v>
                </c:pt>
                <c:pt idx="10796">
                  <c:v>432.38200000000001</c:v>
                </c:pt>
                <c:pt idx="10797">
                  <c:v>425.12049999999999</c:v>
                </c:pt>
                <c:pt idx="10798">
                  <c:v>430.80070000000001</c:v>
                </c:pt>
                <c:pt idx="10799">
                  <c:v>441.16070000000002</c:v>
                </c:pt>
                <c:pt idx="10800">
                  <c:v>444.8338</c:v>
                </c:pt>
                <c:pt idx="10801">
                  <c:v>441.48039999999935</c:v>
                </c:pt>
                <c:pt idx="10802">
                  <c:v>449.4340999999996</c:v>
                </c:pt>
                <c:pt idx="10803">
                  <c:v>494.3938</c:v>
                </c:pt>
                <c:pt idx="10804">
                  <c:v>573.0883000000008</c:v>
                </c:pt>
                <c:pt idx="10805">
                  <c:v>674.87570000000005</c:v>
                </c:pt>
                <c:pt idx="10806">
                  <c:v>753.55820000000006</c:v>
                </c:pt>
                <c:pt idx="10807">
                  <c:v>808.86069999999881</c:v>
                </c:pt>
                <c:pt idx="10808">
                  <c:v>838.76189999999997</c:v>
                </c:pt>
                <c:pt idx="10809">
                  <c:v>866.35079999999948</c:v>
                </c:pt>
                <c:pt idx="10810">
                  <c:v>848.82380000000001</c:v>
                </c:pt>
                <c:pt idx="10811">
                  <c:v>809.19200000000001</c:v>
                </c:pt>
                <c:pt idx="10812">
                  <c:v>767.98219999999947</c:v>
                </c:pt>
                <c:pt idx="10813">
                  <c:v>729.97029999999938</c:v>
                </c:pt>
                <c:pt idx="10814">
                  <c:v>696.86129999999889</c:v>
                </c:pt>
                <c:pt idx="10815">
                  <c:v>686.98739999999998</c:v>
                </c:pt>
                <c:pt idx="10816">
                  <c:v>684.05409999999949</c:v>
                </c:pt>
                <c:pt idx="10817">
                  <c:v>684.95759999999905</c:v>
                </c:pt>
                <c:pt idx="10818">
                  <c:v>698.4560999999992</c:v>
                </c:pt>
                <c:pt idx="10819">
                  <c:v>694.51530000000002</c:v>
                </c:pt>
                <c:pt idx="10820">
                  <c:v>674.14639999999997</c:v>
                </c:pt>
                <c:pt idx="10821">
                  <c:v>657.44090000000006</c:v>
                </c:pt>
                <c:pt idx="10822">
                  <c:v>635.24350000000004</c:v>
                </c:pt>
                <c:pt idx="10823">
                  <c:v>614.31769999999892</c:v>
                </c:pt>
                <c:pt idx="10824">
                  <c:v>598.15970000000004</c:v>
                </c:pt>
                <c:pt idx="10825">
                  <c:v>595.57680000000005</c:v>
                </c:pt>
                <c:pt idx="10826">
                  <c:v>597.1666999999992</c:v>
                </c:pt>
                <c:pt idx="10827">
                  <c:v>597.00099999999998</c:v>
                </c:pt>
                <c:pt idx="10828">
                  <c:v>608.59469999999999</c:v>
                </c:pt>
                <c:pt idx="10829">
                  <c:v>626.08309999999994</c:v>
                </c:pt>
                <c:pt idx="10830">
                  <c:v>649.18589999999995</c:v>
                </c:pt>
                <c:pt idx="10831">
                  <c:v>667.05129999999906</c:v>
                </c:pt>
                <c:pt idx="10832">
                  <c:v>682.80639999999948</c:v>
                </c:pt>
                <c:pt idx="10833">
                  <c:v>690.24369999999999</c:v>
                </c:pt>
                <c:pt idx="10834">
                  <c:v>672.31489999999997</c:v>
                </c:pt>
                <c:pt idx="10835">
                  <c:v>646.14300000000003</c:v>
                </c:pt>
                <c:pt idx="10836">
                  <c:v>629.64639999999997</c:v>
                </c:pt>
                <c:pt idx="10837">
                  <c:v>621.04599999999948</c:v>
                </c:pt>
                <c:pt idx="10838">
                  <c:v>604.27360000000067</c:v>
                </c:pt>
                <c:pt idx="10839">
                  <c:v>600.28550000000052</c:v>
                </c:pt>
                <c:pt idx="10840">
                  <c:v>618.67880000000082</c:v>
                </c:pt>
                <c:pt idx="10841">
                  <c:v>626.41769999999906</c:v>
                </c:pt>
                <c:pt idx="10842">
                  <c:v>615.41519999999946</c:v>
                </c:pt>
                <c:pt idx="10843">
                  <c:v>599.76369999999997</c:v>
                </c:pt>
                <c:pt idx="10844">
                  <c:v>608.92949999999996</c:v>
                </c:pt>
                <c:pt idx="10845">
                  <c:v>738.7998000000008</c:v>
                </c:pt>
                <c:pt idx="10846">
                  <c:v>1120.3699999999999</c:v>
                </c:pt>
                <c:pt idx="10847">
                  <c:v>1467.7180000000001</c:v>
                </c:pt>
                <c:pt idx="10848">
                  <c:v>1302.2439999999999</c:v>
                </c:pt>
                <c:pt idx="10849">
                  <c:v>960.34159999999906</c:v>
                </c:pt>
                <c:pt idx="10850">
                  <c:v>901.32859999999948</c:v>
                </c:pt>
                <c:pt idx="10851">
                  <c:v>883.47460000000001</c:v>
                </c:pt>
                <c:pt idx="10852">
                  <c:v>810.09119999999996</c:v>
                </c:pt>
                <c:pt idx="10853">
                  <c:v>804.46749999999906</c:v>
                </c:pt>
                <c:pt idx="10854">
                  <c:v>809.91289999999947</c:v>
                </c:pt>
                <c:pt idx="10855">
                  <c:v>799.60410000000002</c:v>
                </c:pt>
                <c:pt idx="10856">
                  <c:v>776.44489999999996</c:v>
                </c:pt>
                <c:pt idx="10857">
                  <c:v>737.59969999999998</c:v>
                </c:pt>
                <c:pt idx="10858">
                  <c:v>706.72280000000001</c:v>
                </c:pt>
                <c:pt idx="10859">
                  <c:v>682.79819999999995</c:v>
                </c:pt>
                <c:pt idx="10860">
                  <c:v>679.24059999999997</c:v>
                </c:pt>
                <c:pt idx="10861">
                  <c:v>663.27970000000096</c:v>
                </c:pt>
                <c:pt idx="10862">
                  <c:v>645.27910000000054</c:v>
                </c:pt>
                <c:pt idx="10863">
                  <c:v>630.98599999999999</c:v>
                </c:pt>
                <c:pt idx="10864">
                  <c:v>617.05999999999949</c:v>
                </c:pt>
                <c:pt idx="10865">
                  <c:v>604.06759999999906</c:v>
                </c:pt>
                <c:pt idx="10866">
                  <c:v>594.82169999999905</c:v>
                </c:pt>
                <c:pt idx="10867">
                  <c:v>594.47979999999995</c:v>
                </c:pt>
                <c:pt idx="10868">
                  <c:v>617.55959999999948</c:v>
                </c:pt>
                <c:pt idx="10869">
                  <c:v>669.71259999999938</c:v>
                </c:pt>
                <c:pt idx="10870">
                  <c:v>674.47670000000005</c:v>
                </c:pt>
                <c:pt idx="10871">
                  <c:v>683.66719999999907</c:v>
                </c:pt>
                <c:pt idx="10872">
                  <c:v>686.20619999999997</c:v>
                </c:pt>
                <c:pt idx="10873">
                  <c:v>687.47559999999999</c:v>
                </c:pt>
                <c:pt idx="10874">
                  <c:v>684.60680000000002</c:v>
                </c:pt>
                <c:pt idx="10875">
                  <c:v>678.72940000000051</c:v>
                </c:pt>
                <c:pt idx="10876">
                  <c:v>665.01940000000002</c:v>
                </c:pt>
                <c:pt idx="10877">
                  <c:v>660.62659999999948</c:v>
                </c:pt>
                <c:pt idx="10878">
                  <c:v>667.63900000000001</c:v>
                </c:pt>
                <c:pt idx="10879">
                  <c:v>678.31679999999949</c:v>
                </c:pt>
                <c:pt idx="10880">
                  <c:v>679.17769999999996</c:v>
                </c:pt>
                <c:pt idx="10881">
                  <c:v>668.70069999999998</c:v>
                </c:pt>
                <c:pt idx="10882">
                  <c:v>654.23749999999939</c:v>
                </c:pt>
                <c:pt idx="10883">
                  <c:v>645.25869999999998</c:v>
                </c:pt>
                <c:pt idx="10884">
                  <c:v>641.04019999999946</c:v>
                </c:pt>
                <c:pt idx="10885">
                  <c:v>634.12789999999939</c:v>
                </c:pt>
                <c:pt idx="10886">
                  <c:v>626.89099999999996</c:v>
                </c:pt>
                <c:pt idx="10887">
                  <c:v>619.65170000000001</c:v>
                </c:pt>
                <c:pt idx="10888">
                  <c:v>611.74929999999949</c:v>
                </c:pt>
                <c:pt idx="10889">
                  <c:v>604.54399999999998</c:v>
                </c:pt>
                <c:pt idx="10890">
                  <c:v>599.45249999999919</c:v>
                </c:pt>
                <c:pt idx="10891">
                  <c:v>586.46309999999949</c:v>
                </c:pt>
                <c:pt idx="10892">
                  <c:v>574.04629999999906</c:v>
                </c:pt>
                <c:pt idx="10893">
                  <c:v>561.91809999999998</c:v>
                </c:pt>
                <c:pt idx="10894">
                  <c:v>551.49789999999996</c:v>
                </c:pt>
                <c:pt idx="10895">
                  <c:v>545.61360000000002</c:v>
                </c:pt>
                <c:pt idx="10896">
                  <c:v>543.63589999999999</c:v>
                </c:pt>
                <c:pt idx="10897">
                  <c:v>537.77800000000082</c:v>
                </c:pt>
                <c:pt idx="10898">
                  <c:v>533.7296</c:v>
                </c:pt>
                <c:pt idx="10899">
                  <c:v>527.74929999999949</c:v>
                </c:pt>
                <c:pt idx="10900">
                  <c:v>526.93259999999907</c:v>
                </c:pt>
                <c:pt idx="10901">
                  <c:v>531.38390000000004</c:v>
                </c:pt>
                <c:pt idx="10902">
                  <c:v>538.49670000000003</c:v>
                </c:pt>
                <c:pt idx="10903">
                  <c:v>542.97270000000003</c:v>
                </c:pt>
                <c:pt idx="10904">
                  <c:v>539.08190000000002</c:v>
                </c:pt>
                <c:pt idx="10905">
                  <c:v>535.94169999999906</c:v>
                </c:pt>
                <c:pt idx="10906">
                  <c:v>533.84439999999938</c:v>
                </c:pt>
                <c:pt idx="10907">
                  <c:v>530.28920000000005</c:v>
                </c:pt>
                <c:pt idx="10908">
                  <c:v>526.65729999999905</c:v>
                </c:pt>
                <c:pt idx="10909">
                  <c:v>525.36849999999947</c:v>
                </c:pt>
                <c:pt idx="10910">
                  <c:v>529.26469999999949</c:v>
                </c:pt>
                <c:pt idx="10911">
                  <c:v>539.24739999999997</c:v>
                </c:pt>
                <c:pt idx="10912">
                  <c:v>538.7518</c:v>
                </c:pt>
                <c:pt idx="10913">
                  <c:v>533.56579999999997</c:v>
                </c:pt>
                <c:pt idx="10914">
                  <c:v>524.95059999999921</c:v>
                </c:pt>
                <c:pt idx="10915">
                  <c:v>520.79369999999994</c:v>
                </c:pt>
                <c:pt idx="10916">
                  <c:v>520.43159999999921</c:v>
                </c:pt>
                <c:pt idx="10917">
                  <c:v>520.34009999999921</c:v>
                </c:pt>
                <c:pt idx="10918">
                  <c:v>514.89509999999996</c:v>
                </c:pt>
                <c:pt idx="10919">
                  <c:v>518.43149999999946</c:v>
                </c:pt>
                <c:pt idx="10920">
                  <c:v>591.01800000000003</c:v>
                </c:pt>
                <c:pt idx="10921">
                  <c:v>849.63</c:v>
                </c:pt>
                <c:pt idx="10922">
                  <c:v>1150.7950000000001</c:v>
                </c:pt>
                <c:pt idx="10923">
                  <c:v>1106.1199999999999</c:v>
                </c:pt>
                <c:pt idx="10924">
                  <c:v>840.30019999999934</c:v>
                </c:pt>
                <c:pt idx="10925">
                  <c:v>784.18520000000001</c:v>
                </c:pt>
                <c:pt idx="10926">
                  <c:v>821.56179999999949</c:v>
                </c:pt>
                <c:pt idx="10927">
                  <c:v>797.53249999999946</c:v>
                </c:pt>
                <c:pt idx="10928">
                  <c:v>889.21199999999999</c:v>
                </c:pt>
                <c:pt idx="10929">
                  <c:v>1098.761</c:v>
                </c:pt>
                <c:pt idx="10930">
                  <c:v>1413.0939999999998</c:v>
                </c:pt>
                <c:pt idx="10931">
                  <c:v>1388.6239999999998</c:v>
                </c:pt>
                <c:pt idx="10932">
                  <c:v>1229.502</c:v>
                </c:pt>
                <c:pt idx="10933">
                  <c:v>1055.6699999999998</c:v>
                </c:pt>
                <c:pt idx="10934">
                  <c:v>953.30149999999946</c:v>
                </c:pt>
                <c:pt idx="10935">
                  <c:v>885.02549999999997</c:v>
                </c:pt>
                <c:pt idx="10936">
                  <c:v>861.74599999999998</c:v>
                </c:pt>
                <c:pt idx="10937">
                  <c:v>844.96909999999946</c:v>
                </c:pt>
                <c:pt idx="10938">
                  <c:v>831.02539999999999</c:v>
                </c:pt>
                <c:pt idx="10939">
                  <c:v>815.99099999999999</c:v>
                </c:pt>
                <c:pt idx="10940">
                  <c:v>856.20370000000082</c:v>
                </c:pt>
                <c:pt idx="10941">
                  <c:v>976.65729999999905</c:v>
                </c:pt>
                <c:pt idx="10942">
                  <c:v>1225.5519999999999</c:v>
                </c:pt>
                <c:pt idx="10943">
                  <c:v>1683.085</c:v>
                </c:pt>
                <c:pt idx="10944">
                  <c:v>1733.4560000000001</c:v>
                </c:pt>
                <c:pt idx="10945">
                  <c:v>1582.3899999999999</c:v>
                </c:pt>
                <c:pt idx="10946">
                  <c:v>1319.4680000000001</c:v>
                </c:pt>
                <c:pt idx="10947">
                  <c:v>1147.2619999999999</c:v>
                </c:pt>
                <c:pt idx="10948">
                  <c:v>1060.847</c:v>
                </c:pt>
                <c:pt idx="10949">
                  <c:v>1045.885</c:v>
                </c:pt>
                <c:pt idx="10950">
                  <c:v>996.04830000000004</c:v>
                </c:pt>
                <c:pt idx="10951">
                  <c:v>946.39199999999948</c:v>
                </c:pt>
                <c:pt idx="10952">
                  <c:v>908.26289999999949</c:v>
                </c:pt>
                <c:pt idx="10953">
                  <c:v>911.53159999999946</c:v>
                </c:pt>
                <c:pt idx="10954">
                  <c:v>963.89469999999949</c:v>
                </c:pt>
                <c:pt idx="10955">
                  <c:v>943.90530000000001</c:v>
                </c:pt>
                <c:pt idx="10956">
                  <c:v>907.80930000000001</c:v>
                </c:pt>
                <c:pt idx="10957">
                  <c:v>1405.771</c:v>
                </c:pt>
                <c:pt idx="10958">
                  <c:v>1604.1369999999999</c:v>
                </c:pt>
                <c:pt idx="10959">
                  <c:v>1595.3679999999999</c:v>
                </c:pt>
                <c:pt idx="10960">
                  <c:v>1285.4080000000001</c:v>
                </c:pt>
                <c:pt idx="10961">
                  <c:v>1095.6829999999998</c:v>
                </c:pt>
                <c:pt idx="10962">
                  <c:v>998.89619999999934</c:v>
                </c:pt>
                <c:pt idx="10963">
                  <c:v>997.32459999999946</c:v>
                </c:pt>
                <c:pt idx="10964">
                  <c:v>999.97469999999998</c:v>
                </c:pt>
                <c:pt idx="10965">
                  <c:v>992.32599999999934</c:v>
                </c:pt>
                <c:pt idx="10966">
                  <c:v>955.85279999999921</c:v>
                </c:pt>
                <c:pt idx="10967">
                  <c:v>933.8500999999992</c:v>
                </c:pt>
                <c:pt idx="10968">
                  <c:v>983.60519999999997</c:v>
                </c:pt>
                <c:pt idx="10969">
                  <c:v>1241.0839999999998</c:v>
                </c:pt>
                <c:pt idx="10970">
                  <c:v>1570.4080000000001</c:v>
                </c:pt>
                <c:pt idx="10971">
                  <c:v>1783.423</c:v>
                </c:pt>
                <c:pt idx="10972">
                  <c:v>2145.04</c:v>
                </c:pt>
                <c:pt idx="10973">
                  <c:v>2567.3340000000012</c:v>
                </c:pt>
                <c:pt idx="10974">
                  <c:v>2132.9360000000001</c:v>
                </c:pt>
                <c:pt idx="10975">
                  <c:v>1422.2149999999999</c:v>
                </c:pt>
                <c:pt idx="10976">
                  <c:v>1936.3879999999999</c:v>
                </c:pt>
                <c:pt idx="10977">
                  <c:v>2846.7170000000001</c:v>
                </c:pt>
                <c:pt idx="10978">
                  <c:v>2819.5630000000001</c:v>
                </c:pt>
                <c:pt idx="10979">
                  <c:v>1970.557</c:v>
                </c:pt>
                <c:pt idx="10980">
                  <c:v>1629.3639999999998</c:v>
                </c:pt>
                <c:pt idx="10981">
                  <c:v>2244.4270000000001</c:v>
                </c:pt>
                <c:pt idx="10982">
                  <c:v>2934.8740000000012</c:v>
                </c:pt>
                <c:pt idx="10983">
                  <c:v>2868.4969999999998</c:v>
                </c:pt>
                <c:pt idx="10984">
                  <c:v>1954.6009999999999</c:v>
                </c:pt>
                <c:pt idx="10985">
                  <c:v>1286.107</c:v>
                </c:pt>
                <c:pt idx="10986">
                  <c:v>1227.2460000000001</c:v>
                </c:pt>
                <c:pt idx="10987">
                  <c:v>1176.4490000000001</c:v>
                </c:pt>
                <c:pt idx="10988">
                  <c:v>1083.1869999999999</c:v>
                </c:pt>
                <c:pt idx="10989">
                  <c:v>1071.136</c:v>
                </c:pt>
                <c:pt idx="10990">
                  <c:v>1037.3979999999999</c:v>
                </c:pt>
                <c:pt idx="10991">
                  <c:v>1008.0119999999994</c:v>
                </c:pt>
                <c:pt idx="10992">
                  <c:v>1016.002</c:v>
                </c:pt>
                <c:pt idx="10993">
                  <c:v>1301.6089999999999</c:v>
                </c:pt>
                <c:pt idx="10994">
                  <c:v>1619.598</c:v>
                </c:pt>
                <c:pt idx="10995">
                  <c:v>1941.941</c:v>
                </c:pt>
                <c:pt idx="10996">
                  <c:v>2255.9920000000002</c:v>
                </c:pt>
                <c:pt idx="10997">
                  <c:v>2276.1469999999972</c:v>
                </c:pt>
                <c:pt idx="10998">
                  <c:v>2370.7829999999967</c:v>
                </c:pt>
                <c:pt idx="10999">
                  <c:v>2182.328</c:v>
                </c:pt>
                <c:pt idx="11000">
                  <c:v>2012.9860000000001</c:v>
                </c:pt>
                <c:pt idx="11001">
                  <c:v>1582.807</c:v>
                </c:pt>
                <c:pt idx="11002">
                  <c:v>1249.6499999999999</c:v>
                </c:pt>
                <c:pt idx="11003">
                  <c:v>1163.336</c:v>
                </c:pt>
                <c:pt idx="11004">
                  <c:v>1414.6439999999998</c:v>
                </c:pt>
                <c:pt idx="11005">
                  <c:v>1533.625</c:v>
                </c:pt>
                <c:pt idx="11006">
                  <c:v>1555.319</c:v>
                </c:pt>
                <c:pt idx="11007">
                  <c:v>1328.3839999999998</c:v>
                </c:pt>
                <c:pt idx="11008">
                  <c:v>1154.037</c:v>
                </c:pt>
                <c:pt idx="11009">
                  <c:v>1196.2550000000001</c:v>
                </c:pt>
                <c:pt idx="11010">
                  <c:v>1268.8489999999999</c:v>
                </c:pt>
                <c:pt idx="11011">
                  <c:v>1274.1389999999999</c:v>
                </c:pt>
                <c:pt idx="11012">
                  <c:v>1184.7660000000001</c:v>
                </c:pt>
                <c:pt idx="11013">
                  <c:v>1057.585</c:v>
                </c:pt>
                <c:pt idx="11014">
                  <c:v>989.10440000000051</c:v>
                </c:pt>
                <c:pt idx="11015">
                  <c:v>960.89789999999948</c:v>
                </c:pt>
                <c:pt idx="11016">
                  <c:v>936.36519999999905</c:v>
                </c:pt>
                <c:pt idx="11017">
                  <c:v>917.44309999999996</c:v>
                </c:pt>
                <c:pt idx="11018">
                  <c:v>906.68520000000001</c:v>
                </c:pt>
                <c:pt idx="11019">
                  <c:v>893.19150000000002</c:v>
                </c:pt>
                <c:pt idx="11020">
                  <c:v>879.95939999999996</c:v>
                </c:pt>
                <c:pt idx="11021">
                  <c:v>864.62030000000004</c:v>
                </c:pt>
                <c:pt idx="11022">
                  <c:v>852.19619999999998</c:v>
                </c:pt>
                <c:pt idx="11023">
                  <c:v>834.54289999999946</c:v>
                </c:pt>
                <c:pt idx="11024">
                  <c:v>817.54749999999933</c:v>
                </c:pt>
                <c:pt idx="11025">
                  <c:v>805.63709999999946</c:v>
                </c:pt>
                <c:pt idx="11026">
                  <c:v>796.24099999999999</c:v>
                </c:pt>
                <c:pt idx="11027">
                  <c:v>798.4519999999992</c:v>
                </c:pt>
                <c:pt idx="11028">
                  <c:v>832.8732</c:v>
                </c:pt>
                <c:pt idx="11029">
                  <c:v>913.91319999999996</c:v>
                </c:pt>
                <c:pt idx="11030">
                  <c:v>964.39400000000001</c:v>
                </c:pt>
                <c:pt idx="11031">
                  <c:v>914.72630000000004</c:v>
                </c:pt>
                <c:pt idx="11032">
                  <c:v>848.45179999999948</c:v>
                </c:pt>
                <c:pt idx="11033">
                  <c:v>840.67340000000081</c:v>
                </c:pt>
                <c:pt idx="11034">
                  <c:v>971.8278999999992</c:v>
                </c:pt>
                <c:pt idx="11035">
                  <c:v>922.60080000000005</c:v>
                </c:pt>
                <c:pt idx="11036">
                  <c:v>848.60180000000003</c:v>
                </c:pt>
                <c:pt idx="11037">
                  <c:v>773.7604</c:v>
                </c:pt>
                <c:pt idx="11038">
                  <c:v>740.80470000000003</c:v>
                </c:pt>
                <c:pt idx="11039">
                  <c:v>722.36759999999879</c:v>
                </c:pt>
                <c:pt idx="11040">
                  <c:v>721.52789999999948</c:v>
                </c:pt>
                <c:pt idx="11041">
                  <c:v>723.92519999999934</c:v>
                </c:pt>
                <c:pt idx="11042">
                  <c:v>720.53559999999948</c:v>
                </c:pt>
                <c:pt idx="11043">
                  <c:v>720.31709999999907</c:v>
                </c:pt>
                <c:pt idx="11044">
                  <c:v>717.08209999999997</c:v>
                </c:pt>
                <c:pt idx="11045">
                  <c:v>711.29259999999999</c:v>
                </c:pt>
                <c:pt idx="11046">
                  <c:v>712.54769999999905</c:v>
                </c:pt>
                <c:pt idx="11047">
                  <c:v>713.32269999999914</c:v>
                </c:pt>
                <c:pt idx="11048">
                  <c:v>714.6694</c:v>
                </c:pt>
                <c:pt idx="11049">
                  <c:v>707.53800000000001</c:v>
                </c:pt>
                <c:pt idx="11050">
                  <c:v>679.55989999999997</c:v>
                </c:pt>
                <c:pt idx="11051">
                  <c:v>652.6471999999992</c:v>
                </c:pt>
                <c:pt idx="11052">
                  <c:v>656.06619999999907</c:v>
                </c:pt>
                <c:pt idx="11053">
                  <c:v>648.84479999999996</c:v>
                </c:pt>
                <c:pt idx="11054">
                  <c:v>634.76499999999999</c:v>
                </c:pt>
                <c:pt idx="11055">
                  <c:v>617.60050000000001</c:v>
                </c:pt>
                <c:pt idx="11056">
                  <c:v>604.97299999999996</c:v>
                </c:pt>
                <c:pt idx="11057">
                  <c:v>603.50819999999999</c:v>
                </c:pt>
                <c:pt idx="11058">
                  <c:v>637.73779999999999</c:v>
                </c:pt>
                <c:pt idx="11059">
                  <c:v>1080.4449999999999</c:v>
                </c:pt>
                <c:pt idx="11060">
                  <c:v>2291.0990000000002</c:v>
                </c:pt>
                <c:pt idx="11061">
                  <c:v>3132.6679999999997</c:v>
                </c:pt>
                <c:pt idx="11062">
                  <c:v>2423.422</c:v>
                </c:pt>
                <c:pt idx="11063">
                  <c:v>2135.4160000000002</c:v>
                </c:pt>
                <c:pt idx="11064">
                  <c:v>3088.9330000000027</c:v>
                </c:pt>
                <c:pt idx="11065">
                  <c:v>3293.848</c:v>
                </c:pt>
                <c:pt idx="11066">
                  <c:v>2585.4389999999999</c:v>
                </c:pt>
                <c:pt idx="11067">
                  <c:v>2170.15</c:v>
                </c:pt>
                <c:pt idx="11068">
                  <c:v>2103.6</c:v>
                </c:pt>
                <c:pt idx="11069">
                  <c:v>2131.59</c:v>
                </c:pt>
                <c:pt idx="11070">
                  <c:v>2079.7109999999998</c:v>
                </c:pt>
                <c:pt idx="11071">
                  <c:v>1880.451</c:v>
                </c:pt>
                <c:pt idx="11072">
                  <c:v>1690.8150000000001</c:v>
                </c:pt>
                <c:pt idx="11073">
                  <c:v>1846.6589999999999</c:v>
                </c:pt>
                <c:pt idx="11074">
                  <c:v>1911.635</c:v>
                </c:pt>
                <c:pt idx="11075">
                  <c:v>1770.1309999999999</c:v>
                </c:pt>
                <c:pt idx="11076">
                  <c:v>1651.6429999999998</c:v>
                </c:pt>
                <c:pt idx="11077">
                  <c:v>1641.297</c:v>
                </c:pt>
                <c:pt idx="11078">
                  <c:v>1660.748</c:v>
                </c:pt>
                <c:pt idx="11079">
                  <c:v>1759.481</c:v>
                </c:pt>
                <c:pt idx="11080">
                  <c:v>1845.2809999999999</c:v>
                </c:pt>
                <c:pt idx="11081">
                  <c:v>1734.3739999999998</c:v>
                </c:pt>
                <c:pt idx="11082">
                  <c:v>1612.1489999999999</c:v>
                </c:pt>
                <c:pt idx="11083">
                  <c:v>1773.1429999999998</c:v>
                </c:pt>
                <c:pt idx="11084">
                  <c:v>2002.0439999999999</c:v>
                </c:pt>
                <c:pt idx="11085">
                  <c:v>1922.585</c:v>
                </c:pt>
                <c:pt idx="11086">
                  <c:v>1684.1439999999998</c:v>
                </c:pt>
                <c:pt idx="11087">
                  <c:v>1665.7650000000001</c:v>
                </c:pt>
                <c:pt idx="11088">
                  <c:v>1730.1909999999998</c:v>
                </c:pt>
                <c:pt idx="11089">
                  <c:v>1670.33</c:v>
                </c:pt>
                <c:pt idx="11090">
                  <c:v>1553.7750000000001</c:v>
                </c:pt>
                <c:pt idx="11091">
                  <c:v>1474.8389999999999</c:v>
                </c:pt>
                <c:pt idx="11092">
                  <c:v>1434.2570000000001</c:v>
                </c:pt>
                <c:pt idx="11093">
                  <c:v>1402.895</c:v>
                </c:pt>
                <c:pt idx="11094">
                  <c:v>1365.1339999999998</c:v>
                </c:pt>
                <c:pt idx="11095">
                  <c:v>1332.6889999999999</c:v>
                </c:pt>
                <c:pt idx="11096">
                  <c:v>1285.432</c:v>
                </c:pt>
                <c:pt idx="11097">
                  <c:v>1248.058</c:v>
                </c:pt>
                <c:pt idx="11098">
                  <c:v>1271.6039999999998</c:v>
                </c:pt>
                <c:pt idx="11099">
                  <c:v>1334.8809999999999</c:v>
                </c:pt>
                <c:pt idx="11100">
                  <c:v>1384.3209999999999</c:v>
                </c:pt>
                <c:pt idx="11101">
                  <c:v>1350.1509999999998</c:v>
                </c:pt>
                <c:pt idx="11102">
                  <c:v>1542.742</c:v>
                </c:pt>
                <c:pt idx="11103">
                  <c:v>2179.3470000000002</c:v>
                </c:pt>
                <c:pt idx="11104">
                  <c:v>2502.9580000000001</c:v>
                </c:pt>
                <c:pt idx="11105">
                  <c:v>2120.0770000000002</c:v>
                </c:pt>
                <c:pt idx="11106">
                  <c:v>1563.3989999999999</c:v>
                </c:pt>
                <c:pt idx="11107">
                  <c:v>1459.4690000000001</c:v>
                </c:pt>
                <c:pt idx="11108">
                  <c:v>1437.444</c:v>
                </c:pt>
                <c:pt idx="11109">
                  <c:v>1327.587</c:v>
                </c:pt>
                <c:pt idx="11110">
                  <c:v>1254.4570000000001</c:v>
                </c:pt>
                <c:pt idx="11111">
                  <c:v>1198.04</c:v>
                </c:pt>
                <c:pt idx="11112">
                  <c:v>1287.45</c:v>
                </c:pt>
                <c:pt idx="11113">
                  <c:v>1433.2660000000001</c:v>
                </c:pt>
                <c:pt idx="11114">
                  <c:v>1422.3779999999999</c:v>
                </c:pt>
                <c:pt idx="11115">
                  <c:v>1294.9090000000001</c:v>
                </c:pt>
                <c:pt idx="11116">
                  <c:v>1209.752</c:v>
                </c:pt>
                <c:pt idx="11117">
                  <c:v>1166.1479999999999</c:v>
                </c:pt>
                <c:pt idx="11118">
                  <c:v>1127.8409999999999</c:v>
                </c:pt>
                <c:pt idx="11119">
                  <c:v>1097.7939999999999</c:v>
                </c:pt>
                <c:pt idx="11120">
                  <c:v>1052.759</c:v>
                </c:pt>
                <c:pt idx="11121">
                  <c:v>1010.974</c:v>
                </c:pt>
                <c:pt idx="11122">
                  <c:v>987.91639999999938</c:v>
                </c:pt>
                <c:pt idx="11123">
                  <c:v>985.72310000000004</c:v>
                </c:pt>
                <c:pt idx="11124">
                  <c:v>978.41449999999998</c:v>
                </c:pt>
                <c:pt idx="11125">
                  <c:v>948.34129999999902</c:v>
                </c:pt>
                <c:pt idx="11126">
                  <c:v>908.05579999999998</c:v>
                </c:pt>
                <c:pt idx="11127">
                  <c:v>896.79930000000081</c:v>
                </c:pt>
                <c:pt idx="11128">
                  <c:v>915.66880000000003</c:v>
                </c:pt>
                <c:pt idx="11129">
                  <c:v>938.03300000000002</c:v>
                </c:pt>
                <c:pt idx="11130">
                  <c:v>967.31259999999907</c:v>
                </c:pt>
                <c:pt idx="11131">
                  <c:v>1001.7750000000005</c:v>
                </c:pt>
                <c:pt idx="11132">
                  <c:v>1012.505</c:v>
                </c:pt>
                <c:pt idx="11133">
                  <c:v>968.93729999999903</c:v>
                </c:pt>
                <c:pt idx="11134">
                  <c:v>897.52559999999949</c:v>
                </c:pt>
                <c:pt idx="11135">
                  <c:v>847.23149999999998</c:v>
                </c:pt>
                <c:pt idx="11136">
                  <c:v>829.05659999999921</c:v>
                </c:pt>
                <c:pt idx="11137">
                  <c:v>833.90599999999949</c:v>
                </c:pt>
                <c:pt idx="11138">
                  <c:v>838.40689999999938</c:v>
                </c:pt>
                <c:pt idx="11139">
                  <c:v>836.03470000000004</c:v>
                </c:pt>
                <c:pt idx="11140">
                  <c:v>817.11759999999947</c:v>
                </c:pt>
                <c:pt idx="11141">
                  <c:v>733.50429999999949</c:v>
                </c:pt>
                <c:pt idx="11142">
                  <c:v>616.11249999999939</c:v>
                </c:pt>
                <c:pt idx="11143">
                  <c:v>557.28210000000001</c:v>
                </c:pt>
                <c:pt idx="11144">
                  <c:v>539.80340000000001</c:v>
                </c:pt>
                <c:pt idx="11145">
                  <c:v>512.50469999999996</c:v>
                </c:pt>
                <c:pt idx="11146">
                  <c:v>492.44889999999964</c:v>
                </c:pt>
                <c:pt idx="11147">
                  <c:v>480.15300000000002</c:v>
                </c:pt>
                <c:pt idx="11148">
                  <c:v>466.81319999999954</c:v>
                </c:pt>
                <c:pt idx="11149">
                  <c:v>466.8143</c:v>
                </c:pt>
                <c:pt idx="11150">
                  <c:v>460.83780000000002</c:v>
                </c:pt>
                <c:pt idx="11151">
                  <c:v>456.46729999999968</c:v>
                </c:pt>
                <c:pt idx="11152">
                  <c:v>453.96230000000003</c:v>
                </c:pt>
                <c:pt idx="11153">
                  <c:v>456.08969999999999</c:v>
                </c:pt>
                <c:pt idx="11154">
                  <c:v>445.39479999999969</c:v>
                </c:pt>
                <c:pt idx="11155">
                  <c:v>428.18880000000001</c:v>
                </c:pt>
                <c:pt idx="11156">
                  <c:v>406.11040000000008</c:v>
                </c:pt>
                <c:pt idx="11157">
                  <c:v>387.65480000000048</c:v>
                </c:pt>
                <c:pt idx="11158">
                  <c:v>381.35419999999999</c:v>
                </c:pt>
                <c:pt idx="11159">
                  <c:v>381.6318</c:v>
                </c:pt>
                <c:pt idx="11160">
                  <c:v>376.81259999999969</c:v>
                </c:pt>
                <c:pt idx="11161">
                  <c:v>368.57960000000008</c:v>
                </c:pt>
                <c:pt idx="11162">
                  <c:v>360.5958</c:v>
                </c:pt>
                <c:pt idx="11163">
                  <c:v>360.05549999999999</c:v>
                </c:pt>
                <c:pt idx="11164">
                  <c:v>357.52480000000008</c:v>
                </c:pt>
                <c:pt idx="11165">
                  <c:v>350.9562999999996</c:v>
                </c:pt>
                <c:pt idx="11166">
                  <c:v>347.07619999999935</c:v>
                </c:pt>
                <c:pt idx="11167">
                  <c:v>348.07549999999969</c:v>
                </c:pt>
                <c:pt idx="11168">
                  <c:v>360.2525</c:v>
                </c:pt>
                <c:pt idx="11169">
                  <c:v>372.1703</c:v>
                </c:pt>
                <c:pt idx="11170">
                  <c:v>358.61590000000001</c:v>
                </c:pt>
                <c:pt idx="11171">
                  <c:v>352.62129999999968</c:v>
                </c:pt>
                <c:pt idx="11172">
                  <c:v>371.52549999999968</c:v>
                </c:pt>
                <c:pt idx="11173">
                  <c:v>368.52390000000003</c:v>
                </c:pt>
                <c:pt idx="11174">
                  <c:v>364.8784</c:v>
                </c:pt>
                <c:pt idx="11175">
                  <c:v>362.67939999999999</c:v>
                </c:pt>
                <c:pt idx="11176">
                  <c:v>358.43909999999954</c:v>
                </c:pt>
                <c:pt idx="11177">
                  <c:v>359.14030000000002</c:v>
                </c:pt>
                <c:pt idx="11178">
                  <c:v>363.58049999999969</c:v>
                </c:pt>
                <c:pt idx="11179">
                  <c:v>363.8288</c:v>
                </c:pt>
                <c:pt idx="11180">
                  <c:v>357.28489999999999</c:v>
                </c:pt>
                <c:pt idx="11181">
                  <c:v>350.00109999999961</c:v>
                </c:pt>
                <c:pt idx="11182">
                  <c:v>346.48419999999953</c:v>
                </c:pt>
                <c:pt idx="11183">
                  <c:v>361.39280000000002</c:v>
                </c:pt>
                <c:pt idx="11184">
                  <c:v>375.03569999999968</c:v>
                </c:pt>
                <c:pt idx="11185">
                  <c:v>382.69349999999969</c:v>
                </c:pt>
                <c:pt idx="11186">
                  <c:v>371.89099999999968</c:v>
                </c:pt>
                <c:pt idx="11187">
                  <c:v>355.5984999999996</c:v>
                </c:pt>
                <c:pt idx="11188">
                  <c:v>345.04309999999964</c:v>
                </c:pt>
                <c:pt idx="11189">
                  <c:v>349.35180000000008</c:v>
                </c:pt>
                <c:pt idx="11190">
                  <c:v>374.4425</c:v>
                </c:pt>
                <c:pt idx="11191">
                  <c:v>381.93439999999936</c:v>
                </c:pt>
                <c:pt idx="11192">
                  <c:v>382.29399999999936</c:v>
                </c:pt>
                <c:pt idx="11193">
                  <c:v>378.14970000000034</c:v>
                </c:pt>
                <c:pt idx="11194">
                  <c:v>373.3723</c:v>
                </c:pt>
                <c:pt idx="11195">
                  <c:v>369.74619999999953</c:v>
                </c:pt>
                <c:pt idx="11196">
                  <c:v>379.42249999999967</c:v>
                </c:pt>
                <c:pt idx="11197">
                  <c:v>397.58869999999968</c:v>
                </c:pt>
                <c:pt idx="11198">
                  <c:v>405.2951999999994</c:v>
                </c:pt>
                <c:pt idx="11199">
                  <c:v>409.38400000000001</c:v>
                </c:pt>
                <c:pt idx="11200">
                  <c:v>404.99269999999967</c:v>
                </c:pt>
                <c:pt idx="11201">
                  <c:v>391.13369999999969</c:v>
                </c:pt>
                <c:pt idx="11202">
                  <c:v>379.44819999999953</c:v>
                </c:pt>
                <c:pt idx="11203">
                  <c:v>385.35239999999999</c:v>
                </c:pt>
                <c:pt idx="11204">
                  <c:v>403.57060000000001</c:v>
                </c:pt>
                <c:pt idx="11205">
                  <c:v>415.07909999999993</c:v>
                </c:pt>
                <c:pt idx="11206">
                  <c:v>410.43629999999933</c:v>
                </c:pt>
                <c:pt idx="11207">
                  <c:v>398.92769999999967</c:v>
                </c:pt>
                <c:pt idx="11208">
                  <c:v>401.30770000000001</c:v>
                </c:pt>
                <c:pt idx="11209">
                  <c:v>469.86609999999968</c:v>
                </c:pt>
                <c:pt idx="11210">
                  <c:v>687.12480000000005</c:v>
                </c:pt>
                <c:pt idx="11211">
                  <c:v>908.77120000000002</c:v>
                </c:pt>
                <c:pt idx="11212">
                  <c:v>907.99689999999998</c:v>
                </c:pt>
                <c:pt idx="11213">
                  <c:v>752.53880000000004</c:v>
                </c:pt>
                <c:pt idx="11214">
                  <c:v>658.19569999999999</c:v>
                </c:pt>
                <c:pt idx="11215">
                  <c:v>824.52259999999933</c:v>
                </c:pt>
                <c:pt idx="11216">
                  <c:v>1395.0629999999999</c:v>
                </c:pt>
                <c:pt idx="11217">
                  <c:v>1813.701</c:v>
                </c:pt>
                <c:pt idx="11218">
                  <c:v>1697.3979999999999</c:v>
                </c:pt>
                <c:pt idx="11219">
                  <c:v>1538.7639999999999</c:v>
                </c:pt>
                <c:pt idx="11220">
                  <c:v>1783.798</c:v>
                </c:pt>
                <c:pt idx="11221">
                  <c:v>1967.748</c:v>
                </c:pt>
                <c:pt idx="11222">
                  <c:v>1870.9760000000001</c:v>
                </c:pt>
                <c:pt idx="11223">
                  <c:v>1760.8809999999999</c:v>
                </c:pt>
                <c:pt idx="11224">
                  <c:v>1663.9580000000001</c:v>
                </c:pt>
                <c:pt idx="11225">
                  <c:v>1497.1179999999999</c:v>
                </c:pt>
                <c:pt idx="11226">
                  <c:v>1339.1819999999998</c:v>
                </c:pt>
                <c:pt idx="11227">
                  <c:v>1221.2180000000001</c:v>
                </c:pt>
                <c:pt idx="11228">
                  <c:v>1144.1339999999998</c:v>
                </c:pt>
                <c:pt idx="11229">
                  <c:v>1083.9160000000011</c:v>
                </c:pt>
                <c:pt idx="11230">
                  <c:v>1036.2460000000001</c:v>
                </c:pt>
                <c:pt idx="11231">
                  <c:v>1008.3199999999994</c:v>
                </c:pt>
                <c:pt idx="11232">
                  <c:v>1064.8529999999998</c:v>
                </c:pt>
                <c:pt idx="11233">
                  <c:v>1181.0629999999999</c:v>
                </c:pt>
                <c:pt idx="11234">
                  <c:v>1159.4680000000001</c:v>
                </c:pt>
                <c:pt idx="11235">
                  <c:v>1015.571</c:v>
                </c:pt>
                <c:pt idx="11236">
                  <c:v>911.39840000000004</c:v>
                </c:pt>
                <c:pt idx="11237">
                  <c:v>862.6694</c:v>
                </c:pt>
                <c:pt idx="11238">
                  <c:v>835.21360000000004</c:v>
                </c:pt>
                <c:pt idx="11239">
                  <c:v>822.80870000000004</c:v>
                </c:pt>
                <c:pt idx="11240">
                  <c:v>802.26859999999999</c:v>
                </c:pt>
                <c:pt idx="11241">
                  <c:v>791.62239999999997</c:v>
                </c:pt>
                <c:pt idx="11242">
                  <c:v>793.17190000000005</c:v>
                </c:pt>
                <c:pt idx="11243">
                  <c:v>882.56919999999946</c:v>
                </c:pt>
                <c:pt idx="11244">
                  <c:v>997.95779999999934</c:v>
                </c:pt>
                <c:pt idx="11245">
                  <c:v>1030.4060000000011</c:v>
                </c:pt>
                <c:pt idx="11246">
                  <c:v>976.42739999999947</c:v>
                </c:pt>
                <c:pt idx="11247">
                  <c:v>910.78779999999995</c:v>
                </c:pt>
                <c:pt idx="11248">
                  <c:v>871.06539999999939</c:v>
                </c:pt>
                <c:pt idx="11249">
                  <c:v>843.37400000000002</c:v>
                </c:pt>
                <c:pt idx="11250">
                  <c:v>876.5489</c:v>
                </c:pt>
                <c:pt idx="11251">
                  <c:v>905.84009999999921</c:v>
                </c:pt>
                <c:pt idx="11252">
                  <c:v>883.30559999999946</c:v>
                </c:pt>
                <c:pt idx="11253">
                  <c:v>831.00609999999949</c:v>
                </c:pt>
                <c:pt idx="11254">
                  <c:v>810.3126999999987</c:v>
                </c:pt>
                <c:pt idx="11255">
                  <c:v>807.5761</c:v>
                </c:pt>
                <c:pt idx="11256">
                  <c:v>823.87940000000003</c:v>
                </c:pt>
                <c:pt idx="11257">
                  <c:v>792.24540000000002</c:v>
                </c:pt>
                <c:pt idx="11258">
                  <c:v>771.13319999999999</c:v>
                </c:pt>
                <c:pt idx="11259">
                  <c:v>905.12570000000005</c:v>
                </c:pt>
                <c:pt idx="11260">
                  <c:v>872.65480000000002</c:v>
                </c:pt>
                <c:pt idx="11261">
                  <c:v>941.45939999999996</c:v>
                </c:pt>
                <c:pt idx="11262">
                  <c:v>911.48130000000003</c:v>
                </c:pt>
                <c:pt idx="11263">
                  <c:v>982.71360000000004</c:v>
                </c:pt>
                <c:pt idx="11264">
                  <c:v>1054.019</c:v>
                </c:pt>
                <c:pt idx="11265">
                  <c:v>994.17400000000055</c:v>
                </c:pt>
                <c:pt idx="11266">
                  <c:v>915.78610000000003</c:v>
                </c:pt>
                <c:pt idx="11267">
                  <c:v>842.40199999999948</c:v>
                </c:pt>
                <c:pt idx="11268">
                  <c:v>804.12900000000002</c:v>
                </c:pt>
                <c:pt idx="11269">
                  <c:v>783.17810000000054</c:v>
                </c:pt>
                <c:pt idx="11270">
                  <c:v>821.30669999999907</c:v>
                </c:pt>
                <c:pt idx="11271">
                  <c:v>795.87459999999999</c:v>
                </c:pt>
                <c:pt idx="11272">
                  <c:v>775.87300000000005</c:v>
                </c:pt>
                <c:pt idx="11273">
                  <c:v>752.79420000000005</c:v>
                </c:pt>
                <c:pt idx="11274">
                  <c:v>734.60910000000001</c:v>
                </c:pt>
                <c:pt idx="11275">
                  <c:v>723.05409999999949</c:v>
                </c:pt>
                <c:pt idx="11276">
                  <c:v>708.49670000000003</c:v>
                </c:pt>
                <c:pt idx="11277">
                  <c:v>701.01990000000001</c:v>
                </c:pt>
                <c:pt idx="11278">
                  <c:v>694.63319999999999</c:v>
                </c:pt>
                <c:pt idx="11279">
                  <c:v>688.46069999999906</c:v>
                </c:pt>
                <c:pt idx="11280">
                  <c:v>679.88599999999997</c:v>
                </c:pt>
                <c:pt idx="11281">
                  <c:v>671.12329999999997</c:v>
                </c:pt>
                <c:pt idx="11282">
                  <c:v>659.23569999999938</c:v>
                </c:pt>
                <c:pt idx="11283">
                  <c:v>656.90980000000002</c:v>
                </c:pt>
                <c:pt idx="11284">
                  <c:v>655.13670000000002</c:v>
                </c:pt>
                <c:pt idx="11285">
                  <c:v>657.95409999999947</c:v>
                </c:pt>
                <c:pt idx="11286">
                  <c:v>682.31229999999903</c:v>
                </c:pt>
                <c:pt idx="11287">
                  <c:v>680.78140000000053</c:v>
                </c:pt>
                <c:pt idx="11288">
                  <c:v>666.8126999999987</c:v>
                </c:pt>
                <c:pt idx="11289">
                  <c:v>825.06079999999997</c:v>
                </c:pt>
                <c:pt idx="11290">
                  <c:v>825.84349999999949</c:v>
                </c:pt>
                <c:pt idx="11291">
                  <c:v>770.15539999999999</c:v>
                </c:pt>
                <c:pt idx="11292">
                  <c:v>720.64800000000002</c:v>
                </c:pt>
                <c:pt idx="11293">
                  <c:v>895.41249999999934</c:v>
                </c:pt>
                <c:pt idx="11294">
                  <c:v>795.7568</c:v>
                </c:pt>
                <c:pt idx="11295">
                  <c:v>733.13819999999998</c:v>
                </c:pt>
                <c:pt idx="11296">
                  <c:v>686.20219999999949</c:v>
                </c:pt>
                <c:pt idx="11297">
                  <c:v>680.81299999999919</c:v>
                </c:pt>
                <c:pt idx="11298">
                  <c:v>668.08820000000003</c:v>
                </c:pt>
                <c:pt idx="11299">
                  <c:v>657.80759999999907</c:v>
                </c:pt>
                <c:pt idx="11300">
                  <c:v>644.11410000000001</c:v>
                </c:pt>
                <c:pt idx="11301">
                  <c:v>633.21759999999949</c:v>
                </c:pt>
                <c:pt idx="11302">
                  <c:v>620.2115</c:v>
                </c:pt>
                <c:pt idx="11303">
                  <c:v>605.9008</c:v>
                </c:pt>
                <c:pt idx="11304">
                  <c:v>590.1182</c:v>
                </c:pt>
                <c:pt idx="11305">
                  <c:v>582.17880000000082</c:v>
                </c:pt>
                <c:pt idx="11306">
                  <c:v>574.15340000000003</c:v>
                </c:pt>
                <c:pt idx="11307">
                  <c:v>565.18740000000003</c:v>
                </c:pt>
                <c:pt idx="11308">
                  <c:v>554.98490000000004</c:v>
                </c:pt>
                <c:pt idx="11309">
                  <c:v>547.62829999999997</c:v>
                </c:pt>
                <c:pt idx="11310">
                  <c:v>539.02519999999947</c:v>
                </c:pt>
                <c:pt idx="11311">
                  <c:v>530.74180000000001</c:v>
                </c:pt>
                <c:pt idx="11312">
                  <c:v>520.67180000000053</c:v>
                </c:pt>
                <c:pt idx="11313">
                  <c:v>510.54239999999999</c:v>
                </c:pt>
                <c:pt idx="11314">
                  <c:v>498.68090000000001</c:v>
                </c:pt>
                <c:pt idx="11315">
                  <c:v>488.52639999999946</c:v>
                </c:pt>
                <c:pt idx="11316">
                  <c:v>481.53309999999954</c:v>
                </c:pt>
                <c:pt idx="11317">
                  <c:v>479.04450000000008</c:v>
                </c:pt>
                <c:pt idx="11318">
                  <c:v>477.15460000000047</c:v>
                </c:pt>
                <c:pt idx="11319">
                  <c:v>474.8297</c:v>
                </c:pt>
                <c:pt idx="11320">
                  <c:v>464.46319999999935</c:v>
                </c:pt>
                <c:pt idx="11321">
                  <c:v>451.7758</c:v>
                </c:pt>
                <c:pt idx="11322">
                  <c:v>444.05790000000002</c:v>
                </c:pt>
                <c:pt idx="11323">
                  <c:v>446.0573</c:v>
                </c:pt>
                <c:pt idx="11324">
                  <c:v>450.9974999999996</c:v>
                </c:pt>
                <c:pt idx="11325">
                  <c:v>450.71969999999999</c:v>
                </c:pt>
                <c:pt idx="11326">
                  <c:v>444.4597</c:v>
                </c:pt>
                <c:pt idx="11327">
                  <c:v>439.99119999999914</c:v>
                </c:pt>
                <c:pt idx="11328">
                  <c:v>436.94720000000001</c:v>
                </c:pt>
                <c:pt idx="11329">
                  <c:v>435.42259999999953</c:v>
                </c:pt>
                <c:pt idx="11330">
                  <c:v>432.67090000000002</c:v>
                </c:pt>
                <c:pt idx="11331">
                  <c:v>430.26260000000002</c:v>
                </c:pt>
                <c:pt idx="11332">
                  <c:v>427.03059999999954</c:v>
                </c:pt>
                <c:pt idx="11333">
                  <c:v>424.19329999999968</c:v>
                </c:pt>
                <c:pt idx="11334">
                  <c:v>420.47559999999953</c:v>
                </c:pt>
                <c:pt idx="11335">
                  <c:v>417.63129999999961</c:v>
                </c:pt>
                <c:pt idx="11336">
                  <c:v>413.77260000000001</c:v>
                </c:pt>
                <c:pt idx="11337">
                  <c:v>410.404</c:v>
                </c:pt>
                <c:pt idx="11338">
                  <c:v>413.53619999999933</c:v>
                </c:pt>
                <c:pt idx="11339">
                  <c:v>412.59809999999953</c:v>
                </c:pt>
                <c:pt idx="11340">
                  <c:v>405.46309999999954</c:v>
                </c:pt>
                <c:pt idx="11341">
                  <c:v>394.10599999999999</c:v>
                </c:pt>
                <c:pt idx="11342">
                  <c:v>384.80399999999969</c:v>
                </c:pt>
                <c:pt idx="11343">
                  <c:v>380.96349999999961</c:v>
                </c:pt>
                <c:pt idx="11344">
                  <c:v>380.99929999999961</c:v>
                </c:pt>
                <c:pt idx="11345">
                  <c:v>384.4529</c:v>
                </c:pt>
                <c:pt idx="11346">
                  <c:v>389.32129999999961</c:v>
                </c:pt>
                <c:pt idx="11347">
                  <c:v>388.89949999999999</c:v>
                </c:pt>
                <c:pt idx="11348">
                  <c:v>382.39699999999954</c:v>
                </c:pt>
                <c:pt idx="11349">
                  <c:v>390.22430000000003</c:v>
                </c:pt>
                <c:pt idx="11350">
                  <c:v>399.38220000000001</c:v>
                </c:pt>
                <c:pt idx="11351">
                  <c:v>406.17779999999999</c:v>
                </c:pt>
                <c:pt idx="11352">
                  <c:v>405.90899999999954</c:v>
                </c:pt>
                <c:pt idx="11353">
                  <c:v>404.01710000000003</c:v>
                </c:pt>
                <c:pt idx="11354">
                  <c:v>397.40159999999935</c:v>
                </c:pt>
                <c:pt idx="11355">
                  <c:v>387.75459999999993</c:v>
                </c:pt>
                <c:pt idx="11356">
                  <c:v>379.48129999999935</c:v>
                </c:pt>
                <c:pt idx="11357">
                  <c:v>373.89839999999936</c:v>
                </c:pt>
                <c:pt idx="11358">
                  <c:v>371.05250000000001</c:v>
                </c:pt>
                <c:pt idx="11359">
                  <c:v>372.68830000000003</c:v>
                </c:pt>
                <c:pt idx="11360">
                  <c:v>371.1585</c:v>
                </c:pt>
                <c:pt idx="11361">
                  <c:v>367.12520000000001</c:v>
                </c:pt>
                <c:pt idx="11362">
                  <c:v>361.15109999999999</c:v>
                </c:pt>
                <c:pt idx="11363">
                  <c:v>358.22539999999935</c:v>
                </c:pt>
                <c:pt idx="11364">
                  <c:v>356.44569999999999</c:v>
                </c:pt>
                <c:pt idx="11365">
                  <c:v>353.41119999999933</c:v>
                </c:pt>
                <c:pt idx="11366">
                  <c:v>349.82929999999999</c:v>
                </c:pt>
                <c:pt idx="11367">
                  <c:v>345.80200000000002</c:v>
                </c:pt>
                <c:pt idx="11368">
                  <c:v>341.70009999999968</c:v>
                </c:pt>
                <c:pt idx="11369">
                  <c:v>338.44649999999967</c:v>
                </c:pt>
                <c:pt idx="11370">
                  <c:v>334.17700000000002</c:v>
                </c:pt>
                <c:pt idx="11371">
                  <c:v>330.97280000000001</c:v>
                </c:pt>
                <c:pt idx="11372">
                  <c:v>330.17189999999999</c:v>
                </c:pt>
                <c:pt idx="11373">
                  <c:v>330.43339999999932</c:v>
                </c:pt>
                <c:pt idx="11374">
                  <c:v>327.09989999999999</c:v>
                </c:pt>
                <c:pt idx="11375">
                  <c:v>320.42579999999936</c:v>
                </c:pt>
                <c:pt idx="11376">
                  <c:v>316.97609999999935</c:v>
                </c:pt>
                <c:pt idx="11377">
                  <c:v>316.37309999999968</c:v>
                </c:pt>
                <c:pt idx="11378">
                  <c:v>315.01400000000001</c:v>
                </c:pt>
                <c:pt idx="11379">
                  <c:v>311.2278</c:v>
                </c:pt>
                <c:pt idx="11380">
                  <c:v>308.30849999999964</c:v>
                </c:pt>
                <c:pt idx="11381">
                  <c:v>308.36360000000002</c:v>
                </c:pt>
                <c:pt idx="11382">
                  <c:v>306.70049999999969</c:v>
                </c:pt>
                <c:pt idx="11383">
                  <c:v>303.49299999999954</c:v>
                </c:pt>
                <c:pt idx="11384">
                  <c:v>301.03500000000003</c:v>
                </c:pt>
                <c:pt idx="11385">
                  <c:v>301.5521</c:v>
                </c:pt>
                <c:pt idx="11386">
                  <c:v>327.40249999999969</c:v>
                </c:pt>
                <c:pt idx="11387">
                  <c:v>372.7317999999994</c:v>
                </c:pt>
                <c:pt idx="11388">
                  <c:v>430.28839999999946</c:v>
                </c:pt>
                <c:pt idx="11389">
                  <c:v>495.04820000000001</c:v>
                </c:pt>
                <c:pt idx="11390">
                  <c:v>487.95030000000003</c:v>
                </c:pt>
                <c:pt idx="11391">
                  <c:v>461.02569999999969</c:v>
                </c:pt>
                <c:pt idx="11392">
                  <c:v>431.35059999999999</c:v>
                </c:pt>
                <c:pt idx="11393">
                  <c:v>414.15710000000001</c:v>
                </c:pt>
                <c:pt idx="11394">
                  <c:v>408.42749999999961</c:v>
                </c:pt>
                <c:pt idx="11395">
                  <c:v>407.74790000000002</c:v>
                </c:pt>
                <c:pt idx="11396">
                  <c:v>405.39849999999967</c:v>
                </c:pt>
                <c:pt idx="11397">
                  <c:v>405.97789999999969</c:v>
                </c:pt>
                <c:pt idx="11398">
                  <c:v>412.62459999999999</c:v>
                </c:pt>
                <c:pt idx="11399">
                  <c:v>408.80029999999999</c:v>
                </c:pt>
                <c:pt idx="11400">
                  <c:v>398.27069999999969</c:v>
                </c:pt>
                <c:pt idx="11401">
                  <c:v>390.70800000000003</c:v>
                </c:pt>
                <c:pt idx="11402">
                  <c:v>390.12520000000001</c:v>
                </c:pt>
                <c:pt idx="11403">
                  <c:v>396.1207</c:v>
                </c:pt>
                <c:pt idx="11404">
                  <c:v>417.29360000000003</c:v>
                </c:pt>
                <c:pt idx="11405">
                  <c:v>423.59709999999961</c:v>
                </c:pt>
                <c:pt idx="11406">
                  <c:v>408.74009999999993</c:v>
                </c:pt>
                <c:pt idx="11407">
                  <c:v>414.13129999999961</c:v>
                </c:pt>
                <c:pt idx="11408">
                  <c:v>408.35750000000002</c:v>
                </c:pt>
                <c:pt idx="11409">
                  <c:v>396.35120000000001</c:v>
                </c:pt>
                <c:pt idx="11410">
                  <c:v>392.5394</c:v>
                </c:pt>
                <c:pt idx="11411">
                  <c:v>386.51900000000001</c:v>
                </c:pt>
                <c:pt idx="11412">
                  <c:v>374.24779999999993</c:v>
                </c:pt>
                <c:pt idx="11413">
                  <c:v>355.47719999999936</c:v>
                </c:pt>
                <c:pt idx="11414">
                  <c:v>320.45499999999993</c:v>
                </c:pt>
                <c:pt idx="11415">
                  <c:v>285.19400000000002</c:v>
                </c:pt>
                <c:pt idx="11416">
                  <c:v>338.2457</c:v>
                </c:pt>
                <c:pt idx="11417">
                  <c:v>521.7939000000008</c:v>
                </c:pt>
                <c:pt idx="11418">
                  <c:v>474.72719999999936</c:v>
                </c:pt>
                <c:pt idx="11419">
                  <c:v>428.2317999999994</c:v>
                </c:pt>
                <c:pt idx="11420">
                  <c:v>398.88119999999935</c:v>
                </c:pt>
                <c:pt idx="11421">
                  <c:v>394.24740000000008</c:v>
                </c:pt>
                <c:pt idx="11422">
                  <c:v>462.14960000000048</c:v>
                </c:pt>
                <c:pt idx="11423">
                  <c:v>509.245</c:v>
                </c:pt>
                <c:pt idx="11424">
                  <c:v>768.5511999999992</c:v>
                </c:pt>
                <c:pt idx="11425">
                  <c:v>1035.6759999999999</c:v>
                </c:pt>
                <c:pt idx="11426">
                  <c:v>921.81199999999933</c:v>
                </c:pt>
                <c:pt idx="11427">
                  <c:v>728.80430000000001</c:v>
                </c:pt>
                <c:pt idx="11428">
                  <c:v>660.2586</c:v>
                </c:pt>
                <c:pt idx="11429">
                  <c:v>655.81149999999946</c:v>
                </c:pt>
                <c:pt idx="11430">
                  <c:v>663.43739999999946</c:v>
                </c:pt>
                <c:pt idx="11431">
                  <c:v>676.1625999999992</c:v>
                </c:pt>
                <c:pt idx="11432">
                  <c:v>709.67360000000053</c:v>
                </c:pt>
                <c:pt idx="11433">
                  <c:v>695.93370000000004</c:v>
                </c:pt>
                <c:pt idx="11434">
                  <c:v>694.92719999999906</c:v>
                </c:pt>
                <c:pt idx="11435">
                  <c:v>966.62369999999999</c:v>
                </c:pt>
                <c:pt idx="11436">
                  <c:v>1678.7049999999999</c:v>
                </c:pt>
                <c:pt idx="11437">
                  <c:v>1990.9560000000001</c:v>
                </c:pt>
                <c:pt idx="11438">
                  <c:v>1711.443</c:v>
                </c:pt>
                <c:pt idx="11439">
                  <c:v>1182.105</c:v>
                </c:pt>
                <c:pt idx="11440">
                  <c:v>999.97050000000002</c:v>
                </c:pt>
                <c:pt idx="11441">
                  <c:v>972.60410000000002</c:v>
                </c:pt>
                <c:pt idx="11442">
                  <c:v>979.31819999999948</c:v>
                </c:pt>
                <c:pt idx="11443">
                  <c:v>915.19590000000005</c:v>
                </c:pt>
                <c:pt idx="11444">
                  <c:v>825.62289999999996</c:v>
                </c:pt>
                <c:pt idx="11445">
                  <c:v>836.2029</c:v>
                </c:pt>
                <c:pt idx="11446">
                  <c:v>1134.598</c:v>
                </c:pt>
                <c:pt idx="11447">
                  <c:v>1722.047</c:v>
                </c:pt>
                <c:pt idx="11448">
                  <c:v>2051.8620000000001</c:v>
                </c:pt>
                <c:pt idx="11449">
                  <c:v>1868.444</c:v>
                </c:pt>
                <c:pt idx="11450">
                  <c:v>1599.11</c:v>
                </c:pt>
                <c:pt idx="11451">
                  <c:v>1501.8619999999999</c:v>
                </c:pt>
                <c:pt idx="11452">
                  <c:v>1623.2080000000001</c:v>
                </c:pt>
                <c:pt idx="11453">
                  <c:v>1808.2090000000001</c:v>
                </c:pt>
                <c:pt idx="11454">
                  <c:v>1817.9960000000001</c:v>
                </c:pt>
                <c:pt idx="11455">
                  <c:v>1854.076</c:v>
                </c:pt>
                <c:pt idx="11456">
                  <c:v>1985.046</c:v>
                </c:pt>
                <c:pt idx="11457">
                  <c:v>1828.8329999999999</c:v>
                </c:pt>
                <c:pt idx="11458">
                  <c:v>1519.5719999999999</c:v>
                </c:pt>
                <c:pt idx="11459">
                  <c:v>1437.461</c:v>
                </c:pt>
                <c:pt idx="11460">
                  <c:v>1519.4639999999999</c:v>
                </c:pt>
                <c:pt idx="11461">
                  <c:v>1557.94</c:v>
                </c:pt>
                <c:pt idx="11462">
                  <c:v>1468.6699999999998</c:v>
                </c:pt>
                <c:pt idx="11463">
                  <c:v>1386.1079999999999</c:v>
                </c:pt>
                <c:pt idx="11464">
                  <c:v>1479.1129999999998</c:v>
                </c:pt>
                <c:pt idx="11465">
                  <c:v>1588.5129999999999</c:v>
                </c:pt>
                <c:pt idx="11466">
                  <c:v>1506.579</c:v>
                </c:pt>
                <c:pt idx="11467">
                  <c:v>1402.4170000000001</c:v>
                </c:pt>
                <c:pt idx="11468">
                  <c:v>1341.1189999999999</c:v>
                </c:pt>
                <c:pt idx="11469">
                  <c:v>1358.327</c:v>
                </c:pt>
                <c:pt idx="11470">
                  <c:v>1286.3739999999998</c:v>
                </c:pt>
                <c:pt idx="11471">
                  <c:v>1157.6399999999999</c:v>
                </c:pt>
                <c:pt idx="11472">
                  <c:v>1094.3639999999998</c:v>
                </c:pt>
                <c:pt idx="11473">
                  <c:v>1077.6719999999998</c:v>
                </c:pt>
                <c:pt idx="11474">
                  <c:v>1047.2909999999999</c:v>
                </c:pt>
                <c:pt idx="11475">
                  <c:v>983.04649999999947</c:v>
                </c:pt>
                <c:pt idx="11476">
                  <c:v>899.99559999999997</c:v>
                </c:pt>
                <c:pt idx="11477">
                  <c:v>852.88779999999997</c:v>
                </c:pt>
                <c:pt idx="11478">
                  <c:v>827.07350000000054</c:v>
                </c:pt>
                <c:pt idx="11479">
                  <c:v>802.8618999999992</c:v>
                </c:pt>
                <c:pt idx="11480">
                  <c:v>777.92139999999949</c:v>
                </c:pt>
                <c:pt idx="11481">
                  <c:v>749.68219999999997</c:v>
                </c:pt>
                <c:pt idx="11482">
                  <c:v>734.90449999999998</c:v>
                </c:pt>
                <c:pt idx="11483">
                  <c:v>716.98569999999938</c:v>
                </c:pt>
                <c:pt idx="11484">
                  <c:v>691.11929999999938</c:v>
                </c:pt>
                <c:pt idx="11485">
                  <c:v>672.41249999999934</c:v>
                </c:pt>
                <c:pt idx="11486">
                  <c:v>665.77310000000068</c:v>
                </c:pt>
                <c:pt idx="11487">
                  <c:v>654.36599999999919</c:v>
                </c:pt>
                <c:pt idx="11488">
                  <c:v>617.50490000000002</c:v>
                </c:pt>
                <c:pt idx="11489">
                  <c:v>591.93149999999946</c:v>
                </c:pt>
                <c:pt idx="11490">
                  <c:v>583.89919999999938</c:v>
                </c:pt>
                <c:pt idx="11491">
                  <c:v>579.06629999999905</c:v>
                </c:pt>
                <c:pt idx="11492">
                  <c:v>579.76440000000002</c:v>
                </c:pt>
                <c:pt idx="11493">
                  <c:v>576.41909999999996</c:v>
                </c:pt>
                <c:pt idx="11494">
                  <c:v>572.09390000000053</c:v>
                </c:pt>
                <c:pt idx="11495">
                  <c:v>566.51469999999949</c:v>
                </c:pt>
                <c:pt idx="11496">
                  <c:v>554.84199999999919</c:v>
                </c:pt>
                <c:pt idx="11497">
                  <c:v>542.83659999999907</c:v>
                </c:pt>
                <c:pt idx="11498">
                  <c:v>534.3845</c:v>
                </c:pt>
                <c:pt idx="11499">
                  <c:v>512.66739999999947</c:v>
                </c:pt>
                <c:pt idx="11500">
                  <c:v>469.23429999999968</c:v>
                </c:pt>
                <c:pt idx="11501">
                  <c:v>433.60039999999969</c:v>
                </c:pt>
                <c:pt idx="11502">
                  <c:v>412.99469999999968</c:v>
                </c:pt>
                <c:pt idx="11503">
                  <c:v>397.6816</c:v>
                </c:pt>
                <c:pt idx="11504">
                  <c:v>388.61629999999968</c:v>
                </c:pt>
                <c:pt idx="11505">
                  <c:v>362.24509999999964</c:v>
                </c:pt>
                <c:pt idx="11506">
                  <c:v>329.34890000000001</c:v>
                </c:pt>
                <c:pt idx="11507">
                  <c:v>307.53199999999936</c:v>
                </c:pt>
                <c:pt idx="11508">
                  <c:v>296.78429999999969</c:v>
                </c:pt>
                <c:pt idx="11509">
                  <c:v>290.11369999999999</c:v>
                </c:pt>
                <c:pt idx="11510">
                  <c:v>284.75819999999953</c:v>
                </c:pt>
                <c:pt idx="11511">
                  <c:v>282.3793</c:v>
                </c:pt>
                <c:pt idx="11512">
                  <c:v>290.08260000000001</c:v>
                </c:pt>
                <c:pt idx="11513">
                  <c:v>289.08069999999969</c:v>
                </c:pt>
                <c:pt idx="11514">
                  <c:v>281.25819999999953</c:v>
                </c:pt>
                <c:pt idx="11515">
                  <c:v>276.43639999999914</c:v>
                </c:pt>
                <c:pt idx="11516">
                  <c:v>281.71069999999969</c:v>
                </c:pt>
                <c:pt idx="11517">
                  <c:v>295.23939999999953</c:v>
                </c:pt>
                <c:pt idx="11518">
                  <c:v>295.6798000000004</c:v>
                </c:pt>
                <c:pt idx="11519">
                  <c:v>285.68869999999993</c:v>
                </c:pt>
                <c:pt idx="11520">
                  <c:v>291.83260000000001</c:v>
                </c:pt>
                <c:pt idx="11521">
                  <c:v>359.5230999999996</c:v>
                </c:pt>
                <c:pt idx="11522">
                  <c:v>411.73739999999935</c:v>
                </c:pt>
                <c:pt idx="11523">
                  <c:v>384.23129999999935</c:v>
                </c:pt>
                <c:pt idx="11524">
                  <c:v>343.33429999999993</c:v>
                </c:pt>
                <c:pt idx="11525">
                  <c:v>321.85219999999993</c:v>
                </c:pt>
                <c:pt idx="11526">
                  <c:v>309.32569999999993</c:v>
                </c:pt>
                <c:pt idx="11527">
                  <c:v>301.42139999999932</c:v>
                </c:pt>
                <c:pt idx="11528">
                  <c:v>295.1431</c:v>
                </c:pt>
                <c:pt idx="11529">
                  <c:v>296.44099999999969</c:v>
                </c:pt>
                <c:pt idx="11530">
                  <c:v>297.51119999999935</c:v>
                </c:pt>
                <c:pt idx="11531">
                  <c:v>296.32389999999964</c:v>
                </c:pt>
                <c:pt idx="11532">
                  <c:v>300.21809999999954</c:v>
                </c:pt>
                <c:pt idx="11533">
                  <c:v>303.32459999999969</c:v>
                </c:pt>
                <c:pt idx="11534">
                  <c:v>298.77189999999968</c:v>
                </c:pt>
                <c:pt idx="11535">
                  <c:v>313.12700000000001</c:v>
                </c:pt>
                <c:pt idx="11536">
                  <c:v>308.52929999999969</c:v>
                </c:pt>
                <c:pt idx="11537">
                  <c:v>331.53149999999954</c:v>
                </c:pt>
                <c:pt idx="11538">
                  <c:v>338.50329999999968</c:v>
                </c:pt>
                <c:pt idx="11539">
                  <c:v>332.81129999999968</c:v>
                </c:pt>
                <c:pt idx="11540">
                  <c:v>331.65219999999999</c:v>
                </c:pt>
                <c:pt idx="11541">
                  <c:v>348.68540000000002</c:v>
                </c:pt>
                <c:pt idx="11542">
                  <c:v>396.46009999999961</c:v>
                </c:pt>
                <c:pt idx="11543">
                  <c:v>474.02820000000003</c:v>
                </c:pt>
                <c:pt idx="11544">
                  <c:v>608.35249999999905</c:v>
                </c:pt>
                <c:pt idx="11545">
                  <c:v>662.56129999999905</c:v>
                </c:pt>
                <c:pt idx="11546">
                  <c:v>636.49429999999938</c:v>
                </c:pt>
                <c:pt idx="11547">
                  <c:v>594.51440000000002</c:v>
                </c:pt>
                <c:pt idx="11548">
                  <c:v>559.72270000000003</c:v>
                </c:pt>
                <c:pt idx="11549">
                  <c:v>550.95269999999903</c:v>
                </c:pt>
                <c:pt idx="11550">
                  <c:v>537.00310000000002</c:v>
                </c:pt>
                <c:pt idx="11551">
                  <c:v>522.93320000000006</c:v>
                </c:pt>
                <c:pt idx="11552">
                  <c:v>521.44169999999906</c:v>
                </c:pt>
                <c:pt idx="11553">
                  <c:v>545.36609999999905</c:v>
                </c:pt>
                <c:pt idx="11554">
                  <c:v>608.42519999999934</c:v>
                </c:pt>
                <c:pt idx="11555">
                  <c:v>743.04459999999949</c:v>
                </c:pt>
                <c:pt idx="11556">
                  <c:v>905.38289999999949</c:v>
                </c:pt>
                <c:pt idx="11557">
                  <c:v>905.50300000000004</c:v>
                </c:pt>
                <c:pt idx="11558">
                  <c:v>846.14340000000004</c:v>
                </c:pt>
                <c:pt idx="11559">
                  <c:v>926.46079999999949</c:v>
                </c:pt>
                <c:pt idx="11560">
                  <c:v>1023.102</c:v>
                </c:pt>
                <c:pt idx="11561">
                  <c:v>1020.3689999999993</c:v>
                </c:pt>
                <c:pt idx="11562">
                  <c:v>1035.1179999999999</c:v>
                </c:pt>
                <c:pt idx="11563">
                  <c:v>1068.576</c:v>
                </c:pt>
                <c:pt idx="11564">
                  <c:v>1085.4490000000001</c:v>
                </c:pt>
                <c:pt idx="11565">
                  <c:v>1129.021</c:v>
                </c:pt>
                <c:pt idx="11566">
                  <c:v>1218.3679999999999</c:v>
                </c:pt>
                <c:pt idx="11567">
                  <c:v>1377.2850000000001</c:v>
                </c:pt>
                <c:pt idx="11568">
                  <c:v>1520.702</c:v>
                </c:pt>
                <c:pt idx="11569">
                  <c:v>1517.2570000000001</c:v>
                </c:pt>
                <c:pt idx="11570">
                  <c:v>1440.6709999999998</c:v>
                </c:pt>
                <c:pt idx="11571">
                  <c:v>1362.1479999999999</c:v>
                </c:pt>
                <c:pt idx="11572">
                  <c:v>1280.316</c:v>
                </c:pt>
                <c:pt idx="11573">
                  <c:v>1192.6569999999999</c:v>
                </c:pt>
                <c:pt idx="11574">
                  <c:v>1104.95</c:v>
                </c:pt>
                <c:pt idx="11575">
                  <c:v>1019.1790000000005</c:v>
                </c:pt>
                <c:pt idx="11576">
                  <c:v>955.52809999999999</c:v>
                </c:pt>
                <c:pt idx="11577">
                  <c:v>910.85489999999947</c:v>
                </c:pt>
                <c:pt idx="11578">
                  <c:v>868.19330000000082</c:v>
                </c:pt>
                <c:pt idx="11579">
                  <c:v>847.15559999999948</c:v>
                </c:pt>
                <c:pt idx="11580">
                  <c:v>926.39919999999938</c:v>
                </c:pt>
                <c:pt idx="11581">
                  <c:v>1030.6769999999999</c:v>
                </c:pt>
                <c:pt idx="11582">
                  <c:v>1030.9050000000011</c:v>
                </c:pt>
                <c:pt idx="11583">
                  <c:v>927.80930000000001</c:v>
                </c:pt>
                <c:pt idx="11584">
                  <c:v>854.28550000000052</c:v>
                </c:pt>
                <c:pt idx="11585">
                  <c:v>813.08069999999998</c:v>
                </c:pt>
                <c:pt idx="11586">
                  <c:v>783.79049999999995</c:v>
                </c:pt>
                <c:pt idx="11587">
                  <c:v>762.80959999999948</c:v>
                </c:pt>
                <c:pt idx="11588">
                  <c:v>767.3174999999992</c:v>
                </c:pt>
                <c:pt idx="11589">
                  <c:v>758.91470000000004</c:v>
                </c:pt>
                <c:pt idx="11590">
                  <c:v>761.01949999999999</c:v>
                </c:pt>
                <c:pt idx="11591">
                  <c:v>1100.125</c:v>
                </c:pt>
                <c:pt idx="11592">
                  <c:v>1844.586</c:v>
                </c:pt>
                <c:pt idx="11593">
                  <c:v>2293.5650000000001</c:v>
                </c:pt>
                <c:pt idx="11594">
                  <c:v>1901.758</c:v>
                </c:pt>
                <c:pt idx="11595">
                  <c:v>1303.876</c:v>
                </c:pt>
                <c:pt idx="11596">
                  <c:v>1043.981</c:v>
                </c:pt>
                <c:pt idx="11597">
                  <c:v>1098.7260000000001</c:v>
                </c:pt>
                <c:pt idx="11598">
                  <c:v>1520.8979999999999</c:v>
                </c:pt>
                <c:pt idx="11599">
                  <c:v>1790.6329999999998</c:v>
                </c:pt>
                <c:pt idx="11600">
                  <c:v>1662.6679999999999</c:v>
                </c:pt>
                <c:pt idx="11601">
                  <c:v>1255.903</c:v>
                </c:pt>
                <c:pt idx="11602">
                  <c:v>1096.896</c:v>
                </c:pt>
                <c:pt idx="11603">
                  <c:v>1027.2170000000001</c:v>
                </c:pt>
                <c:pt idx="11604">
                  <c:v>969.22749999999996</c:v>
                </c:pt>
                <c:pt idx="11605">
                  <c:v>941.47670000000005</c:v>
                </c:pt>
                <c:pt idx="11606">
                  <c:v>1044.1039999999998</c:v>
                </c:pt>
                <c:pt idx="11607">
                  <c:v>1155.5909999999999</c:v>
                </c:pt>
                <c:pt idx="11608">
                  <c:v>1703.1379999999999</c:v>
                </c:pt>
                <c:pt idx="11609">
                  <c:v>2703.62</c:v>
                </c:pt>
                <c:pt idx="11610">
                  <c:v>3092.06</c:v>
                </c:pt>
                <c:pt idx="11611">
                  <c:v>3361.8320000000012</c:v>
                </c:pt>
                <c:pt idx="11612">
                  <c:v>3671.4270000000001</c:v>
                </c:pt>
                <c:pt idx="11613">
                  <c:v>3716.1019999999999</c:v>
                </c:pt>
                <c:pt idx="11614">
                  <c:v>2833.9360000000001</c:v>
                </c:pt>
                <c:pt idx="11615">
                  <c:v>2488.424</c:v>
                </c:pt>
                <c:pt idx="11616">
                  <c:v>2762.2799999999997</c:v>
                </c:pt>
                <c:pt idx="11617">
                  <c:v>2765.7350000000001</c:v>
                </c:pt>
                <c:pt idx="11618">
                  <c:v>2270.3020000000001</c:v>
                </c:pt>
                <c:pt idx="11619">
                  <c:v>2013.3579999999999</c:v>
                </c:pt>
                <c:pt idx="11620">
                  <c:v>1862.876</c:v>
                </c:pt>
                <c:pt idx="11621">
                  <c:v>1722.1379999999999</c:v>
                </c:pt>
                <c:pt idx="11622">
                  <c:v>1599.1179999999999</c:v>
                </c:pt>
                <c:pt idx="11623">
                  <c:v>1507.6939999999986</c:v>
                </c:pt>
                <c:pt idx="11624">
                  <c:v>1741.7719999999999</c:v>
                </c:pt>
                <c:pt idx="11625">
                  <c:v>2180.0340000000001</c:v>
                </c:pt>
                <c:pt idx="11626">
                  <c:v>2856.8720000000012</c:v>
                </c:pt>
                <c:pt idx="11627">
                  <c:v>3488.6370000000002</c:v>
                </c:pt>
                <c:pt idx="11628">
                  <c:v>3105.252</c:v>
                </c:pt>
                <c:pt idx="11629">
                  <c:v>2368.0189999999998</c:v>
                </c:pt>
                <c:pt idx="11630">
                  <c:v>1773.9780000000001</c:v>
                </c:pt>
                <c:pt idx="11631">
                  <c:v>1561.508</c:v>
                </c:pt>
                <c:pt idx="11632">
                  <c:v>1478.096</c:v>
                </c:pt>
                <c:pt idx="11633">
                  <c:v>1372.6019999999999</c:v>
                </c:pt>
                <c:pt idx="11634">
                  <c:v>1302.028</c:v>
                </c:pt>
                <c:pt idx="11635">
                  <c:v>1257.4660000000001</c:v>
                </c:pt>
                <c:pt idx="11636">
                  <c:v>1714.675</c:v>
                </c:pt>
                <c:pt idx="11637">
                  <c:v>2120.69</c:v>
                </c:pt>
                <c:pt idx="11638">
                  <c:v>2399.5529999999999</c:v>
                </c:pt>
                <c:pt idx="11639">
                  <c:v>2306.0790000000002</c:v>
                </c:pt>
                <c:pt idx="11640">
                  <c:v>2931.8040000000001</c:v>
                </c:pt>
                <c:pt idx="11641">
                  <c:v>3579.4679999999998</c:v>
                </c:pt>
                <c:pt idx="11642">
                  <c:v>4361.4429999999993</c:v>
                </c:pt>
                <c:pt idx="11643">
                  <c:v>3913.8049999999998</c:v>
                </c:pt>
                <c:pt idx="11644">
                  <c:v>3148.2829999999967</c:v>
                </c:pt>
                <c:pt idx="11645">
                  <c:v>3723.2089999999966</c:v>
                </c:pt>
                <c:pt idx="11646">
                  <c:v>4141.2349999999997</c:v>
                </c:pt>
                <c:pt idx="11647">
                  <c:v>3747.8170000000027</c:v>
                </c:pt>
                <c:pt idx="11648">
                  <c:v>2598.616</c:v>
                </c:pt>
                <c:pt idx="11649">
                  <c:v>1979.81</c:v>
                </c:pt>
                <c:pt idx="11650">
                  <c:v>1800.9190000000001</c:v>
                </c:pt>
                <c:pt idx="11651">
                  <c:v>1735.501</c:v>
                </c:pt>
                <c:pt idx="11652">
                  <c:v>2764.3470000000002</c:v>
                </c:pt>
                <c:pt idx="11653">
                  <c:v>4004.5810000000001</c:v>
                </c:pt>
                <c:pt idx="11654">
                  <c:v>4432.2779999999975</c:v>
                </c:pt>
                <c:pt idx="11655">
                  <c:v>3142.6990000000001</c:v>
                </c:pt>
                <c:pt idx="11656">
                  <c:v>2017.4480000000001</c:v>
                </c:pt>
                <c:pt idx="11657">
                  <c:v>1810.241</c:v>
                </c:pt>
                <c:pt idx="11658">
                  <c:v>1689.76</c:v>
                </c:pt>
                <c:pt idx="11659">
                  <c:v>1524.365</c:v>
                </c:pt>
                <c:pt idx="11660">
                  <c:v>1451.395</c:v>
                </c:pt>
                <c:pt idx="11661">
                  <c:v>1374.2619999999999</c:v>
                </c:pt>
                <c:pt idx="11662">
                  <c:v>1327.7719999999999</c:v>
                </c:pt>
                <c:pt idx="11663">
                  <c:v>1308.6109999999999</c:v>
                </c:pt>
                <c:pt idx="11664">
                  <c:v>1291.826</c:v>
                </c:pt>
                <c:pt idx="11665">
                  <c:v>1392.356</c:v>
                </c:pt>
                <c:pt idx="11666">
                  <c:v>1357.8929999999998</c:v>
                </c:pt>
                <c:pt idx="11667">
                  <c:v>1335.433</c:v>
                </c:pt>
                <c:pt idx="11668">
                  <c:v>1301.9580000000001</c:v>
                </c:pt>
                <c:pt idx="11669">
                  <c:v>1263.7719999999999</c:v>
                </c:pt>
                <c:pt idx="11670">
                  <c:v>1217.155</c:v>
                </c:pt>
                <c:pt idx="11671">
                  <c:v>1508.5909999999999</c:v>
                </c:pt>
                <c:pt idx="11672">
                  <c:v>1695.028</c:v>
                </c:pt>
                <c:pt idx="11673">
                  <c:v>2035.9680000000001</c:v>
                </c:pt>
                <c:pt idx="11674">
                  <c:v>2064.9949999999999</c:v>
                </c:pt>
                <c:pt idx="11675">
                  <c:v>2408.1790000000001</c:v>
                </c:pt>
                <c:pt idx="11676">
                  <c:v>2065.143</c:v>
                </c:pt>
                <c:pt idx="11677">
                  <c:v>1706.816</c:v>
                </c:pt>
                <c:pt idx="11678">
                  <c:v>1417.9260000000011</c:v>
                </c:pt>
                <c:pt idx="11679">
                  <c:v>1301.289</c:v>
                </c:pt>
                <c:pt idx="11680">
                  <c:v>1242.4849999999999</c:v>
                </c:pt>
                <c:pt idx="11681">
                  <c:v>1202.76</c:v>
                </c:pt>
                <c:pt idx="11682">
                  <c:v>1166.0529999999999</c:v>
                </c:pt>
                <c:pt idx="11683">
                  <c:v>1135.462</c:v>
                </c:pt>
                <c:pt idx="11684">
                  <c:v>1108.107</c:v>
                </c:pt>
                <c:pt idx="11685">
                  <c:v>1089.72</c:v>
                </c:pt>
                <c:pt idx="11686">
                  <c:v>1071.434</c:v>
                </c:pt>
                <c:pt idx="11687">
                  <c:v>1051.223</c:v>
                </c:pt>
                <c:pt idx="11688">
                  <c:v>1032.895</c:v>
                </c:pt>
                <c:pt idx="11689">
                  <c:v>1016.843</c:v>
                </c:pt>
                <c:pt idx="11690">
                  <c:v>997.42470000000003</c:v>
                </c:pt>
                <c:pt idx="11691">
                  <c:v>998.50509999999997</c:v>
                </c:pt>
                <c:pt idx="11692">
                  <c:v>1008.5880000000005</c:v>
                </c:pt>
                <c:pt idx="11693">
                  <c:v>1005.596</c:v>
                </c:pt>
                <c:pt idx="11694">
                  <c:v>989.44839999999999</c:v>
                </c:pt>
                <c:pt idx="11695">
                  <c:v>1095.6979999999999</c:v>
                </c:pt>
                <c:pt idx="11696">
                  <c:v>1244.4060000000011</c:v>
                </c:pt>
                <c:pt idx="11697">
                  <c:v>1309.095</c:v>
                </c:pt>
                <c:pt idx="11698">
                  <c:v>1277.8579999999999</c:v>
                </c:pt>
                <c:pt idx="11699">
                  <c:v>1239.7550000000001</c:v>
                </c:pt>
                <c:pt idx="11700">
                  <c:v>1118.098</c:v>
                </c:pt>
                <c:pt idx="11701">
                  <c:v>988.8201999999992</c:v>
                </c:pt>
                <c:pt idx="11702">
                  <c:v>933.24180000000001</c:v>
                </c:pt>
                <c:pt idx="11703">
                  <c:v>904.73789999999997</c:v>
                </c:pt>
                <c:pt idx="11704">
                  <c:v>1253.231</c:v>
                </c:pt>
                <c:pt idx="11705">
                  <c:v>2237.3490000000002</c:v>
                </c:pt>
                <c:pt idx="11706">
                  <c:v>3416.6410000000001</c:v>
                </c:pt>
                <c:pt idx="11707">
                  <c:v>3367.828</c:v>
                </c:pt>
                <c:pt idx="11708">
                  <c:v>2194.5659999999998</c:v>
                </c:pt>
                <c:pt idx="11709">
                  <c:v>1447.912</c:v>
                </c:pt>
                <c:pt idx="11710">
                  <c:v>1521.6039999999998</c:v>
                </c:pt>
                <c:pt idx="11711">
                  <c:v>1965.9349999999999</c:v>
                </c:pt>
                <c:pt idx="11712">
                  <c:v>2185.9360000000001</c:v>
                </c:pt>
                <c:pt idx="11713">
                  <c:v>2084.5520000000001</c:v>
                </c:pt>
                <c:pt idx="11714">
                  <c:v>1624.7719999999999</c:v>
                </c:pt>
                <c:pt idx="11715">
                  <c:v>1320.576</c:v>
                </c:pt>
                <c:pt idx="11716">
                  <c:v>1223.0550000000001</c:v>
                </c:pt>
                <c:pt idx="11717">
                  <c:v>1163.547</c:v>
                </c:pt>
                <c:pt idx="11718">
                  <c:v>1105.5709999999999</c:v>
                </c:pt>
                <c:pt idx="11719">
                  <c:v>1071.0929999999998</c:v>
                </c:pt>
                <c:pt idx="11720">
                  <c:v>1045.711</c:v>
                </c:pt>
                <c:pt idx="11721">
                  <c:v>1035.8839999999998</c:v>
                </c:pt>
                <c:pt idx="11722">
                  <c:v>1058.981</c:v>
                </c:pt>
                <c:pt idx="11723">
                  <c:v>1220.9170000000001</c:v>
                </c:pt>
                <c:pt idx="11724">
                  <c:v>1277.9480000000001</c:v>
                </c:pt>
                <c:pt idx="11725">
                  <c:v>1235.127</c:v>
                </c:pt>
                <c:pt idx="11726">
                  <c:v>1130.223</c:v>
                </c:pt>
                <c:pt idx="11727">
                  <c:v>1087.7629999999999</c:v>
                </c:pt>
                <c:pt idx="11728">
                  <c:v>1063.2049999999999</c:v>
                </c:pt>
                <c:pt idx="11729">
                  <c:v>1042.8139999999999</c:v>
                </c:pt>
                <c:pt idx="11730">
                  <c:v>1008.4640000000001</c:v>
                </c:pt>
                <c:pt idx="11731">
                  <c:v>971.64919999999938</c:v>
                </c:pt>
                <c:pt idx="11732">
                  <c:v>940.19</c:v>
                </c:pt>
                <c:pt idx="11733">
                  <c:v>917.59739999999999</c:v>
                </c:pt>
                <c:pt idx="11734">
                  <c:v>895.95509999999933</c:v>
                </c:pt>
                <c:pt idx="11735">
                  <c:v>876.33509999999933</c:v>
                </c:pt>
                <c:pt idx="11736">
                  <c:v>858.11659999999949</c:v>
                </c:pt>
                <c:pt idx="11737">
                  <c:v>842.84379999999999</c:v>
                </c:pt>
                <c:pt idx="11738">
                  <c:v>830.29090000000053</c:v>
                </c:pt>
                <c:pt idx="11739">
                  <c:v>821.22619999999949</c:v>
                </c:pt>
                <c:pt idx="11740">
                  <c:v>812.17850000000055</c:v>
                </c:pt>
                <c:pt idx="11741">
                  <c:v>813.46839999999997</c:v>
                </c:pt>
                <c:pt idx="11742">
                  <c:v>810.44419999999946</c:v>
                </c:pt>
                <c:pt idx="11743">
                  <c:v>802.07240000000002</c:v>
                </c:pt>
                <c:pt idx="11744">
                  <c:v>788.49300000000005</c:v>
                </c:pt>
                <c:pt idx="11745">
                  <c:v>769.07309999999995</c:v>
                </c:pt>
                <c:pt idx="11746">
                  <c:v>750.60719999999947</c:v>
                </c:pt>
                <c:pt idx="11747">
                  <c:v>737.87599999999998</c:v>
                </c:pt>
                <c:pt idx="11748">
                  <c:v>727.6512999999992</c:v>
                </c:pt>
                <c:pt idx="11749">
                  <c:v>721.66690000000006</c:v>
                </c:pt>
                <c:pt idx="11750">
                  <c:v>722.5181</c:v>
                </c:pt>
                <c:pt idx="11751">
                  <c:v>725.67400000000055</c:v>
                </c:pt>
                <c:pt idx="11752">
                  <c:v>726.9415999999992</c:v>
                </c:pt>
                <c:pt idx="11753">
                  <c:v>728.1952</c:v>
                </c:pt>
                <c:pt idx="11754">
                  <c:v>729.77310000000068</c:v>
                </c:pt>
                <c:pt idx="11755">
                  <c:v>730.49490000000003</c:v>
                </c:pt>
                <c:pt idx="11756">
                  <c:v>730.57890000000054</c:v>
                </c:pt>
                <c:pt idx="11757">
                  <c:v>729.95859999999948</c:v>
                </c:pt>
                <c:pt idx="11758">
                  <c:v>724.99619999999948</c:v>
                </c:pt>
                <c:pt idx="11759">
                  <c:v>712.00289999999939</c:v>
                </c:pt>
                <c:pt idx="11760">
                  <c:v>694.1345</c:v>
                </c:pt>
                <c:pt idx="11761">
                  <c:v>680.44679999999948</c:v>
                </c:pt>
                <c:pt idx="11762">
                  <c:v>669.53470000000004</c:v>
                </c:pt>
                <c:pt idx="11763">
                  <c:v>662.10080000000005</c:v>
                </c:pt>
                <c:pt idx="11764">
                  <c:v>658.85939999999948</c:v>
                </c:pt>
                <c:pt idx="11765">
                  <c:v>662.57169999999996</c:v>
                </c:pt>
                <c:pt idx="11766">
                  <c:v>670.47260000000006</c:v>
                </c:pt>
                <c:pt idx="11767">
                  <c:v>679.28880000000095</c:v>
                </c:pt>
                <c:pt idx="11768">
                  <c:v>721.40380000000005</c:v>
                </c:pt>
                <c:pt idx="11769">
                  <c:v>734.31699999999921</c:v>
                </c:pt>
                <c:pt idx="11770">
                  <c:v>724.72559999999999</c:v>
                </c:pt>
                <c:pt idx="11771">
                  <c:v>710.94830000000002</c:v>
                </c:pt>
                <c:pt idx="11772">
                  <c:v>699.56049999999948</c:v>
                </c:pt>
                <c:pt idx="11773">
                  <c:v>695.11490000000003</c:v>
                </c:pt>
                <c:pt idx="11774">
                  <c:v>822.83370000000002</c:v>
                </c:pt>
                <c:pt idx="11775">
                  <c:v>927.88729999999907</c:v>
                </c:pt>
                <c:pt idx="11776">
                  <c:v>961.34929999999906</c:v>
                </c:pt>
                <c:pt idx="11777">
                  <c:v>949.24130000000002</c:v>
                </c:pt>
                <c:pt idx="11778">
                  <c:v>1042.951</c:v>
                </c:pt>
                <c:pt idx="11779">
                  <c:v>976.15</c:v>
                </c:pt>
                <c:pt idx="11780">
                  <c:v>837.10080000000005</c:v>
                </c:pt>
                <c:pt idx="11781">
                  <c:v>723.81899999999996</c:v>
                </c:pt>
                <c:pt idx="11782">
                  <c:v>677.00080000000003</c:v>
                </c:pt>
                <c:pt idx="11783">
                  <c:v>691.61479999999995</c:v>
                </c:pt>
                <c:pt idx="11784">
                  <c:v>740.34639999999933</c:v>
                </c:pt>
                <c:pt idx="11785">
                  <c:v>740.84989999999948</c:v>
                </c:pt>
                <c:pt idx="11786">
                  <c:v>682.64409999999998</c:v>
                </c:pt>
                <c:pt idx="11787">
                  <c:v>640.90209999999934</c:v>
                </c:pt>
                <c:pt idx="11788">
                  <c:v>639.70450000000005</c:v>
                </c:pt>
                <c:pt idx="11789">
                  <c:v>654.06239999999946</c:v>
                </c:pt>
                <c:pt idx="11790">
                  <c:v>663.01559999999949</c:v>
                </c:pt>
                <c:pt idx="11791">
                  <c:v>664.61180000000002</c:v>
                </c:pt>
                <c:pt idx="11792">
                  <c:v>698.0059</c:v>
                </c:pt>
                <c:pt idx="11793">
                  <c:v>799.75289999999939</c:v>
                </c:pt>
                <c:pt idx="11794">
                  <c:v>922.52599999999939</c:v>
                </c:pt>
                <c:pt idx="11795">
                  <c:v>950.66269999999906</c:v>
                </c:pt>
                <c:pt idx="11796">
                  <c:v>1147.9749999999999</c:v>
                </c:pt>
                <c:pt idx="11797">
                  <c:v>1812.0360000000001</c:v>
                </c:pt>
                <c:pt idx="11798">
                  <c:v>2542.0790000000002</c:v>
                </c:pt>
                <c:pt idx="11799">
                  <c:v>2146.3550000000027</c:v>
                </c:pt>
                <c:pt idx="11800">
                  <c:v>1349.1009999999999</c:v>
                </c:pt>
                <c:pt idx="11801">
                  <c:v>1152.72</c:v>
                </c:pt>
                <c:pt idx="11802">
                  <c:v>1246.9060000000011</c:v>
                </c:pt>
                <c:pt idx="11803">
                  <c:v>1386.296</c:v>
                </c:pt>
                <c:pt idx="11804">
                  <c:v>1954.1519999999998</c:v>
                </c:pt>
                <c:pt idx="11805">
                  <c:v>2802.7799999999997</c:v>
                </c:pt>
                <c:pt idx="11806">
                  <c:v>3303.3570000000022</c:v>
                </c:pt>
                <c:pt idx="11807">
                  <c:v>2397.0450000000001</c:v>
                </c:pt>
                <c:pt idx="11808">
                  <c:v>1363.056</c:v>
                </c:pt>
                <c:pt idx="11809">
                  <c:v>1300.317</c:v>
                </c:pt>
                <c:pt idx="11810">
                  <c:v>1372.106</c:v>
                </c:pt>
                <c:pt idx="11811">
                  <c:v>1355.252</c:v>
                </c:pt>
                <c:pt idx="11812">
                  <c:v>1379.068</c:v>
                </c:pt>
                <c:pt idx="11813">
                  <c:v>1231.6609999999998</c:v>
                </c:pt>
                <c:pt idx="11814">
                  <c:v>1124.136</c:v>
                </c:pt>
                <c:pt idx="11815">
                  <c:v>1080.8699999999999</c:v>
                </c:pt>
                <c:pt idx="11816">
                  <c:v>1027.6969999999999</c:v>
                </c:pt>
                <c:pt idx="11817">
                  <c:v>1061.345</c:v>
                </c:pt>
                <c:pt idx="11818">
                  <c:v>1178.9780000000001</c:v>
                </c:pt>
                <c:pt idx="11819">
                  <c:v>1233.306</c:v>
                </c:pt>
                <c:pt idx="11820">
                  <c:v>1119.547</c:v>
                </c:pt>
                <c:pt idx="11821">
                  <c:v>1022.8819999999994</c:v>
                </c:pt>
                <c:pt idx="11822">
                  <c:v>1070.826</c:v>
                </c:pt>
                <c:pt idx="11823">
                  <c:v>1223.385</c:v>
                </c:pt>
                <c:pt idx="11824">
                  <c:v>1355.971</c:v>
                </c:pt>
                <c:pt idx="11825">
                  <c:v>1305.9060000000011</c:v>
                </c:pt>
                <c:pt idx="11826">
                  <c:v>1254.105</c:v>
                </c:pt>
                <c:pt idx="11827">
                  <c:v>1278.5239999999999</c:v>
                </c:pt>
                <c:pt idx="11828">
                  <c:v>1236.3599999999999</c:v>
                </c:pt>
                <c:pt idx="11829">
                  <c:v>1188.443</c:v>
                </c:pt>
                <c:pt idx="11830">
                  <c:v>1246.83</c:v>
                </c:pt>
                <c:pt idx="11831">
                  <c:v>1387.866</c:v>
                </c:pt>
                <c:pt idx="11832">
                  <c:v>1479.2719999999999</c:v>
                </c:pt>
                <c:pt idx="11833">
                  <c:v>1378.6209999999999</c:v>
                </c:pt>
                <c:pt idx="11834">
                  <c:v>1231.7049999999999</c:v>
                </c:pt>
                <c:pt idx="11835">
                  <c:v>1203.6299999999999</c:v>
                </c:pt>
                <c:pt idx="11836">
                  <c:v>1198.2529999999999</c:v>
                </c:pt>
                <c:pt idx="11837">
                  <c:v>1172.788</c:v>
                </c:pt>
                <c:pt idx="11838">
                  <c:v>1169.9770000000001</c:v>
                </c:pt>
                <c:pt idx="11839">
                  <c:v>1156.0319999999999</c:v>
                </c:pt>
                <c:pt idx="11840">
                  <c:v>1098.6899999999998</c:v>
                </c:pt>
                <c:pt idx="11841">
                  <c:v>1005.0619999999993</c:v>
                </c:pt>
                <c:pt idx="11842">
                  <c:v>944.63239999999996</c:v>
                </c:pt>
                <c:pt idx="11843">
                  <c:v>973.20590000000004</c:v>
                </c:pt>
                <c:pt idx="11844">
                  <c:v>977.25099999999998</c:v>
                </c:pt>
                <c:pt idx="11845">
                  <c:v>912.18790000000001</c:v>
                </c:pt>
                <c:pt idx="11846">
                  <c:v>872.15739999999948</c:v>
                </c:pt>
                <c:pt idx="11847">
                  <c:v>857.76840000000004</c:v>
                </c:pt>
                <c:pt idx="11848">
                  <c:v>871.97090000000003</c:v>
                </c:pt>
                <c:pt idx="11849">
                  <c:v>1026.086</c:v>
                </c:pt>
                <c:pt idx="11850">
                  <c:v>1225.5339999999999</c:v>
                </c:pt>
                <c:pt idx="11851">
                  <c:v>1169.481</c:v>
                </c:pt>
                <c:pt idx="11852">
                  <c:v>952.92539999999997</c:v>
                </c:pt>
                <c:pt idx="11853">
                  <c:v>894.35019999999906</c:v>
                </c:pt>
                <c:pt idx="11854">
                  <c:v>908.42539999999997</c:v>
                </c:pt>
                <c:pt idx="11855">
                  <c:v>878.95929999999919</c:v>
                </c:pt>
                <c:pt idx="11856">
                  <c:v>851.15419999999949</c:v>
                </c:pt>
                <c:pt idx="11857">
                  <c:v>853.72500000000002</c:v>
                </c:pt>
                <c:pt idx="11858">
                  <c:v>980.27090000000055</c:v>
                </c:pt>
                <c:pt idx="11859">
                  <c:v>1188.941</c:v>
                </c:pt>
                <c:pt idx="11860">
                  <c:v>1177.9480000000001</c:v>
                </c:pt>
                <c:pt idx="11861">
                  <c:v>995.21119999999996</c:v>
                </c:pt>
                <c:pt idx="11862">
                  <c:v>1100.799</c:v>
                </c:pt>
                <c:pt idx="11863">
                  <c:v>1523.86</c:v>
                </c:pt>
                <c:pt idx="11864">
                  <c:v>1722.462</c:v>
                </c:pt>
                <c:pt idx="11865">
                  <c:v>1480.7349999999999</c:v>
                </c:pt>
                <c:pt idx="11866">
                  <c:v>1316.712</c:v>
                </c:pt>
                <c:pt idx="11867">
                  <c:v>1637.3719999999998</c:v>
                </c:pt>
                <c:pt idx="11868">
                  <c:v>2070.7039999999997</c:v>
                </c:pt>
                <c:pt idx="11869">
                  <c:v>2070.65</c:v>
                </c:pt>
                <c:pt idx="11870">
                  <c:v>1727.1179999999999</c:v>
                </c:pt>
                <c:pt idx="11871">
                  <c:v>1602.2660000000001</c:v>
                </c:pt>
                <c:pt idx="11872">
                  <c:v>1683.3429999999998</c:v>
                </c:pt>
                <c:pt idx="11873">
                  <c:v>1516.396</c:v>
                </c:pt>
                <c:pt idx="11874">
                  <c:v>1236.386</c:v>
                </c:pt>
                <c:pt idx="11875">
                  <c:v>1049.202</c:v>
                </c:pt>
                <c:pt idx="11876">
                  <c:v>899.46529999999905</c:v>
                </c:pt>
                <c:pt idx="11877">
                  <c:v>803.33399999999949</c:v>
                </c:pt>
                <c:pt idx="11878">
                  <c:v>744.54489999999998</c:v>
                </c:pt>
                <c:pt idx="11879">
                  <c:v>690.43599999999947</c:v>
                </c:pt>
                <c:pt idx="11880">
                  <c:v>648.15019999999947</c:v>
                </c:pt>
                <c:pt idx="11881">
                  <c:v>611.74570000000051</c:v>
                </c:pt>
                <c:pt idx="11882">
                  <c:v>585.43499999999949</c:v>
                </c:pt>
                <c:pt idx="11883">
                  <c:v>572.12969999999996</c:v>
                </c:pt>
                <c:pt idx="11884">
                  <c:v>551.61680000000001</c:v>
                </c:pt>
                <c:pt idx="11885">
                  <c:v>526.61540000000002</c:v>
                </c:pt>
                <c:pt idx="11886">
                  <c:v>511.60120000000001</c:v>
                </c:pt>
                <c:pt idx="11887">
                  <c:v>500.20749999999964</c:v>
                </c:pt>
                <c:pt idx="11888">
                  <c:v>485.86040000000008</c:v>
                </c:pt>
                <c:pt idx="11889">
                  <c:v>470.38499999999999</c:v>
                </c:pt>
                <c:pt idx="11890">
                  <c:v>459.41319999999939</c:v>
                </c:pt>
                <c:pt idx="11891">
                  <c:v>453.4452</c:v>
                </c:pt>
                <c:pt idx="11892">
                  <c:v>444.43679999999932</c:v>
                </c:pt>
                <c:pt idx="11893">
                  <c:v>437.81509999999969</c:v>
                </c:pt>
                <c:pt idx="11894">
                  <c:v>434.62849999999969</c:v>
                </c:pt>
                <c:pt idx="11895">
                  <c:v>420.4</c:v>
                </c:pt>
                <c:pt idx="11896">
                  <c:v>425.79329999999953</c:v>
                </c:pt>
                <c:pt idx="11897">
                  <c:v>427.14109999999999</c:v>
                </c:pt>
                <c:pt idx="11898">
                  <c:v>424.32829999999967</c:v>
                </c:pt>
                <c:pt idx="11899">
                  <c:v>421.01639999999935</c:v>
                </c:pt>
                <c:pt idx="11900">
                  <c:v>410.04849999999999</c:v>
                </c:pt>
                <c:pt idx="11901">
                  <c:v>396.00839999999954</c:v>
                </c:pt>
                <c:pt idx="11902">
                  <c:v>403.29700000000003</c:v>
                </c:pt>
                <c:pt idx="11903">
                  <c:v>414.1979</c:v>
                </c:pt>
                <c:pt idx="11904">
                  <c:v>408.23099999999954</c:v>
                </c:pt>
                <c:pt idx="11905">
                  <c:v>401.60879999999969</c:v>
                </c:pt>
                <c:pt idx="11906">
                  <c:v>400.52749999999969</c:v>
                </c:pt>
                <c:pt idx="11907">
                  <c:v>403.78429999999969</c:v>
                </c:pt>
                <c:pt idx="11908">
                  <c:v>410.18360000000001</c:v>
                </c:pt>
                <c:pt idx="11909">
                  <c:v>414.57040000000001</c:v>
                </c:pt>
                <c:pt idx="11910">
                  <c:v>414.09659999999946</c:v>
                </c:pt>
                <c:pt idx="11911">
                  <c:v>425.68079999999969</c:v>
                </c:pt>
                <c:pt idx="11912">
                  <c:v>440.06349999999969</c:v>
                </c:pt>
                <c:pt idx="11913">
                  <c:v>452.78189999999961</c:v>
                </c:pt>
                <c:pt idx="11914">
                  <c:v>444.43019999999939</c:v>
                </c:pt>
                <c:pt idx="11915">
                  <c:v>437.82530000000003</c:v>
                </c:pt>
                <c:pt idx="11916">
                  <c:v>438.11430000000001</c:v>
                </c:pt>
                <c:pt idx="11917">
                  <c:v>447.19369999999969</c:v>
                </c:pt>
                <c:pt idx="11918">
                  <c:v>463.82220000000001</c:v>
                </c:pt>
                <c:pt idx="11919">
                  <c:v>467.0247</c:v>
                </c:pt>
                <c:pt idx="11920">
                  <c:v>458.97139999999939</c:v>
                </c:pt>
                <c:pt idx="11921">
                  <c:v>450.80849999999964</c:v>
                </c:pt>
                <c:pt idx="11922">
                  <c:v>457.65660000000008</c:v>
                </c:pt>
                <c:pt idx="11923">
                  <c:v>462.8485</c:v>
                </c:pt>
                <c:pt idx="11924">
                  <c:v>459.82389999999964</c:v>
                </c:pt>
                <c:pt idx="11925">
                  <c:v>455.76429999999999</c:v>
                </c:pt>
                <c:pt idx="11926">
                  <c:v>445.51829999999961</c:v>
                </c:pt>
                <c:pt idx="11927">
                  <c:v>440.15400000000034</c:v>
                </c:pt>
                <c:pt idx="11928">
                  <c:v>439.79209999999961</c:v>
                </c:pt>
                <c:pt idx="11929">
                  <c:v>435.33689999999967</c:v>
                </c:pt>
                <c:pt idx="11930">
                  <c:v>420.28859999999935</c:v>
                </c:pt>
                <c:pt idx="11931">
                  <c:v>421.50170000000003</c:v>
                </c:pt>
                <c:pt idx="11932">
                  <c:v>440.53089999999969</c:v>
                </c:pt>
                <c:pt idx="11933">
                  <c:v>448.71080000000001</c:v>
                </c:pt>
                <c:pt idx="11934">
                  <c:v>449.23669999999947</c:v>
                </c:pt>
                <c:pt idx="11935">
                  <c:v>447.75599999999969</c:v>
                </c:pt>
                <c:pt idx="11936">
                  <c:v>441.29339999999939</c:v>
                </c:pt>
                <c:pt idx="11937">
                  <c:v>433.1696000000004</c:v>
                </c:pt>
                <c:pt idx="11938">
                  <c:v>434.0847</c:v>
                </c:pt>
                <c:pt idx="11939">
                  <c:v>430.94060000000002</c:v>
                </c:pt>
                <c:pt idx="11940">
                  <c:v>423.03539999999936</c:v>
                </c:pt>
                <c:pt idx="11941">
                  <c:v>418.37809999999968</c:v>
                </c:pt>
                <c:pt idx="11942">
                  <c:v>428.92529999999954</c:v>
                </c:pt>
                <c:pt idx="11943">
                  <c:v>447.00900000000001</c:v>
                </c:pt>
                <c:pt idx="11944">
                  <c:v>541.3577999999992</c:v>
                </c:pt>
                <c:pt idx="11945">
                  <c:v>783.97860000000003</c:v>
                </c:pt>
                <c:pt idx="11946">
                  <c:v>1025.0629999999999</c:v>
                </c:pt>
                <c:pt idx="11947">
                  <c:v>985.76259999999934</c:v>
                </c:pt>
                <c:pt idx="11948">
                  <c:v>807.67060000000004</c:v>
                </c:pt>
                <c:pt idx="11949">
                  <c:v>712.78210000000001</c:v>
                </c:pt>
                <c:pt idx="11950">
                  <c:v>737.50419999999997</c:v>
                </c:pt>
                <c:pt idx="11951">
                  <c:v>897.90989999999999</c:v>
                </c:pt>
                <c:pt idx="11952">
                  <c:v>983.00509999999997</c:v>
                </c:pt>
                <c:pt idx="11953">
                  <c:v>893.43909999999948</c:v>
                </c:pt>
                <c:pt idx="11954">
                  <c:v>805.35079999999948</c:v>
                </c:pt>
                <c:pt idx="11955">
                  <c:v>757.78450000000055</c:v>
                </c:pt>
                <c:pt idx="11956">
                  <c:v>729.45359999999948</c:v>
                </c:pt>
                <c:pt idx="11957">
                  <c:v>713.59939999999995</c:v>
                </c:pt>
                <c:pt idx="11958">
                  <c:v>699.40749999999946</c:v>
                </c:pt>
                <c:pt idx="11959">
                  <c:v>690.32089999999948</c:v>
                </c:pt>
                <c:pt idx="11960">
                  <c:v>759.67940000000067</c:v>
                </c:pt>
                <c:pt idx="11961">
                  <c:v>920.21420000000001</c:v>
                </c:pt>
                <c:pt idx="11962">
                  <c:v>1112.8899999999999</c:v>
                </c:pt>
                <c:pt idx="11963">
                  <c:v>1308.0839999999998</c:v>
                </c:pt>
                <c:pt idx="11964">
                  <c:v>1272.4060000000011</c:v>
                </c:pt>
                <c:pt idx="11965">
                  <c:v>1161.2380000000001</c:v>
                </c:pt>
                <c:pt idx="11966">
                  <c:v>1088.979</c:v>
                </c:pt>
                <c:pt idx="11967">
                  <c:v>1206.2839999999999</c:v>
                </c:pt>
                <c:pt idx="11968">
                  <c:v>1309.08</c:v>
                </c:pt>
                <c:pt idx="11969">
                  <c:v>1330.2850000000001</c:v>
                </c:pt>
                <c:pt idx="11970">
                  <c:v>1182.1699999999998</c:v>
                </c:pt>
                <c:pt idx="11971">
                  <c:v>1063.6969999999999</c:v>
                </c:pt>
                <c:pt idx="11972">
                  <c:v>1012.0369999999994</c:v>
                </c:pt>
                <c:pt idx="11973">
                  <c:v>984.66269999999906</c:v>
                </c:pt>
                <c:pt idx="11974">
                  <c:v>959.10929999999996</c:v>
                </c:pt>
                <c:pt idx="11975">
                  <c:v>937.27440000000081</c:v>
                </c:pt>
                <c:pt idx="11976">
                  <c:v>922.30489999999998</c:v>
                </c:pt>
                <c:pt idx="11977">
                  <c:v>904.98770000000002</c:v>
                </c:pt>
                <c:pt idx="11978">
                  <c:v>890.56299999999919</c:v>
                </c:pt>
                <c:pt idx="11979">
                  <c:v>904.09810000000004</c:v>
                </c:pt>
                <c:pt idx="11980">
                  <c:v>1103.2249999999999</c:v>
                </c:pt>
                <c:pt idx="11981">
                  <c:v>1080.9070000000011</c:v>
                </c:pt>
                <c:pt idx="11982">
                  <c:v>993.42149999999947</c:v>
                </c:pt>
                <c:pt idx="11983">
                  <c:v>908.12009999999998</c:v>
                </c:pt>
                <c:pt idx="11984">
                  <c:v>896.25609999999949</c:v>
                </c:pt>
                <c:pt idx="11985">
                  <c:v>941.83919999999921</c:v>
                </c:pt>
                <c:pt idx="11986">
                  <c:v>1040.1079999999999</c:v>
                </c:pt>
                <c:pt idx="11987">
                  <c:v>999.97190000000001</c:v>
                </c:pt>
                <c:pt idx="11988">
                  <c:v>959.14699999999948</c:v>
                </c:pt>
                <c:pt idx="11989">
                  <c:v>984.99440000000004</c:v>
                </c:pt>
                <c:pt idx="11990">
                  <c:v>1107.8519999999999</c:v>
                </c:pt>
                <c:pt idx="11991">
                  <c:v>1324.1399999999999</c:v>
                </c:pt>
                <c:pt idx="11992">
                  <c:v>1521.0709999999999</c:v>
                </c:pt>
                <c:pt idx="11993">
                  <c:v>1427.3329999999999</c:v>
                </c:pt>
                <c:pt idx="11994">
                  <c:v>1294.508</c:v>
                </c:pt>
                <c:pt idx="11995">
                  <c:v>1088.4170000000001</c:v>
                </c:pt>
                <c:pt idx="11996">
                  <c:v>1002.7130000000005</c:v>
                </c:pt>
                <c:pt idx="11997">
                  <c:v>932.6730000000008</c:v>
                </c:pt>
                <c:pt idx="11998">
                  <c:v>900.37180000000001</c:v>
                </c:pt>
                <c:pt idx="11999">
                  <c:v>877.33239999999921</c:v>
                </c:pt>
                <c:pt idx="12000">
                  <c:v>860.47380000000055</c:v>
                </c:pt>
                <c:pt idx="12001">
                  <c:v>844.46639999999934</c:v>
                </c:pt>
                <c:pt idx="12002">
                  <c:v>831.82819999999947</c:v>
                </c:pt>
                <c:pt idx="12003">
                  <c:v>846.39049999999997</c:v>
                </c:pt>
                <c:pt idx="12004">
                  <c:v>930.88530000000003</c:v>
                </c:pt>
                <c:pt idx="12005">
                  <c:v>948.75739999999996</c:v>
                </c:pt>
                <c:pt idx="12006">
                  <c:v>938.73310000000004</c:v>
                </c:pt>
                <c:pt idx="12007">
                  <c:v>889.81479999999999</c:v>
                </c:pt>
                <c:pt idx="12008">
                  <c:v>843.41049999999996</c:v>
                </c:pt>
                <c:pt idx="12009">
                  <c:v>922.00909999999999</c:v>
                </c:pt>
                <c:pt idx="12010">
                  <c:v>958.1155</c:v>
                </c:pt>
                <c:pt idx="12011">
                  <c:v>1293.3019999999999</c:v>
                </c:pt>
                <c:pt idx="12012">
                  <c:v>2516.1659999999997</c:v>
                </c:pt>
                <c:pt idx="12013">
                  <c:v>2703.779</c:v>
                </c:pt>
                <c:pt idx="12014">
                  <c:v>2168.4540000000002</c:v>
                </c:pt>
                <c:pt idx="12015">
                  <c:v>1477.1799999999998</c:v>
                </c:pt>
                <c:pt idx="12016">
                  <c:v>1234.6839999999986</c:v>
                </c:pt>
                <c:pt idx="12017">
                  <c:v>1159.1239999999998</c:v>
                </c:pt>
                <c:pt idx="12018">
                  <c:v>1188.404</c:v>
                </c:pt>
                <c:pt idx="12019">
                  <c:v>1227.8399999999999</c:v>
                </c:pt>
                <c:pt idx="12020">
                  <c:v>1228.329</c:v>
                </c:pt>
                <c:pt idx="12021">
                  <c:v>1237.5729999999999</c:v>
                </c:pt>
                <c:pt idx="12022">
                  <c:v>1182.52</c:v>
                </c:pt>
                <c:pt idx="12023">
                  <c:v>1116.8809999999999</c:v>
                </c:pt>
                <c:pt idx="12024">
                  <c:v>1058.4839999999999</c:v>
                </c:pt>
                <c:pt idx="12025">
                  <c:v>1023.8659999999992</c:v>
                </c:pt>
                <c:pt idx="12026">
                  <c:v>997.91039999999998</c:v>
                </c:pt>
                <c:pt idx="12027">
                  <c:v>972.47239999999999</c:v>
                </c:pt>
                <c:pt idx="12028">
                  <c:v>1033.8889999999999</c:v>
                </c:pt>
                <c:pt idx="12029">
                  <c:v>1178.5550000000001</c:v>
                </c:pt>
                <c:pt idx="12030">
                  <c:v>1208.1139999999998</c:v>
                </c:pt>
                <c:pt idx="12031">
                  <c:v>1177.1829999999998</c:v>
                </c:pt>
                <c:pt idx="12032">
                  <c:v>1097.923</c:v>
                </c:pt>
                <c:pt idx="12033">
                  <c:v>1035.2280000000001</c:v>
                </c:pt>
                <c:pt idx="12034">
                  <c:v>993.92380000000003</c:v>
                </c:pt>
                <c:pt idx="12035">
                  <c:v>966.48080000000004</c:v>
                </c:pt>
                <c:pt idx="12036">
                  <c:v>951.69060000000002</c:v>
                </c:pt>
                <c:pt idx="12037">
                  <c:v>935.06509999999946</c:v>
                </c:pt>
                <c:pt idx="12038">
                  <c:v>1064.2449999999999</c:v>
                </c:pt>
                <c:pt idx="12039">
                  <c:v>1315.4080000000001</c:v>
                </c:pt>
                <c:pt idx="12040">
                  <c:v>1533.0260000000001</c:v>
                </c:pt>
                <c:pt idx="12041">
                  <c:v>1529.71</c:v>
                </c:pt>
                <c:pt idx="12042">
                  <c:v>1851.97</c:v>
                </c:pt>
                <c:pt idx="12043">
                  <c:v>2547.2689999999966</c:v>
                </c:pt>
                <c:pt idx="12044">
                  <c:v>2464.4180000000001</c:v>
                </c:pt>
                <c:pt idx="12045">
                  <c:v>1911.635</c:v>
                </c:pt>
                <c:pt idx="12046">
                  <c:v>1916.1039999999998</c:v>
                </c:pt>
                <c:pt idx="12047">
                  <c:v>2008.9270000000001</c:v>
                </c:pt>
                <c:pt idx="12048">
                  <c:v>2032.23</c:v>
                </c:pt>
                <c:pt idx="12049">
                  <c:v>1825.7639999999999</c:v>
                </c:pt>
                <c:pt idx="12050">
                  <c:v>1597.528</c:v>
                </c:pt>
                <c:pt idx="12051">
                  <c:v>1370.6699999999998</c:v>
                </c:pt>
                <c:pt idx="12052">
                  <c:v>1228.5229999999999</c:v>
                </c:pt>
                <c:pt idx="12053">
                  <c:v>1138.9639999999999</c:v>
                </c:pt>
                <c:pt idx="12054">
                  <c:v>1077.4970000000001</c:v>
                </c:pt>
                <c:pt idx="12055">
                  <c:v>1033.6219999999998</c:v>
                </c:pt>
                <c:pt idx="12056">
                  <c:v>1010.735</c:v>
                </c:pt>
                <c:pt idx="12057">
                  <c:v>994.54349999999999</c:v>
                </c:pt>
                <c:pt idx="12058">
                  <c:v>978.89570000000003</c:v>
                </c:pt>
                <c:pt idx="12059">
                  <c:v>993.16369999999949</c:v>
                </c:pt>
                <c:pt idx="12060">
                  <c:v>1081.749</c:v>
                </c:pt>
                <c:pt idx="12061">
                  <c:v>1042.7449999999999</c:v>
                </c:pt>
                <c:pt idx="12062">
                  <c:v>1049.424</c:v>
                </c:pt>
                <c:pt idx="12063">
                  <c:v>992.9846</c:v>
                </c:pt>
                <c:pt idx="12064">
                  <c:v>967.48880000000054</c:v>
                </c:pt>
                <c:pt idx="12065">
                  <c:v>1020.3049999999994</c:v>
                </c:pt>
                <c:pt idx="12066">
                  <c:v>1293.7829999999999</c:v>
                </c:pt>
                <c:pt idx="12067">
                  <c:v>1848.125</c:v>
                </c:pt>
                <c:pt idx="12068">
                  <c:v>2088.0230000000001</c:v>
                </c:pt>
                <c:pt idx="12069">
                  <c:v>1893.0060000000001</c:v>
                </c:pt>
                <c:pt idx="12070">
                  <c:v>1516.6499999999999</c:v>
                </c:pt>
                <c:pt idx="12071">
                  <c:v>1368.269</c:v>
                </c:pt>
                <c:pt idx="12072">
                  <c:v>1355.1889999999999</c:v>
                </c:pt>
                <c:pt idx="12073">
                  <c:v>1279.931</c:v>
                </c:pt>
                <c:pt idx="12074">
                  <c:v>1176.3729999999998</c:v>
                </c:pt>
                <c:pt idx="12075">
                  <c:v>1091.211</c:v>
                </c:pt>
                <c:pt idx="12076">
                  <c:v>1032.0509999999999</c:v>
                </c:pt>
                <c:pt idx="12077">
                  <c:v>991.23469999999998</c:v>
                </c:pt>
                <c:pt idx="12078">
                  <c:v>959.29420000000005</c:v>
                </c:pt>
                <c:pt idx="12079">
                  <c:v>952.77719999999999</c:v>
                </c:pt>
                <c:pt idx="12080">
                  <c:v>1015.234</c:v>
                </c:pt>
                <c:pt idx="12081">
                  <c:v>1362.3009999999999</c:v>
                </c:pt>
                <c:pt idx="12082">
                  <c:v>2420.8629999999998</c:v>
                </c:pt>
                <c:pt idx="12083">
                  <c:v>3050.6639999999998</c:v>
                </c:pt>
                <c:pt idx="12084">
                  <c:v>2596.5</c:v>
                </c:pt>
                <c:pt idx="12085">
                  <c:v>1610.076</c:v>
                </c:pt>
                <c:pt idx="12086">
                  <c:v>1165.98</c:v>
                </c:pt>
                <c:pt idx="12087">
                  <c:v>1168.8689999999999</c:v>
                </c:pt>
                <c:pt idx="12088">
                  <c:v>1107.4590000000001</c:v>
                </c:pt>
                <c:pt idx="12089">
                  <c:v>1021.2180000000005</c:v>
                </c:pt>
                <c:pt idx="12090">
                  <c:v>966.87869999999998</c:v>
                </c:pt>
                <c:pt idx="12091">
                  <c:v>933.78330000000096</c:v>
                </c:pt>
                <c:pt idx="12092">
                  <c:v>915.79040000000055</c:v>
                </c:pt>
                <c:pt idx="12093">
                  <c:v>903.14609999999948</c:v>
                </c:pt>
                <c:pt idx="12094">
                  <c:v>928.46939999999938</c:v>
                </c:pt>
                <c:pt idx="12095">
                  <c:v>1022.59</c:v>
                </c:pt>
                <c:pt idx="12096">
                  <c:v>1039.7380000000001</c:v>
                </c:pt>
                <c:pt idx="12097">
                  <c:v>1440.434</c:v>
                </c:pt>
                <c:pt idx="12098">
                  <c:v>1583.6829999999998</c:v>
                </c:pt>
                <c:pt idx="12099">
                  <c:v>1449.5989999999999</c:v>
                </c:pt>
                <c:pt idx="12100">
                  <c:v>1163.952</c:v>
                </c:pt>
                <c:pt idx="12101">
                  <c:v>1039.0319999999999</c:v>
                </c:pt>
                <c:pt idx="12102">
                  <c:v>955.93039999999996</c:v>
                </c:pt>
                <c:pt idx="12103">
                  <c:v>961.83949999999948</c:v>
                </c:pt>
                <c:pt idx="12104">
                  <c:v>903.13610000000006</c:v>
                </c:pt>
                <c:pt idx="12105">
                  <c:v>871.22390000000053</c:v>
                </c:pt>
                <c:pt idx="12106">
                  <c:v>848.8695999999992</c:v>
                </c:pt>
                <c:pt idx="12107">
                  <c:v>832.89189999999996</c:v>
                </c:pt>
                <c:pt idx="12108">
                  <c:v>950.53</c:v>
                </c:pt>
                <c:pt idx="12109">
                  <c:v>1066.789</c:v>
                </c:pt>
                <c:pt idx="12110">
                  <c:v>1150.2060000000001</c:v>
                </c:pt>
                <c:pt idx="12111">
                  <c:v>1351.335</c:v>
                </c:pt>
                <c:pt idx="12112">
                  <c:v>1540.4660000000001</c:v>
                </c:pt>
                <c:pt idx="12113">
                  <c:v>1526.3729999999998</c:v>
                </c:pt>
                <c:pt idx="12114">
                  <c:v>1284.921</c:v>
                </c:pt>
                <c:pt idx="12115">
                  <c:v>1081.627</c:v>
                </c:pt>
                <c:pt idx="12116">
                  <c:v>1411.26</c:v>
                </c:pt>
                <c:pt idx="12117">
                  <c:v>4319.6270000000004</c:v>
                </c:pt>
                <c:pt idx="12118">
                  <c:v>7573.9440000000004</c:v>
                </c:pt>
                <c:pt idx="12119">
                  <c:v>8086.2379999999994</c:v>
                </c:pt>
                <c:pt idx="12120">
                  <c:v>4687.732</c:v>
                </c:pt>
                <c:pt idx="12121">
                  <c:v>2108.7959999999998</c:v>
                </c:pt>
                <c:pt idx="12122">
                  <c:v>1752.9090000000001</c:v>
                </c:pt>
                <c:pt idx="12123">
                  <c:v>1546.213</c:v>
                </c:pt>
                <c:pt idx="12124">
                  <c:v>1325.6889999999999</c:v>
                </c:pt>
                <c:pt idx="12125">
                  <c:v>1323.8419999999999</c:v>
                </c:pt>
                <c:pt idx="12126">
                  <c:v>1247.491</c:v>
                </c:pt>
                <c:pt idx="12127">
                  <c:v>1211.56</c:v>
                </c:pt>
                <c:pt idx="12128">
                  <c:v>1182.1839999999986</c:v>
                </c:pt>
                <c:pt idx="12129">
                  <c:v>1154.348</c:v>
                </c:pt>
                <c:pt idx="12130">
                  <c:v>1170.0329999999999</c:v>
                </c:pt>
                <c:pt idx="12131">
                  <c:v>1229.279</c:v>
                </c:pt>
                <c:pt idx="12132">
                  <c:v>1269.1469999999999</c:v>
                </c:pt>
                <c:pt idx="12133">
                  <c:v>1230.5550000000001</c:v>
                </c:pt>
                <c:pt idx="12134">
                  <c:v>1153.7619999999999</c:v>
                </c:pt>
                <c:pt idx="12135">
                  <c:v>1097.922</c:v>
                </c:pt>
                <c:pt idx="12136">
                  <c:v>1064.05</c:v>
                </c:pt>
                <c:pt idx="12137">
                  <c:v>1047.3789999999999</c:v>
                </c:pt>
                <c:pt idx="12138">
                  <c:v>1026.067</c:v>
                </c:pt>
                <c:pt idx="12139">
                  <c:v>1013.74</c:v>
                </c:pt>
                <c:pt idx="12140">
                  <c:v>1000.169</c:v>
                </c:pt>
                <c:pt idx="12141">
                  <c:v>998.50530000000003</c:v>
                </c:pt>
                <c:pt idx="12142">
                  <c:v>1000.687</c:v>
                </c:pt>
                <c:pt idx="12143">
                  <c:v>1007.634</c:v>
                </c:pt>
                <c:pt idx="12144">
                  <c:v>1248.511</c:v>
                </c:pt>
                <c:pt idx="12145">
                  <c:v>1800.7270000000001</c:v>
                </c:pt>
                <c:pt idx="12146">
                  <c:v>1994.3589999999999</c:v>
                </c:pt>
                <c:pt idx="12147">
                  <c:v>1518.7739999999999</c:v>
                </c:pt>
                <c:pt idx="12148">
                  <c:v>1138.376</c:v>
                </c:pt>
                <c:pt idx="12149">
                  <c:v>1100.636</c:v>
                </c:pt>
                <c:pt idx="12150">
                  <c:v>1118.5650000000001</c:v>
                </c:pt>
                <c:pt idx="12151">
                  <c:v>1233.9829999999999</c:v>
                </c:pt>
                <c:pt idx="12152">
                  <c:v>1366.0260000000001</c:v>
                </c:pt>
                <c:pt idx="12153">
                  <c:v>1303.6719999999998</c:v>
                </c:pt>
                <c:pt idx="12154">
                  <c:v>1262.703</c:v>
                </c:pt>
                <c:pt idx="12155">
                  <c:v>1357.6339999999998</c:v>
                </c:pt>
                <c:pt idx="12156">
                  <c:v>1390.636</c:v>
                </c:pt>
                <c:pt idx="12157">
                  <c:v>1310.777</c:v>
                </c:pt>
                <c:pt idx="12158">
                  <c:v>1280.2339999999999</c:v>
                </c:pt>
                <c:pt idx="12159">
                  <c:v>1314.4970000000001</c:v>
                </c:pt>
                <c:pt idx="12160">
                  <c:v>1304.723</c:v>
                </c:pt>
                <c:pt idx="12161">
                  <c:v>1356.4150000000011</c:v>
                </c:pt>
                <c:pt idx="12162">
                  <c:v>1470.5170000000001</c:v>
                </c:pt>
                <c:pt idx="12163">
                  <c:v>1639.6209999999999</c:v>
                </c:pt>
                <c:pt idx="12164">
                  <c:v>1774.0739999999998</c:v>
                </c:pt>
                <c:pt idx="12165">
                  <c:v>1810.6299999999999</c:v>
                </c:pt>
                <c:pt idx="12166">
                  <c:v>1705.9390000000001</c:v>
                </c:pt>
                <c:pt idx="12167">
                  <c:v>1527.2</c:v>
                </c:pt>
                <c:pt idx="12168">
                  <c:v>1620.21</c:v>
                </c:pt>
                <c:pt idx="12169">
                  <c:v>2917.8240000000001</c:v>
                </c:pt>
                <c:pt idx="12170">
                  <c:v>4572.6310000000003</c:v>
                </c:pt>
                <c:pt idx="12171">
                  <c:v>4965.4810000000007</c:v>
                </c:pt>
                <c:pt idx="12172">
                  <c:v>3707.1909999999998</c:v>
                </c:pt>
                <c:pt idx="12173">
                  <c:v>2879.3300000000022</c:v>
                </c:pt>
                <c:pt idx="12174">
                  <c:v>2700.5770000000002</c:v>
                </c:pt>
                <c:pt idx="12175">
                  <c:v>2718.04</c:v>
                </c:pt>
                <c:pt idx="12176">
                  <c:v>2391.7799999999997</c:v>
                </c:pt>
                <c:pt idx="12177">
                  <c:v>1894.9280000000001</c:v>
                </c:pt>
                <c:pt idx="12178">
                  <c:v>1592.9190000000001</c:v>
                </c:pt>
                <c:pt idx="12179">
                  <c:v>1611.797</c:v>
                </c:pt>
                <c:pt idx="12180">
                  <c:v>1665.808</c:v>
                </c:pt>
                <c:pt idx="12181">
                  <c:v>1688.8709999999999</c:v>
                </c:pt>
                <c:pt idx="12182">
                  <c:v>1682.1539999999998</c:v>
                </c:pt>
                <c:pt idx="12183">
                  <c:v>1648.848</c:v>
                </c:pt>
                <c:pt idx="12184">
                  <c:v>1614.222</c:v>
                </c:pt>
                <c:pt idx="12185">
                  <c:v>1798.9460000000001</c:v>
                </c:pt>
                <c:pt idx="12186">
                  <c:v>2272.3330000000028</c:v>
                </c:pt>
                <c:pt idx="12187">
                  <c:v>2628.866</c:v>
                </c:pt>
                <c:pt idx="12188">
                  <c:v>2488.616</c:v>
                </c:pt>
                <c:pt idx="12189">
                  <c:v>2321.1309999999999</c:v>
                </c:pt>
                <c:pt idx="12190">
                  <c:v>2393.11</c:v>
                </c:pt>
                <c:pt idx="12191">
                  <c:v>2356.239</c:v>
                </c:pt>
                <c:pt idx="12192">
                  <c:v>2250.7679999999987</c:v>
                </c:pt>
                <c:pt idx="12193">
                  <c:v>2199.2510000000002</c:v>
                </c:pt>
                <c:pt idx="12194">
                  <c:v>2067.9250000000002</c:v>
                </c:pt>
                <c:pt idx="12195">
                  <c:v>1856.5319999999999</c:v>
                </c:pt>
                <c:pt idx="12196">
                  <c:v>1713.1949999999986</c:v>
                </c:pt>
                <c:pt idx="12197">
                  <c:v>1807.5229999999999</c:v>
                </c:pt>
                <c:pt idx="12198">
                  <c:v>2209.0839999999998</c:v>
                </c:pt>
                <c:pt idx="12199">
                  <c:v>2629.18</c:v>
                </c:pt>
                <c:pt idx="12200">
                  <c:v>2835.8040000000001</c:v>
                </c:pt>
                <c:pt idx="12201">
                  <c:v>3359.9130000000027</c:v>
                </c:pt>
                <c:pt idx="12202">
                  <c:v>3922.1309999999999</c:v>
                </c:pt>
                <c:pt idx="12203">
                  <c:v>3613.6390000000001</c:v>
                </c:pt>
                <c:pt idx="12204">
                  <c:v>2641.2829999999967</c:v>
                </c:pt>
                <c:pt idx="12205">
                  <c:v>2113.174</c:v>
                </c:pt>
                <c:pt idx="12206">
                  <c:v>2021.3689999999999</c:v>
                </c:pt>
                <c:pt idx="12207">
                  <c:v>1853.6739999999998</c:v>
                </c:pt>
                <c:pt idx="12208">
                  <c:v>1743.5409999999999</c:v>
                </c:pt>
                <c:pt idx="12209">
                  <c:v>1731.2280000000001</c:v>
                </c:pt>
                <c:pt idx="12210">
                  <c:v>1687.4480000000001</c:v>
                </c:pt>
                <c:pt idx="12211">
                  <c:v>1601.0809999999999</c:v>
                </c:pt>
                <c:pt idx="12212">
                  <c:v>1500.9760000000001</c:v>
                </c:pt>
                <c:pt idx="12213">
                  <c:v>1409.021</c:v>
                </c:pt>
                <c:pt idx="12214">
                  <c:v>1392.72</c:v>
                </c:pt>
                <c:pt idx="12215">
                  <c:v>1384.126</c:v>
                </c:pt>
                <c:pt idx="12216">
                  <c:v>1294.509</c:v>
                </c:pt>
                <c:pt idx="12217">
                  <c:v>1199.9649999999999</c:v>
                </c:pt>
                <c:pt idx="12218">
                  <c:v>1136.528</c:v>
                </c:pt>
                <c:pt idx="12219">
                  <c:v>1110.212</c:v>
                </c:pt>
                <c:pt idx="12220">
                  <c:v>1120.4560000000001</c:v>
                </c:pt>
                <c:pt idx="12221">
                  <c:v>1127.4100000000001</c:v>
                </c:pt>
                <c:pt idx="12222">
                  <c:v>1086.9570000000001</c:v>
                </c:pt>
                <c:pt idx="12223">
                  <c:v>1015.248</c:v>
                </c:pt>
                <c:pt idx="12224">
                  <c:v>964.51659999999947</c:v>
                </c:pt>
                <c:pt idx="12225">
                  <c:v>1110.3679999999999</c:v>
                </c:pt>
                <c:pt idx="12226">
                  <c:v>1693.5439999999999</c:v>
                </c:pt>
                <c:pt idx="12227">
                  <c:v>2078.4169999999999</c:v>
                </c:pt>
                <c:pt idx="12228">
                  <c:v>1752.579</c:v>
                </c:pt>
                <c:pt idx="12229">
                  <c:v>1284.6009999999999</c:v>
                </c:pt>
                <c:pt idx="12230">
                  <c:v>1214.7639999999999</c:v>
                </c:pt>
                <c:pt idx="12231">
                  <c:v>1224.82</c:v>
                </c:pt>
                <c:pt idx="12232">
                  <c:v>1114.2249999999999</c:v>
                </c:pt>
                <c:pt idx="12233">
                  <c:v>1047.42</c:v>
                </c:pt>
                <c:pt idx="12234">
                  <c:v>999.31479999999999</c:v>
                </c:pt>
                <c:pt idx="12235">
                  <c:v>1004.702</c:v>
                </c:pt>
                <c:pt idx="12236">
                  <c:v>1107.8729999999998</c:v>
                </c:pt>
                <c:pt idx="12237">
                  <c:v>1207.732</c:v>
                </c:pt>
                <c:pt idx="12238">
                  <c:v>1134.2539999999999</c:v>
                </c:pt>
                <c:pt idx="12239">
                  <c:v>958.08810000000005</c:v>
                </c:pt>
                <c:pt idx="12240">
                  <c:v>851.7083000000008</c:v>
                </c:pt>
                <c:pt idx="12241">
                  <c:v>785.44229999999902</c:v>
                </c:pt>
                <c:pt idx="12242">
                  <c:v>728.8</c:v>
                </c:pt>
                <c:pt idx="12243">
                  <c:v>691.48329999999999</c:v>
                </c:pt>
                <c:pt idx="12244">
                  <c:v>656.63850000000002</c:v>
                </c:pt>
                <c:pt idx="12245">
                  <c:v>619.04909999999938</c:v>
                </c:pt>
                <c:pt idx="12246">
                  <c:v>583.02869999999996</c:v>
                </c:pt>
                <c:pt idx="12247">
                  <c:v>559.18380000000082</c:v>
                </c:pt>
                <c:pt idx="12248">
                  <c:v>550.57180000000005</c:v>
                </c:pt>
                <c:pt idx="12249">
                  <c:v>548.99149999999997</c:v>
                </c:pt>
                <c:pt idx="12250">
                  <c:v>547.92070000000001</c:v>
                </c:pt>
                <c:pt idx="12251">
                  <c:v>548.71340000000055</c:v>
                </c:pt>
                <c:pt idx="12252">
                  <c:v>545.32129999999881</c:v>
                </c:pt>
                <c:pt idx="12253">
                  <c:v>526.44039999999939</c:v>
                </c:pt>
                <c:pt idx="12254">
                  <c:v>508.00720000000001</c:v>
                </c:pt>
                <c:pt idx="12255">
                  <c:v>491.66039999999964</c:v>
                </c:pt>
                <c:pt idx="12256">
                  <c:v>476.44459999999964</c:v>
                </c:pt>
                <c:pt idx="12257">
                  <c:v>464.2636</c:v>
                </c:pt>
                <c:pt idx="12258">
                  <c:v>451.5702</c:v>
                </c:pt>
                <c:pt idx="12259">
                  <c:v>438.77209999999968</c:v>
                </c:pt>
                <c:pt idx="12260">
                  <c:v>425.60660000000001</c:v>
                </c:pt>
                <c:pt idx="12261">
                  <c:v>413.97969999999964</c:v>
                </c:pt>
                <c:pt idx="12262">
                  <c:v>409.6336</c:v>
                </c:pt>
                <c:pt idx="12263">
                  <c:v>410.59410000000003</c:v>
                </c:pt>
                <c:pt idx="12264">
                  <c:v>406.77260000000001</c:v>
                </c:pt>
                <c:pt idx="12265">
                  <c:v>381.66390000000001</c:v>
                </c:pt>
                <c:pt idx="12266">
                  <c:v>377.56700000000001</c:v>
                </c:pt>
                <c:pt idx="12267">
                  <c:v>391.97999999999968</c:v>
                </c:pt>
                <c:pt idx="12268">
                  <c:v>421.21519999999936</c:v>
                </c:pt>
                <c:pt idx="12269">
                  <c:v>417.50609999999961</c:v>
                </c:pt>
                <c:pt idx="12270">
                  <c:v>408.88029999999969</c:v>
                </c:pt>
                <c:pt idx="12271">
                  <c:v>406.96549999999968</c:v>
                </c:pt>
                <c:pt idx="12272">
                  <c:v>410.92529999999954</c:v>
                </c:pt>
                <c:pt idx="12273">
                  <c:v>415.57839999999953</c:v>
                </c:pt>
                <c:pt idx="12274">
                  <c:v>441.32569999999993</c:v>
                </c:pt>
                <c:pt idx="12275">
                  <c:v>459.80990000000008</c:v>
                </c:pt>
                <c:pt idx="12276">
                  <c:v>470.36770000000001</c:v>
                </c:pt>
                <c:pt idx="12277">
                  <c:v>465.03109999999936</c:v>
                </c:pt>
                <c:pt idx="12278">
                  <c:v>457.28389999999968</c:v>
                </c:pt>
                <c:pt idx="12279">
                  <c:v>447.58569999999969</c:v>
                </c:pt>
                <c:pt idx="12280">
                  <c:v>440.78809999999953</c:v>
                </c:pt>
                <c:pt idx="12281">
                  <c:v>436.71019999999953</c:v>
                </c:pt>
                <c:pt idx="12282">
                  <c:v>436.45499999999993</c:v>
                </c:pt>
                <c:pt idx="12283">
                  <c:v>440.31829999999968</c:v>
                </c:pt>
                <c:pt idx="12284">
                  <c:v>449.8734</c:v>
                </c:pt>
                <c:pt idx="12285">
                  <c:v>452.73689999999954</c:v>
                </c:pt>
                <c:pt idx="12286">
                  <c:v>445.05290000000002</c:v>
                </c:pt>
                <c:pt idx="12287">
                  <c:v>424.13599999999968</c:v>
                </c:pt>
                <c:pt idx="12288">
                  <c:v>401.09699999999935</c:v>
                </c:pt>
                <c:pt idx="12289">
                  <c:v>393.88060000000002</c:v>
                </c:pt>
                <c:pt idx="12290">
                  <c:v>385.79679999999939</c:v>
                </c:pt>
                <c:pt idx="12291">
                  <c:v>379.5052</c:v>
                </c:pt>
                <c:pt idx="12292">
                  <c:v>373.27609999999953</c:v>
                </c:pt>
                <c:pt idx="12293">
                  <c:v>358.38010000000003</c:v>
                </c:pt>
                <c:pt idx="12294">
                  <c:v>358.04450000000008</c:v>
                </c:pt>
                <c:pt idx="12295">
                  <c:v>366.28819999999939</c:v>
                </c:pt>
                <c:pt idx="12296">
                  <c:v>372.15030000000002</c:v>
                </c:pt>
                <c:pt idx="12297">
                  <c:v>357.22489999999999</c:v>
                </c:pt>
                <c:pt idx="12298">
                  <c:v>352.76349999999968</c:v>
                </c:pt>
                <c:pt idx="12299">
                  <c:v>352.11869999999999</c:v>
                </c:pt>
                <c:pt idx="12300">
                  <c:v>357.53989999999999</c:v>
                </c:pt>
                <c:pt idx="12301">
                  <c:v>374.78069999999968</c:v>
                </c:pt>
                <c:pt idx="12302">
                  <c:v>405.1832</c:v>
                </c:pt>
                <c:pt idx="12303">
                  <c:v>426.63010000000003</c:v>
                </c:pt>
                <c:pt idx="12304">
                  <c:v>426.49449999999968</c:v>
                </c:pt>
                <c:pt idx="12305">
                  <c:v>418.02599999999961</c:v>
                </c:pt>
                <c:pt idx="12306">
                  <c:v>417.83829999999961</c:v>
                </c:pt>
                <c:pt idx="12307">
                  <c:v>426.64850000000001</c:v>
                </c:pt>
                <c:pt idx="12308">
                  <c:v>427.29549999999961</c:v>
                </c:pt>
                <c:pt idx="12309">
                  <c:v>424.91629999999935</c:v>
                </c:pt>
                <c:pt idx="12310">
                  <c:v>413.43359999999939</c:v>
                </c:pt>
                <c:pt idx="12311">
                  <c:v>396.7697</c:v>
                </c:pt>
                <c:pt idx="12312">
                  <c:v>388.88339999999954</c:v>
                </c:pt>
                <c:pt idx="12313">
                  <c:v>384.14940000000047</c:v>
                </c:pt>
                <c:pt idx="12314">
                  <c:v>378.34859999999969</c:v>
                </c:pt>
                <c:pt idx="12315">
                  <c:v>371.99099999999953</c:v>
                </c:pt>
                <c:pt idx="12316">
                  <c:v>373.88369999999969</c:v>
                </c:pt>
                <c:pt idx="12317">
                  <c:v>376.3442000000004</c:v>
                </c:pt>
                <c:pt idx="12318">
                  <c:v>372.6952</c:v>
                </c:pt>
                <c:pt idx="12319">
                  <c:v>367.84390000000002</c:v>
                </c:pt>
                <c:pt idx="12320">
                  <c:v>368.55799999999999</c:v>
                </c:pt>
                <c:pt idx="12321">
                  <c:v>371.54349999999999</c:v>
                </c:pt>
                <c:pt idx="12322">
                  <c:v>373.22250000000003</c:v>
                </c:pt>
                <c:pt idx="12323">
                  <c:v>393.78680000000003</c:v>
                </c:pt>
                <c:pt idx="12324">
                  <c:v>405.46309999999954</c:v>
                </c:pt>
                <c:pt idx="12325">
                  <c:v>421.56689999999969</c:v>
                </c:pt>
                <c:pt idx="12326">
                  <c:v>423.60419999999999</c:v>
                </c:pt>
                <c:pt idx="12327">
                  <c:v>417.01909999999964</c:v>
                </c:pt>
                <c:pt idx="12328">
                  <c:v>421.8057</c:v>
                </c:pt>
                <c:pt idx="12329">
                  <c:v>455.35199999999969</c:v>
                </c:pt>
                <c:pt idx="12330">
                  <c:v>474.64710000000002</c:v>
                </c:pt>
                <c:pt idx="12331">
                  <c:v>495.08580000000001</c:v>
                </c:pt>
                <c:pt idx="12332">
                  <c:v>514.82449999999949</c:v>
                </c:pt>
                <c:pt idx="12333">
                  <c:v>531.36149999999907</c:v>
                </c:pt>
                <c:pt idx="12334">
                  <c:v>533.90239999999949</c:v>
                </c:pt>
                <c:pt idx="12335">
                  <c:v>527.85379999999998</c:v>
                </c:pt>
                <c:pt idx="12336">
                  <c:v>523.55159999999921</c:v>
                </c:pt>
                <c:pt idx="12337">
                  <c:v>521.57850000000053</c:v>
                </c:pt>
                <c:pt idx="12338">
                  <c:v>523.50400000000002</c:v>
                </c:pt>
                <c:pt idx="12339">
                  <c:v>520.80539999999996</c:v>
                </c:pt>
                <c:pt idx="12340">
                  <c:v>516.25259999999946</c:v>
                </c:pt>
                <c:pt idx="12341">
                  <c:v>513.55549999999948</c:v>
                </c:pt>
                <c:pt idx="12342">
                  <c:v>511.85809999999969</c:v>
                </c:pt>
                <c:pt idx="12343">
                  <c:v>508.52809999999954</c:v>
                </c:pt>
                <c:pt idx="12344">
                  <c:v>503.61759999999964</c:v>
                </c:pt>
                <c:pt idx="12345">
                  <c:v>499.78729999999968</c:v>
                </c:pt>
                <c:pt idx="12346">
                  <c:v>502.33099999999968</c:v>
                </c:pt>
                <c:pt idx="12347">
                  <c:v>515.19119999999998</c:v>
                </c:pt>
                <c:pt idx="12348">
                  <c:v>535.77570000000094</c:v>
                </c:pt>
                <c:pt idx="12349">
                  <c:v>553.30930000000001</c:v>
                </c:pt>
                <c:pt idx="12350">
                  <c:v>551.80919999999946</c:v>
                </c:pt>
                <c:pt idx="12351">
                  <c:v>545.11149999999998</c:v>
                </c:pt>
                <c:pt idx="12352">
                  <c:v>548.21259999999938</c:v>
                </c:pt>
                <c:pt idx="12353">
                  <c:v>552.22380000000055</c:v>
                </c:pt>
                <c:pt idx="12354">
                  <c:v>555.32309999999939</c:v>
                </c:pt>
                <c:pt idx="12355">
                  <c:v>559.06509999999946</c:v>
                </c:pt>
                <c:pt idx="12356">
                  <c:v>561.19709999999998</c:v>
                </c:pt>
                <c:pt idx="12357">
                  <c:v>562.44169999999906</c:v>
                </c:pt>
                <c:pt idx="12358">
                  <c:v>564.23429999999996</c:v>
                </c:pt>
                <c:pt idx="12359">
                  <c:v>565.7527</c:v>
                </c:pt>
                <c:pt idx="12360">
                  <c:v>563.56939999999997</c:v>
                </c:pt>
                <c:pt idx="12361">
                  <c:v>559.53449999999998</c:v>
                </c:pt>
                <c:pt idx="12362">
                  <c:v>556.44579999999996</c:v>
                </c:pt>
                <c:pt idx="12363">
                  <c:v>557.69110000000001</c:v>
                </c:pt>
                <c:pt idx="12364">
                  <c:v>571.03289999999947</c:v>
                </c:pt>
                <c:pt idx="12365">
                  <c:v>644.92759999999919</c:v>
                </c:pt>
                <c:pt idx="12366">
                  <c:v>776.51909999999998</c:v>
                </c:pt>
                <c:pt idx="12367">
                  <c:v>889.92009999999948</c:v>
                </c:pt>
                <c:pt idx="12368">
                  <c:v>880.28200000000004</c:v>
                </c:pt>
                <c:pt idx="12369">
                  <c:v>790.37170000000003</c:v>
                </c:pt>
                <c:pt idx="12370">
                  <c:v>739.61940000000004</c:v>
                </c:pt>
                <c:pt idx="12371">
                  <c:v>724.48469999999998</c:v>
                </c:pt>
                <c:pt idx="12372">
                  <c:v>707.20860000000005</c:v>
                </c:pt>
                <c:pt idx="12373">
                  <c:v>714.08940000000052</c:v>
                </c:pt>
                <c:pt idx="12374">
                  <c:v>749.30370000000005</c:v>
                </c:pt>
                <c:pt idx="12375">
                  <c:v>763.19100000000003</c:v>
                </c:pt>
                <c:pt idx="12376">
                  <c:v>734.32919999999933</c:v>
                </c:pt>
                <c:pt idx="12377">
                  <c:v>700.56139999999948</c:v>
                </c:pt>
                <c:pt idx="12378">
                  <c:v>700.226</c:v>
                </c:pt>
                <c:pt idx="12379">
                  <c:v>742.20640000000003</c:v>
                </c:pt>
                <c:pt idx="12380">
                  <c:v>755.30729999999915</c:v>
                </c:pt>
                <c:pt idx="12381">
                  <c:v>757.15639999999996</c:v>
                </c:pt>
                <c:pt idx="12382">
                  <c:v>742.25279999999998</c:v>
                </c:pt>
                <c:pt idx="12383">
                  <c:v>731.31759999999906</c:v>
                </c:pt>
                <c:pt idx="12384">
                  <c:v>710.00980000000004</c:v>
                </c:pt>
                <c:pt idx="12385">
                  <c:v>827.5498</c:v>
                </c:pt>
                <c:pt idx="12386">
                  <c:v>905.00350000000003</c:v>
                </c:pt>
                <c:pt idx="12387">
                  <c:v>1129.307</c:v>
                </c:pt>
                <c:pt idx="12388">
                  <c:v>1108.3939999999998</c:v>
                </c:pt>
                <c:pt idx="12389">
                  <c:v>1058.9939999999999</c:v>
                </c:pt>
                <c:pt idx="12390">
                  <c:v>985.62239999999997</c:v>
                </c:pt>
                <c:pt idx="12391">
                  <c:v>934.31699999999921</c:v>
                </c:pt>
                <c:pt idx="12392">
                  <c:v>863.4572999999989</c:v>
                </c:pt>
                <c:pt idx="12393">
                  <c:v>820.2518</c:v>
                </c:pt>
                <c:pt idx="12394">
                  <c:v>790.83099999999934</c:v>
                </c:pt>
                <c:pt idx="12395">
                  <c:v>775.66989999999998</c:v>
                </c:pt>
                <c:pt idx="12396">
                  <c:v>777.77370000000099</c:v>
                </c:pt>
                <c:pt idx="12397">
                  <c:v>935.97749999999996</c:v>
                </c:pt>
                <c:pt idx="12398">
                  <c:v>890.60500000000002</c:v>
                </c:pt>
                <c:pt idx="12399">
                  <c:v>838.38749999999948</c:v>
                </c:pt>
                <c:pt idx="12400">
                  <c:v>843.09159999999997</c:v>
                </c:pt>
                <c:pt idx="12401">
                  <c:v>965.71830000000068</c:v>
                </c:pt>
                <c:pt idx="12402">
                  <c:v>1041.7550000000001</c:v>
                </c:pt>
                <c:pt idx="12403">
                  <c:v>1832.528</c:v>
                </c:pt>
                <c:pt idx="12404">
                  <c:v>3133.8029999999999</c:v>
                </c:pt>
                <c:pt idx="12405">
                  <c:v>3203.8850000000002</c:v>
                </c:pt>
                <c:pt idx="12406">
                  <c:v>2415.4120000000012</c:v>
                </c:pt>
                <c:pt idx="12407">
                  <c:v>1529.9150000000011</c:v>
                </c:pt>
                <c:pt idx="12408">
                  <c:v>1223.2850000000001</c:v>
                </c:pt>
                <c:pt idx="12409">
                  <c:v>1155.508</c:v>
                </c:pt>
                <c:pt idx="12410">
                  <c:v>1225.5360000000001</c:v>
                </c:pt>
                <c:pt idx="12411">
                  <c:v>1289.5619999999999</c:v>
                </c:pt>
                <c:pt idx="12412">
                  <c:v>1219.6669999999999</c:v>
                </c:pt>
                <c:pt idx="12413">
                  <c:v>1126.7470000000001</c:v>
                </c:pt>
                <c:pt idx="12414">
                  <c:v>1071.0329999999999</c:v>
                </c:pt>
                <c:pt idx="12415">
                  <c:v>1036.3</c:v>
                </c:pt>
                <c:pt idx="12416">
                  <c:v>1014.853</c:v>
                </c:pt>
                <c:pt idx="12417">
                  <c:v>1031.5939999999998</c:v>
                </c:pt>
                <c:pt idx="12418">
                  <c:v>1012.8669999999991</c:v>
                </c:pt>
                <c:pt idx="12419">
                  <c:v>982.06590000000006</c:v>
                </c:pt>
                <c:pt idx="12420">
                  <c:v>949.80809999999997</c:v>
                </c:pt>
                <c:pt idx="12421">
                  <c:v>930.82509999999934</c:v>
                </c:pt>
                <c:pt idx="12422">
                  <c:v>1070.2919999999999</c:v>
                </c:pt>
                <c:pt idx="12423">
                  <c:v>1171.9070000000011</c:v>
                </c:pt>
                <c:pt idx="12424">
                  <c:v>1199.33</c:v>
                </c:pt>
                <c:pt idx="12425">
                  <c:v>1254.0029999999999</c:v>
                </c:pt>
                <c:pt idx="12426">
                  <c:v>1119.26</c:v>
                </c:pt>
                <c:pt idx="12427">
                  <c:v>1028.319</c:v>
                </c:pt>
                <c:pt idx="12428">
                  <c:v>955.50959999999998</c:v>
                </c:pt>
                <c:pt idx="12429">
                  <c:v>908.95989999999949</c:v>
                </c:pt>
                <c:pt idx="12430">
                  <c:v>875.11810000000003</c:v>
                </c:pt>
                <c:pt idx="12431">
                  <c:v>871.73519999999996</c:v>
                </c:pt>
                <c:pt idx="12432">
                  <c:v>878.81079999999997</c:v>
                </c:pt>
                <c:pt idx="12433">
                  <c:v>880.75049999999999</c:v>
                </c:pt>
                <c:pt idx="12434">
                  <c:v>857.06649999999934</c:v>
                </c:pt>
                <c:pt idx="12435">
                  <c:v>873.41030000000001</c:v>
                </c:pt>
                <c:pt idx="12436">
                  <c:v>924.31229999999903</c:v>
                </c:pt>
                <c:pt idx="12437">
                  <c:v>926.77570000000094</c:v>
                </c:pt>
                <c:pt idx="12438">
                  <c:v>869.24380000000053</c:v>
                </c:pt>
                <c:pt idx="12439">
                  <c:v>816.75329999999997</c:v>
                </c:pt>
                <c:pt idx="12440">
                  <c:v>784.49630000000002</c:v>
                </c:pt>
                <c:pt idx="12441">
                  <c:v>761.33009999999933</c:v>
                </c:pt>
                <c:pt idx="12442">
                  <c:v>749.41049999999996</c:v>
                </c:pt>
                <c:pt idx="12443">
                  <c:v>741.13800000000003</c:v>
                </c:pt>
                <c:pt idx="12444">
                  <c:v>731.70060000000001</c:v>
                </c:pt>
                <c:pt idx="12445">
                  <c:v>719.69370000000094</c:v>
                </c:pt>
                <c:pt idx="12446">
                  <c:v>704.94999999999948</c:v>
                </c:pt>
                <c:pt idx="12447">
                  <c:v>690.01499999999999</c:v>
                </c:pt>
                <c:pt idx="12448">
                  <c:v>676.4329999999992</c:v>
                </c:pt>
                <c:pt idx="12449">
                  <c:v>664.149</c:v>
                </c:pt>
                <c:pt idx="12450">
                  <c:v>653.35649999999919</c:v>
                </c:pt>
                <c:pt idx="12451">
                  <c:v>644.44619999999907</c:v>
                </c:pt>
                <c:pt idx="12452">
                  <c:v>636.54349999999999</c:v>
                </c:pt>
                <c:pt idx="12453">
                  <c:v>629.42349999999999</c:v>
                </c:pt>
                <c:pt idx="12454">
                  <c:v>621.28769999999997</c:v>
                </c:pt>
                <c:pt idx="12455">
                  <c:v>612.33419999999933</c:v>
                </c:pt>
                <c:pt idx="12456">
                  <c:v>603.24680000000001</c:v>
                </c:pt>
                <c:pt idx="12457">
                  <c:v>590.28820000000053</c:v>
                </c:pt>
                <c:pt idx="12458">
                  <c:v>576.33759999999882</c:v>
                </c:pt>
                <c:pt idx="12459">
                  <c:v>560.62270000000001</c:v>
                </c:pt>
                <c:pt idx="12460">
                  <c:v>546.86039999999946</c:v>
                </c:pt>
                <c:pt idx="12461">
                  <c:v>540.23310000000004</c:v>
                </c:pt>
                <c:pt idx="12462">
                  <c:v>535.62519999999938</c:v>
                </c:pt>
                <c:pt idx="12463">
                  <c:v>527.41149999999948</c:v>
                </c:pt>
                <c:pt idx="12464">
                  <c:v>517.81449999999938</c:v>
                </c:pt>
                <c:pt idx="12465">
                  <c:v>507.6583</c:v>
                </c:pt>
                <c:pt idx="12466">
                  <c:v>498.58879999999954</c:v>
                </c:pt>
                <c:pt idx="12467">
                  <c:v>493.21780000000001</c:v>
                </c:pt>
                <c:pt idx="12468">
                  <c:v>488.88889999999969</c:v>
                </c:pt>
                <c:pt idx="12469">
                  <c:v>481.05980000000034</c:v>
                </c:pt>
                <c:pt idx="12470">
                  <c:v>469.5609</c:v>
                </c:pt>
                <c:pt idx="12471">
                  <c:v>457.32139999999936</c:v>
                </c:pt>
                <c:pt idx="12472">
                  <c:v>448.88619999999935</c:v>
                </c:pt>
                <c:pt idx="12473">
                  <c:v>451.46910000000003</c:v>
                </c:pt>
                <c:pt idx="12474">
                  <c:v>464.05220000000008</c:v>
                </c:pt>
                <c:pt idx="12475">
                  <c:v>470.80070000000001</c:v>
                </c:pt>
                <c:pt idx="12476">
                  <c:v>467.86430000000001</c:v>
                </c:pt>
                <c:pt idx="12477">
                  <c:v>462.81079999999969</c:v>
                </c:pt>
                <c:pt idx="12478">
                  <c:v>456.48699999999945</c:v>
                </c:pt>
                <c:pt idx="12479">
                  <c:v>684.26430000000005</c:v>
                </c:pt>
                <c:pt idx="12480">
                  <c:v>767.41800000000001</c:v>
                </c:pt>
                <c:pt idx="12481">
                  <c:v>826.16470000000004</c:v>
                </c:pt>
                <c:pt idx="12482">
                  <c:v>687.59429999999998</c:v>
                </c:pt>
                <c:pt idx="12483">
                  <c:v>562.29340000000082</c:v>
                </c:pt>
                <c:pt idx="12484">
                  <c:v>544.07180000000005</c:v>
                </c:pt>
                <c:pt idx="12485">
                  <c:v>579.73130000000003</c:v>
                </c:pt>
                <c:pt idx="12486">
                  <c:v>594.88610000000006</c:v>
                </c:pt>
                <c:pt idx="12487">
                  <c:v>568.21529999999996</c:v>
                </c:pt>
                <c:pt idx="12488">
                  <c:v>530.32419999999934</c:v>
                </c:pt>
                <c:pt idx="12489">
                  <c:v>513.02589999999998</c:v>
                </c:pt>
                <c:pt idx="12490">
                  <c:v>504.18369999999999</c:v>
                </c:pt>
                <c:pt idx="12491">
                  <c:v>501.31470000000002</c:v>
                </c:pt>
                <c:pt idx="12492">
                  <c:v>500.15899999999999</c:v>
                </c:pt>
                <c:pt idx="12493">
                  <c:v>501.84990000000033</c:v>
                </c:pt>
                <c:pt idx="12494">
                  <c:v>504.13709999999969</c:v>
                </c:pt>
                <c:pt idx="12495">
                  <c:v>532.5231</c:v>
                </c:pt>
                <c:pt idx="12496">
                  <c:v>694.30729999999915</c:v>
                </c:pt>
                <c:pt idx="12497">
                  <c:v>1305.479</c:v>
                </c:pt>
                <c:pt idx="12498">
                  <c:v>2178.8000000000002</c:v>
                </c:pt>
                <c:pt idx="12499">
                  <c:v>2326.616</c:v>
                </c:pt>
                <c:pt idx="12500">
                  <c:v>1558.452</c:v>
                </c:pt>
                <c:pt idx="12501">
                  <c:v>1016.247</c:v>
                </c:pt>
                <c:pt idx="12502">
                  <c:v>964.26990000000001</c:v>
                </c:pt>
                <c:pt idx="12503">
                  <c:v>931.22199999999998</c:v>
                </c:pt>
                <c:pt idx="12504">
                  <c:v>923.08989999999994</c:v>
                </c:pt>
                <c:pt idx="12505">
                  <c:v>1464.5160000000001</c:v>
                </c:pt>
                <c:pt idx="12506">
                  <c:v>2043.7060000000001</c:v>
                </c:pt>
                <c:pt idx="12507">
                  <c:v>2259.576</c:v>
                </c:pt>
                <c:pt idx="12508">
                  <c:v>1949.8909999999998</c:v>
                </c:pt>
                <c:pt idx="12509">
                  <c:v>2186.5810000000001</c:v>
                </c:pt>
                <c:pt idx="12510">
                  <c:v>3180.8020000000001</c:v>
                </c:pt>
                <c:pt idx="12511">
                  <c:v>4167.0190000000002</c:v>
                </c:pt>
                <c:pt idx="12512">
                  <c:v>3670.4859999999999</c:v>
                </c:pt>
                <c:pt idx="12513">
                  <c:v>2213.4009999999998</c:v>
                </c:pt>
                <c:pt idx="12514">
                  <c:v>1487.059</c:v>
                </c:pt>
                <c:pt idx="12515">
                  <c:v>1467.759</c:v>
                </c:pt>
                <c:pt idx="12516">
                  <c:v>1416.231</c:v>
                </c:pt>
                <c:pt idx="12517">
                  <c:v>1325.9570000000001</c:v>
                </c:pt>
                <c:pt idx="12518">
                  <c:v>1392.742</c:v>
                </c:pt>
                <c:pt idx="12519">
                  <c:v>1535.508</c:v>
                </c:pt>
                <c:pt idx="12520">
                  <c:v>1693.7919999999999</c:v>
                </c:pt>
                <c:pt idx="12521">
                  <c:v>1766.72</c:v>
                </c:pt>
                <c:pt idx="12522">
                  <c:v>1812.1409999999998</c:v>
                </c:pt>
                <c:pt idx="12523">
                  <c:v>1799.7429999999999</c:v>
                </c:pt>
                <c:pt idx="12524">
                  <c:v>1669.076</c:v>
                </c:pt>
                <c:pt idx="12525">
                  <c:v>1607.402</c:v>
                </c:pt>
                <c:pt idx="12526">
                  <c:v>1732.229</c:v>
                </c:pt>
                <c:pt idx="12527">
                  <c:v>1805.76</c:v>
                </c:pt>
                <c:pt idx="12528">
                  <c:v>1697.34</c:v>
                </c:pt>
                <c:pt idx="12529">
                  <c:v>1516.1829999999998</c:v>
                </c:pt>
                <c:pt idx="12530">
                  <c:v>1409.9010000000001</c:v>
                </c:pt>
                <c:pt idx="12531">
                  <c:v>1365.954</c:v>
                </c:pt>
                <c:pt idx="12532">
                  <c:v>1336.12</c:v>
                </c:pt>
                <c:pt idx="12533">
                  <c:v>1302.1479999999999</c:v>
                </c:pt>
                <c:pt idx="12534">
                  <c:v>1268.9160000000011</c:v>
                </c:pt>
                <c:pt idx="12535">
                  <c:v>1250.3809999999999</c:v>
                </c:pt>
                <c:pt idx="12536">
                  <c:v>1228.0250000000001</c:v>
                </c:pt>
                <c:pt idx="12537">
                  <c:v>1206.2</c:v>
                </c:pt>
                <c:pt idx="12538">
                  <c:v>1202.0450000000001</c:v>
                </c:pt>
                <c:pt idx="12539">
                  <c:v>1211.826</c:v>
                </c:pt>
                <c:pt idx="12540">
                  <c:v>1219.2360000000001</c:v>
                </c:pt>
                <c:pt idx="12541">
                  <c:v>1209.7070000000001</c:v>
                </c:pt>
                <c:pt idx="12542">
                  <c:v>1266.0809999999999</c:v>
                </c:pt>
                <c:pt idx="12543">
                  <c:v>1328.971</c:v>
                </c:pt>
                <c:pt idx="12544">
                  <c:v>1372.404</c:v>
                </c:pt>
                <c:pt idx="12545">
                  <c:v>1314.7819999999999</c:v>
                </c:pt>
                <c:pt idx="12546">
                  <c:v>1215.7729999999999</c:v>
                </c:pt>
                <c:pt idx="12547">
                  <c:v>1159.53</c:v>
                </c:pt>
                <c:pt idx="12548">
                  <c:v>1189.502</c:v>
                </c:pt>
                <c:pt idx="12549">
                  <c:v>1523.6689999999999</c:v>
                </c:pt>
                <c:pt idx="12550">
                  <c:v>2144.4120000000012</c:v>
                </c:pt>
                <c:pt idx="12551">
                  <c:v>3302.5320000000002</c:v>
                </c:pt>
                <c:pt idx="12552">
                  <c:v>4298.0070000000005</c:v>
                </c:pt>
                <c:pt idx="12553">
                  <c:v>3946.4940000000001</c:v>
                </c:pt>
                <c:pt idx="12554">
                  <c:v>2579.61</c:v>
                </c:pt>
                <c:pt idx="12555">
                  <c:v>1915.944</c:v>
                </c:pt>
                <c:pt idx="12556">
                  <c:v>1724.769</c:v>
                </c:pt>
                <c:pt idx="12557">
                  <c:v>1565.4580000000001</c:v>
                </c:pt>
                <c:pt idx="12558">
                  <c:v>1404.9570000000001</c:v>
                </c:pt>
                <c:pt idx="12559">
                  <c:v>1387.537</c:v>
                </c:pt>
                <c:pt idx="12560">
                  <c:v>1348.7349999999999</c:v>
                </c:pt>
                <c:pt idx="12561">
                  <c:v>1321.8879999999999</c:v>
                </c:pt>
                <c:pt idx="12562">
                  <c:v>1296.116</c:v>
                </c:pt>
                <c:pt idx="12563">
                  <c:v>1271.5450000000001</c:v>
                </c:pt>
                <c:pt idx="12564">
                  <c:v>1264.3109999999999</c:v>
                </c:pt>
                <c:pt idx="12565">
                  <c:v>1272.1129999999998</c:v>
                </c:pt>
                <c:pt idx="12566">
                  <c:v>1282.3209999999999</c:v>
                </c:pt>
                <c:pt idx="12567">
                  <c:v>1292.1099999999999</c:v>
                </c:pt>
                <c:pt idx="12568">
                  <c:v>1285.6029999999998</c:v>
                </c:pt>
                <c:pt idx="12569">
                  <c:v>1284.019</c:v>
                </c:pt>
                <c:pt idx="12570">
                  <c:v>1278.211</c:v>
                </c:pt>
                <c:pt idx="12571">
                  <c:v>1232.461</c:v>
                </c:pt>
                <c:pt idx="12572">
                  <c:v>1166.316</c:v>
                </c:pt>
                <c:pt idx="12573">
                  <c:v>1156.4780000000001</c:v>
                </c:pt>
                <c:pt idx="12574">
                  <c:v>1189.3969999999999</c:v>
                </c:pt>
                <c:pt idx="12575">
                  <c:v>1195.519</c:v>
                </c:pt>
                <c:pt idx="12576">
                  <c:v>1131.1209999999999</c:v>
                </c:pt>
                <c:pt idx="12577">
                  <c:v>1046.607</c:v>
                </c:pt>
                <c:pt idx="12578">
                  <c:v>997.19100000000003</c:v>
                </c:pt>
                <c:pt idx="12579">
                  <c:v>964.60940000000005</c:v>
                </c:pt>
                <c:pt idx="12580">
                  <c:v>907.51239999999996</c:v>
                </c:pt>
                <c:pt idx="12581">
                  <c:v>845.98599999999999</c:v>
                </c:pt>
                <c:pt idx="12582">
                  <c:v>803.85549999999921</c:v>
                </c:pt>
                <c:pt idx="12583">
                  <c:v>787.46579999999949</c:v>
                </c:pt>
                <c:pt idx="12584">
                  <c:v>786.54070000000002</c:v>
                </c:pt>
                <c:pt idx="12585">
                  <c:v>780.80489999999998</c:v>
                </c:pt>
                <c:pt idx="12586">
                  <c:v>768.86429999999905</c:v>
                </c:pt>
                <c:pt idx="12587">
                  <c:v>735.69310000000053</c:v>
                </c:pt>
                <c:pt idx="12588">
                  <c:v>690.72670000000005</c:v>
                </c:pt>
                <c:pt idx="12589">
                  <c:v>683.0829</c:v>
                </c:pt>
                <c:pt idx="12590">
                  <c:v>716.81349999999998</c:v>
                </c:pt>
                <c:pt idx="12591">
                  <c:v>762.99549999999999</c:v>
                </c:pt>
                <c:pt idx="12592">
                  <c:v>766.00670000000002</c:v>
                </c:pt>
                <c:pt idx="12593">
                  <c:v>724.66659999999933</c:v>
                </c:pt>
                <c:pt idx="12594">
                  <c:v>694.65880000000004</c:v>
                </c:pt>
                <c:pt idx="12595">
                  <c:v>675.7056</c:v>
                </c:pt>
                <c:pt idx="12596">
                  <c:v>643.64959999999996</c:v>
                </c:pt>
                <c:pt idx="12597">
                  <c:v>620.52449999999999</c:v>
                </c:pt>
                <c:pt idx="12598">
                  <c:v>615.07010000000002</c:v>
                </c:pt>
                <c:pt idx="12599">
                  <c:v>603.07209999999998</c:v>
                </c:pt>
                <c:pt idx="12600">
                  <c:v>576.53840000000002</c:v>
                </c:pt>
                <c:pt idx="12601">
                  <c:v>536.20630000000051</c:v>
                </c:pt>
                <c:pt idx="12602">
                  <c:v>490.2936999999996</c:v>
                </c:pt>
                <c:pt idx="12603">
                  <c:v>461.41109999999935</c:v>
                </c:pt>
                <c:pt idx="12604">
                  <c:v>450.38299999999964</c:v>
                </c:pt>
                <c:pt idx="12605">
                  <c:v>430.13339999999954</c:v>
                </c:pt>
                <c:pt idx="12606">
                  <c:v>408.66039999999964</c:v>
                </c:pt>
                <c:pt idx="12607">
                  <c:v>404.11869999999999</c:v>
                </c:pt>
                <c:pt idx="12608">
                  <c:v>402.46319999999935</c:v>
                </c:pt>
                <c:pt idx="12609">
                  <c:v>389.06459999999993</c:v>
                </c:pt>
                <c:pt idx="12610">
                  <c:v>378.80180000000001</c:v>
                </c:pt>
                <c:pt idx="12611">
                  <c:v>371.88569999999999</c:v>
                </c:pt>
                <c:pt idx="12612">
                  <c:v>368.49579999999935</c:v>
                </c:pt>
                <c:pt idx="12613">
                  <c:v>362.50020000000001</c:v>
                </c:pt>
                <c:pt idx="12614">
                  <c:v>346.04039999999969</c:v>
                </c:pt>
                <c:pt idx="12615">
                  <c:v>322.76060000000001</c:v>
                </c:pt>
                <c:pt idx="12616">
                  <c:v>317.13979999999964</c:v>
                </c:pt>
                <c:pt idx="12617">
                  <c:v>318.85989999999998</c:v>
                </c:pt>
                <c:pt idx="12618">
                  <c:v>299.7088</c:v>
                </c:pt>
                <c:pt idx="12619">
                  <c:v>317.79889999999961</c:v>
                </c:pt>
                <c:pt idx="12620">
                  <c:v>308.61629999999968</c:v>
                </c:pt>
                <c:pt idx="12621">
                  <c:v>305.1669</c:v>
                </c:pt>
                <c:pt idx="12622">
                  <c:v>308.11380000000008</c:v>
                </c:pt>
                <c:pt idx="12623">
                  <c:v>310.00560000000002</c:v>
                </c:pt>
                <c:pt idx="12624">
                  <c:v>304.58709999999968</c:v>
                </c:pt>
                <c:pt idx="12625">
                  <c:v>301.9479</c:v>
                </c:pt>
                <c:pt idx="12626">
                  <c:v>311.90099999999961</c:v>
                </c:pt>
                <c:pt idx="12627">
                  <c:v>298.91839999999939</c:v>
                </c:pt>
                <c:pt idx="12628">
                  <c:v>291.46570000000003</c:v>
                </c:pt>
                <c:pt idx="12629">
                  <c:v>294.71969999999999</c:v>
                </c:pt>
                <c:pt idx="12630">
                  <c:v>286.23219999999935</c:v>
                </c:pt>
                <c:pt idx="12631">
                  <c:v>292.41989999999993</c:v>
                </c:pt>
                <c:pt idx="12632">
                  <c:v>297.7816999999996</c:v>
                </c:pt>
                <c:pt idx="12633">
                  <c:v>313.45569999999969</c:v>
                </c:pt>
                <c:pt idx="12634">
                  <c:v>315.7711999999994</c:v>
                </c:pt>
                <c:pt idx="12635">
                  <c:v>317.03440000000001</c:v>
                </c:pt>
                <c:pt idx="12636">
                  <c:v>323.25959999999969</c:v>
                </c:pt>
                <c:pt idx="12637">
                  <c:v>325.41909999999967</c:v>
                </c:pt>
                <c:pt idx="12638">
                  <c:v>323.07309999999961</c:v>
                </c:pt>
                <c:pt idx="12639">
                  <c:v>319.34449999999998</c:v>
                </c:pt>
                <c:pt idx="12640">
                  <c:v>315.85579999999999</c:v>
                </c:pt>
                <c:pt idx="12641">
                  <c:v>316.07689999999968</c:v>
                </c:pt>
                <c:pt idx="12642">
                  <c:v>321.02409999999969</c:v>
                </c:pt>
                <c:pt idx="12643">
                  <c:v>328.7985999999994</c:v>
                </c:pt>
                <c:pt idx="12644">
                  <c:v>309.06580000000002</c:v>
                </c:pt>
                <c:pt idx="12645">
                  <c:v>331.27179999999947</c:v>
                </c:pt>
                <c:pt idx="12646">
                  <c:v>340.22019999999935</c:v>
                </c:pt>
                <c:pt idx="12647">
                  <c:v>327.5573</c:v>
                </c:pt>
                <c:pt idx="12648">
                  <c:v>342.90780000000001</c:v>
                </c:pt>
                <c:pt idx="12649">
                  <c:v>337.89869999999968</c:v>
                </c:pt>
                <c:pt idx="12650">
                  <c:v>336.9556</c:v>
                </c:pt>
                <c:pt idx="12651">
                  <c:v>334.78449999999964</c:v>
                </c:pt>
                <c:pt idx="12652">
                  <c:v>326.97709999999961</c:v>
                </c:pt>
                <c:pt idx="12653">
                  <c:v>339.11779999999999</c:v>
                </c:pt>
                <c:pt idx="12654">
                  <c:v>340.29589999999968</c:v>
                </c:pt>
                <c:pt idx="12655">
                  <c:v>345.09019999999936</c:v>
                </c:pt>
                <c:pt idx="12656">
                  <c:v>344.19309999999967</c:v>
                </c:pt>
                <c:pt idx="12657">
                  <c:v>338.26490000000001</c:v>
                </c:pt>
                <c:pt idx="12658">
                  <c:v>337.12629999999967</c:v>
                </c:pt>
                <c:pt idx="12659">
                  <c:v>340.38369999999969</c:v>
                </c:pt>
                <c:pt idx="12660">
                  <c:v>356.03369999999961</c:v>
                </c:pt>
                <c:pt idx="12661">
                  <c:v>361.42579999999936</c:v>
                </c:pt>
                <c:pt idx="12662">
                  <c:v>358.75129999999967</c:v>
                </c:pt>
                <c:pt idx="12663">
                  <c:v>345.96949999999993</c:v>
                </c:pt>
                <c:pt idx="12664">
                  <c:v>339.20949999999999</c:v>
                </c:pt>
                <c:pt idx="12665">
                  <c:v>336.43259999999935</c:v>
                </c:pt>
                <c:pt idx="12666">
                  <c:v>333.85849999999999</c:v>
                </c:pt>
                <c:pt idx="12667">
                  <c:v>337.1601</c:v>
                </c:pt>
                <c:pt idx="12668">
                  <c:v>341.56450000000001</c:v>
                </c:pt>
                <c:pt idx="12669">
                  <c:v>338.12109999999967</c:v>
                </c:pt>
                <c:pt idx="12670">
                  <c:v>327.66789999999997</c:v>
                </c:pt>
                <c:pt idx="12671">
                  <c:v>319.6182</c:v>
                </c:pt>
                <c:pt idx="12672">
                  <c:v>319.05430000000001</c:v>
                </c:pt>
                <c:pt idx="12673">
                  <c:v>331.18220000000002</c:v>
                </c:pt>
                <c:pt idx="12674">
                  <c:v>336.02589999999969</c:v>
                </c:pt>
                <c:pt idx="12675">
                  <c:v>332.6567</c:v>
                </c:pt>
                <c:pt idx="12676">
                  <c:v>329.30279999999999</c:v>
                </c:pt>
                <c:pt idx="12677">
                  <c:v>322.26119999999935</c:v>
                </c:pt>
                <c:pt idx="12678">
                  <c:v>314.04689999999999</c:v>
                </c:pt>
                <c:pt idx="12679">
                  <c:v>305.98379999999935</c:v>
                </c:pt>
                <c:pt idx="12680">
                  <c:v>309.52169999999961</c:v>
                </c:pt>
                <c:pt idx="12681">
                  <c:v>323.37950000000001</c:v>
                </c:pt>
                <c:pt idx="12682">
                  <c:v>361.21669999999961</c:v>
                </c:pt>
                <c:pt idx="12683">
                  <c:v>410.95129999999961</c:v>
                </c:pt>
                <c:pt idx="12684">
                  <c:v>435.15899999999999</c:v>
                </c:pt>
                <c:pt idx="12685">
                  <c:v>459.46</c:v>
                </c:pt>
                <c:pt idx="12686">
                  <c:v>504.62629999999967</c:v>
                </c:pt>
                <c:pt idx="12687">
                  <c:v>554.43959999999947</c:v>
                </c:pt>
                <c:pt idx="12688">
                  <c:v>546.47709999999938</c:v>
                </c:pt>
                <c:pt idx="12689">
                  <c:v>510.46469999999999</c:v>
                </c:pt>
                <c:pt idx="12690">
                  <c:v>479.2724</c:v>
                </c:pt>
                <c:pt idx="12691">
                  <c:v>460.83269999999999</c:v>
                </c:pt>
                <c:pt idx="12692">
                  <c:v>445.1</c:v>
                </c:pt>
                <c:pt idx="12693">
                  <c:v>446.10109999999969</c:v>
                </c:pt>
                <c:pt idx="12694">
                  <c:v>487.55619999999954</c:v>
                </c:pt>
                <c:pt idx="12695">
                  <c:v>524.64779999999996</c:v>
                </c:pt>
                <c:pt idx="12696">
                  <c:v>536.99810000000002</c:v>
                </c:pt>
                <c:pt idx="12697">
                  <c:v>608.99490000000003</c:v>
                </c:pt>
                <c:pt idx="12698">
                  <c:v>839.42909999999949</c:v>
                </c:pt>
                <c:pt idx="12699">
                  <c:v>1078.4490000000001</c:v>
                </c:pt>
                <c:pt idx="12700">
                  <c:v>1058.3589999999999</c:v>
                </c:pt>
                <c:pt idx="12701">
                  <c:v>865.75380000000052</c:v>
                </c:pt>
                <c:pt idx="12702">
                  <c:v>783.52149999999949</c:v>
                </c:pt>
                <c:pt idx="12703">
                  <c:v>797.3079999999992</c:v>
                </c:pt>
                <c:pt idx="12704">
                  <c:v>782.79500000000053</c:v>
                </c:pt>
                <c:pt idx="12705">
                  <c:v>761.82289999999921</c:v>
                </c:pt>
                <c:pt idx="12706">
                  <c:v>746.52559999999949</c:v>
                </c:pt>
                <c:pt idx="12707">
                  <c:v>734.02179999999998</c:v>
                </c:pt>
                <c:pt idx="12708">
                  <c:v>730.71249999999998</c:v>
                </c:pt>
                <c:pt idx="12709">
                  <c:v>726.04859999999996</c:v>
                </c:pt>
                <c:pt idx="12710">
                  <c:v>726.9443</c:v>
                </c:pt>
                <c:pt idx="12711">
                  <c:v>728.68650000000002</c:v>
                </c:pt>
                <c:pt idx="12712">
                  <c:v>721.77360000000067</c:v>
                </c:pt>
                <c:pt idx="12713">
                  <c:v>711.16819999999996</c:v>
                </c:pt>
                <c:pt idx="12714">
                  <c:v>700.44059999999934</c:v>
                </c:pt>
                <c:pt idx="12715">
                  <c:v>689.56539999999939</c:v>
                </c:pt>
                <c:pt idx="12716">
                  <c:v>679.70920000000001</c:v>
                </c:pt>
                <c:pt idx="12717">
                  <c:v>672.64159999999947</c:v>
                </c:pt>
                <c:pt idx="12718">
                  <c:v>666.80439999999999</c:v>
                </c:pt>
                <c:pt idx="12719">
                  <c:v>662.2559</c:v>
                </c:pt>
                <c:pt idx="12720">
                  <c:v>692.09569999999997</c:v>
                </c:pt>
                <c:pt idx="12721">
                  <c:v>737.46569999999906</c:v>
                </c:pt>
                <c:pt idx="12722">
                  <c:v>766.17680000000053</c:v>
                </c:pt>
                <c:pt idx="12723">
                  <c:v>735.55079999999998</c:v>
                </c:pt>
                <c:pt idx="12724">
                  <c:v>702.33489999999949</c:v>
                </c:pt>
                <c:pt idx="12725">
                  <c:v>883.51779999999997</c:v>
                </c:pt>
                <c:pt idx="12726">
                  <c:v>1266.4390000000001</c:v>
                </c:pt>
                <c:pt idx="12727">
                  <c:v>1340.366</c:v>
                </c:pt>
                <c:pt idx="12728">
                  <c:v>1260.499</c:v>
                </c:pt>
                <c:pt idx="12729">
                  <c:v>1032.3789999999999</c:v>
                </c:pt>
                <c:pt idx="12730">
                  <c:v>903.90909999999997</c:v>
                </c:pt>
                <c:pt idx="12731">
                  <c:v>824.20429999999999</c:v>
                </c:pt>
                <c:pt idx="12732">
                  <c:v>787.99929999999949</c:v>
                </c:pt>
                <c:pt idx="12733">
                  <c:v>764.27550000000053</c:v>
                </c:pt>
                <c:pt idx="12734">
                  <c:v>749.46979999999996</c:v>
                </c:pt>
                <c:pt idx="12735">
                  <c:v>735.69640000000004</c:v>
                </c:pt>
                <c:pt idx="12736">
                  <c:v>721.62139999999999</c:v>
                </c:pt>
                <c:pt idx="12737">
                  <c:v>708.2509</c:v>
                </c:pt>
                <c:pt idx="12738">
                  <c:v>697.18129999999996</c:v>
                </c:pt>
                <c:pt idx="12739">
                  <c:v>704.68900000000053</c:v>
                </c:pt>
                <c:pt idx="12740">
                  <c:v>985.15359999999998</c:v>
                </c:pt>
                <c:pt idx="12741">
                  <c:v>953.96489999999949</c:v>
                </c:pt>
                <c:pt idx="12742">
                  <c:v>857.88670000000002</c:v>
                </c:pt>
                <c:pt idx="12743">
                  <c:v>758.15109999999947</c:v>
                </c:pt>
                <c:pt idx="12744">
                  <c:v>725.50639999999999</c:v>
                </c:pt>
                <c:pt idx="12745">
                  <c:v>703.37130000000002</c:v>
                </c:pt>
                <c:pt idx="12746">
                  <c:v>690.45079999999996</c:v>
                </c:pt>
                <c:pt idx="12747">
                  <c:v>682.37</c:v>
                </c:pt>
                <c:pt idx="12748">
                  <c:v>670.67510000000004</c:v>
                </c:pt>
                <c:pt idx="12749">
                  <c:v>661.45069999999919</c:v>
                </c:pt>
                <c:pt idx="12750">
                  <c:v>732.2002</c:v>
                </c:pt>
                <c:pt idx="12751">
                  <c:v>1361.5</c:v>
                </c:pt>
                <c:pt idx="12752">
                  <c:v>2974.4530000000022</c:v>
                </c:pt>
                <c:pt idx="12753">
                  <c:v>4066.5830000000001</c:v>
                </c:pt>
                <c:pt idx="12754">
                  <c:v>4314.6440000000002</c:v>
                </c:pt>
                <c:pt idx="12755">
                  <c:v>5203.8580000000002</c:v>
                </c:pt>
                <c:pt idx="12756">
                  <c:v>7276.4190000000008</c:v>
                </c:pt>
                <c:pt idx="12757">
                  <c:v>9099.1180000000004</c:v>
                </c:pt>
                <c:pt idx="12758">
                  <c:v>9559.1820000000007</c:v>
                </c:pt>
                <c:pt idx="12759">
                  <c:v>8224.4369999999835</c:v>
                </c:pt>
                <c:pt idx="12760">
                  <c:v>5408.3090000000002</c:v>
                </c:pt>
                <c:pt idx="12761">
                  <c:v>3698.9209999999998</c:v>
                </c:pt>
                <c:pt idx="12762">
                  <c:v>3574.5659999999998</c:v>
                </c:pt>
                <c:pt idx="12763">
                  <c:v>3244.4409999999998</c:v>
                </c:pt>
                <c:pt idx="12764">
                  <c:v>2790.8120000000022</c:v>
                </c:pt>
                <c:pt idx="12765">
                  <c:v>2516.4969999999998</c:v>
                </c:pt>
                <c:pt idx="12766">
                  <c:v>2164.4780000000001</c:v>
                </c:pt>
                <c:pt idx="12767">
                  <c:v>1958.35</c:v>
                </c:pt>
                <c:pt idx="12768">
                  <c:v>1826.5989999999999</c:v>
                </c:pt>
                <c:pt idx="12769">
                  <c:v>1697.3129999999999</c:v>
                </c:pt>
                <c:pt idx="12770">
                  <c:v>1601.575</c:v>
                </c:pt>
                <c:pt idx="12771">
                  <c:v>1476.586</c:v>
                </c:pt>
                <c:pt idx="12772">
                  <c:v>1348.732</c:v>
                </c:pt>
                <c:pt idx="12773">
                  <c:v>1250.6289999999999</c:v>
                </c:pt>
                <c:pt idx="12774">
                  <c:v>1194.3739999999998</c:v>
                </c:pt>
                <c:pt idx="12775">
                  <c:v>1155.9370000000001</c:v>
                </c:pt>
                <c:pt idx="12776">
                  <c:v>1142.829</c:v>
                </c:pt>
                <c:pt idx="12777">
                  <c:v>1248.74</c:v>
                </c:pt>
                <c:pt idx="12778">
                  <c:v>1532.2060000000001</c:v>
                </c:pt>
                <c:pt idx="12779">
                  <c:v>1773.5739999999998</c:v>
                </c:pt>
                <c:pt idx="12780">
                  <c:v>1756.1409999999998</c:v>
                </c:pt>
                <c:pt idx="12781">
                  <c:v>1654.7339999999999</c:v>
                </c:pt>
                <c:pt idx="12782">
                  <c:v>1641.768</c:v>
                </c:pt>
                <c:pt idx="12783">
                  <c:v>1549.9660000000001</c:v>
                </c:pt>
                <c:pt idx="12784">
                  <c:v>1475.1759999999999</c:v>
                </c:pt>
                <c:pt idx="12785">
                  <c:v>1412.6129999999998</c:v>
                </c:pt>
                <c:pt idx="12786">
                  <c:v>1329.4280000000001</c:v>
                </c:pt>
                <c:pt idx="12787">
                  <c:v>1254.5429999999999</c:v>
                </c:pt>
                <c:pt idx="12788">
                  <c:v>1211.0119999999999</c:v>
                </c:pt>
                <c:pt idx="12789">
                  <c:v>1200.479</c:v>
                </c:pt>
                <c:pt idx="12790">
                  <c:v>1201.752</c:v>
                </c:pt>
                <c:pt idx="12791">
                  <c:v>1181.0529999999999</c:v>
                </c:pt>
                <c:pt idx="12792">
                  <c:v>1167.5129999999999</c:v>
                </c:pt>
                <c:pt idx="12793">
                  <c:v>1410.646</c:v>
                </c:pt>
                <c:pt idx="12794">
                  <c:v>1808.0119999999999</c:v>
                </c:pt>
                <c:pt idx="12795">
                  <c:v>2057.288999999997</c:v>
                </c:pt>
                <c:pt idx="12796">
                  <c:v>1982.847</c:v>
                </c:pt>
                <c:pt idx="12797">
                  <c:v>2169.7809999999972</c:v>
                </c:pt>
                <c:pt idx="12798">
                  <c:v>2157.9340000000002</c:v>
                </c:pt>
                <c:pt idx="12799">
                  <c:v>2025.87</c:v>
                </c:pt>
                <c:pt idx="12800">
                  <c:v>1798.789</c:v>
                </c:pt>
                <c:pt idx="12801">
                  <c:v>1682.846</c:v>
                </c:pt>
                <c:pt idx="12802">
                  <c:v>1533.2629999999999</c:v>
                </c:pt>
                <c:pt idx="12803">
                  <c:v>1398.2809999999999</c:v>
                </c:pt>
                <c:pt idx="12804">
                  <c:v>1302.4480000000001</c:v>
                </c:pt>
                <c:pt idx="12805">
                  <c:v>1247.44</c:v>
                </c:pt>
                <c:pt idx="12806">
                  <c:v>1187.8709999999999</c:v>
                </c:pt>
                <c:pt idx="12807">
                  <c:v>1141.0989999999999</c:v>
                </c:pt>
                <c:pt idx="12808">
                  <c:v>1107.739</c:v>
                </c:pt>
                <c:pt idx="12809">
                  <c:v>1071.8869999999999</c:v>
                </c:pt>
                <c:pt idx="12810">
                  <c:v>1036.8050000000001</c:v>
                </c:pt>
                <c:pt idx="12811">
                  <c:v>1007.535</c:v>
                </c:pt>
                <c:pt idx="12812">
                  <c:v>983.08989999999994</c:v>
                </c:pt>
                <c:pt idx="12813">
                  <c:v>973.62980000000005</c:v>
                </c:pt>
                <c:pt idx="12814">
                  <c:v>1015.002</c:v>
                </c:pt>
                <c:pt idx="12815">
                  <c:v>1083.829</c:v>
                </c:pt>
                <c:pt idx="12816">
                  <c:v>1155.528</c:v>
                </c:pt>
                <c:pt idx="12817">
                  <c:v>1231.3829999999998</c:v>
                </c:pt>
                <c:pt idx="12818">
                  <c:v>1452.02</c:v>
                </c:pt>
                <c:pt idx="12819">
                  <c:v>1641.1419999999998</c:v>
                </c:pt>
                <c:pt idx="12820">
                  <c:v>1702.8619999999999</c:v>
                </c:pt>
                <c:pt idx="12821">
                  <c:v>1590.79</c:v>
                </c:pt>
                <c:pt idx="12822">
                  <c:v>1498.27</c:v>
                </c:pt>
                <c:pt idx="12823">
                  <c:v>1446.6599999999999</c:v>
                </c:pt>
                <c:pt idx="12824">
                  <c:v>1321.972</c:v>
                </c:pt>
                <c:pt idx="12825">
                  <c:v>1211.231</c:v>
                </c:pt>
                <c:pt idx="12826">
                  <c:v>1366.8799999999999</c:v>
                </c:pt>
                <c:pt idx="12827">
                  <c:v>1279.922</c:v>
                </c:pt>
                <c:pt idx="12828">
                  <c:v>1155.6369999999999</c:v>
                </c:pt>
                <c:pt idx="12829">
                  <c:v>1028.9080000000001</c:v>
                </c:pt>
                <c:pt idx="12830">
                  <c:v>983.78279999999995</c:v>
                </c:pt>
                <c:pt idx="12831">
                  <c:v>1093.7619999999999</c:v>
                </c:pt>
                <c:pt idx="12832">
                  <c:v>1380.6239999999998</c:v>
                </c:pt>
                <c:pt idx="12833">
                  <c:v>1571.3309999999999</c:v>
                </c:pt>
                <c:pt idx="12834">
                  <c:v>1724.2239999999999</c:v>
                </c:pt>
                <c:pt idx="12835">
                  <c:v>1700.8819999999998</c:v>
                </c:pt>
                <c:pt idx="12836">
                  <c:v>1535.346</c:v>
                </c:pt>
                <c:pt idx="12837">
                  <c:v>1603.77</c:v>
                </c:pt>
                <c:pt idx="12838">
                  <c:v>1705.4060000000011</c:v>
                </c:pt>
                <c:pt idx="12839">
                  <c:v>1785.4070000000011</c:v>
                </c:pt>
                <c:pt idx="12840">
                  <c:v>1643.9090000000001</c:v>
                </c:pt>
                <c:pt idx="12841">
                  <c:v>1508.9090000000001</c:v>
                </c:pt>
                <c:pt idx="12842">
                  <c:v>1410.126</c:v>
                </c:pt>
                <c:pt idx="12843">
                  <c:v>1351.329</c:v>
                </c:pt>
                <c:pt idx="12844">
                  <c:v>1366.635</c:v>
                </c:pt>
                <c:pt idx="12845">
                  <c:v>1522.6669999999999</c:v>
                </c:pt>
                <c:pt idx="12846">
                  <c:v>1633.903</c:v>
                </c:pt>
                <c:pt idx="12847">
                  <c:v>1823.3609999999999</c:v>
                </c:pt>
                <c:pt idx="12848">
                  <c:v>1862.4</c:v>
                </c:pt>
                <c:pt idx="12849">
                  <c:v>1783.8419999999999</c:v>
                </c:pt>
                <c:pt idx="12850">
                  <c:v>1494.251</c:v>
                </c:pt>
                <c:pt idx="12851">
                  <c:v>1377.261</c:v>
                </c:pt>
                <c:pt idx="12852">
                  <c:v>1431.271</c:v>
                </c:pt>
                <c:pt idx="12853">
                  <c:v>1423.6689999999999</c:v>
                </c:pt>
                <c:pt idx="12854">
                  <c:v>1296.2809999999999</c:v>
                </c:pt>
                <c:pt idx="12855">
                  <c:v>1212.2909999999999</c:v>
                </c:pt>
                <c:pt idx="12856">
                  <c:v>1165.0129999999999</c:v>
                </c:pt>
                <c:pt idx="12857">
                  <c:v>1132.7249999999999</c:v>
                </c:pt>
                <c:pt idx="12858">
                  <c:v>1104.7619999999999</c:v>
                </c:pt>
                <c:pt idx="12859">
                  <c:v>1096.76</c:v>
                </c:pt>
                <c:pt idx="12860">
                  <c:v>1103.127</c:v>
                </c:pt>
                <c:pt idx="12861">
                  <c:v>1079.317</c:v>
                </c:pt>
                <c:pt idx="12862">
                  <c:v>1044.557</c:v>
                </c:pt>
                <c:pt idx="12863">
                  <c:v>1015.925</c:v>
                </c:pt>
                <c:pt idx="12864">
                  <c:v>993.03530000000001</c:v>
                </c:pt>
                <c:pt idx="12865">
                  <c:v>977.67139999999995</c:v>
                </c:pt>
                <c:pt idx="12866">
                  <c:v>1031.732</c:v>
                </c:pt>
                <c:pt idx="12867">
                  <c:v>1056.3409999999999</c:v>
                </c:pt>
                <c:pt idx="12868">
                  <c:v>998.39980000000003</c:v>
                </c:pt>
                <c:pt idx="12869">
                  <c:v>951.399</c:v>
                </c:pt>
                <c:pt idx="12870">
                  <c:v>924.60820000000001</c:v>
                </c:pt>
                <c:pt idx="12871">
                  <c:v>901.0022999999992</c:v>
                </c:pt>
                <c:pt idx="12872">
                  <c:v>882.52759999999921</c:v>
                </c:pt>
                <c:pt idx="12873">
                  <c:v>871.39840000000004</c:v>
                </c:pt>
                <c:pt idx="12874">
                  <c:v>880.0022999999992</c:v>
                </c:pt>
                <c:pt idx="12875">
                  <c:v>1209.5150000000001</c:v>
                </c:pt>
                <c:pt idx="12876">
                  <c:v>1204.471</c:v>
                </c:pt>
                <c:pt idx="12877">
                  <c:v>1063.72</c:v>
                </c:pt>
                <c:pt idx="12878">
                  <c:v>1009.57</c:v>
                </c:pt>
                <c:pt idx="12879">
                  <c:v>1022.4619999999992</c:v>
                </c:pt>
                <c:pt idx="12880">
                  <c:v>1490.7739999999999</c:v>
                </c:pt>
                <c:pt idx="12881">
                  <c:v>2246.3009999999999</c:v>
                </c:pt>
                <c:pt idx="12882">
                  <c:v>2074.152</c:v>
                </c:pt>
                <c:pt idx="12883">
                  <c:v>1832.0119999999999</c:v>
                </c:pt>
                <c:pt idx="12884">
                  <c:v>1421.1179999999999</c:v>
                </c:pt>
                <c:pt idx="12885">
                  <c:v>1280.8239999999998</c:v>
                </c:pt>
                <c:pt idx="12886">
                  <c:v>1971.2850000000001</c:v>
                </c:pt>
                <c:pt idx="12887">
                  <c:v>2634.9009999999998</c:v>
                </c:pt>
                <c:pt idx="12888">
                  <c:v>3213.0070000000001</c:v>
                </c:pt>
                <c:pt idx="12889">
                  <c:v>2678.598</c:v>
                </c:pt>
                <c:pt idx="12890">
                  <c:v>2244.998</c:v>
                </c:pt>
                <c:pt idx="12891">
                  <c:v>2416.739</c:v>
                </c:pt>
                <c:pt idx="12892">
                  <c:v>2495.5990000000002</c:v>
                </c:pt>
                <c:pt idx="12893">
                  <c:v>2169.4169999999999</c:v>
                </c:pt>
                <c:pt idx="12894">
                  <c:v>2106.6439999999998</c:v>
                </c:pt>
                <c:pt idx="12895">
                  <c:v>3391.4730000000022</c:v>
                </c:pt>
                <c:pt idx="12896">
                  <c:v>5650.634</c:v>
                </c:pt>
                <c:pt idx="12897">
                  <c:v>6268.6140000000014</c:v>
                </c:pt>
                <c:pt idx="12898">
                  <c:v>4926.9570000000003</c:v>
                </c:pt>
                <c:pt idx="12899">
                  <c:v>3314.2819999999997</c:v>
                </c:pt>
                <c:pt idx="12900">
                  <c:v>2631.7449999999967</c:v>
                </c:pt>
                <c:pt idx="12901">
                  <c:v>2370.145</c:v>
                </c:pt>
                <c:pt idx="12902">
                  <c:v>2294.0160000000001</c:v>
                </c:pt>
                <c:pt idx="12903">
                  <c:v>2442.1999999999998</c:v>
                </c:pt>
                <c:pt idx="12904">
                  <c:v>2502.4720000000002</c:v>
                </c:pt>
                <c:pt idx="12905">
                  <c:v>2184.9450000000002</c:v>
                </c:pt>
                <c:pt idx="12906">
                  <c:v>1744.9560000000001</c:v>
                </c:pt>
                <c:pt idx="12907">
                  <c:v>1680.817</c:v>
                </c:pt>
                <c:pt idx="12908">
                  <c:v>1898.8150000000001</c:v>
                </c:pt>
                <c:pt idx="12909">
                  <c:v>2527.326</c:v>
                </c:pt>
                <c:pt idx="12910">
                  <c:v>3079.1120000000001</c:v>
                </c:pt>
                <c:pt idx="12911">
                  <c:v>2607.0500000000002</c:v>
                </c:pt>
                <c:pt idx="12912">
                  <c:v>2025.7929999999999</c:v>
                </c:pt>
                <c:pt idx="12913">
                  <c:v>2299.2799999999997</c:v>
                </c:pt>
                <c:pt idx="12914">
                  <c:v>2489.6129999999998</c:v>
                </c:pt>
                <c:pt idx="12915">
                  <c:v>2148.259</c:v>
                </c:pt>
                <c:pt idx="12916">
                  <c:v>1939.01</c:v>
                </c:pt>
                <c:pt idx="12917">
                  <c:v>1981.508</c:v>
                </c:pt>
                <c:pt idx="12918">
                  <c:v>2418.8429999999998</c:v>
                </c:pt>
                <c:pt idx="12919">
                  <c:v>3892.7669999999966</c:v>
                </c:pt>
                <c:pt idx="12920">
                  <c:v>5881.0280000000002</c:v>
                </c:pt>
                <c:pt idx="12921">
                  <c:v>6021.2970000000005</c:v>
                </c:pt>
                <c:pt idx="12922">
                  <c:v>4484.8620000000055</c:v>
                </c:pt>
                <c:pt idx="12923">
                  <c:v>3662.54</c:v>
                </c:pt>
                <c:pt idx="12924">
                  <c:v>3609.4059999999999</c:v>
                </c:pt>
                <c:pt idx="12925">
                  <c:v>3469.2419999999997</c:v>
                </c:pt>
                <c:pt idx="12926">
                  <c:v>3282.0859999999998</c:v>
                </c:pt>
                <c:pt idx="12927">
                  <c:v>2995.2379999999998</c:v>
                </c:pt>
                <c:pt idx="12928">
                  <c:v>2552.4659999999999</c:v>
                </c:pt>
                <c:pt idx="12929">
                  <c:v>2316.7039999999997</c:v>
                </c:pt>
                <c:pt idx="12930">
                  <c:v>2359.788999999997</c:v>
                </c:pt>
                <c:pt idx="12931">
                  <c:v>2447.4830000000002</c:v>
                </c:pt>
                <c:pt idx="12932">
                  <c:v>2432.9259999999999</c:v>
                </c:pt>
                <c:pt idx="12933">
                  <c:v>2359.9389999999999</c:v>
                </c:pt>
                <c:pt idx="12934">
                  <c:v>2418.549</c:v>
                </c:pt>
                <c:pt idx="12935">
                  <c:v>2380.4</c:v>
                </c:pt>
                <c:pt idx="12936">
                  <c:v>2196.0210000000002</c:v>
                </c:pt>
                <c:pt idx="12937">
                  <c:v>1932.297</c:v>
                </c:pt>
                <c:pt idx="12938">
                  <c:v>1822.741</c:v>
                </c:pt>
                <c:pt idx="12939">
                  <c:v>1814.8109999999999</c:v>
                </c:pt>
                <c:pt idx="12940">
                  <c:v>1830.2950000000001</c:v>
                </c:pt>
                <c:pt idx="12941">
                  <c:v>1848.095</c:v>
                </c:pt>
                <c:pt idx="12942">
                  <c:v>1863.34</c:v>
                </c:pt>
                <c:pt idx="12943">
                  <c:v>1920.2639999999999</c:v>
                </c:pt>
                <c:pt idx="12944">
                  <c:v>1976.895</c:v>
                </c:pt>
                <c:pt idx="12945">
                  <c:v>1957.329</c:v>
                </c:pt>
                <c:pt idx="12946">
                  <c:v>1881.7809999999999</c:v>
                </c:pt>
                <c:pt idx="12947">
                  <c:v>1832.509</c:v>
                </c:pt>
                <c:pt idx="12948">
                  <c:v>1807.9290000000001</c:v>
                </c:pt>
                <c:pt idx="12949">
                  <c:v>1737.548</c:v>
                </c:pt>
                <c:pt idx="12950">
                  <c:v>1704.739</c:v>
                </c:pt>
                <c:pt idx="12951">
                  <c:v>1692.5939999999998</c:v>
                </c:pt>
                <c:pt idx="12952">
                  <c:v>1509.2329999999999</c:v>
                </c:pt>
                <c:pt idx="12953">
                  <c:v>1409.1609999999998</c:v>
                </c:pt>
                <c:pt idx="12954">
                  <c:v>1319.4749999999999</c:v>
                </c:pt>
                <c:pt idx="12955">
                  <c:v>1241.8409999999999</c:v>
                </c:pt>
                <c:pt idx="12956">
                  <c:v>1200.5029999999999</c:v>
                </c:pt>
                <c:pt idx="12957">
                  <c:v>1202.8699999999999</c:v>
                </c:pt>
                <c:pt idx="12958">
                  <c:v>1206.7280000000001</c:v>
                </c:pt>
                <c:pt idx="12959">
                  <c:v>1189.2750000000001</c:v>
                </c:pt>
                <c:pt idx="12960">
                  <c:v>1138.1479999999999</c:v>
                </c:pt>
                <c:pt idx="12961">
                  <c:v>1076.8739999999998</c:v>
                </c:pt>
                <c:pt idx="12962">
                  <c:v>1039.8619999999999</c:v>
                </c:pt>
                <c:pt idx="12963">
                  <c:v>1018.474</c:v>
                </c:pt>
                <c:pt idx="12964">
                  <c:v>992.38890000000004</c:v>
                </c:pt>
                <c:pt idx="12965">
                  <c:v>957.63570000000004</c:v>
                </c:pt>
                <c:pt idx="12966">
                  <c:v>938.39</c:v>
                </c:pt>
                <c:pt idx="12967">
                  <c:v>922.03249999999946</c:v>
                </c:pt>
                <c:pt idx="12968">
                  <c:v>840.24459999999999</c:v>
                </c:pt>
                <c:pt idx="12969">
                  <c:v>723.13689999999997</c:v>
                </c:pt>
                <c:pt idx="12970">
                  <c:v>646.1354</c:v>
                </c:pt>
                <c:pt idx="12971">
                  <c:v>598.99019999999996</c:v>
                </c:pt>
                <c:pt idx="12972">
                  <c:v>566.80840000000001</c:v>
                </c:pt>
                <c:pt idx="12973">
                  <c:v>548.74619999999948</c:v>
                </c:pt>
                <c:pt idx="12974">
                  <c:v>534.52639999999997</c:v>
                </c:pt>
                <c:pt idx="12975">
                  <c:v>525.72059999999999</c:v>
                </c:pt>
                <c:pt idx="12976">
                  <c:v>517.36579999999947</c:v>
                </c:pt>
                <c:pt idx="12977">
                  <c:v>520.91930000000002</c:v>
                </c:pt>
                <c:pt idx="12978">
                  <c:v>508.38929999999999</c:v>
                </c:pt>
                <c:pt idx="12979">
                  <c:v>491.53949999999969</c:v>
                </c:pt>
                <c:pt idx="12980">
                  <c:v>471.79609999999934</c:v>
                </c:pt>
                <c:pt idx="12981">
                  <c:v>464.19669999999968</c:v>
                </c:pt>
                <c:pt idx="12982">
                  <c:v>443.4074</c:v>
                </c:pt>
                <c:pt idx="12983">
                  <c:v>435.44309999999967</c:v>
                </c:pt>
                <c:pt idx="12984">
                  <c:v>424.13639999999936</c:v>
                </c:pt>
                <c:pt idx="12985">
                  <c:v>394.80329999999969</c:v>
                </c:pt>
                <c:pt idx="12986">
                  <c:v>385.71169999999961</c:v>
                </c:pt>
                <c:pt idx="12987">
                  <c:v>378.46889999999968</c:v>
                </c:pt>
                <c:pt idx="12988">
                  <c:v>375.35669999999999</c:v>
                </c:pt>
                <c:pt idx="12989">
                  <c:v>365.53960000000001</c:v>
                </c:pt>
                <c:pt idx="12990">
                  <c:v>364.03409999999968</c:v>
                </c:pt>
                <c:pt idx="12991">
                  <c:v>360.32619999999935</c:v>
                </c:pt>
                <c:pt idx="12992">
                  <c:v>350.4699</c:v>
                </c:pt>
                <c:pt idx="12993">
                  <c:v>338.59949999999969</c:v>
                </c:pt>
                <c:pt idx="12994">
                  <c:v>331.2808</c:v>
                </c:pt>
                <c:pt idx="12995">
                  <c:v>342.3476000000004</c:v>
                </c:pt>
                <c:pt idx="12996">
                  <c:v>349.7106</c:v>
                </c:pt>
                <c:pt idx="12997">
                  <c:v>351.30160000000001</c:v>
                </c:pt>
                <c:pt idx="12998">
                  <c:v>368.25669999999968</c:v>
                </c:pt>
                <c:pt idx="12999">
                  <c:v>366.22809999999947</c:v>
                </c:pt>
                <c:pt idx="13000">
                  <c:v>365.8954</c:v>
                </c:pt>
                <c:pt idx="13001">
                  <c:v>376.29929999999968</c:v>
                </c:pt>
                <c:pt idx="13002">
                  <c:v>378.55309999999969</c:v>
                </c:pt>
                <c:pt idx="13003">
                  <c:v>378.52569999999969</c:v>
                </c:pt>
                <c:pt idx="13004">
                  <c:v>378.09689999999961</c:v>
                </c:pt>
                <c:pt idx="13005">
                  <c:v>379.85149999999999</c:v>
                </c:pt>
                <c:pt idx="13006">
                  <c:v>379.47499999999968</c:v>
                </c:pt>
                <c:pt idx="13007">
                  <c:v>370.02260000000001</c:v>
                </c:pt>
                <c:pt idx="13008">
                  <c:v>371.94099999999969</c:v>
                </c:pt>
                <c:pt idx="13009">
                  <c:v>383.46549999999968</c:v>
                </c:pt>
                <c:pt idx="13010">
                  <c:v>395.7388999999996</c:v>
                </c:pt>
                <c:pt idx="13011">
                  <c:v>425.2182999999996</c:v>
                </c:pt>
                <c:pt idx="13012">
                  <c:v>553.37759999999946</c:v>
                </c:pt>
                <c:pt idx="13013">
                  <c:v>671.10850000000005</c:v>
                </c:pt>
                <c:pt idx="13014">
                  <c:v>652.58840000000055</c:v>
                </c:pt>
                <c:pt idx="13015">
                  <c:v>579.58680000000004</c:v>
                </c:pt>
                <c:pt idx="13016">
                  <c:v>565.30519999999933</c:v>
                </c:pt>
                <c:pt idx="13017">
                  <c:v>564.64179999999999</c:v>
                </c:pt>
                <c:pt idx="13018">
                  <c:v>548.21540000000005</c:v>
                </c:pt>
                <c:pt idx="13019">
                  <c:v>551.54949999999997</c:v>
                </c:pt>
                <c:pt idx="13020">
                  <c:v>561.35909999999933</c:v>
                </c:pt>
                <c:pt idx="13021">
                  <c:v>565.7201</c:v>
                </c:pt>
                <c:pt idx="13022">
                  <c:v>559.77990000000068</c:v>
                </c:pt>
                <c:pt idx="13023">
                  <c:v>561.73860000000002</c:v>
                </c:pt>
                <c:pt idx="13024">
                  <c:v>562.53449999999998</c:v>
                </c:pt>
                <c:pt idx="13025">
                  <c:v>546.77090000000055</c:v>
                </c:pt>
                <c:pt idx="13026">
                  <c:v>536.79180000000053</c:v>
                </c:pt>
                <c:pt idx="13027">
                  <c:v>529.17010000000005</c:v>
                </c:pt>
                <c:pt idx="13028">
                  <c:v>516.64689999999996</c:v>
                </c:pt>
                <c:pt idx="13029">
                  <c:v>503.03</c:v>
                </c:pt>
                <c:pt idx="13030">
                  <c:v>499.2782999999996</c:v>
                </c:pt>
                <c:pt idx="13031">
                  <c:v>504.32769999999999</c:v>
                </c:pt>
                <c:pt idx="13032">
                  <c:v>508.15390000000002</c:v>
                </c:pt>
                <c:pt idx="13033">
                  <c:v>505.42789999999968</c:v>
                </c:pt>
                <c:pt idx="13034">
                  <c:v>506.42579999999936</c:v>
                </c:pt>
                <c:pt idx="13035">
                  <c:v>505.59019999999936</c:v>
                </c:pt>
                <c:pt idx="13036">
                  <c:v>496.82119999999935</c:v>
                </c:pt>
                <c:pt idx="13037">
                  <c:v>497.81529999999964</c:v>
                </c:pt>
                <c:pt idx="13038">
                  <c:v>498.63929999999999</c:v>
                </c:pt>
                <c:pt idx="13039">
                  <c:v>487.99619999999913</c:v>
                </c:pt>
                <c:pt idx="13040">
                  <c:v>477.51940000000002</c:v>
                </c:pt>
                <c:pt idx="13041">
                  <c:v>467.49599999999936</c:v>
                </c:pt>
                <c:pt idx="13042">
                  <c:v>457.1995</c:v>
                </c:pt>
                <c:pt idx="13043">
                  <c:v>446.8698000000004</c:v>
                </c:pt>
                <c:pt idx="13044">
                  <c:v>445.36290000000002</c:v>
                </c:pt>
                <c:pt idx="13045">
                  <c:v>440.0607</c:v>
                </c:pt>
                <c:pt idx="13046">
                  <c:v>433.43929999999961</c:v>
                </c:pt>
                <c:pt idx="13047">
                  <c:v>428.2747</c:v>
                </c:pt>
                <c:pt idx="13048">
                  <c:v>448.59480000000002</c:v>
                </c:pt>
                <c:pt idx="13049">
                  <c:v>620.44169999999906</c:v>
                </c:pt>
                <c:pt idx="13050">
                  <c:v>959.96079999999949</c:v>
                </c:pt>
                <c:pt idx="13051">
                  <c:v>1203.136</c:v>
                </c:pt>
                <c:pt idx="13052">
                  <c:v>1114.1879999999999</c:v>
                </c:pt>
                <c:pt idx="13053">
                  <c:v>966.75049999999999</c:v>
                </c:pt>
                <c:pt idx="13054">
                  <c:v>1182.58</c:v>
                </c:pt>
                <c:pt idx="13055">
                  <c:v>1826.845</c:v>
                </c:pt>
                <c:pt idx="13056">
                  <c:v>2050.3330000000028</c:v>
                </c:pt>
                <c:pt idx="13057">
                  <c:v>1603.2639999999999</c:v>
                </c:pt>
                <c:pt idx="13058">
                  <c:v>1280.3699999999999</c:v>
                </c:pt>
                <c:pt idx="13059">
                  <c:v>1235.473</c:v>
                </c:pt>
                <c:pt idx="13060">
                  <c:v>1203.7950000000001</c:v>
                </c:pt>
                <c:pt idx="13061">
                  <c:v>1191.596</c:v>
                </c:pt>
                <c:pt idx="13062">
                  <c:v>1165.4250000000011</c:v>
                </c:pt>
                <c:pt idx="13063">
                  <c:v>1282.9250000000011</c:v>
                </c:pt>
                <c:pt idx="13064">
                  <c:v>1798.287</c:v>
                </c:pt>
                <c:pt idx="13065">
                  <c:v>2900.8229999999999</c:v>
                </c:pt>
                <c:pt idx="13066">
                  <c:v>4570.0250000000024</c:v>
                </c:pt>
                <c:pt idx="13067">
                  <c:v>6081.2420000000002</c:v>
                </c:pt>
                <c:pt idx="13068">
                  <c:v>6817.37</c:v>
                </c:pt>
                <c:pt idx="13069">
                  <c:v>6110.8320000000003</c:v>
                </c:pt>
                <c:pt idx="13070">
                  <c:v>4991.9769999999999</c:v>
                </c:pt>
                <c:pt idx="13071">
                  <c:v>5154.1379999999999</c:v>
                </c:pt>
                <c:pt idx="13072">
                  <c:v>5867.4890000000005</c:v>
                </c:pt>
                <c:pt idx="13073">
                  <c:v>5384.7950000000001</c:v>
                </c:pt>
                <c:pt idx="13074">
                  <c:v>4554.6260000000057</c:v>
                </c:pt>
                <c:pt idx="13075">
                  <c:v>3863.9549999999999</c:v>
                </c:pt>
                <c:pt idx="13076">
                  <c:v>3354.8350000000028</c:v>
                </c:pt>
                <c:pt idx="13077">
                  <c:v>3121.1059999999998</c:v>
                </c:pt>
                <c:pt idx="13078">
                  <c:v>2917.6879999999987</c:v>
                </c:pt>
                <c:pt idx="13079">
                  <c:v>2651.692</c:v>
                </c:pt>
                <c:pt idx="13080">
                  <c:v>2466.2170000000001</c:v>
                </c:pt>
                <c:pt idx="13081">
                  <c:v>2297.1669999999967</c:v>
                </c:pt>
                <c:pt idx="13082">
                  <c:v>2140.4120000000012</c:v>
                </c:pt>
                <c:pt idx="13083">
                  <c:v>2079.6289999999967</c:v>
                </c:pt>
                <c:pt idx="13084">
                  <c:v>2279.3580000000002</c:v>
                </c:pt>
                <c:pt idx="13085">
                  <c:v>2611.7649999999967</c:v>
                </c:pt>
                <c:pt idx="13086">
                  <c:v>2638.2809999999972</c:v>
                </c:pt>
                <c:pt idx="13087">
                  <c:v>2395.2669999999966</c:v>
                </c:pt>
                <c:pt idx="13088">
                  <c:v>1959.357</c:v>
                </c:pt>
                <c:pt idx="13089">
                  <c:v>1676.4280000000001</c:v>
                </c:pt>
                <c:pt idx="13090">
                  <c:v>1577.6969999999999</c:v>
                </c:pt>
                <c:pt idx="13091">
                  <c:v>1503.5439999999999</c:v>
                </c:pt>
                <c:pt idx="13092">
                  <c:v>1429.6759999999999</c:v>
                </c:pt>
                <c:pt idx="13093">
                  <c:v>1394.2629999999999</c:v>
                </c:pt>
                <c:pt idx="13094">
                  <c:v>1430.8229999999999</c:v>
                </c:pt>
                <c:pt idx="13095">
                  <c:v>1516.1319999999998</c:v>
                </c:pt>
                <c:pt idx="13096">
                  <c:v>1546.998</c:v>
                </c:pt>
                <c:pt idx="13097">
                  <c:v>1867.7909999999999</c:v>
                </c:pt>
                <c:pt idx="13098">
                  <c:v>2612.1709999999998</c:v>
                </c:pt>
                <c:pt idx="13099">
                  <c:v>2772.183</c:v>
                </c:pt>
                <c:pt idx="13100">
                  <c:v>2140.52</c:v>
                </c:pt>
                <c:pt idx="13101">
                  <c:v>1614.9870000000001</c:v>
                </c:pt>
                <c:pt idx="13102">
                  <c:v>1446.7909999999999</c:v>
                </c:pt>
                <c:pt idx="13103">
                  <c:v>1365.991</c:v>
                </c:pt>
                <c:pt idx="13104">
                  <c:v>1300.472</c:v>
                </c:pt>
                <c:pt idx="13105">
                  <c:v>1266.9380000000001</c:v>
                </c:pt>
                <c:pt idx="13106">
                  <c:v>1237.973</c:v>
                </c:pt>
                <c:pt idx="13107">
                  <c:v>1209.268</c:v>
                </c:pt>
                <c:pt idx="13108">
                  <c:v>1182.0429999999999</c:v>
                </c:pt>
                <c:pt idx="13109">
                  <c:v>1158.9160000000011</c:v>
                </c:pt>
                <c:pt idx="13110">
                  <c:v>1137.54</c:v>
                </c:pt>
                <c:pt idx="13111">
                  <c:v>1117.797</c:v>
                </c:pt>
                <c:pt idx="13112">
                  <c:v>1099.9360000000001</c:v>
                </c:pt>
                <c:pt idx="13113">
                  <c:v>1084.3799999999999</c:v>
                </c:pt>
                <c:pt idx="13114">
                  <c:v>1068.6959999999999</c:v>
                </c:pt>
                <c:pt idx="13115">
                  <c:v>1051.6719999999998</c:v>
                </c:pt>
                <c:pt idx="13116">
                  <c:v>1031.325</c:v>
                </c:pt>
                <c:pt idx="13117">
                  <c:v>1013.7790000000007</c:v>
                </c:pt>
                <c:pt idx="13118">
                  <c:v>998.84479999999996</c:v>
                </c:pt>
                <c:pt idx="13119">
                  <c:v>996.3107</c:v>
                </c:pt>
                <c:pt idx="13120">
                  <c:v>1028.4060000000011</c:v>
                </c:pt>
                <c:pt idx="13121">
                  <c:v>1018.264</c:v>
                </c:pt>
                <c:pt idx="13122">
                  <c:v>997.50850000000003</c:v>
                </c:pt>
                <c:pt idx="13123">
                  <c:v>970.67860000000053</c:v>
                </c:pt>
                <c:pt idx="13124">
                  <c:v>950.5598</c:v>
                </c:pt>
                <c:pt idx="13125">
                  <c:v>935.00419999999997</c:v>
                </c:pt>
                <c:pt idx="13126">
                  <c:v>921.41519999999946</c:v>
                </c:pt>
                <c:pt idx="13127">
                  <c:v>907.77800000000082</c:v>
                </c:pt>
                <c:pt idx="13128">
                  <c:v>895.91800000000001</c:v>
                </c:pt>
                <c:pt idx="13129">
                  <c:v>885.18010000000004</c:v>
                </c:pt>
                <c:pt idx="13130">
                  <c:v>872.8618999999992</c:v>
                </c:pt>
                <c:pt idx="13131">
                  <c:v>863.64219999999921</c:v>
                </c:pt>
                <c:pt idx="13132">
                  <c:v>866.13319999999999</c:v>
                </c:pt>
                <c:pt idx="13133">
                  <c:v>868.75930000000005</c:v>
                </c:pt>
                <c:pt idx="13134">
                  <c:v>870.03369999999938</c:v>
                </c:pt>
                <c:pt idx="13135">
                  <c:v>865.86789999999905</c:v>
                </c:pt>
                <c:pt idx="13136">
                  <c:v>864.88759999999934</c:v>
                </c:pt>
                <c:pt idx="13137">
                  <c:v>860.20169999999996</c:v>
                </c:pt>
                <c:pt idx="13138">
                  <c:v>841.66659999999933</c:v>
                </c:pt>
                <c:pt idx="13139">
                  <c:v>819.96069999999906</c:v>
                </c:pt>
                <c:pt idx="13140">
                  <c:v>803.81649999999934</c:v>
                </c:pt>
                <c:pt idx="13141">
                  <c:v>790.95089999999948</c:v>
                </c:pt>
                <c:pt idx="13142">
                  <c:v>781.82619999999906</c:v>
                </c:pt>
                <c:pt idx="13143">
                  <c:v>774.03449999999998</c:v>
                </c:pt>
                <c:pt idx="13144">
                  <c:v>766.47640000000001</c:v>
                </c:pt>
                <c:pt idx="13145">
                  <c:v>757.52480000000003</c:v>
                </c:pt>
                <c:pt idx="13146">
                  <c:v>745.89480000000003</c:v>
                </c:pt>
                <c:pt idx="13147">
                  <c:v>732.15059999999949</c:v>
                </c:pt>
                <c:pt idx="13148">
                  <c:v>716.48770000000002</c:v>
                </c:pt>
                <c:pt idx="13149">
                  <c:v>700.93179999999938</c:v>
                </c:pt>
                <c:pt idx="13150">
                  <c:v>693.56299999999919</c:v>
                </c:pt>
                <c:pt idx="13151">
                  <c:v>693.27940000000081</c:v>
                </c:pt>
                <c:pt idx="13152">
                  <c:v>687.0262999999992</c:v>
                </c:pt>
                <c:pt idx="13153">
                  <c:v>670.96089999999947</c:v>
                </c:pt>
                <c:pt idx="13154">
                  <c:v>656.46249999999907</c:v>
                </c:pt>
                <c:pt idx="13155">
                  <c:v>643.90409999999997</c:v>
                </c:pt>
                <c:pt idx="13156">
                  <c:v>630.70619999999997</c:v>
                </c:pt>
                <c:pt idx="13157">
                  <c:v>620.2165</c:v>
                </c:pt>
                <c:pt idx="13158">
                  <c:v>612.46389999999997</c:v>
                </c:pt>
                <c:pt idx="13159">
                  <c:v>605.93970000000002</c:v>
                </c:pt>
                <c:pt idx="13160">
                  <c:v>599.27780000000052</c:v>
                </c:pt>
                <c:pt idx="13161">
                  <c:v>590.55529999999919</c:v>
                </c:pt>
                <c:pt idx="13162">
                  <c:v>583.22289999999998</c:v>
                </c:pt>
                <c:pt idx="13163">
                  <c:v>579.52619999999933</c:v>
                </c:pt>
                <c:pt idx="13164">
                  <c:v>576.82289999999921</c:v>
                </c:pt>
                <c:pt idx="13165">
                  <c:v>570.16930000000002</c:v>
                </c:pt>
                <c:pt idx="13166">
                  <c:v>562.08680000000004</c:v>
                </c:pt>
                <c:pt idx="13167">
                  <c:v>558.18580000000054</c:v>
                </c:pt>
                <c:pt idx="13168">
                  <c:v>572.55330000000004</c:v>
                </c:pt>
                <c:pt idx="13169">
                  <c:v>583.49440000000004</c:v>
                </c:pt>
                <c:pt idx="13170">
                  <c:v>585.72990000000004</c:v>
                </c:pt>
                <c:pt idx="13171">
                  <c:v>575.52850000000001</c:v>
                </c:pt>
                <c:pt idx="13172">
                  <c:v>569.93649999999946</c:v>
                </c:pt>
                <c:pt idx="13173">
                  <c:v>561.05079999999998</c:v>
                </c:pt>
                <c:pt idx="13174">
                  <c:v>555.75890000000004</c:v>
                </c:pt>
                <c:pt idx="13175">
                  <c:v>559.08249999999998</c:v>
                </c:pt>
                <c:pt idx="13176">
                  <c:v>554.3355999999992</c:v>
                </c:pt>
                <c:pt idx="13177">
                  <c:v>546.86179999999933</c:v>
                </c:pt>
                <c:pt idx="13178">
                  <c:v>537.09580000000005</c:v>
                </c:pt>
                <c:pt idx="13179">
                  <c:v>529.49959999999999</c:v>
                </c:pt>
                <c:pt idx="13180">
                  <c:v>520.90769999999907</c:v>
                </c:pt>
                <c:pt idx="13181">
                  <c:v>511.82530000000003</c:v>
                </c:pt>
                <c:pt idx="13182">
                  <c:v>504.13580000000002</c:v>
                </c:pt>
                <c:pt idx="13183">
                  <c:v>498.35469999999998</c:v>
                </c:pt>
                <c:pt idx="13184">
                  <c:v>494.79790000000003</c:v>
                </c:pt>
                <c:pt idx="13185">
                  <c:v>492.19740000000002</c:v>
                </c:pt>
                <c:pt idx="13186">
                  <c:v>490.2928</c:v>
                </c:pt>
                <c:pt idx="13187">
                  <c:v>487.43209999999954</c:v>
                </c:pt>
                <c:pt idx="13188">
                  <c:v>488.11869999999999</c:v>
                </c:pt>
                <c:pt idx="13189">
                  <c:v>488.32100000000003</c:v>
                </c:pt>
                <c:pt idx="13190">
                  <c:v>484.2697</c:v>
                </c:pt>
                <c:pt idx="13191">
                  <c:v>474.6662</c:v>
                </c:pt>
                <c:pt idx="13192">
                  <c:v>464.64069999999998</c:v>
                </c:pt>
                <c:pt idx="13193">
                  <c:v>456.89760000000001</c:v>
                </c:pt>
                <c:pt idx="13194">
                  <c:v>454.57220000000001</c:v>
                </c:pt>
                <c:pt idx="13195">
                  <c:v>463.31920000000002</c:v>
                </c:pt>
                <c:pt idx="13196">
                  <c:v>549.63149999999996</c:v>
                </c:pt>
                <c:pt idx="13197">
                  <c:v>684.39679999999998</c:v>
                </c:pt>
                <c:pt idx="13198">
                  <c:v>819.99289999999996</c:v>
                </c:pt>
                <c:pt idx="13199">
                  <c:v>877.20399999999995</c:v>
                </c:pt>
                <c:pt idx="13200">
                  <c:v>920.09190000000001</c:v>
                </c:pt>
                <c:pt idx="13201">
                  <c:v>1029.6679999999999</c:v>
                </c:pt>
                <c:pt idx="13202">
                  <c:v>1145.7719999999999</c:v>
                </c:pt>
                <c:pt idx="13203">
                  <c:v>1107.4680000000001</c:v>
                </c:pt>
                <c:pt idx="13204">
                  <c:v>913.69169999999997</c:v>
                </c:pt>
                <c:pt idx="13205">
                  <c:v>750.39199999999948</c:v>
                </c:pt>
                <c:pt idx="13206">
                  <c:v>699.21119999999996</c:v>
                </c:pt>
                <c:pt idx="13207">
                  <c:v>689.0308</c:v>
                </c:pt>
                <c:pt idx="13208">
                  <c:v>735.45630000000006</c:v>
                </c:pt>
                <c:pt idx="13209">
                  <c:v>817.34309999999948</c:v>
                </c:pt>
                <c:pt idx="13210">
                  <c:v>913.68320000000051</c:v>
                </c:pt>
                <c:pt idx="13211">
                  <c:v>856.19129999999996</c:v>
                </c:pt>
                <c:pt idx="13212">
                  <c:v>837.26530000000002</c:v>
                </c:pt>
                <c:pt idx="13213">
                  <c:v>746.00559999999996</c:v>
                </c:pt>
                <c:pt idx="13214">
                  <c:v>704.92859999999996</c:v>
                </c:pt>
                <c:pt idx="13215">
                  <c:v>670.84699999999907</c:v>
                </c:pt>
                <c:pt idx="13216">
                  <c:v>660.48370000000068</c:v>
                </c:pt>
                <c:pt idx="13217">
                  <c:v>661.55149999999946</c:v>
                </c:pt>
                <c:pt idx="13218">
                  <c:v>655.21590000000003</c:v>
                </c:pt>
                <c:pt idx="13219">
                  <c:v>644.44059999999934</c:v>
                </c:pt>
                <c:pt idx="13220">
                  <c:v>633.27200000000005</c:v>
                </c:pt>
                <c:pt idx="13221">
                  <c:v>624.71910000000003</c:v>
                </c:pt>
                <c:pt idx="13222">
                  <c:v>618.74619999999948</c:v>
                </c:pt>
                <c:pt idx="13223">
                  <c:v>616.69400000000053</c:v>
                </c:pt>
                <c:pt idx="13224">
                  <c:v>680.69310000000053</c:v>
                </c:pt>
                <c:pt idx="13225">
                  <c:v>699.77790000000005</c:v>
                </c:pt>
                <c:pt idx="13226">
                  <c:v>748.54819999999938</c:v>
                </c:pt>
                <c:pt idx="13227">
                  <c:v>813.80899999999997</c:v>
                </c:pt>
                <c:pt idx="13228">
                  <c:v>881.30609999999933</c:v>
                </c:pt>
                <c:pt idx="13229">
                  <c:v>848.70719999999949</c:v>
                </c:pt>
                <c:pt idx="13230">
                  <c:v>751.57230000000004</c:v>
                </c:pt>
                <c:pt idx="13231">
                  <c:v>704.42840000000001</c:v>
                </c:pt>
                <c:pt idx="13232">
                  <c:v>701.91619999999921</c:v>
                </c:pt>
                <c:pt idx="13233">
                  <c:v>694.76030000000003</c:v>
                </c:pt>
                <c:pt idx="13234">
                  <c:v>721.34389999999996</c:v>
                </c:pt>
                <c:pt idx="13235">
                  <c:v>705.37189999999998</c:v>
                </c:pt>
                <c:pt idx="13236">
                  <c:v>679.84719999999879</c:v>
                </c:pt>
                <c:pt idx="13237">
                  <c:v>676.97329999999999</c:v>
                </c:pt>
                <c:pt idx="13238">
                  <c:v>789.33279999999934</c:v>
                </c:pt>
                <c:pt idx="13239">
                  <c:v>808.89749999999947</c:v>
                </c:pt>
                <c:pt idx="13240">
                  <c:v>783.51289999999949</c:v>
                </c:pt>
                <c:pt idx="13241">
                  <c:v>672.81219999999905</c:v>
                </c:pt>
                <c:pt idx="13242">
                  <c:v>620.26259999999934</c:v>
                </c:pt>
                <c:pt idx="13243">
                  <c:v>587.14890000000003</c:v>
                </c:pt>
                <c:pt idx="13244">
                  <c:v>580.79570000000081</c:v>
                </c:pt>
                <c:pt idx="13245">
                  <c:v>576.23380000000054</c:v>
                </c:pt>
                <c:pt idx="13246">
                  <c:v>574.69850000000054</c:v>
                </c:pt>
                <c:pt idx="13247">
                  <c:v>564.78670000000068</c:v>
                </c:pt>
                <c:pt idx="13248">
                  <c:v>541.61519999999996</c:v>
                </c:pt>
                <c:pt idx="13249">
                  <c:v>520.57119999999998</c:v>
                </c:pt>
                <c:pt idx="13250">
                  <c:v>509.73429999999968</c:v>
                </c:pt>
                <c:pt idx="13251">
                  <c:v>501.96029999999968</c:v>
                </c:pt>
                <c:pt idx="13252">
                  <c:v>500.47430000000003</c:v>
                </c:pt>
                <c:pt idx="13253">
                  <c:v>499.1456000000004</c:v>
                </c:pt>
                <c:pt idx="13254">
                  <c:v>495.18279999999999</c:v>
                </c:pt>
                <c:pt idx="13255">
                  <c:v>510.709</c:v>
                </c:pt>
                <c:pt idx="13256">
                  <c:v>522.03109999999947</c:v>
                </c:pt>
                <c:pt idx="13257">
                  <c:v>532.97529999999949</c:v>
                </c:pt>
                <c:pt idx="13258">
                  <c:v>580.28860000000054</c:v>
                </c:pt>
                <c:pt idx="13259">
                  <c:v>628.48789999999997</c:v>
                </c:pt>
                <c:pt idx="13260">
                  <c:v>765.48239999999998</c:v>
                </c:pt>
                <c:pt idx="13261">
                  <c:v>1031.8</c:v>
                </c:pt>
                <c:pt idx="13262">
                  <c:v>880.92199999999946</c:v>
                </c:pt>
                <c:pt idx="13263">
                  <c:v>786.04139999999938</c:v>
                </c:pt>
                <c:pt idx="13264">
                  <c:v>645.30949999999996</c:v>
                </c:pt>
                <c:pt idx="13265">
                  <c:v>584.74149999999997</c:v>
                </c:pt>
                <c:pt idx="13266">
                  <c:v>570.03009999999949</c:v>
                </c:pt>
                <c:pt idx="13267">
                  <c:v>551.26639999999998</c:v>
                </c:pt>
                <c:pt idx="13268">
                  <c:v>534.12159999999949</c:v>
                </c:pt>
                <c:pt idx="13269">
                  <c:v>559.02869999999996</c:v>
                </c:pt>
                <c:pt idx="13270">
                  <c:v>625.36989999999946</c:v>
                </c:pt>
                <c:pt idx="13271">
                  <c:v>728.75369999999998</c:v>
                </c:pt>
                <c:pt idx="13272">
                  <c:v>773.54499999999996</c:v>
                </c:pt>
                <c:pt idx="13273">
                  <c:v>993.92</c:v>
                </c:pt>
                <c:pt idx="13274">
                  <c:v>1608.5989999999999</c:v>
                </c:pt>
                <c:pt idx="13275">
                  <c:v>1818.1079999999999</c:v>
                </c:pt>
                <c:pt idx="13276">
                  <c:v>1567.3639999999998</c:v>
                </c:pt>
                <c:pt idx="13277">
                  <c:v>1187.509</c:v>
                </c:pt>
                <c:pt idx="13278">
                  <c:v>1090.098</c:v>
                </c:pt>
                <c:pt idx="13279">
                  <c:v>1060.49</c:v>
                </c:pt>
                <c:pt idx="13280">
                  <c:v>963.22119999999938</c:v>
                </c:pt>
                <c:pt idx="13281">
                  <c:v>857.34559999999919</c:v>
                </c:pt>
                <c:pt idx="13282">
                  <c:v>774.11099999999999</c:v>
                </c:pt>
                <c:pt idx="13283">
                  <c:v>723.64099999999996</c:v>
                </c:pt>
                <c:pt idx="13284">
                  <c:v>694.87119999999948</c:v>
                </c:pt>
                <c:pt idx="13285">
                  <c:v>670.28310000000067</c:v>
                </c:pt>
                <c:pt idx="13286">
                  <c:v>676.49570000000051</c:v>
                </c:pt>
                <c:pt idx="13287">
                  <c:v>687.70080000000053</c:v>
                </c:pt>
                <c:pt idx="13288">
                  <c:v>688.19159999999999</c:v>
                </c:pt>
                <c:pt idx="13289">
                  <c:v>671.40430000000003</c:v>
                </c:pt>
                <c:pt idx="13290">
                  <c:v>650.47900000000004</c:v>
                </c:pt>
                <c:pt idx="13291">
                  <c:v>654.27500000000055</c:v>
                </c:pt>
                <c:pt idx="13292">
                  <c:v>680.2405</c:v>
                </c:pt>
                <c:pt idx="13293">
                  <c:v>720.59709999999939</c:v>
                </c:pt>
                <c:pt idx="13294">
                  <c:v>954.07910000000004</c:v>
                </c:pt>
                <c:pt idx="13295">
                  <c:v>1245.3029999999999</c:v>
                </c:pt>
                <c:pt idx="13296">
                  <c:v>1525.9560000000001</c:v>
                </c:pt>
                <c:pt idx="13297">
                  <c:v>1370.71</c:v>
                </c:pt>
                <c:pt idx="13298">
                  <c:v>1076.9570000000001</c:v>
                </c:pt>
                <c:pt idx="13299">
                  <c:v>913.80219999999906</c:v>
                </c:pt>
                <c:pt idx="13300">
                  <c:v>871.91430000000003</c:v>
                </c:pt>
                <c:pt idx="13301">
                  <c:v>835.88119999999947</c:v>
                </c:pt>
                <c:pt idx="13302">
                  <c:v>769.62099999999998</c:v>
                </c:pt>
                <c:pt idx="13303">
                  <c:v>681.23209999999949</c:v>
                </c:pt>
                <c:pt idx="13304">
                  <c:v>641.8482999999992</c:v>
                </c:pt>
                <c:pt idx="13305">
                  <c:v>639.38279999999997</c:v>
                </c:pt>
                <c:pt idx="13306">
                  <c:v>763.68259999999998</c:v>
                </c:pt>
                <c:pt idx="13307">
                  <c:v>1482.7550000000001</c:v>
                </c:pt>
                <c:pt idx="13308">
                  <c:v>2662.9659999999999</c:v>
                </c:pt>
                <c:pt idx="13309">
                  <c:v>2809.8229999999999</c:v>
                </c:pt>
                <c:pt idx="13310">
                  <c:v>1635.2839999999999</c:v>
                </c:pt>
                <c:pt idx="13311">
                  <c:v>933.05739999999946</c:v>
                </c:pt>
                <c:pt idx="13312">
                  <c:v>1016.4499999999994</c:v>
                </c:pt>
                <c:pt idx="13313">
                  <c:v>931.27950000000055</c:v>
                </c:pt>
                <c:pt idx="13314">
                  <c:v>799.65350000000001</c:v>
                </c:pt>
                <c:pt idx="13315">
                  <c:v>800.05330000000004</c:v>
                </c:pt>
                <c:pt idx="13316">
                  <c:v>766.82149999999933</c:v>
                </c:pt>
                <c:pt idx="13317">
                  <c:v>745.35729999999876</c:v>
                </c:pt>
                <c:pt idx="13318">
                  <c:v>703.88130000000001</c:v>
                </c:pt>
                <c:pt idx="13319">
                  <c:v>664.30509999999947</c:v>
                </c:pt>
                <c:pt idx="13320">
                  <c:v>610.58609999999999</c:v>
                </c:pt>
                <c:pt idx="13321">
                  <c:v>592.53830000000005</c:v>
                </c:pt>
                <c:pt idx="13322">
                  <c:v>602.24189999999999</c:v>
                </c:pt>
                <c:pt idx="13323">
                  <c:v>614.28689999999995</c:v>
                </c:pt>
                <c:pt idx="13324">
                  <c:v>583.53659999999934</c:v>
                </c:pt>
                <c:pt idx="13325">
                  <c:v>522.41489999999999</c:v>
                </c:pt>
                <c:pt idx="13326">
                  <c:v>492.72159999999946</c:v>
                </c:pt>
                <c:pt idx="13327">
                  <c:v>484.40410000000003</c:v>
                </c:pt>
                <c:pt idx="13328">
                  <c:v>463.65750000000008</c:v>
                </c:pt>
                <c:pt idx="13329">
                  <c:v>451.92309999999935</c:v>
                </c:pt>
                <c:pt idx="13330">
                  <c:v>454.17540000000002</c:v>
                </c:pt>
                <c:pt idx="13331">
                  <c:v>445.63499999999999</c:v>
                </c:pt>
                <c:pt idx="13332">
                  <c:v>419.32580000000002</c:v>
                </c:pt>
                <c:pt idx="13333">
                  <c:v>397.18040000000002</c:v>
                </c:pt>
                <c:pt idx="13334">
                  <c:v>389.76060000000001</c:v>
                </c:pt>
                <c:pt idx="13335">
                  <c:v>390.75749999999999</c:v>
                </c:pt>
                <c:pt idx="13336">
                  <c:v>382.0812999999996</c:v>
                </c:pt>
                <c:pt idx="13337">
                  <c:v>373.03139999999939</c:v>
                </c:pt>
                <c:pt idx="13338">
                  <c:v>369.08609999999953</c:v>
                </c:pt>
                <c:pt idx="13339">
                  <c:v>369.78019999999935</c:v>
                </c:pt>
                <c:pt idx="13340">
                  <c:v>361.06420000000008</c:v>
                </c:pt>
                <c:pt idx="13341">
                  <c:v>344.82190000000003</c:v>
                </c:pt>
                <c:pt idx="13342">
                  <c:v>334.17869999999999</c:v>
                </c:pt>
                <c:pt idx="13343">
                  <c:v>326.7080999999996</c:v>
                </c:pt>
                <c:pt idx="13344">
                  <c:v>327.91449999999969</c:v>
                </c:pt>
                <c:pt idx="13345">
                  <c:v>330.39369999999968</c:v>
                </c:pt>
                <c:pt idx="13346">
                  <c:v>334.1001</c:v>
                </c:pt>
                <c:pt idx="13347">
                  <c:v>334.62700000000001</c:v>
                </c:pt>
                <c:pt idx="13348">
                  <c:v>328.75009999999969</c:v>
                </c:pt>
                <c:pt idx="13349">
                  <c:v>321.90460000000002</c:v>
                </c:pt>
                <c:pt idx="13350">
                  <c:v>314.42709999999954</c:v>
                </c:pt>
                <c:pt idx="13351">
                  <c:v>308.85590000000002</c:v>
                </c:pt>
                <c:pt idx="13352">
                  <c:v>305.32819999999936</c:v>
                </c:pt>
                <c:pt idx="13353">
                  <c:v>300.15679999999969</c:v>
                </c:pt>
                <c:pt idx="13354">
                  <c:v>294.1773</c:v>
                </c:pt>
                <c:pt idx="13355">
                  <c:v>296.25959999999969</c:v>
                </c:pt>
                <c:pt idx="13356">
                  <c:v>279.1232</c:v>
                </c:pt>
                <c:pt idx="13357">
                  <c:v>273.03729999999968</c:v>
                </c:pt>
                <c:pt idx="13358">
                  <c:v>275.62729999999999</c:v>
                </c:pt>
                <c:pt idx="13359">
                  <c:v>281.22129999999953</c:v>
                </c:pt>
                <c:pt idx="13360">
                  <c:v>278.5829</c:v>
                </c:pt>
                <c:pt idx="13361">
                  <c:v>277.09229999999968</c:v>
                </c:pt>
                <c:pt idx="13362">
                  <c:v>271.92009999999954</c:v>
                </c:pt>
                <c:pt idx="13363">
                  <c:v>274.69819999999953</c:v>
                </c:pt>
                <c:pt idx="13364">
                  <c:v>286.87560000000002</c:v>
                </c:pt>
                <c:pt idx="13365">
                  <c:v>273.08229999999969</c:v>
                </c:pt>
                <c:pt idx="13366">
                  <c:v>285.21440000000001</c:v>
                </c:pt>
                <c:pt idx="13367">
                  <c:v>284.66059999999999</c:v>
                </c:pt>
                <c:pt idx="13368">
                  <c:v>277.59589999999969</c:v>
                </c:pt>
                <c:pt idx="13369">
                  <c:v>273.29069999999967</c:v>
                </c:pt>
                <c:pt idx="13370">
                  <c:v>276.79499999999967</c:v>
                </c:pt>
                <c:pt idx="13371">
                  <c:v>285.37970000000001</c:v>
                </c:pt>
                <c:pt idx="13372">
                  <c:v>283.29099999999954</c:v>
                </c:pt>
                <c:pt idx="13373">
                  <c:v>288.92499999999961</c:v>
                </c:pt>
                <c:pt idx="13374">
                  <c:v>296.35449999999997</c:v>
                </c:pt>
                <c:pt idx="13375">
                  <c:v>296.42509999999953</c:v>
                </c:pt>
                <c:pt idx="13376">
                  <c:v>293.97770000000003</c:v>
                </c:pt>
                <c:pt idx="13377">
                  <c:v>290.77390000000003</c:v>
                </c:pt>
                <c:pt idx="13378">
                  <c:v>295.96869999999967</c:v>
                </c:pt>
                <c:pt idx="13379">
                  <c:v>311.63229999999999</c:v>
                </c:pt>
                <c:pt idx="13380">
                  <c:v>332.55770000000001</c:v>
                </c:pt>
                <c:pt idx="13381">
                  <c:v>341.34949999999998</c:v>
                </c:pt>
                <c:pt idx="13382">
                  <c:v>331.92349999999954</c:v>
                </c:pt>
                <c:pt idx="13383">
                  <c:v>323.91069999999968</c:v>
                </c:pt>
                <c:pt idx="13384">
                  <c:v>319.52109999999954</c:v>
                </c:pt>
                <c:pt idx="13385">
                  <c:v>314.75200000000001</c:v>
                </c:pt>
                <c:pt idx="13386">
                  <c:v>308.75439999999969</c:v>
                </c:pt>
                <c:pt idx="13387">
                  <c:v>310.1216</c:v>
                </c:pt>
                <c:pt idx="13388">
                  <c:v>312.49239999999935</c:v>
                </c:pt>
                <c:pt idx="13389">
                  <c:v>311.14620000000002</c:v>
                </c:pt>
                <c:pt idx="13390">
                  <c:v>321.00420000000008</c:v>
                </c:pt>
                <c:pt idx="13391">
                  <c:v>339.69760000000002</c:v>
                </c:pt>
                <c:pt idx="13392">
                  <c:v>349.73349999999954</c:v>
                </c:pt>
                <c:pt idx="13393">
                  <c:v>340.79589999999968</c:v>
                </c:pt>
                <c:pt idx="13394">
                  <c:v>344.95649999999961</c:v>
                </c:pt>
                <c:pt idx="13395">
                  <c:v>365.84379999999999</c:v>
                </c:pt>
                <c:pt idx="13396">
                  <c:v>378.34629999999999</c:v>
                </c:pt>
                <c:pt idx="13397">
                  <c:v>399.11700000000002</c:v>
                </c:pt>
                <c:pt idx="13398">
                  <c:v>482.03289999999993</c:v>
                </c:pt>
                <c:pt idx="13399">
                  <c:v>584.44870000000003</c:v>
                </c:pt>
                <c:pt idx="13400">
                  <c:v>613.05070000000001</c:v>
                </c:pt>
                <c:pt idx="13401">
                  <c:v>586.17600000000004</c:v>
                </c:pt>
                <c:pt idx="13402">
                  <c:v>558.57730000000004</c:v>
                </c:pt>
                <c:pt idx="13403">
                  <c:v>542.45059999999921</c:v>
                </c:pt>
                <c:pt idx="13404">
                  <c:v>534.40639999999996</c:v>
                </c:pt>
                <c:pt idx="13405">
                  <c:v>531.33539999999948</c:v>
                </c:pt>
                <c:pt idx="13406">
                  <c:v>521.98609999999996</c:v>
                </c:pt>
                <c:pt idx="13407">
                  <c:v>509.25990000000002</c:v>
                </c:pt>
                <c:pt idx="13408">
                  <c:v>511.68639999999954</c:v>
                </c:pt>
                <c:pt idx="13409">
                  <c:v>519.50749999999948</c:v>
                </c:pt>
                <c:pt idx="13410">
                  <c:v>520.76639999999998</c:v>
                </c:pt>
                <c:pt idx="13411">
                  <c:v>565.17830000000095</c:v>
                </c:pt>
                <c:pt idx="13412">
                  <c:v>700.30109999999934</c:v>
                </c:pt>
                <c:pt idx="13413">
                  <c:v>837.99109999999996</c:v>
                </c:pt>
                <c:pt idx="13414">
                  <c:v>875.49400000000003</c:v>
                </c:pt>
                <c:pt idx="13415">
                  <c:v>997.91189999999949</c:v>
                </c:pt>
                <c:pt idx="13416">
                  <c:v>1340.241</c:v>
                </c:pt>
                <c:pt idx="13417">
                  <c:v>1541.329</c:v>
                </c:pt>
                <c:pt idx="13418">
                  <c:v>1338.751</c:v>
                </c:pt>
                <c:pt idx="13419">
                  <c:v>1149.7739999999999</c:v>
                </c:pt>
                <c:pt idx="13420">
                  <c:v>1217.952</c:v>
                </c:pt>
                <c:pt idx="13421">
                  <c:v>1593.1479999999999</c:v>
                </c:pt>
                <c:pt idx="13422">
                  <c:v>2140.6309999999999</c:v>
                </c:pt>
                <c:pt idx="13423">
                  <c:v>2588.4699999999998</c:v>
                </c:pt>
                <c:pt idx="13424">
                  <c:v>2843.6750000000002</c:v>
                </c:pt>
                <c:pt idx="13425">
                  <c:v>2655.4459999999999</c:v>
                </c:pt>
                <c:pt idx="13426">
                  <c:v>2153.4989999999998</c:v>
                </c:pt>
                <c:pt idx="13427">
                  <c:v>1899.8229999999999</c:v>
                </c:pt>
                <c:pt idx="13428">
                  <c:v>1799.4010000000001</c:v>
                </c:pt>
                <c:pt idx="13429">
                  <c:v>1614.1939999999986</c:v>
                </c:pt>
                <c:pt idx="13430">
                  <c:v>1491.3809999999999</c:v>
                </c:pt>
                <c:pt idx="13431">
                  <c:v>1346.9970000000001</c:v>
                </c:pt>
                <c:pt idx="13432">
                  <c:v>1219.6939999999986</c:v>
                </c:pt>
                <c:pt idx="13433">
                  <c:v>1157.8789999999999</c:v>
                </c:pt>
                <c:pt idx="13434">
                  <c:v>1103.2049999999999</c:v>
                </c:pt>
                <c:pt idx="13435">
                  <c:v>1065.7249999999999</c:v>
                </c:pt>
                <c:pt idx="13436">
                  <c:v>1026.1759999999999</c:v>
                </c:pt>
                <c:pt idx="13437">
                  <c:v>985.55749999999921</c:v>
                </c:pt>
                <c:pt idx="13438">
                  <c:v>956.3550999999992</c:v>
                </c:pt>
                <c:pt idx="13439">
                  <c:v>936.40139999999997</c:v>
                </c:pt>
                <c:pt idx="13440">
                  <c:v>914.82059999999933</c:v>
                </c:pt>
                <c:pt idx="13441">
                  <c:v>894.76019999999949</c:v>
                </c:pt>
                <c:pt idx="13442">
                  <c:v>878.75319999999999</c:v>
                </c:pt>
                <c:pt idx="13443">
                  <c:v>861.43459999999948</c:v>
                </c:pt>
                <c:pt idx="13444">
                  <c:v>844.55349999999999</c:v>
                </c:pt>
                <c:pt idx="13445">
                  <c:v>877.23649999999998</c:v>
                </c:pt>
                <c:pt idx="13446">
                  <c:v>1254.25</c:v>
                </c:pt>
                <c:pt idx="13447">
                  <c:v>1929.241</c:v>
                </c:pt>
                <c:pt idx="13448">
                  <c:v>2108.4079999999999</c:v>
                </c:pt>
                <c:pt idx="13449">
                  <c:v>1546.11</c:v>
                </c:pt>
                <c:pt idx="13450">
                  <c:v>1169.3779999999999</c:v>
                </c:pt>
                <c:pt idx="13451">
                  <c:v>1159.778</c:v>
                </c:pt>
                <c:pt idx="13452">
                  <c:v>1190.271</c:v>
                </c:pt>
                <c:pt idx="13453">
                  <c:v>1212.7750000000001</c:v>
                </c:pt>
                <c:pt idx="13454">
                  <c:v>1226.5139999999999</c:v>
                </c:pt>
                <c:pt idx="13455">
                  <c:v>1190.1489999999999</c:v>
                </c:pt>
                <c:pt idx="13456">
                  <c:v>1157.42</c:v>
                </c:pt>
                <c:pt idx="13457">
                  <c:v>1302.8809999999999</c:v>
                </c:pt>
                <c:pt idx="13458">
                  <c:v>1376.4780000000001</c:v>
                </c:pt>
                <c:pt idx="13459">
                  <c:v>1385.058</c:v>
                </c:pt>
                <c:pt idx="13460">
                  <c:v>1296.2429999999999</c:v>
                </c:pt>
                <c:pt idx="13461">
                  <c:v>1191.8939999999998</c:v>
                </c:pt>
                <c:pt idx="13462">
                  <c:v>1090.799</c:v>
                </c:pt>
                <c:pt idx="13463">
                  <c:v>1055.886</c:v>
                </c:pt>
                <c:pt idx="13464">
                  <c:v>1091.4100000000001</c:v>
                </c:pt>
                <c:pt idx="13465">
                  <c:v>3772.6779999999999</c:v>
                </c:pt>
                <c:pt idx="13466">
                  <c:v>5143.3410000000003</c:v>
                </c:pt>
                <c:pt idx="13467">
                  <c:v>4921.4720000000007</c:v>
                </c:pt>
                <c:pt idx="13468">
                  <c:v>3335.4609999999998</c:v>
                </c:pt>
                <c:pt idx="13469">
                  <c:v>3051.3110000000029</c:v>
                </c:pt>
                <c:pt idx="13470">
                  <c:v>3322.7350000000001</c:v>
                </c:pt>
                <c:pt idx="13471">
                  <c:v>3596.509</c:v>
                </c:pt>
                <c:pt idx="13472">
                  <c:v>2893.8130000000028</c:v>
                </c:pt>
                <c:pt idx="13473">
                  <c:v>2323.788999999997</c:v>
                </c:pt>
                <c:pt idx="13474">
                  <c:v>2130.2289999999966</c:v>
                </c:pt>
                <c:pt idx="13475">
                  <c:v>2027.204</c:v>
                </c:pt>
                <c:pt idx="13476">
                  <c:v>1861.451</c:v>
                </c:pt>
                <c:pt idx="13477">
                  <c:v>1711.212</c:v>
                </c:pt>
                <c:pt idx="13478">
                  <c:v>1552.021</c:v>
                </c:pt>
                <c:pt idx="13479">
                  <c:v>1666.7260000000001</c:v>
                </c:pt>
                <c:pt idx="13480">
                  <c:v>2057.9009999999998</c:v>
                </c:pt>
                <c:pt idx="13481">
                  <c:v>2361.1979999999999</c:v>
                </c:pt>
                <c:pt idx="13482">
                  <c:v>2164.8240000000001</c:v>
                </c:pt>
                <c:pt idx="13483">
                  <c:v>1779.9070000000011</c:v>
                </c:pt>
                <c:pt idx="13484">
                  <c:v>1522.492</c:v>
                </c:pt>
                <c:pt idx="13485">
                  <c:v>1382.348</c:v>
                </c:pt>
                <c:pt idx="13486">
                  <c:v>1287.528</c:v>
                </c:pt>
                <c:pt idx="13487">
                  <c:v>1237.068</c:v>
                </c:pt>
                <c:pt idx="13488">
                  <c:v>1214.2929999999999</c:v>
                </c:pt>
                <c:pt idx="13489">
                  <c:v>1312.635</c:v>
                </c:pt>
                <c:pt idx="13490">
                  <c:v>1447.4190000000001</c:v>
                </c:pt>
                <c:pt idx="13491">
                  <c:v>1440.386</c:v>
                </c:pt>
                <c:pt idx="13492">
                  <c:v>1293.309</c:v>
                </c:pt>
                <c:pt idx="13493">
                  <c:v>1183.6339999999998</c:v>
                </c:pt>
                <c:pt idx="13494">
                  <c:v>1125.729</c:v>
                </c:pt>
                <c:pt idx="13495">
                  <c:v>1096.4739999999999</c:v>
                </c:pt>
                <c:pt idx="13496">
                  <c:v>1403.57</c:v>
                </c:pt>
                <c:pt idx="13497">
                  <c:v>1221.4670000000001</c:v>
                </c:pt>
                <c:pt idx="13498">
                  <c:v>1133.3899999999999</c:v>
                </c:pt>
                <c:pt idx="13499">
                  <c:v>1149.277</c:v>
                </c:pt>
                <c:pt idx="13500">
                  <c:v>1110.94</c:v>
                </c:pt>
                <c:pt idx="13501">
                  <c:v>1097.9670000000001</c:v>
                </c:pt>
                <c:pt idx="13502">
                  <c:v>1117.3029999999999</c:v>
                </c:pt>
                <c:pt idx="13503">
                  <c:v>1080.1829999999998</c:v>
                </c:pt>
                <c:pt idx="13504">
                  <c:v>1322.6779999999999</c:v>
                </c:pt>
                <c:pt idx="13505">
                  <c:v>1366.963</c:v>
                </c:pt>
                <c:pt idx="13506">
                  <c:v>1348.0239999999999</c:v>
                </c:pt>
                <c:pt idx="13507">
                  <c:v>1455.7539999999999</c:v>
                </c:pt>
                <c:pt idx="13508">
                  <c:v>1420.4280000000001</c:v>
                </c:pt>
                <c:pt idx="13509">
                  <c:v>1331.922</c:v>
                </c:pt>
                <c:pt idx="13510">
                  <c:v>1197.2</c:v>
                </c:pt>
                <c:pt idx="13511">
                  <c:v>1110.7950000000001</c:v>
                </c:pt>
                <c:pt idx="13512">
                  <c:v>1051.4829999999999</c:v>
                </c:pt>
                <c:pt idx="13513">
                  <c:v>1013.586</c:v>
                </c:pt>
                <c:pt idx="13514">
                  <c:v>1035.549</c:v>
                </c:pt>
                <c:pt idx="13515">
                  <c:v>1018.8399999999993</c:v>
                </c:pt>
                <c:pt idx="13516">
                  <c:v>985.45769999999902</c:v>
                </c:pt>
                <c:pt idx="13517">
                  <c:v>941.10289999999998</c:v>
                </c:pt>
                <c:pt idx="13518">
                  <c:v>915.17890000000068</c:v>
                </c:pt>
                <c:pt idx="13519">
                  <c:v>893.87049999999999</c:v>
                </c:pt>
                <c:pt idx="13520">
                  <c:v>876.89739999999949</c:v>
                </c:pt>
                <c:pt idx="13521">
                  <c:v>857.93939999999998</c:v>
                </c:pt>
                <c:pt idx="13522">
                  <c:v>838.84879999999998</c:v>
                </c:pt>
                <c:pt idx="13523">
                  <c:v>824.17850000000055</c:v>
                </c:pt>
                <c:pt idx="13524">
                  <c:v>812.46889999999996</c:v>
                </c:pt>
                <c:pt idx="13525">
                  <c:v>800.15119999999933</c:v>
                </c:pt>
                <c:pt idx="13526">
                  <c:v>787.97140000000002</c:v>
                </c:pt>
                <c:pt idx="13527">
                  <c:v>775.36799999999914</c:v>
                </c:pt>
                <c:pt idx="13528">
                  <c:v>763.22500000000002</c:v>
                </c:pt>
                <c:pt idx="13529">
                  <c:v>752.08890000000054</c:v>
                </c:pt>
                <c:pt idx="13530">
                  <c:v>741.04739999999947</c:v>
                </c:pt>
                <c:pt idx="13531">
                  <c:v>731.37119999999948</c:v>
                </c:pt>
                <c:pt idx="13532">
                  <c:v>724.21420000000001</c:v>
                </c:pt>
                <c:pt idx="13533">
                  <c:v>721.71050000000002</c:v>
                </c:pt>
                <c:pt idx="13534">
                  <c:v>725.00919999999996</c:v>
                </c:pt>
                <c:pt idx="13535">
                  <c:v>731.44149999999934</c:v>
                </c:pt>
                <c:pt idx="13536">
                  <c:v>736.65729999999905</c:v>
                </c:pt>
                <c:pt idx="13537">
                  <c:v>719.09360000000004</c:v>
                </c:pt>
                <c:pt idx="13538">
                  <c:v>697.89599999999996</c:v>
                </c:pt>
                <c:pt idx="13539">
                  <c:v>682.96959999999933</c:v>
                </c:pt>
                <c:pt idx="13540">
                  <c:v>665.22889999999995</c:v>
                </c:pt>
                <c:pt idx="13541">
                  <c:v>641.12880000000052</c:v>
                </c:pt>
                <c:pt idx="13542">
                  <c:v>624.36099999999919</c:v>
                </c:pt>
                <c:pt idx="13543">
                  <c:v>617.30099999999948</c:v>
                </c:pt>
                <c:pt idx="13544">
                  <c:v>620.36989999999946</c:v>
                </c:pt>
                <c:pt idx="13545">
                  <c:v>641.64409999999998</c:v>
                </c:pt>
                <c:pt idx="13546">
                  <c:v>755.8134</c:v>
                </c:pt>
                <c:pt idx="13547">
                  <c:v>959.67600000000004</c:v>
                </c:pt>
                <c:pt idx="13548">
                  <c:v>1219.432</c:v>
                </c:pt>
                <c:pt idx="13549">
                  <c:v>1294.8689999999999</c:v>
                </c:pt>
                <c:pt idx="13550">
                  <c:v>1108.566</c:v>
                </c:pt>
                <c:pt idx="13551">
                  <c:v>1242.4690000000001</c:v>
                </c:pt>
                <c:pt idx="13552">
                  <c:v>1237.7270000000001</c:v>
                </c:pt>
                <c:pt idx="13553">
                  <c:v>1305.607</c:v>
                </c:pt>
                <c:pt idx="13554">
                  <c:v>1171.5229999999999</c:v>
                </c:pt>
                <c:pt idx="13555">
                  <c:v>954.44709999999907</c:v>
                </c:pt>
                <c:pt idx="13556">
                  <c:v>844.48770000000002</c:v>
                </c:pt>
                <c:pt idx="13557">
                  <c:v>1110.5609999999999</c:v>
                </c:pt>
                <c:pt idx="13558">
                  <c:v>1746.943</c:v>
                </c:pt>
                <c:pt idx="13559">
                  <c:v>1973.3429999999998</c:v>
                </c:pt>
                <c:pt idx="13560">
                  <c:v>1480.0060000000001</c:v>
                </c:pt>
                <c:pt idx="13561">
                  <c:v>1086.039</c:v>
                </c:pt>
                <c:pt idx="13562">
                  <c:v>975.43729999999903</c:v>
                </c:pt>
                <c:pt idx="13563">
                  <c:v>925.57370000000094</c:v>
                </c:pt>
                <c:pt idx="13564">
                  <c:v>874.23580000000004</c:v>
                </c:pt>
                <c:pt idx="13565">
                  <c:v>851.25540000000001</c:v>
                </c:pt>
                <c:pt idx="13566">
                  <c:v>830.7921</c:v>
                </c:pt>
                <c:pt idx="13567">
                  <c:v>812.20390000000054</c:v>
                </c:pt>
                <c:pt idx="13568">
                  <c:v>796.96879999999999</c:v>
                </c:pt>
                <c:pt idx="13569">
                  <c:v>789.40199999999948</c:v>
                </c:pt>
                <c:pt idx="13570">
                  <c:v>844.95439999999996</c:v>
                </c:pt>
                <c:pt idx="13571">
                  <c:v>1062.4829999999999</c:v>
                </c:pt>
                <c:pt idx="13572">
                  <c:v>1191.1099999999999</c:v>
                </c:pt>
                <c:pt idx="13573">
                  <c:v>1203.625</c:v>
                </c:pt>
                <c:pt idx="13574">
                  <c:v>1075.6789999999999</c:v>
                </c:pt>
                <c:pt idx="13575">
                  <c:v>939.01189999999997</c:v>
                </c:pt>
                <c:pt idx="13576">
                  <c:v>910.99599999999998</c:v>
                </c:pt>
                <c:pt idx="13577">
                  <c:v>1038.0029999999999</c:v>
                </c:pt>
                <c:pt idx="13578">
                  <c:v>1024.8529999999998</c:v>
                </c:pt>
                <c:pt idx="13579">
                  <c:v>977.49270000000001</c:v>
                </c:pt>
                <c:pt idx="13580">
                  <c:v>912.1748000000008</c:v>
                </c:pt>
                <c:pt idx="13581">
                  <c:v>1193.106</c:v>
                </c:pt>
                <c:pt idx="13582">
                  <c:v>1020.97</c:v>
                </c:pt>
                <c:pt idx="13583">
                  <c:v>902.07799999999997</c:v>
                </c:pt>
                <c:pt idx="13584">
                  <c:v>807.66369999999949</c:v>
                </c:pt>
                <c:pt idx="13585">
                  <c:v>784.62990000000002</c:v>
                </c:pt>
                <c:pt idx="13586">
                  <c:v>767.64949999999999</c:v>
                </c:pt>
                <c:pt idx="13587">
                  <c:v>763.33979999999997</c:v>
                </c:pt>
                <c:pt idx="13588">
                  <c:v>762.90570000000002</c:v>
                </c:pt>
                <c:pt idx="13589">
                  <c:v>768.12969999999996</c:v>
                </c:pt>
                <c:pt idx="13590">
                  <c:v>768.05050000000006</c:v>
                </c:pt>
                <c:pt idx="13591">
                  <c:v>763.15880000000004</c:v>
                </c:pt>
                <c:pt idx="13592">
                  <c:v>753.32179999999948</c:v>
                </c:pt>
                <c:pt idx="13593">
                  <c:v>755.18269999999939</c:v>
                </c:pt>
                <c:pt idx="13594">
                  <c:v>765.84339999999997</c:v>
                </c:pt>
                <c:pt idx="13595">
                  <c:v>777.3627999999992</c:v>
                </c:pt>
                <c:pt idx="13596">
                  <c:v>781.39709999999934</c:v>
                </c:pt>
                <c:pt idx="13597">
                  <c:v>803.67860000000053</c:v>
                </c:pt>
                <c:pt idx="13598">
                  <c:v>816.37630000000001</c:v>
                </c:pt>
                <c:pt idx="13599">
                  <c:v>816.77090000000055</c:v>
                </c:pt>
                <c:pt idx="13600">
                  <c:v>817.98609999999996</c:v>
                </c:pt>
                <c:pt idx="13601">
                  <c:v>875.66199999999947</c:v>
                </c:pt>
                <c:pt idx="13602">
                  <c:v>969.19560000000001</c:v>
                </c:pt>
                <c:pt idx="13603">
                  <c:v>1108.8689999999999</c:v>
                </c:pt>
                <c:pt idx="13604">
                  <c:v>1528.5060000000001</c:v>
                </c:pt>
                <c:pt idx="13605">
                  <c:v>2643.6289999999967</c:v>
                </c:pt>
                <c:pt idx="13606">
                  <c:v>4464.5170000000007</c:v>
                </c:pt>
                <c:pt idx="13607">
                  <c:v>5909.4939999999997</c:v>
                </c:pt>
                <c:pt idx="13608">
                  <c:v>5861.8540000000003</c:v>
                </c:pt>
                <c:pt idx="13609">
                  <c:v>4880.0080000000007</c:v>
                </c:pt>
                <c:pt idx="13610">
                  <c:v>3887.2059999999997</c:v>
                </c:pt>
                <c:pt idx="13611">
                  <c:v>2634.3540000000012</c:v>
                </c:pt>
                <c:pt idx="13612">
                  <c:v>1715.626</c:v>
                </c:pt>
                <c:pt idx="13613">
                  <c:v>1523.739</c:v>
                </c:pt>
                <c:pt idx="13614">
                  <c:v>1473.8229999999999</c:v>
                </c:pt>
                <c:pt idx="13615">
                  <c:v>1319.6579999999999</c:v>
                </c:pt>
                <c:pt idx="13616">
                  <c:v>1254.0409999999999</c:v>
                </c:pt>
                <c:pt idx="13617">
                  <c:v>1275.1709999999998</c:v>
                </c:pt>
                <c:pt idx="13618">
                  <c:v>1251.258</c:v>
                </c:pt>
                <c:pt idx="13619">
                  <c:v>1189.2860000000001</c:v>
                </c:pt>
                <c:pt idx="13620">
                  <c:v>1134.3</c:v>
                </c:pt>
                <c:pt idx="13621">
                  <c:v>1200.1949999999986</c:v>
                </c:pt>
                <c:pt idx="13622">
                  <c:v>1353.509</c:v>
                </c:pt>
                <c:pt idx="13623">
                  <c:v>1877.8329999999999</c:v>
                </c:pt>
                <c:pt idx="13624">
                  <c:v>2063.23</c:v>
                </c:pt>
                <c:pt idx="13625">
                  <c:v>2007.1129999999998</c:v>
                </c:pt>
                <c:pt idx="13626">
                  <c:v>1518.12</c:v>
                </c:pt>
                <c:pt idx="13627">
                  <c:v>1189.3319999999999</c:v>
                </c:pt>
                <c:pt idx="13628">
                  <c:v>1121.0819999999999</c:v>
                </c:pt>
                <c:pt idx="13629">
                  <c:v>1301.607</c:v>
                </c:pt>
                <c:pt idx="13630">
                  <c:v>2043.482</c:v>
                </c:pt>
                <c:pt idx="13631">
                  <c:v>3193.1909999999998</c:v>
                </c:pt>
                <c:pt idx="13632">
                  <c:v>3671.8170000000027</c:v>
                </c:pt>
                <c:pt idx="13633">
                  <c:v>3155.4160000000002</c:v>
                </c:pt>
                <c:pt idx="13634">
                  <c:v>2690.6779999999999</c:v>
                </c:pt>
                <c:pt idx="13635">
                  <c:v>2386.0810000000001</c:v>
                </c:pt>
                <c:pt idx="13636">
                  <c:v>2011.9449999999999</c:v>
                </c:pt>
                <c:pt idx="13637">
                  <c:v>1751.675</c:v>
                </c:pt>
                <c:pt idx="13638">
                  <c:v>1651.93</c:v>
                </c:pt>
                <c:pt idx="13639">
                  <c:v>1716.6119999999999</c:v>
                </c:pt>
                <c:pt idx="13640">
                  <c:v>2566.09</c:v>
                </c:pt>
                <c:pt idx="13641">
                  <c:v>3949.9569999999999</c:v>
                </c:pt>
                <c:pt idx="13642">
                  <c:v>4824.0470000000005</c:v>
                </c:pt>
                <c:pt idx="13643">
                  <c:v>4148.5130000000017</c:v>
                </c:pt>
                <c:pt idx="13644">
                  <c:v>3068.1289999999967</c:v>
                </c:pt>
                <c:pt idx="13645">
                  <c:v>3395.9150000000022</c:v>
                </c:pt>
                <c:pt idx="13646">
                  <c:v>3982.7550000000001</c:v>
                </c:pt>
                <c:pt idx="13647">
                  <c:v>3219.1109999999999</c:v>
                </c:pt>
                <c:pt idx="13648">
                  <c:v>2270.5100000000002</c:v>
                </c:pt>
                <c:pt idx="13649">
                  <c:v>2195.1329999999998</c:v>
                </c:pt>
                <c:pt idx="13650">
                  <c:v>2459.6210000000001</c:v>
                </c:pt>
                <c:pt idx="13651">
                  <c:v>2508.2279999999987</c:v>
                </c:pt>
                <c:pt idx="13652">
                  <c:v>2367.7750000000001</c:v>
                </c:pt>
                <c:pt idx="13653">
                  <c:v>2092.6109999999999</c:v>
                </c:pt>
                <c:pt idx="13654">
                  <c:v>1938.1039999999998</c:v>
                </c:pt>
                <c:pt idx="13655">
                  <c:v>1830.731</c:v>
                </c:pt>
                <c:pt idx="13656">
                  <c:v>1845.26</c:v>
                </c:pt>
                <c:pt idx="13657">
                  <c:v>2211.1129999999998</c:v>
                </c:pt>
                <c:pt idx="13658">
                  <c:v>2387.4299999999998</c:v>
                </c:pt>
                <c:pt idx="13659">
                  <c:v>2197.614</c:v>
                </c:pt>
                <c:pt idx="13660">
                  <c:v>1977.3619999999999</c:v>
                </c:pt>
                <c:pt idx="13661">
                  <c:v>1952.557</c:v>
                </c:pt>
                <c:pt idx="13662">
                  <c:v>2458.61</c:v>
                </c:pt>
                <c:pt idx="13663">
                  <c:v>3798.0050000000001</c:v>
                </c:pt>
                <c:pt idx="13664">
                  <c:v>4582.098</c:v>
                </c:pt>
                <c:pt idx="13665">
                  <c:v>3907.6849999999972</c:v>
                </c:pt>
                <c:pt idx="13666">
                  <c:v>2841.864</c:v>
                </c:pt>
                <c:pt idx="13667">
                  <c:v>2267.3140000000012</c:v>
                </c:pt>
                <c:pt idx="13668">
                  <c:v>2011.251</c:v>
                </c:pt>
                <c:pt idx="13669">
                  <c:v>1891.903</c:v>
                </c:pt>
                <c:pt idx="13670">
                  <c:v>1840.8529999999998</c:v>
                </c:pt>
                <c:pt idx="13671">
                  <c:v>1790.098</c:v>
                </c:pt>
                <c:pt idx="13672">
                  <c:v>1765.9380000000001</c:v>
                </c:pt>
                <c:pt idx="13673">
                  <c:v>1774.2060000000001</c:v>
                </c:pt>
                <c:pt idx="13674">
                  <c:v>1793.6219999999998</c:v>
                </c:pt>
                <c:pt idx="13675">
                  <c:v>1832.538</c:v>
                </c:pt>
                <c:pt idx="13676">
                  <c:v>1998.777</c:v>
                </c:pt>
                <c:pt idx="13677">
                  <c:v>2173.4490000000001</c:v>
                </c:pt>
                <c:pt idx="13678">
                  <c:v>2021.0650000000001</c:v>
                </c:pt>
                <c:pt idx="13679">
                  <c:v>1734.2449999999999</c:v>
                </c:pt>
                <c:pt idx="13680">
                  <c:v>1694.3150000000001</c:v>
                </c:pt>
                <c:pt idx="13681">
                  <c:v>1678.867</c:v>
                </c:pt>
                <c:pt idx="13682">
                  <c:v>1557.2660000000001</c:v>
                </c:pt>
                <c:pt idx="13683">
                  <c:v>1464.6729999999998</c:v>
                </c:pt>
                <c:pt idx="13684">
                  <c:v>1398.4460000000001</c:v>
                </c:pt>
                <c:pt idx="13685">
                  <c:v>1365.556</c:v>
                </c:pt>
                <c:pt idx="13686">
                  <c:v>1347.9880000000001</c:v>
                </c:pt>
                <c:pt idx="13687">
                  <c:v>1326.5439999999999</c:v>
                </c:pt>
                <c:pt idx="13688">
                  <c:v>1278.0039999999999</c:v>
                </c:pt>
                <c:pt idx="13689">
                  <c:v>1186.6569999999999</c:v>
                </c:pt>
                <c:pt idx="13690">
                  <c:v>1092.2829999999999</c:v>
                </c:pt>
                <c:pt idx="13691">
                  <c:v>999.68790000000001</c:v>
                </c:pt>
                <c:pt idx="13692">
                  <c:v>915.37459999999999</c:v>
                </c:pt>
                <c:pt idx="13693">
                  <c:v>874.52149999999949</c:v>
                </c:pt>
                <c:pt idx="13694">
                  <c:v>882.98829999999998</c:v>
                </c:pt>
                <c:pt idx="13695">
                  <c:v>861.07600000000002</c:v>
                </c:pt>
                <c:pt idx="13696">
                  <c:v>788.38419999999996</c:v>
                </c:pt>
                <c:pt idx="13697">
                  <c:v>722.8913</c:v>
                </c:pt>
                <c:pt idx="13698">
                  <c:v>684.46589999999946</c:v>
                </c:pt>
                <c:pt idx="13699">
                  <c:v>662.19719999999938</c:v>
                </c:pt>
                <c:pt idx="13700">
                  <c:v>644.8741</c:v>
                </c:pt>
                <c:pt idx="13701">
                  <c:v>641.45630000000006</c:v>
                </c:pt>
                <c:pt idx="13702">
                  <c:v>664.03890000000001</c:v>
                </c:pt>
                <c:pt idx="13703">
                  <c:v>692.93830000000003</c:v>
                </c:pt>
                <c:pt idx="13704">
                  <c:v>694.3396999999992</c:v>
                </c:pt>
                <c:pt idx="13705">
                  <c:v>677.81579999999997</c:v>
                </c:pt>
                <c:pt idx="13706">
                  <c:v>668.58410000000003</c:v>
                </c:pt>
                <c:pt idx="13707">
                  <c:v>648.62400000000002</c:v>
                </c:pt>
                <c:pt idx="13708">
                  <c:v>610.17719999999997</c:v>
                </c:pt>
                <c:pt idx="13709">
                  <c:v>580.19709999999998</c:v>
                </c:pt>
                <c:pt idx="13710">
                  <c:v>566.76829999999939</c:v>
                </c:pt>
                <c:pt idx="13711">
                  <c:v>550.19280000000003</c:v>
                </c:pt>
                <c:pt idx="13712">
                  <c:v>583.62819999999999</c:v>
                </c:pt>
                <c:pt idx="13713">
                  <c:v>711.83399999999949</c:v>
                </c:pt>
                <c:pt idx="13714">
                  <c:v>754.28930000000082</c:v>
                </c:pt>
                <c:pt idx="13715">
                  <c:v>698.51759999999933</c:v>
                </c:pt>
                <c:pt idx="13716">
                  <c:v>701.41159999999934</c:v>
                </c:pt>
                <c:pt idx="13717">
                  <c:v>820.98329999999999</c:v>
                </c:pt>
                <c:pt idx="13718">
                  <c:v>850.52840000000003</c:v>
                </c:pt>
                <c:pt idx="13719">
                  <c:v>797.95909999999947</c:v>
                </c:pt>
                <c:pt idx="13720">
                  <c:v>698.9923</c:v>
                </c:pt>
                <c:pt idx="13721">
                  <c:v>632.63930000000005</c:v>
                </c:pt>
                <c:pt idx="13722">
                  <c:v>606.28140000000053</c:v>
                </c:pt>
                <c:pt idx="13723">
                  <c:v>584.37300000000005</c:v>
                </c:pt>
                <c:pt idx="13724">
                  <c:v>574.48</c:v>
                </c:pt>
                <c:pt idx="13725">
                  <c:v>563.51859999999999</c:v>
                </c:pt>
                <c:pt idx="13726">
                  <c:v>548.04399999999998</c:v>
                </c:pt>
                <c:pt idx="13727">
                  <c:v>536.86419999999919</c:v>
                </c:pt>
                <c:pt idx="13728">
                  <c:v>548.93380000000002</c:v>
                </c:pt>
                <c:pt idx="13729">
                  <c:v>573.50400000000002</c:v>
                </c:pt>
                <c:pt idx="13730">
                  <c:v>586.77810000000068</c:v>
                </c:pt>
                <c:pt idx="13731">
                  <c:v>598.81949999999949</c:v>
                </c:pt>
                <c:pt idx="13732">
                  <c:v>636.9932</c:v>
                </c:pt>
                <c:pt idx="13733">
                  <c:v>680.89449999999999</c:v>
                </c:pt>
                <c:pt idx="13734">
                  <c:v>701.81889999999999</c:v>
                </c:pt>
                <c:pt idx="13735">
                  <c:v>722.76800000000003</c:v>
                </c:pt>
                <c:pt idx="13736">
                  <c:v>725.56089999999949</c:v>
                </c:pt>
                <c:pt idx="13737">
                  <c:v>687.93249999999921</c:v>
                </c:pt>
                <c:pt idx="13738">
                  <c:v>664.06419999999946</c:v>
                </c:pt>
                <c:pt idx="13739">
                  <c:v>661.02609999999947</c:v>
                </c:pt>
                <c:pt idx="13740">
                  <c:v>672.67830000000095</c:v>
                </c:pt>
                <c:pt idx="13741">
                  <c:v>678.23209999999949</c:v>
                </c:pt>
                <c:pt idx="13742">
                  <c:v>683.56479999999999</c:v>
                </c:pt>
                <c:pt idx="13743">
                  <c:v>680.428</c:v>
                </c:pt>
                <c:pt idx="13744">
                  <c:v>652.91289999999947</c:v>
                </c:pt>
                <c:pt idx="13745">
                  <c:v>640.61869999999999</c:v>
                </c:pt>
                <c:pt idx="13746">
                  <c:v>623.1757000000008</c:v>
                </c:pt>
                <c:pt idx="13747">
                  <c:v>608.48889999999994</c:v>
                </c:pt>
                <c:pt idx="13748">
                  <c:v>590.82979999999998</c:v>
                </c:pt>
                <c:pt idx="13749">
                  <c:v>572.39749999999947</c:v>
                </c:pt>
                <c:pt idx="13750">
                  <c:v>561.06799999999919</c:v>
                </c:pt>
                <c:pt idx="13751">
                  <c:v>559.66909999999996</c:v>
                </c:pt>
                <c:pt idx="13752">
                  <c:v>566.11219999999946</c:v>
                </c:pt>
                <c:pt idx="13753">
                  <c:v>554.32979999999998</c:v>
                </c:pt>
                <c:pt idx="13754">
                  <c:v>567.69320000000005</c:v>
                </c:pt>
                <c:pt idx="13755">
                  <c:v>721.50619999999947</c:v>
                </c:pt>
                <c:pt idx="13756">
                  <c:v>1152.595</c:v>
                </c:pt>
                <c:pt idx="13757">
                  <c:v>1596.1339999999998</c:v>
                </c:pt>
                <c:pt idx="13758">
                  <c:v>1592.027</c:v>
                </c:pt>
                <c:pt idx="13759">
                  <c:v>1386.35</c:v>
                </c:pt>
                <c:pt idx="13760">
                  <c:v>1296.05</c:v>
                </c:pt>
                <c:pt idx="13761">
                  <c:v>1166.8439999999998</c:v>
                </c:pt>
                <c:pt idx="13762">
                  <c:v>1041.578</c:v>
                </c:pt>
                <c:pt idx="13763">
                  <c:v>1010.7180000000005</c:v>
                </c:pt>
                <c:pt idx="13764">
                  <c:v>995.71280000000002</c:v>
                </c:pt>
                <c:pt idx="13765">
                  <c:v>1071.2339999999999</c:v>
                </c:pt>
                <c:pt idx="13766">
                  <c:v>1793.3209999999999</c:v>
                </c:pt>
                <c:pt idx="13767">
                  <c:v>2587.8770000000022</c:v>
                </c:pt>
                <c:pt idx="13768">
                  <c:v>2394.3770000000022</c:v>
                </c:pt>
                <c:pt idx="13769">
                  <c:v>1499.2909999999999</c:v>
                </c:pt>
                <c:pt idx="13770">
                  <c:v>1178.3899999999999</c:v>
                </c:pt>
                <c:pt idx="13771">
                  <c:v>1112.5989999999999</c:v>
                </c:pt>
                <c:pt idx="13772">
                  <c:v>1029.0350000000001</c:v>
                </c:pt>
                <c:pt idx="13773">
                  <c:v>999.21380000000067</c:v>
                </c:pt>
                <c:pt idx="13774">
                  <c:v>994.06079999999997</c:v>
                </c:pt>
                <c:pt idx="13775">
                  <c:v>1141.019</c:v>
                </c:pt>
                <c:pt idx="13776">
                  <c:v>1544.4860000000001</c:v>
                </c:pt>
                <c:pt idx="13777">
                  <c:v>1885.2539999999999</c:v>
                </c:pt>
                <c:pt idx="13778">
                  <c:v>2198.6619999999998</c:v>
                </c:pt>
                <c:pt idx="13779">
                  <c:v>2509.4349999999999</c:v>
                </c:pt>
                <c:pt idx="13780">
                  <c:v>2818.009</c:v>
                </c:pt>
                <c:pt idx="13781">
                  <c:v>2981.7479999999987</c:v>
                </c:pt>
                <c:pt idx="13782">
                  <c:v>3031.125</c:v>
                </c:pt>
                <c:pt idx="13783">
                  <c:v>2501.0010000000002</c:v>
                </c:pt>
                <c:pt idx="13784">
                  <c:v>2140.9870000000001</c:v>
                </c:pt>
                <c:pt idx="13785">
                  <c:v>2209.1750000000002</c:v>
                </c:pt>
                <c:pt idx="13786">
                  <c:v>2025.943</c:v>
                </c:pt>
                <c:pt idx="13787">
                  <c:v>1939.2550000000001</c:v>
                </c:pt>
                <c:pt idx="13788">
                  <c:v>2045.482</c:v>
                </c:pt>
                <c:pt idx="13789">
                  <c:v>1781.8489999999999</c:v>
                </c:pt>
                <c:pt idx="13790">
                  <c:v>1627.7260000000001</c:v>
                </c:pt>
                <c:pt idx="13791">
                  <c:v>1613.856</c:v>
                </c:pt>
                <c:pt idx="13792">
                  <c:v>1473.4760000000001</c:v>
                </c:pt>
                <c:pt idx="13793">
                  <c:v>1381.7629999999999</c:v>
                </c:pt>
                <c:pt idx="13794">
                  <c:v>1370.6209999999999</c:v>
                </c:pt>
                <c:pt idx="13795">
                  <c:v>1618.82</c:v>
                </c:pt>
                <c:pt idx="13796">
                  <c:v>1762.7539999999999</c:v>
                </c:pt>
                <c:pt idx="13797">
                  <c:v>1981.596</c:v>
                </c:pt>
                <c:pt idx="13798">
                  <c:v>2211.5520000000001</c:v>
                </c:pt>
                <c:pt idx="13799">
                  <c:v>2444.326</c:v>
                </c:pt>
                <c:pt idx="13800">
                  <c:v>2317.6909999999998</c:v>
                </c:pt>
                <c:pt idx="13801">
                  <c:v>2082.7550000000001</c:v>
                </c:pt>
                <c:pt idx="13802">
                  <c:v>2501.19</c:v>
                </c:pt>
                <c:pt idx="13803">
                  <c:v>3920.2539999999999</c:v>
                </c:pt>
                <c:pt idx="13804">
                  <c:v>5769.7620000000024</c:v>
                </c:pt>
                <c:pt idx="13805">
                  <c:v>5923.3879999999999</c:v>
                </c:pt>
                <c:pt idx="13806">
                  <c:v>4241.8870000000015</c:v>
                </c:pt>
                <c:pt idx="13807">
                  <c:v>2990.5</c:v>
                </c:pt>
                <c:pt idx="13808">
                  <c:v>2712.7370000000001</c:v>
                </c:pt>
                <c:pt idx="13809">
                  <c:v>2525.1279999999997</c:v>
                </c:pt>
                <c:pt idx="13810">
                  <c:v>2358.3649999999998</c:v>
                </c:pt>
                <c:pt idx="13811">
                  <c:v>2256.6750000000002</c:v>
                </c:pt>
                <c:pt idx="13812">
                  <c:v>2153.2979999999998</c:v>
                </c:pt>
                <c:pt idx="13813">
                  <c:v>2029.537</c:v>
                </c:pt>
                <c:pt idx="13814">
                  <c:v>1879.5509999999999</c:v>
                </c:pt>
                <c:pt idx="13815">
                  <c:v>1729.6929999999998</c:v>
                </c:pt>
                <c:pt idx="13816">
                  <c:v>1619.239</c:v>
                </c:pt>
                <c:pt idx="13817">
                  <c:v>1530.4390000000001</c:v>
                </c:pt>
                <c:pt idx="13818">
                  <c:v>1455.396</c:v>
                </c:pt>
                <c:pt idx="13819">
                  <c:v>1391.34</c:v>
                </c:pt>
                <c:pt idx="13820">
                  <c:v>1335.2839999999999</c:v>
                </c:pt>
                <c:pt idx="13821">
                  <c:v>1288.963</c:v>
                </c:pt>
                <c:pt idx="13822">
                  <c:v>1248.575</c:v>
                </c:pt>
                <c:pt idx="13823">
                  <c:v>1204.7370000000001</c:v>
                </c:pt>
                <c:pt idx="13824">
                  <c:v>1163.2670000000001</c:v>
                </c:pt>
                <c:pt idx="13825">
                  <c:v>1130.422</c:v>
                </c:pt>
                <c:pt idx="13826">
                  <c:v>1102.2280000000001</c:v>
                </c:pt>
                <c:pt idx="13827">
                  <c:v>1079.1859999999999</c:v>
                </c:pt>
                <c:pt idx="13828">
                  <c:v>1060.079</c:v>
                </c:pt>
                <c:pt idx="13829">
                  <c:v>1044.546</c:v>
                </c:pt>
                <c:pt idx="13830">
                  <c:v>1035.597</c:v>
                </c:pt>
                <c:pt idx="13831">
                  <c:v>1040.1819999999998</c:v>
                </c:pt>
                <c:pt idx="13832">
                  <c:v>1041.3419999999999</c:v>
                </c:pt>
                <c:pt idx="13833">
                  <c:v>1026.1569999999999</c:v>
                </c:pt>
                <c:pt idx="13834">
                  <c:v>998.4117</c:v>
                </c:pt>
                <c:pt idx="13835">
                  <c:v>976.98910000000001</c:v>
                </c:pt>
                <c:pt idx="13836">
                  <c:v>957.88469999999938</c:v>
                </c:pt>
                <c:pt idx="13837">
                  <c:v>943.12759999999946</c:v>
                </c:pt>
                <c:pt idx="13838">
                  <c:v>928.91159999999934</c:v>
                </c:pt>
                <c:pt idx="13839">
                  <c:v>916.92489999999998</c:v>
                </c:pt>
                <c:pt idx="13840">
                  <c:v>904.58780000000002</c:v>
                </c:pt>
                <c:pt idx="13841">
                  <c:v>891.70219999999949</c:v>
                </c:pt>
                <c:pt idx="13842">
                  <c:v>878.09270000000004</c:v>
                </c:pt>
                <c:pt idx="13843">
                  <c:v>863.99099999999999</c:v>
                </c:pt>
                <c:pt idx="13844">
                  <c:v>850.11959999999999</c:v>
                </c:pt>
                <c:pt idx="13845">
                  <c:v>838.96449999999948</c:v>
                </c:pt>
                <c:pt idx="13846">
                  <c:v>827.83219999999892</c:v>
                </c:pt>
                <c:pt idx="13847">
                  <c:v>866.26619999999946</c:v>
                </c:pt>
                <c:pt idx="13848">
                  <c:v>1083.4929999999999</c:v>
                </c:pt>
                <c:pt idx="13849">
                  <c:v>1219.6199999999999</c:v>
                </c:pt>
                <c:pt idx="13850">
                  <c:v>1236.222</c:v>
                </c:pt>
                <c:pt idx="13851">
                  <c:v>1511.4090000000001</c:v>
                </c:pt>
                <c:pt idx="13852">
                  <c:v>1694.3439999999998</c:v>
                </c:pt>
                <c:pt idx="13853">
                  <c:v>1477.2860000000001</c:v>
                </c:pt>
                <c:pt idx="13854">
                  <c:v>1220.7639999999999</c:v>
                </c:pt>
                <c:pt idx="13855">
                  <c:v>1086.6229999999998</c:v>
                </c:pt>
                <c:pt idx="13856">
                  <c:v>1079.615</c:v>
                </c:pt>
                <c:pt idx="13857">
                  <c:v>1024.8509999999999</c:v>
                </c:pt>
                <c:pt idx="13858">
                  <c:v>978.68679999999995</c:v>
                </c:pt>
                <c:pt idx="13859">
                  <c:v>945.97</c:v>
                </c:pt>
                <c:pt idx="13860">
                  <c:v>922.81909999999948</c:v>
                </c:pt>
                <c:pt idx="13861">
                  <c:v>905.0009</c:v>
                </c:pt>
                <c:pt idx="13862">
                  <c:v>890.19650000000001</c:v>
                </c:pt>
                <c:pt idx="13863">
                  <c:v>928.05159999999921</c:v>
                </c:pt>
                <c:pt idx="13864">
                  <c:v>1255.954</c:v>
                </c:pt>
                <c:pt idx="13865">
                  <c:v>1112.396</c:v>
                </c:pt>
                <c:pt idx="13866">
                  <c:v>1031.4000000000001</c:v>
                </c:pt>
                <c:pt idx="13867">
                  <c:v>986.42899999999997</c:v>
                </c:pt>
                <c:pt idx="13868">
                  <c:v>984.12170000000003</c:v>
                </c:pt>
                <c:pt idx="13869">
                  <c:v>987.8654999999992</c:v>
                </c:pt>
                <c:pt idx="13870">
                  <c:v>986.24869999999999</c:v>
                </c:pt>
                <c:pt idx="13871">
                  <c:v>955.63030000000003</c:v>
                </c:pt>
                <c:pt idx="13872">
                  <c:v>931.30919999999946</c:v>
                </c:pt>
                <c:pt idx="13873">
                  <c:v>916.39</c:v>
                </c:pt>
                <c:pt idx="13874">
                  <c:v>904.42219999999907</c:v>
                </c:pt>
                <c:pt idx="13875">
                  <c:v>883.11380000000054</c:v>
                </c:pt>
                <c:pt idx="13876">
                  <c:v>867.43199999999933</c:v>
                </c:pt>
                <c:pt idx="13877">
                  <c:v>855.4220999999992</c:v>
                </c:pt>
                <c:pt idx="13878">
                  <c:v>850.14949999999999</c:v>
                </c:pt>
                <c:pt idx="13879">
                  <c:v>844.81669999999906</c:v>
                </c:pt>
                <c:pt idx="13880">
                  <c:v>840.0317</c:v>
                </c:pt>
                <c:pt idx="13881">
                  <c:v>848.18980000000067</c:v>
                </c:pt>
                <c:pt idx="13882">
                  <c:v>832.3156999999992</c:v>
                </c:pt>
                <c:pt idx="13883">
                  <c:v>838.55899999999997</c:v>
                </c:pt>
                <c:pt idx="13884">
                  <c:v>816.01909999999998</c:v>
                </c:pt>
                <c:pt idx="13885">
                  <c:v>812.68790000000001</c:v>
                </c:pt>
                <c:pt idx="13886">
                  <c:v>847.87339999999995</c:v>
                </c:pt>
                <c:pt idx="13887">
                  <c:v>1001.3419999999992</c:v>
                </c:pt>
                <c:pt idx="13888">
                  <c:v>1220.6319999999998</c:v>
                </c:pt>
                <c:pt idx="13889">
                  <c:v>1421.3689999999999</c:v>
                </c:pt>
                <c:pt idx="13890">
                  <c:v>1290.5039999999999</c:v>
                </c:pt>
                <c:pt idx="13891">
                  <c:v>1042.2739999999999</c:v>
                </c:pt>
                <c:pt idx="13892">
                  <c:v>934.79880000000094</c:v>
                </c:pt>
                <c:pt idx="13893">
                  <c:v>905.67110000000002</c:v>
                </c:pt>
                <c:pt idx="13894">
                  <c:v>868.43039999999996</c:v>
                </c:pt>
                <c:pt idx="13895">
                  <c:v>864.26880000000051</c:v>
                </c:pt>
                <c:pt idx="13896">
                  <c:v>860.45409999999947</c:v>
                </c:pt>
                <c:pt idx="13897">
                  <c:v>846.38350000000003</c:v>
                </c:pt>
                <c:pt idx="13898">
                  <c:v>834.3954</c:v>
                </c:pt>
                <c:pt idx="13899">
                  <c:v>821.49959999999999</c:v>
                </c:pt>
                <c:pt idx="13900">
                  <c:v>801.41989999999998</c:v>
                </c:pt>
                <c:pt idx="13901">
                  <c:v>779.3366999999987</c:v>
                </c:pt>
                <c:pt idx="13902">
                  <c:v>770.1232</c:v>
                </c:pt>
                <c:pt idx="13903">
                  <c:v>768.67499999999995</c:v>
                </c:pt>
                <c:pt idx="13904">
                  <c:v>763.2835000000008</c:v>
                </c:pt>
                <c:pt idx="13905">
                  <c:v>756.39829999999949</c:v>
                </c:pt>
                <c:pt idx="13906">
                  <c:v>749.29369999999994</c:v>
                </c:pt>
                <c:pt idx="13907">
                  <c:v>745.86509999999919</c:v>
                </c:pt>
                <c:pt idx="13908">
                  <c:v>768.65609999999947</c:v>
                </c:pt>
                <c:pt idx="13909">
                  <c:v>775.37209999999948</c:v>
                </c:pt>
                <c:pt idx="13910">
                  <c:v>774.79639999999995</c:v>
                </c:pt>
                <c:pt idx="13911">
                  <c:v>817.83009999999933</c:v>
                </c:pt>
                <c:pt idx="13912">
                  <c:v>805.34799999999905</c:v>
                </c:pt>
                <c:pt idx="13913">
                  <c:v>787.1585</c:v>
                </c:pt>
                <c:pt idx="13914">
                  <c:v>715.60820000000001</c:v>
                </c:pt>
                <c:pt idx="13915">
                  <c:v>693.96079999999949</c:v>
                </c:pt>
                <c:pt idx="13916">
                  <c:v>666.67650000000003</c:v>
                </c:pt>
                <c:pt idx="13917">
                  <c:v>756.7817000000008</c:v>
                </c:pt>
                <c:pt idx="13918">
                  <c:v>792.63350000000003</c:v>
                </c:pt>
                <c:pt idx="13919">
                  <c:v>760.18460000000005</c:v>
                </c:pt>
                <c:pt idx="13920">
                  <c:v>727.44689999999946</c:v>
                </c:pt>
                <c:pt idx="13921">
                  <c:v>771.06399999999996</c:v>
                </c:pt>
                <c:pt idx="13922">
                  <c:v>793.48</c:v>
                </c:pt>
                <c:pt idx="13923">
                  <c:v>743.21119999999996</c:v>
                </c:pt>
                <c:pt idx="13924">
                  <c:v>679.57920000000001</c:v>
                </c:pt>
                <c:pt idx="13925">
                  <c:v>649.29340000000082</c:v>
                </c:pt>
                <c:pt idx="13926">
                  <c:v>632.71799999999996</c:v>
                </c:pt>
                <c:pt idx="13927">
                  <c:v>620.04019999999946</c:v>
                </c:pt>
                <c:pt idx="13928">
                  <c:v>609.75709999999947</c:v>
                </c:pt>
                <c:pt idx="13929">
                  <c:v>601.67400000000055</c:v>
                </c:pt>
                <c:pt idx="13930">
                  <c:v>593.02289999999948</c:v>
                </c:pt>
                <c:pt idx="13931">
                  <c:v>585.41690000000006</c:v>
                </c:pt>
                <c:pt idx="13932">
                  <c:v>578.04099999999949</c:v>
                </c:pt>
                <c:pt idx="13933">
                  <c:v>588.88639999999998</c:v>
                </c:pt>
                <c:pt idx="13934">
                  <c:v>591.14019999999948</c:v>
                </c:pt>
                <c:pt idx="13935">
                  <c:v>584.39649999999949</c:v>
                </c:pt>
                <c:pt idx="13936">
                  <c:v>570.96589999999946</c:v>
                </c:pt>
                <c:pt idx="13937">
                  <c:v>559.62509999999997</c:v>
                </c:pt>
                <c:pt idx="13938">
                  <c:v>558.49459999999999</c:v>
                </c:pt>
                <c:pt idx="13939">
                  <c:v>757.9135</c:v>
                </c:pt>
                <c:pt idx="13940">
                  <c:v>902.13119999999947</c:v>
                </c:pt>
                <c:pt idx="13941">
                  <c:v>867.21849999999995</c:v>
                </c:pt>
                <c:pt idx="13942">
                  <c:v>721.00289999999939</c:v>
                </c:pt>
                <c:pt idx="13943">
                  <c:v>656.88599999999997</c:v>
                </c:pt>
                <c:pt idx="13944">
                  <c:v>652.49360000000001</c:v>
                </c:pt>
                <c:pt idx="13945">
                  <c:v>678.33929999999907</c:v>
                </c:pt>
                <c:pt idx="13946">
                  <c:v>694.21699999999998</c:v>
                </c:pt>
                <c:pt idx="13947">
                  <c:v>672.48030000000051</c:v>
                </c:pt>
                <c:pt idx="13948">
                  <c:v>643.12599999999998</c:v>
                </c:pt>
                <c:pt idx="13949">
                  <c:v>634.6499</c:v>
                </c:pt>
                <c:pt idx="13950">
                  <c:v>719.31279999999947</c:v>
                </c:pt>
                <c:pt idx="13951">
                  <c:v>1119.4349999999999</c:v>
                </c:pt>
                <c:pt idx="13952">
                  <c:v>1529.585</c:v>
                </c:pt>
                <c:pt idx="13953">
                  <c:v>1508.7860000000001</c:v>
                </c:pt>
                <c:pt idx="13954">
                  <c:v>1172.008</c:v>
                </c:pt>
                <c:pt idx="13955">
                  <c:v>1064.6729999999998</c:v>
                </c:pt>
                <c:pt idx="13956">
                  <c:v>1024.3809999999999</c:v>
                </c:pt>
                <c:pt idx="13957">
                  <c:v>1277.1369999999999</c:v>
                </c:pt>
                <c:pt idx="13958">
                  <c:v>1155.9939999999999</c:v>
                </c:pt>
                <c:pt idx="13959">
                  <c:v>1041.6979999999999</c:v>
                </c:pt>
                <c:pt idx="13960">
                  <c:v>954.93539999999996</c:v>
                </c:pt>
                <c:pt idx="13961">
                  <c:v>900.13149999999996</c:v>
                </c:pt>
                <c:pt idx="13962">
                  <c:v>864.05430000000001</c:v>
                </c:pt>
                <c:pt idx="13963">
                  <c:v>848.56179999999949</c:v>
                </c:pt>
                <c:pt idx="13964">
                  <c:v>842.76030000000003</c:v>
                </c:pt>
                <c:pt idx="13965">
                  <c:v>935.89519999999948</c:v>
                </c:pt>
                <c:pt idx="13966">
                  <c:v>1033.528</c:v>
                </c:pt>
                <c:pt idx="13967">
                  <c:v>1108.1899999999998</c:v>
                </c:pt>
                <c:pt idx="13968">
                  <c:v>1027.645</c:v>
                </c:pt>
                <c:pt idx="13969">
                  <c:v>861.98099999999999</c:v>
                </c:pt>
                <c:pt idx="13970">
                  <c:v>778.00810000000001</c:v>
                </c:pt>
                <c:pt idx="13971">
                  <c:v>735.02390000000003</c:v>
                </c:pt>
                <c:pt idx="13972">
                  <c:v>679.86509999999919</c:v>
                </c:pt>
                <c:pt idx="13973">
                  <c:v>652.39980000000003</c:v>
                </c:pt>
                <c:pt idx="13974">
                  <c:v>637.21590000000003</c:v>
                </c:pt>
                <c:pt idx="13975">
                  <c:v>673.98969999999997</c:v>
                </c:pt>
                <c:pt idx="13976">
                  <c:v>1440.9480000000001</c:v>
                </c:pt>
                <c:pt idx="13977">
                  <c:v>1950.3909999999998</c:v>
                </c:pt>
                <c:pt idx="13978">
                  <c:v>2090.587</c:v>
                </c:pt>
                <c:pt idx="13979">
                  <c:v>1426.607</c:v>
                </c:pt>
                <c:pt idx="13980">
                  <c:v>988.08540000000005</c:v>
                </c:pt>
                <c:pt idx="13981">
                  <c:v>1014.004</c:v>
                </c:pt>
                <c:pt idx="13982">
                  <c:v>978.09559999999999</c:v>
                </c:pt>
                <c:pt idx="13983">
                  <c:v>885.19949999999994</c:v>
                </c:pt>
                <c:pt idx="13984">
                  <c:v>811.94539999999949</c:v>
                </c:pt>
                <c:pt idx="13985">
                  <c:v>758.05099999999948</c:v>
                </c:pt>
                <c:pt idx="13986">
                  <c:v>762.47519999999997</c:v>
                </c:pt>
                <c:pt idx="13987">
                  <c:v>792.39789999999948</c:v>
                </c:pt>
                <c:pt idx="13988">
                  <c:v>809.82749999999919</c:v>
                </c:pt>
                <c:pt idx="13989">
                  <c:v>813.45599999999934</c:v>
                </c:pt>
                <c:pt idx="13990">
                  <c:v>1276.1039999999998</c:v>
                </c:pt>
                <c:pt idx="13991">
                  <c:v>1996.4470000000001</c:v>
                </c:pt>
                <c:pt idx="13992">
                  <c:v>2052.904</c:v>
                </c:pt>
                <c:pt idx="13993">
                  <c:v>1775.3799999999999</c:v>
                </c:pt>
                <c:pt idx="13994">
                  <c:v>1466.2060000000001</c:v>
                </c:pt>
                <c:pt idx="13995">
                  <c:v>1639.1729999999998</c:v>
                </c:pt>
                <c:pt idx="13996">
                  <c:v>1896.2</c:v>
                </c:pt>
                <c:pt idx="13997">
                  <c:v>1657.231</c:v>
                </c:pt>
                <c:pt idx="13998">
                  <c:v>1275.739</c:v>
                </c:pt>
                <c:pt idx="13999">
                  <c:v>1196.3029999999999</c:v>
                </c:pt>
                <c:pt idx="14000">
                  <c:v>1213.2719999999999</c:v>
                </c:pt>
                <c:pt idx="14001">
                  <c:v>1169.8719999999998</c:v>
                </c:pt>
                <c:pt idx="14002">
                  <c:v>1124.7839999999999</c:v>
                </c:pt>
                <c:pt idx="14003">
                  <c:v>1077.7170000000001</c:v>
                </c:pt>
                <c:pt idx="14004">
                  <c:v>1057.431</c:v>
                </c:pt>
                <c:pt idx="14005">
                  <c:v>1066.2360000000001</c:v>
                </c:pt>
                <c:pt idx="14006">
                  <c:v>1083.0360000000001</c:v>
                </c:pt>
                <c:pt idx="14007">
                  <c:v>1113.239</c:v>
                </c:pt>
                <c:pt idx="14008">
                  <c:v>1132.203</c:v>
                </c:pt>
                <c:pt idx="14009">
                  <c:v>1144.328</c:v>
                </c:pt>
                <c:pt idx="14010">
                  <c:v>1196.951</c:v>
                </c:pt>
                <c:pt idx="14011">
                  <c:v>1305.2149999999999</c:v>
                </c:pt>
                <c:pt idx="14012">
                  <c:v>1334.0060000000001</c:v>
                </c:pt>
                <c:pt idx="14013">
                  <c:v>1249.5119999999999</c:v>
                </c:pt>
                <c:pt idx="14014">
                  <c:v>1150.6439999999998</c:v>
                </c:pt>
                <c:pt idx="14015">
                  <c:v>1080.3789999999999</c:v>
                </c:pt>
                <c:pt idx="14016">
                  <c:v>1029.1679999999999</c:v>
                </c:pt>
                <c:pt idx="14017">
                  <c:v>1003.169</c:v>
                </c:pt>
                <c:pt idx="14018">
                  <c:v>992.31370000000004</c:v>
                </c:pt>
                <c:pt idx="14019">
                  <c:v>974.09950000000003</c:v>
                </c:pt>
                <c:pt idx="14020">
                  <c:v>929.51749999999947</c:v>
                </c:pt>
                <c:pt idx="14021">
                  <c:v>900.14749999999947</c:v>
                </c:pt>
                <c:pt idx="14022">
                  <c:v>934.03409999999997</c:v>
                </c:pt>
                <c:pt idx="14023">
                  <c:v>939.24099999999999</c:v>
                </c:pt>
                <c:pt idx="14024">
                  <c:v>891.97280000000001</c:v>
                </c:pt>
                <c:pt idx="14025">
                  <c:v>838.8913</c:v>
                </c:pt>
                <c:pt idx="14026">
                  <c:v>810.30229999999892</c:v>
                </c:pt>
                <c:pt idx="14027">
                  <c:v>785.47230000000002</c:v>
                </c:pt>
                <c:pt idx="14028">
                  <c:v>773.74929999999949</c:v>
                </c:pt>
                <c:pt idx="14029">
                  <c:v>816.82029999999907</c:v>
                </c:pt>
                <c:pt idx="14030">
                  <c:v>871.33509999999933</c:v>
                </c:pt>
                <c:pt idx="14031">
                  <c:v>882.01480000000004</c:v>
                </c:pt>
                <c:pt idx="14032">
                  <c:v>808.70640000000003</c:v>
                </c:pt>
                <c:pt idx="14033">
                  <c:v>691.48680000000002</c:v>
                </c:pt>
                <c:pt idx="14034">
                  <c:v>628.35459999999921</c:v>
                </c:pt>
                <c:pt idx="14035">
                  <c:v>631.38749999999948</c:v>
                </c:pt>
                <c:pt idx="14036">
                  <c:v>643.42589999999996</c:v>
                </c:pt>
                <c:pt idx="14037">
                  <c:v>658.57039999999995</c:v>
                </c:pt>
                <c:pt idx="14038">
                  <c:v>664.17540000000054</c:v>
                </c:pt>
                <c:pt idx="14039">
                  <c:v>652.20609999999999</c:v>
                </c:pt>
                <c:pt idx="14040">
                  <c:v>629.12049999999999</c:v>
                </c:pt>
                <c:pt idx="14041">
                  <c:v>607.17080000000055</c:v>
                </c:pt>
                <c:pt idx="14042">
                  <c:v>596.23429999999996</c:v>
                </c:pt>
                <c:pt idx="14043">
                  <c:v>586.63509999999997</c:v>
                </c:pt>
                <c:pt idx="14044">
                  <c:v>577.62119999999948</c:v>
                </c:pt>
                <c:pt idx="14045">
                  <c:v>569.03420000000006</c:v>
                </c:pt>
                <c:pt idx="14046">
                  <c:v>556.85569999999905</c:v>
                </c:pt>
                <c:pt idx="14047">
                  <c:v>549.34729999999877</c:v>
                </c:pt>
                <c:pt idx="14048">
                  <c:v>544.48709999999949</c:v>
                </c:pt>
                <c:pt idx="14049">
                  <c:v>538.8433</c:v>
                </c:pt>
                <c:pt idx="14050">
                  <c:v>530.50480000000005</c:v>
                </c:pt>
                <c:pt idx="14051">
                  <c:v>521.06669999999906</c:v>
                </c:pt>
                <c:pt idx="14052">
                  <c:v>511.95729999999969</c:v>
                </c:pt>
                <c:pt idx="14053">
                  <c:v>502.59709999999961</c:v>
                </c:pt>
                <c:pt idx="14054">
                  <c:v>486.1182</c:v>
                </c:pt>
                <c:pt idx="14055">
                  <c:v>464.54680000000002</c:v>
                </c:pt>
                <c:pt idx="14056">
                  <c:v>451.1925</c:v>
                </c:pt>
                <c:pt idx="14057">
                  <c:v>445.62240000000008</c:v>
                </c:pt>
                <c:pt idx="14058">
                  <c:v>440.48200000000003</c:v>
                </c:pt>
                <c:pt idx="14059">
                  <c:v>431.80189999999999</c:v>
                </c:pt>
                <c:pt idx="14060">
                  <c:v>415.79989999999964</c:v>
                </c:pt>
                <c:pt idx="14061">
                  <c:v>378.67259999999999</c:v>
                </c:pt>
                <c:pt idx="14062">
                  <c:v>348.00560000000002</c:v>
                </c:pt>
                <c:pt idx="14063">
                  <c:v>329.99899999999946</c:v>
                </c:pt>
                <c:pt idx="14064">
                  <c:v>320.24200000000002</c:v>
                </c:pt>
                <c:pt idx="14065">
                  <c:v>307.97929999999968</c:v>
                </c:pt>
                <c:pt idx="14066">
                  <c:v>296.57249999999999</c:v>
                </c:pt>
                <c:pt idx="14067">
                  <c:v>289.42939999999953</c:v>
                </c:pt>
                <c:pt idx="14068">
                  <c:v>291.15159999999969</c:v>
                </c:pt>
                <c:pt idx="14069">
                  <c:v>288.10039999999969</c:v>
                </c:pt>
                <c:pt idx="14070">
                  <c:v>281.76819999999935</c:v>
                </c:pt>
                <c:pt idx="14071">
                  <c:v>276.5641</c:v>
                </c:pt>
                <c:pt idx="14072">
                  <c:v>271.0068</c:v>
                </c:pt>
                <c:pt idx="14073">
                  <c:v>264.86250000000001</c:v>
                </c:pt>
                <c:pt idx="14074">
                  <c:v>274.6069</c:v>
                </c:pt>
                <c:pt idx="14075">
                  <c:v>283.31970000000001</c:v>
                </c:pt>
                <c:pt idx="14076">
                  <c:v>293.31009999999969</c:v>
                </c:pt>
                <c:pt idx="14077">
                  <c:v>301.42999999999961</c:v>
                </c:pt>
                <c:pt idx="14078">
                  <c:v>313.99709999999953</c:v>
                </c:pt>
                <c:pt idx="14079">
                  <c:v>305.15609999999964</c:v>
                </c:pt>
                <c:pt idx="14080">
                  <c:v>294.0179</c:v>
                </c:pt>
                <c:pt idx="14081">
                  <c:v>303.94909999999999</c:v>
                </c:pt>
                <c:pt idx="14082">
                  <c:v>315.48709999999954</c:v>
                </c:pt>
                <c:pt idx="14083">
                  <c:v>320.25779999999969</c:v>
                </c:pt>
                <c:pt idx="14084">
                  <c:v>329.21539999999953</c:v>
                </c:pt>
                <c:pt idx="14085">
                  <c:v>326.03199999999936</c:v>
                </c:pt>
                <c:pt idx="14086">
                  <c:v>314.80599999999993</c:v>
                </c:pt>
                <c:pt idx="14087">
                  <c:v>317.68060000000008</c:v>
                </c:pt>
                <c:pt idx="14088">
                  <c:v>331.12619999999947</c:v>
                </c:pt>
                <c:pt idx="14089">
                  <c:v>331.20679999999953</c:v>
                </c:pt>
                <c:pt idx="14090">
                  <c:v>338.4896</c:v>
                </c:pt>
                <c:pt idx="14091">
                  <c:v>337.23719999999935</c:v>
                </c:pt>
                <c:pt idx="14092">
                  <c:v>334.21260000000001</c:v>
                </c:pt>
                <c:pt idx="14093">
                  <c:v>365.70179999999954</c:v>
                </c:pt>
                <c:pt idx="14094">
                  <c:v>409.18599999999969</c:v>
                </c:pt>
                <c:pt idx="14095">
                  <c:v>395.62150000000003</c:v>
                </c:pt>
                <c:pt idx="14096">
                  <c:v>378.03789999999969</c:v>
                </c:pt>
                <c:pt idx="14097">
                  <c:v>374.7336999999996</c:v>
                </c:pt>
                <c:pt idx="14098">
                  <c:v>377.334</c:v>
                </c:pt>
                <c:pt idx="14099">
                  <c:v>375.4896</c:v>
                </c:pt>
                <c:pt idx="14100">
                  <c:v>377.9109999999996</c:v>
                </c:pt>
                <c:pt idx="14101">
                  <c:v>417.62740000000002</c:v>
                </c:pt>
                <c:pt idx="14102">
                  <c:v>559.2056</c:v>
                </c:pt>
                <c:pt idx="14103">
                  <c:v>977.93589999999949</c:v>
                </c:pt>
                <c:pt idx="14104">
                  <c:v>1518.3229999999999</c:v>
                </c:pt>
                <c:pt idx="14105">
                  <c:v>1766.6779999999999</c:v>
                </c:pt>
                <c:pt idx="14106">
                  <c:v>1581.876</c:v>
                </c:pt>
                <c:pt idx="14107">
                  <c:v>1378.23</c:v>
                </c:pt>
                <c:pt idx="14108">
                  <c:v>1366.201</c:v>
                </c:pt>
                <c:pt idx="14109">
                  <c:v>1278.4150000000011</c:v>
                </c:pt>
                <c:pt idx="14110">
                  <c:v>1109.3319999999999</c:v>
                </c:pt>
                <c:pt idx="14111">
                  <c:v>1058.6129999999998</c:v>
                </c:pt>
                <c:pt idx="14112">
                  <c:v>1035.9349999999999</c:v>
                </c:pt>
                <c:pt idx="14113">
                  <c:v>1067.98</c:v>
                </c:pt>
                <c:pt idx="14114">
                  <c:v>1222.0450000000001</c:v>
                </c:pt>
                <c:pt idx="14115">
                  <c:v>1336.3129999999999</c:v>
                </c:pt>
                <c:pt idx="14116">
                  <c:v>1295.3729999999998</c:v>
                </c:pt>
                <c:pt idx="14117">
                  <c:v>1252.1019999999999</c:v>
                </c:pt>
                <c:pt idx="14118">
                  <c:v>1233.9160000000011</c:v>
                </c:pt>
                <c:pt idx="14119">
                  <c:v>1143.8929999999998</c:v>
                </c:pt>
                <c:pt idx="14120">
                  <c:v>1042.895</c:v>
                </c:pt>
                <c:pt idx="14121">
                  <c:v>987.29930000000081</c:v>
                </c:pt>
                <c:pt idx="14122">
                  <c:v>979.69129999999996</c:v>
                </c:pt>
                <c:pt idx="14123">
                  <c:v>1009.984</c:v>
                </c:pt>
                <c:pt idx="14124">
                  <c:v>1024.414</c:v>
                </c:pt>
                <c:pt idx="14125">
                  <c:v>996.44949999999949</c:v>
                </c:pt>
                <c:pt idx="14126">
                  <c:v>952.19119999999998</c:v>
                </c:pt>
                <c:pt idx="14127">
                  <c:v>908.67819999999995</c:v>
                </c:pt>
                <c:pt idx="14128">
                  <c:v>866.14679999999998</c:v>
                </c:pt>
                <c:pt idx="14129">
                  <c:v>835.83189999999934</c:v>
                </c:pt>
                <c:pt idx="14130">
                  <c:v>810.55149999999946</c:v>
                </c:pt>
                <c:pt idx="14131">
                  <c:v>789.70029999999997</c:v>
                </c:pt>
                <c:pt idx="14132">
                  <c:v>772.56259999999907</c:v>
                </c:pt>
                <c:pt idx="14133">
                  <c:v>753.47460000000001</c:v>
                </c:pt>
                <c:pt idx="14134">
                  <c:v>734.16269999999906</c:v>
                </c:pt>
                <c:pt idx="14135">
                  <c:v>717.26869999999997</c:v>
                </c:pt>
                <c:pt idx="14136">
                  <c:v>709.9683</c:v>
                </c:pt>
                <c:pt idx="14137">
                  <c:v>698.63559999999939</c:v>
                </c:pt>
                <c:pt idx="14138">
                  <c:v>679.00369999999998</c:v>
                </c:pt>
                <c:pt idx="14139">
                  <c:v>660.33909999999946</c:v>
                </c:pt>
                <c:pt idx="14140">
                  <c:v>646.36079999999947</c:v>
                </c:pt>
                <c:pt idx="14141">
                  <c:v>638.90119999999933</c:v>
                </c:pt>
                <c:pt idx="14142">
                  <c:v>632.84429999999907</c:v>
                </c:pt>
                <c:pt idx="14143">
                  <c:v>643.16659999999933</c:v>
                </c:pt>
                <c:pt idx="14144">
                  <c:v>634.58860000000004</c:v>
                </c:pt>
                <c:pt idx="14145">
                  <c:v>623.47940000000051</c:v>
                </c:pt>
                <c:pt idx="14146">
                  <c:v>657.33219999999892</c:v>
                </c:pt>
                <c:pt idx="14147">
                  <c:v>843.56529999999907</c:v>
                </c:pt>
                <c:pt idx="14148">
                  <c:v>1170.1619999999998</c:v>
                </c:pt>
                <c:pt idx="14149">
                  <c:v>1302.463</c:v>
                </c:pt>
                <c:pt idx="14150">
                  <c:v>1294.7380000000001</c:v>
                </c:pt>
                <c:pt idx="14151">
                  <c:v>1729.5150000000001</c:v>
                </c:pt>
                <c:pt idx="14152">
                  <c:v>2221.8180000000002</c:v>
                </c:pt>
                <c:pt idx="14153">
                  <c:v>1929.6299999999999</c:v>
                </c:pt>
                <c:pt idx="14154">
                  <c:v>1391.229</c:v>
                </c:pt>
                <c:pt idx="14155">
                  <c:v>1347.9590000000001</c:v>
                </c:pt>
                <c:pt idx="14156">
                  <c:v>1421.3929999999998</c:v>
                </c:pt>
                <c:pt idx="14157">
                  <c:v>1339.8989999999999</c:v>
                </c:pt>
                <c:pt idx="14158">
                  <c:v>1297.165</c:v>
                </c:pt>
                <c:pt idx="14159">
                  <c:v>1220.6179999999999</c:v>
                </c:pt>
                <c:pt idx="14160">
                  <c:v>1177.597</c:v>
                </c:pt>
                <c:pt idx="14161">
                  <c:v>1142.9100000000001</c:v>
                </c:pt>
                <c:pt idx="14162">
                  <c:v>1105.3139999999999</c:v>
                </c:pt>
                <c:pt idx="14163">
                  <c:v>1076.7950000000001</c:v>
                </c:pt>
                <c:pt idx="14164">
                  <c:v>1089.617</c:v>
                </c:pt>
                <c:pt idx="14165">
                  <c:v>1511.1389999999999</c:v>
                </c:pt>
                <c:pt idx="14166">
                  <c:v>2494.4050000000002</c:v>
                </c:pt>
                <c:pt idx="14167">
                  <c:v>3362.616</c:v>
                </c:pt>
                <c:pt idx="14168">
                  <c:v>3315.7869999999966</c:v>
                </c:pt>
                <c:pt idx="14169">
                  <c:v>2611.127</c:v>
                </c:pt>
                <c:pt idx="14170">
                  <c:v>1839.4649999999999</c:v>
                </c:pt>
                <c:pt idx="14171">
                  <c:v>1560.0139999999999</c:v>
                </c:pt>
                <c:pt idx="14172">
                  <c:v>1502.3</c:v>
                </c:pt>
                <c:pt idx="14173">
                  <c:v>1409.1519999999998</c:v>
                </c:pt>
                <c:pt idx="14174">
                  <c:v>1344.4490000000001</c:v>
                </c:pt>
                <c:pt idx="14175">
                  <c:v>1326.251</c:v>
                </c:pt>
                <c:pt idx="14176">
                  <c:v>1488.998</c:v>
                </c:pt>
                <c:pt idx="14177">
                  <c:v>1528.3489999999999</c:v>
                </c:pt>
                <c:pt idx="14178">
                  <c:v>1423.0129999999999</c:v>
                </c:pt>
                <c:pt idx="14179">
                  <c:v>1309.921</c:v>
                </c:pt>
                <c:pt idx="14180">
                  <c:v>1680.82</c:v>
                </c:pt>
                <c:pt idx="14181">
                  <c:v>2183.3220000000001</c:v>
                </c:pt>
                <c:pt idx="14182">
                  <c:v>2296.8760000000002</c:v>
                </c:pt>
                <c:pt idx="14183">
                  <c:v>1878.8579999999999</c:v>
                </c:pt>
                <c:pt idx="14184">
                  <c:v>1432.3150000000001</c:v>
                </c:pt>
                <c:pt idx="14185">
                  <c:v>1246.6619999999998</c:v>
                </c:pt>
                <c:pt idx="14186">
                  <c:v>1191.8389999999999</c:v>
                </c:pt>
                <c:pt idx="14187">
                  <c:v>1139.3689999999999</c:v>
                </c:pt>
                <c:pt idx="14188">
                  <c:v>1115.962</c:v>
                </c:pt>
                <c:pt idx="14189">
                  <c:v>1095.1849999999986</c:v>
                </c:pt>
                <c:pt idx="14190">
                  <c:v>1075.953</c:v>
                </c:pt>
                <c:pt idx="14191">
                  <c:v>1054.33</c:v>
                </c:pt>
                <c:pt idx="14192">
                  <c:v>1285.03</c:v>
                </c:pt>
                <c:pt idx="14193">
                  <c:v>2369.0030000000002</c:v>
                </c:pt>
                <c:pt idx="14194">
                  <c:v>4545.1290000000054</c:v>
                </c:pt>
                <c:pt idx="14195">
                  <c:v>6954.9350000000004</c:v>
                </c:pt>
                <c:pt idx="14196">
                  <c:v>8748.6450000000004</c:v>
                </c:pt>
                <c:pt idx="14197">
                  <c:v>7986.48</c:v>
                </c:pt>
                <c:pt idx="14198">
                  <c:v>4757.7560000000003</c:v>
                </c:pt>
                <c:pt idx="14199">
                  <c:v>2455.0030000000002</c:v>
                </c:pt>
                <c:pt idx="14200">
                  <c:v>2238.2089999999966</c:v>
                </c:pt>
                <c:pt idx="14201">
                  <c:v>2032.6529999999998</c:v>
                </c:pt>
                <c:pt idx="14202">
                  <c:v>1721.6489999999999</c:v>
                </c:pt>
                <c:pt idx="14203">
                  <c:v>1665.24</c:v>
                </c:pt>
                <c:pt idx="14204">
                  <c:v>1536</c:v>
                </c:pt>
                <c:pt idx="14205">
                  <c:v>1449.549</c:v>
                </c:pt>
                <c:pt idx="14206">
                  <c:v>1392.1469999999999</c:v>
                </c:pt>
                <c:pt idx="14207">
                  <c:v>1328.239</c:v>
                </c:pt>
                <c:pt idx="14208">
                  <c:v>1293.548</c:v>
                </c:pt>
                <c:pt idx="14209">
                  <c:v>1295.4380000000001</c:v>
                </c:pt>
                <c:pt idx="14210">
                  <c:v>1523.0309999999999</c:v>
                </c:pt>
                <c:pt idx="14211">
                  <c:v>1912.4780000000001</c:v>
                </c:pt>
                <c:pt idx="14212">
                  <c:v>1975.578</c:v>
                </c:pt>
                <c:pt idx="14213">
                  <c:v>1596.7449999999999</c:v>
                </c:pt>
                <c:pt idx="14214">
                  <c:v>1308.2950000000001</c:v>
                </c:pt>
                <c:pt idx="14215">
                  <c:v>1247.7360000000001</c:v>
                </c:pt>
                <c:pt idx="14216">
                  <c:v>1195.2329999999999</c:v>
                </c:pt>
                <c:pt idx="14217">
                  <c:v>1146.6699999999998</c:v>
                </c:pt>
                <c:pt idx="14218">
                  <c:v>1121.289</c:v>
                </c:pt>
                <c:pt idx="14219">
                  <c:v>1098.636</c:v>
                </c:pt>
                <c:pt idx="14220">
                  <c:v>1084.8879999999999</c:v>
                </c:pt>
                <c:pt idx="14221">
                  <c:v>1100.5829999999999</c:v>
                </c:pt>
                <c:pt idx="14222">
                  <c:v>1092.2650000000001</c:v>
                </c:pt>
                <c:pt idx="14223">
                  <c:v>1339.039</c:v>
                </c:pt>
                <c:pt idx="14224">
                  <c:v>1218.559</c:v>
                </c:pt>
                <c:pt idx="14225">
                  <c:v>1292.8609999999999</c:v>
                </c:pt>
                <c:pt idx="14226">
                  <c:v>1228.963</c:v>
                </c:pt>
                <c:pt idx="14227">
                  <c:v>1160.0229999999999</c:v>
                </c:pt>
                <c:pt idx="14228">
                  <c:v>1076.7939999999999</c:v>
                </c:pt>
                <c:pt idx="14229">
                  <c:v>1019.023</c:v>
                </c:pt>
                <c:pt idx="14230">
                  <c:v>996.98770000000002</c:v>
                </c:pt>
                <c:pt idx="14231">
                  <c:v>994.11789999999996</c:v>
                </c:pt>
                <c:pt idx="14232">
                  <c:v>1247.0729999999999</c:v>
                </c:pt>
                <c:pt idx="14233">
                  <c:v>1313.866</c:v>
                </c:pt>
                <c:pt idx="14234">
                  <c:v>1424.9739999999999</c:v>
                </c:pt>
                <c:pt idx="14235">
                  <c:v>1328.8839999999998</c:v>
                </c:pt>
                <c:pt idx="14236">
                  <c:v>1161.365</c:v>
                </c:pt>
                <c:pt idx="14237">
                  <c:v>1052.048</c:v>
                </c:pt>
                <c:pt idx="14238">
                  <c:v>996.26319999999998</c:v>
                </c:pt>
                <c:pt idx="14239">
                  <c:v>957.50759999999946</c:v>
                </c:pt>
                <c:pt idx="14240">
                  <c:v>933.62810000000002</c:v>
                </c:pt>
                <c:pt idx="14241">
                  <c:v>991.87440000000004</c:v>
                </c:pt>
                <c:pt idx="14242">
                  <c:v>987.43019999999933</c:v>
                </c:pt>
                <c:pt idx="14243">
                  <c:v>1033.1899999999998</c:v>
                </c:pt>
                <c:pt idx="14244">
                  <c:v>1796.569</c:v>
                </c:pt>
                <c:pt idx="14245">
                  <c:v>2123.3760000000002</c:v>
                </c:pt>
                <c:pt idx="14246">
                  <c:v>1998.1219999999998</c:v>
                </c:pt>
                <c:pt idx="14247">
                  <c:v>1462.4460000000001</c:v>
                </c:pt>
                <c:pt idx="14248">
                  <c:v>1252.741</c:v>
                </c:pt>
                <c:pt idx="14249">
                  <c:v>1190.9380000000001</c:v>
                </c:pt>
                <c:pt idx="14250">
                  <c:v>1114.0350000000001</c:v>
                </c:pt>
                <c:pt idx="14251">
                  <c:v>1032.1759999999999</c:v>
                </c:pt>
                <c:pt idx="14252">
                  <c:v>989.35399999999947</c:v>
                </c:pt>
                <c:pt idx="14253">
                  <c:v>954.5059</c:v>
                </c:pt>
                <c:pt idx="14254">
                  <c:v>967.84309999999948</c:v>
                </c:pt>
                <c:pt idx="14255">
                  <c:v>1001.263</c:v>
                </c:pt>
                <c:pt idx="14256">
                  <c:v>1001.982</c:v>
                </c:pt>
                <c:pt idx="14257">
                  <c:v>960.90289999999948</c:v>
                </c:pt>
                <c:pt idx="14258">
                  <c:v>930.15949999999998</c:v>
                </c:pt>
                <c:pt idx="14259">
                  <c:v>908.86409999999921</c:v>
                </c:pt>
                <c:pt idx="14260">
                  <c:v>883.91570000000002</c:v>
                </c:pt>
                <c:pt idx="14261">
                  <c:v>854.21440000000052</c:v>
                </c:pt>
                <c:pt idx="14262">
                  <c:v>831.59789999999998</c:v>
                </c:pt>
                <c:pt idx="14263">
                  <c:v>813.26639999999998</c:v>
                </c:pt>
                <c:pt idx="14264">
                  <c:v>798.46689999999921</c:v>
                </c:pt>
                <c:pt idx="14265">
                  <c:v>783.52589999999998</c:v>
                </c:pt>
                <c:pt idx="14266">
                  <c:v>770.4270999999992</c:v>
                </c:pt>
                <c:pt idx="14267">
                  <c:v>755.78670000000068</c:v>
                </c:pt>
                <c:pt idx="14268">
                  <c:v>743.00670000000002</c:v>
                </c:pt>
                <c:pt idx="14269">
                  <c:v>730.18420000000003</c:v>
                </c:pt>
                <c:pt idx="14270">
                  <c:v>718.38869999999997</c:v>
                </c:pt>
                <c:pt idx="14271">
                  <c:v>705.8328999999992</c:v>
                </c:pt>
                <c:pt idx="14272">
                  <c:v>695.28850000000068</c:v>
                </c:pt>
                <c:pt idx="14273">
                  <c:v>684.50930000000005</c:v>
                </c:pt>
                <c:pt idx="14274">
                  <c:v>674.50289999999939</c:v>
                </c:pt>
                <c:pt idx="14275">
                  <c:v>664.10090000000002</c:v>
                </c:pt>
                <c:pt idx="14276">
                  <c:v>654.30539999999996</c:v>
                </c:pt>
                <c:pt idx="14277">
                  <c:v>643.98519999999996</c:v>
                </c:pt>
                <c:pt idx="14278">
                  <c:v>634.87789999999939</c:v>
                </c:pt>
                <c:pt idx="14279">
                  <c:v>625.92579999999998</c:v>
                </c:pt>
                <c:pt idx="14280">
                  <c:v>618.29410000000053</c:v>
                </c:pt>
                <c:pt idx="14281">
                  <c:v>610.91219999999919</c:v>
                </c:pt>
                <c:pt idx="14282">
                  <c:v>603.41570000000002</c:v>
                </c:pt>
                <c:pt idx="14283">
                  <c:v>597.14759999999933</c:v>
                </c:pt>
                <c:pt idx="14284">
                  <c:v>595.50530000000003</c:v>
                </c:pt>
                <c:pt idx="14285">
                  <c:v>592.83059999999921</c:v>
                </c:pt>
                <c:pt idx="14286">
                  <c:v>584.08659999999998</c:v>
                </c:pt>
                <c:pt idx="14287">
                  <c:v>574.54470000000003</c:v>
                </c:pt>
                <c:pt idx="14288">
                  <c:v>592.35379999999998</c:v>
                </c:pt>
                <c:pt idx="14289">
                  <c:v>788.02869999999996</c:v>
                </c:pt>
                <c:pt idx="14290">
                  <c:v>992.77820000000054</c:v>
                </c:pt>
                <c:pt idx="14291">
                  <c:v>1376.5639999999999</c:v>
                </c:pt>
                <c:pt idx="14292">
                  <c:v>1473.2360000000001</c:v>
                </c:pt>
                <c:pt idx="14293">
                  <c:v>1286.0339999999999</c:v>
                </c:pt>
                <c:pt idx="14294">
                  <c:v>970.524</c:v>
                </c:pt>
                <c:pt idx="14295">
                  <c:v>816.9194</c:v>
                </c:pt>
                <c:pt idx="14296">
                  <c:v>745.34670000000006</c:v>
                </c:pt>
                <c:pt idx="14297">
                  <c:v>718.79180000000053</c:v>
                </c:pt>
                <c:pt idx="14298">
                  <c:v>701.22380000000055</c:v>
                </c:pt>
                <c:pt idx="14299">
                  <c:v>690.55609999999933</c:v>
                </c:pt>
                <c:pt idx="14300">
                  <c:v>683.33649999999921</c:v>
                </c:pt>
                <c:pt idx="14301">
                  <c:v>676.42880000000002</c:v>
                </c:pt>
                <c:pt idx="14302">
                  <c:v>666.73329999999999</c:v>
                </c:pt>
                <c:pt idx="14303">
                  <c:v>651.61929999999938</c:v>
                </c:pt>
                <c:pt idx="14304">
                  <c:v>637.28020000000004</c:v>
                </c:pt>
                <c:pt idx="14305">
                  <c:v>625.94330000000002</c:v>
                </c:pt>
                <c:pt idx="14306">
                  <c:v>616.69619999999998</c:v>
                </c:pt>
                <c:pt idx="14307">
                  <c:v>607.28250000000003</c:v>
                </c:pt>
                <c:pt idx="14308">
                  <c:v>596.71019999999999</c:v>
                </c:pt>
                <c:pt idx="14309">
                  <c:v>593.8143</c:v>
                </c:pt>
                <c:pt idx="14310">
                  <c:v>697.16279999999949</c:v>
                </c:pt>
                <c:pt idx="14311">
                  <c:v>762.54689999999948</c:v>
                </c:pt>
                <c:pt idx="14312">
                  <c:v>818.22390000000053</c:v>
                </c:pt>
                <c:pt idx="14313">
                  <c:v>773.92249999999933</c:v>
                </c:pt>
                <c:pt idx="14314">
                  <c:v>981.24739999999997</c:v>
                </c:pt>
                <c:pt idx="14315">
                  <c:v>1074.9570000000001</c:v>
                </c:pt>
                <c:pt idx="14316">
                  <c:v>1109.6089999999999</c:v>
                </c:pt>
                <c:pt idx="14317">
                  <c:v>913.06330000000003</c:v>
                </c:pt>
                <c:pt idx="14318">
                  <c:v>755.57830000000081</c:v>
                </c:pt>
                <c:pt idx="14319">
                  <c:v>697.99069999999949</c:v>
                </c:pt>
                <c:pt idx="14320">
                  <c:v>665.63289999999949</c:v>
                </c:pt>
                <c:pt idx="14321">
                  <c:v>643.01159999999948</c:v>
                </c:pt>
                <c:pt idx="14322">
                  <c:v>628.39580000000001</c:v>
                </c:pt>
                <c:pt idx="14323">
                  <c:v>623.47029999999938</c:v>
                </c:pt>
                <c:pt idx="14324">
                  <c:v>785.36799999999914</c:v>
                </c:pt>
                <c:pt idx="14325">
                  <c:v>1451.0509999999999</c:v>
                </c:pt>
                <c:pt idx="14326">
                  <c:v>2014.8139999999999</c:v>
                </c:pt>
                <c:pt idx="14327">
                  <c:v>1640.3019999999999</c:v>
                </c:pt>
                <c:pt idx="14328">
                  <c:v>1084.088</c:v>
                </c:pt>
                <c:pt idx="14329">
                  <c:v>1085.1509999999998</c:v>
                </c:pt>
                <c:pt idx="14330">
                  <c:v>1222.933</c:v>
                </c:pt>
                <c:pt idx="14331">
                  <c:v>1108.6669999999999</c:v>
                </c:pt>
                <c:pt idx="14332">
                  <c:v>936.55649999999946</c:v>
                </c:pt>
                <c:pt idx="14333">
                  <c:v>828.94559999999933</c:v>
                </c:pt>
                <c:pt idx="14334">
                  <c:v>772.15449999999998</c:v>
                </c:pt>
                <c:pt idx="14335">
                  <c:v>727.68490000000054</c:v>
                </c:pt>
                <c:pt idx="14336">
                  <c:v>696.61810000000003</c:v>
                </c:pt>
                <c:pt idx="14337">
                  <c:v>660.32199999999921</c:v>
                </c:pt>
                <c:pt idx="14338">
                  <c:v>634.20659999999998</c:v>
                </c:pt>
                <c:pt idx="14339">
                  <c:v>619.49570000000051</c:v>
                </c:pt>
                <c:pt idx="14340">
                  <c:v>574.94009999999946</c:v>
                </c:pt>
                <c:pt idx="14341">
                  <c:v>555.29719999999998</c:v>
                </c:pt>
                <c:pt idx="14342">
                  <c:v>542.00930000000005</c:v>
                </c:pt>
                <c:pt idx="14343">
                  <c:v>535.73840000000052</c:v>
                </c:pt>
                <c:pt idx="14344">
                  <c:v>528.02949999999998</c:v>
                </c:pt>
                <c:pt idx="14345">
                  <c:v>519.91139999999996</c:v>
                </c:pt>
                <c:pt idx="14346">
                  <c:v>511.2</c:v>
                </c:pt>
                <c:pt idx="14347">
                  <c:v>501.87939999999969</c:v>
                </c:pt>
                <c:pt idx="14348">
                  <c:v>493.20509999999967</c:v>
                </c:pt>
                <c:pt idx="14349">
                  <c:v>490.41559999999947</c:v>
                </c:pt>
                <c:pt idx="14350">
                  <c:v>553.37090000000001</c:v>
                </c:pt>
                <c:pt idx="14351">
                  <c:v>1118.3879999999999</c:v>
                </c:pt>
                <c:pt idx="14352">
                  <c:v>2835.681</c:v>
                </c:pt>
                <c:pt idx="14353">
                  <c:v>5685.7610000000004</c:v>
                </c:pt>
                <c:pt idx="14354">
                  <c:v>7268.1180000000004</c:v>
                </c:pt>
                <c:pt idx="14355">
                  <c:v>5907.4859999999999</c:v>
                </c:pt>
                <c:pt idx="14356">
                  <c:v>2962.8870000000002</c:v>
                </c:pt>
                <c:pt idx="14357">
                  <c:v>1652.271</c:v>
                </c:pt>
                <c:pt idx="14358">
                  <c:v>1673.1209999999999</c:v>
                </c:pt>
                <c:pt idx="14359">
                  <c:v>1486.127</c:v>
                </c:pt>
                <c:pt idx="14360">
                  <c:v>1355.596</c:v>
                </c:pt>
                <c:pt idx="14361">
                  <c:v>1398.8629999999998</c:v>
                </c:pt>
                <c:pt idx="14362">
                  <c:v>1393.316</c:v>
                </c:pt>
                <c:pt idx="14363">
                  <c:v>1426.798</c:v>
                </c:pt>
                <c:pt idx="14364">
                  <c:v>1530.4690000000001</c:v>
                </c:pt>
                <c:pt idx="14365">
                  <c:v>1658.1879999999999</c:v>
                </c:pt>
                <c:pt idx="14366">
                  <c:v>1595.127</c:v>
                </c:pt>
                <c:pt idx="14367">
                  <c:v>1428</c:v>
                </c:pt>
                <c:pt idx="14368">
                  <c:v>1724.5250000000001</c:v>
                </c:pt>
                <c:pt idx="14369">
                  <c:v>2262.7269999999967</c:v>
                </c:pt>
                <c:pt idx="14370">
                  <c:v>2798.92</c:v>
                </c:pt>
                <c:pt idx="14371">
                  <c:v>3144.277</c:v>
                </c:pt>
                <c:pt idx="14372">
                  <c:v>3385.078</c:v>
                </c:pt>
                <c:pt idx="14373">
                  <c:v>3176.4549999999999</c:v>
                </c:pt>
                <c:pt idx="14374">
                  <c:v>2414.2879999999973</c:v>
                </c:pt>
                <c:pt idx="14375">
                  <c:v>1962.982</c:v>
                </c:pt>
                <c:pt idx="14376">
                  <c:v>2115.7239999999997</c:v>
                </c:pt>
                <c:pt idx="14377">
                  <c:v>2176.5619999999999</c:v>
                </c:pt>
                <c:pt idx="14378">
                  <c:v>1922.902</c:v>
                </c:pt>
                <c:pt idx="14379">
                  <c:v>1712.8409999999999</c:v>
                </c:pt>
                <c:pt idx="14380">
                  <c:v>1675.779</c:v>
                </c:pt>
                <c:pt idx="14381">
                  <c:v>1685.586</c:v>
                </c:pt>
                <c:pt idx="14382">
                  <c:v>1662.6029999999998</c:v>
                </c:pt>
                <c:pt idx="14383">
                  <c:v>1672.1239999999998</c:v>
                </c:pt>
                <c:pt idx="14384">
                  <c:v>1694.6679999999999</c:v>
                </c:pt>
                <c:pt idx="14385">
                  <c:v>1641.7060000000001</c:v>
                </c:pt>
                <c:pt idx="14386">
                  <c:v>1575.1299999999999</c:v>
                </c:pt>
                <c:pt idx="14387">
                  <c:v>1591.28</c:v>
                </c:pt>
                <c:pt idx="14388">
                  <c:v>1614.404</c:v>
                </c:pt>
                <c:pt idx="14389">
                  <c:v>1580.4080000000001</c:v>
                </c:pt>
                <c:pt idx="14390">
                  <c:v>1509.3039999999999</c:v>
                </c:pt>
                <c:pt idx="14391">
                  <c:v>1419.0060000000001</c:v>
                </c:pt>
                <c:pt idx="14392">
                  <c:v>1339.1129999999998</c:v>
                </c:pt>
                <c:pt idx="14393">
                  <c:v>1278.6329999999998</c:v>
                </c:pt>
                <c:pt idx="14394">
                  <c:v>1231.1299999999999</c:v>
                </c:pt>
                <c:pt idx="14395">
                  <c:v>1179.31</c:v>
                </c:pt>
                <c:pt idx="14396">
                  <c:v>1130.433</c:v>
                </c:pt>
                <c:pt idx="14397">
                  <c:v>1110.566</c:v>
                </c:pt>
                <c:pt idx="14398">
                  <c:v>1113.625</c:v>
                </c:pt>
                <c:pt idx="14399">
                  <c:v>1090.6709999999998</c:v>
                </c:pt>
                <c:pt idx="14400">
                  <c:v>998.05189999999948</c:v>
                </c:pt>
                <c:pt idx="14401">
                  <c:v>916.18730000000005</c:v>
                </c:pt>
                <c:pt idx="14402">
                  <c:v>855.34729999999877</c:v>
                </c:pt>
                <c:pt idx="14403">
                  <c:v>788.62630000000001</c:v>
                </c:pt>
                <c:pt idx="14404">
                  <c:v>742.17970000000082</c:v>
                </c:pt>
                <c:pt idx="14405">
                  <c:v>715.98599999999999</c:v>
                </c:pt>
                <c:pt idx="14406">
                  <c:v>690.16830000000004</c:v>
                </c:pt>
                <c:pt idx="14407">
                  <c:v>669.50040000000001</c:v>
                </c:pt>
                <c:pt idx="14408">
                  <c:v>658.01430000000005</c:v>
                </c:pt>
                <c:pt idx="14409">
                  <c:v>628.16</c:v>
                </c:pt>
                <c:pt idx="14410">
                  <c:v>584.33139999999946</c:v>
                </c:pt>
                <c:pt idx="14411">
                  <c:v>548.00170000000003</c:v>
                </c:pt>
                <c:pt idx="14412">
                  <c:v>512.60350000000005</c:v>
                </c:pt>
                <c:pt idx="14413">
                  <c:v>482.80689999999993</c:v>
                </c:pt>
                <c:pt idx="14414">
                  <c:v>462.28969999999993</c:v>
                </c:pt>
                <c:pt idx="14415">
                  <c:v>446.8879</c:v>
                </c:pt>
                <c:pt idx="14416">
                  <c:v>430.28309999999954</c:v>
                </c:pt>
                <c:pt idx="14417">
                  <c:v>420.09989999999999</c:v>
                </c:pt>
                <c:pt idx="14418">
                  <c:v>421.96570000000003</c:v>
                </c:pt>
                <c:pt idx="14419">
                  <c:v>444.78919999999954</c:v>
                </c:pt>
                <c:pt idx="14420">
                  <c:v>485.6071</c:v>
                </c:pt>
                <c:pt idx="14421">
                  <c:v>504.1696000000004</c:v>
                </c:pt>
                <c:pt idx="14422">
                  <c:v>481.3972</c:v>
                </c:pt>
                <c:pt idx="14423">
                  <c:v>443.42229999999961</c:v>
                </c:pt>
                <c:pt idx="14424">
                  <c:v>414.55130000000003</c:v>
                </c:pt>
                <c:pt idx="14425">
                  <c:v>406.45109999999954</c:v>
                </c:pt>
                <c:pt idx="14426">
                  <c:v>414.26740000000001</c:v>
                </c:pt>
                <c:pt idx="14427">
                  <c:v>407.0421</c:v>
                </c:pt>
                <c:pt idx="14428">
                  <c:v>385.86219999999969</c:v>
                </c:pt>
                <c:pt idx="14429">
                  <c:v>380.58619999999939</c:v>
                </c:pt>
                <c:pt idx="14430">
                  <c:v>375.2200999999996</c:v>
                </c:pt>
                <c:pt idx="14431">
                  <c:v>361.61239999999964</c:v>
                </c:pt>
                <c:pt idx="14432">
                  <c:v>350.1653</c:v>
                </c:pt>
                <c:pt idx="14433">
                  <c:v>331.2423</c:v>
                </c:pt>
                <c:pt idx="14434">
                  <c:v>322.72519999999935</c:v>
                </c:pt>
                <c:pt idx="14435">
                  <c:v>310.54930000000002</c:v>
                </c:pt>
                <c:pt idx="14436">
                  <c:v>300.36709999999999</c:v>
                </c:pt>
                <c:pt idx="14437">
                  <c:v>304.52349999999967</c:v>
                </c:pt>
                <c:pt idx="14438">
                  <c:v>312.38979999999964</c:v>
                </c:pt>
                <c:pt idx="14439">
                  <c:v>302.84199999999993</c:v>
                </c:pt>
                <c:pt idx="14440">
                  <c:v>289.09149999999954</c:v>
                </c:pt>
                <c:pt idx="14441">
                  <c:v>282.53739999999954</c:v>
                </c:pt>
                <c:pt idx="14442">
                  <c:v>289.10989999999998</c:v>
                </c:pt>
                <c:pt idx="14443">
                  <c:v>299.6934</c:v>
                </c:pt>
                <c:pt idx="14444">
                  <c:v>295.40299999999968</c:v>
                </c:pt>
                <c:pt idx="14445">
                  <c:v>286.25760000000002</c:v>
                </c:pt>
                <c:pt idx="14446">
                  <c:v>288.15339999999969</c:v>
                </c:pt>
                <c:pt idx="14447">
                  <c:v>289.11709999999999</c:v>
                </c:pt>
                <c:pt idx="14448">
                  <c:v>282.70420000000001</c:v>
                </c:pt>
                <c:pt idx="14449">
                  <c:v>279.57870000000003</c:v>
                </c:pt>
                <c:pt idx="14450">
                  <c:v>276.7842</c:v>
                </c:pt>
                <c:pt idx="14451">
                  <c:v>277.36529999999999</c:v>
                </c:pt>
                <c:pt idx="14452">
                  <c:v>276.00470000000001</c:v>
                </c:pt>
                <c:pt idx="14453">
                  <c:v>275.59109999999947</c:v>
                </c:pt>
                <c:pt idx="14454">
                  <c:v>266.56439999999969</c:v>
                </c:pt>
                <c:pt idx="14455">
                  <c:v>268.10919999999999</c:v>
                </c:pt>
                <c:pt idx="14456">
                  <c:v>275.79889999999961</c:v>
                </c:pt>
                <c:pt idx="14457">
                  <c:v>300.95829999999961</c:v>
                </c:pt>
                <c:pt idx="14458">
                  <c:v>292.73409999999961</c:v>
                </c:pt>
                <c:pt idx="14459">
                  <c:v>296.41049999999967</c:v>
                </c:pt>
                <c:pt idx="14460">
                  <c:v>290.6069</c:v>
                </c:pt>
                <c:pt idx="14461">
                  <c:v>294.14010000000002</c:v>
                </c:pt>
                <c:pt idx="14462">
                  <c:v>291.63240000000002</c:v>
                </c:pt>
                <c:pt idx="14463">
                  <c:v>283.19709999999969</c:v>
                </c:pt>
                <c:pt idx="14464">
                  <c:v>285.06659999999954</c:v>
                </c:pt>
                <c:pt idx="14465">
                  <c:v>294.77319999999935</c:v>
                </c:pt>
                <c:pt idx="14466">
                  <c:v>302.8777</c:v>
                </c:pt>
                <c:pt idx="14467">
                  <c:v>308.0034</c:v>
                </c:pt>
                <c:pt idx="14468">
                  <c:v>309.51319999999947</c:v>
                </c:pt>
                <c:pt idx="14469">
                  <c:v>307.63220000000001</c:v>
                </c:pt>
                <c:pt idx="14470">
                  <c:v>302.06029999999993</c:v>
                </c:pt>
                <c:pt idx="14471">
                  <c:v>302.10950000000008</c:v>
                </c:pt>
                <c:pt idx="14472">
                  <c:v>310.78609999999935</c:v>
                </c:pt>
                <c:pt idx="14473">
                  <c:v>330.23809999999935</c:v>
                </c:pt>
                <c:pt idx="14474">
                  <c:v>348.88369999999969</c:v>
                </c:pt>
                <c:pt idx="14475">
                  <c:v>372.26209999999969</c:v>
                </c:pt>
                <c:pt idx="14476">
                  <c:v>361.70549999999969</c:v>
                </c:pt>
                <c:pt idx="14477">
                  <c:v>362.85939999999999</c:v>
                </c:pt>
                <c:pt idx="14478">
                  <c:v>354.13990000000001</c:v>
                </c:pt>
                <c:pt idx="14479">
                  <c:v>354.86070000000001</c:v>
                </c:pt>
                <c:pt idx="14480">
                  <c:v>366.06079999999969</c:v>
                </c:pt>
                <c:pt idx="14481">
                  <c:v>367.50629999999961</c:v>
                </c:pt>
                <c:pt idx="14482">
                  <c:v>368.78119999999939</c:v>
                </c:pt>
                <c:pt idx="14483">
                  <c:v>374.14120000000008</c:v>
                </c:pt>
                <c:pt idx="14484">
                  <c:v>382.85969999999998</c:v>
                </c:pt>
                <c:pt idx="14485">
                  <c:v>385.19409999999999</c:v>
                </c:pt>
                <c:pt idx="14486">
                  <c:v>388.8997</c:v>
                </c:pt>
                <c:pt idx="14487">
                  <c:v>393.8073</c:v>
                </c:pt>
                <c:pt idx="14488">
                  <c:v>394.77189999999968</c:v>
                </c:pt>
                <c:pt idx="14489">
                  <c:v>403.80360000000002</c:v>
                </c:pt>
                <c:pt idx="14490">
                  <c:v>404.63589999999999</c:v>
                </c:pt>
                <c:pt idx="14491">
                  <c:v>396.08640000000003</c:v>
                </c:pt>
                <c:pt idx="14492">
                  <c:v>389.93099999999947</c:v>
                </c:pt>
                <c:pt idx="14493">
                  <c:v>402.6268</c:v>
                </c:pt>
                <c:pt idx="14494">
                  <c:v>426.93379999999939</c:v>
                </c:pt>
                <c:pt idx="14495">
                  <c:v>441.64519999999999</c:v>
                </c:pt>
                <c:pt idx="14496">
                  <c:v>445.55849999999964</c:v>
                </c:pt>
                <c:pt idx="14497">
                  <c:v>441.9836999999996</c:v>
                </c:pt>
                <c:pt idx="14498">
                  <c:v>441.68720000000002</c:v>
                </c:pt>
                <c:pt idx="14499">
                  <c:v>444.35379999999969</c:v>
                </c:pt>
                <c:pt idx="14500">
                  <c:v>449.04640000000001</c:v>
                </c:pt>
                <c:pt idx="14501">
                  <c:v>449.93809999999934</c:v>
                </c:pt>
                <c:pt idx="14502">
                  <c:v>455.39920000000001</c:v>
                </c:pt>
                <c:pt idx="14503">
                  <c:v>468.58449999999999</c:v>
                </c:pt>
                <c:pt idx="14504">
                  <c:v>476.00819999999953</c:v>
                </c:pt>
                <c:pt idx="14505">
                  <c:v>479.8</c:v>
                </c:pt>
                <c:pt idx="14506">
                  <c:v>494.85910000000001</c:v>
                </c:pt>
                <c:pt idx="14507">
                  <c:v>517.25890000000004</c:v>
                </c:pt>
                <c:pt idx="14508">
                  <c:v>516.71579999999994</c:v>
                </c:pt>
                <c:pt idx="14509">
                  <c:v>500.72729999999967</c:v>
                </c:pt>
                <c:pt idx="14510">
                  <c:v>486.6241</c:v>
                </c:pt>
                <c:pt idx="14511">
                  <c:v>473.18369999999999</c:v>
                </c:pt>
                <c:pt idx="14512">
                  <c:v>491.85930000000002</c:v>
                </c:pt>
                <c:pt idx="14513">
                  <c:v>624.24850000000004</c:v>
                </c:pt>
                <c:pt idx="14514">
                  <c:v>906.73310000000004</c:v>
                </c:pt>
                <c:pt idx="14515">
                  <c:v>1196.566</c:v>
                </c:pt>
                <c:pt idx="14516">
                  <c:v>1449.9180000000001</c:v>
                </c:pt>
                <c:pt idx="14517">
                  <c:v>1634.8909999999998</c:v>
                </c:pt>
                <c:pt idx="14518">
                  <c:v>1478.837</c:v>
                </c:pt>
                <c:pt idx="14519">
                  <c:v>1096.635</c:v>
                </c:pt>
                <c:pt idx="14520">
                  <c:v>980.87300000000005</c:v>
                </c:pt>
                <c:pt idx="14521">
                  <c:v>1083.904</c:v>
                </c:pt>
                <c:pt idx="14522">
                  <c:v>1168.518</c:v>
                </c:pt>
                <c:pt idx="14523">
                  <c:v>1177.1519999999998</c:v>
                </c:pt>
                <c:pt idx="14524">
                  <c:v>1119.4549999999999</c:v>
                </c:pt>
                <c:pt idx="14525">
                  <c:v>1034.9000000000001</c:v>
                </c:pt>
                <c:pt idx="14526">
                  <c:v>966.16390000000001</c:v>
                </c:pt>
                <c:pt idx="14527">
                  <c:v>945.19430000000068</c:v>
                </c:pt>
                <c:pt idx="14528">
                  <c:v>1140.0909999999999</c:v>
                </c:pt>
                <c:pt idx="14529">
                  <c:v>1670.7139999999999</c:v>
                </c:pt>
                <c:pt idx="14530">
                  <c:v>2100.0219999999999</c:v>
                </c:pt>
                <c:pt idx="14531">
                  <c:v>2137.9140000000002</c:v>
                </c:pt>
                <c:pt idx="14532">
                  <c:v>1893.566</c:v>
                </c:pt>
                <c:pt idx="14533">
                  <c:v>1736.4829999999999</c:v>
                </c:pt>
                <c:pt idx="14534">
                  <c:v>2093.2750000000001</c:v>
                </c:pt>
                <c:pt idx="14535">
                  <c:v>2532.7049999999972</c:v>
                </c:pt>
                <c:pt idx="14536">
                  <c:v>2658.165</c:v>
                </c:pt>
                <c:pt idx="14537">
                  <c:v>2633.6459999999997</c:v>
                </c:pt>
                <c:pt idx="14538">
                  <c:v>2431.8440000000001</c:v>
                </c:pt>
                <c:pt idx="14539">
                  <c:v>2357.125</c:v>
                </c:pt>
                <c:pt idx="14540">
                  <c:v>2212.8360000000002</c:v>
                </c:pt>
                <c:pt idx="14541">
                  <c:v>1978.0029999999999</c:v>
                </c:pt>
                <c:pt idx="14542">
                  <c:v>1832.0989999999999</c:v>
                </c:pt>
                <c:pt idx="14543">
                  <c:v>1741.346</c:v>
                </c:pt>
                <c:pt idx="14544">
                  <c:v>1636.49</c:v>
                </c:pt>
                <c:pt idx="14545">
                  <c:v>1548.28</c:v>
                </c:pt>
                <c:pt idx="14546">
                  <c:v>1459.223</c:v>
                </c:pt>
                <c:pt idx="14547">
                  <c:v>1386.6119999999999</c:v>
                </c:pt>
                <c:pt idx="14548">
                  <c:v>1517.9490000000001</c:v>
                </c:pt>
                <c:pt idx="14549">
                  <c:v>1571.3489999999999</c:v>
                </c:pt>
                <c:pt idx="14550">
                  <c:v>1514.5939999999998</c:v>
                </c:pt>
                <c:pt idx="14551">
                  <c:v>1379.9280000000001</c:v>
                </c:pt>
                <c:pt idx="14552">
                  <c:v>1319.402</c:v>
                </c:pt>
                <c:pt idx="14553">
                  <c:v>1317.5160000000001</c:v>
                </c:pt>
                <c:pt idx="14554">
                  <c:v>1310.0639999999999</c:v>
                </c:pt>
                <c:pt idx="14555">
                  <c:v>1255.655</c:v>
                </c:pt>
                <c:pt idx="14556">
                  <c:v>1178.126</c:v>
                </c:pt>
                <c:pt idx="14557">
                  <c:v>1120.7270000000001</c:v>
                </c:pt>
                <c:pt idx="14558">
                  <c:v>1072.5829999999999</c:v>
                </c:pt>
                <c:pt idx="14559">
                  <c:v>1035.0809999999999</c:v>
                </c:pt>
                <c:pt idx="14560">
                  <c:v>1003.3680000000001</c:v>
                </c:pt>
                <c:pt idx="14561">
                  <c:v>973.29129999999998</c:v>
                </c:pt>
                <c:pt idx="14562">
                  <c:v>947.49170000000004</c:v>
                </c:pt>
                <c:pt idx="14563">
                  <c:v>926.33900000000006</c:v>
                </c:pt>
                <c:pt idx="14564">
                  <c:v>910.68080000000054</c:v>
                </c:pt>
                <c:pt idx="14565">
                  <c:v>899.30489999999998</c:v>
                </c:pt>
                <c:pt idx="14566">
                  <c:v>882.5231</c:v>
                </c:pt>
                <c:pt idx="14567">
                  <c:v>870.70330000000081</c:v>
                </c:pt>
                <c:pt idx="14568">
                  <c:v>858.08470000000068</c:v>
                </c:pt>
                <c:pt idx="14569">
                  <c:v>845.99270000000001</c:v>
                </c:pt>
                <c:pt idx="14570">
                  <c:v>833.93039999999996</c:v>
                </c:pt>
                <c:pt idx="14571">
                  <c:v>818.45849999999996</c:v>
                </c:pt>
                <c:pt idx="14572">
                  <c:v>805.96809999999948</c:v>
                </c:pt>
                <c:pt idx="14573">
                  <c:v>800.46409999999946</c:v>
                </c:pt>
                <c:pt idx="14574">
                  <c:v>825.39530000000002</c:v>
                </c:pt>
                <c:pt idx="14575">
                  <c:v>869.4365999999992</c:v>
                </c:pt>
                <c:pt idx="14576">
                  <c:v>874.52699999999948</c:v>
                </c:pt>
                <c:pt idx="14577">
                  <c:v>833.58870000000081</c:v>
                </c:pt>
                <c:pt idx="14578">
                  <c:v>811.20970000000068</c:v>
                </c:pt>
                <c:pt idx="14579">
                  <c:v>842.87929999999949</c:v>
                </c:pt>
                <c:pt idx="14580">
                  <c:v>894.25459999999998</c:v>
                </c:pt>
                <c:pt idx="14581">
                  <c:v>895.65649999999948</c:v>
                </c:pt>
                <c:pt idx="14582">
                  <c:v>852.56449999999938</c:v>
                </c:pt>
                <c:pt idx="14583">
                  <c:v>1117.8809999999999</c:v>
                </c:pt>
                <c:pt idx="14584">
                  <c:v>2338.9259999999999</c:v>
                </c:pt>
                <c:pt idx="14585">
                  <c:v>2756.018</c:v>
                </c:pt>
                <c:pt idx="14586">
                  <c:v>2247.605</c:v>
                </c:pt>
                <c:pt idx="14587">
                  <c:v>1655.7470000000001</c:v>
                </c:pt>
                <c:pt idx="14588">
                  <c:v>1658.943</c:v>
                </c:pt>
                <c:pt idx="14589">
                  <c:v>1675.5609999999999</c:v>
                </c:pt>
                <c:pt idx="14590">
                  <c:v>1627.471</c:v>
                </c:pt>
                <c:pt idx="14591">
                  <c:v>1578.046</c:v>
                </c:pt>
                <c:pt idx="14592">
                  <c:v>1529.329</c:v>
                </c:pt>
                <c:pt idx="14593">
                  <c:v>1498.6729999999998</c:v>
                </c:pt>
                <c:pt idx="14594">
                  <c:v>1531.3539999999998</c:v>
                </c:pt>
                <c:pt idx="14595">
                  <c:v>1332.201</c:v>
                </c:pt>
                <c:pt idx="14596">
                  <c:v>1257.0899999999999</c:v>
                </c:pt>
                <c:pt idx="14597">
                  <c:v>1252.5039999999999</c:v>
                </c:pt>
                <c:pt idx="14598">
                  <c:v>1212.3529999999998</c:v>
                </c:pt>
                <c:pt idx="14599">
                  <c:v>1242.8029999999999</c:v>
                </c:pt>
                <c:pt idx="14600">
                  <c:v>1249.8509999999999</c:v>
                </c:pt>
                <c:pt idx="14601">
                  <c:v>1156.0509999999999</c:v>
                </c:pt>
                <c:pt idx="14602">
                  <c:v>1045.518</c:v>
                </c:pt>
                <c:pt idx="14603">
                  <c:v>990.16719999999907</c:v>
                </c:pt>
                <c:pt idx="14604">
                  <c:v>977.96239999999921</c:v>
                </c:pt>
                <c:pt idx="14605">
                  <c:v>956.12159999999949</c:v>
                </c:pt>
                <c:pt idx="14606">
                  <c:v>954.40920000000006</c:v>
                </c:pt>
                <c:pt idx="14607">
                  <c:v>950.41649999999947</c:v>
                </c:pt>
                <c:pt idx="14608">
                  <c:v>935.74709999999948</c:v>
                </c:pt>
                <c:pt idx="14609">
                  <c:v>919.02139999999997</c:v>
                </c:pt>
                <c:pt idx="14610">
                  <c:v>906.98080000000004</c:v>
                </c:pt>
                <c:pt idx="14611">
                  <c:v>896.16199999999947</c:v>
                </c:pt>
                <c:pt idx="14612">
                  <c:v>893.10829999999999</c:v>
                </c:pt>
                <c:pt idx="14613">
                  <c:v>905.90970000000004</c:v>
                </c:pt>
                <c:pt idx="14614">
                  <c:v>922.66840000000002</c:v>
                </c:pt>
                <c:pt idx="14615">
                  <c:v>905.3414999999992</c:v>
                </c:pt>
                <c:pt idx="14616">
                  <c:v>858.71969999999999</c:v>
                </c:pt>
                <c:pt idx="14617">
                  <c:v>828.21010000000001</c:v>
                </c:pt>
                <c:pt idx="14618">
                  <c:v>816.34909999999934</c:v>
                </c:pt>
                <c:pt idx="14619">
                  <c:v>802.69140000000004</c:v>
                </c:pt>
                <c:pt idx="14620">
                  <c:v>810.13890000000004</c:v>
                </c:pt>
                <c:pt idx="14621">
                  <c:v>819.97910000000002</c:v>
                </c:pt>
                <c:pt idx="14622">
                  <c:v>841.66739999999947</c:v>
                </c:pt>
                <c:pt idx="14623">
                  <c:v>848.17310000000055</c:v>
                </c:pt>
                <c:pt idx="14624">
                  <c:v>820.61829999999998</c:v>
                </c:pt>
                <c:pt idx="14625">
                  <c:v>783.94739999999933</c:v>
                </c:pt>
                <c:pt idx="14626">
                  <c:v>760.97719999999947</c:v>
                </c:pt>
                <c:pt idx="14627">
                  <c:v>756.50759999999946</c:v>
                </c:pt>
                <c:pt idx="14628">
                  <c:v>789.27390000000082</c:v>
                </c:pt>
                <c:pt idx="14629">
                  <c:v>898.66499999999996</c:v>
                </c:pt>
                <c:pt idx="14630">
                  <c:v>1592.6559999999999</c:v>
                </c:pt>
                <c:pt idx="14631">
                  <c:v>2829.3249999999998</c:v>
                </c:pt>
                <c:pt idx="14632">
                  <c:v>3136.759</c:v>
                </c:pt>
                <c:pt idx="14633">
                  <c:v>1954.758</c:v>
                </c:pt>
                <c:pt idx="14634">
                  <c:v>1122.982</c:v>
                </c:pt>
                <c:pt idx="14635">
                  <c:v>1057.251</c:v>
                </c:pt>
                <c:pt idx="14636">
                  <c:v>974.87440000000004</c:v>
                </c:pt>
                <c:pt idx="14637">
                  <c:v>896.23649999999998</c:v>
                </c:pt>
                <c:pt idx="14638">
                  <c:v>885.83699999999919</c:v>
                </c:pt>
                <c:pt idx="14639">
                  <c:v>849.42330000000004</c:v>
                </c:pt>
                <c:pt idx="14640">
                  <c:v>829.81059999999934</c:v>
                </c:pt>
                <c:pt idx="14641">
                  <c:v>816.17040000000054</c:v>
                </c:pt>
                <c:pt idx="14642">
                  <c:v>797.85999999999933</c:v>
                </c:pt>
                <c:pt idx="14643">
                  <c:v>787.25729999999919</c:v>
                </c:pt>
                <c:pt idx="14644">
                  <c:v>775.07809999999995</c:v>
                </c:pt>
                <c:pt idx="14645">
                  <c:v>766.07</c:v>
                </c:pt>
                <c:pt idx="14646">
                  <c:v>758.07749999999999</c:v>
                </c:pt>
                <c:pt idx="14647">
                  <c:v>748.66559999999947</c:v>
                </c:pt>
                <c:pt idx="14648">
                  <c:v>739.88840000000005</c:v>
                </c:pt>
                <c:pt idx="14649">
                  <c:v>731.14269999999919</c:v>
                </c:pt>
                <c:pt idx="14650">
                  <c:v>723.12519999999938</c:v>
                </c:pt>
                <c:pt idx="14651">
                  <c:v>712.98419999999999</c:v>
                </c:pt>
                <c:pt idx="14652">
                  <c:v>702.20249999999999</c:v>
                </c:pt>
                <c:pt idx="14653">
                  <c:v>693.87659999999948</c:v>
                </c:pt>
                <c:pt idx="14654">
                  <c:v>715.53229999999905</c:v>
                </c:pt>
                <c:pt idx="14655">
                  <c:v>708.81370000000004</c:v>
                </c:pt>
                <c:pt idx="14656">
                  <c:v>696.34969999999919</c:v>
                </c:pt>
                <c:pt idx="14657">
                  <c:v>682.48180000000002</c:v>
                </c:pt>
                <c:pt idx="14658">
                  <c:v>668.98889999999994</c:v>
                </c:pt>
                <c:pt idx="14659">
                  <c:v>657.07090000000005</c:v>
                </c:pt>
                <c:pt idx="14660">
                  <c:v>650.4519999999992</c:v>
                </c:pt>
                <c:pt idx="14661">
                  <c:v>639.30679999999938</c:v>
                </c:pt>
                <c:pt idx="14662">
                  <c:v>624.67550000000051</c:v>
                </c:pt>
                <c:pt idx="14663">
                  <c:v>608.89009999999996</c:v>
                </c:pt>
                <c:pt idx="14664">
                  <c:v>596.09900000000005</c:v>
                </c:pt>
                <c:pt idx="14665">
                  <c:v>589.88279999999997</c:v>
                </c:pt>
                <c:pt idx="14666">
                  <c:v>576.79040000000055</c:v>
                </c:pt>
                <c:pt idx="14667">
                  <c:v>563.54689999999948</c:v>
                </c:pt>
                <c:pt idx="14668">
                  <c:v>548.49350000000004</c:v>
                </c:pt>
                <c:pt idx="14669">
                  <c:v>535.74649999999997</c:v>
                </c:pt>
                <c:pt idx="14670">
                  <c:v>527.59980000000053</c:v>
                </c:pt>
                <c:pt idx="14671">
                  <c:v>520.37549999999999</c:v>
                </c:pt>
                <c:pt idx="14672">
                  <c:v>512.36169999999902</c:v>
                </c:pt>
                <c:pt idx="14673">
                  <c:v>504.01229999999993</c:v>
                </c:pt>
                <c:pt idx="14674">
                  <c:v>501.60390000000001</c:v>
                </c:pt>
                <c:pt idx="14675">
                  <c:v>496.41309999999953</c:v>
                </c:pt>
                <c:pt idx="14676">
                  <c:v>498.54840000000002</c:v>
                </c:pt>
                <c:pt idx="14677">
                  <c:v>498.16419999999999</c:v>
                </c:pt>
                <c:pt idx="14678">
                  <c:v>490.63839999999954</c:v>
                </c:pt>
                <c:pt idx="14679">
                  <c:v>484.28389999999968</c:v>
                </c:pt>
                <c:pt idx="14680">
                  <c:v>477.62609999999961</c:v>
                </c:pt>
                <c:pt idx="14681">
                  <c:v>471.80829999999969</c:v>
                </c:pt>
                <c:pt idx="14682">
                  <c:v>464.28349999999961</c:v>
                </c:pt>
                <c:pt idx="14683">
                  <c:v>457.25609999999961</c:v>
                </c:pt>
                <c:pt idx="14684">
                  <c:v>452.41659999999939</c:v>
                </c:pt>
                <c:pt idx="14685">
                  <c:v>447.74549999999999</c:v>
                </c:pt>
                <c:pt idx="14686">
                  <c:v>442.83879999999954</c:v>
                </c:pt>
                <c:pt idx="14687">
                  <c:v>437.50900000000001</c:v>
                </c:pt>
                <c:pt idx="14688">
                  <c:v>433.74189999999999</c:v>
                </c:pt>
                <c:pt idx="14689">
                  <c:v>431.64249999999998</c:v>
                </c:pt>
                <c:pt idx="14690">
                  <c:v>426.65000000000032</c:v>
                </c:pt>
                <c:pt idx="14691">
                  <c:v>419.84980000000047</c:v>
                </c:pt>
                <c:pt idx="14692">
                  <c:v>411.96869999999967</c:v>
                </c:pt>
                <c:pt idx="14693">
                  <c:v>402.44159999999954</c:v>
                </c:pt>
                <c:pt idx="14694">
                  <c:v>397.26249999999999</c:v>
                </c:pt>
                <c:pt idx="14695">
                  <c:v>395.98839999999939</c:v>
                </c:pt>
                <c:pt idx="14696">
                  <c:v>395.51400000000001</c:v>
                </c:pt>
                <c:pt idx="14697">
                  <c:v>399.36189999999999</c:v>
                </c:pt>
                <c:pt idx="14698">
                  <c:v>401.08409999999969</c:v>
                </c:pt>
                <c:pt idx="14699">
                  <c:v>406.94970000000001</c:v>
                </c:pt>
                <c:pt idx="14700">
                  <c:v>413.86130000000003</c:v>
                </c:pt>
                <c:pt idx="14701">
                  <c:v>410.01169999999968</c:v>
                </c:pt>
                <c:pt idx="14702">
                  <c:v>387.87639999999953</c:v>
                </c:pt>
                <c:pt idx="14703">
                  <c:v>362.52169999999961</c:v>
                </c:pt>
                <c:pt idx="14704">
                  <c:v>323.97889999999961</c:v>
                </c:pt>
                <c:pt idx="14705">
                  <c:v>312.82299999999969</c:v>
                </c:pt>
                <c:pt idx="14706">
                  <c:v>311.88599999999968</c:v>
                </c:pt>
                <c:pt idx="14707">
                  <c:v>315.35149999999999</c:v>
                </c:pt>
                <c:pt idx="14708">
                  <c:v>316.74619999999953</c:v>
                </c:pt>
                <c:pt idx="14709">
                  <c:v>318.93439999999936</c:v>
                </c:pt>
                <c:pt idx="14710">
                  <c:v>320.7647</c:v>
                </c:pt>
                <c:pt idx="14711">
                  <c:v>315.9820999999996</c:v>
                </c:pt>
                <c:pt idx="14712">
                  <c:v>311.03699999999935</c:v>
                </c:pt>
                <c:pt idx="14713">
                  <c:v>314.11460000000034</c:v>
                </c:pt>
                <c:pt idx="14714">
                  <c:v>320.49579999999935</c:v>
                </c:pt>
                <c:pt idx="14715">
                  <c:v>323.35910000000001</c:v>
                </c:pt>
                <c:pt idx="14716">
                  <c:v>328.67160000000001</c:v>
                </c:pt>
                <c:pt idx="14717">
                  <c:v>333.9306999999996</c:v>
                </c:pt>
                <c:pt idx="14718">
                  <c:v>337.12939999999969</c:v>
                </c:pt>
                <c:pt idx="14719">
                  <c:v>340.76920000000001</c:v>
                </c:pt>
                <c:pt idx="14720">
                  <c:v>346.55650000000003</c:v>
                </c:pt>
                <c:pt idx="14721">
                  <c:v>348.39169999999967</c:v>
                </c:pt>
                <c:pt idx="14722">
                  <c:v>360.05459999999999</c:v>
                </c:pt>
                <c:pt idx="14723">
                  <c:v>407.13060000000002</c:v>
                </c:pt>
                <c:pt idx="14724">
                  <c:v>470.8177</c:v>
                </c:pt>
                <c:pt idx="14725">
                  <c:v>493.60849999999999</c:v>
                </c:pt>
                <c:pt idx="14726">
                  <c:v>479.20649999999961</c:v>
                </c:pt>
                <c:pt idx="14727">
                  <c:v>482.79499999999967</c:v>
                </c:pt>
                <c:pt idx="14728">
                  <c:v>499.45009999999968</c:v>
                </c:pt>
                <c:pt idx="14729">
                  <c:v>507.18609999999961</c:v>
                </c:pt>
                <c:pt idx="14730">
                  <c:v>583.12950000000001</c:v>
                </c:pt>
                <c:pt idx="14731">
                  <c:v>1062.7449999999999</c:v>
                </c:pt>
                <c:pt idx="14732">
                  <c:v>2132.02</c:v>
                </c:pt>
                <c:pt idx="14733">
                  <c:v>2778.3449999999998</c:v>
                </c:pt>
                <c:pt idx="14734">
                  <c:v>2229.3700000000022</c:v>
                </c:pt>
                <c:pt idx="14735">
                  <c:v>1452.6709999999998</c:v>
                </c:pt>
                <c:pt idx="14736">
                  <c:v>1195.3599999999999</c:v>
                </c:pt>
                <c:pt idx="14737">
                  <c:v>1115.1969999999999</c:v>
                </c:pt>
                <c:pt idx="14738">
                  <c:v>1019.0359999999994</c:v>
                </c:pt>
                <c:pt idx="14739">
                  <c:v>997.63310000000001</c:v>
                </c:pt>
                <c:pt idx="14740">
                  <c:v>961.45479999999998</c:v>
                </c:pt>
                <c:pt idx="14741">
                  <c:v>884.87950000000001</c:v>
                </c:pt>
                <c:pt idx="14742">
                  <c:v>818.98860000000002</c:v>
                </c:pt>
                <c:pt idx="14743">
                  <c:v>781.01829999999939</c:v>
                </c:pt>
                <c:pt idx="14744">
                  <c:v>834.8999</c:v>
                </c:pt>
                <c:pt idx="14745">
                  <c:v>962.15049999999997</c:v>
                </c:pt>
                <c:pt idx="14746">
                  <c:v>1023.021</c:v>
                </c:pt>
                <c:pt idx="14747">
                  <c:v>922.63340000000005</c:v>
                </c:pt>
                <c:pt idx="14748">
                  <c:v>787.89739999999949</c:v>
                </c:pt>
                <c:pt idx="14749">
                  <c:v>729.72260000000006</c:v>
                </c:pt>
                <c:pt idx="14750">
                  <c:v>703.22469999999998</c:v>
                </c:pt>
                <c:pt idx="14751">
                  <c:v>681.00969999999938</c:v>
                </c:pt>
                <c:pt idx="14752">
                  <c:v>661.06639999999948</c:v>
                </c:pt>
                <c:pt idx="14753">
                  <c:v>644.46929999999907</c:v>
                </c:pt>
                <c:pt idx="14754">
                  <c:v>635.76009999999997</c:v>
                </c:pt>
                <c:pt idx="14755">
                  <c:v>615.69480000000055</c:v>
                </c:pt>
                <c:pt idx="14756">
                  <c:v>598.68350000000055</c:v>
                </c:pt>
                <c:pt idx="14757">
                  <c:v>582.45830000000001</c:v>
                </c:pt>
                <c:pt idx="14758">
                  <c:v>572.89259999999933</c:v>
                </c:pt>
                <c:pt idx="14759">
                  <c:v>554.79250000000002</c:v>
                </c:pt>
                <c:pt idx="14760">
                  <c:v>535.25209999999947</c:v>
                </c:pt>
                <c:pt idx="14761">
                  <c:v>519.89890000000003</c:v>
                </c:pt>
                <c:pt idx="14762">
                  <c:v>504.29599999999954</c:v>
                </c:pt>
                <c:pt idx="14763">
                  <c:v>475.84350000000001</c:v>
                </c:pt>
                <c:pt idx="14764">
                  <c:v>436.95710000000003</c:v>
                </c:pt>
                <c:pt idx="14765">
                  <c:v>424.70169999999968</c:v>
                </c:pt>
                <c:pt idx="14766">
                  <c:v>413.27229999999969</c:v>
                </c:pt>
                <c:pt idx="14767">
                  <c:v>400.6114</c:v>
                </c:pt>
                <c:pt idx="14768">
                  <c:v>396.90909999999968</c:v>
                </c:pt>
                <c:pt idx="14769">
                  <c:v>395.47139999999939</c:v>
                </c:pt>
                <c:pt idx="14770">
                  <c:v>396.79839999999939</c:v>
                </c:pt>
                <c:pt idx="14771">
                  <c:v>425.96359999999953</c:v>
                </c:pt>
                <c:pt idx="14772">
                  <c:v>490.73819999999932</c:v>
                </c:pt>
                <c:pt idx="14773">
                  <c:v>514.27810000000068</c:v>
                </c:pt>
                <c:pt idx="14774">
                  <c:v>478.77849999999961</c:v>
                </c:pt>
                <c:pt idx="14775">
                  <c:v>479.05540000000002</c:v>
                </c:pt>
                <c:pt idx="14776">
                  <c:v>599.35239999999919</c:v>
                </c:pt>
                <c:pt idx="14777">
                  <c:v>708.2749000000008</c:v>
                </c:pt>
                <c:pt idx="14778">
                  <c:v>750.46499999999946</c:v>
                </c:pt>
                <c:pt idx="14779">
                  <c:v>757.54330000000004</c:v>
                </c:pt>
                <c:pt idx="14780">
                  <c:v>682.78750000000002</c:v>
                </c:pt>
                <c:pt idx="14781">
                  <c:v>571.40419999999949</c:v>
                </c:pt>
                <c:pt idx="14782">
                  <c:v>509.07649999999961</c:v>
                </c:pt>
                <c:pt idx="14783">
                  <c:v>508.66660000000002</c:v>
                </c:pt>
                <c:pt idx="14784">
                  <c:v>504.99149999999935</c:v>
                </c:pt>
                <c:pt idx="14785">
                  <c:v>503.44629999999961</c:v>
                </c:pt>
                <c:pt idx="14786">
                  <c:v>526.72</c:v>
                </c:pt>
                <c:pt idx="14787">
                  <c:v>571.28520000000003</c:v>
                </c:pt>
                <c:pt idx="14788">
                  <c:v>592.13319999999999</c:v>
                </c:pt>
                <c:pt idx="14789">
                  <c:v>583.66199999999947</c:v>
                </c:pt>
                <c:pt idx="14790">
                  <c:v>549.71140000000003</c:v>
                </c:pt>
                <c:pt idx="14791">
                  <c:v>521.06289999999933</c:v>
                </c:pt>
                <c:pt idx="14792">
                  <c:v>513.17330000000095</c:v>
                </c:pt>
                <c:pt idx="14793">
                  <c:v>490.33669999999961</c:v>
                </c:pt>
                <c:pt idx="14794">
                  <c:v>442.25979999999993</c:v>
                </c:pt>
                <c:pt idx="14795">
                  <c:v>414.12490000000008</c:v>
                </c:pt>
                <c:pt idx="14796">
                  <c:v>401.29329999999953</c:v>
                </c:pt>
                <c:pt idx="14797">
                  <c:v>395.5138</c:v>
                </c:pt>
                <c:pt idx="14798">
                  <c:v>400.96359999999953</c:v>
                </c:pt>
                <c:pt idx="14799">
                  <c:v>405.65210000000002</c:v>
                </c:pt>
                <c:pt idx="14800">
                  <c:v>417.34580000000034</c:v>
                </c:pt>
                <c:pt idx="14801">
                  <c:v>436.9778</c:v>
                </c:pt>
                <c:pt idx="14802">
                  <c:v>452.32740000000001</c:v>
                </c:pt>
                <c:pt idx="14803">
                  <c:v>443.27669999999961</c:v>
                </c:pt>
                <c:pt idx="14804">
                  <c:v>425.74180000000001</c:v>
                </c:pt>
                <c:pt idx="14805">
                  <c:v>405.51409999999993</c:v>
                </c:pt>
                <c:pt idx="14806">
                  <c:v>385.9614999999996</c:v>
                </c:pt>
                <c:pt idx="14807">
                  <c:v>364.28569999999968</c:v>
                </c:pt>
                <c:pt idx="14808">
                  <c:v>351.99400000000003</c:v>
                </c:pt>
                <c:pt idx="14809">
                  <c:v>345.58429999999993</c:v>
                </c:pt>
                <c:pt idx="14810">
                  <c:v>335.40129999999954</c:v>
                </c:pt>
                <c:pt idx="14811">
                  <c:v>328.94299999999993</c:v>
                </c:pt>
                <c:pt idx="14812">
                  <c:v>321.87109999999967</c:v>
                </c:pt>
                <c:pt idx="14813">
                  <c:v>316.38</c:v>
                </c:pt>
                <c:pt idx="14814">
                  <c:v>308.42290000000003</c:v>
                </c:pt>
                <c:pt idx="14815">
                  <c:v>304.78309999999954</c:v>
                </c:pt>
                <c:pt idx="14816">
                  <c:v>294.53149999999954</c:v>
                </c:pt>
                <c:pt idx="14817">
                  <c:v>296.44740000000002</c:v>
                </c:pt>
                <c:pt idx="14818">
                  <c:v>296.28619999999933</c:v>
                </c:pt>
                <c:pt idx="14819">
                  <c:v>294.35309999999993</c:v>
                </c:pt>
                <c:pt idx="14820">
                  <c:v>288.35730000000001</c:v>
                </c:pt>
                <c:pt idx="14821">
                  <c:v>291.35419999999999</c:v>
                </c:pt>
                <c:pt idx="14822">
                  <c:v>298.63929999999999</c:v>
                </c:pt>
                <c:pt idx="14823">
                  <c:v>299.65899999999999</c:v>
                </c:pt>
                <c:pt idx="14824">
                  <c:v>306.13459999999969</c:v>
                </c:pt>
                <c:pt idx="14825">
                  <c:v>348.87509999999969</c:v>
                </c:pt>
                <c:pt idx="14826">
                  <c:v>358.6662</c:v>
                </c:pt>
                <c:pt idx="14827">
                  <c:v>353.74540000000002</c:v>
                </c:pt>
                <c:pt idx="14828">
                  <c:v>353.83019999999954</c:v>
                </c:pt>
                <c:pt idx="14829">
                  <c:v>374.52189999999968</c:v>
                </c:pt>
                <c:pt idx="14830">
                  <c:v>379.39280000000002</c:v>
                </c:pt>
                <c:pt idx="14831">
                  <c:v>370.41369999999961</c:v>
                </c:pt>
                <c:pt idx="14832">
                  <c:v>375.22729999999967</c:v>
                </c:pt>
                <c:pt idx="14833">
                  <c:v>371.6071</c:v>
                </c:pt>
                <c:pt idx="14834">
                  <c:v>368.27189999999968</c:v>
                </c:pt>
                <c:pt idx="14835">
                  <c:v>365.39229999999969</c:v>
                </c:pt>
                <c:pt idx="14836">
                  <c:v>366.23929999999967</c:v>
                </c:pt>
                <c:pt idx="14837">
                  <c:v>381.99459999999954</c:v>
                </c:pt>
                <c:pt idx="14838">
                  <c:v>388.6223</c:v>
                </c:pt>
                <c:pt idx="14839">
                  <c:v>382.07809999999961</c:v>
                </c:pt>
                <c:pt idx="14840">
                  <c:v>379.29480000000001</c:v>
                </c:pt>
                <c:pt idx="14841">
                  <c:v>380.90699999999936</c:v>
                </c:pt>
                <c:pt idx="14842">
                  <c:v>382.00779999999969</c:v>
                </c:pt>
                <c:pt idx="14843">
                  <c:v>394.37259999999969</c:v>
                </c:pt>
                <c:pt idx="14844">
                  <c:v>404.10730000000001</c:v>
                </c:pt>
                <c:pt idx="14845">
                  <c:v>396.75450000000001</c:v>
                </c:pt>
                <c:pt idx="14846">
                  <c:v>392.52799999999968</c:v>
                </c:pt>
                <c:pt idx="14847">
                  <c:v>394.50599999999969</c:v>
                </c:pt>
                <c:pt idx="14848">
                  <c:v>402.0308</c:v>
                </c:pt>
                <c:pt idx="14849">
                  <c:v>401.43039999999939</c:v>
                </c:pt>
                <c:pt idx="14850">
                  <c:v>405.2088</c:v>
                </c:pt>
                <c:pt idx="14851">
                  <c:v>416.74889999999999</c:v>
                </c:pt>
                <c:pt idx="14852">
                  <c:v>416.37090000000001</c:v>
                </c:pt>
                <c:pt idx="14853">
                  <c:v>410.63129999999961</c:v>
                </c:pt>
                <c:pt idx="14854">
                  <c:v>397.31740000000002</c:v>
                </c:pt>
                <c:pt idx="14855">
                  <c:v>393.05560000000008</c:v>
                </c:pt>
                <c:pt idx="14856">
                  <c:v>403.6112</c:v>
                </c:pt>
                <c:pt idx="14857">
                  <c:v>419.90460000000002</c:v>
                </c:pt>
                <c:pt idx="14858">
                  <c:v>435.58460000000002</c:v>
                </c:pt>
                <c:pt idx="14859">
                  <c:v>443.91339999999946</c:v>
                </c:pt>
                <c:pt idx="14860">
                  <c:v>443.26280000000008</c:v>
                </c:pt>
                <c:pt idx="14861">
                  <c:v>437.16719999999964</c:v>
                </c:pt>
                <c:pt idx="14862">
                  <c:v>431.09649999999954</c:v>
                </c:pt>
                <c:pt idx="14863">
                  <c:v>423.39829999999961</c:v>
                </c:pt>
                <c:pt idx="14864">
                  <c:v>423.49109999999934</c:v>
                </c:pt>
                <c:pt idx="14865">
                  <c:v>424.2047</c:v>
                </c:pt>
                <c:pt idx="14866">
                  <c:v>420.6515</c:v>
                </c:pt>
                <c:pt idx="14867">
                  <c:v>414.91749999999968</c:v>
                </c:pt>
                <c:pt idx="14868">
                  <c:v>404.09699999999935</c:v>
                </c:pt>
                <c:pt idx="14869">
                  <c:v>394.4348</c:v>
                </c:pt>
                <c:pt idx="14870">
                  <c:v>388.26299999999969</c:v>
                </c:pt>
                <c:pt idx="14871">
                  <c:v>388.23399999999936</c:v>
                </c:pt>
                <c:pt idx="14872">
                  <c:v>383.04140000000001</c:v>
                </c:pt>
                <c:pt idx="14873">
                  <c:v>375.52709999999968</c:v>
                </c:pt>
                <c:pt idx="14874">
                  <c:v>374.28049999999968</c:v>
                </c:pt>
                <c:pt idx="14875">
                  <c:v>372.83689999999967</c:v>
                </c:pt>
                <c:pt idx="14876">
                  <c:v>373.63200000000001</c:v>
                </c:pt>
                <c:pt idx="14877">
                  <c:v>383.47250000000003</c:v>
                </c:pt>
                <c:pt idx="14878">
                  <c:v>491.02</c:v>
                </c:pt>
                <c:pt idx="14879">
                  <c:v>1129.4670000000001</c:v>
                </c:pt>
                <c:pt idx="14880">
                  <c:v>3474.05</c:v>
                </c:pt>
                <c:pt idx="14881">
                  <c:v>6740.5010000000002</c:v>
                </c:pt>
                <c:pt idx="14882">
                  <c:v>7404.0870000000004</c:v>
                </c:pt>
                <c:pt idx="14883">
                  <c:v>4882.6980000000003</c:v>
                </c:pt>
                <c:pt idx="14884">
                  <c:v>3583.1570000000002</c:v>
                </c:pt>
                <c:pt idx="14885">
                  <c:v>4399.8870000000015</c:v>
                </c:pt>
                <c:pt idx="14886">
                  <c:v>4618.2510000000002</c:v>
                </c:pt>
                <c:pt idx="14887">
                  <c:v>3709.5210000000002</c:v>
                </c:pt>
                <c:pt idx="14888">
                  <c:v>3114.165</c:v>
                </c:pt>
                <c:pt idx="14889">
                  <c:v>2693.712</c:v>
                </c:pt>
                <c:pt idx="14890">
                  <c:v>2353.9169999999999</c:v>
                </c:pt>
                <c:pt idx="14891">
                  <c:v>2480.9079999999999</c:v>
                </c:pt>
                <c:pt idx="14892">
                  <c:v>3182.2739999999999</c:v>
                </c:pt>
                <c:pt idx="14893">
                  <c:v>4114.5510000000004</c:v>
                </c:pt>
                <c:pt idx="14894">
                  <c:v>4314.0730000000003</c:v>
                </c:pt>
                <c:pt idx="14895">
                  <c:v>3872.2739999999999</c:v>
                </c:pt>
                <c:pt idx="14896">
                  <c:v>3510.3740000000012</c:v>
                </c:pt>
                <c:pt idx="14897">
                  <c:v>2979.058</c:v>
                </c:pt>
                <c:pt idx="14898">
                  <c:v>2406.8040000000001</c:v>
                </c:pt>
                <c:pt idx="14899">
                  <c:v>2311.694</c:v>
                </c:pt>
                <c:pt idx="14900">
                  <c:v>2309.1839999999997</c:v>
                </c:pt>
                <c:pt idx="14901">
                  <c:v>2160.9949999999999</c:v>
                </c:pt>
                <c:pt idx="14902">
                  <c:v>2011.203</c:v>
                </c:pt>
                <c:pt idx="14903">
                  <c:v>1909.867</c:v>
                </c:pt>
                <c:pt idx="14904">
                  <c:v>2010.34</c:v>
                </c:pt>
                <c:pt idx="14905">
                  <c:v>2624.4140000000002</c:v>
                </c:pt>
                <c:pt idx="14906">
                  <c:v>2846.36</c:v>
                </c:pt>
                <c:pt idx="14907">
                  <c:v>2545.277</c:v>
                </c:pt>
                <c:pt idx="14908">
                  <c:v>2008.1869999999999</c:v>
                </c:pt>
                <c:pt idx="14909">
                  <c:v>1773.0119999999999</c:v>
                </c:pt>
                <c:pt idx="14910">
                  <c:v>1667.11</c:v>
                </c:pt>
                <c:pt idx="14911">
                  <c:v>1556.4860000000001</c:v>
                </c:pt>
                <c:pt idx="14912">
                  <c:v>1471.7360000000001</c:v>
                </c:pt>
                <c:pt idx="14913">
                  <c:v>1392.902</c:v>
                </c:pt>
                <c:pt idx="14914">
                  <c:v>1321.0439999999999</c:v>
                </c:pt>
                <c:pt idx="14915">
                  <c:v>1268.8939999999998</c:v>
                </c:pt>
                <c:pt idx="14916">
                  <c:v>1225.1519999999998</c:v>
                </c:pt>
                <c:pt idx="14917">
                  <c:v>1188.3050000000001</c:v>
                </c:pt>
                <c:pt idx="14918">
                  <c:v>1155.885</c:v>
                </c:pt>
                <c:pt idx="14919">
                  <c:v>1125.6379999999999</c:v>
                </c:pt>
                <c:pt idx="14920">
                  <c:v>1097.1339999999998</c:v>
                </c:pt>
                <c:pt idx="14921">
                  <c:v>1108.1939999999986</c:v>
                </c:pt>
                <c:pt idx="14922">
                  <c:v>1093.175</c:v>
                </c:pt>
                <c:pt idx="14923">
                  <c:v>1074.105</c:v>
                </c:pt>
                <c:pt idx="14924">
                  <c:v>1051.9849999999999</c:v>
                </c:pt>
                <c:pt idx="14925">
                  <c:v>1029.7080000000001</c:v>
                </c:pt>
                <c:pt idx="14926">
                  <c:v>1009.3019999999993</c:v>
                </c:pt>
                <c:pt idx="14927">
                  <c:v>994.34549999999933</c:v>
                </c:pt>
                <c:pt idx="14928">
                  <c:v>980.63749999999948</c:v>
                </c:pt>
                <c:pt idx="14929">
                  <c:v>969.85269999999889</c:v>
                </c:pt>
                <c:pt idx="14930">
                  <c:v>951.86599999999919</c:v>
                </c:pt>
                <c:pt idx="14931">
                  <c:v>938.98069999999996</c:v>
                </c:pt>
                <c:pt idx="14932">
                  <c:v>923.4538</c:v>
                </c:pt>
                <c:pt idx="14933">
                  <c:v>911.21960000000001</c:v>
                </c:pt>
                <c:pt idx="14934">
                  <c:v>899.20550000000003</c:v>
                </c:pt>
                <c:pt idx="14935">
                  <c:v>882.80399999999997</c:v>
                </c:pt>
                <c:pt idx="14936">
                  <c:v>868.42939999999999</c:v>
                </c:pt>
                <c:pt idx="14937">
                  <c:v>854.03420000000006</c:v>
                </c:pt>
                <c:pt idx="14938">
                  <c:v>840.89490000000001</c:v>
                </c:pt>
                <c:pt idx="14939">
                  <c:v>828.83809999999949</c:v>
                </c:pt>
                <c:pt idx="14940">
                  <c:v>820.596</c:v>
                </c:pt>
                <c:pt idx="14941">
                  <c:v>820.63149999999996</c:v>
                </c:pt>
                <c:pt idx="14942">
                  <c:v>822.83219999999892</c:v>
                </c:pt>
                <c:pt idx="14943">
                  <c:v>815.97109999999998</c:v>
                </c:pt>
                <c:pt idx="14944">
                  <c:v>836.75480000000005</c:v>
                </c:pt>
                <c:pt idx="14945">
                  <c:v>838.80609999999933</c:v>
                </c:pt>
                <c:pt idx="14946">
                  <c:v>828.23559999999998</c:v>
                </c:pt>
                <c:pt idx="14947">
                  <c:v>805.36869999999919</c:v>
                </c:pt>
                <c:pt idx="14948">
                  <c:v>798.91089999999997</c:v>
                </c:pt>
                <c:pt idx="14949">
                  <c:v>789.18100000000004</c:v>
                </c:pt>
                <c:pt idx="14950">
                  <c:v>774.1</c:v>
                </c:pt>
                <c:pt idx="14951">
                  <c:v>756.81099999999947</c:v>
                </c:pt>
                <c:pt idx="14952">
                  <c:v>744.16239999999948</c:v>
                </c:pt>
                <c:pt idx="14953">
                  <c:v>734.60889999999995</c:v>
                </c:pt>
                <c:pt idx="14954">
                  <c:v>726.3577999999992</c:v>
                </c:pt>
                <c:pt idx="14955">
                  <c:v>719.20989999999995</c:v>
                </c:pt>
                <c:pt idx="14956">
                  <c:v>712.4819</c:v>
                </c:pt>
                <c:pt idx="14957">
                  <c:v>703.42070000000001</c:v>
                </c:pt>
                <c:pt idx="14958">
                  <c:v>694.57650000000001</c:v>
                </c:pt>
                <c:pt idx="14959">
                  <c:v>687.12059999999997</c:v>
                </c:pt>
                <c:pt idx="14960">
                  <c:v>680.24329999999998</c:v>
                </c:pt>
                <c:pt idx="14961">
                  <c:v>674.23619999999949</c:v>
                </c:pt>
                <c:pt idx="14962">
                  <c:v>667.90609999999947</c:v>
                </c:pt>
                <c:pt idx="14963">
                  <c:v>659.9932</c:v>
                </c:pt>
                <c:pt idx="14964">
                  <c:v>651.33959999999934</c:v>
                </c:pt>
                <c:pt idx="14965">
                  <c:v>643.07240000000002</c:v>
                </c:pt>
                <c:pt idx="14966">
                  <c:v>635.53830000000005</c:v>
                </c:pt>
                <c:pt idx="14967">
                  <c:v>627.89499999999998</c:v>
                </c:pt>
                <c:pt idx="14968">
                  <c:v>620.69299999999998</c:v>
                </c:pt>
                <c:pt idx="14969">
                  <c:v>611.38610000000006</c:v>
                </c:pt>
                <c:pt idx="14970">
                  <c:v>598.84459999999933</c:v>
                </c:pt>
                <c:pt idx="14971">
                  <c:v>584.90749999999946</c:v>
                </c:pt>
                <c:pt idx="14972">
                  <c:v>572.3732</c:v>
                </c:pt>
                <c:pt idx="14973">
                  <c:v>562.96109999999919</c:v>
                </c:pt>
                <c:pt idx="14974">
                  <c:v>567.6512999999992</c:v>
                </c:pt>
                <c:pt idx="14975">
                  <c:v>594.96189999999933</c:v>
                </c:pt>
                <c:pt idx="14976">
                  <c:v>581.26189999999997</c:v>
                </c:pt>
                <c:pt idx="14977">
                  <c:v>558.18850000000054</c:v>
                </c:pt>
                <c:pt idx="14978">
                  <c:v>549.48119999999949</c:v>
                </c:pt>
                <c:pt idx="14979">
                  <c:v>537.19850000000054</c:v>
                </c:pt>
                <c:pt idx="14980">
                  <c:v>524.96859999999947</c:v>
                </c:pt>
                <c:pt idx="14981">
                  <c:v>534.48380000000054</c:v>
                </c:pt>
                <c:pt idx="14982">
                  <c:v>588.26739999999938</c:v>
                </c:pt>
                <c:pt idx="14983">
                  <c:v>595.1336</c:v>
                </c:pt>
                <c:pt idx="14984">
                  <c:v>568.37459999999999</c:v>
                </c:pt>
                <c:pt idx="14985">
                  <c:v>536.87130000000002</c:v>
                </c:pt>
                <c:pt idx="14986">
                  <c:v>565.26859999999999</c:v>
                </c:pt>
                <c:pt idx="14987">
                  <c:v>674.44779999999946</c:v>
                </c:pt>
                <c:pt idx="14988">
                  <c:v>804.15329999999949</c:v>
                </c:pt>
                <c:pt idx="14989">
                  <c:v>798.12709999999947</c:v>
                </c:pt>
                <c:pt idx="14990">
                  <c:v>688.84689999999921</c:v>
                </c:pt>
                <c:pt idx="14991">
                  <c:v>648.15380000000005</c:v>
                </c:pt>
                <c:pt idx="14992">
                  <c:v>655.51159999999948</c:v>
                </c:pt>
                <c:pt idx="14993">
                  <c:v>630.54549999999949</c:v>
                </c:pt>
                <c:pt idx="14994">
                  <c:v>613.89649999999949</c:v>
                </c:pt>
                <c:pt idx="14995">
                  <c:v>611.81559999999934</c:v>
                </c:pt>
                <c:pt idx="14996">
                  <c:v>601.0317</c:v>
                </c:pt>
                <c:pt idx="14997">
                  <c:v>587.54570000000001</c:v>
                </c:pt>
                <c:pt idx="14998">
                  <c:v>573.79490000000055</c:v>
                </c:pt>
                <c:pt idx="14999">
                  <c:v>565.82239999999933</c:v>
                </c:pt>
                <c:pt idx="15000">
                  <c:v>562.13369999999998</c:v>
                </c:pt>
                <c:pt idx="15001">
                  <c:v>562.0598</c:v>
                </c:pt>
                <c:pt idx="15002">
                  <c:v>565.45419999999933</c:v>
                </c:pt>
                <c:pt idx="15003">
                  <c:v>573.71690000000001</c:v>
                </c:pt>
                <c:pt idx="15004">
                  <c:v>571.53</c:v>
                </c:pt>
                <c:pt idx="15005">
                  <c:v>552.56849999999997</c:v>
                </c:pt>
                <c:pt idx="15006">
                  <c:v>539.34839999999997</c:v>
                </c:pt>
                <c:pt idx="15007">
                  <c:v>538.74619999999948</c:v>
                </c:pt>
                <c:pt idx="15008">
                  <c:v>525.3854</c:v>
                </c:pt>
                <c:pt idx="15009">
                  <c:v>520.64840000000004</c:v>
                </c:pt>
                <c:pt idx="15010">
                  <c:v>514.30529999999919</c:v>
                </c:pt>
                <c:pt idx="15011">
                  <c:v>509.10989999999998</c:v>
                </c:pt>
                <c:pt idx="15012">
                  <c:v>505.05930000000001</c:v>
                </c:pt>
                <c:pt idx="15013">
                  <c:v>507.2902999999996</c:v>
                </c:pt>
                <c:pt idx="15014">
                  <c:v>516.00759999999946</c:v>
                </c:pt>
                <c:pt idx="15015">
                  <c:v>598.34909999999934</c:v>
                </c:pt>
                <c:pt idx="15016">
                  <c:v>646.62709999999947</c:v>
                </c:pt>
                <c:pt idx="15017">
                  <c:v>817.17319999999995</c:v>
                </c:pt>
                <c:pt idx="15018">
                  <c:v>864.54570000000001</c:v>
                </c:pt>
                <c:pt idx="15019">
                  <c:v>867.22810000000004</c:v>
                </c:pt>
                <c:pt idx="15020">
                  <c:v>785.70550000000003</c:v>
                </c:pt>
                <c:pt idx="15021">
                  <c:v>687.8723</c:v>
                </c:pt>
                <c:pt idx="15022">
                  <c:v>606.85019999999906</c:v>
                </c:pt>
                <c:pt idx="15023">
                  <c:v>574.20980000000054</c:v>
                </c:pt>
                <c:pt idx="15024">
                  <c:v>548.3184</c:v>
                </c:pt>
                <c:pt idx="15025">
                  <c:v>535.96659999999906</c:v>
                </c:pt>
                <c:pt idx="15026">
                  <c:v>527.69960000000003</c:v>
                </c:pt>
                <c:pt idx="15027">
                  <c:v>515.04519999999934</c:v>
                </c:pt>
                <c:pt idx="15028">
                  <c:v>509.59059999999954</c:v>
                </c:pt>
                <c:pt idx="15029">
                  <c:v>507.37180000000001</c:v>
                </c:pt>
                <c:pt idx="15030">
                  <c:v>520.59370000000081</c:v>
                </c:pt>
                <c:pt idx="15031">
                  <c:v>515.51319999999998</c:v>
                </c:pt>
                <c:pt idx="15032">
                  <c:v>579.42219999999907</c:v>
                </c:pt>
                <c:pt idx="15033">
                  <c:v>533.6028</c:v>
                </c:pt>
                <c:pt idx="15034">
                  <c:v>498.82780000000002</c:v>
                </c:pt>
                <c:pt idx="15035">
                  <c:v>485.97299999999967</c:v>
                </c:pt>
                <c:pt idx="15036">
                  <c:v>559.27540000000067</c:v>
                </c:pt>
                <c:pt idx="15037">
                  <c:v>685.93330000000003</c:v>
                </c:pt>
                <c:pt idx="15038">
                  <c:v>894.05079999999998</c:v>
                </c:pt>
                <c:pt idx="15039">
                  <c:v>1120.8889999999999</c:v>
                </c:pt>
                <c:pt idx="15040">
                  <c:v>1335.6109999999999</c:v>
                </c:pt>
                <c:pt idx="15041">
                  <c:v>1413.5939999999998</c:v>
                </c:pt>
                <c:pt idx="15042">
                  <c:v>1684.912</c:v>
                </c:pt>
                <c:pt idx="15043">
                  <c:v>1497.2190000000001</c:v>
                </c:pt>
                <c:pt idx="15044">
                  <c:v>1221.2550000000001</c:v>
                </c:pt>
                <c:pt idx="15045">
                  <c:v>1023.707</c:v>
                </c:pt>
                <c:pt idx="15046">
                  <c:v>914.56649999999934</c:v>
                </c:pt>
                <c:pt idx="15047">
                  <c:v>837.18029999999999</c:v>
                </c:pt>
                <c:pt idx="15048">
                  <c:v>820.78110000000004</c:v>
                </c:pt>
                <c:pt idx="15049">
                  <c:v>806.71559999999999</c:v>
                </c:pt>
                <c:pt idx="15050">
                  <c:v>788.59529999999938</c:v>
                </c:pt>
                <c:pt idx="15051">
                  <c:v>809.89779999999996</c:v>
                </c:pt>
                <c:pt idx="15052">
                  <c:v>909.7473</c:v>
                </c:pt>
                <c:pt idx="15053">
                  <c:v>998.69900000000052</c:v>
                </c:pt>
                <c:pt idx="15054">
                  <c:v>970.50450000000001</c:v>
                </c:pt>
                <c:pt idx="15055">
                  <c:v>862.64499999999998</c:v>
                </c:pt>
                <c:pt idx="15056">
                  <c:v>801.16809999999998</c:v>
                </c:pt>
                <c:pt idx="15057">
                  <c:v>785.84049999999934</c:v>
                </c:pt>
                <c:pt idx="15058">
                  <c:v>769.09119999999996</c:v>
                </c:pt>
                <c:pt idx="15059">
                  <c:v>751.30289999999934</c:v>
                </c:pt>
                <c:pt idx="15060">
                  <c:v>741.18830000000082</c:v>
                </c:pt>
                <c:pt idx="15061">
                  <c:v>733.83219999999892</c:v>
                </c:pt>
                <c:pt idx="15062">
                  <c:v>719.95830000000001</c:v>
                </c:pt>
                <c:pt idx="15063">
                  <c:v>705.68850000000054</c:v>
                </c:pt>
                <c:pt idx="15064">
                  <c:v>705.18209999999999</c:v>
                </c:pt>
                <c:pt idx="15065">
                  <c:v>707.29010000000005</c:v>
                </c:pt>
                <c:pt idx="15066">
                  <c:v>712.84479999999996</c:v>
                </c:pt>
                <c:pt idx="15067">
                  <c:v>692.89149999999938</c:v>
                </c:pt>
                <c:pt idx="15068">
                  <c:v>615.35639999999921</c:v>
                </c:pt>
                <c:pt idx="15069">
                  <c:v>571.17680000000053</c:v>
                </c:pt>
                <c:pt idx="15070">
                  <c:v>551.72529999999949</c:v>
                </c:pt>
                <c:pt idx="15071">
                  <c:v>623.48119999999949</c:v>
                </c:pt>
                <c:pt idx="15072">
                  <c:v>701.72349999999994</c:v>
                </c:pt>
                <c:pt idx="15073">
                  <c:v>1113.3929999999998</c:v>
                </c:pt>
                <c:pt idx="15074">
                  <c:v>1096.1679999999999</c:v>
                </c:pt>
                <c:pt idx="15075">
                  <c:v>909.87540000000001</c:v>
                </c:pt>
                <c:pt idx="15076">
                  <c:v>740.99469999999997</c:v>
                </c:pt>
                <c:pt idx="15077">
                  <c:v>635.65989999999999</c:v>
                </c:pt>
                <c:pt idx="15078">
                  <c:v>591.73810000000003</c:v>
                </c:pt>
                <c:pt idx="15079">
                  <c:v>570.1843000000008</c:v>
                </c:pt>
                <c:pt idx="15080">
                  <c:v>548.35109999999906</c:v>
                </c:pt>
                <c:pt idx="15081">
                  <c:v>528.04309999999998</c:v>
                </c:pt>
                <c:pt idx="15082">
                  <c:v>523.61980000000005</c:v>
                </c:pt>
                <c:pt idx="15083">
                  <c:v>544.79660000000001</c:v>
                </c:pt>
                <c:pt idx="15084">
                  <c:v>567.05880000000002</c:v>
                </c:pt>
                <c:pt idx="15085">
                  <c:v>579.70640000000003</c:v>
                </c:pt>
                <c:pt idx="15086">
                  <c:v>562.54330000000004</c:v>
                </c:pt>
                <c:pt idx="15087">
                  <c:v>536.51589999999999</c:v>
                </c:pt>
                <c:pt idx="15088">
                  <c:v>513.31009999999947</c:v>
                </c:pt>
                <c:pt idx="15089">
                  <c:v>487.82979999999969</c:v>
                </c:pt>
                <c:pt idx="15090">
                  <c:v>466.12180000000001</c:v>
                </c:pt>
                <c:pt idx="15091">
                  <c:v>468.88279999999969</c:v>
                </c:pt>
                <c:pt idx="15092">
                  <c:v>475.18299999999999</c:v>
                </c:pt>
                <c:pt idx="15093">
                  <c:v>474.68700000000001</c:v>
                </c:pt>
                <c:pt idx="15094">
                  <c:v>477.41369999999961</c:v>
                </c:pt>
                <c:pt idx="15095">
                  <c:v>473.21839999999935</c:v>
                </c:pt>
                <c:pt idx="15096">
                  <c:v>466.10379999999969</c:v>
                </c:pt>
                <c:pt idx="15097">
                  <c:v>477.25549999999993</c:v>
                </c:pt>
                <c:pt idx="15098">
                  <c:v>502.23289999999969</c:v>
                </c:pt>
                <c:pt idx="15099">
                  <c:v>513.26670000000001</c:v>
                </c:pt>
                <c:pt idx="15100">
                  <c:v>520.55679999999938</c:v>
                </c:pt>
                <c:pt idx="15101">
                  <c:v>534.10469999999998</c:v>
                </c:pt>
                <c:pt idx="15102">
                  <c:v>537.30599999999947</c:v>
                </c:pt>
                <c:pt idx="15103">
                  <c:v>533.10580000000004</c:v>
                </c:pt>
                <c:pt idx="15104">
                  <c:v>525.33589999999947</c:v>
                </c:pt>
                <c:pt idx="15105">
                  <c:v>521.00480000000005</c:v>
                </c:pt>
                <c:pt idx="15106">
                  <c:v>521.64170000000001</c:v>
                </c:pt>
                <c:pt idx="15107">
                  <c:v>561.96409999999946</c:v>
                </c:pt>
                <c:pt idx="15108">
                  <c:v>583.75819999999999</c:v>
                </c:pt>
                <c:pt idx="15109">
                  <c:v>678.46259999999882</c:v>
                </c:pt>
                <c:pt idx="15110">
                  <c:v>1131.441</c:v>
                </c:pt>
                <c:pt idx="15111">
                  <c:v>2085.085</c:v>
                </c:pt>
                <c:pt idx="15112">
                  <c:v>2585.2979999999998</c:v>
                </c:pt>
                <c:pt idx="15113">
                  <c:v>2030.4839999999999</c:v>
                </c:pt>
                <c:pt idx="15114">
                  <c:v>1346.125</c:v>
                </c:pt>
                <c:pt idx="15115">
                  <c:v>1178.5170000000001</c:v>
                </c:pt>
                <c:pt idx="15116">
                  <c:v>1136.81</c:v>
                </c:pt>
                <c:pt idx="15117">
                  <c:v>1102.2639999999999</c:v>
                </c:pt>
                <c:pt idx="15118">
                  <c:v>1157.7860000000001</c:v>
                </c:pt>
                <c:pt idx="15119">
                  <c:v>1191.231</c:v>
                </c:pt>
                <c:pt idx="15120">
                  <c:v>1209.942</c:v>
                </c:pt>
                <c:pt idx="15121">
                  <c:v>1207.0429999999999</c:v>
                </c:pt>
                <c:pt idx="15122">
                  <c:v>1164.0060000000001</c:v>
                </c:pt>
                <c:pt idx="15123">
                  <c:v>1095.086</c:v>
                </c:pt>
                <c:pt idx="15124">
                  <c:v>1036.931</c:v>
                </c:pt>
                <c:pt idx="15125">
                  <c:v>1017.909</c:v>
                </c:pt>
                <c:pt idx="15126">
                  <c:v>999.18529999999998</c:v>
                </c:pt>
                <c:pt idx="15127">
                  <c:v>974.03510000000006</c:v>
                </c:pt>
                <c:pt idx="15128">
                  <c:v>916.27030000000082</c:v>
                </c:pt>
                <c:pt idx="15129">
                  <c:v>831.37170000000003</c:v>
                </c:pt>
                <c:pt idx="15130">
                  <c:v>784.22080000000005</c:v>
                </c:pt>
                <c:pt idx="15131">
                  <c:v>759.20249999999999</c:v>
                </c:pt>
                <c:pt idx="15132">
                  <c:v>733.29510000000005</c:v>
                </c:pt>
                <c:pt idx="15133">
                  <c:v>700.32899999999938</c:v>
                </c:pt>
                <c:pt idx="15134">
                  <c:v>670.17409999999995</c:v>
                </c:pt>
                <c:pt idx="15135">
                  <c:v>644.78009999999995</c:v>
                </c:pt>
                <c:pt idx="15136">
                  <c:v>624.55629999999906</c:v>
                </c:pt>
                <c:pt idx="15137">
                  <c:v>599.8595999999992</c:v>
                </c:pt>
                <c:pt idx="15138">
                  <c:v>580.47280000000001</c:v>
                </c:pt>
                <c:pt idx="15139">
                  <c:v>587.10919999999999</c:v>
                </c:pt>
                <c:pt idx="15140">
                  <c:v>637.3723</c:v>
                </c:pt>
                <c:pt idx="15141">
                  <c:v>722.92989999999998</c:v>
                </c:pt>
                <c:pt idx="15142">
                  <c:v>773.25630000000001</c:v>
                </c:pt>
                <c:pt idx="15143">
                  <c:v>773.02209999999934</c:v>
                </c:pt>
                <c:pt idx="15144">
                  <c:v>763.87130000000002</c:v>
                </c:pt>
                <c:pt idx="15145">
                  <c:v>732.00540000000001</c:v>
                </c:pt>
                <c:pt idx="15146">
                  <c:v>664.99950000000001</c:v>
                </c:pt>
                <c:pt idx="15147">
                  <c:v>620.09320000000002</c:v>
                </c:pt>
                <c:pt idx="15148">
                  <c:v>608.64340000000004</c:v>
                </c:pt>
                <c:pt idx="15149">
                  <c:v>609.00459999999998</c:v>
                </c:pt>
                <c:pt idx="15150">
                  <c:v>594.26859999999999</c:v>
                </c:pt>
                <c:pt idx="15151">
                  <c:v>558.46699999999919</c:v>
                </c:pt>
                <c:pt idx="15152">
                  <c:v>522.37080000000003</c:v>
                </c:pt>
                <c:pt idx="15153">
                  <c:v>508.11590000000001</c:v>
                </c:pt>
                <c:pt idx="15154">
                  <c:v>495.08839999999935</c:v>
                </c:pt>
                <c:pt idx="15155">
                  <c:v>474.8372</c:v>
                </c:pt>
                <c:pt idx="15156">
                  <c:v>455.04140000000001</c:v>
                </c:pt>
                <c:pt idx="15157">
                  <c:v>436.9058</c:v>
                </c:pt>
                <c:pt idx="15158">
                  <c:v>409.74169999999964</c:v>
                </c:pt>
                <c:pt idx="15159">
                  <c:v>376.71129999999954</c:v>
                </c:pt>
                <c:pt idx="15160">
                  <c:v>353.94839999999954</c:v>
                </c:pt>
                <c:pt idx="15161">
                  <c:v>368.09059999999954</c:v>
                </c:pt>
                <c:pt idx="15162">
                  <c:v>428.02659999999935</c:v>
                </c:pt>
                <c:pt idx="15163">
                  <c:v>449.58429999999993</c:v>
                </c:pt>
                <c:pt idx="15164">
                  <c:v>429.11250000000001</c:v>
                </c:pt>
                <c:pt idx="15165">
                  <c:v>419.32049999999964</c:v>
                </c:pt>
                <c:pt idx="15166">
                  <c:v>425.07080000000002</c:v>
                </c:pt>
                <c:pt idx="15167">
                  <c:v>412.70740000000001</c:v>
                </c:pt>
                <c:pt idx="15168">
                  <c:v>398.01179999999954</c:v>
                </c:pt>
                <c:pt idx="15169">
                  <c:v>384.44009999999969</c:v>
                </c:pt>
                <c:pt idx="15170">
                  <c:v>380.0147</c:v>
                </c:pt>
                <c:pt idx="15171">
                  <c:v>370.4606</c:v>
                </c:pt>
                <c:pt idx="15172">
                  <c:v>362.70949999999999</c:v>
                </c:pt>
                <c:pt idx="15173">
                  <c:v>359.63920000000002</c:v>
                </c:pt>
                <c:pt idx="15174">
                  <c:v>357.7320999999996</c:v>
                </c:pt>
                <c:pt idx="15175">
                  <c:v>359.88200000000001</c:v>
                </c:pt>
                <c:pt idx="15176">
                  <c:v>363.33709999999968</c:v>
                </c:pt>
                <c:pt idx="15177">
                  <c:v>364.58210000000003</c:v>
                </c:pt>
                <c:pt idx="15178">
                  <c:v>338.43569999999954</c:v>
                </c:pt>
                <c:pt idx="15179">
                  <c:v>317.35599999999999</c:v>
                </c:pt>
                <c:pt idx="15180">
                  <c:v>319.09989999999999</c:v>
                </c:pt>
                <c:pt idx="15181">
                  <c:v>341.24720000000002</c:v>
                </c:pt>
                <c:pt idx="15182">
                  <c:v>350.0659</c:v>
                </c:pt>
                <c:pt idx="15183">
                  <c:v>354.27980000000002</c:v>
                </c:pt>
                <c:pt idx="15184">
                  <c:v>348.73809999999935</c:v>
                </c:pt>
                <c:pt idx="15185">
                  <c:v>334.43679999999932</c:v>
                </c:pt>
                <c:pt idx="15186">
                  <c:v>331.01420000000002</c:v>
                </c:pt>
                <c:pt idx="15187">
                  <c:v>336.6703</c:v>
                </c:pt>
                <c:pt idx="15188">
                  <c:v>352.4502</c:v>
                </c:pt>
                <c:pt idx="15189">
                  <c:v>354.6293</c:v>
                </c:pt>
                <c:pt idx="15190">
                  <c:v>377.51519999999954</c:v>
                </c:pt>
                <c:pt idx="15191">
                  <c:v>377.78480000000002</c:v>
                </c:pt>
                <c:pt idx="15192">
                  <c:v>371.1558000000004</c:v>
                </c:pt>
                <c:pt idx="15193">
                  <c:v>369.82709999999969</c:v>
                </c:pt>
                <c:pt idx="15194">
                  <c:v>346.5659</c:v>
                </c:pt>
                <c:pt idx="15195">
                  <c:v>380.50529999999969</c:v>
                </c:pt>
                <c:pt idx="15196">
                  <c:v>388.93799999999953</c:v>
                </c:pt>
                <c:pt idx="15197">
                  <c:v>353.21839999999935</c:v>
                </c:pt>
                <c:pt idx="15198">
                  <c:v>351.83669999999961</c:v>
                </c:pt>
                <c:pt idx="15199">
                  <c:v>371.68430000000001</c:v>
                </c:pt>
                <c:pt idx="15200">
                  <c:v>357.50740000000002</c:v>
                </c:pt>
                <c:pt idx="15201">
                  <c:v>357.52159999999935</c:v>
                </c:pt>
                <c:pt idx="15202">
                  <c:v>351.17910000000001</c:v>
                </c:pt>
                <c:pt idx="15203">
                  <c:v>387.56920000000002</c:v>
                </c:pt>
                <c:pt idx="15204">
                  <c:v>369.17180000000002</c:v>
                </c:pt>
                <c:pt idx="15205">
                  <c:v>361.26569999999964</c:v>
                </c:pt>
                <c:pt idx="15206">
                  <c:v>352.72789999999969</c:v>
                </c:pt>
                <c:pt idx="15207">
                  <c:v>353.9374999999996</c:v>
                </c:pt>
                <c:pt idx="15208">
                  <c:v>358.63720000000001</c:v>
                </c:pt>
                <c:pt idx="15209">
                  <c:v>353.91049999999967</c:v>
                </c:pt>
                <c:pt idx="15210">
                  <c:v>342.41039999999936</c:v>
                </c:pt>
                <c:pt idx="15211">
                  <c:v>330.35789999999997</c:v>
                </c:pt>
                <c:pt idx="15212">
                  <c:v>355.05900000000008</c:v>
                </c:pt>
                <c:pt idx="15213">
                  <c:v>336.84440000000041</c:v>
                </c:pt>
                <c:pt idx="15214">
                  <c:v>334.2</c:v>
                </c:pt>
                <c:pt idx="15215">
                  <c:v>350.83319999999935</c:v>
                </c:pt>
                <c:pt idx="15216">
                  <c:v>376.23569999999961</c:v>
                </c:pt>
                <c:pt idx="15217">
                  <c:v>427.54440000000034</c:v>
                </c:pt>
                <c:pt idx="15218">
                  <c:v>467.9529</c:v>
                </c:pt>
                <c:pt idx="15219">
                  <c:v>465.68020000000001</c:v>
                </c:pt>
                <c:pt idx="15220">
                  <c:v>442.72719999999936</c:v>
                </c:pt>
                <c:pt idx="15221">
                  <c:v>447.26119999999935</c:v>
                </c:pt>
                <c:pt idx="15222">
                  <c:v>475.91049999999967</c:v>
                </c:pt>
                <c:pt idx="15223">
                  <c:v>493.4658</c:v>
                </c:pt>
                <c:pt idx="15224">
                  <c:v>505.26589999999999</c:v>
                </c:pt>
                <c:pt idx="15225">
                  <c:v>531.28410000000054</c:v>
                </c:pt>
                <c:pt idx="15226">
                  <c:v>561.41819999999996</c:v>
                </c:pt>
                <c:pt idx="15227">
                  <c:v>568.85399999999947</c:v>
                </c:pt>
                <c:pt idx="15228">
                  <c:v>566.88070000000005</c:v>
                </c:pt>
                <c:pt idx="15229">
                  <c:v>566.68080000000054</c:v>
                </c:pt>
                <c:pt idx="15230">
                  <c:v>561.48719999999946</c:v>
                </c:pt>
                <c:pt idx="15231">
                  <c:v>552.01559999999949</c:v>
                </c:pt>
                <c:pt idx="15232">
                  <c:v>542.73850000000004</c:v>
                </c:pt>
                <c:pt idx="15233">
                  <c:v>530.54639999999949</c:v>
                </c:pt>
                <c:pt idx="15234">
                  <c:v>519.17980000000068</c:v>
                </c:pt>
                <c:pt idx="15235">
                  <c:v>524.64089999999999</c:v>
                </c:pt>
                <c:pt idx="15236">
                  <c:v>531.11380000000054</c:v>
                </c:pt>
                <c:pt idx="15237">
                  <c:v>537.93549999999948</c:v>
                </c:pt>
                <c:pt idx="15238">
                  <c:v>680.33569999999906</c:v>
                </c:pt>
                <c:pt idx="15239">
                  <c:v>1298.0150000000001</c:v>
                </c:pt>
                <c:pt idx="15240">
                  <c:v>2086.7249999999967</c:v>
                </c:pt>
                <c:pt idx="15241">
                  <c:v>2054.0970000000002</c:v>
                </c:pt>
                <c:pt idx="15242">
                  <c:v>1642.7760000000001</c:v>
                </c:pt>
                <c:pt idx="15243">
                  <c:v>1762.5550000000001</c:v>
                </c:pt>
                <c:pt idx="15244">
                  <c:v>1890.3779999999999</c:v>
                </c:pt>
                <c:pt idx="15245">
                  <c:v>1750.7909999999999</c:v>
                </c:pt>
                <c:pt idx="15246">
                  <c:v>1641.537</c:v>
                </c:pt>
                <c:pt idx="15247">
                  <c:v>1494.6209999999999</c:v>
                </c:pt>
                <c:pt idx="15248">
                  <c:v>1343.8529999999998</c:v>
                </c:pt>
                <c:pt idx="15249">
                  <c:v>1301.7429999999999</c:v>
                </c:pt>
                <c:pt idx="15250">
                  <c:v>1416.0329999999999</c:v>
                </c:pt>
                <c:pt idx="15251">
                  <c:v>1548.9839999999999</c:v>
                </c:pt>
                <c:pt idx="15252">
                  <c:v>1482.57</c:v>
                </c:pt>
                <c:pt idx="15253">
                  <c:v>1359.9460000000001</c:v>
                </c:pt>
                <c:pt idx="15254">
                  <c:v>1304.606</c:v>
                </c:pt>
                <c:pt idx="15255">
                  <c:v>1251.0839999999998</c:v>
                </c:pt>
                <c:pt idx="15256">
                  <c:v>1173.1799999999998</c:v>
                </c:pt>
                <c:pt idx="15257">
                  <c:v>1091.7550000000001</c:v>
                </c:pt>
                <c:pt idx="15258">
                  <c:v>1022.615</c:v>
                </c:pt>
                <c:pt idx="15259">
                  <c:v>989.08249999999998</c:v>
                </c:pt>
                <c:pt idx="15260">
                  <c:v>973.29219999999998</c:v>
                </c:pt>
                <c:pt idx="15261">
                  <c:v>955.73850000000004</c:v>
                </c:pt>
                <c:pt idx="15262">
                  <c:v>936.85309999999947</c:v>
                </c:pt>
                <c:pt idx="15263">
                  <c:v>912.48509999999999</c:v>
                </c:pt>
                <c:pt idx="15264">
                  <c:v>882.58619999999996</c:v>
                </c:pt>
                <c:pt idx="15265">
                  <c:v>856.28080000000068</c:v>
                </c:pt>
                <c:pt idx="15266">
                  <c:v>833.25670000000002</c:v>
                </c:pt>
                <c:pt idx="15267">
                  <c:v>817.3441999999992</c:v>
                </c:pt>
                <c:pt idx="15268">
                  <c:v>870.24490000000003</c:v>
                </c:pt>
                <c:pt idx="15269">
                  <c:v>1054.8209999999999</c:v>
                </c:pt>
                <c:pt idx="15270">
                  <c:v>1274.24</c:v>
                </c:pt>
                <c:pt idx="15271">
                  <c:v>1354.0239999999999</c:v>
                </c:pt>
                <c:pt idx="15272">
                  <c:v>1354.7719999999999</c:v>
                </c:pt>
                <c:pt idx="15273">
                  <c:v>1361.454</c:v>
                </c:pt>
                <c:pt idx="15274">
                  <c:v>1340.165</c:v>
                </c:pt>
                <c:pt idx="15275">
                  <c:v>1301.269</c:v>
                </c:pt>
                <c:pt idx="15276">
                  <c:v>1246.1979999999999</c:v>
                </c:pt>
                <c:pt idx="15277">
                  <c:v>1178.0139999999999</c:v>
                </c:pt>
                <c:pt idx="15278">
                  <c:v>1128.2939999999999</c:v>
                </c:pt>
                <c:pt idx="15279">
                  <c:v>1139.6539999999998</c:v>
                </c:pt>
                <c:pt idx="15280">
                  <c:v>1108.202</c:v>
                </c:pt>
                <c:pt idx="15281">
                  <c:v>1059.931</c:v>
                </c:pt>
                <c:pt idx="15282">
                  <c:v>1027.3389999999999</c:v>
                </c:pt>
                <c:pt idx="15283">
                  <c:v>1014.324</c:v>
                </c:pt>
                <c:pt idx="15284">
                  <c:v>1028.74</c:v>
                </c:pt>
                <c:pt idx="15285">
                  <c:v>1099.751</c:v>
                </c:pt>
                <c:pt idx="15286">
                  <c:v>1208.518</c:v>
                </c:pt>
                <c:pt idx="15287">
                  <c:v>1321.729</c:v>
                </c:pt>
                <c:pt idx="15288">
                  <c:v>1399.5150000000001</c:v>
                </c:pt>
                <c:pt idx="15289">
                  <c:v>1454.6409999999998</c:v>
                </c:pt>
                <c:pt idx="15290">
                  <c:v>1399.6839999999986</c:v>
                </c:pt>
                <c:pt idx="15291">
                  <c:v>1261.9110000000001</c:v>
                </c:pt>
                <c:pt idx="15292">
                  <c:v>1183.1959999999999</c:v>
                </c:pt>
                <c:pt idx="15293">
                  <c:v>1186.6019999999999</c:v>
                </c:pt>
                <c:pt idx="15294">
                  <c:v>1233.4849999999999</c:v>
                </c:pt>
                <c:pt idx="15295">
                  <c:v>1356.4590000000001</c:v>
                </c:pt>
                <c:pt idx="15296">
                  <c:v>1280.1979999999999</c:v>
                </c:pt>
                <c:pt idx="15297">
                  <c:v>1162.0519999999999</c:v>
                </c:pt>
                <c:pt idx="15298">
                  <c:v>1066.54</c:v>
                </c:pt>
                <c:pt idx="15299">
                  <c:v>1054.76</c:v>
                </c:pt>
                <c:pt idx="15300">
                  <c:v>1069.848</c:v>
                </c:pt>
                <c:pt idx="15301">
                  <c:v>1055.961</c:v>
                </c:pt>
                <c:pt idx="15302">
                  <c:v>999.78990000000067</c:v>
                </c:pt>
                <c:pt idx="15303">
                  <c:v>967.03819999999996</c:v>
                </c:pt>
                <c:pt idx="15304">
                  <c:v>950.49469999999997</c:v>
                </c:pt>
                <c:pt idx="15305">
                  <c:v>920.83779999999933</c:v>
                </c:pt>
                <c:pt idx="15306">
                  <c:v>962.3971999999992</c:v>
                </c:pt>
                <c:pt idx="15307">
                  <c:v>1027.0129999999999</c:v>
                </c:pt>
                <c:pt idx="15308">
                  <c:v>977.16959999999949</c:v>
                </c:pt>
                <c:pt idx="15309">
                  <c:v>1091.8239999999998</c:v>
                </c:pt>
                <c:pt idx="15310">
                  <c:v>1079.4270000000001</c:v>
                </c:pt>
                <c:pt idx="15311">
                  <c:v>965.36929999999882</c:v>
                </c:pt>
                <c:pt idx="15312">
                  <c:v>893.96109999999919</c:v>
                </c:pt>
                <c:pt idx="15313">
                  <c:v>860.05189999999948</c:v>
                </c:pt>
                <c:pt idx="15314">
                  <c:v>830.59480000000053</c:v>
                </c:pt>
                <c:pt idx="15315">
                  <c:v>811.69179999999994</c:v>
                </c:pt>
                <c:pt idx="15316">
                  <c:v>854.96279999999933</c:v>
                </c:pt>
                <c:pt idx="15317">
                  <c:v>827.90749999999946</c:v>
                </c:pt>
                <c:pt idx="15318">
                  <c:v>804.26209999999946</c:v>
                </c:pt>
                <c:pt idx="15319">
                  <c:v>947.47789999999998</c:v>
                </c:pt>
                <c:pt idx="15320">
                  <c:v>1019.237</c:v>
                </c:pt>
                <c:pt idx="15321">
                  <c:v>942.94539999999949</c:v>
                </c:pt>
                <c:pt idx="15322">
                  <c:v>834.61040000000003</c:v>
                </c:pt>
                <c:pt idx="15323">
                  <c:v>922.11850000000004</c:v>
                </c:pt>
                <c:pt idx="15324">
                  <c:v>967.97249999999997</c:v>
                </c:pt>
                <c:pt idx="15325">
                  <c:v>986.32169999999905</c:v>
                </c:pt>
                <c:pt idx="15326">
                  <c:v>971.53269999999907</c:v>
                </c:pt>
                <c:pt idx="15327">
                  <c:v>1043.2270000000001</c:v>
                </c:pt>
                <c:pt idx="15328">
                  <c:v>1715.3529999999998</c:v>
                </c:pt>
                <c:pt idx="15329">
                  <c:v>1623.038</c:v>
                </c:pt>
                <c:pt idx="15330">
                  <c:v>1288.7550000000001</c:v>
                </c:pt>
                <c:pt idx="15331">
                  <c:v>1090.4449999999999</c:v>
                </c:pt>
                <c:pt idx="15332">
                  <c:v>1040.5239999999999</c:v>
                </c:pt>
                <c:pt idx="15333">
                  <c:v>955.92819999999949</c:v>
                </c:pt>
                <c:pt idx="15334">
                  <c:v>888.92499999999939</c:v>
                </c:pt>
                <c:pt idx="15335">
                  <c:v>865.31309999999996</c:v>
                </c:pt>
                <c:pt idx="15336">
                  <c:v>979.62329999999997</c:v>
                </c:pt>
                <c:pt idx="15337">
                  <c:v>1231.422</c:v>
                </c:pt>
                <c:pt idx="15338">
                  <c:v>1333.299</c:v>
                </c:pt>
                <c:pt idx="15339">
                  <c:v>1687.5650000000001</c:v>
                </c:pt>
                <c:pt idx="15340">
                  <c:v>1704.32</c:v>
                </c:pt>
                <c:pt idx="15341">
                  <c:v>1563.375</c:v>
                </c:pt>
                <c:pt idx="15342">
                  <c:v>1416.289</c:v>
                </c:pt>
                <c:pt idx="15343">
                  <c:v>1481.7049999999999</c:v>
                </c:pt>
                <c:pt idx="15344">
                  <c:v>1383.761</c:v>
                </c:pt>
                <c:pt idx="15345">
                  <c:v>1199.2370000000001</c:v>
                </c:pt>
                <c:pt idx="15346">
                  <c:v>1053.617</c:v>
                </c:pt>
                <c:pt idx="15347">
                  <c:v>972.08109999999999</c:v>
                </c:pt>
                <c:pt idx="15348">
                  <c:v>934.32049999999947</c:v>
                </c:pt>
                <c:pt idx="15349">
                  <c:v>913.6843000000008</c:v>
                </c:pt>
                <c:pt idx="15350">
                  <c:v>900.26779999999997</c:v>
                </c:pt>
                <c:pt idx="15351">
                  <c:v>893.57340000000067</c:v>
                </c:pt>
                <c:pt idx="15352">
                  <c:v>889.39419999999996</c:v>
                </c:pt>
                <c:pt idx="15353">
                  <c:v>890.92919999999947</c:v>
                </c:pt>
                <c:pt idx="15354">
                  <c:v>888.82949999999948</c:v>
                </c:pt>
                <c:pt idx="15355">
                  <c:v>880.72609999999997</c:v>
                </c:pt>
                <c:pt idx="15356">
                  <c:v>868.36799999999914</c:v>
                </c:pt>
                <c:pt idx="15357">
                  <c:v>853.65970000000004</c:v>
                </c:pt>
                <c:pt idx="15358">
                  <c:v>838.32919999999933</c:v>
                </c:pt>
                <c:pt idx="15359">
                  <c:v>823.73820000000001</c:v>
                </c:pt>
                <c:pt idx="15360">
                  <c:v>811.24440000000004</c:v>
                </c:pt>
                <c:pt idx="15361">
                  <c:v>803.48619999999949</c:v>
                </c:pt>
                <c:pt idx="15362">
                  <c:v>794.27650000000051</c:v>
                </c:pt>
                <c:pt idx="15363">
                  <c:v>778.11130000000003</c:v>
                </c:pt>
                <c:pt idx="15364">
                  <c:v>757.44809999999939</c:v>
                </c:pt>
                <c:pt idx="15365">
                  <c:v>739.3174999999992</c:v>
                </c:pt>
                <c:pt idx="15366">
                  <c:v>723.8124999999992</c:v>
                </c:pt>
                <c:pt idx="15367">
                  <c:v>710.1816</c:v>
                </c:pt>
                <c:pt idx="15368">
                  <c:v>694.82479999999998</c:v>
                </c:pt>
                <c:pt idx="15369">
                  <c:v>679.41179999999997</c:v>
                </c:pt>
                <c:pt idx="15370">
                  <c:v>666.4289</c:v>
                </c:pt>
                <c:pt idx="15371">
                  <c:v>655.31229999999903</c:v>
                </c:pt>
                <c:pt idx="15372">
                  <c:v>643.14890000000003</c:v>
                </c:pt>
                <c:pt idx="15373">
                  <c:v>631.86289999999906</c:v>
                </c:pt>
                <c:pt idx="15374">
                  <c:v>628.91089999999997</c:v>
                </c:pt>
                <c:pt idx="15375">
                  <c:v>613.1345</c:v>
                </c:pt>
                <c:pt idx="15376">
                  <c:v>597.08029999999997</c:v>
                </c:pt>
                <c:pt idx="15377">
                  <c:v>583.90530000000001</c:v>
                </c:pt>
                <c:pt idx="15378">
                  <c:v>573.62189999999998</c:v>
                </c:pt>
                <c:pt idx="15379">
                  <c:v>563.5874</c:v>
                </c:pt>
                <c:pt idx="15380">
                  <c:v>552.96419999999921</c:v>
                </c:pt>
                <c:pt idx="15381">
                  <c:v>544.67650000000003</c:v>
                </c:pt>
                <c:pt idx="15382">
                  <c:v>539.29570000000081</c:v>
                </c:pt>
                <c:pt idx="15383">
                  <c:v>532.76089999999999</c:v>
                </c:pt>
                <c:pt idx="15384">
                  <c:v>523.6395</c:v>
                </c:pt>
                <c:pt idx="15385">
                  <c:v>518.03609999999946</c:v>
                </c:pt>
                <c:pt idx="15386">
                  <c:v>518.96349999999939</c:v>
                </c:pt>
                <c:pt idx="15387">
                  <c:v>508.46440000000001</c:v>
                </c:pt>
                <c:pt idx="15388">
                  <c:v>502.33980000000008</c:v>
                </c:pt>
                <c:pt idx="15389">
                  <c:v>493.88229999999999</c:v>
                </c:pt>
                <c:pt idx="15390">
                  <c:v>491.61810000000003</c:v>
                </c:pt>
                <c:pt idx="15391">
                  <c:v>481.3691</c:v>
                </c:pt>
                <c:pt idx="15392">
                  <c:v>500.41469999999993</c:v>
                </c:pt>
                <c:pt idx="15393">
                  <c:v>505.75139999999953</c:v>
                </c:pt>
                <c:pt idx="15394">
                  <c:v>511.3793</c:v>
                </c:pt>
                <c:pt idx="15395">
                  <c:v>503.22159999999946</c:v>
                </c:pt>
                <c:pt idx="15396">
                  <c:v>491.43469999999968</c:v>
                </c:pt>
                <c:pt idx="15397">
                  <c:v>477.0496000000004</c:v>
                </c:pt>
                <c:pt idx="15398">
                  <c:v>458.87909999999999</c:v>
                </c:pt>
                <c:pt idx="15399">
                  <c:v>443.9778</c:v>
                </c:pt>
                <c:pt idx="15400">
                  <c:v>436.27089999999993</c:v>
                </c:pt>
                <c:pt idx="15401">
                  <c:v>433.49499999999961</c:v>
                </c:pt>
                <c:pt idx="15402">
                  <c:v>434.15990000000033</c:v>
                </c:pt>
                <c:pt idx="15403">
                  <c:v>435.92669999999936</c:v>
                </c:pt>
                <c:pt idx="15404">
                  <c:v>430.18740000000008</c:v>
                </c:pt>
                <c:pt idx="15405">
                  <c:v>426.89589999999993</c:v>
                </c:pt>
                <c:pt idx="15406">
                  <c:v>422.10559999999964</c:v>
                </c:pt>
                <c:pt idx="15407">
                  <c:v>419.11200000000002</c:v>
                </c:pt>
                <c:pt idx="15408">
                  <c:v>414.59229999999968</c:v>
                </c:pt>
                <c:pt idx="15409">
                  <c:v>410.73970000000003</c:v>
                </c:pt>
                <c:pt idx="15410">
                  <c:v>406.13029999999969</c:v>
                </c:pt>
                <c:pt idx="15411">
                  <c:v>406.03809999999953</c:v>
                </c:pt>
                <c:pt idx="15412">
                  <c:v>406.20099999999968</c:v>
                </c:pt>
                <c:pt idx="15413">
                  <c:v>404.48299999999961</c:v>
                </c:pt>
                <c:pt idx="15414">
                  <c:v>400.91909999999967</c:v>
                </c:pt>
                <c:pt idx="15415">
                  <c:v>398.41399999999953</c:v>
                </c:pt>
                <c:pt idx="15416">
                  <c:v>395.68360000000001</c:v>
                </c:pt>
                <c:pt idx="15417">
                  <c:v>392.56229999999999</c:v>
                </c:pt>
                <c:pt idx="15418">
                  <c:v>401.23769999999968</c:v>
                </c:pt>
                <c:pt idx="15419">
                  <c:v>496.89449999999999</c:v>
                </c:pt>
                <c:pt idx="15420">
                  <c:v>726.70719999999949</c:v>
                </c:pt>
                <c:pt idx="15421">
                  <c:v>980.42279999999948</c:v>
                </c:pt>
                <c:pt idx="15422">
                  <c:v>975.06089999999949</c:v>
                </c:pt>
                <c:pt idx="15423">
                  <c:v>758.26030000000003</c:v>
                </c:pt>
                <c:pt idx="15424">
                  <c:v>630.09950000000003</c:v>
                </c:pt>
                <c:pt idx="15425">
                  <c:v>612.28219999999999</c:v>
                </c:pt>
                <c:pt idx="15426">
                  <c:v>591.04129999999907</c:v>
                </c:pt>
                <c:pt idx="15427">
                  <c:v>574.20169999999996</c:v>
                </c:pt>
                <c:pt idx="15428">
                  <c:v>562.89229999999907</c:v>
                </c:pt>
                <c:pt idx="15429">
                  <c:v>555.22130000000004</c:v>
                </c:pt>
                <c:pt idx="15430">
                  <c:v>556.59990000000005</c:v>
                </c:pt>
                <c:pt idx="15431">
                  <c:v>543.58550000000002</c:v>
                </c:pt>
                <c:pt idx="15432">
                  <c:v>484.73059999999936</c:v>
                </c:pt>
                <c:pt idx="15433">
                  <c:v>444.87729999999999</c:v>
                </c:pt>
                <c:pt idx="15434">
                  <c:v>415.92499999999961</c:v>
                </c:pt>
                <c:pt idx="15435">
                  <c:v>411.84809999999999</c:v>
                </c:pt>
                <c:pt idx="15436">
                  <c:v>413.83940000000001</c:v>
                </c:pt>
                <c:pt idx="15437">
                  <c:v>419.30759999999964</c:v>
                </c:pt>
                <c:pt idx="15438">
                  <c:v>429.43979999999954</c:v>
                </c:pt>
                <c:pt idx="15439">
                  <c:v>430.01220000000001</c:v>
                </c:pt>
                <c:pt idx="15440">
                  <c:v>425.28460000000001</c:v>
                </c:pt>
                <c:pt idx="15441">
                  <c:v>432.90519999999935</c:v>
                </c:pt>
                <c:pt idx="15442">
                  <c:v>452.16410000000002</c:v>
                </c:pt>
                <c:pt idx="15443">
                  <c:v>457.0138</c:v>
                </c:pt>
                <c:pt idx="15444">
                  <c:v>442.56649999999968</c:v>
                </c:pt>
                <c:pt idx="15445">
                  <c:v>433.07009999999968</c:v>
                </c:pt>
                <c:pt idx="15446">
                  <c:v>436.21089999999964</c:v>
                </c:pt>
                <c:pt idx="15447">
                  <c:v>436.34010000000001</c:v>
                </c:pt>
                <c:pt idx="15448">
                  <c:v>433.73059999999936</c:v>
                </c:pt>
                <c:pt idx="15449">
                  <c:v>436.04340000000002</c:v>
                </c:pt>
                <c:pt idx="15450">
                  <c:v>433.42859999999939</c:v>
                </c:pt>
                <c:pt idx="15451">
                  <c:v>429.94459999999964</c:v>
                </c:pt>
                <c:pt idx="15452">
                  <c:v>427.42859999999939</c:v>
                </c:pt>
                <c:pt idx="15453">
                  <c:v>429.24740000000008</c:v>
                </c:pt>
                <c:pt idx="15454">
                  <c:v>467.57420000000002</c:v>
                </c:pt>
                <c:pt idx="15455">
                  <c:v>543.91470000000004</c:v>
                </c:pt>
                <c:pt idx="15456">
                  <c:v>608.06899999999996</c:v>
                </c:pt>
                <c:pt idx="15457">
                  <c:v>607.41859999999997</c:v>
                </c:pt>
                <c:pt idx="15458">
                  <c:v>564.96129999999914</c:v>
                </c:pt>
                <c:pt idx="15459">
                  <c:v>548.91279999999949</c:v>
                </c:pt>
                <c:pt idx="15460">
                  <c:v>543.65009999999938</c:v>
                </c:pt>
                <c:pt idx="15461">
                  <c:v>523.6739000000008</c:v>
                </c:pt>
                <c:pt idx="15462">
                  <c:v>498.75470000000001</c:v>
                </c:pt>
                <c:pt idx="15463">
                  <c:v>486.61799999999999</c:v>
                </c:pt>
                <c:pt idx="15464">
                  <c:v>480.20649999999961</c:v>
                </c:pt>
                <c:pt idx="15465">
                  <c:v>472.30220000000008</c:v>
                </c:pt>
                <c:pt idx="15466">
                  <c:v>458.52639999999946</c:v>
                </c:pt>
                <c:pt idx="15467">
                  <c:v>450.209</c:v>
                </c:pt>
                <c:pt idx="15468">
                  <c:v>462.85700000000008</c:v>
                </c:pt>
                <c:pt idx="15469">
                  <c:v>466.36770000000001</c:v>
                </c:pt>
                <c:pt idx="15470">
                  <c:v>452.06889999999999</c:v>
                </c:pt>
                <c:pt idx="15471">
                  <c:v>440.43349999999936</c:v>
                </c:pt>
                <c:pt idx="15472">
                  <c:v>441.34840000000008</c:v>
                </c:pt>
                <c:pt idx="15473">
                  <c:v>430.80959999999999</c:v>
                </c:pt>
                <c:pt idx="15474">
                  <c:v>413.60919999999999</c:v>
                </c:pt>
                <c:pt idx="15475">
                  <c:v>395.7509</c:v>
                </c:pt>
                <c:pt idx="15476">
                  <c:v>380.27379999999954</c:v>
                </c:pt>
                <c:pt idx="15477">
                  <c:v>377.27140000000003</c:v>
                </c:pt>
                <c:pt idx="15478">
                  <c:v>372.47549999999961</c:v>
                </c:pt>
                <c:pt idx="15479">
                  <c:v>373.34350000000001</c:v>
                </c:pt>
                <c:pt idx="15480">
                  <c:v>369.80329999999969</c:v>
                </c:pt>
                <c:pt idx="15481">
                  <c:v>358.98569999999961</c:v>
                </c:pt>
                <c:pt idx="15482">
                  <c:v>363.19560000000001</c:v>
                </c:pt>
                <c:pt idx="15483">
                  <c:v>412.09559999999954</c:v>
                </c:pt>
                <c:pt idx="15484">
                  <c:v>484.26280000000008</c:v>
                </c:pt>
                <c:pt idx="15485">
                  <c:v>500.78349999999961</c:v>
                </c:pt>
                <c:pt idx="15486">
                  <c:v>487.77349999999967</c:v>
                </c:pt>
                <c:pt idx="15487">
                  <c:v>524.17030000000068</c:v>
                </c:pt>
                <c:pt idx="15488">
                  <c:v>627.87380000000053</c:v>
                </c:pt>
                <c:pt idx="15489">
                  <c:v>722.2364</c:v>
                </c:pt>
                <c:pt idx="15490">
                  <c:v>782.29000000000053</c:v>
                </c:pt>
                <c:pt idx="15491">
                  <c:v>953.90039999999999</c:v>
                </c:pt>
                <c:pt idx="15492">
                  <c:v>1144.5129999999999</c:v>
                </c:pt>
                <c:pt idx="15493">
                  <c:v>992.21289999999999</c:v>
                </c:pt>
                <c:pt idx="15494">
                  <c:v>668.1386</c:v>
                </c:pt>
                <c:pt idx="15495">
                  <c:v>621.96049999999946</c:v>
                </c:pt>
                <c:pt idx="15496">
                  <c:v>661.03199999999947</c:v>
                </c:pt>
                <c:pt idx="15497">
                  <c:v>620.88699999999949</c:v>
                </c:pt>
                <c:pt idx="15498">
                  <c:v>619.38619999999946</c:v>
                </c:pt>
                <c:pt idx="15499">
                  <c:v>630.61189999999999</c:v>
                </c:pt>
                <c:pt idx="15500">
                  <c:v>605.84249999999906</c:v>
                </c:pt>
                <c:pt idx="15501">
                  <c:v>556.3981</c:v>
                </c:pt>
                <c:pt idx="15502">
                  <c:v>533.06409999999948</c:v>
                </c:pt>
                <c:pt idx="15503">
                  <c:v>550.54459999999949</c:v>
                </c:pt>
                <c:pt idx="15504">
                  <c:v>580.65009999999938</c:v>
                </c:pt>
                <c:pt idx="15505">
                  <c:v>643.49219999999946</c:v>
                </c:pt>
                <c:pt idx="15506">
                  <c:v>694.11630000000002</c:v>
                </c:pt>
                <c:pt idx="15507">
                  <c:v>663.41780000000006</c:v>
                </c:pt>
                <c:pt idx="15508">
                  <c:v>572.56989999999996</c:v>
                </c:pt>
                <c:pt idx="15509">
                  <c:v>519.33619999999905</c:v>
                </c:pt>
                <c:pt idx="15510">
                  <c:v>514.05430000000001</c:v>
                </c:pt>
                <c:pt idx="15511">
                  <c:v>528.21880000000067</c:v>
                </c:pt>
                <c:pt idx="15512">
                  <c:v>558.65989999999999</c:v>
                </c:pt>
                <c:pt idx="15513">
                  <c:v>543.42989999999998</c:v>
                </c:pt>
                <c:pt idx="15514">
                  <c:v>489.08149999999961</c:v>
                </c:pt>
                <c:pt idx="15515">
                  <c:v>465.08879999999954</c:v>
                </c:pt>
                <c:pt idx="15516">
                  <c:v>468.73309999999935</c:v>
                </c:pt>
                <c:pt idx="15517">
                  <c:v>476.19799999999969</c:v>
                </c:pt>
                <c:pt idx="15518">
                  <c:v>475.25189999999969</c:v>
                </c:pt>
                <c:pt idx="15519">
                  <c:v>457.70069999999993</c:v>
                </c:pt>
                <c:pt idx="15520">
                  <c:v>440.97869999999961</c:v>
                </c:pt>
                <c:pt idx="15521">
                  <c:v>437.74700000000001</c:v>
                </c:pt>
                <c:pt idx="15522">
                  <c:v>437.14710000000002</c:v>
                </c:pt>
                <c:pt idx="15523">
                  <c:v>419.13529999999969</c:v>
                </c:pt>
                <c:pt idx="15524">
                  <c:v>372.2865999999994</c:v>
                </c:pt>
                <c:pt idx="15525">
                  <c:v>338.72029999999961</c:v>
                </c:pt>
                <c:pt idx="15526">
                  <c:v>329.2302999999996</c:v>
                </c:pt>
                <c:pt idx="15527">
                  <c:v>321.22199999999935</c:v>
                </c:pt>
                <c:pt idx="15528">
                  <c:v>308.26620000000003</c:v>
                </c:pt>
                <c:pt idx="15529">
                  <c:v>300.7200999999996</c:v>
                </c:pt>
                <c:pt idx="15530">
                  <c:v>298.42329999999947</c:v>
                </c:pt>
                <c:pt idx="15531">
                  <c:v>298.51060000000001</c:v>
                </c:pt>
                <c:pt idx="15532">
                  <c:v>296.67849999999999</c:v>
                </c:pt>
                <c:pt idx="15533">
                  <c:v>290.0686</c:v>
                </c:pt>
                <c:pt idx="15534">
                  <c:v>283.5412</c:v>
                </c:pt>
                <c:pt idx="15535">
                  <c:v>276.72749999999968</c:v>
                </c:pt>
                <c:pt idx="15536">
                  <c:v>268.54680000000002</c:v>
                </c:pt>
                <c:pt idx="15537">
                  <c:v>260.92989999999969</c:v>
                </c:pt>
                <c:pt idx="15538">
                  <c:v>255.76859999999999</c:v>
                </c:pt>
                <c:pt idx="15539">
                  <c:v>252.18140000000017</c:v>
                </c:pt>
                <c:pt idx="15540">
                  <c:v>250.80200000000016</c:v>
                </c:pt>
                <c:pt idx="15541">
                  <c:v>245.5814000000002</c:v>
                </c:pt>
                <c:pt idx="15542">
                  <c:v>237.07689999999999</c:v>
                </c:pt>
                <c:pt idx="15543">
                  <c:v>236.5093</c:v>
                </c:pt>
                <c:pt idx="15544">
                  <c:v>241.85980000000001</c:v>
                </c:pt>
                <c:pt idx="15545">
                  <c:v>242.29409999999999</c:v>
                </c:pt>
                <c:pt idx="15546">
                  <c:v>238.77329999999998</c:v>
                </c:pt>
                <c:pt idx="15547">
                  <c:v>233.86500000000001</c:v>
                </c:pt>
                <c:pt idx="15548">
                  <c:v>221.53150000000002</c:v>
                </c:pt>
                <c:pt idx="15549">
                  <c:v>203.49190000000004</c:v>
                </c:pt>
                <c:pt idx="15550">
                  <c:v>212.53110000000001</c:v>
                </c:pt>
                <c:pt idx="15551">
                  <c:v>225.53700000000001</c:v>
                </c:pt>
                <c:pt idx="15552">
                  <c:v>212.9915</c:v>
                </c:pt>
                <c:pt idx="15553">
                  <c:v>233.54489999999998</c:v>
                </c:pt>
                <c:pt idx="15554">
                  <c:v>231.51150000000001</c:v>
                </c:pt>
                <c:pt idx="15555">
                  <c:v>248.9477</c:v>
                </c:pt>
                <c:pt idx="15556">
                  <c:v>254.45000000000007</c:v>
                </c:pt>
                <c:pt idx="15557">
                  <c:v>248.9325</c:v>
                </c:pt>
                <c:pt idx="15558">
                  <c:v>249.19290000000001</c:v>
                </c:pt>
                <c:pt idx="15559">
                  <c:v>244.27559999999983</c:v>
                </c:pt>
                <c:pt idx="15560">
                  <c:v>234.99080000000001</c:v>
                </c:pt>
                <c:pt idx="15561">
                  <c:v>226.8492</c:v>
                </c:pt>
                <c:pt idx="15562">
                  <c:v>228.64069999999998</c:v>
                </c:pt>
                <c:pt idx="15563">
                  <c:v>235.44900000000001</c:v>
                </c:pt>
                <c:pt idx="15564">
                  <c:v>250.80620000000016</c:v>
                </c:pt>
                <c:pt idx="15565">
                  <c:v>270.96809999999954</c:v>
                </c:pt>
                <c:pt idx="15566">
                  <c:v>248.03810000000001</c:v>
                </c:pt>
                <c:pt idx="15567">
                  <c:v>266.85500000000002</c:v>
                </c:pt>
                <c:pt idx="15568">
                  <c:v>265.26749999999993</c:v>
                </c:pt>
                <c:pt idx="15569">
                  <c:v>249.12620000000001</c:v>
                </c:pt>
                <c:pt idx="15570">
                  <c:v>261.47909999999968</c:v>
                </c:pt>
                <c:pt idx="15571">
                  <c:v>272.23619999999931</c:v>
                </c:pt>
                <c:pt idx="15572">
                  <c:v>295.15210000000002</c:v>
                </c:pt>
                <c:pt idx="15573">
                  <c:v>308.24799999999999</c:v>
                </c:pt>
                <c:pt idx="15574">
                  <c:v>314.59649999999954</c:v>
                </c:pt>
                <c:pt idx="15575">
                  <c:v>328.98719999999935</c:v>
                </c:pt>
                <c:pt idx="15576">
                  <c:v>338.90849999999961</c:v>
                </c:pt>
                <c:pt idx="15577">
                  <c:v>341.68369999999999</c:v>
                </c:pt>
                <c:pt idx="15578">
                  <c:v>343.13569999999999</c:v>
                </c:pt>
                <c:pt idx="15579">
                  <c:v>348.23169999999953</c:v>
                </c:pt>
                <c:pt idx="15580">
                  <c:v>351.39179999999953</c:v>
                </c:pt>
                <c:pt idx="15581">
                  <c:v>366.57139999999936</c:v>
                </c:pt>
                <c:pt idx="15582">
                  <c:v>388.17340000000002</c:v>
                </c:pt>
                <c:pt idx="15583">
                  <c:v>403.21899999999954</c:v>
                </c:pt>
                <c:pt idx="15584">
                  <c:v>395.93289999999968</c:v>
                </c:pt>
                <c:pt idx="15585">
                  <c:v>395.68880000000001</c:v>
                </c:pt>
                <c:pt idx="15586">
                  <c:v>428.60730000000001</c:v>
                </c:pt>
                <c:pt idx="15587">
                  <c:v>463.32679999999954</c:v>
                </c:pt>
                <c:pt idx="15588">
                  <c:v>465.28859999999935</c:v>
                </c:pt>
                <c:pt idx="15589">
                  <c:v>448.65890000000002</c:v>
                </c:pt>
                <c:pt idx="15590">
                  <c:v>438.92109999999934</c:v>
                </c:pt>
                <c:pt idx="15591">
                  <c:v>434.26190000000003</c:v>
                </c:pt>
                <c:pt idx="15592">
                  <c:v>438.33679999999936</c:v>
                </c:pt>
                <c:pt idx="15593">
                  <c:v>451.31259999999969</c:v>
                </c:pt>
                <c:pt idx="15594">
                  <c:v>502.82599999999968</c:v>
                </c:pt>
                <c:pt idx="15595">
                  <c:v>617.20270000000005</c:v>
                </c:pt>
                <c:pt idx="15596">
                  <c:v>674.52890000000002</c:v>
                </c:pt>
                <c:pt idx="15597">
                  <c:v>661.63490000000002</c:v>
                </c:pt>
                <c:pt idx="15598">
                  <c:v>645.58420000000001</c:v>
                </c:pt>
                <c:pt idx="15599">
                  <c:v>599.95749999999907</c:v>
                </c:pt>
                <c:pt idx="15600">
                  <c:v>555.51609999999948</c:v>
                </c:pt>
                <c:pt idx="15601">
                  <c:v>542.48979999999995</c:v>
                </c:pt>
                <c:pt idx="15602">
                  <c:v>529.78490000000068</c:v>
                </c:pt>
                <c:pt idx="15603">
                  <c:v>521.5752</c:v>
                </c:pt>
                <c:pt idx="15604">
                  <c:v>513.28000000000054</c:v>
                </c:pt>
                <c:pt idx="15605">
                  <c:v>504.64800000000002</c:v>
                </c:pt>
                <c:pt idx="15606">
                  <c:v>521.01759999999933</c:v>
                </c:pt>
                <c:pt idx="15607">
                  <c:v>530.67860000000053</c:v>
                </c:pt>
                <c:pt idx="15608">
                  <c:v>530.08669999999938</c:v>
                </c:pt>
                <c:pt idx="15609">
                  <c:v>519.9769</c:v>
                </c:pt>
                <c:pt idx="15610">
                  <c:v>510.44819999999953</c:v>
                </c:pt>
                <c:pt idx="15611">
                  <c:v>502.3956</c:v>
                </c:pt>
                <c:pt idx="15612">
                  <c:v>496.0745</c:v>
                </c:pt>
                <c:pt idx="15613">
                  <c:v>494.44990000000001</c:v>
                </c:pt>
                <c:pt idx="15614">
                  <c:v>506.01169999999968</c:v>
                </c:pt>
                <c:pt idx="15615">
                  <c:v>533.90989999999999</c:v>
                </c:pt>
                <c:pt idx="15616">
                  <c:v>553.30889999999999</c:v>
                </c:pt>
                <c:pt idx="15617">
                  <c:v>566.91229999999905</c:v>
                </c:pt>
                <c:pt idx="15618">
                  <c:v>555.61719999999946</c:v>
                </c:pt>
                <c:pt idx="15619">
                  <c:v>553.04049999999938</c:v>
                </c:pt>
                <c:pt idx="15620">
                  <c:v>551.3877</c:v>
                </c:pt>
                <c:pt idx="15621">
                  <c:v>549.44679999999948</c:v>
                </c:pt>
                <c:pt idx="15622">
                  <c:v>550.83059999999921</c:v>
                </c:pt>
                <c:pt idx="15623">
                  <c:v>544.89749999999947</c:v>
                </c:pt>
                <c:pt idx="15624">
                  <c:v>536.97029999999938</c:v>
                </c:pt>
                <c:pt idx="15625">
                  <c:v>528.97990000000004</c:v>
                </c:pt>
                <c:pt idx="15626">
                  <c:v>520.33119999999906</c:v>
                </c:pt>
                <c:pt idx="15627">
                  <c:v>519.572</c:v>
                </c:pt>
                <c:pt idx="15628">
                  <c:v>535.36319999999921</c:v>
                </c:pt>
                <c:pt idx="15629">
                  <c:v>574.58029999999997</c:v>
                </c:pt>
                <c:pt idx="15630">
                  <c:v>615.17600000000004</c:v>
                </c:pt>
                <c:pt idx="15631">
                  <c:v>629.50540000000001</c:v>
                </c:pt>
                <c:pt idx="15632">
                  <c:v>626.96959999999933</c:v>
                </c:pt>
                <c:pt idx="15633">
                  <c:v>625.60850000000005</c:v>
                </c:pt>
                <c:pt idx="15634">
                  <c:v>652.64480000000003</c:v>
                </c:pt>
                <c:pt idx="15635">
                  <c:v>692.62450000000001</c:v>
                </c:pt>
                <c:pt idx="15636">
                  <c:v>762.17360000000053</c:v>
                </c:pt>
                <c:pt idx="15637">
                  <c:v>1212.4380000000001</c:v>
                </c:pt>
                <c:pt idx="15638">
                  <c:v>1633.895</c:v>
                </c:pt>
                <c:pt idx="15639">
                  <c:v>1584.8</c:v>
                </c:pt>
                <c:pt idx="15640">
                  <c:v>1197.6399999999999</c:v>
                </c:pt>
                <c:pt idx="15641">
                  <c:v>1026.0939999999998</c:v>
                </c:pt>
                <c:pt idx="15642">
                  <c:v>958.78009999999995</c:v>
                </c:pt>
                <c:pt idx="15643">
                  <c:v>987.44409999999948</c:v>
                </c:pt>
                <c:pt idx="15644">
                  <c:v>1064.57</c:v>
                </c:pt>
                <c:pt idx="15645">
                  <c:v>1119.992</c:v>
                </c:pt>
                <c:pt idx="15646">
                  <c:v>1107.4560000000001</c:v>
                </c:pt>
                <c:pt idx="15647">
                  <c:v>1064.165</c:v>
                </c:pt>
                <c:pt idx="15648">
                  <c:v>1022.287</c:v>
                </c:pt>
                <c:pt idx="15649">
                  <c:v>988.64070000000004</c:v>
                </c:pt>
                <c:pt idx="15650">
                  <c:v>959.68510000000003</c:v>
                </c:pt>
                <c:pt idx="15651">
                  <c:v>932.83949999999948</c:v>
                </c:pt>
                <c:pt idx="15652">
                  <c:v>905.43509999999947</c:v>
                </c:pt>
                <c:pt idx="15653">
                  <c:v>885.75619999999947</c:v>
                </c:pt>
                <c:pt idx="15654">
                  <c:v>1319.066</c:v>
                </c:pt>
                <c:pt idx="15655">
                  <c:v>1678.5739999999998</c:v>
                </c:pt>
                <c:pt idx="15656">
                  <c:v>1954.5829999999999</c:v>
                </c:pt>
                <c:pt idx="15657">
                  <c:v>1632.3439999999998</c:v>
                </c:pt>
                <c:pt idx="15658">
                  <c:v>1593.827</c:v>
                </c:pt>
                <c:pt idx="15659">
                  <c:v>1558.91</c:v>
                </c:pt>
                <c:pt idx="15660">
                  <c:v>1441.0929999999998</c:v>
                </c:pt>
                <c:pt idx="15661">
                  <c:v>1296.414</c:v>
                </c:pt>
                <c:pt idx="15662">
                  <c:v>1375.586</c:v>
                </c:pt>
                <c:pt idx="15663">
                  <c:v>1846.3329999999999</c:v>
                </c:pt>
                <c:pt idx="15664">
                  <c:v>2694.2249999999967</c:v>
                </c:pt>
                <c:pt idx="15665">
                  <c:v>3181.4830000000002</c:v>
                </c:pt>
                <c:pt idx="15666">
                  <c:v>3113.4859999999999</c:v>
                </c:pt>
                <c:pt idx="15667">
                  <c:v>3374.5729999999999</c:v>
                </c:pt>
                <c:pt idx="15668">
                  <c:v>4161.8540000000003</c:v>
                </c:pt>
                <c:pt idx="15669">
                  <c:v>4507.08</c:v>
                </c:pt>
                <c:pt idx="15670">
                  <c:v>3621.92</c:v>
                </c:pt>
                <c:pt idx="15671">
                  <c:v>3036.7819999999997</c:v>
                </c:pt>
                <c:pt idx="15672">
                  <c:v>2847.652</c:v>
                </c:pt>
                <c:pt idx="15673">
                  <c:v>3853.7649999999967</c:v>
                </c:pt>
                <c:pt idx="15674">
                  <c:v>5791.4839999999995</c:v>
                </c:pt>
                <c:pt idx="15675">
                  <c:v>6087.73</c:v>
                </c:pt>
                <c:pt idx="15676">
                  <c:v>4191.3910000000014</c:v>
                </c:pt>
                <c:pt idx="15677">
                  <c:v>2638.8389999999999</c:v>
                </c:pt>
                <c:pt idx="15678">
                  <c:v>2390.6550000000002</c:v>
                </c:pt>
                <c:pt idx="15679">
                  <c:v>2269.1959999999999</c:v>
                </c:pt>
                <c:pt idx="15680">
                  <c:v>2040.116</c:v>
                </c:pt>
                <c:pt idx="15681">
                  <c:v>1888.1369999999999</c:v>
                </c:pt>
                <c:pt idx="15682">
                  <c:v>1835.1949999999986</c:v>
                </c:pt>
                <c:pt idx="15683">
                  <c:v>2272.1529999999998</c:v>
                </c:pt>
                <c:pt idx="15684">
                  <c:v>2108.4760000000001</c:v>
                </c:pt>
                <c:pt idx="15685">
                  <c:v>1785.752</c:v>
                </c:pt>
                <c:pt idx="15686">
                  <c:v>2120.8700000000022</c:v>
                </c:pt>
                <c:pt idx="15687">
                  <c:v>2313.348</c:v>
                </c:pt>
                <c:pt idx="15688">
                  <c:v>2260.8649999999998</c:v>
                </c:pt>
                <c:pt idx="15689">
                  <c:v>1891.6119999999999</c:v>
                </c:pt>
                <c:pt idx="15690">
                  <c:v>1547.377</c:v>
                </c:pt>
                <c:pt idx="15691">
                  <c:v>1391.386</c:v>
                </c:pt>
                <c:pt idx="15692">
                  <c:v>1318.992</c:v>
                </c:pt>
                <c:pt idx="15693">
                  <c:v>1257.4860000000001</c:v>
                </c:pt>
                <c:pt idx="15694">
                  <c:v>1214.549</c:v>
                </c:pt>
                <c:pt idx="15695">
                  <c:v>1176.3009999999999</c:v>
                </c:pt>
                <c:pt idx="15696">
                  <c:v>1151.127</c:v>
                </c:pt>
                <c:pt idx="15697">
                  <c:v>1141.4680000000001</c:v>
                </c:pt>
                <c:pt idx="15698">
                  <c:v>1157.511</c:v>
                </c:pt>
                <c:pt idx="15699">
                  <c:v>1192.0919999999999</c:v>
                </c:pt>
                <c:pt idx="15700">
                  <c:v>1192.7260000000001</c:v>
                </c:pt>
                <c:pt idx="15701">
                  <c:v>1148.432</c:v>
                </c:pt>
                <c:pt idx="15702">
                  <c:v>1109.8429999999998</c:v>
                </c:pt>
                <c:pt idx="15703">
                  <c:v>1085.7329999999999</c:v>
                </c:pt>
                <c:pt idx="15704">
                  <c:v>1061.4949999999999</c:v>
                </c:pt>
                <c:pt idx="15705">
                  <c:v>1046.5350000000001</c:v>
                </c:pt>
                <c:pt idx="15706">
                  <c:v>1036.009</c:v>
                </c:pt>
                <c:pt idx="15707">
                  <c:v>1020.272</c:v>
                </c:pt>
                <c:pt idx="15708">
                  <c:v>1001.627</c:v>
                </c:pt>
                <c:pt idx="15709">
                  <c:v>985.04989999999998</c:v>
                </c:pt>
                <c:pt idx="15710">
                  <c:v>969.47270000000003</c:v>
                </c:pt>
                <c:pt idx="15711">
                  <c:v>954.94559999999933</c:v>
                </c:pt>
                <c:pt idx="15712">
                  <c:v>939.84139999999934</c:v>
                </c:pt>
                <c:pt idx="15713">
                  <c:v>925.40030000000002</c:v>
                </c:pt>
                <c:pt idx="15714">
                  <c:v>911.46319999999946</c:v>
                </c:pt>
                <c:pt idx="15715">
                  <c:v>899.06819999999948</c:v>
                </c:pt>
                <c:pt idx="15716">
                  <c:v>887.2346</c:v>
                </c:pt>
                <c:pt idx="15717">
                  <c:v>875.4671999999988</c:v>
                </c:pt>
                <c:pt idx="15718">
                  <c:v>865.10659999999996</c:v>
                </c:pt>
                <c:pt idx="15719">
                  <c:v>891.99570000000051</c:v>
                </c:pt>
                <c:pt idx="15720">
                  <c:v>1043.9829999999999</c:v>
                </c:pt>
                <c:pt idx="15721">
                  <c:v>1153.229</c:v>
                </c:pt>
                <c:pt idx="15722">
                  <c:v>1436.11</c:v>
                </c:pt>
                <c:pt idx="15723">
                  <c:v>1395.7560000000001</c:v>
                </c:pt>
                <c:pt idx="15724">
                  <c:v>1256.7329999999999</c:v>
                </c:pt>
                <c:pt idx="15725">
                  <c:v>1069.165</c:v>
                </c:pt>
                <c:pt idx="15726">
                  <c:v>1028.836</c:v>
                </c:pt>
                <c:pt idx="15727">
                  <c:v>983.79570000000081</c:v>
                </c:pt>
                <c:pt idx="15728">
                  <c:v>955.58450000000005</c:v>
                </c:pt>
                <c:pt idx="15729">
                  <c:v>922.62019999999939</c:v>
                </c:pt>
                <c:pt idx="15730">
                  <c:v>926.88009999999997</c:v>
                </c:pt>
                <c:pt idx="15731">
                  <c:v>1275.7060000000001</c:v>
                </c:pt>
                <c:pt idx="15732">
                  <c:v>2115.6379999999999</c:v>
                </c:pt>
                <c:pt idx="15733">
                  <c:v>2451.752</c:v>
                </c:pt>
                <c:pt idx="15734">
                  <c:v>1782.9939999999999</c:v>
                </c:pt>
                <c:pt idx="15735">
                  <c:v>1275.835</c:v>
                </c:pt>
                <c:pt idx="15736">
                  <c:v>1141.8239999999998</c:v>
                </c:pt>
                <c:pt idx="15737">
                  <c:v>1053.8519999999999</c:v>
                </c:pt>
                <c:pt idx="15738">
                  <c:v>1013.516</c:v>
                </c:pt>
                <c:pt idx="15739">
                  <c:v>988.75779999999997</c:v>
                </c:pt>
                <c:pt idx="15740">
                  <c:v>963.90739999999948</c:v>
                </c:pt>
                <c:pt idx="15741">
                  <c:v>941.83799999999906</c:v>
                </c:pt>
                <c:pt idx="15742">
                  <c:v>922.82549999999947</c:v>
                </c:pt>
                <c:pt idx="15743">
                  <c:v>907.54390000000001</c:v>
                </c:pt>
                <c:pt idx="15744">
                  <c:v>893.54229999999882</c:v>
                </c:pt>
                <c:pt idx="15745">
                  <c:v>878.66269999999906</c:v>
                </c:pt>
                <c:pt idx="15746">
                  <c:v>865.67460000000005</c:v>
                </c:pt>
                <c:pt idx="15747">
                  <c:v>857.13559999999939</c:v>
                </c:pt>
                <c:pt idx="15748">
                  <c:v>841.15499999999997</c:v>
                </c:pt>
                <c:pt idx="15749">
                  <c:v>831.92089999999996</c:v>
                </c:pt>
                <c:pt idx="15750">
                  <c:v>823.44229999999902</c:v>
                </c:pt>
                <c:pt idx="15751">
                  <c:v>893.43189999999947</c:v>
                </c:pt>
                <c:pt idx="15752">
                  <c:v>1017.002</c:v>
                </c:pt>
                <c:pt idx="15753">
                  <c:v>1305.0729999999999</c:v>
                </c:pt>
                <c:pt idx="15754">
                  <c:v>1664.6589999999999</c:v>
                </c:pt>
                <c:pt idx="15755">
                  <c:v>1651.5129999999999</c:v>
                </c:pt>
                <c:pt idx="15756">
                  <c:v>1305.3929999999998</c:v>
                </c:pt>
                <c:pt idx="15757">
                  <c:v>1053.076</c:v>
                </c:pt>
                <c:pt idx="15758">
                  <c:v>973.70719999999949</c:v>
                </c:pt>
                <c:pt idx="15759">
                  <c:v>991.26900000000001</c:v>
                </c:pt>
                <c:pt idx="15760">
                  <c:v>1029.789</c:v>
                </c:pt>
                <c:pt idx="15761">
                  <c:v>1023.1559999999994</c:v>
                </c:pt>
                <c:pt idx="15762">
                  <c:v>1733.1429999999998</c:v>
                </c:pt>
                <c:pt idx="15763">
                  <c:v>3164.07</c:v>
                </c:pt>
                <c:pt idx="15764">
                  <c:v>3885.3540000000012</c:v>
                </c:pt>
                <c:pt idx="15765">
                  <c:v>2725.3560000000002</c:v>
                </c:pt>
                <c:pt idx="15766">
                  <c:v>1588.8799999999999</c:v>
                </c:pt>
                <c:pt idx="15767">
                  <c:v>2492.3380000000002</c:v>
                </c:pt>
                <c:pt idx="15768">
                  <c:v>3714.92</c:v>
                </c:pt>
                <c:pt idx="15769">
                  <c:v>3792.9229999999998</c:v>
                </c:pt>
                <c:pt idx="15770">
                  <c:v>2448.4699999999998</c:v>
                </c:pt>
                <c:pt idx="15771">
                  <c:v>1475.5939999999998</c:v>
                </c:pt>
                <c:pt idx="15772">
                  <c:v>1371.4970000000001</c:v>
                </c:pt>
                <c:pt idx="15773">
                  <c:v>1303.3599999999999</c:v>
                </c:pt>
                <c:pt idx="15774">
                  <c:v>1211.7090000000001</c:v>
                </c:pt>
                <c:pt idx="15775">
                  <c:v>1283.9929999999999</c:v>
                </c:pt>
                <c:pt idx="15776">
                  <c:v>1350.7819999999999</c:v>
                </c:pt>
                <c:pt idx="15777">
                  <c:v>1411.9190000000001</c:v>
                </c:pt>
                <c:pt idx="15778">
                  <c:v>1736.3489999999999</c:v>
                </c:pt>
                <c:pt idx="15779">
                  <c:v>2117.0320000000002</c:v>
                </c:pt>
                <c:pt idx="15780">
                  <c:v>2253.3760000000002</c:v>
                </c:pt>
                <c:pt idx="15781">
                  <c:v>2282.2379999999998</c:v>
                </c:pt>
                <c:pt idx="15782">
                  <c:v>2183.8350000000028</c:v>
                </c:pt>
                <c:pt idx="15783">
                  <c:v>1921.82</c:v>
                </c:pt>
                <c:pt idx="15784">
                  <c:v>1655.723</c:v>
                </c:pt>
                <c:pt idx="15785">
                  <c:v>1605.6889999999999</c:v>
                </c:pt>
                <c:pt idx="15786">
                  <c:v>1535.2090000000001</c:v>
                </c:pt>
                <c:pt idx="15787">
                  <c:v>1424.288</c:v>
                </c:pt>
                <c:pt idx="15788">
                  <c:v>1363.951</c:v>
                </c:pt>
                <c:pt idx="15789">
                  <c:v>1305.1479999999999</c:v>
                </c:pt>
                <c:pt idx="15790">
                  <c:v>1252.056</c:v>
                </c:pt>
                <c:pt idx="15791">
                  <c:v>1214.1479999999999</c:v>
                </c:pt>
                <c:pt idx="15792">
                  <c:v>1185.386</c:v>
                </c:pt>
                <c:pt idx="15793">
                  <c:v>1276.1179999999999</c:v>
                </c:pt>
                <c:pt idx="15794">
                  <c:v>1832.758</c:v>
                </c:pt>
                <c:pt idx="15795">
                  <c:v>3245.498</c:v>
                </c:pt>
                <c:pt idx="15796">
                  <c:v>3595.9490000000001</c:v>
                </c:pt>
                <c:pt idx="15797">
                  <c:v>2699.2619999999997</c:v>
                </c:pt>
                <c:pt idx="15798">
                  <c:v>1727.2909999999999</c:v>
                </c:pt>
                <c:pt idx="15799">
                  <c:v>1571.807</c:v>
                </c:pt>
                <c:pt idx="15800">
                  <c:v>1510.6919999999998</c:v>
                </c:pt>
                <c:pt idx="15801">
                  <c:v>1399.6939999999986</c:v>
                </c:pt>
                <c:pt idx="15802">
                  <c:v>1371.9349999999999</c:v>
                </c:pt>
                <c:pt idx="15803">
                  <c:v>1311.895</c:v>
                </c:pt>
                <c:pt idx="15804">
                  <c:v>1265.979</c:v>
                </c:pt>
                <c:pt idx="15805">
                  <c:v>1252.0039999999999</c:v>
                </c:pt>
                <c:pt idx="15806">
                  <c:v>1235.7470000000001</c:v>
                </c:pt>
                <c:pt idx="15807">
                  <c:v>1222.9560000000001</c:v>
                </c:pt>
                <c:pt idx="15808">
                  <c:v>1253.115</c:v>
                </c:pt>
                <c:pt idx="15809">
                  <c:v>1432.279</c:v>
                </c:pt>
                <c:pt idx="15810">
                  <c:v>1620.008</c:v>
                </c:pt>
                <c:pt idx="15811">
                  <c:v>1571.2239999999999</c:v>
                </c:pt>
                <c:pt idx="15812">
                  <c:v>1362.1969999999999</c:v>
                </c:pt>
                <c:pt idx="15813">
                  <c:v>1256.07</c:v>
                </c:pt>
                <c:pt idx="15814">
                  <c:v>1204.819</c:v>
                </c:pt>
                <c:pt idx="15815">
                  <c:v>1353.038</c:v>
                </c:pt>
                <c:pt idx="15816">
                  <c:v>2386.0070000000001</c:v>
                </c:pt>
                <c:pt idx="15817">
                  <c:v>3142.1019999999999</c:v>
                </c:pt>
                <c:pt idx="15818">
                  <c:v>3098.6419999999998</c:v>
                </c:pt>
                <c:pt idx="15819">
                  <c:v>2139.9569999999999</c:v>
                </c:pt>
                <c:pt idx="15820">
                  <c:v>1493.338</c:v>
                </c:pt>
                <c:pt idx="15821">
                  <c:v>1441.6369999999999</c:v>
                </c:pt>
                <c:pt idx="15822">
                  <c:v>1402.98</c:v>
                </c:pt>
                <c:pt idx="15823">
                  <c:v>1337.2449999999999</c:v>
                </c:pt>
                <c:pt idx="15824">
                  <c:v>1290.6979999999999</c:v>
                </c:pt>
                <c:pt idx="15825">
                  <c:v>1219.808</c:v>
                </c:pt>
                <c:pt idx="15826">
                  <c:v>1175.675</c:v>
                </c:pt>
                <c:pt idx="15827">
                  <c:v>1151.5909999999999</c:v>
                </c:pt>
                <c:pt idx="15828">
                  <c:v>1145.557</c:v>
                </c:pt>
                <c:pt idx="15829">
                  <c:v>1158.0639999999999</c:v>
                </c:pt>
                <c:pt idx="15830">
                  <c:v>1175.1699999999998</c:v>
                </c:pt>
                <c:pt idx="15831">
                  <c:v>1212.1009999999999</c:v>
                </c:pt>
                <c:pt idx="15832">
                  <c:v>1276.2380000000001</c:v>
                </c:pt>
                <c:pt idx="15833">
                  <c:v>1417.421</c:v>
                </c:pt>
                <c:pt idx="15834">
                  <c:v>1589.491</c:v>
                </c:pt>
                <c:pt idx="15835">
                  <c:v>1708.5519999999999</c:v>
                </c:pt>
                <c:pt idx="15836">
                  <c:v>1645.1839999999986</c:v>
                </c:pt>
                <c:pt idx="15837">
                  <c:v>1532.9590000000001</c:v>
                </c:pt>
                <c:pt idx="15838">
                  <c:v>1623.325</c:v>
                </c:pt>
                <c:pt idx="15839">
                  <c:v>1993.2439999999999</c:v>
                </c:pt>
                <c:pt idx="15840">
                  <c:v>2497.4589999999998</c:v>
                </c:pt>
                <c:pt idx="15841">
                  <c:v>2778.74</c:v>
                </c:pt>
                <c:pt idx="15842">
                  <c:v>2429.2649999999967</c:v>
                </c:pt>
                <c:pt idx="15843">
                  <c:v>1844.076</c:v>
                </c:pt>
                <c:pt idx="15844">
                  <c:v>1596.0739999999998</c:v>
                </c:pt>
                <c:pt idx="15845">
                  <c:v>1524.739</c:v>
                </c:pt>
                <c:pt idx="15846">
                  <c:v>1431.4449999999999</c:v>
                </c:pt>
                <c:pt idx="15847">
                  <c:v>1387.2249999999999</c:v>
                </c:pt>
                <c:pt idx="15848">
                  <c:v>1375.8219999999999</c:v>
                </c:pt>
                <c:pt idx="15849">
                  <c:v>1376.558</c:v>
                </c:pt>
                <c:pt idx="15850">
                  <c:v>1335.8739999999998</c:v>
                </c:pt>
                <c:pt idx="15851">
                  <c:v>1241.3150000000001</c:v>
                </c:pt>
                <c:pt idx="15852">
                  <c:v>1178.01</c:v>
                </c:pt>
                <c:pt idx="15853">
                  <c:v>1156.2070000000001</c:v>
                </c:pt>
                <c:pt idx="15854">
                  <c:v>1142.0450000000001</c:v>
                </c:pt>
                <c:pt idx="15855">
                  <c:v>1129.8989999999999</c:v>
                </c:pt>
                <c:pt idx="15856">
                  <c:v>1108.9000000000001</c:v>
                </c:pt>
                <c:pt idx="15857">
                  <c:v>1059.6779999999999</c:v>
                </c:pt>
                <c:pt idx="15858">
                  <c:v>960.79729999999938</c:v>
                </c:pt>
                <c:pt idx="15859">
                  <c:v>852.60109999999997</c:v>
                </c:pt>
                <c:pt idx="15860">
                  <c:v>797.82099999999946</c:v>
                </c:pt>
                <c:pt idx="15861">
                  <c:v>769.74880000000053</c:v>
                </c:pt>
                <c:pt idx="15862">
                  <c:v>758.14409999999998</c:v>
                </c:pt>
                <c:pt idx="15863">
                  <c:v>743.98719999999946</c:v>
                </c:pt>
                <c:pt idx="15864">
                  <c:v>719.54399999999998</c:v>
                </c:pt>
                <c:pt idx="15865">
                  <c:v>688.60709999999949</c:v>
                </c:pt>
                <c:pt idx="15866">
                  <c:v>651.19890000000055</c:v>
                </c:pt>
                <c:pt idx="15867">
                  <c:v>620.6241</c:v>
                </c:pt>
                <c:pt idx="15868">
                  <c:v>597.66480000000001</c:v>
                </c:pt>
                <c:pt idx="15869">
                  <c:v>579.94029999999907</c:v>
                </c:pt>
                <c:pt idx="15870">
                  <c:v>569.94779999999946</c:v>
                </c:pt>
                <c:pt idx="15871">
                  <c:v>563.12480000000005</c:v>
                </c:pt>
                <c:pt idx="15872">
                  <c:v>538.28219999999999</c:v>
                </c:pt>
                <c:pt idx="15873">
                  <c:v>504.85140000000001</c:v>
                </c:pt>
                <c:pt idx="15874">
                  <c:v>483.79419999999953</c:v>
                </c:pt>
                <c:pt idx="15875">
                  <c:v>470.51920000000001</c:v>
                </c:pt>
                <c:pt idx="15876">
                  <c:v>454.74</c:v>
                </c:pt>
                <c:pt idx="15877">
                  <c:v>437.46879999999953</c:v>
                </c:pt>
                <c:pt idx="15878">
                  <c:v>426.10480000000047</c:v>
                </c:pt>
                <c:pt idx="15879">
                  <c:v>412.86</c:v>
                </c:pt>
                <c:pt idx="15880">
                  <c:v>406.16379999999964</c:v>
                </c:pt>
                <c:pt idx="15881">
                  <c:v>417.86439999999999</c:v>
                </c:pt>
                <c:pt idx="15882">
                  <c:v>411.73769999999968</c:v>
                </c:pt>
                <c:pt idx="15883">
                  <c:v>400.85550000000001</c:v>
                </c:pt>
                <c:pt idx="15884">
                  <c:v>397.74970000000002</c:v>
                </c:pt>
                <c:pt idx="15885">
                  <c:v>388.97789999999969</c:v>
                </c:pt>
                <c:pt idx="15886">
                  <c:v>369.31869999999969</c:v>
                </c:pt>
                <c:pt idx="15887">
                  <c:v>347.99819999999931</c:v>
                </c:pt>
                <c:pt idx="15888">
                  <c:v>322.89569999999969</c:v>
                </c:pt>
                <c:pt idx="15889">
                  <c:v>315.71960000000001</c:v>
                </c:pt>
                <c:pt idx="15890">
                  <c:v>328.54070000000002</c:v>
                </c:pt>
                <c:pt idx="15891">
                  <c:v>331.25229999999999</c:v>
                </c:pt>
                <c:pt idx="15892">
                  <c:v>337.03909999999968</c:v>
                </c:pt>
                <c:pt idx="15893">
                  <c:v>352.16390000000001</c:v>
                </c:pt>
                <c:pt idx="15894">
                  <c:v>348.50990000000002</c:v>
                </c:pt>
                <c:pt idx="15895">
                  <c:v>334.93049999999954</c:v>
                </c:pt>
                <c:pt idx="15896">
                  <c:v>323.07749999999999</c:v>
                </c:pt>
                <c:pt idx="15897">
                  <c:v>322.67520000000002</c:v>
                </c:pt>
                <c:pt idx="15898">
                  <c:v>322.27080000000001</c:v>
                </c:pt>
                <c:pt idx="15899">
                  <c:v>315.23709999999954</c:v>
                </c:pt>
                <c:pt idx="15900">
                  <c:v>314.03039999999953</c:v>
                </c:pt>
                <c:pt idx="15901">
                  <c:v>311.98729999999961</c:v>
                </c:pt>
                <c:pt idx="15902">
                  <c:v>312.46289999999999</c:v>
                </c:pt>
                <c:pt idx="15903">
                  <c:v>311.82080000000002</c:v>
                </c:pt>
                <c:pt idx="15904">
                  <c:v>322.67160000000001</c:v>
                </c:pt>
                <c:pt idx="15905">
                  <c:v>328.12990000000002</c:v>
                </c:pt>
                <c:pt idx="15906">
                  <c:v>320.57709999999969</c:v>
                </c:pt>
                <c:pt idx="15907">
                  <c:v>317.78619999999933</c:v>
                </c:pt>
                <c:pt idx="15908">
                  <c:v>315.96709999999968</c:v>
                </c:pt>
                <c:pt idx="15909">
                  <c:v>319.88169999999968</c:v>
                </c:pt>
                <c:pt idx="15910">
                  <c:v>345.11270000000002</c:v>
                </c:pt>
                <c:pt idx="15911">
                  <c:v>345.6490000000004</c:v>
                </c:pt>
                <c:pt idx="15912">
                  <c:v>338.09449999999993</c:v>
                </c:pt>
                <c:pt idx="15913">
                  <c:v>327.02409999999969</c:v>
                </c:pt>
                <c:pt idx="15914">
                  <c:v>316.30829999999969</c:v>
                </c:pt>
                <c:pt idx="15915">
                  <c:v>323.3141</c:v>
                </c:pt>
                <c:pt idx="15916">
                  <c:v>313.61040000000008</c:v>
                </c:pt>
                <c:pt idx="15917">
                  <c:v>319.41090000000003</c:v>
                </c:pt>
                <c:pt idx="15918">
                  <c:v>314.6782</c:v>
                </c:pt>
                <c:pt idx="15919">
                  <c:v>317.96679999999935</c:v>
                </c:pt>
                <c:pt idx="15920">
                  <c:v>335.65010000000001</c:v>
                </c:pt>
                <c:pt idx="15921">
                  <c:v>338.83119999999946</c:v>
                </c:pt>
                <c:pt idx="15922">
                  <c:v>346.23259999999954</c:v>
                </c:pt>
                <c:pt idx="15923">
                  <c:v>346.95609999999954</c:v>
                </c:pt>
                <c:pt idx="15924">
                  <c:v>333.68259999999964</c:v>
                </c:pt>
                <c:pt idx="15925">
                  <c:v>328.2</c:v>
                </c:pt>
                <c:pt idx="15926">
                  <c:v>325.41229999999968</c:v>
                </c:pt>
                <c:pt idx="15927">
                  <c:v>321.04340000000002</c:v>
                </c:pt>
                <c:pt idx="15928">
                  <c:v>324.43539999999939</c:v>
                </c:pt>
                <c:pt idx="15929">
                  <c:v>336.77209999999968</c:v>
                </c:pt>
                <c:pt idx="15930">
                  <c:v>343.24709999999999</c:v>
                </c:pt>
                <c:pt idx="15931">
                  <c:v>344.80869999999999</c:v>
                </c:pt>
                <c:pt idx="15932">
                  <c:v>337.28549999999967</c:v>
                </c:pt>
                <c:pt idx="15933">
                  <c:v>331.13819999999947</c:v>
                </c:pt>
                <c:pt idx="15934">
                  <c:v>328.27099999999967</c:v>
                </c:pt>
                <c:pt idx="15935">
                  <c:v>329.04410000000001</c:v>
                </c:pt>
                <c:pt idx="15936">
                  <c:v>329.66520000000008</c:v>
                </c:pt>
                <c:pt idx="15937">
                  <c:v>326.04430000000002</c:v>
                </c:pt>
                <c:pt idx="15938">
                  <c:v>327.75290000000001</c:v>
                </c:pt>
                <c:pt idx="15939">
                  <c:v>328.94389999999999</c:v>
                </c:pt>
                <c:pt idx="15940">
                  <c:v>320.23099999999954</c:v>
                </c:pt>
                <c:pt idx="15941">
                  <c:v>314.14019999999999</c:v>
                </c:pt>
                <c:pt idx="15942">
                  <c:v>311.46119999999939</c:v>
                </c:pt>
                <c:pt idx="15943">
                  <c:v>309.81829999999968</c:v>
                </c:pt>
                <c:pt idx="15944">
                  <c:v>308.75909999999999</c:v>
                </c:pt>
                <c:pt idx="15945">
                  <c:v>303.6653</c:v>
                </c:pt>
                <c:pt idx="15946">
                  <c:v>297.54039999999969</c:v>
                </c:pt>
                <c:pt idx="15947">
                  <c:v>292.35640000000001</c:v>
                </c:pt>
                <c:pt idx="15948">
                  <c:v>288.81779999999969</c:v>
                </c:pt>
                <c:pt idx="15949">
                  <c:v>296.48289999999969</c:v>
                </c:pt>
                <c:pt idx="15950">
                  <c:v>309.00839999999954</c:v>
                </c:pt>
                <c:pt idx="15951">
                  <c:v>328.17090000000002</c:v>
                </c:pt>
                <c:pt idx="15952">
                  <c:v>326.96099999999967</c:v>
                </c:pt>
                <c:pt idx="15953">
                  <c:v>325.52949999999993</c:v>
                </c:pt>
                <c:pt idx="15954">
                  <c:v>331.93329999999935</c:v>
                </c:pt>
                <c:pt idx="15955">
                  <c:v>327.74020000000002</c:v>
                </c:pt>
                <c:pt idx="15956">
                  <c:v>329.39640000000003</c:v>
                </c:pt>
                <c:pt idx="15957">
                  <c:v>332.98099999999954</c:v>
                </c:pt>
                <c:pt idx="15958">
                  <c:v>328.78089999999969</c:v>
                </c:pt>
                <c:pt idx="15959">
                  <c:v>323.92149999999936</c:v>
                </c:pt>
                <c:pt idx="15960">
                  <c:v>320.35570000000001</c:v>
                </c:pt>
                <c:pt idx="15961">
                  <c:v>320.91759999999954</c:v>
                </c:pt>
                <c:pt idx="15962">
                  <c:v>324.48049999999961</c:v>
                </c:pt>
                <c:pt idx="15963">
                  <c:v>332.94740000000002</c:v>
                </c:pt>
                <c:pt idx="15964">
                  <c:v>333.10500000000002</c:v>
                </c:pt>
                <c:pt idx="15965">
                  <c:v>324.98949999999968</c:v>
                </c:pt>
                <c:pt idx="15966">
                  <c:v>320.1377</c:v>
                </c:pt>
                <c:pt idx="15967">
                  <c:v>317.30450000000002</c:v>
                </c:pt>
                <c:pt idx="15968">
                  <c:v>310.76599999999968</c:v>
                </c:pt>
                <c:pt idx="15969">
                  <c:v>304.52269999999999</c:v>
                </c:pt>
                <c:pt idx="15970">
                  <c:v>345.60219999999993</c:v>
                </c:pt>
                <c:pt idx="15971">
                  <c:v>565.09969999999998</c:v>
                </c:pt>
                <c:pt idx="15972">
                  <c:v>1796.8329999999999</c:v>
                </c:pt>
                <c:pt idx="15973">
                  <c:v>4471.5420000000004</c:v>
                </c:pt>
                <c:pt idx="15974">
                  <c:v>6032.5389999999998</c:v>
                </c:pt>
                <c:pt idx="15975">
                  <c:v>4611.1790000000001</c:v>
                </c:pt>
                <c:pt idx="15976">
                  <c:v>3063.6879999999987</c:v>
                </c:pt>
                <c:pt idx="15977">
                  <c:v>3228.723</c:v>
                </c:pt>
                <c:pt idx="15978">
                  <c:v>3254.8270000000002</c:v>
                </c:pt>
                <c:pt idx="15979">
                  <c:v>2809.7869999999966</c:v>
                </c:pt>
                <c:pt idx="15980">
                  <c:v>2883.797</c:v>
                </c:pt>
                <c:pt idx="15981">
                  <c:v>3563.08</c:v>
                </c:pt>
                <c:pt idx="15982">
                  <c:v>4961.9250000000002</c:v>
                </c:pt>
                <c:pt idx="15983">
                  <c:v>5901.2430000000004</c:v>
                </c:pt>
                <c:pt idx="15984">
                  <c:v>5404.9139999999998</c:v>
                </c:pt>
                <c:pt idx="15985">
                  <c:v>4775.6680000000024</c:v>
                </c:pt>
                <c:pt idx="15986">
                  <c:v>4792.8210000000054</c:v>
                </c:pt>
                <c:pt idx="15987">
                  <c:v>4301</c:v>
                </c:pt>
                <c:pt idx="15988">
                  <c:v>3190.8370000000027</c:v>
                </c:pt>
                <c:pt idx="15989">
                  <c:v>2757.2679999999987</c:v>
                </c:pt>
                <c:pt idx="15990">
                  <c:v>2618.4580000000001</c:v>
                </c:pt>
                <c:pt idx="15991">
                  <c:v>2405.549</c:v>
                </c:pt>
                <c:pt idx="15992">
                  <c:v>2273.2659999999987</c:v>
                </c:pt>
                <c:pt idx="15993">
                  <c:v>2144.558</c:v>
                </c:pt>
                <c:pt idx="15994">
                  <c:v>2025.175</c:v>
                </c:pt>
                <c:pt idx="15995">
                  <c:v>2008.558</c:v>
                </c:pt>
                <c:pt idx="15996">
                  <c:v>2127.1149999999998</c:v>
                </c:pt>
                <c:pt idx="15997">
                  <c:v>2240.723</c:v>
                </c:pt>
                <c:pt idx="15998">
                  <c:v>2057.0210000000002</c:v>
                </c:pt>
                <c:pt idx="15999">
                  <c:v>1953.375</c:v>
                </c:pt>
                <c:pt idx="16000">
                  <c:v>2137.7939999999999</c:v>
                </c:pt>
                <c:pt idx="16001">
                  <c:v>2391.9899999999998</c:v>
                </c:pt>
                <c:pt idx="16002">
                  <c:v>2547.864</c:v>
                </c:pt>
                <c:pt idx="16003">
                  <c:v>2565.9670000000001</c:v>
                </c:pt>
                <c:pt idx="16004">
                  <c:v>2258.578</c:v>
                </c:pt>
                <c:pt idx="16005">
                  <c:v>1965.2239999999999</c:v>
                </c:pt>
                <c:pt idx="16006">
                  <c:v>1881.913</c:v>
                </c:pt>
                <c:pt idx="16007">
                  <c:v>1838.335</c:v>
                </c:pt>
                <c:pt idx="16008">
                  <c:v>1920.462</c:v>
                </c:pt>
                <c:pt idx="16009">
                  <c:v>2564.7829999999967</c:v>
                </c:pt>
                <c:pt idx="16010">
                  <c:v>2964.8429999999998</c:v>
                </c:pt>
                <c:pt idx="16011">
                  <c:v>2705.0650000000001</c:v>
                </c:pt>
                <c:pt idx="16012">
                  <c:v>2110.4009999999998</c:v>
                </c:pt>
                <c:pt idx="16013">
                  <c:v>2011.991</c:v>
                </c:pt>
                <c:pt idx="16014">
                  <c:v>1855.8919999999998</c:v>
                </c:pt>
                <c:pt idx="16015">
                  <c:v>1733.3919999999998</c:v>
                </c:pt>
                <c:pt idx="16016">
                  <c:v>1621.1109999999999</c:v>
                </c:pt>
                <c:pt idx="16017">
                  <c:v>1551.3039999999999</c:v>
                </c:pt>
                <c:pt idx="16018">
                  <c:v>1531.4110000000001</c:v>
                </c:pt>
                <c:pt idx="16019">
                  <c:v>1784.1029999999998</c:v>
                </c:pt>
                <c:pt idx="16020">
                  <c:v>2049.125</c:v>
                </c:pt>
                <c:pt idx="16021">
                  <c:v>2183.788999999997</c:v>
                </c:pt>
                <c:pt idx="16022">
                  <c:v>2107.5830000000001</c:v>
                </c:pt>
                <c:pt idx="16023">
                  <c:v>1831.1919999999998</c:v>
                </c:pt>
                <c:pt idx="16024">
                  <c:v>1678.8689999999999</c:v>
                </c:pt>
                <c:pt idx="16025">
                  <c:v>1583.4960000000001</c:v>
                </c:pt>
                <c:pt idx="16026">
                  <c:v>1461.7080000000001</c:v>
                </c:pt>
                <c:pt idx="16027">
                  <c:v>1385.548</c:v>
                </c:pt>
                <c:pt idx="16028">
                  <c:v>1364.588</c:v>
                </c:pt>
                <c:pt idx="16029">
                  <c:v>2704.6030000000001</c:v>
                </c:pt>
                <c:pt idx="16030">
                  <c:v>5611.8950000000004</c:v>
                </c:pt>
                <c:pt idx="16031">
                  <c:v>7407.3140000000003</c:v>
                </c:pt>
                <c:pt idx="16032">
                  <c:v>6239.5389999999998</c:v>
                </c:pt>
                <c:pt idx="16033">
                  <c:v>4471.8810000000003</c:v>
                </c:pt>
                <c:pt idx="16034">
                  <c:v>4011.2419999999997</c:v>
                </c:pt>
                <c:pt idx="16035">
                  <c:v>3874.7339999999999</c:v>
                </c:pt>
                <c:pt idx="16036">
                  <c:v>3435.2659999999987</c:v>
                </c:pt>
                <c:pt idx="16037">
                  <c:v>3128.6959999999999</c:v>
                </c:pt>
                <c:pt idx="16038">
                  <c:v>2927.9</c:v>
                </c:pt>
                <c:pt idx="16039">
                  <c:v>2671.2689999999966</c:v>
                </c:pt>
                <c:pt idx="16040">
                  <c:v>2443.4780000000001</c:v>
                </c:pt>
                <c:pt idx="16041">
                  <c:v>2242.7139999999999</c:v>
                </c:pt>
                <c:pt idx="16042">
                  <c:v>2072.127</c:v>
                </c:pt>
                <c:pt idx="16043">
                  <c:v>1957.788</c:v>
                </c:pt>
                <c:pt idx="16044">
                  <c:v>2027.8389999999999</c:v>
                </c:pt>
                <c:pt idx="16045">
                  <c:v>2916.8969999999999</c:v>
                </c:pt>
                <c:pt idx="16046">
                  <c:v>4850.8130000000001</c:v>
                </c:pt>
                <c:pt idx="16047">
                  <c:v>4669.9739999999965</c:v>
                </c:pt>
                <c:pt idx="16048">
                  <c:v>3144.8009999999999</c:v>
                </c:pt>
                <c:pt idx="16049">
                  <c:v>2462.712</c:v>
                </c:pt>
                <c:pt idx="16050">
                  <c:v>2276.145</c:v>
                </c:pt>
                <c:pt idx="16051">
                  <c:v>2150.462</c:v>
                </c:pt>
                <c:pt idx="16052">
                  <c:v>2044.461</c:v>
                </c:pt>
                <c:pt idx="16053">
                  <c:v>1913.299</c:v>
                </c:pt>
                <c:pt idx="16054">
                  <c:v>1759.106</c:v>
                </c:pt>
                <c:pt idx="16055">
                  <c:v>1602.057</c:v>
                </c:pt>
                <c:pt idx="16056">
                  <c:v>1489.1439999999998</c:v>
                </c:pt>
                <c:pt idx="16057">
                  <c:v>1422.6389999999999</c:v>
                </c:pt>
                <c:pt idx="16058">
                  <c:v>1385.0329999999999</c:v>
                </c:pt>
                <c:pt idx="16059">
                  <c:v>1352.482</c:v>
                </c:pt>
                <c:pt idx="16060">
                  <c:v>1315.6479999999999</c:v>
                </c:pt>
                <c:pt idx="16061">
                  <c:v>1275.2380000000001</c:v>
                </c:pt>
                <c:pt idx="16062">
                  <c:v>1236.6529999999998</c:v>
                </c:pt>
                <c:pt idx="16063">
                  <c:v>1198.0539999999999</c:v>
                </c:pt>
                <c:pt idx="16064">
                  <c:v>1167.807</c:v>
                </c:pt>
                <c:pt idx="16065">
                  <c:v>1143.2370000000001</c:v>
                </c:pt>
                <c:pt idx="16066">
                  <c:v>1128.4150000000011</c:v>
                </c:pt>
                <c:pt idx="16067">
                  <c:v>1117.2809999999999</c:v>
                </c:pt>
                <c:pt idx="16068">
                  <c:v>1173.8219999999999</c:v>
                </c:pt>
                <c:pt idx="16069">
                  <c:v>1338.0339999999999</c:v>
                </c:pt>
                <c:pt idx="16070">
                  <c:v>1409.0039999999999</c:v>
                </c:pt>
                <c:pt idx="16071">
                  <c:v>1270.04</c:v>
                </c:pt>
                <c:pt idx="16072">
                  <c:v>1157.0909999999999</c:v>
                </c:pt>
                <c:pt idx="16073">
                  <c:v>1111.45</c:v>
                </c:pt>
                <c:pt idx="16074">
                  <c:v>1079.0309999999999</c:v>
                </c:pt>
                <c:pt idx="16075">
                  <c:v>1054.77</c:v>
                </c:pt>
                <c:pt idx="16076">
                  <c:v>1034.0650000000001</c:v>
                </c:pt>
                <c:pt idx="16077">
                  <c:v>1015.9409999999993</c:v>
                </c:pt>
                <c:pt idx="16078">
                  <c:v>999.51619999999946</c:v>
                </c:pt>
                <c:pt idx="16079">
                  <c:v>983.7785000000008</c:v>
                </c:pt>
                <c:pt idx="16080">
                  <c:v>968.85899999999947</c:v>
                </c:pt>
                <c:pt idx="16081">
                  <c:v>952.51859999999999</c:v>
                </c:pt>
                <c:pt idx="16082">
                  <c:v>939.14559999999949</c:v>
                </c:pt>
                <c:pt idx="16083">
                  <c:v>924.05019999999934</c:v>
                </c:pt>
                <c:pt idx="16084">
                  <c:v>910.23380000000054</c:v>
                </c:pt>
                <c:pt idx="16085">
                  <c:v>897.40409999999997</c:v>
                </c:pt>
                <c:pt idx="16086">
                  <c:v>885.84389999999996</c:v>
                </c:pt>
                <c:pt idx="16087">
                  <c:v>873.3886</c:v>
                </c:pt>
                <c:pt idx="16088">
                  <c:v>861.59390000000053</c:v>
                </c:pt>
                <c:pt idx="16089">
                  <c:v>849.75709999999947</c:v>
                </c:pt>
                <c:pt idx="16090">
                  <c:v>839.14890000000003</c:v>
                </c:pt>
                <c:pt idx="16091">
                  <c:v>828.85229999999876</c:v>
                </c:pt>
                <c:pt idx="16092">
                  <c:v>817.41869999999949</c:v>
                </c:pt>
                <c:pt idx="16093">
                  <c:v>805.70489999999995</c:v>
                </c:pt>
                <c:pt idx="16094">
                  <c:v>803.99639999999999</c:v>
                </c:pt>
                <c:pt idx="16095">
                  <c:v>799.74869999999999</c:v>
                </c:pt>
                <c:pt idx="16096">
                  <c:v>788.74469999999997</c:v>
                </c:pt>
                <c:pt idx="16097">
                  <c:v>780.5258</c:v>
                </c:pt>
                <c:pt idx="16098">
                  <c:v>777.46400000000006</c:v>
                </c:pt>
                <c:pt idx="16099">
                  <c:v>760.23739999999998</c:v>
                </c:pt>
                <c:pt idx="16100">
                  <c:v>757.19150000000002</c:v>
                </c:pt>
                <c:pt idx="16101">
                  <c:v>772.35669999999902</c:v>
                </c:pt>
                <c:pt idx="16102">
                  <c:v>792.02409999999998</c:v>
                </c:pt>
                <c:pt idx="16103">
                  <c:v>786.84439999999938</c:v>
                </c:pt>
                <c:pt idx="16104">
                  <c:v>760.29100000000005</c:v>
                </c:pt>
                <c:pt idx="16105">
                  <c:v>732.71349999999995</c:v>
                </c:pt>
                <c:pt idx="16106">
                  <c:v>725.97199999999998</c:v>
                </c:pt>
                <c:pt idx="16107">
                  <c:v>719.20340000000067</c:v>
                </c:pt>
                <c:pt idx="16108">
                  <c:v>705.45279999999946</c:v>
                </c:pt>
                <c:pt idx="16109">
                  <c:v>705.77120000000002</c:v>
                </c:pt>
                <c:pt idx="16110">
                  <c:v>708.99259999999947</c:v>
                </c:pt>
                <c:pt idx="16111">
                  <c:v>692.20340000000067</c:v>
                </c:pt>
                <c:pt idx="16112">
                  <c:v>673.61580000000004</c:v>
                </c:pt>
                <c:pt idx="16113">
                  <c:v>655.76149999999996</c:v>
                </c:pt>
                <c:pt idx="16114">
                  <c:v>640.25380000000052</c:v>
                </c:pt>
                <c:pt idx="16115">
                  <c:v>626.44239999999934</c:v>
                </c:pt>
                <c:pt idx="16116">
                  <c:v>623.76279999999997</c:v>
                </c:pt>
                <c:pt idx="16117">
                  <c:v>619.80849999999998</c:v>
                </c:pt>
                <c:pt idx="16118">
                  <c:v>607.93079999999998</c:v>
                </c:pt>
                <c:pt idx="16119">
                  <c:v>595.57000000000005</c:v>
                </c:pt>
                <c:pt idx="16120">
                  <c:v>610.77910000000054</c:v>
                </c:pt>
                <c:pt idx="16121">
                  <c:v>746.62300000000005</c:v>
                </c:pt>
                <c:pt idx="16122">
                  <c:v>717.3645999999992</c:v>
                </c:pt>
                <c:pt idx="16123">
                  <c:v>658.94709999999907</c:v>
                </c:pt>
                <c:pt idx="16124">
                  <c:v>607.41769999999906</c:v>
                </c:pt>
                <c:pt idx="16125">
                  <c:v>591.25570000000005</c:v>
                </c:pt>
                <c:pt idx="16126">
                  <c:v>574.75919999999996</c:v>
                </c:pt>
                <c:pt idx="16127">
                  <c:v>564.1471999999992</c:v>
                </c:pt>
                <c:pt idx="16128">
                  <c:v>551.98159999999996</c:v>
                </c:pt>
                <c:pt idx="16129">
                  <c:v>540.30809999999997</c:v>
                </c:pt>
                <c:pt idx="16130">
                  <c:v>527.92449999999997</c:v>
                </c:pt>
                <c:pt idx="16131">
                  <c:v>519.4329999999992</c:v>
                </c:pt>
                <c:pt idx="16132">
                  <c:v>513.23080000000004</c:v>
                </c:pt>
                <c:pt idx="16133">
                  <c:v>506.30950000000001</c:v>
                </c:pt>
                <c:pt idx="16134">
                  <c:v>499.22739999999953</c:v>
                </c:pt>
                <c:pt idx="16135">
                  <c:v>498.65440000000041</c:v>
                </c:pt>
                <c:pt idx="16136">
                  <c:v>488.40799999999967</c:v>
                </c:pt>
                <c:pt idx="16137">
                  <c:v>480.98249999999967</c:v>
                </c:pt>
                <c:pt idx="16138">
                  <c:v>475.88339999999954</c:v>
                </c:pt>
                <c:pt idx="16139">
                  <c:v>467.07349999999968</c:v>
                </c:pt>
                <c:pt idx="16140">
                  <c:v>463.33960000000002</c:v>
                </c:pt>
                <c:pt idx="16141">
                  <c:v>459.58460000000002</c:v>
                </c:pt>
                <c:pt idx="16142">
                  <c:v>453.01780000000002</c:v>
                </c:pt>
                <c:pt idx="16143">
                  <c:v>448.69139999999953</c:v>
                </c:pt>
                <c:pt idx="16144">
                  <c:v>444.07009999999968</c:v>
                </c:pt>
                <c:pt idx="16145">
                  <c:v>438.38560000000001</c:v>
                </c:pt>
                <c:pt idx="16146">
                  <c:v>433.20499999999993</c:v>
                </c:pt>
                <c:pt idx="16147">
                  <c:v>427.44580000000002</c:v>
                </c:pt>
                <c:pt idx="16148">
                  <c:v>426.96660000000003</c:v>
                </c:pt>
                <c:pt idx="16149">
                  <c:v>426.56779999999969</c:v>
                </c:pt>
                <c:pt idx="16150">
                  <c:v>427.93239999999935</c:v>
                </c:pt>
                <c:pt idx="16151">
                  <c:v>431.55369999999999</c:v>
                </c:pt>
                <c:pt idx="16152">
                  <c:v>431.9049</c:v>
                </c:pt>
                <c:pt idx="16153">
                  <c:v>429.47969999999964</c:v>
                </c:pt>
                <c:pt idx="16154">
                  <c:v>426.45179999999954</c:v>
                </c:pt>
                <c:pt idx="16155">
                  <c:v>430.90709999999967</c:v>
                </c:pt>
                <c:pt idx="16156">
                  <c:v>434.86590000000001</c:v>
                </c:pt>
                <c:pt idx="16157">
                  <c:v>431.08669999999961</c:v>
                </c:pt>
                <c:pt idx="16158">
                  <c:v>440.83249999999964</c:v>
                </c:pt>
                <c:pt idx="16159">
                  <c:v>469.86649999999969</c:v>
                </c:pt>
                <c:pt idx="16160">
                  <c:v>484.34490000000034</c:v>
                </c:pt>
                <c:pt idx="16161">
                  <c:v>505.24779999999993</c:v>
                </c:pt>
                <c:pt idx="16162">
                  <c:v>602.04549999999949</c:v>
                </c:pt>
                <c:pt idx="16163">
                  <c:v>739.02619999999933</c:v>
                </c:pt>
                <c:pt idx="16164">
                  <c:v>757.67370000000096</c:v>
                </c:pt>
                <c:pt idx="16165">
                  <c:v>641.76440000000002</c:v>
                </c:pt>
                <c:pt idx="16166">
                  <c:v>539.27750000000003</c:v>
                </c:pt>
                <c:pt idx="16167">
                  <c:v>613.92550000000006</c:v>
                </c:pt>
                <c:pt idx="16168">
                  <c:v>1001.059</c:v>
                </c:pt>
                <c:pt idx="16169">
                  <c:v>1483.751</c:v>
                </c:pt>
                <c:pt idx="16170">
                  <c:v>1383.539</c:v>
                </c:pt>
                <c:pt idx="16171">
                  <c:v>928.94989999999996</c:v>
                </c:pt>
                <c:pt idx="16172">
                  <c:v>785.0095</c:v>
                </c:pt>
                <c:pt idx="16173">
                  <c:v>779.56870000000004</c:v>
                </c:pt>
                <c:pt idx="16174">
                  <c:v>738.71810000000005</c:v>
                </c:pt>
                <c:pt idx="16175">
                  <c:v>733.10270000000003</c:v>
                </c:pt>
                <c:pt idx="16176">
                  <c:v>729.4846</c:v>
                </c:pt>
                <c:pt idx="16177">
                  <c:v>717.46219999999892</c:v>
                </c:pt>
                <c:pt idx="16178">
                  <c:v>700.0738000000008</c:v>
                </c:pt>
                <c:pt idx="16179">
                  <c:v>669.48130000000003</c:v>
                </c:pt>
                <c:pt idx="16180">
                  <c:v>638.6232</c:v>
                </c:pt>
                <c:pt idx="16181">
                  <c:v>618.72289999999998</c:v>
                </c:pt>
                <c:pt idx="16182">
                  <c:v>606.87109999999996</c:v>
                </c:pt>
                <c:pt idx="16183">
                  <c:v>596.28040000000055</c:v>
                </c:pt>
                <c:pt idx="16184">
                  <c:v>600.15549999999996</c:v>
                </c:pt>
                <c:pt idx="16185">
                  <c:v>627.03890000000001</c:v>
                </c:pt>
                <c:pt idx="16186">
                  <c:v>658.90369999999996</c:v>
                </c:pt>
                <c:pt idx="16187">
                  <c:v>670.80179999999996</c:v>
                </c:pt>
                <c:pt idx="16188">
                  <c:v>670.39739999999949</c:v>
                </c:pt>
                <c:pt idx="16189">
                  <c:v>658.47550000000001</c:v>
                </c:pt>
                <c:pt idx="16190">
                  <c:v>715.62419999999997</c:v>
                </c:pt>
                <c:pt idx="16191">
                  <c:v>796.4220999999992</c:v>
                </c:pt>
                <c:pt idx="16192">
                  <c:v>850.34249999999906</c:v>
                </c:pt>
                <c:pt idx="16193">
                  <c:v>799.1123</c:v>
                </c:pt>
                <c:pt idx="16194">
                  <c:v>709.19400000000053</c:v>
                </c:pt>
                <c:pt idx="16195">
                  <c:v>656.5136</c:v>
                </c:pt>
                <c:pt idx="16196">
                  <c:v>639.71370000000081</c:v>
                </c:pt>
                <c:pt idx="16197">
                  <c:v>622.96449999999948</c:v>
                </c:pt>
                <c:pt idx="16198">
                  <c:v>608.46529999999905</c:v>
                </c:pt>
                <c:pt idx="16199">
                  <c:v>590.40119999999933</c:v>
                </c:pt>
                <c:pt idx="16200">
                  <c:v>579.66769999999906</c:v>
                </c:pt>
                <c:pt idx="16201">
                  <c:v>579.39259999999933</c:v>
                </c:pt>
                <c:pt idx="16202">
                  <c:v>606.18219999999997</c:v>
                </c:pt>
                <c:pt idx="16203">
                  <c:v>651.82169999999905</c:v>
                </c:pt>
                <c:pt idx="16204">
                  <c:v>669.78980000000081</c:v>
                </c:pt>
                <c:pt idx="16205">
                  <c:v>673.42499999999939</c:v>
                </c:pt>
                <c:pt idx="16206">
                  <c:v>725.6223</c:v>
                </c:pt>
                <c:pt idx="16207">
                  <c:v>880.21730000000002</c:v>
                </c:pt>
                <c:pt idx="16208">
                  <c:v>1123.7449999999999</c:v>
                </c:pt>
                <c:pt idx="16209">
                  <c:v>1295.8029999999999</c:v>
                </c:pt>
                <c:pt idx="16210">
                  <c:v>1187.1989999999998</c:v>
                </c:pt>
                <c:pt idx="16211">
                  <c:v>981.6223</c:v>
                </c:pt>
                <c:pt idx="16212">
                  <c:v>957.61289999999997</c:v>
                </c:pt>
                <c:pt idx="16213">
                  <c:v>986.83309999999949</c:v>
                </c:pt>
                <c:pt idx="16214">
                  <c:v>984.32479999999998</c:v>
                </c:pt>
                <c:pt idx="16215">
                  <c:v>1011.6030000000005</c:v>
                </c:pt>
                <c:pt idx="16216">
                  <c:v>1068.749</c:v>
                </c:pt>
                <c:pt idx="16217">
                  <c:v>1133.6889999999999</c:v>
                </c:pt>
                <c:pt idx="16218">
                  <c:v>1303.2719999999999</c:v>
                </c:pt>
                <c:pt idx="16219">
                  <c:v>2133.8270000000002</c:v>
                </c:pt>
                <c:pt idx="16220">
                  <c:v>3945.4140000000002</c:v>
                </c:pt>
                <c:pt idx="16221">
                  <c:v>5265.6240000000034</c:v>
                </c:pt>
                <c:pt idx="16222">
                  <c:v>4535.598</c:v>
                </c:pt>
                <c:pt idx="16223">
                  <c:v>2932.181</c:v>
                </c:pt>
                <c:pt idx="16224">
                  <c:v>2523.3429999999998</c:v>
                </c:pt>
                <c:pt idx="16225">
                  <c:v>2571.9169999999999</c:v>
                </c:pt>
                <c:pt idx="16226">
                  <c:v>2108.9459999999999</c:v>
                </c:pt>
                <c:pt idx="16227">
                  <c:v>1658.3679999999999</c:v>
                </c:pt>
                <c:pt idx="16228">
                  <c:v>1481.0039999999999</c:v>
                </c:pt>
                <c:pt idx="16229">
                  <c:v>1442.6879999999999</c:v>
                </c:pt>
                <c:pt idx="16230">
                  <c:v>1438.7470000000001</c:v>
                </c:pt>
                <c:pt idx="16231">
                  <c:v>1393.3039999999999</c:v>
                </c:pt>
                <c:pt idx="16232">
                  <c:v>1298.9250000000011</c:v>
                </c:pt>
                <c:pt idx="16233">
                  <c:v>1196.8219999999999</c:v>
                </c:pt>
                <c:pt idx="16234">
                  <c:v>1126.3819999999998</c:v>
                </c:pt>
                <c:pt idx="16235">
                  <c:v>1073.0309999999999</c:v>
                </c:pt>
                <c:pt idx="16236">
                  <c:v>1019.068</c:v>
                </c:pt>
                <c:pt idx="16237">
                  <c:v>962.63490000000002</c:v>
                </c:pt>
                <c:pt idx="16238">
                  <c:v>902.48320000000001</c:v>
                </c:pt>
                <c:pt idx="16239">
                  <c:v>848.53309999999999</c:v>
                </c:pt>
                <c:pt idx="16240">
                  <c:v>805.87400000000002</c:v>
                </c:pt>
                <c:pt idx="16241">
                  <c:v>771.04539999999997</c:v>
                </c:pt>
                <c:pt idx="16242">
                  <c:v>740.2251</c:v>
                </c:pt>
                <c:pt idx="16243">
                  <c:v>696.90229999999906</c:v>
                </c:pt>
                <c:pt idx="16244">
                  <c:v>645.95149999999933</c:v>
                </c:pt>
                <c:pt idx="16245">
                  <c:v>609.4348</c:v>
                </c:pt>
                <c:pt idx="16246">
                  <c:v>583.36129999999889</c:v>
                </c:pt>
                <c:pt idx="16247">
                  <c:v>551.7844000000008</c:v>
                </c:pt>
                <c:pt idx="16248">
                  <c:v>526.3366999999987</c:v>
                </c:pt>
                <c:pt idx="16249">
                  <c:v>517.10219999999947</c:v>
                </c:pt>
                <c:pt idx="16250">
                  <c:v>511.49709999999953</c:v>
                </c:pt>
                <c:pt idx="16251">
                  <c:v>504.49239999999935</c:v>
                </c:pt>
                <c:pt idx="16252">
                  <c:v>478.68809999999968</c:v>
                </c:pt>
                <c:pt idx="16253">
                  <c:v>442.85169999999999</c:v>
                </c:pt>
                <c:pt idx="16254">
                  <c:v>420.90320000000003</c:v>
                </c:pt>
                <c:pt idx="16255">
                  <c:v>392.58980000000008</c:v>
                </c:pt>
                <c:pt idx="16256">
                  <c:v>385.07100000000003</c:v>
                </c:pt>
                <c:pt idx="16257">
                  <c:v>372.68740000000008</c:v>
                </c:pt>
                <c:pt idx="16258">
                  <c:v>366.11489999999998</c:v>
                </c:pt>
                <c:pt idx="16259">
                  <c:v>403.51009999999968</c:v>
                </c:pt>
                <c:pt idx="16260">
                  <c:v>451.22980000000001</c:v>
                </c:pt>
                <c:pt idx="16261">
                  <c:v>465.58589999999964</c:v>
                </c:pt>
                <c:pt idx="16262">
                  <c:v>429.47049999999967</c:v>
                </c:pt>
                <c:pt idx="16263">
                  <c:v>397.37849999999969</c:v>
                </c:pt>
                <c:pt idx="16264">
                  <c:v>387.59500000000003</c:v>
                </c:pt>
                <c:pt idx="16265">
                  <c:v>403.94349999999969</c:v>
                </c:pt>
                <c:pt idx="16266">
                  <c:v>406.13200000000001</c:v>
                </c:pt>
                <c:pt idx="16267">
                  <c:v>387.99459999999954</c:v>
                </c:pt>
                <c:pt idx="16268">
                  <c:v>362.20769999999999</c:v>
                </c:pt>
                <c:pt idx="16269">
                  <c:v>341.16930000000002</c:v>
                </c:pt>
                <c:pt idx="16270">
                  <c:v>320.41460000000001</c:v>
                </c:pt>
                <c:pt idx="16271">
                  <c:v>322.44119999999936</c:v>
                </c:pt>
                <c:pt idx="16272">
                  <c:v>319.80070000000001</c:v>
                </c:pt>
                <c:pt idx="16273">
                  <c:v>323.0634</c:v>
                </c:pt>
                <c:pt idx="16274">
                  <c:v>323.90699999999936</c:v>
                </c:pt>
                <c:pt idx="16275">
                  <c:v>313.24619999999953</c:v>
                </c:pt>
                <c:pt idx="16276">
                  <c:v>307.24770000000001</c:v>
                </c:pt>
                <c:pt idx="16277">
                  <c:v>309.72169999999954</c:v>
                </c:pt>
                <c:pt idx="16278">
                  <c:v>309.07749999999999</c:v>
                </c:pt>
                <c:pt idx="16279">
                  <c:v>323.6474000000004</c:v>
                </c:pt>
                <c:pt idx="16280">
                  <c:v>332.48639999999932</c:v>
                </c:pt>
                <c:pt idx="16281">
                  <c:v>319.02760000000001</c:v>
                </c:pt>
                <c:pt idx="16282">
                  <c:v>294.84640000000002</c:v>
                </c:pt>
                <c:pt idx="16283">
                  <c:v>292.45240000000001</c:v>
                </c:pt>
                <c:pt idx="16284">
                  <c:v>287.96980000000002</c:v>
                </c:pt>
                <c:pt idx="16285">
                  <c:v>304.6302</c:v>
                </c:pt>
                <c:pt idx="16286">
                  <c:v>336.66980000000041</c:v>
                </c:pt>
                <c:pt idx="16287">
                  <c:v>355.35410000000002</c:v>
                </c:pt>
                <c:pt idx="16288">
                  <c:v>356.42099999999954</c:v>
                </c:pt>
                <c:pt idx="16289">
                  <c:v>357.64049999999997</c:v>
                </c:pt>
                <c:pt idx="16290">
                  <c:v>359.1463</c:v>
                </c:pt>
                <c:pt idx="16291">
                  <c:v>357.88599999999968</c:v>
                </c:pt>
                <c:pt idx="16292">
                  <c:v>359.68950000000001</c:v>
                </c:pt>
                <c:pt idx="16293">
                  <c:v>364.45609999999954</c:v>
                </c:pt>
                <c:pt idx="16294">
                  <c:v>366.2278</c:v>
                </c:pt>
                <c:pt idx="16295">
                  <c:v>372.77299999999968</c:v>
                </c:pt>
                <c:pt idx="16296">
                  <c:v>376.44450000000001</c:v>
                </c:pt>
                <c:pt idx="16297">
                  <c:v>375.98739999999935</c:v>
                </c:pt>
                <c:pt idx="16298">
                  <c:v>389.06950000000001</c:v>
                </c:pt>
                <c:pt idx="16299">
                  <c:v>416.36279999999999</c:v>
                </c:pt>
                <c:pt idx="16300">
                  <c:v>424.84629999999999</c:v>
                </c:pt>
                <c:pt idx="16301">
                  <c:v>412.35260000000034</c:v>
                </c:pt>
                <c:pt idx="16302">
                  <c:v>401.68439999999993</c:v>
                </c:pt>
                <c:pt idx="16303">
                  <c:v>389.66340000000002</c:v>
                </c:pt>
                <c:pt idx="16304">
                  <c:v>388.07139999999936</c:v>
                </c:pt>
                <c:pt idx="16305">
                  <c:v>393.02379999999954</c:v>
                </c:pt>
                <c:pt idx="16306">
                  <c:v>406.04500000000002</c:v>
                </c:pt>
                <c:pt idx="16307">
                  <c:v>416.99759999999935</c:v>
                </c:pt>
                <c:pt idx="16308">
                  <c:v>422.52319999999935</c:v>
                </c:pt>
                <c:pt idx="16309">
                  <c:v>437.14330000000001</c:v>
                </c:pt>
                <c:pt idx="16310">
                  <c:v>434.91860000000003</c:v>
                </c:pt>
                <c:pt idx="16311">
                  <c:v>424.77869999999967</c:v>
                </c:pt>
                <c:pt idx="16312">
                  <c:v>427.58799999999968</c:v>
                </c:pt>
                <c:pt idx="16313">
                  <c:v>439.46619999999939</c:v>
                </c:pt>
                <c:pt idx="16314">
                  <c:v>454.83159999999936</c:v>
                </c:pt>
                <c:pt idx="16315">
                  <c:v>466.66829999999999</c:v>
                </c:pt>
                <c:pt idx="16316">
                  <c:v>468.65039999999999</c:v>
                </c:pt>
                <c:pt idx="16317">
                  <c:v>460.62139999999954</c:v>
                </c:pt>
                <c:pt idx="16318">
                  <c:v>451.57839999999953</c:v>
                </c:pt>
                <c:pt idx="16319">
                  <c:v>442.17469999999997</c:v>
                </c:pt>
                <c:pt idx="16320">
                  <c:v>440.43249999999961</c:v>
                </c:pt>
                <c:pt idx="16321">
                  <c:v>439.06880000000001</c:v>
                </c:pt>
                <c:pt idx="16322">
                  <c:v>434.31369999999993</c:v>
                </c:pt>
                <c:pt idx="16323">
                  <c:v>429.09829999999954</c:v>
                </c:pt>
                <c:pt idx="16324">
                  <c:v>417.85449999999997</c:v>
                </c:pt>
                <c:pt idx="16325">
                  <c:v>406.77</c:v>
                </c:pt>
                <c:pt idx="16326">
                  <c:v>403.60359999999969</c:v>
                </c:pt>
                <c:pt idx="16327">
                  <c:v>412.48169999999953</c:v>
                </c:pt>
                <c:pt idx="16328">
                  <c:v>414.31009999999969</c:v>
                </c:pt>
                <c:pt idx="16329">
                  <c:v>401.9389999999994</c:v>
                </c:pt>
                <c:pt idx="16330">
                  <c:v>392.14200000000034</c:v>
                </c:pt>
                <c:pt idx="16331">
                  <c:v>386.0514</c:v>
                </c:pt>
                <c:pt idx="16332">
                  <c:v>380.14389999999997</c:v>
                </c:pt>
                <c:pt idx="16333">
                  <c:v>376.21379999999954</c:v>
                </c:pt>
                <c:pt idx="16334">
                  <c:v>393.0984999999996</c:v>
                </c:pt>
                <c:pt idx="16335">
                  <c:v>405.31609999999961</c:v>
                </c:pt>
                <c:pt idx="16336">
                  <c:v>430.24849999999969</c:v>
                </c:pt>
                <c:pt idx="16337">
                  <c:v>456.54430000000002</c:v>
                </c:pt>
                <c:pt idx="16338">
                  <c:v>461.95429999999999</c:v>
                </c:pt>
                <c:pt idx="16339">
                  <c:v>453.64690000000002</c:v>
                </c:pt>
                <c:pt idx="16340">
                  <c:v>450.36939999999993</c:v>
                </c:pt>
                <c:pt idx="16341">
                  <c:v>479.00329999999968</c:v>
                </c:pt>
                <c:pt idx="16342">
                  <c:v>610.63229999999919</c:v>
                </c:pt>
                <c:pt idx="16343">
                  <c:v>887.50869999999998</c:v>
                </c:pt>
                <c:pt idx="16344">
                  <c:v>1378.933</c:v>
                </c:pt>
                <c:pt idx="16345">
                  <c:v>1930.617</c:v>
                </c:pt>
                <c:pt idx="16346">
                  <c:v>2415.5219999999999</c:v>
                </c:pt>
                <c:pt idx="16347">
                  <c:v>2229.2689999999966</c:v>
                </c:pt>
                <c:pt idx="16348">
                  <c:v>1618.23</c:v>
                </c:pt>
                <c:pt idx="16349">
                  <c:v>1274.777</c:v>
                </c:pt>
                <c:pt idx="16350">
                  <c:v>1228.4660000000001</c:v>
                </c:pt>
                <c:pt idx="16351">
                  <c:v>1256.3439999999998</c:v>
                </c:pt>
                <c:pt idx="16352">
                  <c:v>1412.1949999999986</c:v>
                </c:pt>
                <c:pt idx="16353">
                  <c:v>1429.2360000000001</c:v>
                </c:pt>
                <c:pt idx="16354">
                  <c:v>1382.5639999999999</c:v>
                </c:pt>
                <c:pt idx="16355">
                  <c:v>1329.1639999999998</c:v>
                </c:pt>
                <c:pt idx="16356">
                  <c:v>1266.0999999999999</c:v>
                </c:pt>
                <c:pt idx="16357">
                  <c:v>1228.6319999999998</c:v>
                </c:pt>
                <c:pt idx="16358">
                  <c:v>1200.431</c:v>
                </c:pt>
                <c:pt idx="16359">
                  <c:v>1327.1289999999999</c:v>
                </c:pt>
                <c:pt idx="16360">
                  <c:v>1689.866</c:v>
                </c:pt>
                <c:pt idx="16361">
                  <c:v>2791.13</c:v>
                </c:pt>
                <c:pt idx="16362">
                  <c:v>3372.8370000000027</c:v>
                </c:pt>
                <c:pt idx="16363">
                  <c:v>3306.3570000000022</c:v>
                </c:pt>
                <c:pt idx="16364">
                  <c:v>2371.616</c:v>
                </c:pt>
                <c:pt idx="16365">
                  <c:v>1753.3309999999999</c:v>
                </c:pt>
                <c:pt idx="16366">
                  <c:v>1645.778</c:v>
                </c:pt>
                <c:pt idx="16367">
                  <c:v>1580.848</c:v>
                </c:pt>
                <c:pt idx="16368">
                  <c:v>1477.8029999999999</c:v>
                </c:pt>
                <c:pt idx="16369">
                  <c:v>1392.3139999999999</c:v>
                </c:pt>
                <c:pt idx="16370">
                  <c:v>1311.91</c:v>
                </c:pt>
                <c:pt idx="16371">
                  <c:v>1249.287</c:v>
                </c:pt>
                <c:pt idx="16372">
                  <c:v>1202.713</c:v>
                </c:pt>
                <c:pt idx="16373">
                  <c:v>1152.3</c:v>
                </c:pt>
                <c:pt idx="16374">
                  <c:v>1303.82</c:v>
                </c:pt>
                <c:pt idx="16375">
                  <c:v>2596.6370000000002</c:v>
                </c:pt>
                <c:pt idx="16376">
                  <c:v>4648.8470000000007</c:v>
                </c:pt>
                <c:pt idx="16377">
                  <c:v>6900.1470000000018</c:v>
                </c:pt>
                <c:pt idx="16378">
                  <c:v>8568.6740000000009</c:v>
                </c:pt>
                <c:pt idx="16379">
                  <c:v>9329.26</c:v>
                </c:pt>
                <c:pt idx="16380">
                  <c:v>6868.9579999999996</c:v>
                </c:pt>
                <c:pt idx="16381">
                  <c:v>3708.5729999999999</c:v>
                </c:pt>
                <c:pt idx="16382">
                  <c:v>3184.8090000000002</c:v>
                </c:pt>
                <c:pt idx="16383">
                  <c:v>3139.6859999999997</c:v>
                </c:pt>
                <c:pt idx="16384">
                  <c:v>2607.6869999999967</c:v>
                </c:pt>
                <c:pt idx="16385">
                  <c:v>2502.3520000000012</c:v>
                </c:pt>
                <c:pt idx="16386">
                  <c:v>2331.8440000000001</c:v>
                </c:pt>
                <c:pt idx="16387">
                  <c:v>2146.15</c:v>
                </c:pt>
                <c:pt idx="16388">
                  <c:v>2037.6929999999998</c:v>
                </c:pt>
                <c:pt idx="16389">
                  <c:v>1901.6709999999998</c:v>
                </c:pt>
                <c:pt idx="16390">
                  <c:v>1791.866</c:v>
                </c:pt>
                <c:pt idx="16391">
                  <c:v>1666.6669999999999</c:v>
                </c:pt>
                <c:pt idx="16392">
                  <c:v>1557.1289999999999</c:v>
                </c:pt>
                <c:pt idx="16393">
                  <c:v>1492.5160000000001</c:v>
                </c:pt>
                <c:pt idx="16394">
                  <c:v>1481.579</c:v>
                </c:pt>
                <c:pt idx="16395">
                  <c:v>1689.1859999999999</c:v>
                </c:pt>
                <c:pt idx="16396">
                  <c:v>2159.2019999999998</c:v>
                </c:pt>
                <c:pt idx="16397">
                  <c:v>2369.6459999999997</c:v>
                </c:pt>
                <c:pt idx="16398">
                  <c:v>1964.221</c:v>
                </c:pt>
                <c:pt idx="16399">
                  <c:v>2446.1529999999998</c:v>
                </c:pt>
                <c:pt idx="16400">
                  <c:v>6728.6710000000003</c:v>
                </c:pt>
                <c:pt idx="16401">
                  <c:v>0</c:v>
                </c:pt>
                <c:pt idx="16402">
                  <c:v>0</c:v>
                </c:pt>
                <c:pt idx="16403">
                  <c:v>9984.59</c:v>
                </c:pt>
                <c:pt idx="16404">
                  <c:v>8661.527</c:v>
                </c:pt>
                <c:pt idx="16405">
                  <c:v>9584.543999999989</c:v>
                </c:pt>
                <c:pt idx="16406">
                  <c:v>8235.393</c:v>
                </c:pt>
                <c:pt idx="16407">
                  <c:v>6121.6640000000034</c:v>
                </c:pt>
                <c:pt idx="16408">
                  <c:v>5647.6930000000002</c:v>
                </c:pt>
                <c:pt idx="16409">
                  <c:v>4481.5430000000006</c:v>
                </c:pt>
                <c:pt idx="16410">
                  <c:v>3263.1590000000001</c:v>
                </c:pt>
                <c:pt idx="16411">
                  <c:v>2986.8960000000002</c:v>
                </c:pt>
                <c:pt idx="16412">
                  <c:v>2780.8270000000002</c:v>
                </c:pt>
                <c:pt idx="16413">
                  <c:v>2523.9769999999999</c:v>
                </c:pt>
                <c:pt idx="16414">
                  <c:v>2351.5279999999998</c:v>
                </c:pt>
                <c:pt idx="16415">
                  <c:v>2148.5439999999999</c:v>
                </c:pt>
                <c:pt idx="16416">
                  <c:v>2038.7539999999999</c:v>
                </c:pt>
                <c:pt idx="16417">
                  <c:v>1925.0919999999999</c:v>
                </c:pt>
                <c:pt idx="16418">
                  <c:v>1788.9860000000001</c:v>
                </c:pt>
                <c:pt idx="16419">
                  <c:v>1668.0219999999999</c:v>
                </c:pt>
                <c:pt idx="16420">
                  <c:v>1574.6139999999998</c:v>
                </c:pt>
                <c:pt idx="16421">
                  <c:v>1508.0239999999999</c:v>
                </c:pt>
                <c:pt idx="16422">
                  <c:v>1476.818</c:v>
                </c:pt>
                <c:pt idx="16423">
                  <c:v>1532.1109999999999</c:v>
                </c:pt>
                <c:pt idx="16424">
                  <c:v>1483.1419999999998</c:v>
                </c:pt>
                <c:pt idx="16425">
                  <c:v>1428.8689999999999</c:v>
                </c:pt>
                <c:pt idx="16426">
                  <c:v>1374.6079999999999</c:v>
                </c:pt>
                <c:pt idx="16427">
                  <c:v>1330.675</c:v>
                </c:pt>
                <c:pt idx="16428">
                  <c:v>1284.8150000000001</c:v>
                </c:pt>
                <c:pt idx="16429">
                  <c:v>1251.5919999999999</c:v>
                </c:pt>
                <c:pt idx="16430">
                  <c:v>1238.8609999999999</c:v>
                </c:pt>
                <c:pt idx="16431">
                  <c:v>1252.615</c:v>
                </c:pt>
                <c:pt idx="16432">
                  <c:v>1276.1209999999999</c:v>
                </c:pt>
                <c:pt idx="16433">
                  <c:v>1301.4070000000011</c:v>
                </c:pt>
                <c:pt idx="16434">
                  <c:v>1365.87</c:v>
                </c:pt>
                <c:pt idx="16435">
                  <c:v>1361.7919999999999</c:v>
                </c:pt>
                <c:pt idx="16436">
                  <c:v>1304.9870000000001</c:v>
                </c:pt>
                <c:pt idx="16437">
                  <c:v>1237.2670000000001</c:v>
                </c:pt>
                <c:pt idx="16438">
                  <c:v>1236.605</c:v>
                </c:pt>
                <c:pt idx="16439">
                  <c:v>1350.088</c:v>
                </c:pt>
                <c:pt idx="16440">
                  <c:v>2069.8120000000022</c:v>
                </c:pt>
                <c:pt idx="16441">
                  <c:v>2865.8670000000002</c:v>
                </c:pt>
                <c:pt idx="16442">
                  <c:v>3044.6790000000001</c:v>
                </c:pt>
                <c:pt idx="16443">
                  <c:v>2073.8730000000028</c:v>
                </c:pt>
                <c:pt idx="16444">
                  <c:v>1429.366</c:v>
                </c:pt>
                <c:pt idx="16445">
                  <c:v>1496.316</c:v>
                </c:pt>
                <c:pt idx="16446">
                  <c:v>1655.22</c:v>
                </c:pt>
                <c:pt idx="16447">
                  <c:v>1665.6439999999998</c:v>
                </c:pt>
                <c:pt idx="16448">
                  <c:v>1599.4770000000001</c:v>
                </c:pt>
                <c:pt idx="16449">
                  <c:v>1423.6529999999998</c:v>
                </c:pt>
                <c:pt idx="16450">
                  <c:v>1317.8809999999999</c:v>
                </c:pt>
                <c:pt idx="16451">
                  <c:v>1274.578</c:v>
                </c:pt>
                <c:pt idx="16452">
                  <c:v>1246.6529999999998</c:v>
                </c:pt>
                <c:pt idx="16453">
                  <c:v>1206.704</c:v>
                </c:pt>
                <c:pt idx="16454">
                  <c:v>1170.9860000000001</c:v>
                </c:pt>
                <c:pt idx="16455">
                  <c:v>1142.471</c:v>
                </c:pt>
                <c:pt idx="16456">
                  <c:v>1115.559</c:v>
                </c:pt>
                <c:pt idx="16457">
                  <c:v>1294.8239999999998</c:v>
                </c:pt>
                <c:pt idx="16458">
                  <c:v>1967.336</c:v>
                </c:pt>
                <c:pt idx="16459">
                  <c:v>2877.3560000000002</c:v>
                </c:pt>
                <c:pt idx="16460">
                  <c:v>3482.241</c:v>
                </c:pt>
                <c:pt idx="16461">
                  <c:v>3345.1869999999967</c:v>
                </c:pt>
                <c:pt idx="16462">
                  <c:v>2288.4369999999999</c:v>
                </c:pt>
                <c:pt idx="16463">
                  <c:v>1527.9170000000001</c:v>
                </c:pt>
                <c:pt idx="16464">
                  <c:v>1496.462</c:v>
                </c:pt>
                <c:pt idx="16465">
                  <c:v>1406.7909999999999</c:v>
                </c:pt>
                <c:pt idx="16466">
                  <c:v>1272.6639999999998</c:v>
                </c:pt>
                <c:pt idx="16467">
                  <c:v>1254.05</c:v>
                </c:pt>
                <c:pt idx="16468">
                  <c:v>1219.229</c:v>
                </c:pt>
                <c:pt idx="16469">
                  <c:v>1177.8819999999998</c:v>
                </c:pt>
                <c:pt idx="16470">
                  <c:v>1148.0539999999999</c:v>
                </c:pt>
                <c:pt idx="16471">
                  <c:v>1127.5889999999999</c:v>
                </c:pt>
                <c:pt idx="16472">
                  <c:v>1211.587</c:v>
                </c:pt>
                <c:pt idx="16473">
                  <c:v>1305.6369999999999</c:v>
                </c:pt>
                <c:pt idx="16474">
                  <c:v>1294.4570000000001</c:v>
                </c:pt>
                <c:pt idx="16475">
                  <c:v>1184.6309999999999</c:v>
                </c:pt>
                <c:pt idx="16476">
                  <c:v>1107.222</c:v>
                </c:pt>
                <c:pt idx="16477">
                  <c:v>1063.4010000000001</c:v>
                </c:pt>
                <c:pt idx="16478">
                  <c:v>1038.731</c:v>
                </c:pt>
                <c:pt idx="16479">
                  <c:v>1019.8669999999991</c:v>
                </c:pt>
                <c:pt idx="16480">
                  <c:v>1019.207</c:v>
                </c:pt>
                <c:pt idx="16481">
                  <c:v>1012.88</c:v>
                </c:pt>
                <c:pt idx="16482">
                  <c:v>1006.913</c:v>
                </c:pt>
                <c:pt idx="16483">
                  <c:v>997.5729</c:v>
                </c:pt>
                <c:pt idx="16484">
                  <c:v>985.60910000000001</c:v>
                </c:pt>
                <c:pt idx="16485">
                  <c:v>960.43349999999998</c:v>
                </c:pt>
                <c:pt idx="16486">
                  <c:v>933.04330000000004</c:v>
                </c:pt>
                <c:pt idx="16487">
                  <c:v>911.75259999999946</c:v>
                </c:pt>
                <c:pt idx="16488">
                  <c:v>895.41139999999996</c:v>
                </c:pt>
                <c:pt idx="16489">
                  <c:v>880.10440000000051</c:v>
                </c:pt>
                <c:pt idx="16490">
                  <c:v>897.923</c:v>
                </c:pt>
                <c:pt idx="16491">
                  <c:v>991.80899999999997</c:v>
                </c:pt>
                <c:pt idx="16492">
                  <c:v>1146.8</c:v>
                </c:pt>
                <c:pt idx="16493">
                  <c:v>1907.9870000000001</c:v>
                </c:pt>
                <c:pt idx="16494">
                  <c:v>2523.4720000000002</c:v>
                </c:pt>
                <c:pt idx="16495">
                  <c:v>2603.645</c:v>
                </c:pt>
                <c:pt idx="16496">
                  <c:v>1859.8</c:v>
                </c:pt>
                <c:pt idx="16497">
                  <c:v>1323.7239999999999</c:v>
                </c:pt>
                <c:pt idx="16498">
                  <c:v>1182.6929999999998</c:v>
                </c:pt>
                <c:pt idx="16499">
                  <c:v>1114.818</c:v>
                </c:pt>
                <c:pt idx="16500">
                  <c:v>1059.8889999999999</c:v>
                </c:pt>
                <c:pt idx="16501">
                  <c:v>1041.721</c:v>
                </c:pt>
                <c:pt idx="16502">
                  <c:v>1026.498</c:v>
                </c:pt>
                <c:pt idx="16503">
                  <c:v>1020.741</c:v>
                </c:pt>
                <c:pt idx="16504">
                  <c:v>1008.385</c:v>
                </c:pt>
                <c:pt idx="16505">
                  <c:v>991.24980000000005</c:v>
                </c:pt>
                <c:pt idx="16506">
                  <c:v>972.27750000000003</c:v>
                </c:pt>
                <c:pt idx="16507">
                  <c:v>955.99789999999996</c:v>
                </c:pt>
                <c:pt idx="16508">
                  <c:v>943.82809999999949</c:v>
                </c:pt>
                <c:pt idx="16509">
                  <c:v>938.66869999999949</c:v>
                </c:pt>
                <c:pt idx="16510">
                  <c:v>936.06229999999903</c:v>
                </c:pt>
                <c:pt idx="16511">
                  <c:v>940.18169999999998</c:v>
                </c:pt>
                <c:pt idx="16512">
                  <c:v>924.52570000000003</c:v>
                </c:pt>
                <c:pt idx="16513">
                  <c:v>898.74040000000002</c:v>
                </c:pt>
                <c:pt idx="16514">
                  <c:v>881.34389999999996</c:v>
                </c:pt>
                <c:pt idx="16515">
                  <c:v>864.67219999999998</c:v>
                </c:pt>
                <c:pt idx="16516">
                  <c:v>854.73350000000005</c:v>
                </c:pt>
                <c:pt idx="16517">
                  <c:v>849.1730000000008</c:v>
                </c:pt>
                <c:pt idx="16518">
                  <c:v>840.94319999999948</c:v>
                </c:pt>
                <c:pt idx="16519">
                  <c:v>831.7930000000008</c:v>
                </c:pt>
                <c:pt idx="16520">
                  <c:v>816.60599999999999</c:v>
                </c:pt>
                <c:pt idx="16521">
                  <c:v>798.74209999999948</c:v>
                </c:pt>
                <c:pt idx="16522">
                  <c:v>782.73119999999949</c:v>
                </c:pt>
                <c:pt idx="16523">
                  <c:v>772.90749999999946</c:v>
                </c:pt>
                <c:pt idx="16524">
                  <c:v>767.17850000000055</c:v>
                </c:pt>
                <c:pt idx="16525">
                  <c:v>754.86509999999919</c:v>
                </c:pt>
                <c:pt idx="16526">
                  <c:v>739.32389999999998</c:v>
                </c:pt>
                <c:pt idx="16527">
                  <c:v>729.29110000000003</c:v>
                </c:pt>
                <c:pt idx="16528">
                  <c:v>706.61410000000001</c:v>
                </c:pt>
                <c:pt idx="16529">
                  <c:v>673.33779999999933</c:v>
                </c:pt>
                <c:pt idx="16530">
                  <c:v>640.43129999999906</c:v>
                </c:pt>
                <c:pt idx="16531">
                  <c:v>632.84389999999996</c:v>
                </c:pt>
                <c:pt idx="16532">
                  <c:v>731.40269999999907</c:v>
                </c:pt>
                <c:pt idx="16533">
                  <c:v>948.84779999999921</c:v>
                </c:pt>
                <c:pt idx="16534">
                  <c:v>1100.6699999999998</c:v>
                </c:pt>
                <c:pt idx="16535">
                  <c:v>999.94380000000001</c:v>
                </c:pt>
                <c:pt idx="16536">
                  <c:v>798.92509999999947</c:v>
                </c:pt>
                <c:pt idx="16537">
                  <c:v>688.01900000000001</c:v>
                </c:pt>
                <c:pt idx="16538">
                  <c:v>637.51659999999947</c:v>
                </c:pt>
                <c:pt idx="16539">
                  <c:v>613.93430000000001</c:v>
                </c:pt>
                <c:pt idx="16540">
                  <c:v>608.67190000000005</c:v>
                </c:pt>
                <c:pt idx="16541">
                  <c:v>620.24180000000001</c:v>
                </c:pt>
                <c:pt idx="16542">
                  <c:v>640.01880000000051</c:v>
                </c:pt>
                <c:pt idx="16543">
                  <c:v>659.46619999999905</c:v>
                </c:pt>
                <c:pt idx="16544">
                  <c:v>793.98680000000002</c:v>
                </c:pt>
                <c:pt idx="16545">
                  <c:v>1298.5929999999998</c:v>
                </c:pt>
                <c:pt idx="16546">
                  <c:v>2120.306</c:v>
                </c:pt>
                <c:pt idx="16547">
                  <c:v>2899.7150000000001</c:v>
                </c:pt>
                <c:pt idx="16548">
                  <c:v>3006.3020000000001</c:v>
                </c:pt>
                <c:pt idx="16549">
                  <c:v>2289.0700000000002</c:v>
                </c:pt>
                <c:pt idx="16550">
                  <c:v>1650.3839999999998</c:v>
                </c:pt>
                <c:pt idx="16551">
                  <c:v>1442.9449999999999</c:v>
                </c:pt>
                <c:pt idx="16552">
                  <c:v>1410.3809999999999</c:v>
                </c:pt>
                <c:pt idx="16553">
                  <c:v>1312.84</c:v>
                </c:pt>
                <c:pt idx="16554">
                  <c:v>1267.1019999999999</c:v>
                </c:pt>
                <c:pt idx="16555">
                  <c:v>1242.6509999999998</c:v>
                </c:pt>
                <c:pt idx="16556">
                  <c:v>1293.1279999999999</c:v>
                </c:pt>
                <c:pt idx="16557">
                  <c:v>1391.4780000000001</c:v>
                </c:pt>
                <c:pt idx="16558">
                  <c:v>1342.992</c:v>
                </c:pt>
                <c:pt idx="16559">
                  <c:v>1285.1779999999999</c:v>
                </c:pt>
                <c:pt idx="16560">
                  <c:v>1377.6469999999999</c:v>
                </c:pt>
                <c:pt idx="16561">
                  <c:v>1539.7090000000001</c:v>
                </c:pt>
                <c:pt idx="16562">
                  <c:v>1558.606</c:v>
                </c:pt>
                <c:pt idx="16563">
                  <c:v>1415.8979999999999</c:v>
                </c:pt>
                <c:pt idx="16564">
                  <c:v>1310.7670000000001</c:v>
                </c:pt>
                <c:pt idx="16565">
                  <c:v>1272.559</c:v>
                </c:pt>
                <c:pt idx="16566">
                  <c:v>1252.0439999999999</c:v>
                </c:pt>
                <c:pt idx="16567">
                  <c:v>1308.308</c:v>
                </c:pt>
                <c:pt idx="16568">
                  <c:v>1596.6539999999998</c:v>
                </c:pt>
                <c:pt idx="16569">
                  <c:v>1839.4670000000001</c:v>
                </c:pt>
                <c:pt idx="16570">
                  <c:v>1713.0550000000001</c:v>
                </c:pt>
                <c:pt idx="16571">
                  <c:v>1450.7349999999999</c:v>
                </c:pt>
                <c:pt idx="16572">
                  <c:v>1364.175</c:v>
                </c:pt>
                <c:pt idx="16573">
                  <c:v>1373.5929999999998</c:v>
                </c:pt>
                <c:pt idx="16574">
                  <c:v>1375.3029999999999</c:v>
                </c:pt>
                <c:pt idx="16575">
                  <c:v>1367.96</c:v>
                </c:pt>
                <c:pt idx="16576">
                  <c:v>1356.9070000000011</c:v>
                </c:pt>
                <c:pt idx="16577">
                  <c:v>1359.806</c:v>
                </c:pt>
                <c:pt idx="16578">
                  <c:v>1387.6339999999998</c:v>
                </c:pt>
                <c:pt idx="16579">
                  <c:v>1401.4649999999999</c:v>
                </c:pt>
                <c:pt idx="16580">
                  <c:v>1422.752</c:v>
                </c:pt>
                <c:pt idx="16581">
                  <c:v>1471.8979999999999</c:v>
                </c:pt>
                <c:pt idx="16582">
                  <c:v>1494.3679999999999</c:v>
                </c:pt>
                <c:pt idx="16583">
                  <c:v>1454.73</c:v>
                </c:pt>
                <c:pt idx="16584">
                  <c:v>1414.1979999999999</c:v>
                </c:pt>
                <c:pt idx="16585">
                  <c:v>1444.3619999999999</c:v>
                </c:pt>
                <c:pt idx="16586">
                  <c:v>1529.9649999999999</c:v>
                </c:pt>
                <c:pt idx="16587">
                  <c:v>1621.903</c:v>
                </c:pt>
                <c:pt idx="16588">
                  <c:v>1624.0239999999999</c:v>
                </c:pt>
                <c:pt idx="16589">
                  <c:v>1461.3629999999998</c:v>
                </c:pt>
                <c:pt idx="16590">
                  <c:v>1263.8399999999999</c:v>
                </c:pt>
                <c:pt idx="16591">
                  <c:v>1190.248</c:v>
                </c:pt>
                <c:pt idx="16592">
                  <c:v>1153.4949999999999</c:v>
                </c:pt>
                <c:pt idx="16593">
                  <c:v>1086.9110000000001</c:v>
                </c:pt>
                <c:pt idx="16594">
                  <c:v>1049.0639999999999</c:v>
                </c:pt>
                <c:pt idx="16595">
                  <c:v>1069.971</c:v>
                </c:pt>
                <c:pt idx="16596">
                  <c:v>1122.4670000000001</c:v>
                </c:pt>
                <c:pt idx="16597">
                  <c:v>1149.3939999999998</c:v>
                </c:pt>
                <c:pt idx="16598">
                  <c:v>1115.175</c:v>
                </c:pt>
                <c:pt idx="16599">
                  <c:v>1058.008</c:v>
                </c:pt>
                <c:pt idx="16600">
                  <c:v>1008.096</c:v>
                </c:pt>
                <c:pt idx="16601">
                  <c:v>942.20340000000067</c:v>
                </c:pt>
                <c:pt idx="16602">
                  <c:v>873.35239999999919</c:v>
                </c:pt>
                <c:pt idx="16603">
                  <c:v>829.83739999999921</c:v>
                </c:pt>
                <c:pt idx="16604">
                  <c:v>824.13570000000004</c:v>
                </c:pt>
                <c:pt idx="16605">
                  <c:v>838.79610000000002</c:v>
                </c:pt>
                <c:pt idx="16606">
                  <c:v>827.73680000000002</c:v>
                </c:pt>
                <c:pt idx="16607">
                  <c:v>772.91</c:v>
                </c:pt>
                <c:pt idx="16608">
                  <c:v>734.51350000000002</c:v>
                </c:pt>
                <c:pt idx="16609">
                  <c:v>734.47540000000004</c:v>
                </c:pt>
                <c:pt idx="16610">
                  <c:v>757.98860000000002</c:v>
                </c:pt>
                <c:pt idx="16611">
                  <c:v>805.32559999999921</c:v>
                </c:pt>
                <c:pt idx="16612">
                  <c:v>861.38459999999998</c:v>
                </c:pt>
                <c:pt idx="16613">
                  <c:v>907.88490000000002</c:v>
                </c:pt>
                <c:pt idx="16614">
                  <c:v>915.15249999999946</c:v>
                </c:pt>
                <c:pt idx="16615">
                  <c:v>872.84029999999905</c:v>
                </c:pt>
                <c:pt idx="16616">
                  <c:v>811.99580000000003</c:v>
                </c:pt>
                <c:pt idx="16617">
                  <c:v>751.89269999999919</c:v>
                </c:pt>
                <c:pt idx="16618">
                  <c:v>693.04419999999948</c:v>
                </c:pt>
                <c:pt idx="16619">
                  <c:v>631.548</c:v>
                </c:pt>
                <c:pt idx="16620">
                  <c:v>566.95139999999947</c:v>
                </c:pt>
                <c:pt idx="16621">
                  <c:v>506.96859999999936</c:v>
                </c:pt>
                <c:pt idx="16622">
                  <c:v>467.5378</c:v>
                </c:pt>
                <c:pt idx="16623">
                  <c:v>474.70689999999968</c:v>
                </c:pt>
                <c:pt idx="16624">
                  <c:v>498.47229999999968</c:v>
                </c:pt>
                <c:pt idx="16625">
                  <c:v>487.65640000000002</c:v>
                </c:pt>
                <c:pt idx="16626">
                  <c:v>459.34039999999999</c:v>
                </c:pt>
                <c:pt idx="16627">
                  <c:v>439.96409999999969</c:v>
                </c:pt>
                <c:pt idx="16628">
                  <c:v>434.82169999999968</c:v>
                </c:pt>
                <c:pt idx="16629">
                  <c:v>450.66660000000002</c:v>
                </c:pt>
                <c:pt idx="16630">
                  <c:v>444.52359999999953</c:v>
                </c:pt>
                <c:pt idx="16631">
                  <c:v>426.30500000000001</c:v>
                </c:pt>
                <c:pt idx="16632">
                  <c:v>440.1053</c:v>
                </c:pt>
                <c:pt idx="16633">
                  <c:v>471.5018</c:v>
                </c:pt>
                <c:pt idx="16634">
                  <c:v>480.9186999999996</c:v>
                </c:pt>
                <c:pt idx="16635">
                  <c:v>451.83280000000002</c:v>
                </c:pt>
                <c:pt idx="16636">
                  <c:v>417.00290000000001</c:v>
                </c:pt>
                <c:pt idx="16637">
                  <c:v>396.44929999999999</c:v>
                </c:pt>
                <c:pt idx="16638">
                  <c:v>388.0052</c:v>
                </c:pt>
                <c:pt idx="16639">
                  <c:v>387.20069999999993</c:v>
                </c:pt>
                <c:pt idx="16640">
                  <c:v>398.72269999999969</c:v>
                </c:pt>
                <c:pt idx="16641">
                  <c:v>420.65190000000001</c:v>
                </c:pt>
                <c:pt idx="16642">
                  <c:v>400.56149999999968</c:v>
                </c:pt>
                <c:pt idx="16643">
                  <c:v>370.74689999999993</c:v>
                </c:pt>
                <c:pt idx="16644">
                  <c:v>356.92829999999935</c:v>
                </c:pt>
                <c:pt idx="16645">
                  <c:v>358.69929999999999</c:v>
                </c:pt>
                <c:pt idx="16646">
                  <c:v>366.85780000000034</c:v>
                </c:pt>
                <c:pt idx="16647">
                  <c:v>359.79259999999954</c:v>
                </c:pt>
                <c:pt idx="16648">
                  <c:v>358.11320000000001</c:v>
                </c:pt>
                <c:pt idx="16649">
                  <c:v>387.86419999999993</c:v>
                </c:pt>
                <c:pt idx="16650">
                  <c:v>419.74290000000002</c:v>
                </c:pt>
                <c:pt idx="16651">
                  <c:v>435.0505</c:v>
                </c:pt>
                <c:pt idx="16652">
                  <c:v>442.99699999999939</c:v>
                </c:pt>
                <c:pt idx="16653">
                  <c:v>444.78829999999954</c:v>
                </c:pt>
                <c:pt idx="16654">
                  <c:v>452.97379999999936</c:v>
                </c:pt>
                <c:pt idx="16655">
                  <c:v>467.51400000000001</c:v>
                </c:pt>
                <c:pt idx="16656">
                  <c:v>477.28119999999939</c:v>
                </c:pt>
                <c:pt idx="16657">
                  <c:v>487.49269999999967</c:v>
                </c:pt>
                <c:pt idx="16658">
                  <c:v>502.44529999999969</c:v>
                </c:pt>
                <c:pt idx="16659">
                  <c:v>494.14850000000001</c:v>
                </c:pt>
                <c:pt idx="16660">
                  <c:v>473.31389999999999</c:v>
                </c:pt>
                <c:pt idx="16661">
                  <c:v>457.64960000000048</c:v>
                </c:pt>
                <c:pt idx="16662">
                  <c:v>447.58509999999961</c:v>
                </c:pt>
                <c:pt idx="16663">
                  <c:v>446.67290000000008</c:v>
                </c:pt>
                <c:pt idx="16664">
                  <c:v>448.6789</c:v>
                </c:pt>
                <c:pt idx="16665">
                  <c:v>448.01149999999961</c:v>
                </c:pt>
                <c:pt idx="16666">
                  <c:v>450.15429999999998</c:v>
                </c:pt>
                <c:pt idx="16667">
                  <c:v>445.13940000000002</c:v>
                </c:pt>
                <c:pt idx="16668">
                  <c:v>441.23239999999947</c:v>
                </c:pt>
                <c:pt idx="16669">
                  <c:v>439.24919999999969</c:v>
                </c:pt>
                <c:pt idx="16670">
                  <c:v>454.42239999999936</c:v>
                </c:pt>
                <c:pt idx="16671">
                  <c:v>464.73839999999939</c:v>
                </c:pt>
                <c:pt idx="16672">
                  <c:v>461.37470000000002</c:v>
                </c:pt>
                <c:pt idx="16673">
                  <c:v>449.0016</c:v>
                </c:pt>
                <c:pt idx="16674">
                  <c:v>438.71519999999936</c:v>
                </c:pt>
                <c:pt idx="16675">
                  <c:v>445.33139999999935</c:v>
                </c:pt>
                <c:pt idx="16676">
                  <c:v>446.48649999999935</c:v>
                </c:pt>
                <c:pt idx="16677">
                  <c:v>431.46359999999953</c:v>
                </c:pt>
                <c:pt idx="16678">
                  <c:v>424.16930000000002</c:v>
                </c:pt>
                <c:pt idx="16679">
                  <c:v>417.46299999999968</c:v>
                </c:pt>
                <c:pt idx="16680">
                  <c:v>428.51569999999964</c:v>
                </c:pt>
                <c:pt idx="16681">
                  <c:v>431.76679999999953</c:v>
                </c:pt>
                <c:pt idx="16682">
                  <c:v>411.14299999999997</c:v>
                </c:pt>
                <c:pt idx="16683">
                  <c:v>384.14389999999997</c:v>
                </c:pt>
                <c:pt idx="16684">
                  <c:v>381.92509999999953</c:v>
                </c:pt>
                <c:pt idx="16685">
                  <c:v>396.1268</c:v>
                </c:pt>
                <c:pt idx="16686">
                  <c:v>400.85219999999993</c:v>
                </c:pt>
                <c:pt idx="16687">
                  <c:v>392.52839999999935</c:v>
                </c:pt>
                <c:pt idx="16688">
                  <c:v>380.78489999999999</c:v>
                </c:pt>
                <c:pt idx="16689">
                  <c:v>374.86880000000002</c:v>
                </c:pt>
                <c:pt idx="16690">
                  <c:v>372.36450000000002</c:v>
                </c:pt>
                <c:pt idx="16691">
                  <c:v>382.52820000000003</c:v>
                </c:pt>
                <c:pt idx="16692">
                  <c:v>396.64640000000031</c:v>
                </c:pt>
                <c:pt idx="16693">
                  <c:v>403.50850000000003</c:v>
                </c:pt>
                <c:pt idx="16694">
                  <c:v>401.89210000000003</c:v>
                </c:pt>
                <c:pt idx="16695">
                  <c:v>394.0634</c:v>
                </c:pt>
                <c:pt idx="16696">
                  <c:v>386.87360000000001</c:v>
                </c:pt>
                <c:pt idx="16697">
                  <c:v>381.7200999999996</c:v>
                </c:pt>
                <c:pt idx="16698">
                  <c:v>384.43369999999953</c:v>
                </c:pt>
                <c:pt idx="16699">
                  <c:v>389.82060000000001</c:v>
                </c:pt>
                <c:pt idx="16700">
                  <c:v>418.4828</c:v>
                </c:pt>
                <c:pt idx="16701">
                  <c:v>533.76659999999947</c:v>
                </c:pt>
                <c:pt idx="16702">
                  <c:v>897.82479999999998</c:v>
                </c:pt>
                <c:pt idx="16703">
                  <c:v>1165.0050000000001</c:v>
                </c:pt>
                <c:pt idx="16704">
                  <c:v>1281.346</c:v>
                </c:pt>
                <c:pt idx="16705">
                  <c:v>1536.068</c:v>
                </c:pt>
                <c:pt idx="16706">
                  <c:v>2089.402</c:v>
                </c:pt>
                <c:pt idx="16707">
                  <c:v>2019.7160000000001</c:v>
                </c:pt>
                <c:pt idx="16708">
                  <c:v>1553.759</c:v>
                </c:pt>
                <c:pt idx="16709">
                  <c:v>1229.579</c:v>
                </c:pt>
                <c:pt idx="16710">
                  <c:v>1320.86</c:v>
                </c:pt>
                <c:pt idx="16711">
                  <c:v>1575.5929999999998</c:v>
                </c:pt>
                <c:pt idx="16712">
                  <c:v>2135.5189999999998</c:v>
                </c:pt>
                <c:pt idx="16713">
                  <c:v>2175.8550000000027</c:v>
                </c:pt>
                <c:pt idx="16714">
                  <c:v>1777.8779999999999</c:v>
                </c:pt>
                <c:pt idx="16715">
                  <c:v>1873.4580000000001</c:v>
                </c:pt>
                <c:pt idx="16716">
                  <c:v>2892.2759999999998</c:v>
                </c:pt>
                <c:pt idx="16717">
                  <c:v>3740.04</c:v>
                </c:pt>
                <c:pt idx="16718">
                  <c:v>3470.732</c:v>
                </c:pt>
                <c:pt idx="16719">
                  <c:v>2684.7489999999966</c:v>
                </c:pt>
                <c:pt idx="16720">
                  <c:v>2785.701</c:v>
                </c:pt>
                <c:pt idx="16721">
                  <c:v>4011.6410000000001</c:v>
                </c:pt>
                <c:pt idx="16722">
                  <c:v>5636.1850000000004</c:v>
                </c:pt>
                <c:pt idx="16723">
                  <c:v>6085.3320000000003</c:v>
                </c:pt>
                <c:pt idx="16724">
                  <c:v>4852.393</c:v>
                </c:pt>
                <c:pt idx="16725">
                  <c:v>3671.46</c:v>
                </c:pt>
                <c:pt idx="16726">
                  <c:v>3482.9310000000028</c:v>
                </c:pt>
                <c:pt idx="16727">
                  <c:v>3177.424</c:v>
                </c:pt>
                <c:pt idx="16728">
                  <c:v>2667.06</c:v>
                </c:pt>
                <c:pt idx="16729">
                  <c:v>2483.9330000000027</c:v>
                </c:pt>
                <c:pt idx="16730">
                  <c:v>2389.8190000000022</c:v>
                </c:pt>
                <c:pt idx="16731">
                  <c:v>2233.2639999999997</c:v>
                </c:pt>
                <c:pt idx="16732">
                  <c:v>2129.7629999999967</c:v>
                </c:pt>
                <c:pt idx="16733">
                  <c:v>2200.8649999999998</c:v>
                </c:pt>
                <c:pt idx="16734">
                  <c:v>2290.1390000000001</c:v>
                </c:pt>
                <c:pt idx="16735">
                  <c:v>2925.6689999999967</c:v>
                </c:pt>
                <c:pt idx="16736">
                  <c:v>2886.4549999999999</c:v>
                </c:pt>
                <c:pt idx="16737">
                  <c:v>2603.9290000000001</c:v>
                </c:pt>
                <c:pt idx="16738">
                  <c:v>2100.384</c:v>
                </c:pt>
                <c:pt idx="16739">
                  <c:v>1831.83</c:v>
                </c:pt>
                <c:pt idx="16740">
                  <c:v>1752.846</c:v>
                </c:pt>
                <c:pt idx="16741">
                  <c:v>1598.8679999999999</c:v>
                </c:pt>
                <c:pt idx="16742">
                  <c:v>1496.377</c:v>
                </c:pt>
                <c:pt idx="16743">
                  <c:v>1480.271</c:v>
                </c:pt>
                <c:pt idx="16744">
                  <c:v>1608.6709999999998</c:v>
                </c:pt>
                <c:pt idx="16745">
                  <c:v>1990.8489999999999</c:v>
                </c:pt>
                <c:pt idx="16746">
                  <c:v>3609.0439999999999</c:v>
                </c:pt>
                <c:pt idx="16747">
                  <c:v>4475.1460000000034</c:v>
                </c:pt>
                <c:pt idx="16748">
                  <c:v>3843.8229999999999</c:v>
                </c:pt>
                <c:pt idx="16749">
                  <c:v>2581.7730000000001</c:v>
                </c:pt>
                <c:pt idx="16750">
                  <c:v>2068.6179999999999</c:v>
                </c:pt>
                <c:pt idx="16751">
                  <c:v>1928.0250000000001</c:v>
                </c:pt>
                <c:pt idx="16752">
                  <c:v>1776.4549999999999</c:v>
                </c:pt>
                <c:pt idx="16753">
                  <c:v>1663.377</c:v>
                </c:pt>
                <c:pt idx="16754">
                  <c:v>1811.056</c:v>
                </c:pt>
                <c:pt idx="16755">
                  <c:v>3063.672</c:v>
                </c:pt>
                <c:pt idx="16756">
                  <c:v>7092.4059999999999</c:v>
                </c:pt>
                <c:pt idx="16757">
                  <c:v>0</c:v>
                </c:pt>
                <c:pt idx="16758">
                  <c:v>0</c:v>
                </c:pt>
                <c:pt idx="16759">
                  <c:v>0</c:v>
                </c:pt>
                <c:pt idx="16760">
                  <c:v>8455.8349999999882</c:v>
                </c:pt>
                <c:pt idx="16761">
                  <c:v>6828.8850000000002</c:v>
                </c:pt>
                <c:pt idx="16762">
                  <c:v>5377.8070000000016</c:v>
                </c:pt>
                <c:pt idx="16763">
                  <c:v>4229.0530000000008</c:v>
                </c:pt>
                <c:pt idx="16764">
                  <c:v>3764.056</c:v>
                </c:pt>
                <c:pt idx="16765">
                  <c:v>3324.201</c:v>
                </c:pt>
                <c:pt idx="16766">
                  <c:v>3113.7910000000002</c:v>
                </c:pt>
                <c:pt idx="16767">
                  <c:v>4059.2069999999967</c:v>
                </c:pt>
                <c:pt idx="16768">
                  <c:v>4859.9180000000006</c:v>
                </c:pt>
                <c:pt idx="16769">
                  <c:v>4593.08</c:v>
                </c:pt>
                <c:pt idx="16770">
                  <c:v>3184.42</c:v>
                </c:pt>
                <c:pt idx="16771">
                  <c:v>2324.4899999999998</c:v>
                </c:pt>
                <c:pt idx="16772">
                  <c:v>2116.1210000000001</c:v>
                </c:pt>
                <c:pt idx="16773">
                  <c:v>1905.2829999999999</c:v>
                </c:pt>
                <c:pt idx="16774">
                  <c:v>1730.586</c:v>
                </c:pt>
                <c:pt idx="16775">
                  <c:v>1645.473</c:v>
                </c:pt>
                <c:pt idx="16776">
                  <c:v>1573.846</c:v>
                </c:pt>
                <c:pt idx="16777">
                  <c:v>1525.8219999999999</c:v>
                </c:pt>
                <c:pt idx="16778">
                  <c:v>1486.96</c:v>
                </c:pt>
                <c:pt idx="16779">
                  <c:v>1453.2950000000001</c:v>
                </c:pt>
                <c:pt idx="16780">
                  <c:v>1420.001</c:v>
                </c:pt>
                <c:pt idx="16781">
                  <c:v>1384.5260000000001</c:v>
                </c:pt>
                <c:pt idx="16782">
                  <c:v>1364.2729999999999</c:v>
                </c:pt>
                <c:pt idx="16783">
                  <c:v>1341.0250000000001</c:v>
                </c:pt>
                <c:pt idx="16784">
                  <c:v>1307.377</c:v>
                </c:pt>
                <c:pt idx="16785">
                  <c:v>1272.6559999999999</c:v>
                </c:pt>
                <c:pt idx="16786">
                  <c:v>1249.6759999999999</c:v>
                </c:pt>
                <c:pt idx="16787">
                  <c:v>1328.9590000000001</c:v>
                </c:pt>
                <c:pt idx="16788">
                  <c:v>1328.729</c:v>
                </c:pt>
                <c:pt idx="16789">
                  <c:v>1290.1439999999998</c:v>
                </c:pt>
                <c:pt idx="16790">
                  <c:v>1229.71</c:v>
                </c:pt>
                <c:pt idx="16791">
                  <c:v>1195.0619999999999</c:v>
                </c:pt>
                <c:pt idx="16792">
                  <c:v>1162.3119999999999</c:v>
                </c:pt>
                <c:pt idx="16793">
                  <c:v>1226.8139999999999</c:v>
                </c:pt>
                <c:pt idx="16794">
                  <c:v>1793.6639999999998</c:v>
                </c:pt>
                <c:pt idx="16795">
                  <c:v>4115.7650000000003</c:v>
                </c:pt>
                <c:pt idx="16796">
                  <c:v>5616.7280000000001</c:v>
                </c:pt>
                <c:pt idx="16797">
                  <c:v>5246.6640000000034</c:v>
                </c:pt>
                <c:pt idx="16798">
                  <c:v>3245.078</c:v>
                </c:pt>
                <c:pt idx="16799">
                  <c:v>2437.5259999999998</c:v>
                </c:pt>
                <c:pt idx="16800">
                  <c:v>2807.2330000000002</c:v>
                </c:pt>
                <c:pt idx="16801">
                  <c:v>2833.6030000000001</c:v>
                </c:pt>
                <c:pt idx="16802">
                  <c:v>2641.2659999999987</c:v>
                </c:pt>
                <c:pt idx="16803">
                  <c:v>2302.6979999999999</c:v>
                </c:pt>
                <c:pt idx="16804">
                  <c:v>2055.1879999999987</c:v>
                </c:pt>
                <c:pt idx="16805">
                  <c:v>1842.4970000000001</c:v>
                </c:pt>
                <c:pt idx="16806">
                  <c:v>1628.1299999999999</c:v>
                </c:pt>
                <c:pt idx="16807">
                  <c:v>1476.0329999999999</c:v>
                </c:pt>
                <c:pt idx="16808">
                  <c:v>1403.4960000000001</c:v>
                </c:pt>
                <c:pt idx="16809">
                  <c:v>1340.4250000000011</c:v>
                </c:pt>
                <c:pt idx="16810">
                  <c:v>1300.3389999999999</c:v>
                </c:pt>
                <c:pt idx="16811">
                  <c:v>1275.1079999999999</c:v>
                </c:pt>
                <c:pt idx="16812">
                  <c:v>1255.559</c:v>
                </c:pt>
                <c:pt idx="16813">
                  <c:v>1234.992</c:v>
                </c:pt>
                <c:pt idx="16814">
                  <c:v>1210.231</c:v>
                </c:pt>
                <c:pt idx="16815">
                  <c:v>1209.876</c:v>
                </c:pt>
                <c:pt idx="16816">
                  <c:v>1218.1729999999998</c:v>
                </c:pt>
                <c:pt idx="16817">
                  <c:v>1213.2819999999999</c:v>
                </c:pt>
                <c:pt idx="16818">
                  <c:v>1180.5360000000001</c:v>
                </c:pt>
                <c:pt idx="16819">
                  <c:v>1155.105</c:v>
                </c:pt>
                <c:pt idx="16820">
                  <c:v>1135.5039999999999</c:v>
                </c:pt>
                <c:pt idx="16821">
                  <c:v>1117.29</c:v>
                </c:pt>
                <c:pt idx="16822">
                  <c:v>1355.5319999999999</c:v>
                </c:pt>
                <c:pt idx="16823">
                  <c:v>1853.5360000000001</c:v>
                </c:pt>
                <c:pt idx="16824">
                  <c:v>2366.1289999999967</c:v>
                </c:pt>
                <c:pt idx="16825">
                  <c:v>2243.8160000000012</c:v>
                </c:pt>
                <c:pt idx="16826">
                  <c:v>1738.492</c:v>
                </c:pt>
                <c:pt idx="16827">
                  <c:v>1435.5360000000001</c:v>
                </c:pt>
                <c:pt idx="16828">
                  <c:v>1338.875</c:v>
                </c:pt>
                <c:pt idx="16829">
                  <c:v>1273.4090000000001</c:v>
                </c:pt>
                <c:pt idx="16830">
                  <c:v>1230.0419999999999</c:v>
                </c:pt>
                <c:pt idx="16831">
                  <c:v>1187.4060000000011</c:v>
                </c:pt>
                <c:pt idx="16832">
                  <c:v>1144.6409999999998</c:v>
                </c:pt>
                <c:pt idx="16833">
                  <c:v>1110.8499999999999</c:v>
                </c:pt>
                <c:pt idx="16834">
                  <c:v>1086.259</c:v>
                </c:pt>
                <c:pt idx="16835">
                  <c:v>1064.5360000000001</c:v>
                </c:pt>
                <c:pt idx="16836">
                  <c:v>1043.567</c:v>
                </c:pt>
                <c:pt idx="16837">
                  <c:v>1021.304</c:v>
                </c:pt>
                <c:pt idx="16838">
                  <c:v>1000.2830000000008</c:v>
                </c:pt>
                <c:pt idx="16839">
                  <c:v>981.97719999999947</c:v>
                </c:pt>
                <c:pt idx="16840">
                  <c:v>966.64670000000001</c:v>
                </c:pt>
                <c:pt idx="16841">
                  <c:v>957.83479999999997</c:v>
                </c:pt>
                <c:pt idx="16842">
                  <c:v>955.745</c:v>
                </c:pt>
                <c:pt idx="16843">
                  <c:v>956.90749999999946</c:v>
                </c:pt>
                <c:pt idx="16844">
                  <c:v>949.80619999999919</c:v>
                </c:pt>
                <c:pt idx="16845">
                  <c:v>930.00729999999919</c:v>
                </c:pt>
                <c:pt idx="16846">
                  <c:v>907.69080000000054</c:v>
                </c:pt>
                <c:pt idx="16847">
                  <c:v>899.14869999999996</c:v>
                </c:pt>
                <c:pt idx="16848">
                  <c:v>899.50249999999949</c:v>
                </c:pt>
                <c:pt idx="16849">
                  <c:v>893.43549999999948</c:v>
                </c:pt>
                <c:pt idx="16850">
                  <c:v>881.71010000000001</c:v>
                </c:pt>
                <c:pt idx="16851">
                  <c:v>863.48950000000002</c:v>
                </c:pt>
                <c:pt idx="16852">
                  <c:v>846.79360000000054</c:v>
                </c:pt>
                <c:pt idx="16853">
                  <c:v>833.59219999999948</c:v>
                </c:pt>
                <c:pt idx="16854">
                  <c:v>822.40779999999938</c:v>
                </c:pt>
                <c:pt idx="16855">
                  <c:v>812.76589999999999</c:v>
                </c:pt>
                <c:pt idx="16856">
                  <c:v>801.91780000000006</c:v>
                </c:pt>
                <c:pt idx="16857">
                  <c:v>790.29920000000004</c:v>
                </c:pt>
                <c:pt idx="16858">
                  <c:v>779.9991</c:v>
                </c:pt>
                <c:pt idx="16859">
                  <c:v>768.95399999999938</c:v>
                </c:pt>
                <c:pt idx="16860">
                  <c:v>756.15359999999998</c:v>
                </c:pt>
                <c:pt idx="16861">
                  <c:v>746.13419999999996</c:v>
                </c:pt>
                <c:pt idx="16862">
                  <c:v>738.80830000000003</c:v>
                </c:pt>
                <c:pt idx="16863">
                  <c:v>731.35669999999902</c:v>
                </c:pt>
                <c:pt idx="16864">
                  <c:v>722.77560000000005</c:v>
                </c:pt>
                <c:pt idx="16865">
                  <c:v>711.36439999999948</c:v>
                </c:pt>
                <c:pt idx="16866">
                  <c:v>696.7826</c:v>
                </c:pt>
                <c:pt idx="16867">
                  <c:v>684.90300000000002</c:v>
                </c:pt>
                <c:pt idx="16868">
                  <c:v>707.17909999999995</c:v>
                </c:pt>
                <c:pt idx="16869">
                  <c:v>750.82979999999998</c:v>
                </c:pt>
                <c:pt idx="16870">
                  <c:v>767.28700000000003</c:v>
                </c:pt>
                <c:pt idx="16871">
                  <c:v>737.6146</c:v>
                </c:pt>
                <c:pt idx="16872">
                  <c:v>702.44169999999906</c:v>
                </c:pt>
                <c:pt idx="16873">
                  <c:v>676.18719999999996</c:v>
                </c:pt>
                <c:pt idx="16874">
                  <c:v>656.8057</c:v>
                </c:pt>
                <c:pt idx="16875">
                  <c:v>643.64409999999998</c:v>
                </c:pt>
                <c:pt idx="16876">
                  <c:v>632.74350000000004</c:v>
                </c:pt>
                <c:pt idx="16877">
                  <c:v>620.82529999999906</c:v>
                </c:pt>
                <c:pt idx="16878">
                  <c:v>670.47829999999999</c:v>
                </c:pt>
                <c:pt idx="16879">
                  <c:v>690.98779999999999</c:v>
                </c:pt>
                <c:pt idx="16880">
                  <c:v>673.54739999999947</c:v>
                </c:pt>
                <c:pt idx="16881">
                  <c:v>647.9932</c:v>
                </c:pt>
                <c:pt idx="16882">
                  <c:v>632.01130000000001</c:v>
                </c:pt>
                <c:pt idx="16883">
                  <c:v>828.12480000000005</c:v>
                </c:pt>
                <c:pt idx="16884">
                  <c:v>908.96529999999905</c:v>
                </c:pt>
                <c:pt idx="16885">
                  <c:v>917.1327</c:v>
                </c:pt>
                <c:pt idx="16886">
                  <c:v>819.77990000000068</c:v>
                </c:pt>
                <c:pt idx="16887">
                  <c:v>727.47840000000053</c:v>
                </c:pt>
                <c:pt idx="16888">
                  <c:v>681.26369999999997</c:v>
                </c:pt>
                <c:pt idx="16889">
                  <c:v>673.47159999999997</c:v>
                </c:pt>
                <c:pt idx="16890">
                  <c:v>682.73350000000005</c:v>
                </c:pt>
                <c:pt idx="16891">
                  <c:v>666.19590000000005</c:v>
                </c:pt>
                <c:pt idx="16892">
                  <c:v>628.39869999999996</c:v>
                </c:pt>
                <c:pt idx="16893">
                  <c:v>592.05689999999947</c:v>
                </c:pt>
                <c:pt idx="16894">
                  <c:v>553.96449999999948</c:v>
                </c:pt>
                <c:pt idx="16895">
                  <c:v>499.49339999999933</c:v>
                </c:pt>
                <c:pt idx="16896">
                  <c:v>480.96069999999969</c:v>
                </c:pt>
                <c:pt idx="16897">
                  <c:v>471.08709999999968</c:v>
                </c:pt>
                <c:pt idx="16898">
                  <c:v>468.46009999999961</c:v>
                </c:pt>
                <c:pt idx="16899">
                  <c:v>466.9846</c:v>
                </c:pt>
                <c:pt idx="16900">
                  <c:v>464.90049999999968</c:v>
                </c:pt>
                <c:pt idx="16901">
                  <c:v>464.95499999999993</c:v>
                </c:pt>
                <c:pt idx="16902">
                  <c:v>470.09179999999935</c:v>
                </c:pt>
                <c:pt idx="16903">
                  <c:v>488.22119999999938</c:v>
                </c:pt>
                <c:pt idx="16904">
                  <c:v>523.54359999999997</c:v>
                </c:pt>
                <c:pt idx="16905">
                  <c:v>572.10239999999999</c:v>
                </c:pt>
                <c:pt idx="16906">
                  <c:v>615.02530000000002</c:v>
                </c:pt>
                <c:pt idx="16907">
                  <c:v>645.03420000000006</c:v>
                </c:pt>
                <c:pt idx="16908">
                  <c:v>667.68209999999999</c:v>
                </c:pt>
                <c:pt idx="16909">
                  <c:v>684.80769999999882</c:v>
                </c:pt>
                <c:pt idx="16910">
                  <c:v>707.34009999999921</c:v>
                </c:pt>
                <c:pt idx="16911">
                  <c:v>760.08450000000005</c:v>
                </c:pt>
                <c:pt idx="16912">
                  <c:v>831.28550000000052</c:v>
                </c:pt>
                <c:pt idx="16913">
                  <c:v>1028.8909999999998</c:v>
                </c:pt>
                <c:pt idx="16914">
                  <c:v>1173.992</c:v>
                </c:pt>
                <c:pt idx="16915">
                  <c:v>1169.1129999999998</c:v>
                </c:pt>
                <c:pt idx="16916">
                  <c:v>1017.6559999999994</c:v>
                </c:pt>
                <c:pt idx="16917">
                  <c:v>971.64829999999949</c:v>
                </c:pt>
                <c:pt idx="16918">
                  <c:v>960.28910000000053</c:v>
                </c:pt>
                <c:pt idx="16919">
                  <c:v>984.5249</c:v>
                </c:pt>
                <c:pt idx="16920">
                  <c:v>943.63679999999999</c:v>
                </c:pt>
                <c:pt idx="16921">
                  <c:v>895.3559999999992</c:v>
                </c:pt>
                <c:pt idx="16922">
                  <c:v>838.30769999999882</c:v>
                </c:pt>
                <c:pt idx="16923">
                  <c:v>821.5684</c:v>
                </c:pt>
                <c:pt idx="16924">
                  <c:v>810.1327</c:v>
                </c:pt>
                <c:pt idx="16925">
                  <c:v>760.63340000000005</c:v>
                </c:pt>
                <c:pt idx="16926">
                  <c:v>713.28420000000051</c:v>
                </c:pt>
                <c:pt idx="16927">
                  <c:v>685.95269999999903</c:v>
                </c:pt>
                <c:pt idx="16928">
                  <c:v>681.87270000000001</c:v>
                </c:pt>
                <c:pt idx="16929">
                  <c:v>698.49580000000003</c:v>
                </c:pt>
                <c:pt idx="16930">
                  <c:v>720.86899999999946</c:v>
                </c:pt>
                <c:pt idx="16931">
                  <c:v>712.15119999999933</c:v>
                </c:pt>
                <c:pt idx="16932">
                  <c:v>694.37950000000001</c:v>
                </c:pt>
                <c:pt idx="16933">
                  <c:v>678.06129999999905</c:v>
                </c:pt>
                <c:pt idx="16934">
                  <c:v>676.00890000000004</c:v>
                </c:pt>
                <c:pt idx="16935">
                  <c:v>693.73429999999996</c:v>
                </c:pt>
                <c:pt idx="16936">
                  <c:v>717.41430000000003</c:v>
                </c:pt>
                <c:pt idx="16937">
                  <c:v>754.55779999999947</c:v>
                </c:pt>
                <c:pt idx="16938">
                  <c:v>812.35329999999919</c:v>
                </c:pt>
                <c:pt idx="16939">
                  <c:v>881.05079999999998</c:v>
                </c:pt>
                <c:pt idx="16940">
                  <c:v>942.84659999999906</c:v>
                </c:pt>
                <c:pt idx="16941">
                  <c:v>961.5643</c:v>
                </c:pt>
                <c:pt idx="16942">
                  <c:v>934.96669999999892</c:v>
                </c:pt>
                <c:pt idx="16943">
                  <c:v>897.43430000000001</c:v>
                </c:pt>
                <c:pt idx="16944">
                  <c:v>886.28920000000005</c:v>
                </c:pt>
                <c:pt idx="16945">
                  <c:v>896.12469999999996</c:v>
                </c:pt>
                <c:pt idx="16946">
                  <c:v>909.69590000000005</c:v>
                </c:pt>
                <c:pt idx="16947">
                  <c:v>930.13779999999997</c:v>
                </c:pt>
                <c:pt idx="16948">
                  <c:v>968.8577999999992</c:v>
                </c:pt>
                <c:pt idx="16949">
                  <c:v>1026.451</c:v>
                </c:pt>
                <c:pt idx="16950">
                  <c:v>1047.6899999999998</c:v>
                </c:pt>
                <c:pt idx="16951">
                  <c:v>1012.1180000000005</c:v>
                </c:pt>
                <c:pt idx="16952">
                  <c:v>961.69809999999995</c:v>
                </c:pt>
                <c:pt idx="16953">
                  <c:v>900.85049999999933</c:v>
                </c:pt>
                <c:pt idx="16954">
                  <c:v>783.41570000000002</c:v>
                </c:pt>
                <c:pt idx="16955">
                  <c:v>645.22820000000002</c:v>
                </c:pt>
                <c:pt idx="16956">
                  <c:v>587.08140000000003</c:v>
                </c:pt>
                <c:pt idx="16957">
                  <c:v>566.83529999999905</c:v>
                </c:pt>
                <c:pt idx="16958">
                  <c:v>558.14300000000003</c:v>
                </c:pt>
                <c:pt idx="16959">
                  <c:v>627.81349999999998</c:v>
                </c:pt>
                <c:pt idx="16960">
                  <c:v>778.18240000000003</c:v>
                </c:pt>
                <c:pt idx="16961">
                  <c:v>851.77149999999995</c:v>
                </c:pt>
                <c:pt idx="16962">
                  <c:v>789.41749999999934</c:v>
                </c:pt>
                <c:pt idx="16963">
                  <c:v>710.55370000000005</c:v>
                </c:pt>
                <c:pt idx="16964">
                  <c:v>662.84249999999906</c:v>
                </c:pt>
                <c:pt idx="16965">
                  <c:v>628.09360000000004</c:v>
                </c:pt>
                <c:pt idx="16966">
                  <c:v>619.93639999999948</c:v>
                </c:pt>
                <c:pt idx="16967">
                  <c:v>620.10640000000001</c:v>
                </c:pt>
                <c:pt idx="16968">
                  <c:v>634.41139999999996</c:v>
                </c:pt>
                <c:pt idx="16969">
                  <c:v>685.14599999999996</c:v>
                </c:pt>
                <c:pt idx="16970">
                  <c:v>728.7758000000008</c:v>
                </c:pt>
                <c:pt idx="16971">
                  <c:v>720.55359999999996</c:v>
                </c:pt>
                <c:pt idx="16972">
                  <c:v>684.05820000000006</c:v>
                </c:pt>
                <c:pt idx="16973">
                  <c:v>659.67540000000054</c:v>
                </c:pt>
                <c:pt idx="16974">
                  <c:v>654.78360000000055</c:v>
                </c:pt>
                <c:pt idx="16975">
                  <c:v>651.20840000000055</c:v>
                </c:pt>
                <c:pt idx="16976">
                  <c:v>638.64829999999949</c:v>
                </c:pt>
                <c:pt idx="16977">
                  <c:v>621.40089999999998</c:v>
                </c:pt>
                <c:pt idx="16978">
                  <c:v>592.45169999999905</c:v>
                </c:pt>
                <c:pt idx="16979">
                  <c:v>560.23490000000004</c:v>
                </c:pt>
                <c:pt idx="16980">
                  <c:v>542.17860000000053</c:v>
                </c:pt>
                <c:pt idx="16981">
                  <c:v>532.46929999999907</c:v>
                </c:pt>
                <c:pt idx="16982">
                  <c:v>567.70500000000004</c:v>
                </c:pt>
                <c:pt idx="16983">
                  <c:v>721.18269999999939</c:v>
                </c:pt>
                <c:pt idx="16984">
                  <c:v>978.15970000000004</c:v>
                </c:pt>
                <c:pt idx="16985">
                  <c:v>1009.4549999999994</c:v>
                </c:pt>
                <c:pt idx="16986">
                  <c:v>780.23619999999949</c:v>
                </c:pt>
                <c:pt idx="16987">
                  <c:v>623.64239999999938</c:v>
                </c:pt>
                <c:pt idx="16988">
                  <c:v>572.44809999999939</c:v>
                </c:pt>
                <c:pt idx="16989">
                  <c:v>513.57150000000001</c:v>
                </c:pt>
                <c:pt idx="16990">
                  <c:v>475.08210000000003</c:v>
                </c:pt>
                <c:pt idx="16991">
                  <c:v>454.49499999999961</c:v>
                </c:pt>
                <c:pt idx="16992">
                  <c:v>446.07549999999969</c:v>
                </c:pt>
                <c:pt idx="16993">
                  <c:v>451.55669999999969</c:v>
                </c:pt>
                <c:pt idx="16994">
                  <c:v>462.14589999999998</c:v>
                </c:pt>
                <c:pt idx="16995">
                  <c:v>471.93829999999946</c:v>
                </c:pt>
                <c:pt idx="16996">
                  <c:v>456.00170000000003</c:v>
                </c:pt>
                <c:pt idx="16997">
                  <c:v>427.82679999999954</c:v>
                </c:pt>
                <c:pt idx="16998">
                  <c:v>400.68029999999999</c:v>
                </c:pt>
                <c:pt idx="16999">
                  <c:v>377.67109999999968</c:v>
                </c:pt>
                <c:pt idx="17000">
                  <c:v>362.41929999999968</c:v>
                </c:pt>
                <c:pt idx="17001">
                  <c:v>366.8956</c:v>
                </c:pt>
                <c:pt idx="17002">
                  <c:v>397.13690000000003</c:v>
                </c:pt>
                <c:pt idx="17003">
                  <c:v>406.27659999999935</c:v>
                </c:pt>
                <c:pt idx="17004">
                  <c:v>398.9254999999996</c:v>
                </c:pt>
                <c:pt idx="17005">
                  <c:v>383.2099</c:v>
                </c:pt>
                <c:pt idx="17006">
                  <c:v>369.00459999999993</c:v>
                </c:pt>
                <c:pt idx="17007">
                  <c:v>356.9796</c:v>
                </c:pt>
                <c:pt idx="17008">
                  <c:v>352.53799999999961</c:v>
                </c:pt>
                <c:pt idx="17009">
                  <c:v>347.91129999999936</c:v>
                </c:pt>
                <c:pt idx="17010">
                  <c:v>338.68470000000002</c:v>
                </c:pt>
                <c:pt idx="17011">
                  <c:v>330.53539999999936</c:v>
                </c:pt>
                <c:pt idx="17012">
                  <c:v>325.50869999999969</c:v>
                </c:pt>
                <c:pt idx="17013">
                  <c:v>328.98169999999953</c:v>
                </c:pt>
                <c:pt idx="17014">
                  <c:v>359.66410000000002</c:v>
                </c:pt>
                <c:pt idx="17015">
                  <c:v>373.99009999999947</c:v>
                </c:pt>
                <c:pt idx="17016">
                  <c:v>397.1576000000004</c:v>
                </c:pt>
                <c:pt idx="17017">
                  <c:v>398.23419999999953</c:v>
                </c:pt>
                <c:pt idx="17018">
                  <c:v>388.36290000000002</c:v>
                </c:pt>
                <c:pt idx="17019">
                  <c:v>379.23869999999954</c:v>
                </c:pt>
                <c:pt idx="17020">
                  <c:v>343.49779999999947</c:v>
                </c:pt>
                <c:pt idx="17021">
                  <c:v>338.85050000000001</c:v>
                </c:pt>
                <c:pt idx="17022">
                  <c:v>363.3519</c:v>
                </c:pt>
                <c:pt idx="17023">
                  <c:v>360.3288</c:v>
                </c:pt>
                <c:pt idx="17024">
                  <c:v>331.23359999999946</c:v>
                </c:pt>
                <c:pt idx="17025">
                  <c:v>352.23389999999961</c:v>
                </c:pt>
                <c:pt idx="17026">
                  <c:v>358.6626000000004</c:v>
                </c:pt>
                <c:pt idx="17027">
                  <c:v>342.54969999999997</c:v>
                </c:pt>
                <c:pt idx="17028">
                  <c:v>344.84620000000001</c:v>
                </c:pt>
                <c:pt idx="17029">
                  <c:v>345.02329999999961</c:v>
                </c:pt>
                <c:pt idx="17030">
                  <c:v>351.97829999999954</c:v>
                </c:pt>
                <c:pt idx="17031">
                  <c:v>349.22399999999953</c:v>
                </c:pt>
                <c:pt idx="17032">
                  <c:v>342.76869999999968</c:v>
                </c:pt>
                <c:pt idx="17033">
                  <c:v>337.12819999999954</c:v>
                </c:pt>
                <c:pt idx="17034">
                  <c:v>343.62240000000008</c:v>
                </c:pt>
                <c:pt idx="17035">
                  <c:v>354.27519999999947</c:v>
                </c:pt>
                <c:pt idx="17036">
                  <c:v>354.34230000000002</c:v>
                </c:pt>
                <c:pt idx="17037">
                  <c:v>351.11259999999999</c:v>
                </c:pt>
                <c:pt idx="17038">
                  <c:v>346.19990000000001</c:v>
                </c:pt>
                <c:pt idx="17039">
                  <c:v>342.81549999999999</c:v>
                </c:pt>
                <c:pt idx="17040">
                  <c:v>340.6968</c:v>
                </c:pt>
                <c:pt idx="17041">
                  <c:v>354.77799999999968</c:v>
                </c:pt>
                <c:pt idx="17042">
                  <c:v>372.46669999999961</c:v>
                </c:pt>
                <c:pt idx="17043">
                  <c:v>366.41379999999936</c:v>
                </c:pt>
                <c:pt idx="17044">
                  <c:v>357.18380000000002</c:v>
                </c:pt>
                <c:pt idx="17045">
                  <c:v>348.00380000000001</c:v>
                </c:pt>
                <c:pt idx="17046">
                  <c:v>333.18860000000001</c:v>
                </c:pt>
                <c:pt idx="17047">
                  <c:v>326.54169999999999</c:v>
                </c:pt>
                <c:pt idx="17048">
                  <c:v>346.82940000000002</c:v>
                </c:pt>
                <c:pt idx="17049">
                  <c:v>371.71140000000003</c:v>
                </c:pt>
                <c:pt idx="17050">
                  <c:v>377.30609999999967</c:v>
                </c:pt>
                <c:pt idx="17051">
                  <c:v>373.15350000000001</c:v>
                </c:pt>
                <c:pt idx="17052">
                  <c:v>368.07859999999954</c:v>
                </c:pt>
                <c:pt idx="17053">
                  <c:v>364.16860000000008</c:v>
                </c:pt>
                <c:pt idx="17054">
                  <c:v>361.214</c:v>
                </c:pt>
                <c:pt idx="17055">
                  <c:v>367.95729999999969</c:v>
                </c:pt>
                <c:pt idx="17056">
                  <c:v>375.73219999999935</c:v>
                </c:pt>
                <c:pt idx="17057">
                  <c:v>380.34480000000048</c:v>
                </c:pt>
                <c:pt idx="17058">
                  <c:v>379.88629999999961</c:v>
                </c:pt>
                <c:pt idx="17059">
                  <c:v>372.97229999999968</c:v>
                </c:pt>
                <c:pt idx="17060">
                  <c:v>374.45940000000002</c:v>
                </c:pt>
                <c:pt idx="17061">
                  <c:v>387.53379999999953</c:v>
                </c:pt>
                <c:pt idx="17062">
                  <c:v>428.54590000000002</c:v>
                </c:pt>
                <c:pt idx="17063">
                  <c:v>502.15629999999999</c:v>
                </c:pt>
                <c:pt idx="17064">
                  <c:v>558.27710000000002</c:v>
                </c:pt>
                <c:pt idx="17065">
                  <c:v>559.52519999999947</c:v>
                </c:pt>
                <c:pt idx="17066">
                  <c:v>541.65159999999946</c:v>
                </c:pt>
                <c:pt idx="17067">
                  <c:v>648.74890000000005</c:v>
                </c:pt>
                <c:pt idx="17068">
                  <c:v>1078.8399999999999</c:v>
                </c:pt>
                <c:pt idx="17069">
                  <c:v>1453.83</c:v>
                </c:pt>
                <c:pt idx="17070">
                  <c:v>1386.6719999999998</c:v>
                </c:pt>
                <c:pt idx="17071">
                  <c:v>1138.2090000000001</c:v>
                </c:pt>
                <c:pt idx="17072">
                  <c:v>1050.0509999999999</c:v>
                </c:pt>
                <c:pt idx="17073">
                  <c:v>995.09360000000004</c:v>
                </c:pt>
                <c:pt idx="17074">
                  <c:v>899.7373</c:v>
                </c:pt>
                <c:pt idx="17075">
                  <c:v>849.78060000000005</c:v>
                </c:pt>
                <c:pt idx="17076">
                  <c:v>819.42659999999921</c:v>
                </c:pt>
                <c:pt idx="17077">
                  <c:v>816.2115</c:v>
                </c:pt>
                <c:pt idx="17078">
                  <c:v>986.91209999999921</c:v>
                </c:pt>
                <c:pt idx="17079">
                  <c:v>1425.912</c:v>
                </c:pt>
                <c:pt idx="17080">
                  <c:v>1773.202</c:v>
                </c:pt>
                <c:pt idx="17081">
                  <c:v>1913.203</c:v>
                </c:pt>
                <c:pt idx="17082">
                  <c:v>1828.5139999999999</c:v>
                </c:pt>
                <c:pt idx="17083">
                  <c:v>1757.0150000000001</c:v>
                </c:pt>
                <c:pt idx="17084">
                  <c:v>1698.1949999999986</c:v>
                </c:pt>
                <c:pt idx="17085">
                  <c:v>1718.4680000000001</c:v>
                </c:pt>
                <c:pt idx="17086">
                  <c:v>1583.0050000000001</c:v>
                </c:pt>
                <c:pt idx="17087">
                  <c:v>1480.87</c:v>
                </c:pt>
                <c:pt idx="17088">
                  <c:v>1377.7829999999999</c:v>
                </c:pt>
                <c:pt idx="17089">
                  <c:v>1296.5129999999999</c:v>
                </c:pt>
                <c:pt idx="17090">
                  <c:v>1232.316</c:v>
                </c:pt>
                <c:pt idx="17091">
                  <c:v>1174.951</c:v>
                </c:pt>
                <c:pt idx="17092">
                  <c:v>1200.127</c:v>
                </c:pt>
                <c:pt idx="17093">
                  <c:v>1263.8709999999999</c:v>
                </c:pt>
                <c:pt idx="17094">
                  <c:v>1254.4260000000011</c:v>
                </c:pt>
                <c:pt idx="17095">
                  <c:v>1180.1689999999999</c:v>
                </c:pt>
                <c:pt idx="17096">
                  <c:v>1090.1529999999998</c:v>
                </c:pt>
                <c:pt idx="17097">
                  <c:v>1027.5239999999999</c:v>
                </c:pt>
                <c:pt idx="17098">
                  <c:v>989.04190000000006</c:v>
                </c:pt>
                <c:pt idx="17099">
                  <c:v>961.38009999999997</c:v>
                </c:pt>
                <c:pt idx="17100">
                  <c:v>941.36149999999907</c:v>
                </c:pt>
                <c:pt idx="17101">
                  <c:v>967.18540000000053</c:v>
                </c:pt>
                <c:pt idx="17102">
                  <c:v>967.55859999999996</c:v>
                </c:pt>
                <c:pt idx="17103">
                  <c:v>944.35849999999948</c:v>
                </c:pt>
                <c:pt idx="17104">
                  <c:v>912.3575999999988</c:v>
                </c:pt>
                <c:pt idx="17105">
                  <c:v>881.10310000000004</c:v>
                </c:pt>
                <c:pt idx="17106">
                  <c:v>863.01419999999996</c:v>
                </c:pt>
                <c:pt idx="17107">
                  <c:v>847.41800000000001</c:v>
                </c:pt>
                <c:pt idx="17108">
                  <c:v>833.11380000000054</c:v>
                </c:pt>
                <c:pt idx="17109">
                  <c:v>820.2568</c:v>
                </c:pt>
                <c:pt idx="17110">
                  <c:v>835.71420000000001</c:v>
                </c:pt>
                <c:pt idx="17111">
                  <c:v>933.40099999999939</c:v>
                </c:pt>
                <c:pt idx="17112">
                  <c:v>1012.7800000000005</c:v>
                </c:pt>
                <c:pt idx="17113">
                  <c:v>1605.1109999999999</c:v>
                </c:pt>
                <c:pt idx="17114">
                  <c:v>1970.1899999999998</c:v>
                </c:pt>
                <c:pt idx="17115">
                  <c:v>1830.241</c:v>
                </c:pt>
                <c:pt idx="17116">
                  <c:v>1483.5250000000001</c:v>
                </c:pt>
                <c:pt idx="17117">
                  <c:v>1214.586</c:v>
                </c:pt>
                <c:pt idx="17118">
                  <c:v>1079.1109999999999</c:v>
                </c:pt>
                <c:pt idx="17119">
                  <c:v>1019.3569999999991</c:v>
                </c:pt>
                <c:pt idx="17120">
                  <c:v>990.07429999999999</c:v>
                </c:pt>
                <c:pt idx="17121">
                  <c:v>963.95759999999905</c:v>
                </c:pt>
                <c:pt idx="17122">
                  <c:v>945.38070000000005</c:v>
                </c:pt>
                <c:pt idx="17123">
                  <c:v>952.77629999999999</c:v>
                </c:pt>
                <c:pt idx="17124">
                  <c:v>988.31039999999996</c:v>
                </c:pt>
                <c:pt idx="17125">
                  <c:v>1021.899</c:v>
                </c:pt>
                <c:pt idx="17126">
                  <c:v>1001.229</c:v>
                </c:pt>
                <c:pt idx="17127">
                  <c:v>964.72880000000055</c:v>
                </c:pt>
                <c:pt idx="17128">
                  <c:v>931.68240000000003</c:v>
                </c:pt>
                <c:pt idx="17129">
                  <c:v>1081.845</c:v>
                </c:pt>
                <c:pt idx="17130">
                  <c:v>1432.2139999999999</c:v>
                </c:pt>
                <c:pt idx="17131">
                  <c:v>1840.26</c:v>
                </c:pt>
                <c:pt idx="17132">
                  <c:v>1778.7329999999999</c:v>
                </c:pt>
                <c:pt idx="17133">
                  <c:v>1492.0550000000001</c:v>
                </c:pt>
                <c:pt idx="17134">
                  <c:v>1353.3939999999998</c:v>
                </c:pt>
                <c:pt idx="17135">
                  <c:v>2169.4070000000002</c:v>
                </c:pt>
                <c:pt idx="17136">
                  <c:v>3657.2679999999987</c:v>
                </c:pt>
                <c:pt idx="17137">
                  <c:v>4293.3190000000004</c:v>
                </c:pt>
                <c:pt idx="17138">
                  <c:v>3376.4100000000012</c:v>
                </c:pt>
                <c:pt idx="17139">
                  <c:v>2219.8100000000022</c:v>
                </c:pt>
                <c:pt idx="17140">
                  <c:v>1738.6969999999999</c:v>
                </c:pt>
                <c:pt idx="17141">
                  <c:v>1630.7919999999999</c:v>
                </c:pt>
                <c:pt idx="17142">
                  <c:v>1474.2460000000001</c:v>
                </c:pt>
                <c:pt idx="17143">
                  <c:v>1624.2529999999999</c:v>
                </c:pt>
                <c:pt idx="17144">
                  <c:v>1740.0319999999999</c:v>
                </c:pt>
                <c:pt idx="17145">
                  <c:v>2015.3519999999999</c:v>
                </c:pt>
                <c:pt idx="17146">
                  <c:v>1987.971</c:v>
                </c:pt>
                <c:pt idx="17147">
                  <c:v>1858.953</c:v>
                </c:pt>
                <c:pt idx="17148">
                  <c:v>1583.818</c:v>
                </c:pt>
                <c:pt idx="17149">
                  <c:v>1322.6729999999998</c:v>
                </c:pt>
                <c:pt idx="17150">
                  <c:v>1189.6239999999998</c:v>
                </c:pt>
                <c:pt idx="17151">
                  <c:v>1145.2560000000001</c:v>
                </c:pt>
                <c:pt idx="17152">
                  <c:v>1110.7850000000001</c:v>
                </c:pt>
                <c:pt idx="17153">
                  <c:v>1090.002</c:v>
                </c:pt>
                <c:pt idx="17154">
                  <c:v>1070.6629999999998</c:v>
                </c:pt>
                <c:pt idx="17155">
                  <c:v>1052.616</c:v>
                </c:pt>
                <c:pt idx="17156">
                  <c:v>1028.895</c:v>
                </c:pt>
                <c:pt idx="17157">
                  <c:v>1007.6609999999994</c:v>
                </c:pt>
                <c:pt idx="17158">
                  <c:v>986.23340000000053</c:v>
                </c:pt>
                <c:pt idx="17159">
                  <c:v>981.05189999999948</c:v>
                </c:pt>
                <c:pt idx="17160">
                  <c:v>984.54939999999999</c:v>
                </c:pt>
                <c:pt idx="17161">
                  <c:v>1005.3009999999994</c:v>
                </c:pt>
                <c:pt idx="17162">
                  <c:v>972.21190000000001</c:v>
                </c:pt>
                <c:pt idx="17163">
                  <c:v>1042.3919999999998</c:v>
                </c:pt>
                <c:pt idx="17164">
                  <c:v>977.74770000000001</c:v>
                </c:pt>
                <c:pt idx="17165">
                  <c:v>936.76469999999949</c:v>
                </c:pt>
                <c:pt idx="17166">
                  <c:v>931.80070000000001</c:v>
                </c:pt>
                <c:pt idx="17167">
                  <c:v>912.20330000000081</c:v>
                </c:pt>
                <c:pt idx="17168">
                  <c:v>889.9569999999992</c:v>
                </c:pt>
                <c:pt idx="17169">
                  <c:v>869.44939999999997</c:v>
                </c:pt>
                <c:pt idx="17170">
                  <c:v>846.84859999999946</c:v>
                </c:pt>
                <c:pt idx="17171">
                  <c:v>828.87</c:v>
                </c:pt>
                <c:pt idx="17172">
                  <c:v>817.36899999999946</c:v>
                </c:pt>
                <c:pt idx="17173">
                  <c:v>807.90009999999938</c:v>
                </c:pt>
                <c:pt idx="17174">
                  <c:v>797.41930000000002</c:v>
                </c:pt>
                <c:pt idx="17175">
                  <c:v>788.43189999999947</c:v>
                </c:pt>
                <c:pt idx="17176">
                  <c:v>777.46259999999882</c:v>
                </c:pt>
                <c:pt idx="17177">
                  <c:v>765.01530000000002</c:v>
                </c:pt>
                <c:pt idx="17178">
                  <c:v>751.07449999999994</c:v>
                </c:pt>
                <c:pt idx="17179">
                  <c:v>739.52909999999997</c:v>
                </c:pt>
                <c:pt idx="17180">
                  <c:v>730.572</c:v>
                </c:pt>
                <c:pt idx="17181">
                  <c:v>724.70740000000001</c:v>
                </c:pt>
                <c:pt idx="17182">
                  <c:v>714.96979999999996</c:v>
                </c:pt>
                <c:pt idx="17183">
                  <c:v>701.63619999999946</c:v>
                </c:pt>
                <c:pt idx="17184">
                  <c:v>690.89639999999997</c:v>
                </c:pt>
                <c:pt idx="17185">
                  <c:v>684.7491</c:v>
                </c:pt>
                <c:pt idx="17186">
                  <c:v>677.45149999999933</c:v>
                </c:pt>
                <c:pt idx="17187">
                  <c:v>668.42189999999948</c:v>
                </c:pt>
                <c:pt idx="17188">
                  <c:v>657.96449999999948</c:v>
                </c:pt>
                <c:pt idx="17189">
                  <c:v>658.76519999999948</c:v>
                </c:pt>
                <c:pt idx="17190">
                  <c:v>786.95489999999938</c:v>
                </c:pt>
                <c:pt idx="17191">
                  <c:v>930.87819999999999</c:v>
                </c:pt>
                <c:pt idx="17192">
                  <c:v>976.21480000000054</c:v>
                </c:pt>
                <c:pt idx="17193">
                  <c:v>895.76639999999998</c:v>
                </c:pt>
                <c:pt idx="17194">
                  <c:v>841.1309</c:v>
                </c:pt>
                <c:pt idx="17195">
                  <c:v>919.93399999999997</c:v>
                </c:pt>
                <c:pt idx="17196">
                  <c:v>1122.8819999999998</c:v>
                </c:pt>
                <c:pt idx="17197">
                  <c:v>1815.8239999999998</c:v>
                </c:pt>
                <c:pt idx="17198">
                  <c:v>2606.8000000000002</c:v>
                </c:pt>
                <c:pt idx="17199">
                  <c:v>2579.1489999999967</c:v>
                </c:pt>
                <c:pt idx="17200">
                  <c:v>1628.434</c:v>
                </c:pt>
                <c:pt idx="17201">
                  <c:v>1056.3019999999999</c:v>
                </c:pt>
                <c:pt idx="17202">
                  <c:v>993.45619999999906</c:v>
                </c:pt>
                <c:pt idx="17203">
                  <c:v>911.84439999999938</c:v>
                </c:pt>
                <c:pt idx="17204">
                  <c:v>917.928</c:v>
                </c:pt>
                <c:pt idx="17205">
                  <c:v>895.9855</c:v>
                </c:pt>
                <c:pt idx="17206">
                  <c:v>867.51350000000002</c:v>
                </c:pt>
                <c:pt idx="17207">
                  <c:v>836.32859999999948</c:v>
                </c:pt>
                <c:pt idx="17208">
                  <c:v>812.32029999999907</c:v>
                </c:pt>
                <c:pt idx="17209">
                  <c:v>791.8482999999992</c:v>
                </c:pt>
                <c:pt idx="17210">
                  <c:v>781.97230000000002</c:v>
                </c:pt>
                <c:pt idx="17211">
                  <c:v>775.46279999999933</c:v>
                </c:pt>
                <c:pt idx="17212">
                  <c:v>771.78310000000067</c:v>
                </c:pt>
                <c:pt idx="17213">
                  <c:v>764.19039999999995</c:v>
                </c:pt>
                <c:pt idx="17214">
                  <c:v>747.78820000000053</c:v>
                </c:pt>
                <c:pt idx="17215">
                  <c:v>730.61130000000003</c:v>
                </c:pt>
                <c:pt idx="17216">
                  <c:v>719.37170000000003</c:v>
                </c:pt>
                <c:pt idx="17217">
                  <c:v>711.47880000000055</c:v>
                </c:pt>
                <c:pt idx="17218">
                  <c:v>703.29719999999998</c:v>
                </c:pt>
                <c:pt idx="17219">
                  <c:v>695.89139999999998</c:v>
                </c:pt>
                <c:pt idx="17220">
                  <c:v>690.24950000000001</c:v>
                </c:pt>
                <c:pt idx="17221">
                  <c:v>684.69780000000003</c:v>
                </c:pt>
                <c:pt idx="17222">
                  <c:v>682.0444</c:v>
                </c:pt>
                <c:pt idx="17223">
                  <c:v>765.35709999999892</c:v>
                </c:pt>
                <c:pt idx="17224">
                  <c:v>807.92189999999948</c:v>
                </c:pt>
                <c:pt idx="17225">
                  <c:v>800.5634</c:v>
                </c:pt>
                <c:pt idx="17226">
                  <c:v>746.42539999999997</c:v>
                </c:pt>
                <c:pt idx="17227">
                  <c:v>726.93849999999998</c:v>
                </c:pt>
                <c:pt idx="17228">
                  <c:v>732.78060000000005</c:v>
                </c:pt>
                <c:pt idx="17229">
                  <c:v>732.90859999999998</c:v>
                </c:pt>
                <c:pt idx="17230">
                  <c:v>716.36019999999905</c:v>
                </c:pt>
                <c:pt idx="17231">
                  <c:v>713.71090000000004</c:v>
                </c:pt>
                <c:pt idx="17232">
                  <c:v>719.06149999999946</c:v>
                </c:pt>
                <c:pt idx="17233">
                  <c:v>733.55729999999915</c:v>
                </c:pt>
                <c:pt idx="17234">
                  <c:v>741.53989999999999</c:v>
                </c:pt>
                <c:pt idx="17235">
                  <c:v>749.28080000000068</c:v>
                </c:pt>
                <c:pt idx="17236">
                  <c:v>740.73869999999999</c:v>
                </c:pt>
                <c:pt idx="17237">
                  <c:v>729.29810000000055</c:v>
                </c:pt>
                <c:pt idx="17238">
                  <c:v>719.83089999999947</c:v>
                </c:pt>
                <c:pt idx="17239">
                  <c:v>714.51400000000001</c:v>
                </c:pt>
                <c:pt idx="17240">
                  <c:v>709.85659999999905</c:v>
                </c:pt>
                <c:pt idx="17241">
                  <c:v>709.56559999999934</c:v>
                </c:pt>
                <c:pt idx="17242">
                  <c:v>708.29990000000055</c:v>
                </c:pt>
                <c:pt idx="17243">
                  <c:v>703.64170000000001</c:v>
                </c:pt>
                <c:pt idx="17244">
                  <c:v>745.95009999999934</c:v>
                </c:pt>
                <c:pt idx="17245">
                  <c:v>1058.2</c:v>
                </c:pt>
                <c:pt idx="17246">
                  <c:v>2068.2039999999997</c:v>
                </c:pt>
                <c:pt idx="17247">
                  <c:v>3314.9459999999999</c:v>
                </c:pt>
                <c:pt idx="17248">
                  <c:v>3504.4250000000002</c:v>
                </c:pt>
                <c:pt idx="17249">
                  <c:v>2715.9549999999999</c:v>
                </c:pt>
                <c:pt idx="17250">
                  <c:v>1955.5309999999999</c:v>
                </c:pt>
                <c:pt idx="17251">
                  <c:v>1517.6709999999998</c:v>
                </c:pt>
                <c:pt idx="17252">
                  <c:v>1353.712</c:v>
                </c:pt>
                <c:pt idx="17253">
                  <c:v>1298.931</c:v>
                </c:pt>
                <c:pt idx="17254">
                  <c:v>1213.9970000000001</c:v>
                </c:pt>
                <c:pt idx="17255">
                  <c:v>1179.8779999999999</c:v>
                </c:pt>
                <c:pt idx="17256">
                  <c:v>1144.944</c:v>
                </c:pt>
                <c:pt idx="17257">
                  <c:v>1113.8419999999999</c:v>
                </c:pt>
                <c:pt idx="17258">
                  <c:v>1095.029</c:v>
                </c:pt>
                <c:pt idx="17259">
                  <c:v>1035.078</c:v>
                </c:pt>
                <c:pt idx="17260">
                  <c:v>1013.4369999999993</c:v>
                </c:pt>
                <c:pt idx="17261">
                  <c:v>1124.595</c:v>
                </c:pt>
                <c:pt idx="17262">
                  <c:v>1322.2739999999999</c:v>
                </c:pt>
                <c:pt idx="17263">
                  <c:v>1470.6609999999998</c:v>
                </c:pt>
                <c:pt idx="17264">
                  <c:v>1423.6959999999999</c:v>
                </c:pt>
                <c:pt idx="17265">
                  <c:v>1236.627</c:v>
                </c:pt>
                <c:pt idx="17266">
                  <c:v>1067.0139999999999</c:v>
                </c:pt>
                <c:pt idx="17267">
                  <c:v>1000.671</c:v>
                </c:pt>
                <c:pt idx="17268">
                  <c:v>979.71860000000004</c:v>
                </c:pt>
                <c:pt idx="17269">
                  <c:v>957.6028</c:v>
                </c:pt>
                <c:pt idx="17270">
                  <c:v>940.55399999999997</c:v>
                </c:pt>
                <c:pt idx="17271">
                  <c:v>926.21219999999948</c:v>
                </c:pt>
                <c:pt idx="17272">
                  <c:v>914.18219999999997</c:v>
                </c:pt>
                <c:pt idx="17273">
                  <c:v>904.40769999999907</c:v>
                </c:pt>
                <c:pt idx="17274">
                  <c:v>909.6019</c:v>
                </c:pt>
                <c:pt idx="17275">
                  <c:v>933.75549999999998</c:v>
                </c:pt>
                <c:pt idx="17276">
                  <c:v>919.06799999999919</c:v>
                </c:pt>
                <c:pt idx="17277">
                  <c:v>931.76759999999933</c:v>
                </c:pt>
                <c:pt idx="17278">
                  <c:v>1247.1739999999998</c:v>
                </c:pt>
                <c:pt idx="17279">
                  <c:v>1666.6919999999998</c:v>
                </c:pt>
                <c:pt idx="17280">
                  <c:v>1740.5260000000001</c:v>
                </c:pt>
                <c:pt idx="17281">
                  <c:v>1638.4260000000011</c:v>
                </c:pt>
                <c:pt idx="17282">
                  <c:v>1659.588</c:v>
                </c:pt>
                <c:pt idx="17283">
                  <c:v>1528.558</c:v>
                </c:pt>
                <c:pt idx="17284">
                  <c:v>1239.8639999999998</c:v>
                </c:pt>
                <c:pt idx="17285">
                  <c:v>1103.21</c:v>
                </c:pt>
                <c:pt idx="17286">
                  <c:v>1082.336</c:v>
                </c:pt>
                <c:pt idx="17287">
                  <c:v>1081.4549999999999</c:v>
                </c:pt>
                <c:pt idx="17288">
                  <c:v>1187.1799999999998</c:v>
                </c:pt>
                <c:pt idx="17289">
                  <c:v>1185.575</c:v>
                </c:pt>
                <c:pt idx="17290">
                  <c:v>1048.5419999999999</c:v>
                </c:pt>
                <c:pt idx="17291">
                  <c:v>927.14419999999996</c:v>
                </c:pt>
                <c:pt idx="17292">
                  <c:v>923.27140000000054</c:v>
                </c:pt>
                <c:pt idx="17293">
                  <c:v>957.42249999999933</c:v>
                </c:pt>
                <c:pt idx="17294">
                  <c:v>1013.1880000000007</c:v>
                </c:pt>
                <c:pt idx="17295">
                  <c:v>1154.2650000000001</c:v>
                </c:pt>
                <c:pt idx="17296">
                  <c:v>1314.98</c:v>
                </c:pt>
                <c:pt idx="17297">
                  <c:v>1248.211</c:v>
                </c:pt>
                <c:pt idx="17298">
                  <c:v>1072.981</c:v>
                </c:pt>
                <c:pt idx="17299">
                  <c:v>1115.979</c:v>
                </c:pt>
                <c:pt idx="17300">
                  <c:v>1390.556</c:v>
                </c:pt>
                <c:pt idx="17301">
                  <c:v>1702.288</c:v>
                </c:pt>
                <c:pt idx="17302">
                  <c:v>1802.481</c:v>
                </c:pt>
                <c:pt idx="17303">
                  <c:v>1676.9839999999999</c:v>
                </c:pt>
                <c:pt idx="17304">
                  <c:v>1538.6189999999999</c:v>
                </c:pt>
                <c:pt idx="17305">
                  <c:v>1422.903</c:v>
                </c:pt>
                <c:pt idx="17306">
                  <c:v>1369.521</c:v>
                </c:pt>
                <c:pt idx="17307">
                  <c:v>1347.068</c:v>
                </c:pt>
                <c:pt idx="17308">
                  <c:v>1308.454</c:v>
                </c:pt>
                <c:pt idx="17309">
                  <c:v>1302.079</c:v>
                </c:pt>
                <c:pt idx="17310">
                  <c:v>1290.963</c:v>
                </c:pt>
                <c:pt idx="17311">
                  <c:v>1246.0729999999999</c:v>
                </c:pt>
                <c:pt idx="17312">
                  <c:v>1193.8509999999999</c:v>
                </c:pt>
                <c:pt idx="17313">
                  <c:v>1164.5039999999999</c:v>
                </c:pt>
                <c:pt idx="17314">
                  <c:v>1156.8539999999998</c:v>
                </c:pt>
                <c:pt idx="17315">
                  <c:v>1165.271</c:v>
                </c:pt>
                <c:pt idx="17316">
                  <c:v>1185.2739999999999</c:v>
                </c:pt>
                <c:pt idx="17317">
                  <c:v>1206.385</c:v>
                </c:pt>
                <c:pt idx="17318">
                  <c:v>1188.922</c:v>
                </c:pt>
                <c:pt idx="17319">
                  <c:v>1086.846</c:v>
                </c:pt>
                <c:pt idx="17320">
                  <c:v>981.84209999999905</c:v>
                </c:pt>
                <c:pt idx="17321">
                  <c:v>963.08759999999938</c:v>
                </c:pt>
                <c:pt idx="17322">
                  <c:v>932.05849999999998</c:v>
                </c:pt>
                <c:pt idx="17323">
                  <c:v>855.89589999999998</c:v>
                </c:pt>
                <c:pt idx="17324">
                  <c:v>814.51580000000001</c:v>
                </c:pt>
                <c:pt idx="17325">
                  <c:v>814.79360000000054</c:v>
                </c:pt>
                <c:pt idx="17326">
                  <c:v>807.97940000000051</c:v>
                </c:pt>
                <c:pt idx="17327">
                  <c:v>790.91959999999949</c:v>
                </c:pt>
                <c:pt idx="17328">
                  <c:v>753.24990000000003</c:v>
                </c:pt>
                <c:pt idx="17329">
                  <c:v>709.02170000000001</c:v>
                </c:pt>
                <c:pt idx="17330">
                  <c:v>686.8079999999992</c:v>
                </c:pt>
                <c:pt idx="17331">
                  <c:v>700.52189999999996</c:v>
                </c:pt>
                <c:pt idx="17332">
                  <c:v>823.5498</c:v>
                </c:pt>
                <c:pt idx="17333">
                  <c:v>1088.1019999999999</c:v>
                </c:pt>
                <c:pt idx="17334">
                  <c:v>1236.385</c:v>
                </c:pt>
                <c:pt idx="17335">
                  <c:v>1057.6719999999998</c:v>
                </c:pt>
                <c:pt idx="17336">
                  <c:v>840.60040000000004</c:v>
                </c:pt>
                <c:pt idx="17337">
                  <c:v>805.72490000000005</c:v>
                </c:pt>
                <c:pt idx="17338">
                  <c:v>811.51919999999996</c:v>
                </c:pt>
                <c:pt idx="17339">
                  <c:v>799.99810000000002</c:v>
                </c:pt>
                <c:pt idx="17340">
                  <c:v>784.37789999999939</c:v>
                </c:pt>
                <c:pt idx="17341">
                  <c:v>742.99099999999999</c:v>
                </c:pt>
                <c:pt idx="17342">
                  <c:v>711.4547</c:v>
                </c:pt>
                <c:pt idx="17343">
                  <c:v>731.98770000000002</c:v>
                </c:pt>
                <c:pt idx="17344">
                  <c:v>786.41559999999947</c:v>
                </c:pt>
                <c:pt idx="17345">
                  <c:v>810.95119999999906</c:v>
                </c:pt>
                <c:pt idx="17346">
                  <c:v>778.86689999999919</c:v>
                </c:pt>
                <c:pt idx="17347">
                  <c:v>735.13340000000005</c:v>
                </c:pt>
                <c:pt idx="17348">
                  <c:v>727.16109999999946</c:v>
                </c:pt>
                <c:pt idx="17349">
                  <c:v>728.89779999999996</c:v>
                </c:pt>
                <c:pt idx="17350">
                  <c:v>704.89319999999998</c:v>
                </c:pt>
                <c:pt idx="17351">
                  <c:v>686.98569999999938</c:v>
                </c:pt>
                <c:pt idx="17352">
                  <c:v>692.15759999999921</c:v>
                </c:pt>
                <c:pt idx="17353">
                  <c:v>677.86289999999906</c:v>
                </c:pt>
                <c:pt idx="17354">
                  <c:v>634.39449999999999</c:v>
                </c:pt>
                <c:pt idx="17355">
                  <c:v>586.69480000000055</c:v>
                </c:pt>
                <c:pt idx="17356">
                  <c:v>543.12270000000001</c:v>
                </c:pt>
                <c:pt idx="17357">
                  <c:v>510.78949999999969</c:v>
                </c:pt>
                <c:pt idx="17358">
                  <c:v>484.37790000000001</c:v>
                </c:pt>
                <c:pt idx="17359">
                  <c:v>470.51</c:v>
                </c:pt>
                <c:pt idx="17360">
                  <c:v>464.11450000000002</c:v>
                </c:pt>
                <c:pt idx="17361">
                  <c:v>475.26329999999967</c:v>
                </c:pt>
                <c:pt idx="17362">
                  <c:v>469.05619999999954</c:v>
                </c:pt>
                <c:pt idx="17363">
                  <c:v>445.6386</c:v>
                </c:pt>
                <c:pt idx="17364">
                  <c:v>430.24489999999997</c:v>
                </c:pt>
                <c:pt idx="17365">
                  <c:v>409.1644000000004</c:v>
                </c:pt>
                <c:pt idx="17366">
                  <c:v>398.8655</c:v>
                </c:pt>
                <c:pt idx="17367">
                  <c:v>388.98059999999936</c:v>
                </c:pt>
                <c:pt idx="17368">
                  <c:v>379.2296</c:v>
                </c:pt>
                <c:pt idx="17369">
                  <c:v>366.70829999999961</c:v>
                </c:pt>
                <c:pt idx="17370">
                  <c:v>359.89400000000001</c:v>
                </c:pt>
                <c:pt idx="17371">
                  <c:v>365.42929999999961</c:v>
                </c:pt>
                <c:pt idx="17372">
                  <c:v>362.64620000000002</c:v>
                </c:pt>
                <c:pt idx="17373">
                  <c:v>449.61149999999969</c:v>
                </c:pt>
                <c:pt idx="17374">
                  <c:v>714.88969999999949</c:v>
                </c:pt>
                <c:pt idx="17375">
                  <c:v>829.40749999999946</c:v>
                </c:pt>
                <c:pt idx="17376">
                  <c:v>679.69809999999995</c:v>
                </c:pt>
                <c:pt idx="17377">
                  <c:v>543.74519999999939</c:v>
                </c:pt>
                <c:pt idx="17378">
                  <c:v>500.00389999999999</c:v>
                </c:pt>
                <c:pt idx="17379">
                  <c:v>493.22579999999954</c:v>
                </c:pt>
                <c:pt idx="17380">
                  <c:v>498.51129999999961</c:v>
                </c:pt>
                <c:pt idx="17381">
                  <c:v>514.3500999999992</c:v>
                </c:pt>
                <c:pt idx="17382">
                  <c:v>509.49059999999935</c:v>
                </c:pt>
                <c:pt idx="17383">
                  <c:v>500.29179999999945</c:v>
                </c:pt>
                <c:pt idx="17384">
                  <c:v>486.05099999999999</c:v>
                </c:pt>
                <c:pt idx="17385">
                  <c:v>477.20060000000001</c:v>
                </c:pt>
                <c:pt idx="17386">
                  <c:v>473.80790000000002</c:v>
                </c:pt>
                <c:pt idx="17387">
                  <c:v>465.10599999999999</c:v>
                </c:pt>
                <c:pt idx="17388">
                  <c:v>455.35809999999969</c:v>
                </c:pt>
                <c:pt idx="17389">
                  <c:v>447.20159999999947</c:v>
                </c:pt>
                <c:pt idx="17390">
                  <c:v>439.88990000000001</c:v>
                </c:pt>
                <c:pt idx="17391">
                  <c:v>438.31400000000002</c:v>
                </c:pt>
                <c:pt idx="17392">
                  <c:v>438.12049999999999</c:v>
                </c:pt>
                <c:pt idx="17393">
                  <c:v>435.00309999999968</c:v>
                </c:pt>
                <c:pt idx="17394">
                  <c:v>438.64929999999998</c:v>
                </c:pt>
                <c:pt idx="17395">
                  <c:v>440.35640000000001</c:v>
                </c:pt>
                <c:pt idx="17396">
                  <c:v>440.98729999999961</c:v>
                </c:pt>
                <c:pt idx="17397">
                  <c:v>439.61020000000002</c:v>
                </c:pt>
                <c:pt idx="17398">
                  <c:v>455.15949999999998</c:v>
                </c:pt>
                <c:pt idx="17399">
                  <c:v>477.78969999999993</c:v>
                </c:pt>
                <c:pt idx="17400">
                  <c:v>482.61959999999999</c:v>
                </c:pt>
                <c:pt idx="17401">
                  <c:v>472.18400000000008</c:v>
                </c:pt>
                <c:pt idx="17402">
                  <c:v>461.55130000000003</c:v>
                </c:pt>
                <c:pt idx="17403">
                  <c:v>464.68439999999993</c:v>
                </c:pt>
                <c:pt idx="17404">
                  <c:v>463.87189999999993</c:v>
                </c:pt>
                <c:pt idx="17405">
                  <c:v>473.94940000000008</c:v>
                </c:pt>
                <c:pt idx="17406">
                  <c:v>506.11380000000008</c:v>
                </c:pt>
                <c:pt idx="17407">
                  <c:v>526.89980000000003</c:v>
                </c:pt>
                <c:pt idx="17408">
                  <c:v>522.01110000000006</c:v>
                </c:pt>
                <c:pt idx="17409">
                  <c:v>497.1447000000004</c:v>
                </c:pt>
                <c:pt idx="17410">
                  <c:v>473.50959999999969</c:v>
                </c:pt>
                <c:pt idx="17411">
                  <c:v>457.81099999999969</c:v>
                </c:pt>
                <c:pt idx="17412">
                  <c:v>467.13580000000002</c:v>
                </c:pt>
                <c:pt idx="17413">
                  <c:v>587.66309999999999</c:v>
                </c:pt>
                <c:pt idx="17414">
                  <c:v>1047.6329999999998</c:v>
                </c:pt>
                <c:pt idx="17415">
                  <c:v>1654.7180000000001</c:v>
                </c:pt>
                <c:pt idx="17416">
                  <c:v>1572.1379999999999</c:v>
                </c:pt>
                <c:pt idx="17417">
                  <c:v>993.36929999999882</c:v>
                </c:pt>
                <c:pt idx="17418">
                  <c:v>800.89009999999996</c:v>
                </c:pt>
                <c:pt idx="17419">
                  <c:v>830.4220999999992</c:v>
                </c:pt>
                <c:pt idx="17420">
                  <c:v>780.54239999999947</c:v>
                </c:pt>
                <c:pt idx="17421">
                  <c:v>757.38900000000001</c:v>
                </c:pt>
                <c:pt idx="17422">
                  <c:v>743.56309999999996</c:v>
                </c:pt>
                <c:pt idx="17423">
                  <c:v>711.82639999999947</c:v>
                </c:pt>
                <c:pt idx="17424">
                  <c:v>691.14149999999938</c:v>
                </c:pt>
                <c:pt idx="17425">
                  <c:v>674.88869999999997</c:v>
                </c:pt>
                <c:pt idx="17426">
                  <c:v>692.67890000000068</c:v>
                </c:pt>
                <c:pt idx="17427">
                  <c:v>735.10019999999997</c:v>
                </c:pt>
                <c:pt idx="17428">
                  <c:v>732.24719999999934</c:v>
                </c:pt>
                <c:pt idx="17429">
                  <c:v>699.49649999999997</c:v>
                </c:pt>
                <c:pt idx="17430">
                  <c:v>673.64469999999949</c:v>
                </c:pt>
                <c:pt idx="17431">
                  <c:v>794.71029999999996</c:v>
                </c:pt>
                <c:pt idx="17432">
                  <c:v>1733.93</c:v>
                </c:pt>
                <c:pt idx="17433">
                  <c:v>3616.8209999999999</c:v>
                </c:pt>
                <c:pt idx="17434">
                  <c:v>4492.6350000000002</c:v>
                </c:pt>
                <c:pt idx="17435">
                  <c:v>3497.29</c:v>
                </c:pt>
                <c:pt idx="17436">
                  <c:v>2575.4850000000001</c:v>
                </c:pt>
                <c:pt idx="17437">
                  <c:v>2635.52</c:v>
                </c:pt>
                <c:pt idx="17438">
                  <c:v>2547.7950000000001</c:v>
                </c:pt>
                <c:pt idx="17439">
                  <c:v>2348.3900000000012</c:v>
                </c:pt>
                <c:pt idx="17440">
                  <c:v>2299.9270000000001</c:v>
                </c:pt>
                <c:pt idx="17441">
                  <c:v>2113.04</c:v>
                </c:pt>
                <c:pt idx="17442">
                  <c:v>1975.606</c:v>
                </c:pt>
                <c:pt idx="17443">
                  <c:v>1872.575</c:v>
                </c:pt>
                <c:pt idx="17444">
                  <c:v>1748.7190000000001</c:v>
                </c:pt>
                <c:pt idx="17445">
                  <c:v>1666.231</c:v>
                </c:pt>
                <c:pt idx="17446">
                  <c:v>1600.4460000000001</c:v>
                </c:pt>
                <c:pt idx="17447">
                  <c:v>1512.519</c:v>
                </c:pt>
                <c:pt idx="17448">
                  <c:v>1401.61</c:v>
                </c:pt>
                <c:pt idx="17449">
                  <c:v>1314.588</c:v>
                </c:pt>
                <c:pt idx="17450">
                  <c:v>1356.127</c:v>
                </c:pt>
                <c:pt idx="17451">
                  <c:v>1401.511</c:v>
                </c:pt>
                <c:pt idx="17452">
                  <c:v>1358.4760000000001</c:v>
                </c:pt>
                <c:pt idx="17453">
                  <c:v>1259.136</c:v>
                </c:pt>
                <c:pt idx="17454">
                  <c:v>1191.5160000000001</c:v>
                </c:pt>
                <c:pt idx="17455">
                  <c:v>1144.2570000000001</c:v>
                </c:pt>
                <c:pt idx="17456">
                  <c:v>1260.336</c:v>
                </c:pt>
                <c:pt idx="17457">
                  <c:v>1636.9110000000001</c:v>
                </c:pt>
                <c:pt idx="17458">
                  <c:v>1771.9490000000001</c:v>
                </c:pt>
                <c:pt idx="17459">
                  <c:v>1712.7049999999999</c:v>
                </c:pt>
                <c:pt idx="17460">
                  <c:v>1525.0509999999999</c:v>
                </c:pt>
                <c:pt idx="17461">
                  <c:v>1526.52</c:v>
                </c:pt>
                <c:pt idx="17462">
                  <c:v>1570.5609999999999</c:v>
                </c:pt>
                <c:pt idx="17463">
                  <c:v>1590.867</c:v>
                </c:pt>
                <c:pt idx="17464">
                  <c:v>1484.3209999999999</c:v>
                </c:pt>
                <c:pt idx="17465">
                  <c:v>1304.502</c:v>
                </c:pt>
                <c:pt idx="17466">
                  <c:v>1204.5999999999999</c:v>
                </c:pt>
                <c:pt idx="17467">
                  <c:v>1128.8789999999999</c:v>
                </c:pt>
                <c:pt idx="17468">
                  <c:v>1074.008</c:v>
                </c:pt>
                <c:pt idx="17469">
                  <c:v>1037.28</c:v>
                </c:pt>
                <c:pt idx="17470">
                  <c:v>1184.3209999999999</c:v>
                </c:pt>
                <c:pt idx="17471">
                  <c:v>2416.8240000000001</c:v>
                </c:pt>
                <c:pt idx="17472">
                  <c:v>4361.5039999999999</c:v>
                </c:pt>
                <c:pt idx="17473">
                  <c:v>5363.5739999999996</c:v>
                </c:pt>
                <c:pt idx="17474">
                  <c:v>4560.2210000000014</c:v>
                </c:pt>
                <c:pt idx="17475">
                  <c:v>3646.4789999999998</c:v>
                </c:pt>
                <c:pt idx="17476">
                  <c:v>2948.6059999999998</c:v>
                </c:pt>
                <c:pt idx="17477">
                  <c:v>2488.846</c:v>
                </c:pt>
                <c:pt idx="17478">
                  <c:v>2282.9589999999998</c:v>
                </c:pt>
                <c:pt idx="17479">
                  <c:v>2166.9910000000027</c:v>
                </c:pt>
                <c:pt idx="17480">
                  <c:v>2001.0039999999999</c:v>
                </c:pt>
                <c:pt idx="17481">
                  <c:v>1854.6599999999999</c:v>
                </c:pt>
                <c:pt idx="17482">
                  <c:v>1708.307</c:v>
                </c:pt>
                <c:pt idx="17483">
                  <c:v>1559.1729999999998</c:v>
                </c:pt>
                <c:pt idx="17484">
                  <c:v>1431.47</c:v>
                </c:pt>
                <c:pt idx="17485">
                  <c:v>1333.3779999999999</c:v>
                </c:pt>
                <c:pt idx="17486">
                  <c:v>1272.328</c:v>
                </c:pt>
                <c:pt idx="17487">
                  <c:v>1228.06</c:v>
                </c:pt>
                <c:pt idx="17488">
                  <c:v>1189.8239999999998</c:v>
                </c:pt>
                <c:pt idx="17489">
                  <c:v>1158.4490000000001</c:v>
                </c:pt>
                <c:pt idx="17490">
                  <c:v>1124.963</c:v>
                </c:pt>
                <c:pt idx="17491">
                  <c:v>1096.758</c:v>
                </c:pt>
                <c:pt idx="17492">
                  <c:v>1071.847</c:v>
                </c:pt>
                <c:pt idx="17493">
                  <c:v>1136.2270000000001</c:v>
                </c:pt>
                <c:pt idx="17494">
                  <c:v>1316.7190000000001</c:v>
                </c:pt>
                <c:pt idx="17495">
                  <c:v>1432.5809999999999</c:v>
                </c:pt>
                <c:pt idx="17496">
                  <c:v>1335.549</c:v>
                </c:pt>
                <c:pt idx="17497">
                  <c:v>1208.777</c:v>
                </c:pt>
                <c:pt idx="17498">
                  <c:v>1156.8789999999999</c:v>
                </c:pt>
                <c:pt idx="17499">
                  <c:v>1127.0889999999999</c:v>
                </c:pt>
                <c:pt idx="17500">
                  <c:v>1092.8789999999999</c:v>
                </c:pt>
                <c:pt idx="17501">
                  <c:v>1098.8399999999999</c:v>
                </c:pt>
                <c:pt idx="17502">
                  <c:v>1091.3939999999998</c:v>
                </c:pt>
                <c:pt idx="17503">
                  <c:v>1080.7629999999999</c:v>
                </c:pt>
                <c:pt idx="17504">
                  <c:v>1051.1189999999999</c:v>
                </c:pt>
                <c:pt idx="17505">
                  <c:v>1021.8669999999991</c:v>
                </c:pt>
                <c:pt idx="17506">
                  <c:v>1000.7910000000005</c:v>
                </c:pt>
                <c:pt idx="17507">
                  <c:v>986.27719999999999</c:v>
                </c:pt>
                <c:pt idx="17508">
                  <c:v>970.97739999999999</c:v>
                </c:pt>
                <c:pt idx="17509">
                  <c:v>1003.3339999999994</c:v>
                </c:pt>
                <c:pt idx="17510">
                  <c:v>1295.79</c:v>
                </c:pt>
                <c:pt idx="17511">
                  <c:v>1384.2819999999999</c:v>
                </c:pt>
                <c:pt idx="17512">
                  <c:v>1341.6499999999999</c:v>
                </c:pt>
                <c:pt idx="17513">
                  <c:v>1225.5070000000001</c:v>
                </c:pt>
                <c:pt idx="17514">
                  <c:v>1175.6479999999999</c:v>
                </c:pt>
                <c:pt idx="17515">
                  <c:v>1142.9080000000001</c:v>
                </c:pt>
                <c:pt idx="17516">
                  <c:v>1117.0429999999999</c:v>
                </c:pt>
                <c:pt idx="17517">
                  <c:v>1060.6279999999999</c:v>
                </c:pt>
                <c:pt idx="17518">
                  <c:v>1009.3059999999994</c:v>
                </c:pt>
                <c:pt idx="17519">
                  <c:v>1103.5060000000001</c:v>
                </c:pt>
                <c:pt idx="17520">
                  <c:v>1232.4090000000001</c:v>
                </c:pt>
                <c:pt idx="17521">
                  <c:v>1242.998</c:v>
                </c:pt>
                <c:pt idx="17522">
                  <c:v>1142.836</c:v>
                </c:pt>
                <c:pt idx="17523">
                  <c:v>1057.9960000000001</c:v>
                </c:pt>
                <c:pt idx="17524">
                  <c:v>1005.491</c:v>
                </c:pt>
                <c:pt idx="17525">
                  <c:v>976.18370000000095</c:v>
                </c:pt>
                <c:pt idx="17526">
                  <c:v>960.90259999999921</c:v>
                </c:pt>
                <c:pt idx="17527">
                  <c:v>967.20219999999949</c:v>
                </c:pt>
                <c:pt idx="17528">
                  <c:v>992.18970000000081</c:v>
                </c:pt>
                <c:pt idx="17529">
                  <c:v>987.16519999999946</c:v>
                </c:pt>
                <c:pt idx="17530">
                  <c:v>945.02049999999997</c:v>
                </c:pt>
                <c:pt idx="17531">
                  <c:v>914.42719999999906</c:v>
                </c:pt>
                <c:pt idx="17532">
                  <c:v>904.3433</c:v>
                </c:pt>
                <c:pt idx="17533">
                  <c:v>898.42330000000004</c:v>
                </c:pt>
                <c:pt idx="17534">
                  <c:v>893.11670000000004</c:v>
                </c:pt>
                <c:pt idx="17535">
                  <c:v>881.51199999999949</c:v>
                </c:pt>
                <c:pt idx="17536">
                  <c:v>864.68920000000003</c:v>
                </c:pt>
                <c:pt idx="17537">
                  <c:v>854.93430000000001</c:v>
                </c:pt>
                <c:pt idx="17538">
                  <c:v>875.14819999999997</c:v>
                </c:pt>
                <c:pt idx="17539">
                  <c:v>863.32380000000001</c:v>
                </c:pt>
                <c:pt idx="17540">
                  <c:v>839.05659999999921</c:v>
                </c:pt>
                <c:pt idx="17541">
                  <c:v>812.61</c:v>
                </c:pt>
                <c:pt idx="17542">
                  <c:v>791.81629999999905</c:v>
                </c:pt>
                <c:pt idx="17543">
                  <c:v>778.12199999999996</c:v>
                </c:pt>
                <c:pt idx="17544">
                  <c:v>770.65269999999907</c:v>
                </c:pt>
                <c:pt idx="17545">
                  <c:v>763.80599999999947</c:v>
                </c:pt>
                <c:pt idx="17546">
                  <c:v>755.28300000000081</c:v>
                </c:pt>
                <c:pt idx="17547">
                  <c:v>748.14559999999949</c:v>
                </c:pt>
                <c:pt idx="17548">
                  <c:v>743.26499999999999</c:v>
                </c:pt>
                <c:pt idx="17549">
                  <c:v>760.41599999999949</c:v>
                </c:pt>
                <c:pt idx="17550">
                  <c:v>744.39670000000001</c:v>
                </c:pt>
                <c:pt idx="17551">
                  <c:v>732.05219999999906</c:v>
                </c:pt>
                <c:pt idx="17552">
                  <c:v>784.8184</c:v>
                </c:pt>
                <c:pt idx="17553">
                  <c:v>874.75369999999998</c:v>
                </c:pt>
                <c:pt idx="17554">
                  <c:v>924.74350000000004</c:v>
                </c:pt>
                <c:pt idx="17555">
                  <c:v>925.22390000000053</c:v>
                </c:pt>
                <c:pt idx="17556">
                  <c:v>935.40709999999933</c:v>
                </c:pt>
                <c:pt idx="17557">
                  <c:v>1002.2710000000005</c:v>
                </c:pt>
                <c:pt idx="17558">
                  <c:v>976.8383</c:v>
                </c:pt>
                <c:pt idx="17559">
                  <c:v>874.03380000000004</c:v>
                </c:pt>
                <c:pt idx="17560">
                  <c:v>779.9560999999992</c:v>
                </c:pt>
                <c:pt idx="17561">
                  <c:v>746.35069999999905</c:v>
                </c:pt>
                <c:pt idx="17562">
                  <c:v>827.63679999999999</c:v>
                </c:pt>
                <c:pt idx="17563">
                  <c:v>930.01179999999999</c:v>
                </c:pt>
                <c:pt idx="17564">
                  <c:v>933.43699999999933</c:v>
                </c:pt>
                <c:pt idx="17565">
                  <c:v>823.50729999999919</c:v>
                </c:pt>
                <c:pt idx="17566">
                  <c:v>728.59330000000068</c:v>
                </c:pt>
                <c:pt idx="17567">
                  <c:v>678.25850000000003</c:v>
                </c:pt>
                <c:pt idx="17568">
                  <c:v>648.30349999999999</c:v>
                </c:pt>
                <c:pt idx="17569">
                  <c:v>629.50759999999946</c:v>
                </c:pt>
                <c:pt idx="17570">
                  <c:v>616.3595999999992</c:v>
                </c:pt>
                <c:pt idx="17571">
                  <c:v>606.54769999999905</c:v>
                </c:pt>
                <c:pt idx="17572">
                  <c:v>594.65419999999949</c:v>
                </c:pt>
                <c:pt idx="17573">
                  <c:v>583.17430000000081</c:v>
                </c:pt>
                <c:pt idx="17574">
                  <c:v>573.22280000000001</c:v>
                </c:pt>
                <c:pt idx="17575">
                  <c:v>565.19890000000055</c:v>
                </c:pt>
                <c:pt idx="17576">
                  <c:v>553.38139999999999</c:v>
                </c:pt>
                <c:pt idx="17577">
                  <c:v>561.24090000000001</c:v>
                </c:pt>
                <c:pt idx="17578">
                  <c:v>632.71500000000003</c:v>
                </c:pt>
                <c:pt idx="17579">
                  <c:v>702.83239999999921</c:v>
                </c:pt>
                <c:pt idx="17580">
                  <c:v>704.87149999999997</c:v>
                </c:pt>
                <c:pt idx="17581">
                  <c:v>723.17370000000096</c:v>
                </c:pt>
                <c:pt idx="17582">
                  <c:v>770.0924</c:v>
                </c:pt>
                <c:pt idx="17583">
                  <c:v>803.09649999999999</c:v>
                </c:pt>
                <c:pt idx="17584">
                  <c:v>803.17139999999995</c:v>
                </c:pt>
                <c:pt idx="17585">
                  <c:v>825.54859999999996</c:v>
                </c:pt>
                <c:pt idx="17586">
                  <c:v>1340.038</c:v>
                </c:pt>
                <c:pt idx="17587">
                  <c:v>1907.325</c:v>
                </c:pt>
                <c:pt idx="17588">
                  <c:v>1870.6579999999999</c:v>
                </c:pt>
                <c:pt idx="17589">
                  <c:v>1688.896</c:v>
                </c:pt>
                <c:pt idx="17590">
                  <c:v>1381.2180000000001</c:v>
                </c:pt>
                <c:pt idx="17591">
                  <c:v>1198.7850000000001</c:v>
                </c:pt>
                <c:pt idx="17592">
                  <c:v>1001.8209999999993</c:v>
                </c:pt>
                <c:pt idx="17593">
                  <c:v>978.21429999999998</c:v>
                </c:pt>
                <c:pt idx="17594">
                  <c:v>917.19640000000004</c:v>
                </c:pt>
                <c:pt idx="17595">
                  <c:v>908.26499999999999</c:v>
                </c:pt>
                <c:pt idx="17596">
                  <c:v>1046.742</c:v>
                </c:pt>
                <c:pt idx="17597">
                  <c:v>1131.617</c:v>
                </c:pt>
                <c:pt idx="17598">
                  <c:v>1071.502</c:v>
                </c:pt>
                <c:pt idx="17599">
                  <c:v>969.3509999999992</c:v>
                </c:pt>
                <c:pt idx="17600">
                  <c:v>885.81629999999905</c:v>
                </c:pt>
                <c:pt idx="17601">
                  <c:v>839.49469999999997</c:v>
                </c:pt>
                <c:pt idx="17602">
                  <c:v>815.19010000000003</c:v>
                </c:pt>
                <c:pt idx="17603">
                  <c:v>798.44619999999907</c:v>
                </c:pt>
                <c:pt idx="17604">
                  <c:v>782.61109999999996</c:v>
                </c:pt>
                <c:pt idx="17605">
                  <c:v>766.83039999999949</c:v>
                </c:pt>
                <c:pt idx="17606">
                  <c:v>754.57029999999997</c:v>
                </c:pt>
                <c:pt idx="17607">
                  <c:v>745.6019</c:v>
                </c:pt>
                <c:pt idx="17608">
                  <c:v>734.54989999999998</c:v>
                </c:pt>
                <c:pt idx="17609">
                  <c:v>721.77140000000054</c:v>
                </c:pt>
                <c:pt idx="17610">
                  <c:v>708.15559999999948</c:v>
                </c:pt>
                <c:pt idx="17611">
                  <c:v>698.5548</c:v>
                </c:pt>
                <c:pt idx="17612">
                  <c:v>689.28040000000055</c:v>
                </c:pt>
                <c:pt idx="17613">
                  <c:v>678.74270000000001</c:v>
                </c:pt>
                <c:pt idx="17614">
                  <c:v>666.03219999999919</c:v>
                </c:pt>
                <c:pt idx="17615">
                  <c:v>656.94539999999949</c:v>
                </c:pt>
                <c:pt idx="17616">
                  <c:v>651.22</c:v>
                </c:pt>
                <c:pt idx="17617">
                  <c:v>638.44439999999997</c:v>
                </c:pt>
                <c:pt idx="17618">
                  <c:v>623.87259999999947</c:v>
                </c:pt>
                <c:pt idx="17619">
                  <c:v>617.75900000000001</c:v>
                </c:pt>
                <c:pt idx="17620">
                  <c:v>611.63570000000004</c:v>
                </c:pt>
                <c:pt idx="17621">
                  <c:v>609.88779999999997</c:v>
                </c:pt>
                <c:pt idx="17622">
                  <c:v>596.54280000000006</c:v>
                </c:pt>
                <c:pt idx="17623">
                  <c:v>546.1675999999992</c:v>
                </c:pt>
                <c:pt idx="17624">
                  <c:v>519.54970000000003</c:v>
                </c:pt>
                <c:pt idx="17625">
                  <c:v>494.54500000000002</c:v>
                </c:pt>
                <c:pt idx="17626">
                  <c:v>503.99279999999953</c:v>
                </c:pt>
                <c:pt idx="17627">
                  <c:v>570.38900000000001</c:v>
                </c:pt>
                <c:pt idx="17628">
                  <c:v>629.17850000000055</c:v>
                </c:pt>
                <c:pt idx="17629">
                  <c:v>683.01080000000002</c:v>
                </c:pt>
                <c:pt idx="17630">
                  <c:v>699.22180000000003</c:v>
                </c:pt>
                <c:pt idx="17631">
                  <c:v>777.50959999999998</c:v>
                </c:pt>
                <c:pt idx="17632">
                  <c:v>1582.6209999999999</c:v>
                </c:pt>
                <c:pt idx="17633">
                  <c:v>4041.2979999999998</c:v>
                </c:pt>
                <c:pt idx="17634">
                  <c:v>7302.8060000000014</c:v>
                </c:pt>
                <c:pt idx="17635">
                  <c:v>7590.8770000000004</c:v>
                </c:pt>
                <c:pt idx="17636">
                  <c:v>4297.1880000000001</c:v>
                </c:pt>
                <c:pt idx="17637">
                  <c:v>2056.7719999999999</c:v>
                </c:pt>
                <c:pt idx="17638">
                  <c:v>2481.3170000000027</c:v>
                </c:pt>
                <c:pt idx="17639">
                  <c:v>2781.165</c:v>
                </c:pt>
                <c:pt idx="17640">
                  <c:v>2566.328</c:v>
                </c:pt>
                <c:pt idx="17641">
                  <c:v>2649.5749999999998</c:v>
                </c:pt>
                <c:pt idx="17642">
                  <c:v>3021.0859999999998</c:v>
                </c:pt>
                <c:pt idx="17643">
                  <c:v>3529.6079999999997</c:v>
                </c:pt>
                <c:pt idx="17644">
                  <c:v>3429.0050000000001</c:v>
                </c:pt>
                <c:pt idx="17645">
                  <c:v>2904.241</c:v>
                </c:pt>
                <c:pt idx="17646">
                  <c:v>2625.712</c:v>
                </c:pt>
                <c:pt idx="17647">
                  <c:v>2338.0529999999999</c:v>
                </c:pt>
                <c:pt idx="17648">
                  <c:v>1946.4749999999999</c:v>
                </c:pt>
                <c:pt idx="17649">
                  <c:v>1760.848</c:v>
                </c:pt>
                <c:pt idx="17650">
                  <c:v>1759.7070000000001</c:v>
                </c:pt>
                <c:pt idx="17651">
                  <c:v>1741.912</c:v>
                </c:pt>
                <c:pt idx="17652">
                  <c:v>1643.1009999999999</c:v>
                </c:pt>
                <c:pt idx="17653">
                  <c:v>1554.973</c:v>
                </c:pt>
                <c:pt idx="17654">
                  <c:v>1544.848</c:v>
                </c:pt>
                <c:pt idx="17655">
                  <c:v>1545.751</c:v>
                </c:pt>
                <c:pt idx="17656">
                  <c:v>1535.1949999999986</c:v>
                </c:pt>
                <c:pt idx="17657">
                  <c:v>1493.7139999999999</c:v>
                </c:pt>
                <c:pt idx="17658">
                  <c:v>1449.1399999999999</c:v>
                </c:pt>
                <c:pt idx="17659">
                  <c:v>1451.1489999999999</c:v>
                </c:pt>
                <c:pt idx="17660">
                  <c:v>1479.579</c:v>
                </c:pt>
                <c:pt idx="17661">
                  <c:v>1479.749</c:v>
                </c:pt>
                <c:pt idx="17662">
                  <c:v>1428.616</c:v>
                </c:pt>
                <c:pt idx="17663">
                  <c:v>1406.8639999999998</c:v>
                </c:pt>
                <c:pt idx="17664">
                  <c:v>1666.079</c:v>
                </c:pt>
                <c:pt idx="17665">
                  <c:v>2334.614</c:v>
                </c:pt>
                <c:pt idx="17666">
                  <c:v>2800.8490000000002</c:v>
                </c:pt>
                <c:pt idx="17667">
                  <c:v>2457.7479999999987</c:v>
                </c:pt>
                <c:pt idx="17668">
                  <c:v>1847.1879999999999</c:v>
                </c:pt>
                <c:pt idx="17669">
                  <c:v>1697.9460000000001</c:v>
                </c:pt>
                <c:pt idx="17670">
                  <c:v>1817.126</c:v>
                </c:pt>
                <c:pt idx="17671">
                  <c:v>1998.0539999999999</c:v>
                </c:pt>
                <c:pt idx="17672">
                  <c:v>2117.297</c:v>
                </c:pt>
                <c:pt idx="17673">
                  <c:v>1944.3789999999999</c:v>
                </c:pt>
                <c:pt idx="17674">
                  <c:v>1758.6889999999999</c:v>
                </c:pt>
                <c:pt idx="17675">
                  <c:v>1738.1989999999998</c:v>
                </c:pt>
                <c:pt idx="17676">
                  <c:v>1660.7</c:v>
                </c:pt>
                <c:pt idx="17677">
                  <c:v>1551.5029999999999</c:v>
                </c:pt>
                <c:pt idx="17678">
                  <c:v>1480.279</c:v>
                </c:pt>
                <c:pt idx="17679">
                  <c:v>1397.1709999999998</c:v>
                </c:pt>
                <c:pt idx="17680">
                  <c:v>1326.5309999999999</c:v>
                </c:pt>
                <c:pt idx="17681">
                  <c:v>1289.7729999999999</c:v>
                </c:pt>
                <c:pt idx="17682">
                  <c:v>1277.81</c:v>
                </c:pt>
                <c:pt idx="17683">
                  <c:v>1275.607</c:v>
                </c:pt>
                <c:pt idx="17684">
                  <c:v>1252.1279999999999</c:v>
                </c:pt>
                <c:pt idx="17685">
                  <c:v>1162.3209999999999</c:v>
                </c:pt>
                <c:pt idx="17686">
                  <c:v>1033.7639999999999</c:v>
                </c:pt>
                <c:pt idx="17687">
                  <c:v>965.60360000000003</c:v>
                </c:pt>
                <c:pt idx="17688">
                  <c:v>943.91179999999997</c:v>
                </c:pt>
                <c:pt idx="17689">
                  <c:v>923.78090000000054</c:v>
                </c:pt>
                <c:pt idx="17690">
                  <c:v>900.72450000000003</c:v>
                </c:pt>
                <c:pt idx="17691">
                  <c:v>887.49540000000002</c:v>
                </c:pt>
                <c:pt idx="17692">
                  <c:v>896.65259999999921</c:v>
                </c:pt>
                <c:pt idx="17693">
                  <c:v>944.99689999999998</c:v>
                </c:pt>
                <c:pt idx="17694">
                  <c:v>983.93579999999997</c:v>
                </c:pt>
                <c:pt idx="17695">
                  <c:v>941.44569999999919</c:v>
                </c:pt>
                <c:pt idx="17696">
                  <c:v>867.61800000000005</c:v>
                </c:pt>
                <c:pt idx="17697">
                  <c:v>865.17470000000094</c:v>
                </c:pt>
                <c:pt idx="17698">
                  <c:v>1022.19</c:v>
                </c:pt>
                <c:pt idx="17699">
                  <c:v>1245.886</c:v>
                </c:pt>
                <c:pt idx="17700">
                  <c:v>1256.4260000000011</c:v>
                </c:pt>
                <c:pt idx="17701">
                  <c:v>1040.712</c:v>
                </c:pt>
                <c:pt idx="17702">
                  <c:v>919.27250000000004</c:v>
                </c:pt>
                <c:pt idx="17703">
                  <c:v>901.58100000000002</c:v>
                </c:pt>
                <c:pt idx="17704">
                  <c:v>920.51819999999998</c:v>
                </c:pt>
                <c:pt idx="17705">
                  <c:v>1034.7160000000001</c:v>
                </c:pt>
                <c:pt idx="17706">
                  <c:v>1132.001</c:v>
                </c:pt>
                <c:pt idx="17707">
                  <c:v>1069.2090000000001</c:v>
                </c:pt>
                <c:pt idx="17708">
                  <c:v>916.88099999999997</c:v>
                </c:pt>
                <c:pt idx="17709">
                  <c:v>842.58950000000004</c:v>
                </c:pt>
                <c:pt idx="17710">
                  <c:v>822.03809999999999</c:v>
                </c:pt>
                <c:pt idx="17711">
                  <c:v>792.25369999999998</c:v>
                </c:pt>
                <c:pt idx="17712">
                  <c:v>767.73429999999996</c:v>
                </c:pt>
                <c:pt idx="17713">
                  <c:v>754.77410000000054</c:v>
                </c:pt>
                <c:pt idx="17714">
                  <c:v>762.39249999999947</c:v>
                </c:pt>
                <c:pt idx="17715">
                  <c:v>777.55059999999946</c:v>
                </c:pt>
                <c:pt idx="17716">
                  <c:v>765.75130000000001</c:v>
                </c:pt>
                <c:pt idx="17717">
                  <c:v>721.11440000000005</c:v>
                </c:pt>
                <c:pt idx="17718">
                  <c:v>669.57730000000004</c:v>
                </c:pt>
                <c:pt idx="17719">
                  <c:v>633.71209999999996</c:v>
                </c:pt>
                <c:pt idx="17720">
                  <c:v>597.32259999999906</c:v>
                </c:pt>
                <c:pt idx="17721">
                  <c:v>561.7355</c:v>
                </c:pt>
                <c:pt idx="17722">
                  <c:v>551.57390000000055</c:v>
                </c:pt>
                <c:pt idx="17723">
                  <c:v>557.90689999999938</c:v>
                </c:pt>
                <c:pt idx="17724">
                  <c:v>552.82299999999907</c:v>
                </c:pt>
                <c:pt idx="17725">
                  <c:v>533.37139999999999</c:v>
                </c:pt>
                <c:pt idx="17726">
                  <c:v>520.34139999999934</c:v>
                </c:pt>
                <c:pt idx="17727">
                  <c:v>510.04399999999993</c:v>
                </c:pt>
                <c:pt idx="17728">
                  <c:v>503.55109999999968</c:v>
                </c:pt>
                <c:pt idx="17729">
                  <c:v>493.42200000000003</c:v>
                </c:pt>
                <c:pt idx="17730">
                  <c:v>479.94560000000001</c:v>
                </c:pt>
                <c:pt idx="17731">
                  <c:v>508.29749999999967</c:v>
                </c:pt>
                <c:pt idx="17732">
                  <c:v>555.63850000000002</c:v>
                </c:pt>
                <c:pt idx="17733">
                  <c:v>597.1345</c:v>
                </c:pt>
                <c:pt idx="17734">
                  <c:v>630.02869999999996</c:v>
                </c:pt>
                <c:pt idx="17735">
                  <c:v>671.16549999999938</c:v>
                </c:pt>
                <c:pt idx="17736">
                  <c:v>723.70360000000005</c:v>
                </c:pt>
                <c:pt idx="17737">
                  <c:v>750.84079999999949</c:v>
                </c:pt>
                <c:pt idx="17738">
                  <c:v>737.33370000000002</c:v>
                </c:pt>
                <c:pt idx="17739">
                  <c:v>697.90689999999938</c:v>
                </c:pt>
                <c:pt idx="17740">
                  <c:v>645.61569999999949</c:v>
                </c:pt>
                <c:pt idx="17741">
                  <c:v>601.84670000000006</c:v>
                </c:pt>
                <c:pt idx="17742">
                  <c:v>567.94699999999921</c:v>
                </c:pt>
                <c:pt idx="17743">
                  <c:v>536.96179999999947</c:v>
                </c:pt>
                <c:pt idx="17744">
                  <c:v>513.19890000000055</c:v>
                </c:pt>
                <c:pt idx="17745">
                  <c:v>493.41180000000003</c:v>
                </c:pt>
                <c:pt idx="17746">
                  <c:v>479.80959999999999</c:v>
                </c:pt>
                <c:pt idx="17747">
                  <c:v>487.50990000000002</c:v>
                </c:pt>
                <c:pt idx="17748">
                  <c:v>478.29249999999968</c:v>
                </c:pt>
                <c:pt idx="17749">
                  <c:v>461.14550000000008</c:v>
                </c:pt>
                <c:pt idx="17750">
                  <c:v>448.04450000000008</c:v>
                </c:pt>
                <c:pt idx="17751">
                  <c:v>444.87829999999968</c:v>
                </c:pt>
                <c:pt idx="17752">
                  <c:v>440.78309999999954</c:v>
                </c:pt>
                <c:pt idx="17753">
                  <c:v>450.60410000000002</c:v>
                </c:pt>
                <c:pt idx="17754">
                  <c:v>470.37099999999964</c:v>
                </c:pt>
                <c:pt idx="17755">
                  <c:v>465.70549999999969</c:v>
                </c:pt>
                <c:pt idx="17756">
                  <c:v>468.13249999999999</c:v>
                </c:pt>
                <c:pt idx="17757">
                  <c:v>464.80489999999998</c:v>
                </c:pt>
                <c:pt idx="17758">
                  <c:v>468.18819999999954</c:v>
                </c:pt>
                <c:pt idx="17759">
                  <c:v>467.9220999999996</c:v>
                </c:pt>
                <c:pt idx="17760">
                  <c:v>473.55099999999999</c:v>
                </c:pt>
                <c:pt idx="17761">
                  <c:v>487.1798000000004</c:v>
                </c:pt>
                <c:pt idx="17762">
                  <c:v>501.18549999999999</c:v>
                </c:pt>
                <c:pt idx="17763">
                  <c:v>502.29469999999969</c:v>
                </c:pt>
                <c:pt idx="17764">
                  <c:v>488.78829999999954</c:v>
                </c:pt>
                <c:pt idx="17765">
                  <c:v>482.33509999999961</c:v>
                </c:pt>
                <c:pt idx="17766">
                  <c:v>478.82470000000001</c:v>
                </c:pt>
                <c:pt idx="17767">
                  <c:v>479.67070000000001</c:v>
                </c:pt>
                <c:pt idx="17768">
                  <c:v>495.80020000000002</c:v>
                </c:pt>
                <c:pt idx="17769">
                  <c:v>524.19010000000003</c:v>
                </c:pt>
                <c:pt idx="17770">
                  <c:v>532.09799999999996</c:v>
                </c:pt>
                <c:pt idx="17771">
                  <c:v>515.56299999999919</c:v>
                </c:pt>
                <c:pt idx="17772">
                  <c:v>503.73679999999939</c:v>
                </c:pt>
                <c:pt idx="17773">
                  <c:v>495.79729999999961</c:v>
                </c:pt>
                <c:pt idx="17774">
                  <c:v>484.98649999999935</c:v>
                </c:pt>
                <c:pt idx="17775">
                  <c:v>467.40879999999953</c:v>
                </c:pt>
                <c:pt idx="17776">
                  <c:v>485.8587</c:v>
                </c:pt>
                <c:pt idx="17777">
                  <c:v>530.75450000000001</c:v>
                </c:pt>
                <c:pt idx="17778">
                  <c:v>570.19780000000003</c:v>
                </c:pt>
                <c:pt idx="17779">
                  <c:v>588.46639999999934</c:v>
                </c:pt>
                <c:pt idx="17780">
                  <c:v>579.69860000000051</c:v>
                </c:pt>
                <c:pt idx="17781">
                  <c:v>556.38559999999939</c:v>
                </c:pt>
                <c:pt idx="17782">
                  <c:v>537.19060000000002</c:v>
                </c:pt>
                <c:pt idx="17783">
                  <c:v>535.23979999999995</c:v>
                </c:pt>
                <c:pt idx="17784">
                  <c:v>537.33049999999946</c:v>
                </c:pt>
                <c:pt idx="17785">
                  <c:v>539.73389999999995</c:v>
                </c:pt>
                <c:pt idx="17786">
                  <c:v>545.25009999999997</c:v>
                </c:pt>
                <c:pt idx="17787">
                  <c:v>544.28700000000003</c:v>
                </c:pt>
                <c:pt idx="17788">
                  <c:v>535.69569999999999</c:v>
                </c:pt>
                <c:pt idx="17789">
                  <c:v>528.46969999999919</c:v>
                </c:pt>
                <c:pt idx="17790">
                  <c:v>539.13580000000002</c:v>
                </c:pt>
                <c:pt idx="17791">
                  <c:v>563.42179999999996</c:v>
                </c:pt>
                <c:pt idx="17792">
                  <c:v>582.60749999999996</c:v>
                </c:pt>
                <c:pt idx="17793">
                  <c:v>592.57730000000004</c:v>
                </c:pt>
                <c:pt idx="17794">
                  <c:v>593.59230000000002</c:v>
                </c:pt>
                <c:pt idx="17795">
                  <c:v>594.28769999999997</c:v>
                </c:pt>
                <c:pt idx="17796">
                  <c:v>604.14259999999933</c:v>
                </c:pt>
                <c:pt idx="17797">
                  <c:v>633.6223</c:v>
                </c:pt>
                <c:pt idx="17798">
                  <c:v>640.25409999999999</c:v>
                </c:pt>
                <c:pt idx="17799">
                  <c:v>636.92779999999948</c:v>
                </c:pt>
                <c:pt idx="17800">
                  <c:v>621.90249999999946</c:v>
                </c:pt>
                <c:pt idx="17801">
                  <c:v>611.149</c:v>
                </c:pt>
                <c:pt idx="17802">
                  <c:v>608.33729999999889</c:v>
                </c:pt>
                <c:pt idx="17803">
                  <c:v>607.98530000000005</c:v>
                </c:pt>
                <c:pt idx="17804">
                  <c:v>607.58370000000082</c:v>
                </c:pt>
                <c:pt idx="17805">
                  <c:v>619.94319999999948</c:v>
                </c:pt>
                <c:pt idx="17806">
                  <c:v>642.51469999999949</c:v>
                </c:pt>
                <c:pt idx="17807">
                  <c:v>640.13329999999996</c:v>
                </c:pt>
                <c:pt idx="17808">
                  <c:v>655.04219999999907</c:v>
                </c:pt>
                <c:pt idx="17809">
                  <c:v>691.90380000000005</c:v>
                </c:pt>
                <c:pt idx="17810">
                  <c:v>730.55849999999998</c:v>
                </c:pt>
                <c:pt idx="17811">
                  <c:v>749.49040000000002</c:v>
                </c:pt>
                <c:pt idx="17812">
                  <c:v>782.31179999999949</c:v>
                </c:pt>
                <c:pt idx="17813">
                  <c:v>887.16300000000001</c:v>
                </c:pt>
                <c:pt idx="17814">
                  <c:v>1017.7930000000007</c:v>
                </c:pt>
                <c:pt idx="17815">
                  <c:v>1088.088</c:v>
                </c:pt>
                <c:pt idx="17816">
                  <c:v>1099.902</c:v>
                </c:pt>
                <c:pt idx="17817">
                  <c:v>1074.4839999999999</c:v>
                </c:pt>
                <c:pt idx="17818">
                  <c:v>1028.5629999999999</c:v>
                </c:pt>
                <c:pt idx="17819">
                  <c:v>971.76930000000004</c:v>
                </c:pt>
                <c:pt idx="17820">
                  <c:v>918.51589999999999</c:v>
                </c:pt>
                <c:pt idx="17821">
                  <c:v>876.19730000000004</c:v>
                </c:pt>
                <c:pt idx="17822">
                  <c:v>841.21450000000004</c:v>
                </c:pt>
                <c:pt idx="17823">
                  <c:v>814.55599999999947</c:v>
                </c:pt>
                <c:pt idx="17824">
                  <c:v>790.36169999999902</c:v>
                </c:pt>
                <c:pt idx="17825">
                  <c:v>765.68080000000054</c:v>
                </c:pt>
                <c:pt idx="17826">
                  <c:v>746.44539999999949</c:v>
                </c:pt>
                <c:pt idx="17827">
                  <c:v>736.58169999999996</c:v>
                </c:pt>
                <c:pt idx="17828">
                  <c:v>736.28040000000055</c:v>
                </c:pt>
                <c:pt idx="17829">
                  <c:v>747.72059999999999</c:v>
                </c:pt>
                <c:pt idx="17830">
                  <c:v>744.14259999999933</c:v>
                </c:pt>
                <c:pt idx="17831">
                  <c:v>734.87890000000004</c:v>
                </c:pt>
                <c:pt idx="17832">
                  <c:v>724.15570000000002</c:v>
                </c:pt>
                <c:pt idx="17833">
                  <c:v>711.99480000000005</c:v>
                </c:pt>
                <c:pt idx="17834">
                  <c:v>704.88289999999949</c:v>
                </c:pt>
                <c:pt idx="17835">
                  <c:v>696.65989999999999</c:v>
                </c:pt>
                <c:pt idx="17836">
                  <c:v>688.5711</c:v>
                </c:pt>
                <c:pt idx="17837">
                  <c:v>680.89499999999998</c:v>
                </c:pt>
                <c:pt idx="17838">
                  <c:v>675.3272999999989</c:v>
                </c:pt>
                <c:pt idx="17839">
                  <c:v>669.65739999999948</c:v>
                </c:pt>
                <c:pt idx="17840">
                  <c:v>667.02440000000001</c:v>
                </c:pt>
                <c:pt idx="17841">
                  <c:v>663.39599999999996</c:v>
                </c:pt>
                <c:pt idx="17842">
                  <c:v>656.50709999999947</c:v>
                </c:pt>
                <c:pt idx="17843">
                  <c:v>649.97400000000005</c:v>
                </c:pt>
                <c:pt idx="17844">
                  <c:v>647.41519999999946</c:v>
                </c:pt>
                <c:pt idx="17845">
                  <c:v>650.96889999999996</c:v>
                </c:pt>
                <c:pt idx="17846">
                  <c:v>685.47739999999999</c:v>
                </c:pt>
                <c:pt idx="17847">
                  <c:v>708.32459999999946</c:v>
                </c:pt>
                <c:pt idx="17848">
                  <c:v>702.23170000000005</c:v>
                </c:pt>
                <c:pt idx="17849">
                  <c:v>680.27350000000081</c:v>
                </c:pt>
                <c:pt idx="17850">
                  <c:v>675.31699999999921</c:v>
                </c:pt>
                <c:pt idx="17851">
                  <c:v>669.31919999999946</c:v>
                </c:pt>
                <c:pt idx="17852">
                  <c:v>666.85169999999903</c:v>
                </c:pt>
                <c:pt idx="17853">
                  <c:v>663.2604</c:v>
                </c:pt>
                <c:pt idx="17854">
                  <c:v>655.18679999999995</c:v>
                </c:pt>
                <c:pt idx="17855">
                  <c:v>651.3759</c:v>
                </c:pt>
                <c:pt idx="17856">
                  <c:v>648.37880000000052</c:v>
                </c:pt>
                <c:pt idx="17857">
                  <c:v>645.63459999999998</c:v>
                </c:pt>
                <c:pt idx="17858">
                  <c:v>642.85109999999906</c:v>
                </c:pt>
                <c:pt idx="17859">
                  <c:v>639.03049999999996</c:v>
                </c:pt>
                <c:pt idx="17860">
                  <c:v>635.6</c:v>
                </c:pt>
                <c:pt idx="17861">
                  <c:v>630.33099999999934</c:v>
                </c:pt>
                <c:pt idx="17862">
                  <c:v>624.08749999999998</c:v>
                </c:pt>
                <c:pt idx="17863">
                  <c:v>618.93729999999903</c:v>
                </c:pt>
                <c:pt idx="17864">
                  <c:v>614.00030000000004</c:v>
                </c:pt>
                <c:pt idx="17865">
                  <c:v>609.2242</c:v>
                </c:pt>
                <c:pt idx="17866">
                  <c:v>603.8278999999992</c:v>
                </c:pt>
                <c:pt idx="17867">
                  <c:v>597.53649999999948</c:v>
                </c:pt>
                <c:pt idx="17868">
                  <c:v>591.32089999999948</c:v>
                </c:pt>
                <c:pt idx="17869">
                  <c:v>587.61</c:v>
                </c:pt>
                <c:pt idx="17870">
                  <c:v>587.24300000000005</c:v>
                </c:pt>
                <c:pt idx="17871">
                  <c:v>583.21510000000001</c:v>
                </c:pt>
                <c:pt idx="17872">
                  <c:v>574.61530000000005</c:v>
                </c:pt>
                <c:pt idx="17873">
                  <c:v>566.23739999999998</c:v>
                </c:pt>
                <c:pt idx="17874">
                  <c:v>559.12530000000004</c:v>
                </c:pt>
                <c:pt idx="17875">
                  <c:v>553.07510000000002</c:v>
                </c:pt>
                <c:pt idx="17876">
                  <c:v>546.68980000000067</c:v>
                </c:pt>
                <c:pt idx="17877">
                  <c:v>540.09810000000004</c:v>
                </c:pt>
                <c:pt idx="17878">
                  <c:v>534.21029999999996</c:v>
                </c:pt>
                <c:pt idx="17879">
                  <c:v>527.40559999999948</c:v>
                </c:pt>
                <c:pt idx="17880">
                  <c:v>520.87649999999996</c:v>
                </c:pt>
                <c:pt idx="17881">
                  <c:v>515.18949999999995</c:v>
                </c:pt>
                <c:pt idx="17882">
                  <c:v>509.89359999999954</c:v>
                </c:pt>
                <c:pt idx="17883">
                  <c:v>504.65440000000041</c:v>
                </c:pt>
                <c:pt idx="17884">
                  <c:v>499.38470000000001</c:v>
                </c:pt>
                <c:pt idx="17885">
                  <c:v>494.1644000000004</c:v>
                </c:pt>
                <c:pt idx="17886">
                  <c:v>488.8972</c:v>
                </c:pt>
                <c:pt idx="17887">
                  <c:v>483.81060000000002</c:v>
                </c:pt>
                <c:pt idx="17888">
                  <c:v>478.84249999999997</c:v>
                </c:pt>
                <c:pt idx="17889">
                  <c:v>473.89729999999969</c:v>
                </c:pt>
                <c:pt idx="17890">
                  <c:v>487.71549999999968</c:v>
                </c:pt>
                <c:pt idx="17891">
                  <c:v>558.7355</c:v>
                </c:pt>
                <c:pt idx="17892">
                  <c:v>559.25459999999998</c:v>
                </c:pt>
                <c:pt idx="17893">
                  <c:v>534.79719999999998</c:v>
                </c:pt>
                <c:pt idx="17894">
                  <c:v>498.36450000000002</c:v>
                </c:pt>
                <c:pt idx="17895">
                  <c:v>477.80020000000002</c:v>
                </c:pt>
                <c:pt idx="17896">
                  <c:v>462.86799999999999</c:v>
                </c:pt>
                <c:pt idx="17897">
                  <c:v>456.83749999999969</c:v>
                </c:pt>
                <c:pt idx="17898">
                  <c:v>450.57749999999999</c:v>
                </c:pt>
                <c:pt idx="17899">
                  <c:v>437.68349999999964</c:v>
                </c:pt>
                <c:pt idx="17900">
                  <c:v>426.18270000000001</c:v>
                </c:pt>
                <c:pt idx="17901">
                  <c:v>418.02789999999999</c:v>
                </c:pt>
                <c:pt idx="17902">
                  <c:v>484.21069999999969</c:v>
                </c:pt>
                <c:pt idx="17903">
                  <c:v>598.55759999999907</c:v>
                </c:pt>
                <c:pt idx="17904">
                  <c:v>607.15289999999948</c:v>
                </c:pt>
                <c:pt idx="17905">
                  <c:v>540.09580000000005</c:v>
                </c:pt>
                <c:pt idx="17906">
                  <c:v>486.47639999999939</c:v>
                </c:pt>
                <c:pt idx="17907">
                  <c:v>453.41929999999968</c:v>
                </c:pt>
                <c:pt idx="17908">
                  <c:v>435.09649999999954</c:v>
                </c:pt>
                <c:pt idx="17909">
                  <c:v>428.59649999999954</c:v>
                </c:pt>
                <c:pt idx="17910">
                  <c:v>458.41919999999953</c:v>
                </c:pt>
                <c:pt idx="17911">
                  <c:v>541.03530000000001</c:v>
                </c:pt>
                <c:pt idx="17912">
                  <c:v>641.17450000000053</c:v>
                </c:pt>
                <c:pt idx="17913">
                  <c:v>714.8971999999992</c:v>
                </c:pt>
                <c:pt idx="17914">
                  <c:v>593.08470000000068</c:v>
                </c:pt>
                <c:pt idx="17915">
                  <c:v>522.8895</c:v>
                </c:pt>
                <c:pt idx="17916">
                  <c:v>480.60739999999993</c:v>
                </c:pt>
                <c:pt idx="17917">
                  <c:v>459.23480000000001</c:v>
                </c:pt>
                <c:pt idx="17918">
                  <c:v>452.16160000000002</c:v>
                </c:pt>
                <c:pt idx="17919">
                  <c:v>446.8014</c:v>
                </c:pt>
                <c:pt idx="17920">
                  <c:v>441.38580000000002</c:v>
                </c:pt>
                <c:pt idx="17921">
                  <c:v>434.81479999999999</c:v>
                </c:pt>
                <c:pt idx="17922">
                  <c:v>455.51529999999968</c:v>
                </c:pt>
                <c:pt idx="17923">
                  <c:v>584.84049999999934</c:v>
                </c:pt>
                <c:pt idx="17924">
                  <c:v>574.31819999999948</c:v>
                </c:pt>
                <c:pt idx="17925">
                  <c:v>508.20189999999968</c:v>
                </c:pt>
                <c:pt idx="17926">
                  <c:v>448.2029</c:v>
                </c:pt>
                <c:pt idx="17927">
                  <c:v>425.23379999999935</c:v>
                </c:pt>
                <c:pt idx="17928">
                  <c:v>398.94779999999969</c:v>
                </c:pt>
                <c:pt idx="17929">
                  <c:v>385.69920000000002</c:v>
                </c:pt>
                <c:pt idx="17930">
                  <c:v>380.34480000000048</c:v>
                </c:pt>
                <c:pt idx="17931">
                  <c:v>377.79629999999935</c:v>
                </c:pt>
                <c:pt idx="17932">
                  <c:v>379.42249999999967</c:v>
                </c:pt>
                <c:pt idx="17933">
                  <c:v>408.47499999999968</c:v>
                </c:pt>
                <c:pt idx="17934">
                  <c:v>557.07650000000001</c:v>
                </c:pt>
                <c:pt idx="17935">
                  <c:v>538.13390000000004</c:v>
                </c:pt>
                <c:pt idx="17936">
                  <c:v>807.97880000000055</c:v>
                </c:pt>
                <c:pt idx="17937">
                  <c:v>709.12400000000002</c:v>
                </c:pt>
                <c:pt idx="17938">
                  <c:v>597.95419999999933</c:v>
                </c:pt>
                <c:pt idx="17939">
                  <c:v>521.94699999999921</c:v>
                </c:pt>
                <c:pt idx="17940">
                  <c:v>479.22729999999967</c:v>
                </c:pt>
                <c:pt idx="17941">
                  <c:v>448.54500000000002</c:v>
                </c:pt>
                <c:pt idx="17942">
                  <c:v>436.55459999999999</c:v>
                </c:pt>
                <c:pt idx="17943">
                  <c:v>432.97430000000003</c:v>
                </c:pt>
                <c:pt idx="17944">
                  <c:v>448.04020000000008</c:v>
                </c:pt>
                <c:pt idx="17945">
                  <c:v>444.62139999999954</c:v>
                </c:pt>
                <c:pt idx="17946">
                  <c:v>455.30200000000002</c:v>
                </c:pt>
                <c:pt idx="17947">
                  <c:v>499.65269999999998</c:v>
                </c:pt>
                <c:pt idx="17948">
                  <c:v>466.42029999999954</c:v>
                </c:pt>
                <c:pt idx="17949">
                  <c:v>440.18389999999999</c:v>
                </c:pt>
                <c:pt idx="17950">
                  <c:v>430.43339999999932</c:v>
                </c:pt>
                <c:pt idx="17951">
                  <c:v>425.50020000000001</c:v>
                </c:pt>
                <c:pt idx="17952">
                  <c:v>417.81470000000002</c:v>
                </c:pt>
                <c:pt idx="17953">
                  <c:v>411.51179999999954</c:v>
                </c:pt>
                <c:pt idx="17954">
                  <c:v>594.79590000000053</c:v>
                </c:pt>
                <c:pt idx="17955">
                  <c:v>664.3322999999989</c:v>
                </c:pt>
                <c:pt idx="17956">
                  <c:v>666.85609999999906</c:v>
                </c:pt>
                <c:pt idx="17957">
                  <c:v>589.60719999999947</c:v>
                </c:pt>
                <c:pt idx="17958">
                  <c:v>611.58630000000005</c:v>
                </c:pt>
                <c:pt idx="17959">
                  <c:v>696.36659999999893</c:v>
                </c:pt>
                <c:pt idx="17960">
                  <c:v>738.55459999999948</c:v>
                </c:pt>
                <c:pt idx="17961">
                  <c:v>701.42499999999939</c:v>
                </c:pt>
                <c:pt idx="17962">
                  <c:v>746.93709999999919</c:v>
                </c:pt>
                <c:pt idx="17963">
                  <c:v>900.61400000000003</c:v>
                </c:pt>
                <c:pt idx="17964">
                  <c:v>1002.121</c:v>
                </c:pt>
                <c:pt idx="17965">
                  <c:v>939.67440000000067</c:v>
                </c:pt>
                <c:pt idx="17966">
                  <c:v>794.96419999999921</c:v>
                </c:pt>
                <c:pt idx="17967">
                  <c:v>724.88709999999946</c:v>
                </c:pt>
                <c:pt idx="17968">
                  <c:v>708.97900000000004</c:v>
                </c:pt>
                <c:pt idx="17969">
                  <c:v>686.13419999999996</c:v>
                </c:pt>
                <c:pt idx="17970">
                  <c:v>705.31789999999921</c:v>
                </c:pt>
                <c:pt idx="17971">
                  <c:v>1311.8119999999999</c:v>
                </c:pt>
                <c:pt idx="17972">
                  <c:v>2165.136</c:v>
                </c:pt>
                <c:pt idx="17973">
                  <c:v>2558.9050000000002</c:v>
                </c:pt>
                <c:pt idx="17974">
                  <c:v>1993.578</c:v>
                </c:pt>
                <c:pt idx="17975">
                  <c:v>1292.1019999999999</c:v>
                </c:pt>
                <c:pt idx="17976">
                  <c:v>1102.1419999999998</c:v>
                </c:pt>
                <c:pt idx="17977">
                  <c:v>1027.1569999999999</c:v>
                </c:pt>
                <c:pt idx="17978">
                  <c:v>976.2522999999992</c:v>
                </c:pt>
                <c:pt idx="17979">
                  <c:v>1011.314</c:v>
                </c:pt>
                <c:pt idx="17980">
                  <c:v>1580.307</c:v>
                </c:pt>
                <c:pt idx="17981">
                  <c:v>2535.5619999999999</c:v>
                </c:pt>
                <c:pt idx="17982">
                  <c:v>3019.1089999999967</c:v>
                </c:pt>
                <c:pt idx="17983">
                  <c:v>2320.62</c:v>
                </c:pt>
                <c:pt idx="17984">
                  <c:v>2000.5550000000001</c:v>
                </c:pt>
                <c:pt idx="17985">
                  <c:v>2371.6350000000002</c:v>
                </c:pt>
                <c:pt idx="17986">
                  <c:v>2048.5740000000001</c:v>
                </c:pt>
                <c:pt idx="17987">
                  <c:v>1565.5819999999999</c:v>
                </c:pt>
                <c:pt idx="17988">
                  <c:v>1819.616</c:v>
                </c:pt>
                <c:pt idx="17989">
                  <c:v>2006.1289999999999</c:v>
                </c:pt>
                <c:pt idx="17990">
                  <c:v>1823.0619999999999</c:v>
                </c:pt>
                <c:pt idx="17991">
                  <c:v>1546.5729999999999</c:v>
                </c:pt>
                <c:pt idx="17992">
                  <c:v>1346.3239999999998</c:v>
                </c:pt>
                <c:pt idx="17993">
                  <c:v>1540.348</c:v>
                </c:pt>
                <c:pt idx="17994">
                  <c:v>2128.1659999999997</c:v>
                </c:pt>
                <c:pt idx="17995">
                  <c:v>2668.68</c:v>
                </c:pt>
                <c:pt idx="17996">
                  <c:v>2288.5239999999999</c:v>
                </c:pt>
                <c:pt idx="17997">
                  <c:v>1564.8389999999999</c:v>
                </c:pt>
                <c:pt idx="17998">
                  <c:v>1382.1539999999998</c:v>
                </c:pt>
                <c:pt idx="17999">
                  <c:v>1350.973</c:v>
                </c:pt>
                <c:pt idx="18000">
                  <c:v>1238.8579999999999</c:v>
                </c:pt>
                <c:pt idx="18001">
                  <c:v>1229.6209999999999</c:v>
                </c:pt>
                <c:pt idx="18002">
                  <c:v>1267.519</c:v>
                </c:pt>
                <c:pt idx="18003">
                  <c:v>1322.5450000000001</c:v>
                </c:pt>
                <c:pt idx="18004">
                  <c:v>1283.1839999999986</c:v>
                </c:pt>
                <c:pt idx="18005">
                  <c:v>1166.569</c:v>
                </c:pt>
                <c:pt idx="18006">
                  <c:v>1126.25</c:v>
                </c:pt>
                <c:pt idx="18007">
                  <c:v>1102.6559999999999</c:v>
                </c:pt>
                <c:pt idx="18008">
                  <c:v>1051.24</c:v>
                </c:pt>
                <c:pt idx="18009">
                  <c:v>1005.585</c:v>
                </c:pt>
                <c:pt idx="18010">
                  <c:v>979.20249999999999</c:v>
                </c:pt>
                <c:pt idx="18011">
                  <c:v>1137.7829999999999</c:v>
                </c:pt>
                <c:pt idx="18012">
                  <c:v>1697.028</c:v>
                </c:pt>
                <c:pt idx="18013">
                  <c:v>2240.8750000000027</c:v>
                </c:pt>
                <c:pt idx="18014">
                  <c:v>2060.9</c:v>
                </c:pt>
                <c:pt idx="18015">
                  <c:v>1557.933</c:v>
                </c:pt>
                <c:pt idx="18016">
                  <c:v>1377.4660000000001</c:v>
                </c:pt>
                <c:pt idx="18017">
                  <c:v>1405.325</c:v>
                </c:pt>
                <c:pt idx="18018">
                  <c:v>1412.0939999999998</c:v>
                </c:pt>
                <c:pt idx="18019">
                  <c:v>1430.3829999999998</c:v>
                </c:pt>
                <c:pt idx="18020">
                  <c:v>1414.9660000000001</c:v>
                </c:pt>
                <c:pt idx="18021">
                  <c:v>1353.6489999999999</c:v>
                </c:pt>
                <c:pt idx="18022">
                  <c:v>1315.92</c:v>
                </c:pt>
                <c:pt idx="18023">
                  <c:v>1281.94</c:v>
                </c:pt>
                <c:pt idx="18024">
                  <c:v>1211.3729999999998</c:v>
                </c:pt>
                <c:pt idx="18025">
                  <c:v>1177.6909999999998</c:v>
                </c:pt>
                <c:pt idx="18026">
                  <c:v>1158.278</c:v>
                </c:pt>
                <c:pt idx="18027">
                  <c:v>1135.1479999999999</c:v>
                </c:pt>
                <c:pt idx="18028">
                  <c:v>1101.742</c:v>
                </c:pt>
                <c:pt idx="18029">
                  <c:v>1076.7190000000001</c:v>
                </c:pt>
                <c:pt idx="18030">
                  <c:v>1060.597</c:v>
                </c:pt>
                <c:pt idx="18031">
                  <c:v>1034.6949999999986</c:v>
                </c:pt>
                <c:pt idx="18032">
                  <c:v>1007.4619999999992</c:v>
                </c:pt>
                <c:pt idx="18033">
                  <c:v>986.37990000000002</c:v>
                </c:pt>
                <c:pt idx="18034">
                  <c:v>967.34839999999997</c:v>
                </c:pt>
                <c:pt idx="18035">
                  <c:v>948.59159999999997</c:v>
                </c:pt>
                <c:pt idx="18036">
                  <c:v>945.91449999999998</c:v>
                </c:pt>
                <c:pt idx="18037">
                  <c:v>965.84889999999996</c:v>
                </c:pt>
                <c:pt idx="18038">
                  <c:v>990.11310000000003</c:v>
                </c:pt>
                <c:pt idx="18039">
                  <c:v>1021.655</c:v>
                </c:pt>
                <c:pt idx="18040">
                  <c:v>1198.546</c:v>
                </c:pt>
                <c:pt idx="18041">
                  <c:v>2388.7379999999998</c:v>
                </c:pt>
                <c:pt idx="18042">
                  <c:v>5319.107</c:v>
                </c:pt>
                <c:pt idx="18043">
                  <c:v>7422.1750000000002</c:v>
                </c:pt>
                <c:pt idx="18044">
                  <c:v>5554.0290000000014</c:v>
                </c:pt>
                <c:pt idx="18045">
                  <c:v>2843.2599999999998</c:v>
                </c:pt>
                <c:pt idx="18046">
                  <c:v>2468.4209999999998</c:v>
                </c:pt>
                <c:pt idx="18047">
                  <c:v>2344.5279999999998</c:v>
                </c:pt>
                <c:pt idx="18048">
                  <c:v>1948.4570000000001</c:v>
                </c:pt>
                <c:pt idx="18049">
                  <c:v>1962.453</c:v>
                </c:pt>
                <c:pt idx="18050">
                  <c:v>1806.3229999999999</c:v>
                </c:pt>
                <c:pt idx="18051">
                  <c:v>1682.498</c:v>
                </c:pt>
                <c:pt idx="18052">
                  <c:v>1637.2529999999999</c:v>
                </c:pt>
                <c:pt idx="18053">
                  <c:v>1558.9070000000011</c:v>
                </c:pt>
                <c:pt idx="18054">
                  <c:v>1631.52</c:v>
                </c:pt>
                <c:pt idx="18055">
                  <c:v>1643.298</c:v>
                </c:pt>
                <c:pt idx="18056">
                  <c:v>1445.896</c:v>
                </c:pt>
                <c:pt idx="18057">
                  <c:v>1210.4939999999999</c:v>
                </c:pt>
                <c:pt idx="18058">
                  <c:v>1144.922</c:v>
                </c:pt>
                <c:pt idx="18059">
                  <c:v>1127.3599999999999</c:v>
                </c:pt>
                <c:pt idx="18060">
                  <c:v>1072.7060000000001</c:v>
                </c:pt>
                <c:pt idx="18061">
                  <c:v>1008.596</c:v>
                </c:pt>
                <c:pt idx="18062">
                  <c:v>954.00890000000004</c:v>
                </c:pt>
                <c:pt idx="18063">
                  <c:v>919.14019999999948</c:v>
                </c:pt>
                <c:pt idx="18064">
                  <c:v>887.55949999999996</c:v>
                </c:pt>
                <c:pt idx="18065">
                  <c:v>861.58609999999999</c:v>
                </c:pt>
                <c:pt idx="18066">
                  <c:v>834.81209999999919</c:v>
                </c:pt>
                <c:pt idx="18067">
                  <c:v>796.74549999999999</c:v>
                </c:pt>
                <c:pt idx="18068">
                  <c:v>760.41800000000001</c:v>
                </c:pt>
                <c:pt idx="18069">
                  <c:v>736.8079999999992</c:v>
                </c:pt>
                <c:pt idx="18070">
                  <c:v>709.83739999999921</c:v>
                </c:pt>
                <c:pt idx="18071">
                  <c:v>674.96859999999947</c:v>
                </c:pt>
                <c:pt idx="18072">
                  <c:v>651.13340000000005</c:v>
                </c:pt>
                <c:pt idx="18073">
                  <c:v>635.35849999999948</c:v>
                </c:pt>
                <c:pt idx="18074">
                  <c:v>608.93320000000006</c:v>
                </c:pt>
                <c:pt idx="18075">
                  <c:v>575.48270000000002</c:v>
                </c:pt>
                <c:pt idx="18076">
                  <c:v>540.83729999999889</c:v>
                </c:pt>
                <c:pt idx="18077">
                  <c:v>508.3304</c:v>
                </c:pt>
                <c:pt idx="18078">
                  <c:v>485.98239999999947</c:v>
                </c:pt>
                <c:pt idx="18079">
                  <c:v>463.54059999999993</c:v>
                </c:pt>
                <c:pt idx="18080">
                  <c:v>436.5025</c:v>
                </c:pt>
                <c:pt idx="18081">
                  <c:v>399.43249999999961</c:v>
                </c:pt>
                <c:pt idx="18082">
                  <c:v>380.38599999999968</c:v>
                </c:pt>
                <c:pt idx="18083">
                  <c:v>370.50479999999999</c:v>
                </c:pt>
                <c:pt idx="18084">
                  <c:v>355.59739999999954</c:v>
                </c:pt>
                <c:pt idx="18085">
                  <c:v>347.78609999999935</c:v>
                </c:pt>
                <c:pt idx="18086">
                  <c:v>341.64339999999999</c:v>
                </c:pt>
                <c:pt idx="18087">
                  <c:v>335.84370000000001</c:v>
                </c:pt>
                <c:pt idx="18088">
                  <c:v>326.49949999999961</c:v>
                </c:pt>
                <c:pt idx="18089">
                  <c:v>319.95909999999969</c:v>
                </c:pt>
                <c:pt idx="18090">
                  <c:v>320.39</c:v>
                </c:pt>
                <c:pt idx="18091">
                  <c:v>310.59780000000001</c:v>
                </c:pt>
                <c:pt idx="18092">
                  <c:v>303.69080000000002</c:v>
                </c:pt>
                <c:pt idx="18093">
                  <c:v>302.84480000000048</c:v>
                </c:pt>
                <c:pt idx="18094">
                  <c:v>301.69929999999999</c:v>
                </c:pt>
                <c:pt idx="18095">
                  <c:v>324.37740000000002</c:v>
                </c:pt>
                <c:pt idx="18096">
                  <c:v>362.44959999999969</c:v>
                </c:pt>
                <c:pt idx="18097">
                  <c:v>372.49389999999954</c:v>
                </c:pt>
                <c:pt idx="18098">
                  <c:v>343.43199999999939</c:v>
                </c:pt>
                <c:pt idx="18099">
                  <c:v>314.39099999999968</c:v>
                </c:pt>
                <c:pt idx="18100">
                  <c:v>301.51149999999961</c:v>
                </c:pt>
                <c:pt idx="18101">
                  <c:v>293.06900000000002</c:v>
                </c:pt>
                <c:pt idx="18102">
                  <c:v>294.1782</c:v>
                </c:pt>
                <c:pt idx="18103">
                  <c:v>297.97409999999968</c:v>
                </c:pt>
                <c:pt idx="18104">
                  <c:v>292.27809999999954</c:v>
                </c:pt>
                <c:pt idx="18105">
                  <c:v>288.47529999999961</c:v>
                </c:pt>
                <c:pt idx="18106">
                  <c:v>288.6105</c:v>
                </c:pt>
                <c:pt idx="18107">
                  <c:v>291.6891</c:v>
                </c:pt>
                <c:pt idx="18108">
                  <c:v>290.7388999999996</c:v>
                </c:pt>
                <c:pt idx="18109">
                  <c:v>283.23079999999953</c:v>
                </c:pt>
                <c:pt idx="18110">
                  <c:v>280.96140000000003</c:v>
                </c:pt>
                <c:pt idx="18111">
                  <c:v>291.91679999999945</c:v>
                </c:pt>
                <c:pt idx="18112">
                  <c:v>294.19159999999954</c:v>
                </c:pt>
                <c:pt idx="18113">
                  <c:v>281.3048000000004</c:v>
                </c:pt>
                <c:pt idx="18114">
                  <c:v>282.90230000000003</c:v>
                </c:pt>
                <c:pt idx="18115">
                  <c:v>280.87580000000008</c:v>
                </c:pt>
                <c:pt idx="18116">
                  <c:v>283.90069999999969</c:v>
                </c:pt>
                <c:pt idx="18117">
                  <c:v>290.11500000000001</c:v>
                </c:pt>
                <c:pt idx="18118">
                  <c:v>274.02319999999935</c:v>
                </c:pt>
                <c:pt idx="18119">
                  <c:v>263.68700000000001</c:v>
                </c:pt>
                <c:pt idx="18120">
                  <c:v>271.46819999999946</c:v>
                </c:pt>
                <c:pt idx="18121">
                  <c:v>270.66539999999969</c:v>
                </c:pt>
                <c:pt idx="18122">
                  <c:v>268.61649999999969</c:v>
                </c:pt>
                <c:pt idx="18123">
                  <c:v>265.98219999999935</c:v>
                </c:pt>
                <c:pt idx="18124">
                  <c:v>261.65780000000041</c:v>
                </c:pt>
                <c:pt idx="18125">
                  <c:v>261.25170000000003</c:v>
                </c:pt>
                <c:pt idx="18126">
                  <c:v>274.5932999999996</c:v>
                </c:pt>
                <c:pt idx="18127">
                  <c:v>294.67880000000002</c:v>
                </c:pt>
                <c:pt idx="18128">
                  <c:v>303.28059999999954</c:v>
                </c:pt>
                <c:pt idx="18129">
                  <c:v>294.65499999999997</c:v>
                </c:pt>
                <c:pt idx="18130">
                  <c:v>289.23169999999953</c:v>
                </c:pt>
                <c:pt idx="18131">
                  <c:v>289.7302999999996</c:v>
                </c:pt>
                <c:pt idx="18132">
                  <c:v>299.33069999999969</c:v>
                </c:pt>
                <c:pt idx="18133">
                  <c:v>302.81939999999969</c:v>
                </c:pt>
                <c:pt idx="18134">
                  <c:v>317.63409999999999</c:v>
                </c:pt>
                <c:pt idx="18135">
                  <c:v>321.9194</c:v>
                </c:pt>
                <c:pt idx="18136">
                  <c:v>304.79889999999961</c:v>
                </c:pt>
                <c:pt idx="18137">
                  <c:v>302.48559999999935</c:v>
                </c:pt>
                <c:pt idx="18138">
                  <c:v>303.74009999999993</c:v>
                </c:pt>
                <c:pt idx="18139">
                  <c:v>304.1748000000004</c:v>
                </c:pt>
                <c:pt idx="18140">
                  <c:v>310.34410000000008</c:v>
                </c:pt>
                <c:pt idx="18141">
                  <c:v>322.25170000000003</c:v>
                </c:pt>
                <c:pt idx="18142">
                  <c:v>333.2346</c:v>
                </c:pt>
                <c:pt idx="18143">
                  <c:v>334.93229999999954</c:v>
                </c:pt>
                <c:pt idx="18144">
                  <c:v>326.03519999999935</c:v>
                </c:pt>
                <c:pt idx="18145">
                  <c:v>321.78609999999935</c:v>
                </c:pt>
                <c:pt idx="18146">
                  <c:v>317.35490000000033</c:v>
                </c:pt>
                <c:pt idx="18147">
                  <c:v>321.27619999999939</c:v>
                </c:pt>
                <c:pt idx="18148">
                  <c:v>323.10559999999964</c:v>
                </c:pt>
                <c:pt idx="18149">
                  <c:v>320.19920000000002</c:v>
                </c:pt>
                <c:pt idx="18150">
                  <c:v>351.53949999999969</c:v>
                </c:pt>
                <c:pt idx="18151">
                  <c:v>537.37099999999998</c:v>
                </c:pt>
                <c:pt idx="18152">
                  <c:v>954.11350000000004</c:v>
                </c:pt>
                <c:pt idx="18153">
                  <c:v>1416.816</c:v>
                </c:pt>
                <c:pt idx="18154">
                  <c:v>1534.3489999999999</c:v>
                </c:pt>
                <c:pt idx="18155">
                  <c:v>1299.7750000000001</c:v>
                </c:pt>
                <c:pt idx="18156">
                  <c:v>981.57390000000055</c:v>
                </c:pt>
                <c:pt idx="18157">
                  <c:v>833.18769999999938</c:v>
                </c:pt>
                <c:pt idx="18158">
                  <c:v>781.10550000000001</c:v>
                </c:pt>
                <c:pt idx="18159">
                  <c:v>733.05340000000001</c:v>
                </c:pt>
                <c:pt idx="18160">
                  <c:v>707.50930000000005</c:v>
                </c:pt>
                <c:pt idx="18161">
                  <c:v>709.08780000000002</c:v>
                </c:pt>
                <c:pt idx="18162">
                  <c:v>696.26209999999946</c:v>
                </c:pt>
                <c:pt idx="18163">
                  <c:v>681.84579999999949</c:v>
                </c:pt>
                <c:pt idx="18164">
                  <c:v>666.49659999999949</c:v>
                </c:pt>
                <c:pt idx="18165">
                  <c:v>655.66369999999949</c:v>
                </c:pt>
                <c:pt idx="18166">
                  <c:v>643.88580000000002</c:v>
                </c:pt>
                <c:pt idx="18167">
                  <c:v>631.15409999999997</c:v>
                </c:pt>
                <c:pt idx="18168">
                  <c:v>679.79410000000053</c:v>
                </c:pt>
                <c:pt idx="18169">
                  <c:v>882.74080000000004</c:v>
                </c:pt>
                <c:pt idx="18170">
                  <c:v>1567.9490000000001</c:v>
                </c:pt>
                <c:pt idx="18171">
                  <c:v>2552.7710000000002</c:v>
                </c:pt>
                <c:pt idx="18172">
                  <c:v>3171.4850000000001</c:v>
                </c:pt>
                <c:pt idx="18173">
                  <c:v>2965.8989999999999</c:v>
                </c:pt>
                <c:pt idx="18174">
                  <c:v>2511.4270000000001</c:v>
                </c:pt>
                <c:pt idx="18175">
                  <c:v>2213.4349999999999</c:v>
                </c:pt>
                <c:pt idx="18176">
                  <c:v>2525.3490000000002</c:v>
                </c:pt>
                <c:pt idx="18177">
                  <c:v>4024.9580000000001</c:v>
                </c:pt>
                <c:pt idx="18178">
                  <c:v>5824.8680000000004</c:v>
                </c:pt>
                <c:pt idx="18179">
                  <c:v>6241.7510000000002</c:v>
                </c:pt>
                <c:pt idx="18180">
                  <c:v>4334.37</c:v>
                </c:pt>
                <c:pt idx="18181">
                  <c:v>2726.8710000000028</c:v>
                </c:pt>
                <c:pt idx="18182">
                  <c:v>2565.8130000000028</c:v>
                </c:pt>
                <c:pt idx="18183">
                  <c:v>2514.2199999999998</c:v>
                </c:pt>
                <c:pt idx="18184">
                  <c:v>2798.0219999999999</c:v>
                </c:pt>
                <c:pt idx="18185">
                  <c:v>3643.223</c:v>
                </c:pt>
                <c:pt idx="18186">
                  <c:v>4595.7820000000002</c:v>
                </c:pt>
                <c:pt idx="18187">
                  <c:v>4418.8390000000009</c:v>
                </c:pt>
                <c:pt idx="18188">
                  <c:v>3374.5940000000001</c:v>
                </c:pt>
                <c:pt idx="18189">
                  <c:v>2345.605</c:v>
                </c:pt>
                <c:pt idx="18190">
                  <c:v>2007.5050000000001</c:v>
                </c:pt>
                <c:pt idx="18191">
                  <c:v>1831.84</c:v>
                </c:pt>
                <c:pt idx="18192">
                  <c:v>1687.136</c:v>
                </c:pt>
                <c:pt idx="18193">
                  <c:v>1915.1709999999998</c:v>
                </c:pt>
                <c:pt idx="18194">
                  <c:v>3734.634</c:v>
                </c:pt>
                <c:pt idx="18195">
                  <c:v>6897.1670000000004</c:v>
                </c:pt>
                <c:pt idx="18196">
                  <c:v>8158.9660000000003</c:v>
                </c:pt>
                <c:pt idx="18197">
                  <c:v>6988.6910000000034</c:v>
                </c:pt>
                <c:pt idx="18198">
                  <c:v>7036.9930000000004</c:v>
                </c:pt>
                <c:pt idx="18199">
                  <c:v>8304.7289999999884</c:v>
                </c:pt>
                <c:pt idx="18200">
                  <c:v>7748.0010000000002</c:v>
                </c:pt>
                <c:pt idx="18201">
                  <c:v>5904.8030000000008</c:v>
                </c:pt>
                <c:pt idx="18202">
                  <c:v>4748.4429999999993</c:v>
                </c:pt>
                <c:pt idx="18203">
                  <c:v>3903.7339999999999</c:v>
                </c:pt>
                <c:pt idx="18204">
                  <c:v>3321.8629999999998</c:v>
                </c:pt>
                <c:pt idx="18205">
                  <c:v>3067.4380000000001</c:v>
                </c:pt>
                <c:pt idx="18206">
                  <c:v>2802.848</c:v>
                </c:pt>
                <c:pt idx="18207">
                  <c:v>2550.2910000000002</c:v>
                </c:pt>
                <c:pt idx="18208">
                  <c:v>2341.5250000000001</c:v>
                </c:pt>
                <c:pt idx="18209">
                  <c:v>2177.0859999999998</c:v>
                </c:pt>
                <c:pt idx="18210">
                  <c:v>2045.7760000000001</c:v>
                </c:pt>
                <c:pt idx="18211">
                  <c:v>1913.48</c:v>
                </c:pt>
                <c:pt idx="18212">
                  <c:v>1783.559</c:v>
                </c:pt>
                <c:pt idx="18213">
                  <c:v>1688.0939999999998</c:v>
                </c:pt>
                <c:pt idx="18214">
                  <c:v>1653.7260000000001</c:v>
                </c:pt>
                <c:pt idx="18215">
                  <c:v>1618.066</c:v>
                </c:pt>
                <c:pt idx="18216">
                  <c:v>1589.3129999999999</c:v>
                </c:pt>
                <c:pt idx="18217">
                  <c:v>1565.029</c:v>
                </c:pt>
                <c:pt idx="18218">
                  <c:v>1528.924</c:v>
                </c:pt>
                <c:pt idx="18219">
                  <c:v>1537.1949999999986</c:v>
                </c:pt>
                <c:pt idx="18220">
                  <c:v>1732.1819999999998</c:v>
                </c:pt>
                <c:pt idx="18221">
                  <c:v>2361.6030000000001</c:v>
                </c:pt>
                <c:pt idx="18222">
                  <c:v>3826.5909999999999</c:v>
                </c:pt>
                <c:pt idx="18223">
                  <c:v>5490.1650000000054</c:v>
                </c:pt>
                <c:pt idx="18224">
                  <c:v>5802.5540000000001</c:v>
                </c:pt>
                <c:pt idx="18225">
                  <c:v>5086.9920000000002</c:v>
                </c:pt>
                <c:pt idx="18226">
                  <c:v>4586.3180000000002</c:v>
                </c:pt>
                <c:pt idx="18227">
                  <c:v>4356.973</c:v>
                </c:pt>
                <c:pt idx="18228">
                  <c:v>4776.2110000000002</c:v>
                </c:pt>
                <c:pt idx="18229">
                  <c:v>5765.0410000000002</c:v>
                </c:pt>
                <c:pt idx="18230">
                  <c:v>5565.4489999999996</c:v>
                </c:pt>
                <c:pt idx="18231">
                  <c:v>4405.5560000000014</c:v>
                </c:pt>
                <c:pt idx="18232">
                  <c:v>3822.7710000000002</c:v>
                </c:pt>
                <c:pt idx="18233">
                  <c:v>4161.1130000000003</c:v>
                </c:pt>
                <c:pt idx="18234">
                  <c:v>4621.1810000000014</c:v>
                </c:pt>
                <c:pt idx="18235">
                  <c:v>4415.9290000000001</c:v>
                </c:pt>
                <c:pt idx="18236">
                  <c:v>3633.5010000000002</c:v>
                </c:pt>
                <c:pt idx="18237">
                  <c:v>3743.6210000000001</c:v>
                </c:pt>
                <c:pt idx="18238">
                  <c:v>4292.5749999999998</c:v>
                </c:pt>
                <c:pt idx="18239">
                  <c:v>4262.3900000000003</c:v>
                </c:pt>
                <c:pt idx="18240">
                  <c:v>3456.5</c:v>
                </c:pt>
                <c:pt idx="18241">
                  <c:v>3253.5129999999999</c:v>
                </c:pt>
                <c:pt idx="18242">
                  <c:v>3078.3380000000002</c:v>
                </c:pt>
                <c:pt idx="18243">
                  <c:v>3532.556</c:v>
                </c:pt>
                <c:pt idx="18244">
                  <c:v>3251.223</c:v>
                </c:pt>
                <c:pt idx="18245">
                  <c:v>2855.4650000000001</c:v>
                </c:pt>
                <c:pt idx="18246">
                  <c:v>2273.741</c:v>
                </c:pt>
                <c:pt idx="18247">
                  <c:v>1905.3579999999999</c:v>
                </c:pt>
                <c:pt idx="18248">
                  <c:v>1714.569</c:v>
                </c:pt>
                <c:pt idx="18249">
                  <c:v>1606.076</c:v>
                </c:pt>
                <c:pt idx="18250">
                  <c:v>1530.059</c:v>
                </c:pt>
                <c:pt idx="18251">
                  <c:v>1481.9150000000011</c:v>
                </c:pt>
                <c:pt idx="18252">
                  <c:v>1437.0609999999999</c:v>
                </c:pt>
                <c:pt idx="18253">
                  <c:v>1395.8129999999999</c:v>
                </c:pt>
                <c:pt idx="18254">
                  <c:v>1350.8619999999999</c:v>
                </c:pt>
                <c:pt idx="18255">
                  <c:v>1312.077</c:v>
                </c:pt>
                <c:pt idx="18256">
                  <c:v>1278.202</c:v>
                </c:pt>
                <c:pt idx="18257">
                  <c:v>1254.232</c:v>
                </c:pt>
                <c:pt idx="18258">
                  <c:v>1229.8939999999998</c:v>
                </c:pt>
                <c:pt idx="18259">
                  <c:v>1210.1699999999998</c:v>
                </c:pt>
                <c:pt idx="18260">
                  <c:v>1190.8229999999999</c:v>
                </c:pt>
                <c:pt idx="18261">
                  <c:v>1176.3009999999999</c:v>
                </c:pt>
                <c:pt idx="18262">
                  <c:v>1160.1199999999999</c:v>
                </c:pt>
                <c:pt idx="18263">
                  <c:v>1147.0050000000001</c:v>
                </c:pt>
                <c:pt idx="18264">
                  <c:v>1136.5989999999999</c:v>
                </c:pt>
                <c:pt idx="18265">
                  <c:v>1131.8519999999999</c:v>
                </c:pt>
                <c:pt idx="18266">
                  <c:v>1121.827</c:v>
                </c:pt>
                <c:pt idx="18267">
                  <c:v>1104.6789999999999</c:v>
                </c:pt>
                <c:pt idx="18268">
                  <c:v>1083.039</c:v>
                </c:pt>
                <c:pt idx="18269">
                  <c:v>1063.7750000000001</c:v>
                </c:pt>
                <c:pt idx="18270">
                  <c:v>1043.7760000000001</c:v>
                </c:pt>
                <c:pt idx="18271">
                  <c:v>1026.6579999999999</c:v>
                </c:pt>
                <c:pt idx="18272">
                  <c:v>1007.23</c:v>
                </c:pt>
                <c:pt idx="18273">
                  <c:v>991.02729999999906</c:v>
                </c:pt>
                <c:pt idx="18274">
                  <c:v>978.65419999999949</c:v>
                </c:pt>
                <c:pt idx="18275">
                  <c:v>969.56819999999948</c:v>
                </c:pt>
                <c:pt idx="18276">
                  <c:v>971.8347</c:v>
                </c:pt>
                <c:pt idx="18277">
                  <c:v>984.9578999999992</c:v>
                </c:pt>
                <c:pt idx="18278">
                  <c:v>987.1979</c:v>
                </c:pt>
                <c:pt idx="18279">
                  <c:v>1041.2809999999999</c:v>
                </c:pt>
                <c:pt idx="18280">
                  <c:v>1236.6389999999999</c:v>
                </c:pt>
                <c:pt idx="18281">
                  <c:v>1418.1979999999999</c:v>
                </c:pt>
                <c:pt idx="18282">
                  <c:v>1441.385</c:v>
                </c:pt>
                <c:pt idx="18283">
                  <c:v>1279.7249999999999</c:v>
                </c:pt>
                <c:pt idx="18284">
                  <c:v>1240.126</c:v>
                </c:pt>
                <c:pt idx="18285">
                  <c:v>1185.588</c:v>
                </c:pt>
                <c:pt idx="18286">
                  <c:v>1118.9170000000001</c:v>
                </c:pt>
                <c:pt idx="18287">
                  <c:v>1042.2049999999999</c:v>
                </c:pt>
                <c:pt idx="18288">
                  <c:v>997.77500000000055</c:v>
                </c:pt>
                <c:pt idx="18289">
                  <c:v>1158.816</c:v>
                </c:pt>
                <c:pt idx="18290">
                  <c:v>1161.819</c:v>
                </c:pt>
                <c:pt idx="18291">
                  <c:v>1141.3819999999998</c:v>
                </c:pt>
                <c:pt idx="18292">
                  <c:v>1052.3129999999999</c:v>
                </c:pt>
                <c:pt idx="18293">
                  <c:v>994.79759999999999</c:v>
                </c:pt>
                <c:pt idx="18294">
                  <c:v>1005.71</c:v>
                </c:pt>
                <c:pt idx="18295">
                  <c:v>987.21469999999999</c:v>
                </c:pt>
                <c:pt idx="18296">
                  <c:v>969.17960000000005</c:v>
                </c:pt>
                <c:pt idx="18297">
                  <c:v>939.73389999999995</c:v>
                </c:pt>
                <c:pt idx="18298">
                  <c:v>904.41609999999946</c:v>
                </c:pt>
                <c:pt idx="18299">
                  <c:v>869.57619999999997</c:v>
                </c:pt>
                <c:pt idx="18300">
                  <c:v>838.91719999999907</c:v>
                </c:pt>
                <c:pt idx="18301">
                  <c:v>814.58749999999998</c:v>
                </c:pt>
                <c:pt idx="18302">
                  <c:v>798.39530000000002</c:v>
                </c:pt>
                <c:pt idx="18303">
                  <c:v>827.96779999999933</c:v>
                </c:pt>
                <c:pt idx="18304">
                  <c:v>1175.299</c:v>
                </c:pt>
                <c:pt idx="18305">
                  <c:v>1401.71</c:v>
                </c:pt>
                <c:pt idx="18306">
                  <c:v>1405.4660000000001</c:v>
                </c:pt>
                <c:pt idx="18307">
                  <c:v>1226.3509999999999</c:v>
                </c:pt>
                <c:pt idx="18308">
                  <c:v>1073.971</c:v>
                </c:pt>
                <c:pt idx="18309">
                  <c:v>966.47550000000001</c:v>
                </c:pt>
                <c:pt idx="18310">
                  <c:v>888.8661999999988</c:v>
                </c:pt>
                <c:pt idx="18311">
                  <c:v>823.68400000000054</c:v>
                </c:pt>
                <c:pt idx="18312">
                  <c:v>796.18040000000053</c:v>
                </c:pt>
                <c:pt idx="18313">
                  <c:v>784.27680000000055</c:v>
                </c:pt>
                <c:pt idx="18314">
                  <c:v>850.4769</c:v>
                </c:pt>
                <c:pt idx="18315">
                  <c:v>871.44449999999949</c:v>
                </c:pt>
                <c:pt idx="18316">
                  <c:v>875.36559999999906</c:v>
                </c:pt>
                <c:pt idx="18317">
                  <c:v>1106.318</c:v>
                </c:pt>
                <c:pt idx="18318">
                  <c:v>1238.848</c:v>
                </c:pt>
                <c:pt idx="18319">
                  <c:v>1164.491</c:v>
                </c:pt>
                <c:pt idx="18320">
                  <c:v>1039.0139999999999</c:v>
                </c:pt>
                <c:pt idx="18321">
                  <c:v>983.62</c:v>
                </c:pt>
                <c:pt idx="18322">
                  <c:v>1014.53</c:v>
                </c:pt>
                <c:pt idx="18323">
                  <c:v>1093.232</c:v>
                </c:pt>
                <c:pt idx="18324">
                  <c:v>1163.0519999999999</c:v>
                </c:pt>
                <c:pt idx="18325">
                  <c:v>1187.511</c:v>
                </c:pt>
                <c:pt idx="18326">
                  <c:v>1185.5639999999999</c:v>
                </c:pt>
                <c:pt idx="18327">
                  <c:v>1157.0989999999999</c:v>
                </c:pt>
                <c:pt idx="18328">
                  <c:v>1096.5429999999999</c:v>
                </c:pt>
                <c:pt idx="18329">
                  <c:v>1028.962</c:v>
                </c:pt>
                <c:pt idx="18330">
                  <c:v>1008.9169999999993</c:v>
                </c:pt>
                <c:pt idx="18331">
                  <c:v>1372.502</c:v>
                </c:pt>
                <c:pt idx="18332">
                  <c:v>2111.134</c:v>
                </c:pt>
                <c:pt idx="18333">
                  <c:v>2519.0819999999999</c:v>
                </c:pt>
                <c:pt idx="18334">
                  <c:v>1977.491</c:v>
                </c:pt>
                <c:pt idx="18335">
                  <c:v>1285.1559999999999</c:v>
                </c:pt>
                <c:pt idx="18336">
                  <c:v>1092.53</c:v>
                </c:pt>
                <c:pt idx="18337">
                  <c:v>1053.6609999999998</c:v>
                </c:pt>
                <c:pt idx="18338">
                  <c:v>989.90830000000005</c:v>
                </c:pt>
                <c:pt idx="18339">
                  <c:v>966.15840000000003</c:v>
                </c:pt>
                <c:pt idx="18340">
                  <c:v>945.17960000000005</c:v>
                </c:pt>
                <c:pt idx="18341">
                  <c:v>926.04639999999949</c:v>
                </c:pt>
                <c:pt idx="18342">
                  <c:v>912.98209999999949</c:v>
                </c:pt>
                <c:pt idx="18343">
                  <c:v>897.80789999999934</c:v>
                </c:pt>
                <c:pt idx="18344">
                  <c:v>880.02549999999997</c:v>
                </c:pt>
                <c:pt idx="18345">
                  <c:v>863.70500000000004</c:v>
                </c:pt>
                <c:pt idx="18346">
                  <c:v>873.77010000000053</c:v>
                </c:pt>
                <c:pt idx="18347">
                  <c:v>875.77750000000003</c:v>
                </c:pt>
                <c:pt idx="18348">
                  <c:v>945.1508</c:v>
                </c:pt>
                <c:pt idx="18349">
                  <c:v>917.09059999999999</c:v>
                </c:pt>
                <c:pt idx="18350">
                  <c:v>909.9691999999992</c:v>
                </c:pt>
                <c:pt idx="18351">
                  <c:v>885.3165999999992</c:v>
                </c:pt>
                <c:pt idx="18352">
                  <c:v>842.93979999999999</c:v>
                </c:pt>
                <c:pt idx="18353">
                  <c:v>868.65970000000004</c:v>
                </c:pt>
                <c:pt idx="18354">
                  <c:v>866.88749999999948</c:v>
                </c:pt>
                <c:pt idx="18355">
                  <c:v>855.11429999999996</c:v>
                </c:pt>
                <c:pt idx="18356">
                  <c:v>838.85289999999907</c:v>
                </c:pt>
                <c:pt idx="18357">
                  <c:v>843.68230000000005</c:v>
                </c:pt>
                <c:pt idx="18358">
                  <c:v>849.95279999999946</c:v>
                </c:pt>
                <c:pt idx="18359">
                  <c:v>833.18820000000005</c:v>
                </c:pt>
                <c:pt idx="18360">
                  <c:v>798.29690000000005</c:v>
                </c:pt>
                <c:pt idx="18361">
                  <c:v>766.33889999999997</c:v>
                </c:pt>
                <c:pt idx="18362">
                  <c:v>752.51689999999996</c:v>
                </c:pt>
                <c:pt idx="18363">
                  <c:v>740.85229999999876</c:v>
                </c:pt>
                <c:pt idx="18364">
                  <c:v>732.65239999999949</c:v>
                </c:pt>
                <c:pt idx="18365">
                  <c:v>736.95649999999921</c:v>
                </c:pt>
                <c:pt idx="18366">
                  <c:v>748.10380000000055</c:v>
                </c:pt>
                <c:pt idx="18367">
                  <c:v>759.90530000000001</c:v>
                </c:pt>
                <c:pt idx="18368">
                  <c:v>816.56370000000004</c:v>
                </c:pt>
                <c:pt idx="18369">
                  <c:v>816.83649999999921</c:v>
                </c:pt>
                <c:pt idx="18370">
                  <c:v>820.21100000000001</c:v>
                </c:pt>
                <c:pt idx="18371">
                  <c:v>813.88649999999996</c:v>
                </c:pt>
                <c:pt idx="18372">
                  <c:v>770.50030000000004</c:v>
                </c:pt>
                <c:pt idx="18373">
                  <c:v>719.50170000000003</c:v>
                </c:pt>
                <c:pt idx="18374">
                  <c:v>698.85679999999934</c:v>
                </c:pt>
                <c:pt idx="18375">
                  <c:v>687.02159999999947</c:v>
                </c:pt>
                <c:pt idx="18376">
                  <c:v>666.78140000000053</c:v>
                </c:pt>
                <c:pt idx="18377">
                  <c:v>654.02970000000005</c:v>
                </c:pt>
                <c:pt idx="18378">
                  <c:v>663.26729999999907</c:v>
                </c:pt>
                <c:pt idx="18379">
                  <c:v>683.96789999999919</c:v>
                </c:pt>
                <c:pt idx="18380">
                  <c:v>701.5624999999992</c:v>
                </c:pt>
                <c:pt idx="18381">
                  <c:v>754.35309999999947</c:v>
                </c:pt>
                <c:pt idx="18382">
                  <c:v>893.96699999999919</c:v>
                </c:pt>
                <c:pt idx="18383">
                  <c:v>1195.9490000000001</c:v>
                </c:pt>
                <c:pt idx="18384">
                  <c:v>2162.7310000000002</c:v>
                </c:pt>
                <c:pt idx="18385">
                  <c:v>3071.4050000000002</c:v>
                </c:pt>
                <c:pt idx="18386">
                  <c:v>3097.7059999999997</c:v>
                </c:pt>
                <c:pt idx="18387">
                  <c:v>2108.018</c:v>
                </c:pt>
                <c:pt idx="18388">
                  <c:v>1396.3109999999999</c:v>
                </c:pt>
                <c:pt idx="18389">
                  <c:v>1306.751</c:v>
                </c:pt>
                <c:pt idx="18390">
                  <c:v>1272.1369999999999</c:v>
                </c:pt>
                <c:pt idx="18391">
                  <c:v>1218.5989999999999</c:v>
                </c:pt>
                <c:pt idx="18392">
                  <c:v>1221.6669999999999</c:v>
                </c:pt>
                <c:pt idx="18393">
                  <c:v>1310.9960000000001</c:v>
                </c:pt>
                <c:pt idx="18394">
                  <c:v>1436.951</c:v>
                </c:pt>
                <c:pt idx="18395">
                  <c:v>1410.4050000000011</c:v>
                </c:pt>
                <c:pt idx="18396">
                  <c:v>1332.1759999999999</c:v>
                </c:pt>
                <c:pt idx="18397">
                  <c:v>1291.0350000000001</c:v>
                </c:pt>
                <c:pt idx="18398">
                  <c:v>1232.76</c:v>
                </c:pt>
                <c:pt idx="18399">
                  <c:v>1152.5619999999999</c:v>
                </c:pt>
                <c:pt idx="18400">
                  <c:v>1089.742</c:v>
                </c:pt>
                <c:pt idx="18401">
                  <c:v>1058.702</c:v>
                </c:pt>
                <c:pt idx="18402">
                  <c:v>1046.8029999999999</c:v>
                </c:pt>
                <c:pt idx="18403">
                  <c:v>1033.5609999999999</c:v>
                </c:pt>
                <c:pt idx="18404">
                  <c:v>1011.7940000000007</c:v>
                </c:pt>
                <c:pt idx="18405">
                  <c:v>991.2921</c:v>
                </c:pt>
                <c:pt idx="18406">
                  <c:v>937.71550000000002</c:v>
                </c:pt>
                <c:pt idx="18407">
                  <c:v>881.36979999999949</c:v>
                </c:pt>
                <c:pt idx="18408">
                  <c:v>847.21630000000005</c:v>
                </c:pt>
                <c:pt idx="18409">
                  <c:v>831.28959999999995</c:v>
                </c:pt>
                <c:pt idx="18410">
                  <c:v>830.99509999999998</c:v>
                </c:pt>
                <c:pt idx="18411">
                  <c:v>834.7491</c:v>
                </c:pt>
                <c:pt idx="18412">
                  <c:v>838.97630000000004</c:v>
                </c:pt>
                <c:pt idx="18413">
                  <c:v>818.17499999999995</c:v>
                </c:pt>
                <c:pt idx="18414">
                  <c:v>789.72490000000005</c:v>
                </c:pt>
                <c:pt idx="18415">
                  <c:v>759.21840000000054</c:v>
                </c:pt>
                <c:pt idx="18416">
                  <c:v>716.75149999999996</c:v>
                </c:pt>
                <c:pt idx="18417">
                  <c:v>711.85359999999946</c:v>
                </c:pt>
                <c:pt idx="18418">
                  <c:v>714.44039999999939</c:v>
                </c:pt>
                <c:pt idx="18419">
                  <c:v>702.59270000000004</c:v>
                </c:pt>
                <c:pt idx="18420">
                  <c:v>678.78040000000055</c:v>
                </c:pt>
                <c:pt idx="18421">
                  <c:v>651.25149999999996</c:v>
                </c:pt>
                <c:pt idx="18422">
                  <c:v>626.19370000000094</c:v>
                </c:pt>
                <c:pt idx="18423">
                  <c:v>598.01779999999997</c:v>
                </c:pt>
                <c:pt idx="18424">
                  <c:v>563.94609999999921</c:v>
                </c:pt>
                <c:pt idx="18425">
                  <c:v>524.55599999999947</c:v>
                </c:pt>
                <c:pt idx="18426">
                  <c:v>491.53989999999999</c:v>
                </c:pt>
                <c:pt idx="18427">
                  <c:v>464.06049999999999</c:v>
                </c:pt>
                <c:pt idx="18428">
                  <c:v>454.73599999999954</c:v>
                </c:pt>
                <c:pt idx="18429">
                  <c:v>463.09309999999954</c:v>
                </c:pt>
                <c:pt idx="18430">
                  <c:v>462.80410000000001</c:v>
                </c:pt>
                <c:pt idx="18431">
                  <c:v>449.66770000000002</c:v>
                </c:pt>
                <c:pt idx="18432">
                  <c:v>434.33210000000003</c:v>
                </c:pt>
                <c:pt idx="18433">
                  <c:v>426.12279999999993</c:v>
                </c:pt>
                <c:pt idx="18434">
                  <c:v>406.2604</c:v>
                </c:pt>
                <c:pt idx="18435">
                  <c:v>374.21619999999939</c:v>
                </c:pt>
                <c:pt idx="18436">
                  <c:v>359.81729999999999</c:v>
                </c:pt>
                <c:pt idx="18437">
                  <c:v>353.8793</c:v>
                </c:pt>
                <c:pt idx="18438">
                  <c:v>348.81629999999967</c:v>
                </c:pt>
                <c:pt idx="18439">
                  <c:v>345.3039</c:v>
                </c:pt>
                <c:pt idx="18440">
                  <c:v>346.92759999999947</c:v>
                </c:pt>
                <c:pt idx="18441">
                  <c:v>350.18259999999964</c:v>
                </c:pt>
                <c:pt idx="18442">
                  <c:v>356.80279999999999</c:v>
                </c:pt>
                <c:pt idx="18443">
                  <c:v>362.92229999999961</c:v>
                </c:pt>
                <c:pt idx="18444">
                  <c:v>396.22569999999968</c:v>
                </c:pt>
                <c:pt idx="18445">
                  <c:v>466.06220000000002</c:v>
                </c:pt>
                <c:pt idx="18446">
                  <c:v>508.17599999999999</c:v>
                </c:pt>
                <c:pt idx="18447">
                  <c:v>476.98079999999953</c:v>
                </c:pt>
                <c:pt idx="18448">
                  <c:v>408.42529999999954</c:v>
                </c:pt>
                <c:pt idx="18449">
                  <c:v>379.07909999999993</c:v>
                </c:pt>
                <c:pt idx="18450">
                  <c:v>372.8845</c:v>
                </c:pt>
                <c:pt idx="18451">
                  <c:v>354.43859999999933</c:v>
                </c:pt>
                <c:pt idx="18452">
                  <c:v>342.22809999999947</c:v>
                </c:pt>
                <c:pt idx="18453">
                  <c:v>326.73849999999953</c:v>
                </c:pt>
                <c:pt idx="18454">
                  <c:v>315.1035</c:v>
                </c:pt>
                <c:pt idx="18455">
                  <c:v>309.23249999999967</c:v>
                </c:pt>
                <c:pt idx="18456">
                  <c:v>306.69159999999954</c:v>
                </c:pt>
                <c:pt idx="18457">
                  <c:v>305.78769999999969</c:v>
                </c:pt>
                <c:pt idx="18458">
                  <c:v>303.10469999999998</c:v>
                </c:pt>
                <c:pt idx="18459">
                  <c:v>295.8</c:v>
                </c:pt>
                <c:pt idx="18460">
                  <c:v>289</c:v>
                </c:pt>
                <c:pt idx="18461">
                  <c:v>286.13309999999967</c:v>
                </c:pt>
                <c:pt idx="18462">
                  <c:v>277.67939999999999</c:v>
                </c:pt>
                <c:pt idx="18463">
                  <c:v>281.05180000000001</c:v>
                </c:pt>
                <c:pt idx="18464">
                  <c:v>283.21019999999953</c:v>
                </c:pt>
                <c:pt idx="18465">
                  <c:v>283.06229999999999</c:v>
                </c:pt>
                <c:pt idx="18466">
                  <c:v>275.01599999999968</c:v>
                </c:pt>
                <c:pt idx="18467">
                  <c:v>268.06799999999993</c:v>
                </c:pt>
                <c:pt idx="18468">
                  <c:v>264.16469999999998</c:v>
                </c:pt>
                <c:pt idx="18469">
                  <c:v>257.59179999999935</c:v>
                </c:pt>
                <c:pt idx="18470">
                  <c:v>260.65970000000033</c:v>
                </c:pt>
                <c:pt idx="18471">
                  <c:v>256.46570000000003</c:v>
                </c:pt>
                <c:pt idx="18472">
                  <c:v>251.63329999999999</c:v>
                </c:pt>
                <c:pt idx="18473">
                  <c:v>250.22579999999999</c:v>
                </c:pt>
                <c:pt idx="18474">
                  <c:v>252.85190000000017</c:v>
                </c:pt>
                <c:pt idx="18475">
                  <c:v>251.315</c:v>
                </c:pt>
                <c:pt idx="18476">
                  <c:v>258.27689999999961</c:v>
                </c:pt>
                <c:pt idx="18477">
                  <c:v>273.66660000000002</c:v>
                </c:pt>
                <c:pt idx="18478">
                  <c:v>274.3759</c:v>
                </c:pt>
                <c:pt idx="18479">
                  <c:v>280.34800000000001</c:v>
                </c:pt>
                <c:pt idx="18480">
                  <c:v>274.84660000000002</c:v>
                </c:pt>
                <c:pt idx="18481">
                  <c:v>279.28949999999969</c:v>
                </c:pt>
                <c:pt idx="18482">
                  <c:v>287.9006</c:v>
                </c:pt>
                <c:pt idx="18483">
                  <c:v>283.77929999999969</c:v>
                </c:pt>
                <c:pt idx="18484">
                  <c:v>274.73769999999968</c:v>
                </c:pt>
                <c:pt idx="18485">
                  <c:v>275.1112</c:v>
                </c:pt>
                <c:pt idx="18486">
                  <c:v>272.01819999999935</c:v>
                </c:pt>
                <c:pt idx="18487">
                  <c:v>265.9744</c:v>
                </c:pt>
                <c:pt idx="18488">
                  <c:v>256.03930000000003</c:v>
                </c:pt>
                <c:pt idx="18489">
                  <c:v>260.53749999999968</c:v>
                </c:pt>
                <c:pt idx="18490">
                  <c:v>267.12459999999999</c:v>
                </c:pt>
                <c:pt idx="18491">
                  <c:v>287.76519999999954</c:v>
                </c:pt>
                <c:pt idx="18492">
                  <c:v>303.96140000000003</c:v>
                </c:pt>
                <c:pt idx="18493">
                  <c:v>301.22859999999935</c:v>
                </c:pt>
                <c:pt idx="18494">
                  <c:v>283.74299999999999</c:v>
                </c:pt>
                <c:pt idx="18495">
                  <c:v>277.24779999999993</c:v>
                </c:pt>
                <c:pt idx="18496">
                  <c:v>268.4522</c:v>
                </c:pt>
                <c:pt idx="18497">
                  <c:v>273.76529999999968</c:v>
                </c:pt>
                <c:pt idx="18498">
                  <c:v>283.80529999999999</c:v>
                </c:pt>
                <c:pt idx="18499">
                  <c:v>287.31490000000002</c:v>
                </c:pt>
                <c:pt idx="18500">
                  <c:v>300.48099999999954</c:v>
                </c:pt>
                <c:pt idx="18501">
                  <c:v>295.60610000000003</c:v>
                </c:pt>
                <c:pt idx="18502">
                  <c:v>293.99319999999932</c:v>
                </c:pt>
                <c:pt idx="18503">
                  <c:v>289.31479999999999</c:v>
                </c:pt>
                <c:pt idx="18504">
                  <c:v>284.47770000000003</c:v>
                </c:pt>
                <c:pt idx="18505">
                  <c:v>294.73859999999939</c:v>
                </c:pt>
                <c:pt idx="18506">
                  <c:v>290.80200000000002</c:v>
                </c:pt>
                <c:pt idx="18507">
                  <c:v>290.93079999999935</c:v>
                </c:pt>
                <c:pt idx="18508">
                  <c:v>294.1884</c:v>
                </c:pt>
                <c:pt idx="18509">
                  <c:v>299.55109999999968</c:v>
                </c:pt>
                <c:pt idx="18510">
                  <c:v>291.48009999999954</c:v>
                </c:pt>
                <c:pt idx="18511">
                  <c:v>286.64970000000034</c:v>
                </c:pt>
                <c:pt idx="18512">
                  <c:v>297.55689999999993</c:v>
                </c:pt>
                <c:pt idx="18513">
                  <c:v>304.09869999999961</c:v>
                </c:pt>
                <c:pt idx="18514">
                  <c:v>306.77199999999954</c:v>
                </c:pt>
                <c:pt idx="18515">
                  <c:v>297.23049999999961</c:v>
                </c:pt>
                <c:pt idx="18516">
                  <c:v>300.6703</c:v>
                </c:pt>
                <c:pt idx="18517">
                  <c:v>301.76179999999954</c:v>
                </c:pt>
                <c:pt idx="18518">
                  <c:v>307.03109999999936</c:v>
                </c:pt>
                <c:pt idx="18519">
                  <c:v>313.22229999999968</c:v>
                </c:pt>
                <c:pt idx="18520">
                  <c:v>311.48769999999968</c:v>
                </c:pt>
                <c:pt idx="18521">
                  <c:v>309.47059999999954</c:v>
                </c:pt>
                <c:pt idx="18522">
                  <c:v>306.26409999999993</c:v>
                </c:pt>
                <c:pt idx="18523">
                  <c:v>301.3741</c:v>
                </c:pt>
                <c:pt idx="18524">
                  <c:v>296.81079999999969</c:v>
                </c:pt>
                <c:pt idx="18525">
                  <c:v>300.7475</c:v>
                </c:pt>
                <c:pt idx="18526">
                  <c:v>302.69529999999969</c:v>
                </c:pt>
                <c:pt idx="18527">
                  <c:v>296.03519999999935</c:v>
                </c:pt>
                <c:pt idx="18528">
                  <c:v>291.76429999999999</c:v>
                </c:pt>
                <c:pt idx="18529">
                  <c:v>290.80020000000002</c:v>
                </c:pt>
                <c:pt idx="18530">
                  <c:v>287.72119999999938</c:v>
                </c:pt>
                <c:pt idx="18531">
                  <c:v>284.61169999999993</c:v>
                </c:pt>
                <c:pt idx="18532">
                  <c:v>300.57599999999968</c:v>
                </c:pt>
                <c:pt idx="18533">
                  <c:v>304.15620000000001</c:v>
                </c:pt>
                <c:pt idx="18534">
                  <c:v>303.78539999999936</c:v>
                </c:pt>
                <c:pt idx="18535">
                  <c:v>301.30369999999999</c:v>
                </c:pt>
                <c:pt idx="18536">
                  <c:v>307.9538</c:v>
                </c:pt>
                <c:pt idx="18537">
                  <c:v>339.24590000000001</c:v>
                </c:pt>
                <c:pt idx="18538">
                  <c:v>381.74520000000001</c:v>
                </c:pt>
                <c:pt idx="18539">
                  <c:v>405.80220000000008</c:v>
                </c:pt>
                <c:pt idx="18540">
                  <c:v>421.15249999999997</c:v>
                </c:pt>
                <c:pt idx="18541">
                  <c:v>416.80329999999969</c:v>
                </c:pt>
                <c:pt idx="18542">
                  <c:v>423.77209999999968</c:v>
                </c:pt>
                <c:pt idx="18543">
                  <c:v>428.1995</c:v>
                </c:pt>
                <c:pt idx="18544">
                  <c:v>435.70679999999953</c:v>
                </c:pt>
                <c:pt idx="18545">
                  <c:v>453.21409999999969</c:v>
                </c:pt>
                <c:pt idx="18546">
                  <c:v>468.38159999999954</c:v>
                </c:pt>
                <c:pt idx="18547">
                  <c:v>489.86040000000008</c:v>
                </c:pt>
                <c:pt idx="18548">
                  <c:v>735.47429999999997</c:v>
                </c:pt>
                <c:pt idx="18549">
                  <c:v>1873.866</c:v>
                </c:pt>
                <c:pt idx="18550">
                  <c:v>3812.922</c:v>
                </c:pt>
                <c:pt idx="18551">
                  <c:v>4887.1180000000004</c:v>
                </c:pt>
                <c:pt idx="18552">
                  <c:v>4204.8200000000024</c:v>
                </c:pt>
                <c:pt idx="18553">
                  <c:v>2931.4879999999998</c:v>
                </c:pt>
                <c:pt idx="18554">
                  <c:v>2132.3649999999998</c:v>
                </c:pt>
                <c:pt idx="18555">
                  <c:v>1739.9929999999999</c:v>
                </c:pt>
                <c:pt idx="18556">
                  <c:v>1495.8739999999998</c:v>
                </c:pt>
                <c:pt idx="18557">
                  <c:v>1305.25</c:v>
                </c:pt>
                <c:pt idx="18558">
                  <c:v>1202.6889999999999</c:v>
                </c:pt>
                <c:pt idx="18559">
                  <c:v>1143.44</c:v>
                </c:pt>
                <c:pt idx="18560">
                  <c:v>1093.068</c:v>
                </c:pt>
                <c:pt idx="18561">
                  <c:v>1058.1919999999998</c:v>
                </c:pt>
                <c:pt idx="18562">
                  <c:v>1015.234</c:v>
                </c:pt>
                <c:pt idx="18563">
                  <c:v>974.61270000000002</c:v>
                </c:pt>
                <c:pt idx="18564">
                  <c:v>944.22029999999938</c:v>
                </c:pt>
                <c:pt idx="18565">
                  <c:v>920.55739999999946</c:v>
                </c:pt>
                <c:pt idx="18566">
                  <c:v>915.79459999999995</c:v>
                </c:pt>
                <c:pt idx="18567">
                  <c:v>1128.558</c:v>
                </c:pt>
                <c:pt idx="18568">
                  <c:v>1774.62</c:v>
                </c:pt>
                <c:pt idx="18569">
                  <c:v>2191.5039999999999</c:v>
                </c:pt>
                <c:pt idx="18570">
                  <c:v>1802.57</c:v>
                </c:pt>
                <c:pt idx="18571">
                  <c:v>1345.9560000000001</c:v>
                </c:pt>
                <c:pt idx="18572">
                  <c:v>1228.1289999999999</c:v>
                </c:pt>
                <c:pt idx="18573">
                  <c:v>1200.8709999999999</c:v>
                </c:pt>
                <c:pt idx="18574">
                  <c:v>1188.7750000000001</c:v>
                </c:pt>
                <c:pt idx="18575">
                  <c:v>1395.0650000000001</c:v>
                </c:pt>
                <c:pt idx="18576">
                  <c:v>1673.7</c:v>
                </c:pt>
                <c:pt idx="18577">
                  <c:v>1906.895</c:v>
                </c:pt>
                <c:pt idx="18578">
                  <c:v>2024.598</c:v>
                </c:pt>
                <c:pt idx="18579">
                  <c:v>2084.5929999999998</c:v>
                </c:pt>
                <c:pt idx="18580">
                  <c:v>1902.8819999999998</c:v>
                </c:pt>
                <c:pt idx="18581">
                  <c:v>1706.1289999999999</c:v>
                </c:pt>
                <c:pt idx="18582">
                  <c:v>1722.046</c:v>
                </c:pt>
                <c:pt idx="18583">
                  <c:v>1900.646</c:v>
                </c:pt>
                <c:pt idx="18584">
                  <c:v>1929.585</c:v>
                </c:pt>
                <c:pt idx="18585">
                  <c:v>1693.2670000000001</c:v>
                </c:pt>
                <c:pt idx="18586">
                  <c:v>1457.068</c:v>
                </c:pt>
                <c:pt idx="18587">
                  <c:v>1357.8539999999998</c:v>
                </c:pt>
                <c:pt idx="18588">
                  <c:v>1297.0050000000001</c:v>
                </c:pt>
                <c:pt idx="18589">
                  <c:v>1231.213</c:v>
                </c:pt>
                <c:pt idx="18590">
                  <c:v>1182.3029999999999</c:v>
                </c:pt>
                <c:pt idx="18591">
                  <c:v>1136.2719999999999</c:v>
                </c:pt>
                <c:pt idx="18592">
                  <c:v>1094.2060000000001</c:v>
                </c:pt>
                <c:pt idx="18593">
                  <c:v>1057.038</c:v>
                </c:pt>
                <c:pt idx="18594">
                  <c:v>1021.7930000000007</c:v>
                </c:pt>
                <c:pt idx="18595">
                  <c:v>993.03420000000006</c:v>
                </c:pt>
                <c:pt idx="18596">
                  <c:v>968.62119999999948</c:v>
                </c:pt>
                <c:pt idx="18597">
                  <c:v>951.1617</c:v>
                </c:pt>
                <c:pt idx="18598">
                  <c:v>938.21730000000002</c:v>
                </c:pt>
                <c:pt idx="18599">
                  <c:v>924.11580000000004</c:v>
                </c:pt>
                <c:pt idx="18600">
                  <c:v>907.68690000000004</c:v>
                </c:pt>
                <c:pt idx="18601">
                  <c:v>892.39619999999934</c:v>
                </c:pt>
                <c:pt idx="18602">
                  <c:v>878.12530000000004</c:v>
                </c:pt>
                <c:pt idx="18603">
                  <c:v>864.24869999999999</c:v>
                </c:pt>
                <c:pt idx="18604">
                  <c:v>849.68240000000003</c:v>
                </c:pt>
                <c:pt idx="18605">
                  <c:v>855.11709999999948</c:v>
                </c:pt>
                <c:pt idx="18606">
                  <c:v>1009.982</c:v>
                </c:pt>
                <c:pt idx="18607">
                  <c:v>1323.7090000000001</c:v>
                </c:pt>
                <c:pt idx="18608">
                  <c:v>1577.117</c:v>
                </c:pt>
                <c:pt idx="18609">
                  <c:v>1440.4010000000001</c:v>
                </c:pt>
                <c:pt idx="18610">
                  <c:v>1128.2270000000001</c:v>
                </c:pt>
                <c:pt idx="18611">
                  <c:v>999.92049999999949</c:v>
                </c:pt>
                <c:pt idx="18612">
                  <c:v>931.17020000000002</c:v>
                </c:pt>
                <c:pt idx="18613">
                  <c:v>893.29510000000005</c:v>
                </c:pt>
                <c:pt idx="18614">
                  <c:v>869.08619999999996</c:v>
                </c:pt>
                <c:pt idx="18615">
                  <c:v>860.1191</c:v>
                </c:pt>
                <c:pt idx="18616">
                  <c:v>841.68350000000055</c:v>
                </c:pt>
                <c:pt idx="18617">
                  <c:v>827.16549999999938</c:v>
                </c:pt>
                <c:pt idx="18618">
                  <c:v>813.11410000000001</c:v>
                </c:pt>
                <c:pt idx="18619">
                  <c:v>800.35279999999921</c:v>
                </c:pt>
                <c:pt idx="18620">
                  <c:v>788.89219999999921</c:v>
                </c:pt>
                <c:pt idx="18621">
                  <c:v>778.38350000000003</c:v>
                </c:pt>
                <c:pt idx="18622">
                  <c:v>770.22469999999998</c:v>
                </c:pt>
                <c:pt idx="18623">
                  <c:v>761.52970000000005</c:v>
                </c:pt>
                <c:pt idx="18624">
                  <c:v>751.48990000000003</c:v>
                </c:pt>
                <c:pt idx="18625">
                  <c:v>742.16890000000001</c:v>
                </c:pt>
                <c:pt idx="18626">
                  <c:v>732.71069999999997</c:v>
                </c:pt>
                <c:pt idx="18627">
                  <c:v>720.65970000000004</c:v>
                </c:pt>
                <c:pt idx="18628">
                  <c:v>711.73680000000002</c:v>
                </c:pt>
                <c:pt idx="18629">
                  <c:v>705.27690000000052</c:v>
                </c:pt>
                <c:pt idx="18630">
                  <c:v>701.20960000000002</c:v>
                </c:pt>
                <c:pt idx="18631">
                  <c:v>694.06819999999948</c:v>
                </c:pt>
                <c:pt idx="18632">
                  <c:v>685.09310000000005</c:v>
                </c:pt>
                <c:pt idx="18633">
                  <c:v>675.80699999999933</c:v>
                </c:pt>
                <c:pt idx="18634">
                  <c:v>665.32739999999933</c:v>
                </c:pt>
                <c:pt idx="18635">
                  <c:v>655.37619999999947</c:v>
                </c:pt>
                <c:pt idx="18636">
                  <c:v>650.96489999999949</c:v>
                </c:pt>
                <c:pt idx="18637">
                  <c:v>644.24180000000001</c:v>
                </c:pt>
                <c:pt idx="18638">
                  <c:v>625.67850000000055</c:v>
                </c:pt>
                <c:pt idx="18639">
                  <c:v>614.85769999999877</c:v>
                </c:pt>
                <c:pt idx="18640">
                  <c:v>593.30430000000001</c:v>
                </c:pt>
                <c:pt idx="18641">
                  <c:v>583.86249999999882</c:v>
                </c:pt>
                <c:pt idx="18642">
                  <c:v>686.55909999999949</c:v>
                </c:pt>
                <c:pt idx="18643">
                  <c:v>755.46509999999921</c:v>
                </c:pt>
                <c:pt idx="18644">
                  <c:v>725.68880000000081</c:v>
                </c:pt>
                <c:pt idx="18645">
                  <c:v>642.0204</c:v>
                </c:pt>
                <c:pt idx="18646">
                  <c:v>747.25959999999998</c:v>
                </c:pt>
                <c:pt idx="18647">
                  <c:v>1042.519</c:v>
                </c:pt>
                <c:pt idx="18648">
                  <c:v>1081.1829999999998</c:v>
                </c:pt>
                <c:pt idx="18649">
                  <c:v>883.80470000000003</c:v>
                </c:pt>
                <c:pt idx="18650">
                  <c:v>732.25030000000004</c:v>
                </c:pt>
                <c:pt idx="18651">
                  <c:v>685.77059999999994</c:v>
                </c:pt>
                <c:pt idx="18652">
                  <c:v>653.85619999999892</c:v>
                </c:pt>
                <c:pt idx="18653">
                  <c:v>634.46309999999949</c:v>
                </c:pt>
                <c:pt idx="18654">
                  <c:v>621.80159999999921</c:v>
                </c:pt>
                <c:pt idx="18655">
                  <c:v>626.85769999999877</c:v>
                </c:pt>
                <c:pt idx="18656">
                  <c:v>691.20340000000067</c:v>
                </c:pt>
                <c:pt idx="18657">
                  <c:v>709.44779999999946</c:v>
                </c:pt>
                <c:pt idx="18658">
                  <c:v>675.20980000000054</c:v>
                </c:pt>
                <c:pt idx="18659">
                  <c:v>620.67250000000001</c:v>
                </c:pt>
                <c:pt idx="18660">
                  <c:v>588.97050000000002</c:v>
                </c:pt>
                <c:pt idx="18661">
                  <c:v>567.23299999999949</c:v>
                </c:pt>
                <c:pt idx="18662">
                  <c:v>548.9572999999989</c:v>
                </c:pt>
                <c:pt idx="18663">
                  <c:v>536.99540000000002</c:v>
                </c:pt>
                <c:pt idx="18664">
                  <c:v>531.89490000000001</c:v>
                </c:pt>
                <c:pt idx="18665">
                  <c:v>527.1893000000008</c:v>
                </c:pt>
                <c:pt idx="18666">
                  <c:v>521.36359999999934</c:v>
                </c:pt>
                <c:pt idx="18667">
                  <c:v>513.101</c:v>
                </c:pt>
                <c:pt idx="18668">
                  <c:v>503.65730000000002</c:v>
                </c:pt>
                <c:pt idx="18669">
                  <c:v>494.22609999999935</c:v>
                </c:pt>
                <c:pt idx="18670">
                  <c:v>484.77760000000001</c:v>
                </c:pt>
                <c:pt idx="18671">
                  <c:v>476.04410000000001</c:v>
                </c:pt>
                <c:pt idx="18672">
                  <c:v>469.66140000000001</c:v>
                </c:pt>
                <c:pt idx="18673">
                  <c:v>466.53160000000003</c:v>
                </c:pt>
                <c:pt idx="18674">
                  <c:v>463.48699999999945</c:v>
                </c:pt>
                <c:pt idx="18675">
                  <c:v>456.66469999999998</c:v>
                </c:pt>
                <c:pt idx="18676">
                  <c:v>453.58479999999969</c:v>
                </c:pt>
                <c:pt idx="18677">
                  <c:v>451.20179999999954</c:v>
                </c:pt>
                <c:pt idx="18678">
                  <c:v>448.39699999999954</c:v>
                </c:pt>
                <c:pt idx="18679">
                  <c:v>443.8999</c:v>
                </c:pt>
                <c:pt idx="18680">
                  <c:v>451.8364999999996</c:v>
                </c:pt>
                <c:pt idx="18681">
                  <c:v>477.07009999999968</c:v>
                </c:pt>
                <c:pt idx="18682">
                  <c:v>511.16480000000047</c:v>
                </c:pt>
                <c:pt idx="18683">
                  <c:v>522.02949999999998</c:v>
                </c:pt>
                <c:pt idx="18684">
                  <c:v>501.28669999999954</c:v>
                </c:pt>
                <c:pt idx="18685">
                  <c:v>468.38129999999961</c:v>
                </c:pt>
                <c:pt idx="18686">
                  <c:v>442.02960000000002</c:v>
                </c:pt>
                <c:pt idx="18687">
                  <c:v>422.11059999999969</c:v>
                </c:pt>
                <c:pt idx="18688">
                  <c:v>411.5095</c:v>
                </c:pt>
                <c:pt idx="18689">
                  <c:v>419.57129999999961</c:v>
                </c:pt>
                <c:pt idx="18690">
                  <c:v>599.39769999999919</c:v>
                </c:pt>
                <c:pt idx="18691">
                  <c:v>954.13</c:v>
                </c:pt>
                <c:pt idx="18692">
                  <c:v>1223.616</c:v>
                </c:pt>
                <c:pt idx="18693">
                  <c:v>1084.204</c:v>
                </c:pt>
                <c:pt idx="18694">
                  <c:v>713.08640000000003</c:v>
                </c:pt>
                <c:pt idx="18695">
                  <c:v>561.76619999999946</c:v>
                </c:pt>
                <c:pt idx="18696">
                  <c:v>526.976</c:v>
                </c:pt>
                <c:pt idx="18697">
                  <c:v>982.08050000000003</c:v>
                </c:pt>
                <c:pt idx="18698">
                  <c:v>1758.3979999999999</c:v>
                </c:pt>
                <c:pt idx="18699">
                  <c:v>2078.8520000000012</c:v>
                </c:pt>
                <c:pt idx="18700">
                  <c:v>1354.6309999999999</c:v>
                </c:pt>
                <c:pt idx="18701">
                  <c:v>802.57060000000001</c:v>
                </c:pt>
                <c:pt idx="18702">
                  <c:v>759.38369999999998</c:v>
                </c:pt>
                <c:pt idx="18703">
                  <c:v>878.5729</c:v>
                </c:pt>
                <c:pt idx="18704">
                  <c:v>1031.0539999999999</c:v>
                </c:pt>
                <c:pt idx="18705">
                  <c:v>1313.87</c:v>
                </c:pt>
                <c:pt idx="18706">
                  <c:v>2250.712</c:v>
                </c:pt>
                <c:pt idx="18707">
                  <c:v>4326.3960000000034</c:v>
                </c:pt>
                <c:pt idx="18708">
                  <c:v>4950.0470000000005</c:v>
                </c:pt>
                <c:pt idx="18709">
                  <c:v>3949.3380000000002</c:v>
                </c:pt>
                <c:pt idx="18710">
                  <c:v>2479.625</c:v>
                </c:pt>
                <c:pt idx="18711">
                  <c:v>1756.8909999999998</c:v>
                </c:pt>
                <c:pt idx="18712">
                  <c:v>1544.7180000000001</c:v>
                </c:pt>
                <c:pt idx="18713">
                  <c:v>1342.5350000000001</c:v>
                </c:pt>
                <c:pt idx="18714">
                  <c:v>1234.566</c:v>
                </c:pt>
                <c:pt idx="18715">
                  <c:v>1221.7190000000001</c:v>
                </c:pt>
                <c:pt idx="18716">
                  <c:v>1158.079</c:v>
                </c:pt>
                <c:pt idx="18717">
                  <c:v>1083.2929999999999</c:v>
                </c:pt>
                <c:pt idx="18718">
                  <c:v>1033.979</c:v>
                </c:pt>
                <c:pt idx="18719">
                  <c:v>1440.4360000000001</c:v>
                </c:pt>
                <c:pt idx="18720">
                  <c:v>2188.5720000000001</c:v>
                </c:pt>
                <c:pt idx="18721">
                  <c:v>2874.1879999999987</c:v>
                </c:pt>
                <c:pt idx="18722">
                  <c:v>2207.8100000000022</c:v>
                </c:pt>
                <c:pt idx="18723">
                  <c:v>1413.846</c:v>
                </c:pt>
                <c:pt idx="18724">
                  <c:v>1185.8979999999999</c:v>
                </c:pt>
                <c:pt idx="18725">
                  <c:v>1242.8899999999999</c:v>
                </c:pt>
                <c:pt idx="18726">
                  <c:v>1783.7860000000001</c:v>
                </c:pt>
                <c:pt idx="18727">
                  <c:v>2762.107</c:v>
                </c:pt>
                <c:pt idx="18728">
                  <c:v>2833.8380000000002</c:v>
                </c:pt>
                <c:pt idx="18729">
                  <c:v>1869.992</c:v>
                </c:pt>
                <c:pt idx="18730">
                  <c:v>1289.8389999999999</c:v>
                </c:pt>
                <c:pt idx="18731">
                  <c:v>1293.412</c:v>
                </c:pt>
                <c:pt idx="18732">
                  <c:v>1319.1139999999998</c:v>
                </c:pt>
                <c:pt idx="18733">
                  <c:v>1297.9090000000001</c:v>
                </c:pt>
                <c:pt idx="18734">
                  <c:v>1523.93</c:v>
                </c:pt>
                <c:pt idx="18735">
                  <c:v>1471.537</c:v>
                </c:pt>
                <c:pt idx="18736">
                  <c:v>1383.2719999999999</c:v>
                </c:pt>
                <c:pt idx="18737">
                  <c:v>1198.508</c:v>
                </c:pt>
                <c:pt idx="18738">
                  <c:v>1090.779</c:v>
                </c:pt>
                <c:pt idx="18739">
                  <c:v>1066.1699999999998</c:v>
                </c:pt>
                <c:pt idx="18740">
                  <c:v>1226.279</c:v>
                </c:pt>
                <c:pt idx="18741">
                  <c:v>1396.3839999999998</c:v>
                </c:pt>
                <c:pt idx="18742">
                  <c:v>1771.865</c:v>
                </c:pt>
                <c:pt idx="18743">
                  <c:v>2068.6379999999999</c:v>
                </c:pt>
                <c:pt idx="18744">
                  <c:v>1881.557</c:v>
                </c:pt>
                <c:pt idx="18745">
                  <c:v>1734.6739999999998</c:v>
                </c:pt>
                <c:pt idx="18746">
                  <c:v>2064.8310000000029</c:v>
                </c:pt>
                <c:pt idx="18747">
                  <c:v>2372.5279999999998</c:v>
                </c:pt>
                <c:pt idx="18748">
                  <c:v>2269.741</c:v>
                </c:pt>
                <c:pt idx="18749">
                  <c:v>2317.8649999999998</c:v>
                </c:pt>
                <c:pt idx="18750">
                  <c:v>2548.0529999999999</c:v>
                </c:pt>
                <c:pt idx="18751">
                  <c:v>2425.3009999999999</c:v>
                </c:pt>
                <c:pt idx="18752">
                  <c:v>1958.9929999999999</c:v>
                </c:pt>
                <c:pt idx="18753">
                  <c:v>1533.3609999999999</c:v>
                </c:pt>
                <c:pt idx="18754">
                  <c:v>1356.498</c:v>
                </c:pt>
                <c:pt idx="18755">
                  <c:v>1435.377</c:v>
                </c:pt>
                <c:pt idx="18756">
                  <c:v>1580.4050000000011</c:v>
                </c:pt>
                <c:pt idx="18757">
                  <c:v>1704.5070000000001</c:v>
                </c:pt>
                <c:pt idx="18758">
                  <c:v>1877.9160000000011</c:v>
                </c:pt>
                <c:pt idx="18759">
                  <c:v>2061.09</c:v>
                </c:pt>
                <c:pt idx="18760">
                  <c:v>2115.6010000000001</c:v>
                </c:pt>
                <c:pt idx="18761">
                  <c:v>2025.6329999999998</c:v>
                </c:pt>
                <c:pt idx="18762">
                  <c:v>1922.6179999999999</c:v>
                </c:pt>
                <c:pt idx="18763">
                  <c:v>1805.2449999999999</c:v>
                </c:pt>
                <c:pt idx="18764">
                  <c:v>1646.0929999999998</c:v>
                </c:pt>
                <c:pt idx="18765">
                  <c:v>1485.424</c:v>
                </c:pt>
                <c:pt idx="18766">
                  <c:v>1371.49</c:v>
                </c:pt>
                <c:pt idx="18767">
                  <c:v>1330.242</c:v>
                </c:pt>
                <c:pt idx="18768">
                  <c:v>1330.8969999999999</c:v>
                </c:pt>
                <c:pt idx="18769">
                  <c:v>1350.9010000000001</c:v>
                </c:pt>
                <c:pt idx="18770">
                  <c:v>1366.7550000000001</c:v>
                </c:pt>
                <c:pt idx="18771">
                  <c:v>1361.289</c:v>
                </c:pt>
                <c:pt idx="18772">
                  <c:v>1325.0650000000001</c:v>
                </c:pt>
                <c:pt idx="18773">
                  <c:v>1281.345</c:v>
                </c:pt>
                <c:pt idx="18774">
                  <c:v>1264.8979999999999</c:v>
                </c:pt>
                <c:pt idx="18775">
                  <c:v>1274.6329999999998</c:v>
                </c:pt>
                <c:pt idx="18776">
                  <c:v>1313.3129999999999</c:v>
                </c:pt>
                <c:pt idx="18777">
                  <c:v>1364.2850000000001</c:v>
                </c:pt>
                <c:pt idx="18778">
                  <c:v>1416.759</c:v>
                </c:pt>
                <c:pt idx="18779">
                  <c:v>1437.1</c:v>
                </c:pt>
                <c:pt idx="18780">
                  <c:v>1384.3409999999999</c:v>
                </c:pt>
                <c:pt idx="18781">
                  <c:v>1311.127</c:v>
                </c:pt>
                <c:pt idx="18782">
                  <c:v>1283.71</c:v>
                </c:pt>
                <c:pt idx="18783">
                  <c:v>1258.6109999999999</c:v>
                </c:pt>
                <c:pt idx="18784">
                  <c:v>1213.597</c:v>
                </c:pt>
                <c:pt idx="18785">
                  <c:v>1159.9270000000001</c:v>
                </c:pt>
                <c:pt idx="18786">
                  <c:v>1101.1969999999999</c:v>
                </c:pt>
                <c:pt idx="18787">
                  <c:v>1044.575</c:v>
                </c:pt>
                <c:pt idx="18788">
                  <c:v>995.35329999999919</c:v>
                </c:pt>
                <c:pt idx="18789">
                  <c:v>944.14019999999948</c:v>
                </c:pt>
                <c:pt idx="18790">
                  <c:v>890.85549999999921</c:v>
                </c:pt>
                <c:pt idx="18791">
                  <c:v>824.59770000000003</c:v>
                </c:pt>
                <c:pt idx="18792">
                  <c:v>751.05050000000006</c:v>
                </c:pt>
                <c:pt idx="18793">
                  <c:v>691.62369999999999</c:v>
                </c:pt>
                <c:pt idx="18794">
                  <c:v>651.54470000000003</c:v>
                </c:pt>
                <c:pt idx="18795">
                  <c:v>618.73310000000004</c:v>
                </c:pt>
                <c:pt idx="18796">
                  <c:v>582.93629999999905</c:v>
                </c:pt>
                <c:pt idx="18797">
                  <c:v>560.82039999999949</c:v>
                </c:pt>
                <c:pt idx="18798">
                  <c:v>541.07580000000053</c:v>
                </c:pt>
                <c:pt idx="18799">
                  <c:v>517.88059999999996</c:v>
                </c:pt>
                <c:pt idx="18800">
                  <c:v>503.80680000000001</c:v>
                </c:pt>
                <c:pt idx="18801">
                  <c:v>492.11739999999969</c:v>
                </c:pt>
                <c:pt idx="18802">
                  <c:v>477.57420000000002</c:v>
                </c:pt>
                <c:pt idx="18803">
                  <c:v>458.774</c:v>
                </c:pt>
                <c:pt idx="18804">
                  <c:v>437.1814</c:v>
                </c:pt>
                <c:pt idx="18805">
                  <c:v>413.25959999999969</c:v>
                </c:pt>
                <c:pt idx="18806">
                  <c:v>397.33629999999954</c:v>
                </c:pt>
                <c:pt idx="18807">
                  <c:v>389.3912999999996</c:v>
                </c:pt>
                <c:pt idx="18808">
                  <c:v>390.27809999999954</c:v>
                </c:pt>
                <c:pt idx="18809">
                  <c:v>369.92799999999954</c:v>
                </c:pt>
                <c:pt idx="18810">
                  <c:v>346.44709999999969</c:v>
                </c:pt>
                <c:pt idx="18811">
                  <c:v>325.13420000000002</c:v>
                </c:pt>
                <c:pt idx="18812">
                  <c:v>297.41829999999953</c:v>
                </c:pt>
                <c:pt idx="18813">
                  <c:v>281.63669999999968</c:v>
                </c:pt>
                <c:pt idx="18814">
                  <c:v>264.33940000000001</c:v>
                </c:pt>
                <c:pt idx="18815">
                  <c:v>255.10449999999997</c:v>
                </c:pt>
                <c:pt idx="18816">
                  <c:v>261.99349999999947</c:v>
                </c:pt>
                <c:pt idx="18817">
                  <c:v>268.99629999999934</c:v>
                </c:pt>
                <c:pt idx="18818">
                  <c:v>268.07260000000002</c:v>
                </c:pt>
                <c:pt idx="18819">
                  <c:v>261.7432</c:v>
                </c:pt>
                <c:pt idx="18820">
                  <c:v>258.7268999999996</c:v>
                </c:pt>
                <c:pt idx="18821">
                  <c:v>258.44540000000001</c:v>
                </c:pt>
                <c:pt idx="18822">
                  <c:v>258.40619999999939</c:v>
                </c:pt>
                <c:pt idx="18823">
                  <c:v>254.5814000000002</c:v>
                </c:pt>
                <c:pt idx="18824">
                  <c:v>252.5419</c:v>
                </c:pt>
                <c:pt idx="18825">
                  <c:v>251.5326</c:v>
                </c:pt>
                <c:pt idx="18826">
                  <c:v>246.33580000000001</c:v>
                </c:pt>
                <c:pt idx="18827">
                  <c:v>246.04409999999999</c:v>
                </c:pt>
                <c:pt idx="18828">
                  <c:v>245.84040000000007</c:v>
                </c:pt>
                <c:pt idx="18829">
                  <c:v>242.0838</c:v>
                </c:pt>
                <c:pt idx="18830">
                  <c:v>236.8749</c:v>
                </c:pt>
                <c:pt idx="18831">
                  <c:v>232.2</c:v>
                </c:pt>
                <c:pt idx="18832">
                  <c:v>225.81730000000007</c:v>
                </c:pt>
                <c:pt idx="18833">
                  <c:v>228.87989999999999</c:v>
                </c:pt>
                <c:pt idx="18834">
                  <c:v>232.7253</c:v>
                </c:pt>
                <c:pt idx="18835">
                  <c:v>230.1319</c:v>
                </c:pt>
                <c:pt idx="18836">
                  <c:v>229.70179999999999</c:v>
                </c:pt>
                <c:pt idx="18837">
                  <c:v>226.7012</c:v>
                </c:pt>
                <c:pt idx="18838">
                  <c:v>221.94710000000001</c:v>
                </c:pt>
                <c:pt idx="18839">
                  <c:v>216.3631</c:v>
                </c:pt>
                <c:pt idx="18840">
                  <c:v>243.40979999999999</c:v>
                </c:pt>
                <c:pt idx="18841">
                  <c:v>250.1532</c:v>
                </c:pt>
                <c:pt idx="18842">
                  <c:v>250.8391</c:v>
                </c:pt>
                <c:pt idx="18843">
                  <c:v>252.30030000000016</c:v>
                </c:pt>
                <c:pt idx="18844">
                  <c:v>275.34460000000047</c:v>
                </c:pt>
                <c:pt idx="18845">
                  <c:v>287.61970000000002</c:v>
                </c:pt>
                <c:pt idx="18846">
                  <c:v>279.29429999999968</c:v>
                </c:pt>
                <c:pt idx="18847">
                  <c:v>272.2234999999996</c:v>
                </c:pt>
                <c:pt idx="18848">
                  <c:v>269.99589999999961</c:v>
                </c:pt>
                <c:pt idx="18849">
                  <c:v>266.49349999999947</c:v>
                </c:pt>
                <c:pt idx="18850">
                  <c:v>275.67070000000001</c:v>
                </c:pt>
                <c:pt idx="18851">
                  <c:v>266.36509999999993</c:v>
                </c:pt>
                <c:pt idx="18852">
                  <c:v>255.01679999999999</c:v>
                </c:pt>
                <c:pt idx="18853">
                  <c:v>253.58510000000001</c:v>
                </c:pt>
                <c:pt idx="18854">
                  <c:v>250.84230000000017</c:v>
                </c:pt>
                <c:pt idx="18855">
                  <c:v>260.9614999999996</c:v>
                </c:pt>
                <c:pt idx="18856">
                  <c:v>269.64699999999999</c:v>
                </c:pt>
                <c:pt idx="18857">
                  <c:v>276.43060000000003</c:v>
                </c:pt>
                <c:pt idx="18858">
                  <c:v>275.50279999999964</c:v>
                </c:pt>
                <c:pt idx="18859">
                  <c:v>265.50920000000002</c:v>
                </c:pt>
                <c:pt idx="18860">
                  <c:v>259.98389999999961</c:v>
                </c:pt>
                <c:pt idx="18861">
                  <c:v>266.84050000000002</c:v>
                </c:pt>
                <c:pt idx="18862">
                  <c:v>274.18979999999999</c:v>
                </c:pt>
                <c:pt idx="18863">
                  <c:v>271.55770000000001</c:v>
                </c:pt>
                <c:pt idx="18864">
                  <c:v>274.3682</c:v>
                </c:pt>
                <c:pt idx="18865">
                  <c:v>281.54950000000002</c:v>
                </c:pt>
                <c:pt idx="18866">
                  <c:v>281.47639999999939</c:v>
                </c:pt>
                <c:pt idx="18867">
                  <c:v>283.74439999999993</c:v>
                </c:pt>
                <c:pt idx="18868">
                  <c:v>300.20760000000001</c:v>
                </c:pt>
                <c:pt idx="18869">
                  <c:v>316.45829999999961</c:v>
                </c:pt>
                <c:pt idx="18870">
                  <c:v>313.52689999999961</c:v>
                </c:pt>
                <c:pt idx="18871">
                  <c:v>298.34620000000001</c:v>
                </c:pt>
                <c:pt idx="18872">
                  <c:v>295.06149999999968</c:v>
                </c:pt>
                <c:pt idx="18873">
                  <c:v>326.93889999999953</c:v>
                </c:pt>
                <c:pt idx="18874">
                  <c:v>325.87959999999993</c:v>
                </c:pt>
                <c:pt idx="18875">
                  <c:v>299.03280000000001</c:v>
                </c:pt>
                <c:pt idx="18876">
                  <c:v>297.64609999999999</c:v>
                </c:pt>
                <c:pt idx="18877">
                  <c:v>305.60239999999999</c:v>
                </c:pt>
                <c:pt idx="18878">
                  <c:v>315.54669999999999</c:v>
                </c:pt>
                <c:pt idx="18879">
                  <c:v>349.40219999999954</c:v>
                </c:pt>
                <c:pt idx="18880">
                  <c:v>415.43229999999954</c:v>
                </c:pt>
                <c:pt idx="18881">
                  <c:v>463.98609999999934</c:v>
                </c:pt>
                <c:pt idx="18882">
                  <c:v>475.03590000000003</c:v>
                </c:pt>
                <c:pt idx="18883">
                  <c:v>463.60890000000001</c:v>
                </c:pt>
                <c:pt idx="18884">
                  <c:v>453.38490000000002</c:v>
                </c:pt>
                <c:pt idx="18885">
                  <c:v>448.20329999999967</c:v>
                </c:pt>
                <c:pt idx="18886">
                  <c:v>449.38350000000003</c:v>
                </c:pt>
                <c:pt idx="18887">
                  <c:v>461.34320000000002</c:v>
                </c:pt>
                <c:pt idx="18888">
                  <c:v>471.61380000000008</c:v>
                </c:pt>
                <c:pt idx="18889">
                  <c:v>476.0575</c:v>
                </c:pt>
                <c:pt idx="18890">
                  <c:v>471.79569999999961</c:v>
                </c:pt>
                <c:pt idx="18891">
                  <c:v>465.05419999999964</c:v>
                </c:pt>
                <c:pt idx="18892">
                  <c:v>459.76139999999936</c:v>
                </c:pt>
                <c:pt idx="18893">
                  <c:v>455.63169999999968</c:v>
                </c:pt>
                <c:pt idx="18894">
                  <c:v>451.79849999999954</c:v>
                </c:pt>
                <c:pt idx="18895">
                  <c:v>445.74109999999968</c:v>
                </c:pt>
                <c:pt idx="18896">
                  <c:v>462.15460000000047</c:v>
                </c:pt>
                <c:pt idx="18897">
                  <c:v>466.84210000000002</c:v>
                </c:pt>
                <c:pt idx="18898">
                  <c:v>464.67529999999999</c:v>
                </c:pt>
                <c:pt idx="18899">
                  <c:v>460.31079999999969</c:v>
                </c:pt>
                <c:pt idx="18900">
                  <c:v>457.61559999999969</c:v>
                </c:pt>
                <c:pt idx="18901">
                  <c:v>468.20569999999969</c:v>
                </c:pt>
                <c:pt idx="18902">
                  <c:v>503.38979999999964</c:v>
                </c:pt>
                <c:pt idx="18903">
                  <c:v>554.93129999999906</c:v>
                </c:pt>
                <c:pt idx="18904">
                  <c:v>622.58480000000054</c:v>
                </c:pt>
                <c:pt idx="18905">
                  <c:v>630.23719999999946</c:v>
                </c:pt>
                <c:pt idx="18906">
                  <c:v>633.01800000000003</c:v>
                </c:pt>
                <c:pt idx="18907">
                  <c:v>633.72159999999997</c:v>
                </c:pt>
                <c:pt idx="18908">
                  <c:v>640.98320000000001</c:v>
                </c:pt>
                <c:pt idx="18909">
                  <c:v>672.99329999999998</c:v>
                </c:pt>
                <c:pt idx="18910">
                  <c:v>729.81019999999921</c:v>
                </c:pt>
                <c:pt idx="18911">
                  <c:v>823.56239999999946</c:v>
                </c:pt>
                <c:pt idx="18912">
                  <c:v>938.77650000000051</c:v>
                </c:pt>
                <c:pt idx="18913">
                  <c:v>1020.7980000000007</c:v>
                </c:pt>
                <c:pt idx="18914">
                  <c:v>1111.0309999999999</c:v>
                </c:pt>
                <c:pt idx="18915">
                  <c:v>1268.597</c:v>
                </c:pt>
                <c:pt idx="18916">
                  <c:v>1381.423</c:v>
                </c:pt>
                <c:pt idx="18917">
                  <c:v>1398.239</c:v>
                </c:pt>
                <c:pt idx="18918">
                  <c:v>1394.9639999999999</c:v>
                </c:pt>
                <c:pt idx="18919">
                  <c:v>1374.7370000000001</c:v>
                </c:pt>
                <c:pt idx="18920">
                  <c:v>1315.067</c:v>
                </c:pt>
                <c:pt idx="18921">
                  <c:v>1217.251</c:v>
                </c:pt>
                <c:pt idx="18922">
                  <c:v>1118.932</c:v>
                </c:pt>
                <c:pt idx="18923">
                  <c:v>1041.059</c:v>
                </c:pt>
                <c:pt idx="18924">
                  <c:v>984.56</c:v>
                </c:pt>
                <c:pt idx="18925">
                  <c:v>962.9067</c:v>
                </c:pt>
                <c:pt idx="18926">
                  <c:v>1025.6669999999999</c:v>
                </c:pt>
                <c:pt idx="18927">
                  <c:v>1014.8819999999994</c:v>
                </c:pt>
                <c:pt idx="18928">
                  <c:v>958.98680000000002</c:v>
                </c:pt>
                <c:pt idx="18929">
                  <c:v>891.61990000000003</c:v>
                </c:pt>
                <c:pt idx="18930">
                  <c:v>851.45719999999892</c:v>
                </c:pt>
                <c:pt idx="18931">
                  <c:v>819.21690000000001</c:v>
                </c:pt>
                <c:pt idx="18932">
                  <c:v>794.32119999999907</c:v>
                </c:pt>
                <c:pt idx="18933">
                  <c:v>780.73860000000002</c:v>
                </c:pt>
                <c:pt idx="18934">
                  <c:v>772.99180000000001</c:v>
                </c:pt>
                <c:pt idx="18935">
                  <c:v>766.25739999999996</c:v>
                </c:pt>
                <c:pt idx="18936">
                  <c:v>785.26089999999999</c:v>
                </c:pt>
                <c:pt idx="18937">
                  <c:v>1004.601</c:v>
                </c:pt>
                <c:pt idx="18938">
                  <c:v>1348.2570000000001</c:v>
                </c:pt>
                <c:pt idx="18939">
                  <c:v>1499.6669999999999</c:v>
                </c:pt>
                <c:pt idx="18940">
                  <c:v>1423.7180000000001</c:v>
                </c:pt>
                <c:pt idx="18941">
                  <c:v>1560.1659999999999</c:v>
                </c:pt>
                <c:pt idx="18942">
                  <c:v>1666.8519999999999</c:v>
                </c:pt>
                <c:pt idx="18943">
                  <c:v>1649.348</c:v>
                </c:pt>
                <c:pt idx="18944">
                  <c:v>1541.6469999999999</c:v>
                </c:pt>
                <c:pt idx="18945">
                  <c:v>1543.4080000000001</c:v>
                </c:pt>
                <c:pt idx="18946">
                  <c:v>1509.1539999999998</c:v>
                </c:pt>
                <c:pt idx="18947">
                  <c:v>1621.9970000000001</c:v>
                </c:pt>
                <c:pt idx="18948">
                  <c:v>1651.761</c:v>
                </c:pt>
                <c:pt idx="18949">
                  <c:v>1510.2380000000001</c:v>
                </c:pt>
                <c:pt idx="18950">
                  <c:v>1333.7329999999999</c:v>
                </c:pt>
                <c:pt idx="18951">
                  <c:v>1538.904</c:v>
                </c:pt>
                <c:pt idx="18952">
                  <c:v>2413.299</c:v>
                </c:pt>
                <c:pt idx="18953">
                  <c:v>3028.6109999999999</c:v>
                </c:pt>
                <c:pt idx="18954">
                  <c:v>3025.527</c:v>
                </c:pt>
                <c:pt idx="18955">
                  <c:v>2249.721</c:v>
                </c:pt>
                <c:pt idx="18956">
                  <c:v>1939.539</c:v>
                </c:pt>
                <c:pt idx="18957">
                  <c:v>1808.7329999999999</c:v>
                </c:pt>
                <c:pt idx="18958">
                  <c:v>1689.9949999999999</c:v>
                </c:pt>
                <c:pt idx="18959">
                  <c:v>1782.92</c:v>
                </c:pt>
                <c:pt idx="18960">
                  <c:v>1670.125</c:v>
                </c:pt>
                <c:pt idx="18961">
                  <c:v>1476.258</c:v>
                </c:pt>
                <c:pt idx="18962">
                  <c:v>1302.797</c:v>
                </c:pt>
                <c:pt idx="18963">
                  <c:v>1208.6979999999999</c:v>
                </c:pt>
                <c:pt idx="18964">
                  <c:v>1145.2639999999999</c:v>
                </c:pt>
                <c:pt idx="18965">
                  <c:v>1109.1209999999999</c:v>
                </c:pt>
                <c:pt idx="18966">
                  <c:v>1091.0309999999999</c:v>
                </c:pt>
                <c:pt idx="18967">
                  <c:v>1057.6329999999998</c:v>
                </c:pt>
                <c:pt idx="18968">
                  <c:v>1070.3509999999999</c:v>
                </c:pt>
                <c:pt idx="18969">
                  <c:v>1076.6139999999998</c:v>
                </c:pt>
                <c:pt idx="18970">
                  <c:v>1054.6659999999999</c:v>
                </c:pt>
                <c:pt idx="18971">
                  <c:v>1010.7430000000005</c:v>
                </c:pt>
                <c:pt idx="18972">
                  <c:v>973.31870000000004</c:v>
                </c:pt>
                <c:pt idx="18973">
                  <c:v>942.50130000000001</c:v>
                </c:pt>
                <c:pt idx="18974">
                  <c:v>915.92349999999999</c:v>
                </c:pt>
                <c:pt idx="18975">
                  <c:v>895.99090000000001</c:v>
                </c:pt>
                <c:pt idx="18976">
                  <c:v>882.32569999999919</c:v>
                </c:pt>
                <c:pt idx="18977">
                  <c:v>869.78110000000004</c:v>
                </c:pt>
                <c:pt idx="18978">
                  <c:v>867.38459999999998</c:v>
                </c:pt>
                <c:pt idx="18979">
                  <c:v>985.34379999999999</c:v>
                </c:pt>
                <c:pt idx="18980">
                  <c:v>1449.8329999999999</c:v>
                </c:pt>
                <c:pt idx="18981">
                  <c:v>1446.1229999999998</c:v>
                </c:pt>
                <c:pt idx="18982">
                  <c:v>1314.951</c:v>
                </c:pt>
                <c:pt idx="18983">
                  <c:v>1070.3639999999998</c:v>
                </c:pt>
                <c:pt idx="18984">
                  <c:v>1038.0419999999999</c:v>
                </c:pt>
                <c:pt idx="18985">
                  <c:v>1194.5439999999999</c:v>
                </c:pt>
                <c:pt idx="18986">
                  <c:v>1297.8809999999999</c:v>
                </c:pt>
                <c:pt idx="18987">
                  <c:v>1254.1629999999998</c:v>
                </c:pt>
                <c:pt idx="18988">
                  <c:v>1075.0609999999999</c:v>
                </c:pt>
                <c:pt idx="18989">
                  <c:v>944.64390000000003</c:v>
                </c:pt>
                <c:pt idx="18990">
                  <c:v>891.58789999999999</c:v>
                </c:pt>
                <c:pt idx="18991">
                  <c:v>856.12300000000005</c:v>
                </c:pt>
                <c:pt idx="18992">
                  <c:v>834.97820000000002</c:v>
                </c:pt>
                <c:pt idx="18993">
                  <c:v>819.67360000000053</c:v>
                </c:pt>
                <c:pt idx="18994">
                  <c:v>831.67960000000005</c:v>
                </c:pt>
                <c:pt idx="18995">
                  <c:v>1122.539</c:v>
                </c:pt>
                <c:pt idx="18996">
                  <c:v>1065.9880000000001</c:v>
                </c:pt>
                <c:pt idx="18997">
                  <c:v>1031.288</c:v>
                </c:pt>
                <c:pt idx="18998">
                  <c:v>938.40530000000001</c:v>
                </c:pt>
                <c:pt idx="18999">
                  <c:v>1202.4970000000001</c:v>
                </c:pt>
                <c:pt idx="19000">
                  <c:v>1421.3729999999998</c:v>
                </c:pt>
                <c:pt idx="19001">
                  <c:v>1575.6679999999999</c:v>
                </c:pt>
                <c:pt idx="19002">
                  <c:v>1277.8509999999999</c:v>
                </c:pt>
                <c:pt idx="19003">
                  <c:v>1048.5639999999999</c:v>
                </c:pt>
                <c:pt idx="19004">
                  <c:v>925.82079999999996</c:v>
                </c:pt>
                <c:pt idx="19005">
                  <c:v>877.3396999999992</c:v>
                </c:pt>
                <c:pt idx="19006">
                  <c:v>902.18600000000004</c:v>
                </c:pt>
                <c:pt idx="19007">
                  <c:v>1006.2619999999994</c:v>
                </c:pt>
                <c:pt idx="19008">
                  <c:v>1065.1309999999999</c:v>
                </c:pt>
                <c:pt idx="19009">
                  <c:v>1058.923</c:v>
                </c:pt>
                <c:pt idx="19010">
                  <c:v>1134.895</c:v>
                </c:pt>
                <c:pt idx="19011">
                  <c:v>1245.8129999999999</c:v>
                </c:pt>
                <c:pt idx="19012">
                  <c:v>1164.605</c:v>
                </c:pt>
                <c:pt idx="19013">
                  <c:v>977.3322999999989</c:v>
                </c:pt>
                <c:pt idx="19014">
                  <c:v>864.59390000000053</c:v>
                </c:pt>
                <c:pt idx="19015">
                  <c:v>814.12109999999996</c:v>
                </c:pt>
                <c:pt idx="19016">
                  <c:v>778.87090000000001</c:v>
                </c:pt>
                <c:pt idx="19017">
                  <c:v>759.61559999999997</c:v>
                </c:pt>
                <c:pt idx="19018">
                  <c:v>740.86489999999947</c:v>
                </c:pt>
                <c:pt idx="19019">
                  <c:v>722.36379999999997</c:v>
                </c:pt>
                <c:pt idx="19020">
                  <c:v>702.29580000000055</c:v>
                </c:pt>
                <c:pt idx="19021">
                  <c:v>688.88</c:v>
                </c:pt>
                <c:pt idx="19022">
                  <c:v>683.66430000000003</c:v>
                </c:pt>
                <c:pt idx="19023">
                  <c:v>691.01459999999997</c:v>
                </c:pt>
                <c:pt idx="19024">
                  <c:v>699.96219999999892</c:v>
                </c:pt>
                <c:pt idx="19025">
                  <c:v>734.83399999999949</c:v>
                </c:pt>
                <c:pt idx="19026">
                  <c:v>771.29880000000094</c:v>
                </c:pt>
                <c:pt idx="19027">
                  <c:v>875.5095</c:v>
                </c:pt>
                <c:pt idx="19028">
                  <c:v>1030.1759999999999</c:v>
                </c:pt>
                <c:pt idx="19029">
                  <c:v>1089.087</c:v>
                </c:pt>
                <c:pt idx="19030">
                  <c:v>952.61739999999998</c:v>
                </c:pt>
                <c:pt idx="19031">
                  <c:v>787.11619999999948</c:v>
                </c:pt>
                <c:pt idx="19032">
                  <c:v>716.27560000000005</c:v>
                </c:pt>
                <c:pt idx="19033">
                  <c:v>686.82539999999949</c:v>
                </c:pt>
                <c:pt idx="19034">
                  <c:v>664.40030000000002</c:v>
                </c:pt>
                <c:pt idx="19035">
                  <c:v>653.84139999999934</c:v>
                </c:pt>
                <c:pt idx="19036">
                  <c:v>646.08759999999938</c:v>
                </c:pt>
                <c:pt idx="19037">
                  <c:v>637.02</c:v>
                </c:pt>
                <c:pt idx="19038">
                  <c:v>626.68820000000005</c:v>
                </c:pt>
                <c:pt idx="19039">
                  <c:v>616.74289999999996</c:v>
                </c:pt>
                <c:pt idx="19040">
                  <c:v>607.18880000000081</c:v>
                </c:pt>
                <c:pt idx="19041">
                  <c:v>617.14519999999948</c:v>
                </c:pt>
                <c:pt idx="19042">
                  <c:v>637.21789999999999</c:v>
                </c:pt>
                <c:pt idx="19043">
                  <c:v>648.05739999999946</c:v>
                </c:pt>
                <c:pt idx="19044">
                  <c:v>636.9605999999992</c:v>
                </c:pt>
                <c:pt idx="19045">
                  <c:v>622.56859999999949</c:v>
                </c:pt>
                <c:pt idx="19046">
                  <c:v>600.71609999999998</c:v>
                </c:pt>
                <c:pt idx="19047">
                  <c:v>582.19380000000081</c:v>
                </c:pt>
                <c:pt idx="19048">
                  <c:v>574.0127</c:v>
                </c:pt>
                <c:pt idx="19049">
                  <c:v>569.61400000000003</c:v>
                </c:pt>
                <c:pt idx="19050">
                  <c:v>564.04349999999999</c:v>
                </c:pt>
                <c:pt idx="19051">
                  <c:v>555.64469999999949</c:v>
                </c:pt>
                <c:pt idx="19052">
                  <c:v>549.74109999999996</c:v>
                </c:pt>
                <c:pt idx="19053">
                  <c:v>549.14850000000001</c:v>
                </c:pt>
                <c:pt idx="19054">
                  <c:v>548.08470000000068</c:v>
                </c:pt>
                <c:pt idx="19055">
                  <c:v>546.11</c:v>
                </c:pt>
                <c:pt idx="19056">
                  <c:v>546.22880000000055</c:v>
                </c:pt>
                <c:pt idx="19057">
                  <c:v>548.09340000000054</c:v>
                </c:pt>
                <c:pt idx="19058">
                  <c:v>545.74040000000002</c:v>
                </c:pt>
                <c:pt idx="19059">
                  <c:v>548.49279999999999</c:v>
                </c:pt>
                <c:pt idx="19060">
                  <c:v>556.09190000000001</c:v>
                </c:pt>
                <c:pt idx="19061">
                  <c:v>571.93409999999949</c:v>
                </c:pt>
                <c:pt idx="19062">
                  <c:v>605.46179999999947</c:v>
                </c:pt>
                <c:pt idx="19063">
                  <c:v>688.41739999999947</c:v>
                </c:pt>
                <c:pt idx="19064">
                  <c:v>1186.3489999999999</c:v>
                </c:pt>
                <c:pt idx="19065">
                  <c:v>1813.91</c:v>
                </c:pt>
                <c:pt idx="19066">
                  <c:v>1592.027</c:v>
                </c:pt>
                <c:pt idx="19067">
                  <c:v>1185.9390000000001</c:v>
                </c:pt>
                <c:pt idx="19068">
                  <c:v>918.36339999999996</c:v>
                </c:pt>
                <c:pt idx="19069">
                  <c:v>872.82349999999997</c:v>
                </c:pt>
                <c:pt idx="19070">
                  <c:v>824.80779999999947</c:v>
                </c:pt>
                <c:pt idx="19071">
                  <c:v>788.8260999999992</c:v>
                </c:pt>
                <c:pt idx="19072">
                  <c:v>771.34670000000006</c:v>
                </c:pt>
                <c:pt idx="19073">
                  <c:v>760.80159999999921</c:v>
                </c:pt>
                <c:pt idx="19074">
                  <c:v>757.03539999999998</c:v>
                </c:pt>
                <c:pt idx="19075">
                  <c:v>754.7106</c:v>
                </c:pt>
                <c:pt idx="19076">
                  <c:v>753.42470000000003</c:v>
                </c:pt>
                <c:pt idx="19077">
                  <c:v>758.38570000000004</c:v>
                </c:pt>
                <c:pt idx="19078">
                  <c:v>768.84339999999997</c:v>
                </c:pt>
                <c:pt idx="19079">
                  <c:v>781.82569999999919</c:v>
                </c:pt>
                <c:pt idx="19080">
                  <c:v>779.95499999999947</c:v>
                </c:pt>
                <c:pt idx="19081">
                  <c:v>768.88810000000001</c:v>
                </c:pt>
                <c:pt idx="19082">
                  <c:v>760.04449999999997</c:v>
                </c:pt>
                <c:pt idx="19083">
                  <c:v>753.04840000000002</c:v>
                </c:pt>
                <c:pt idx="19084">
                  <c:v>754.63080000000002</c:v>
                </c:pt>
                <c:pt idx="19085">
                  <c:v>741.32419999999934</c:v>
                </c:pt>
                <c:pt idx="19086">
                  <c:v>675.54079999999999</c:v>
                </c:pt>
                <c:pt idx="19087">
                  <c:v>636.93149999999946</c:v>
                </c:pt>
                <c:pt idx="19088">
                  <c:v>610.53119999999933</c:v>
                </c:pt>
                <c:pt idx="19089">
                  <c:v>600.88030000000003</c:v>
                </c:pt>
                <c:pt idx="19090">
                  <c:v>602.23599999999999</c:v>
                </c:pt>
                <c:pt idx="19091">
                  <c:v>626.97450000000003</c:v>
                </c:pt>
                <c:pt idx="19092">
                  <c:v>740.48649999999998</c:v>
                </c:pt>
                <c:pt idx="19093">
                  <c:v>695.9633</c:v>
                </c:pt>
                <c:pt idx="19094">
                  <c:v>641.27040000000068</c:v>
                </c:pt>
                <c:pt idx="19095">
                  <c:v>604.11519999999996</c:v>
                </c:pt>
                <c:pt idx="19096">
                  <c:v>605.2251</c:v>
                </c:pt>
                <c:pt idx="19097">
                  <c:v>600.14840000000004</c:v>
                </c:pt>
                <c:pt idx="19098">
                  <c:v>592.85109999999906</c:v>
                </c:pt>
                <c:pt idx="19099">
                  <c:v>580.59550000000002</c:v>
                </c:pt>
                <c:pt idx="19100">
                  <c:v>694.17499999999995</c:v>
                </c:pt>
                <c:pt idx="19101">
                  <c:v>696.78779999999995</c:v>
                </c:pt>
                <c:pt idx="19102">
                  <c:v>677.03209999999933</c:v>
                </c:pt>
                <c:pt idx="19103">
                  <c:v>696.38800000000003</c:v>
                </c:pt>
                <c:pt idx="19104">
                  <c:v>752.41289999999947</c:v>
                </c:pt>
                <c:pt idx="19105">
                  <c:v>890.93559999999934</c:v>
                </c:pt>
                <c:pt idx="19106">
                  <c:v>972.79430000000082</c:v>
                </c:pt>
                <c:pt idx="19107">
                  <c:v>890.62639999999999</c:v>
                </c:pt>
                <c:pt idx="19108">
                  <c:v>759.49929999999949</c:v>
                </c:pt>
                <c:pt idx="19109">
                  <c:v>708.56699999999921</c:v>
                </c:pt>
                <c:pt idx="19110">
                  <c:v>697.85279999999921</c:v>
                </c:pt>
                <c:pt idx="19111">
                  <c:v>695.71730000000002</c:v>
                </c:pt>
                <c:pt idx="19112">
                  <c:v>692.90390000000002</c:v>
                </c:pt>
                <c:pt idx="19113">
                  <c:v>686.69619999999998</c:v>
                </c:pt>
                <c:pt idx="19114">
                  <c:v>838.44439999999997</c:v>
                </c:pt>
                <c:pt idx="19115">
                  <c:v>1504.7380000000001</c:v>
                </c:pt>
                <c:pt idx="19116">
                  <c:v>2550.3020000000001</c:v>
                </c:pt>
                <c:pt idx="19117">
                  <c:v>2877.6239999999998</c:v>
                </c:pt>
                <c:pt idx="19118">
                  <c:v>2099.1120000000001</c:v>
                </c:pt>
                <c:pt idx="19119">
                  <c:v>1532.442</c:v>
                </c:pt>
                <c:pt idx="19120">
                  <c:v>1606.8629999999998</c:v>
                </c:pt>
                <c:pt idx="19121">
                  <c:v>1597.751</c:v>
                </c:pt>
                <c:pt idx="19122">
                  <c:v>1442.8109999999999</c:v>
                </c:pt>
                <c:pt idx="19123">
                  <c:v>1442.4670000000001</c:v>
                </c:pt>
                <c:pt idx="19124">
                  <c:v>1558.8879999999999</c:v>
                </c:pt>
                <c:pt idx="19125">
                  <c:v>1694.4270000000001</c:v>
                </c:pt>
                <c:pt idx="19126">
                  <c:v>1601.49</c:v>
                </c:pt>
                <c:pt idx="19127">
                  <c:v>1377.463</c:v>
                </c:pt>
                <c:pt idx="19128">
                  <c:v>1262.5250000000001</c:v>
                </c:pt>
                <c:pt idx="19129">
                  <c:v>1236.971</c:v>
                </c:pt>
                <c:pt idx="19130">
                  <c:v>1211.019</c:v>
                </c:pt>
                <c:pt idx="19131">
                  <c:v>1191.431</c:v>
                </c:pt>
                <c:pt idx="19132">
                  <c:v>1160.511</c:v>
                </c:pt>
                <c:pt idx="19133">
                  <c:v>1128.944</c:v>
                </c:pt>
                <c:pt idx="19134">
                  <c:v>1096.9150000000011</c:v>
                </c:pt>
                <c:pt idx="19135">
                  <c:v>1076.0260000000001</c:v>
                </c:pt>
                <c:pt idx="19136">
                  <c:v>1057.5899999999999</c:v>
                </c:pt>
                <c:pt idx="19137">
                  <c:v>1034.258</c:v>
                </c:pt>
                <c:pt idx="19138">
                  <c:v>1015.135</c:v>
                </c:pt>
                <c:pt idx="19139">
                  <c:v>998.07850000000053</c:v>
                </c:pt>
                <c:pt idx="19140">
                  <c:v>994.40539999999999</c:v>
                </c:pt>
                <c:pt idx="19141">
                  <c:v>1023.171</c:v>
                </c:pt>
                <c:pt idx="19142">
                  <c:v>1071.4690000000001</c:v>
                </c:pt>
                <c:pt idx="19143">
                  <c:v>1076.395</c:v>
                </c:pt>
                <c:pt idx="19144">
                  <c:v>1044.4570000000001</c:v>
                </c:pt>
                <c:pt idx="19145">
                  <c:v>1027.367</c:v>
                </c:pt>
                <c:pt idx="19146">
                  <c:v>992.36119999999892</c:v>
                </c:pt>
                <c:pt idx="19147">
                  <c:v>921.15719999999919</c:v>
                </c:pt>
                <c:pt idx="19148">
                  <c:v>883.12189999999998</c:v>
                </c:pt>
                <c:pt idx="19149">
                  <c:v>897.64670000000001</c:v>
                </c:pt>
                <c:pt idx="19150">
                  <c:v>938.06699999999921</c:v>
                </c:pt>
                <c:pt idx="19151">
                  <c:v>950.03109999999947</c:v>
                </c:pt>
                <c:pt idx="19152">
                  <c:v>1006.3669999999991</c:v>
                </c:pt>
                <c:pt idx="19153">
                  <c:v>1197.998</c:v>
                </c:pt>
                <c:pt idx="19154">
                  <c:v>1302.127</c:v>
                </c:pt>
                <c:pt idx="19155">
                  <c:v>1186.567</c:v>
                </c:pt>
                <c:pt idx="19156">
                  <c:v>1019.9549999999994</c:v>
                </c:pt>
                <c:pt idx="19157">
                  <c:v>992.68740000000003</c:v>
                </c:pt>
                <c:pt idx="19158">
                  <c:v>1041.8519999999999</c:v>
                </c:pt>
                <c:pt idx="19159">
                  <c:v>1094.6529999999998</c:v>
                </c:pt>
                <c:pt idx="19160">
                  <c:v>1061.5429999999999</c:v>
                </c:pt>
                <c:pt idx="19161">
                  <c:v>1000.3390000000001</c:v>
                </c:pt>
                <c:pt idx="19162">
                  <c:v>923.86629999999889</c:v>
                </c:pt>
                <c:pt idx="19163">
                  <c:v>873.50429999999949</c:v>
                </c:pt>
                <c:pt idx="19164">
                  <c:v>841.81789999999921</c:v>
                </c:pt>
                <c:pt idx="19165">
                  <c:v>807.06219999999905</c:v>
                </c:pt>
                <c:pt idx="19166">
                  <c:v>784.89149999999938</c:v>
                </c:pt>
                <c:pt idx="19167">
                  <c:v>773.87759999999946</c:v>
                </c:pt>
                <c:pt idx="19168">
                  <c:v>753.63909999999998</c:v>
                </c:pt>
                <c:pt idx="19169">
                  <c:v>715.40229999999906</c:v>
                </c:pt>
                <c:pt idx="19170">
                  <c:v>676.37860000000001</c:v>
                </c:pt>
                <c:pt idx="19171">
                  <c:v>661.60860000000002</c:v>
                </c:pt>
                <c:pt idx="19172">
                  <c:v>662.8057</c:v>
                </c:pt>
                <c:pt idx="19173">
                  <c:v>651.18669999999997</c:v>
                </c:pt>
                <c:pt idx="19174">
                  <c:v>622.93970000000002</c:v>
                </c:pt>
                <c:pt idx="19175">
                  <c:v>592.67020000000002</c:v>
                </c:pt>
                <c:pt idx="19176">
                  <c:v>547.81959999999947</c:v>
                </c:pt>
                <c:pt idx="19177">
                  <c:v>489.87880000000001</c:v>
                </c:pt>
                <c:pt idx="19178">
                  <c:v>458.25649999999968</c:v>
                </c:pt>
                <c:pt idx="19179">
                  <c:v>443.79059999999947</c:v>
                </c:pt>
                <c:pt idx="19180">
                  <c:v>425.6241</c:v>
                </c:pt>
                <c:pt idx="19181">
                  <c:v>410.03669999999954</c:v>
                </c:pt>
                <c:pt idx="19182">
                  <c:v>399.42929999999961</c:v>
                </c:pt>
                <c:pt idx="19183">
                  <c:v>393.42949999999968</c:v>
                </c:pt>
                <c:pt idx="19184">
                  <c:v>374.33829999999961</c:v>
                </c:pt>
                <c:pt idx="19185">
                  <c:v>357.54969999999997</c:v>
                </c:pt>
                <c:pt idx="19186">
                  <c:v>347.73299999999961</c:v>
                </c:pt>
                <c:pt idx="19187">
                  <c:v>342.83429999999993</c:v>
                </c:pt>
                <c:pt idx="19188">
                  <c:v>338.15890000000002</c:v>
                </c:pt>
                <c:pt idx="19189">
                  <c:v>329.11419999999993</c:v>
                </c:pt>
                <c:pt idx="19190">
                  <c:v>318.36</c:v>
                </c:pt>
                <c:pt idx="19191">
                  <c:v>309.18340000000001</c:v>
                </c:pt>
                <c:pt idx="19192">
                  <c:v>307.84719999999999</c:v>
                </c:pt>
                <c:pt idx="19193">
                  <c:v>300.20819999999935</c:v>
                </c:pt>
                <c:pt idx="19194">
                  <c:v>291.12060000000002</c:v>
                </c:pt>
                <c:pt idx="19195">
                  <c:v>284.23849999999953</c:v>
                </c:pt>
                <c:pt idx="19196">
                  <c:v>271.92139999999932</c:v>
                </c:pt>
                <c:pt idx="19197">
                  <c:v>260.10840000000002</c:v>
                </c:pt>
                <c:pt idx="19198">
                  <c:v>257.27769999999964</c:v>
                </c:pt>
                <c:pt idx="19199">
                  <c:v>254.13659999999999</c:v>
                </c:pt>
                <c:pt idx="19200">
                  <c:v>268.76169999999968</c:v>
                </c:pt>
                <c:pt idx="19201">
                  <c:v>266.00349999999969</c:v>
                </c:pt>
                <c:pt idx="19202">
                  <c:v>261.15949999999998</c:v>
                </c:pt>
                <c:pt idx="19203">
                  <c:v>240.5789</c:v>
                </c:pt>
                <c:pt idx="19204">
                  <c:v>224.87730000000016</c:v>
                </c:pt>
                <c:pt idx="19205">
                  <c:v>240.92940000000004</c:v>
                </c:pt>
                <c:pt idx="19206">
                  <c:v>248.03919999999999</c:v>
                </c:pt>
                <c:pt idx="19207">
                  <c:v>231.292</c:v>
                </c:pt>
                <c:pt idx="19208">
                  <c:v>263.07740000000001</c:v>
                </c:pt>
                <c:pt idx="19209">
                  <c:v>257.9109999999996</c:v>
                </c:pt>
                <c:pt idx="19210">
                  <c:v>253.8835</c:v>
                </c:pt>
                <c:pt idx="19211">
                  <c:v>257.26929999999999</c:v>
                </c:pt>
                <c:pt idx="19212">
                  <c:v>264.86869999999999</c:v>
                </c:pt>
                <c:pt idx="19213">
                  <c:v>266.4024</c:v>
                </c:pt>
                <c:pt idx="19214">
                  <c:v>271.20149999999961</c:v>
                </c:pt>
                <c:pt idx="19215">
                  <c:v>268.4349999999996</c:v>
                </c:pt>
                <c:pt idx="19216">
                  <c:v>266.66680000000002</c:v>
                </c:pt>
                <c:pt idx="19217">
                  <c:v>265.51190000000003</c:v>
                </c:pt>
                <c:pt idx="19218">
                  <c:v>267.49959999999953</c:v>
                </c:pt>
                <c:pt idx="19219">
                  <c:v>280.87920000000008</c:v>
                </c:pt>
                <c:pt idx="19220">
                  <c:v>283.58009999999967</c:v>
                </c:pt>
                <c:pt idx="19221">
                  <c:v>288.71349999999961</c:v>
                </c:pt>
                <c:pt idx="19222">
                  <c:v>309.14780000000047</c:v>
                </c:pt>
                <c:pt idx="19223">
                  <c:v>309.58589999999964</c:v>
                </c:pt>
                <c:pt idx="19224">
                  <c:v>307.26129999999961</c:v>
                </c:pt>
                <c:pt idx="19225">
                  <c:v>283.15550000000002</c:v>
                </c:pt>
                <c:pt idx="19226">
                  <c:v>293.13580000000002</c:v>
                </c:pt>
                <c:pt idx="19227">
                  <c:v>292.88209999999964</c:v>
                </c:pt>
                <c:pt idx="19228">
                  <c:v>295.92679999999939</c:v>
                </c:pt>
                <c:pt idx="19229">
                  <c:v>293.70349999999968</c:v>
                </c:pt>
                <c:pt idx="19230">
                  <c:v>302.9427</c:v>
                </c:pt>
                <c:pt idx="19231">
                  <c:v>305.96379999999954</c:v>
                </c:pt>
                <c:pt idx="19232">
                  <c:v>326.91049999999967</c:v>
                </c:pt>
                <c:pt idx="19233">
                  <c:v>301.15660000000008</c:v>
                </c:pt>
                <c:pt idx="19234">
                  <c:v>295.41849999999954</c:v>
                </c:pt>
                <c:pt idx="19235">
                  <c:v>303.67680000000001</c:v>
                </c:pt>
                <c:pt idx="19236">
                  <c:v>306.46119999999939</c:v>
                </c:pt>
                <c:pt idx="19237">
                  <c:v>311.55040000000002</c:v>
                </c:pt>
                <c:pt idx="19238">
                  <c:v>324.23679999999939</c:v>
                </c:pt>
                <c:pt idx="19239">
                  <c:v>368.4032999999996</c:v>
                </c:pt>
                <c:pt idx="19240">
                  <c:v>411.95099999999968</c:v>
                </c:pt>
                <c:pt idx="19241">
                  <c:v>406.01620000000003</c:v>
                </c:pt>
                <c:pt idx="19242">
                  <c:v>388.33260000000001</c:v>
                </c:pt>
                <c:pt idx="19243">
                  <c:v>381.09</c:v>
                </c:pt>
                <c:pt idx="19244">
                  <c:v>382.28829999999954</c:v>
                </c:pt>
                <c:pt idx="19245">
                  <c:v>385.14170000000001</c:v>
                </c:pt>
                <c:pt idx="19246">
                  <c:v>405.86109999999968</c:v>
                </c:pt>
                <c:pt idx="19247">
                  <c:v>432.21849999999961</c:v>
                </c:pt>
                <c:pt idx="19248">
                  <c:v>440.82689999999968</c:v>
                </c:pt>
                <c:pt idx="19249">
                  <c:v>435.0172</c:v>
                </c:pt>
                <c:pt idx="19250">
                  <c:v>426.78160000000003</c:v>
                </c:pt>
                <c:pt idx="19251">
                  <c:v>423.89940000000001</c:v>
                </c:pt>
                <c:pt idx="19252">
                  <c:v>422.49969999999968</c:v>
                </c:pt>
                <c:pt idx="19253">
                  <c:v>425.0675</c:v>
                </c:pt>
                <c:pt idx="19254">
                  <c:v>425.5206</c:v>
                </c:pt>
                <c:pt idx="19255">
                  <c:v>423.41299999999961</c:v>
                </c:pt>
                <c:pt idx="19256">
                  <c:v>430.35140000000001</c:v>
                </c:pt>
                <c:pt idx="19257">
                  <c:v>439.29909999999961</c:v>
                </c:pt>
                <c:pt idx="19258">
                  <c:v>433.52609999999953</c:v>
                </c:pt>
                <c:pt idx="19259">
                  <c:v>422.57380000000001</c:v>
                </c:pt>
                <c:pt idx="19260">
                  <c:v>435.61939999999993</c:v>
                </c:pt>
                <c:pt idx="19261">
                  <c:v>435.66980000000041</c:v>
                </c:pt>
                <c:pt idx="19262">
                  <c:v>535.41549999999938</c:v>
                </c:pt>
                <c:pt idx="19263">
                  <c:v>1100.8439999999998</c:v>
                </c:pt>
                <c:pt idx="19264">
                  <c:v>2199.6950000000002</c:v>
                </c:pt>
                <c:pt idx="19265">
                  <c:v>2948.1529999999998</c:v>
                </c:pt>
                <c:pt idx="19266">
                  <c:v>2532.098</c:v>
                </c:pt>
                <c:pt idx="19267">
                  <c:v>1612.239</c:v>
                </c:pt>
                <c:pt idx="19268">
                  <c:v>1226.1569999999999</c:v>
                </c:pt>
                <c:pt idx="19269">
                  <c:v>1323.9560000000001</c:v>
                </c:pt>
                <c:pt idx="19270">
                  <c:v>1497.145</c:v>
                </c:pt>
                <c:pt idx="19271">
                  <c:v>1848.953</c:v>
                </c:pt>
                <c:pt idx="19272">
                  <c:v>2282.8679999999999</c:v>
                </c:pt>
                <c:pt idx="19273">
                  <c:v>2396.3789999999999</c:v>
                </c:pt>
                <c:pt idx="19274">
                  <c:v>2127.7249999999967</c:v>
                </c:pt>
                <c:pt idx="19275">
                  <c:v>1857.9639999999999</c:v>
                </c:pt>
                <c:pt idx="19276">
                  <c:v>1807.991</c:v>
                </c:pt>
                <c:pt idx="19277">
                  <c:v>1745.7560000000001</c:v>
                </c:pt>
                <c:pt idx="19278">
                  <c:v>1648.3809999999999</c:v>
                </c:pt>
                <c:pt idx="19279">
                  <c:v>1559.41</c:v>
                </c:pt>
                <c:pt idx="19280">
                  <c:v>1470.7180000000001</c:v>
                </c:pt>
                <c:pt idx="19281">
                  <c:v>1382.8819999999998</c:v>
                </c:pt>
                <c:pt idx="19282">
                  <c:v>1436.4150000000011</c:v>
                </c:pt>
                <c:pt idx="19283">
                  <c:v>1614.0519999999999</c:v>
                </c:pt>
                <c:pt idx="19284">
                  <c:v>1659.9380000000001</c:v>
                </c:pt>
                <c:pt idx="19285">
                  <c:v>1567.6979999999999</c:v>
                </c:pt>
                <c:pt idx="19286">
                  <c:v>1554.1709999999998</c:v>
                </c:pt>
                <c:pt idx="19287">
                  <c:v>1666.375</c:v>
                </c:pt>
                <c:pt idx="19288">
                  <c:v>1653.577</c:v>
                </c:pt>
                <c:pt idx="19289">
                  <c:v>1544.02</c:v>
                </c:pt>
                <c:pt idx="19290">
                  <c:v>1433.635</c:v>
                </c:pt>
                <c:pt idx="19291">
                  <c:v>1387.011</c:v>
                </c:pt>
                <c:pt idx="19292">
                  <c:v>1361.933</c:v>
                </c:pt>
                <c:pt idx="19293">
                  <c:v>1306.3739999999998</c:v>
                </c:pt>
                <c:pt idx="19294">
                  <c:v>1438.7550000000001</c:v>
                </c:pt>
                <c:pt idx="19295">
                  <c:v>1474.1539999999998</c:v>
                </c:pt>
                <c:pt idx="19296">
                  <c:v>1551.6969999999999</c:v>
                </c:pt>
                <c:pt idx="19297">
                  <c:v>1577.2270000000001</c:v>
                </c:pt>
                <c:pt idx="19298">
                  <c:v>1568.9590000000001</c:v>
                </c:pt>
                <c:pt idx="19299">
                  <c:v>1412.4090000000001</c:v>
                </c:pt>
                <c:pt idx="19300">
                  <c:v>1544.81</c:v>
                </c:pt>
                <c:pt idx="19301">
                  <c:v>1519.6729999999998</c:v>
                </c:pt>
                <c:pt idx="19302">
                  <c:v>1443.1589999999999</c:v>
                </c:pt>
                <c:pt idx="19303">
                  <c:v>1308.1579999999999</c:v>
                </c:pt>
                <c:pt idx="19304">
                  <c:v>1236.731</c:v>
                </c:pt>
                <c:pt idx="19305">
                  <c:v>1178.904</c:v>
                </c:pt>
                <c:pt idx="19306">
                  <c:v>1137.998</c:v>
                </c:pt>
                <c:pt idx="19307">
                  <c:v>1088.8909999999998</c:v>
                </c:pt>
                <c:pt idx="19308">
                  <c:v>1049.6529999999998</c:v>
                </c:pt>
                <c:pt idx="19309">
                  <c:v>1013.172</c:v>
                </c:pt>
                <c:pt idx="19310">
                  <c:v>981.77149999999995</c:v>
                </c:pt>
                <c:pt idx="19311">
                  <c:v>958.40549999999996</c:v>
                </c:pt>
                <c:pt idx="19312">
                  <c:v>941.18870000000095</c:v>
                </c:pt>
                <c:pt idx="19313">
                  <c:v>928.9973</c:v>
                </c:pt>
                <c:pt idx="19314">
                  <c:v>914.62170000000003</c:v>
                </c:pt>
                <c:pt idx="19315">
                  <c:v>894.47460000000001</c:v>
                </c:pt>
                <c:pt idx="19316">
                  <c:v>883.18460000000005</c:v>
                </c:pt>
                <c:pt idx="19317">
                  <c:v>868.37959999999998</c:v>
                </c:pt>
                <c:pt idx="19318">
                  <c:v>855.33259999999905</c:v>
                </c:pt>
                <c:pt idx="19319">
                  <c:v>840.73779999999999</c:v>
                </c:pt>
                <c:pt idx="19320">
                  <c:v>827.8913</c:v>
                </c:pt>
                <c:pt idx="19321">
                  <c:v>815.02869999999996</c:v>
                </c:pt>
                <c:pt idx="19322">
                  <c:v>804.1508</c:v>
                </c:pt>
                <c:pt idx="19323">
                  <c:v>791.64530000000002</c:v>
                </c:pt>
                <c:pt idx="19324">
                  <c:v>779.6625999999992</c:v>
                </c:pt>
                <c:pt idx="19325">
                  <c:v>767.27460000000053</c:v>
                </c:pt>
                <c:pt idx="19326">
                  <c:v>758.3328999999992</c:v>
                </c:pt>
                <c:pt idx="19327">
                  <c:v>747.56</c:v>
                </c:pt>
                <c:pt idx="19328">
                  <c:v>738.11530000000005</c:v>
                </c:pt>
                <c:pt idx="19329">
                  <c:v>728.71609999999998</c:v>
                </c:pt>
                <c:pt idx="19330">
                  <c:v>722.68240000000003</c:v>
                </c:pt>
                <c:pt idx="19331">
                  <c:v>714.69510000000002</c:v>
                </c:pt>
                <c:pt idx="19332">
                  <c:v>705.62719999999933</c:v>
                </c:pt>
                <c:pt idx="19333">
                  <c:v>697.43079999999998</c:v>
                </c:pt>
                <c:pt idx="19334">
                  <c:v>696.2559</c:v>
                </c:pt>
                <c:pt idx="19335">
                  <c:v>686.83979999999997</c:v>
                </c:pt>
                <c:pt idx="19336">
                  <c:v>684.21590000000003</c:v>
                </c:pt>
                <c:pt idx="19337">
                  <c:v>673.31880000000001</c:v>
                </c:pt>
                <c:pt idx="19338">
                  <c:v>669.41239999999948</c:v>
                </c:pt>
                <c:pt idx="19339">
                  <c:v>670.40099999999939</c:v>
                </c:pt>
                <c:pt idx="19340">
                  <c:v>684.58150000000001</c:v>
                </c:pt>
                <c:pt idx="19341">
                  <c:v>705.50630000000001</c:v>
                </c:pt>
                <c:pt idx="19342">
                  <c:v>706.00919999999996</c:v>
                </c:pt>
                <c:pt idx="19343">
                  <c:v>688.23249999999996</c:v>
                </c:pt>
                <c:pt idx="19344">
                  <c:v>683.93259999999907</c:v>
                </c:pt>
                <c:pt idx="19345">
                  <c:v>725.15030000000002</c:v>
                </c:pt>
                <c:pt idx="19346">
                  <c:v>895.93699999999933</c:v>
                </c:pt>
                <c:pt idx="19347">
                  <c:v>893.29169999999999</c:v>
                </c:pt>
                <c:pt idx="19348">
                  <c:v>880.1481</c:v>
                </c:pt>
                <c:pt idx="19349">
                  <c:v>849.26509999999996</c:v>
                </c:pt>
                <c:pt idx="19350">
                  <c:v>931.62980000000005</c:v>
                </c:pt>
                <c:pt idx="19351">
                  <c:v>1003.016</c:v>
                </c:pt>
                <c:pt idx="19352">
                  <c:v>1049.6009999999999</c:v>
                </c:pt>
                <c:pt idx="19353">
                  <c:v>1066.8019999999999</c:v>
                </c:pt>
                <c:pt idx="19354">
                  <c:v>1098.0819999999999</c:v>
                </c:pt>
                <c:pt idx="19355">
                  <c:v>1097.769</c:v>
                </c:pt>
                <c:pt idx="19356">
                  <c:v>1035.5309999999999</c:v>
                </c:pt>
                <c:pt idx="19357">
                  <c:v>921.90659999999946</c:v>
                </c:pt>
                <c:pt idx="19358">
                  <c:v>952.58259999999996</c:v>
                </c:pt>
                <c:pt idx="19359">
                  <c:v>1024.2349999999999</c:v>
                </c:pt>
                <c:pt idx="19360">
                  <c:v>1094.8129999999999</c:v>
                </c:pt>
                <c:pt idx="19361">
                  <c:v>1098.1039999999998</c:v>
                </c:pt>
                <c:pt idx="19362">
                  <c:v>1022.3119999999993</c:v>
                </c:pt>
                <c:pt idx="19363">
                  <c:v>890.70129999999949</c:v>
                </c:pt>
                <c:pt idx="19364">
                  <c:v>869.3520999999987</c:v>
                </c:pt>
                <c:pt idx="19365">
                  <c:v>942.92359999999996</c:v>
                </c:pt>
                <c:pt idx="19366">
                  <c:v>1362.7919999999999</c:v>
                </c:pt>
                <c:pt idx="19367">
                  <c:v>2061.5</c:v>
                </c:pt>
                <c:pt idx="19368">
                  <c:v>2412.4180000000001</c:v>
                </c:pt>
                <c:pt idx="19369">
                  <c:v>2054.3620000000001</c:v>
                </c:pt>
                <c:pt idx="19370">
                  <c:v>1564.6469999999999</c:v>
                </c:pt>
                <c:pt idx="19371">
                  <c:v>1340.5829999999999</c:v>
                </c:pt>
                <c:pt idx="19372">
                  <c:v>1249.3819999999998</c:v>
                </c:pt>
                <c:pt idx="19373">
                  <c:v>1514.9270000000001</c:v>
                </c:pt>
                <c:pt idx="19374">
                  <c:v>1983.6949999999986</c:v>
                </c:pt>
                <c:pt idx="19375">
                  <c:v>1915.115</c:v>
                </c:pt>
                <c:pt idx="19376">
                  <c:v>1457.1849999999986</c:v>
                </c:pt>
                <c:pt idx="19377">
                  <c:v>1271.6599999999999</c:v>
                </c:pt>
                <c:pt idx="19378">
                  <c:v>1617.367</c:v>
                </c:pt>
                <c:pt idx="19379">
                  <c:v>2316.0889999999972</c:v>
                </c:pt>
                <c:pt idx="19380">
                  <c:v>2706.8409999999999</c:v>
                </c:pt>
                <c:pt idx="19381">
                  <c:v>2215.3370000000027</c:v>
                </c:pt>
                <c:pt idx="19382">
                  <c:v>1802.989</c:v>
                </c:pt>
                <c:pt idx="19383">
                  <c:v>1682.6729999999998</c:v>
                </c:pt>
                <c:pt idx="19384">
                  <c:v>1652.5519999999999</c:v>
                </c:pt>
                <c:pt idx="19385">
                  <c:v>1387.3019999999999</c:v>
                </c:pt>
                <c:pt idx="19386">
                  <c:v>1217.625</c:v>
                </c:pt>
                <c:pt idx="19387">
                  <c:v>1144.337</c:v>
                </c:pt>
                <c:pt idx="19388">
                  <c:v>1186.1299999999999</c:v>
                </c:pt>
                <c:pt idx="19389">
                  <c:v>1658.8109999999999</c:v>
                </c:pt>
                <c:pt idx="19390">
                  <c:v>2322.721</c:v>
                </c:pt>
                <c:pt idx="19391">
                  <c:v>2437.4349999999999</c:v>
                </c:pt>
                <c:pt idx="19392">
                  <c:v>1896.787</c:v>
                </c:pt>
                <c:pt idx="19393">
                  <c:v>1351.6319999999998</c:v>
                </c:pt>
                <c:pt idx="19394">
                  <c:v>1239.742</c:v>
                </c:pt>
                <c:pt idx="19395">
                  <c:v>1143.9349999999999</c:v>
                </c:pt>
                <c:pt idx="19396">
                  <c:v>1061.847</c:v>
                </c:pt>
                <c:pt idx="19397">
                  <c:v>1070.271</c:v>
                </c:pt>
                <c:pt idx="19398">
                  <c:v>1089.6339999999998</c:v>
                </c:pt>
                <c:pt idx="19399">
                  <c:v>1077.78</c:v>
                </c:pt>
                <c:pt idx="19400">
                  <c:v>1024.0409999999999</c:v>
                </c:pt>
                <c:pt idx="19401">
                  <c:v>971.08219999999949</c:v>
                </c:pt>
                <c:pt idx="19402">
                  <c:v>934.82069999999919</c:v>
                </c:pt>
                <c:pt idx="19403">
                  <c:v>909.16849999999999</c:v>
                </c:pt>
                <c:pt idx="19404">
                  <c:v>890.0375999999992</c:v>
                </c:pt>
                <c:pt idx="19405">
                  <c:v>871.94599999999946</c:v>
                </c:pt>
                <c:pt idx="19406">
                  <c:v>858.40189999999996</c:v>
                </c:pt>
                <c:pt idx="19407">
                  <c:v>972.55689999999947</c:v>
                </c:pt>
                <c:pt idx="19408">
                  <c:v>1165.326</c:v>
                </c:pt>
                <c:pt idx="19409">
                  <c:v>1295.6889999999999</c:v>
                </c:pt>
                <c:pt idx="19410">
                  <c:v>1173.136</c:v>
                </c:pt>
                <c:pt idx="19411">
                  <c:v>995.61119999999949</c:v>
                </c:pt>
                <c:pt idx="19412">
                  <c:v>925.52470000000005</c:v>
                </c:pt>
                <c:pt idx="19413">
                  <c:v>900.548</c:v>
                </c:pt>
                <c:pt idx="19414">
                  <c:v>871.61259999999947</c:v>
                </c:pt>
                <c:pt idx="19415">
                  <c:v>857.62990000000002</c:v>
                </c:pt>
                <c:pt idx="19416">
                  <c:v>843.45679999999948</c:v>
                </c:pt>
                <c:pt idx="19417">
                  <c:v>822.74969999999996</c:v>
                </c:pt>
                <c:pt idx="19418">
                  <c:v>799.13800000000003</c:v>
                </c:pt>
                <c:pt idx="19419">
                  <c:v>777.98109999999997</c:v>
                </c:pt>
                <c:pt idx="19420">
                  <c:v>765.05149999999946</c:v>
                </c:pt>
                <c:pt idx="19421">
                  <c:v>758.74259999999947</c:v>
                </c:pt>
                <c:pt idx="19422">
                  <c:v>751.9117</c:v>
                </c:pt>
                <c:pt idx="19423">
                  <c:v>739.30949999999996</c:v>
                </c:pt>
                <c:pt idx="19424">
                  <c:v>723.24310000000003</c:v>
                </c:pt>
                <c:pt idx="19425">
                  <c:v>706.95589999999947</c:v>
                </c:pt>
                <c:pt idx="19426">
                  <c:v>692.64369999999997</c:v>
                </c:pt>
                <c:pt idx="19427">
                  <c:v>680.29280000000051</c:v>
                </c:pt>
                <c:pt idx="19428">
                  <c:v>670.59259999999949</c:v>
                </c:pt>
                <c:pt idx="19429">
                  <c:v>661.75940000000003</c:v>
                </c:pt>
                <c:pt idx="19430">
                  <c:v>655.40530000000001</c:v>
                </c:pt>
                <c:pt idx="19431">
                  <c:v>653.94809999999939</c:v>
                </c:pt>
                <c:pt idx="19432">
                  <c:v>655.39409999999998</c:v>
                </c:pt>
                <c:pt idx="19433">
                  <c:v>656.57860000000005</c:v>
                </c:pt>
                <c:pt idx="19434">
                  <c:v>652.96859999999947</c:v>
                </c:pt>
                <c:pt idx="19435">
                  <c:v>647.99009999999998</c:v>
                </c:pt>
                <c:pt idx="19436">
                  <c:v>642.42439999999999</c:v>
                </c:pt>
                <c:pt idx="19437">
                  <c:v>638.04639999999949</c:v>
                </c:pt>
                <c:pt idx="19438">
                  <c:v>643.85849999999948</c:v>
                </c:pt>
                <c:pt idx="19439">
                  <c:v>692.53639999999996</c:v>
                </c:pt>
                <c:pt idx="19440">
                  <c:v>803.69900000000052</c:v>
                </c:pt>
                <c:pt idx="19441">
                  <c:v>930.83609999999919</c:v>
                </c:pt>
                <c:pt idx="19442">
                  <c:v>923.20039999999995</c:v>
                </c:pt>
                <c:pt idx="19443">
                  <c:v>811.37659999999948</c:v>
                </c:pt>
                <c:pt idx="19444">
                  <c:v>768.61709999999948</c:v>
                </c:pt>
                <c:pt idx="19445">
                  <c:v>779.63400000000001</c:v>
                </c:pt>
                <c:pt idx="19446">
                  <c:v>764.77500000000055</c:v>
                </c:pt>
                <c:pt idx="19447">
                  <c:v>753.49329999999998</c:v>
                </c:pt>
                <c:pt idx="19448">
                  <c:v>763.98</c:v>
                </c:pt>
                <c:pt idx="19449">
                  <c:v>767.10979999999995</c:v>
                </c:pt>
                <c:pt idx="19450">
                  <c:v>725.72860000000003</c:v>
                </c:pt>
                <c:pt idx="19451">
                  <c:v>686.08199999999999</c:v>
                </c:pt>
                <c:pt idx="19452">
                  <c:v>640.59500000000003</c:v>
                </c:pt>
                <c:pt idx="19453">
                  <c:v>633.05289999999934</c:v>
                </c:pt>
                <c:pt idx="19454">
                  <c:v>632.44619999999907</c:v>
                </c:pt>
                <c:pt idx="19455">
                  <c:v>625.61219999999946</c:v>
                </c:pt>
                <c:pt idx="19456">
                  <c:v>641.34769999999889</c:v>
                </c:pt>
                <c:pt idx="19457">
                  <c:v>723.29600000000005</c:v>
                </c:pt>
                <c:pt idx="19458">
                  <c:v>850.32259999999906</c:v>
                </c:pt>
                <c:pt idx="19459">
                  <c:v>870.21810000000005</c:v>
                </c:pt>
                <c:pt idx="19460">
                  <c:v>780.64940000000001</c:v>
                </c:pt>
                <c:pt idx="19461">
                  <c:v>787.88980000000004</c:v>
                </c:pt>
                <c:pt idx="19462">
                  <c:v>848.69200000000001</c:v>
                </c:pt>
                <c:pt idx="19463">
                  <c:v>860.45389999999998</c:v>
                </c:pt>
                <c:pt idx="19464">
                  <c:v>838.81880000000001</c:v>
                </c:pt>
                <c:pt idx="19465">
                  <c:v>850.23840000000052</c:v>
                </c:pt>
                <c:pt idx="19466">
                  <c:v>871.33279999999934</c:v>
                </c:pt>
                <c:pt idx="19467">
                  <c:v>854.5570999999992</c:v>
                </c:pt>
                <c:pt idx="19468">
                  <c:v>805.51199999999949</c:v>
                </c:pt>
                <c:pt idx="19469">
                  <c:v>769.91279999999949</c:v>
                </c:pt>
                <c:pt idx="19470">
                  <c:v>760.87429999999949</c:v>
                </c:pt>
                <c:pt idx="19471">
                  <c:v>828.65789999999947</c:v>
                </c:pt>
                <c:pt idx="19472">
                  <c:v>950.1259</c:v>
                </c:pt>
                <c:pt idx="19473">
                  <c:v>991.20719999999949</c:v>
                </c:pt>
                <c:pt idx="19474">
                  <c:v>942.38930000000005</c:v>
                </c:pt>
                <c:pt idx="19475">
                  <c:v>923.58299999999997</c:v>
                </c:pt>
                <c:pt idx="19476">
                  <c:v>935.10059999999999</c:v>
                </c:pt>
                <c:pt idx="19477">
                  <c:v>920.01249999999948</c:v>
                </c:pt>
                <c:pt idx="19478">
                  <c:v>899.85679999999934</c:v>
                </c:pt>
                <c:pt idx="19479">
                  <c:v>890.56079999999997</c:v>
                </c:pt>
                <c:pt idx="19480">
                  <c:v>877.52509999999938</c:v>
                </c:pt>
                <c:pt idx="19481">
                  <c:v>857.36129999999889</c:v>
                </c:pt>
                <c:pt idx="19482">
                  <c:v>833.99670000000003</c:v>
                </c:pt>
                <c:pt idx="19483">
                  <c:v>819.02340000000004</c:v>
                </c:pt>
                <c:pt idx="19484">
                  <c:v>803.70770000000005</c:v>
                </c:pt>
                <c:pt idx="19485">
                  <c:v>790.3595999999992</c:v>
                </c:pt>
                <c:pt idx="19486">
                  <c:v>779.58659999999998</c:v>
                </c:pt>
                <c:pt idx="19487">
                  <c:v>771.9144</c:v>
                </c:pt>
                <c:pt idx="19488">
                  <c:v>783.65300000000002</c:v>
                </c:pt>
                <c:pt idx="19489">
                  <c:v>818.73619999999949</c:v>
                </c:pt>
                <c:pt idx="19490">
                  <c:v>873.58219999999949</c:v>
                </c:pt>
                <c:pt idx="19491">
                  <c:v>925.74019999999996</c:v>
                </c:pt>
                <c:pt idx="19492">
                  <c:v>939.00490000000002</c:v>
                </c:pt>
                <c:pt idx="19493">
                  <c:v>931.66300000000001</c:v>
                </c:pt>
                <c:pt idx="19494">
                  <c:v>971.96699999999919</c:v>
                </c:pt>
                <c:pt idx="19495">
                  <c:v>1064.5889999999999</c:v>
                </c:pt>
                <c:pt idx="19496">
                  <c:v>1161.4860000000001</c:v>
                </c:pt>
                <c:pt idx="19497">
                  <c:v>1277.1619999999998</c:v>
                </c:pt>
                <c:pt idx="19498">
                  <c:v>1367.413</c:v>
                </c:pt>
                <c:pt idx="19499">
                  <c:v>1362.9060000000011</c:v>
                </c:pt>
                <c:pt idx="19500">
                  <c:v>1328.3809999999999</c:v>
                </c:pt>
                <c:pt idx="19501">
                  <c:v>1369.116</c:v>
                </c:pt>
                <c:pt idx="19502">
                  <c:v>1461.8019999999999</c:v>
                </c:pt>
                <c:pt idx="19503">
                  <c:v>1498.0989999999999</c:v>
                </c:pt>
                <c:pt idx="19504">
                  <c:v>1489.4960000000001</c:v>
                </c:pt>
                <c:pt idx="19505">
                  <c:v>1497.952</c:v>
                </c:pt>
                <c:pt idx="19506">
                  <c:v>1484.8579999999999</c:v>
                </c:pt>
                <c:pt idx="19507">
                  <c:v>1388.7</c:v>
                </c:pt>
                <c:pt idx="19508">
                  <c:v>1306.549</c:v>
                </c:pt>
                <c:pt idx="19509">
                  <c:v>1345.1119999999999</c:v>
                </c:pt>
                <c:pt idx="19510">
                  <c:v>1396.348</c:v>
                </c:pt>
                <c:pt idx="19511">
                  <c:v>1302.8909999999998</c:v>
                </c:pt>
                <c:pt idx="19512">
                  <c:v>1120.6229999999998</c:v>
                </c:pt>
                <c:pt idx="19513">
                  <c:v>1025.4250000000011</c:v>
                </c:pt>
                <c:pt idx="19514">
                  <c:v>1028.2529999999999</c:v>
                </c:pt>
                <c:pt idx="19515">
                  <c:v>1040.856</c:v>
                </c:pt>
                <c:pt idx="19516">
                  <c:v>990.43759999999907</c:v>
                </c:pt>
                <c:pt idx="19517">
                  <c:v>910.52440000000001</c:v>
                </c:pt>
                <c:pt idx="19518">
                  <c:v>867.5403</c:v>
                </c:pt>
                <c:pt idx="19519">
                  <c:v>835.60479999999995</c:v>
                </c:pt>
                <c:pt idx="19520">
                  <c:v>784.44179999999949</c:v>
                </c:pt>
                <c:pt idx="19521">
                  <c:v>740.27059999999994</c:v>
                </c:pt>
                <c:pt idx="19522">
                  <c:v>705.83179999999948</c:v>
                </c:pt>
                <c:pt idx="19523">
                  <c:v>679.70180000000005</c:v>
                </c:pt>
                <c:pt idx="19524">
                  <c:v>654.87659999999948</c:v>
                </c:pt>
                <c:pt idx="19525">
                  <c:v>626.11360000000002</c:v>
                </c:pt>
                <c:pt idx="19526">
                  <c:v>589.71830000000068</c:v>
                </c:pt>
                <c:pt idx="19527">
                  <c:v>557.19460000000004</c:v>
                </c:pt>
                <c:pt idx="19528">
                  <c:v>539.01530000000002</c:v>
                </c:pt>
                <c:pt idx="19529">
                  <c:v>525.61929999999938</c:v>
                </c:pt>
                <c:pt idx="19530">
                  <c:v>508.95949999999999</c:v>
                </c:pt>
                <c:pt idx="19531">
                  <c:v>482.35149999999999</c:v>
                </c:pt>
                <c:pt idx="19532">
                  <c:v>452.33429999999993</c:v>
                </c:pt>
                <c:pt idx="19533">
                  <c:v>422.76900000000001</c:v>
                </c:pt>
                <c:pt idx="19534">
                  <c:v>405.84660000000002</c:v>
                </c:pt>
                <c:pt idx="19535">
                  <c:v>408.47299999999967</c:v>
                </c:pt>
                <c:pt idx="19536">
                  <c:v>393.45769999999999</c:v>
                </c:pt>
                <c:pt idx="19537">
                  <c:v>376.03069999999968</c:v>
                </c:pt>
                <c:pt idx="19538">
                  <c:v>368.91649999999947</c:v>
                </c:pt>
                <c:pt idx="19539">
                  <c:v>359.93649999999934</c:v>
                </c:pt>
                <c:pt idx="19540">
                  <c:v>342.80160000000001</c:v>
                </c:pt>
                <c:pt idx="19541">
                  <c:v>315.09389999999968</c:v>
                </c:pt>
                <c:pt idx="19542">
                  <c:v>281.13189999999969</c:v>
                </c:pt>
                <c:pt idx="19543">
                  <c:v>260.39249999999993</c:v>
                </c:pt>
                <c:pt idx="19544">
                  <c:v>251.24889999999999</c:v>
                </c:pt>
                <c:pt idx="19545">
                  <c:v>248.44929999999999</c:v>
                </c:pt>
                <c:pt idx="19546">
                  <c:v>255.58040000000017</c:v>
                </c:pt>
                <c:pt idx="19547">
                  <c:v>240.3819000000002</c:v>
                </c:pt>
                <c:pt idx="19548">
                  <c:v>238.767</c:v>
                </c:pt>
                <c:pt idx="19549">
                  <c:v>241.09350000000001</c:v>
                </c:pt>
                <c:pt idx="19550">
                  <c:v>237.88760000000016</c:v>
                </c:pt>
                <c:pt idx="19551">
                  <c:v>236.22750000000002</c:v>
                </c:pt>
                <c:pt idx="19552">
                  <c:v>230.48860000000016</c:v>
                </c:pt>
                <c:pt idx="19553">
                  <c:v>226.95760000000001</c:v>
                </c:pt>
                <c:pt idx="19554">
                  <c:v>217.04659999999998</c:v>
                </c:pt>
                <c:pt idx="19555">
                  <c:v>213.80350000000001</c:v>
                </c:pt>
                <c:pt idx="19556">
                  <c:v>221.7362</c:v>
                </c:pt>
                <c:pt idx="19557">
                  <c:v>229.92740000000023</c:v>
                </c:pt>
                <c:pt idx="19558">
                  <c:v>230.07050000000001</c:v>
                </c:pt>
                <c:pt idx="19559">
                  <c:v>219.16369999999998</c:v>
                </c:pt>
                <c:pt idx="19560">
                  <c:v>216.7901</c:v>
                </c:pt>
                <c:pt idx="19561">
                  <c:v>219.3647</c:v>
                </c:pt>
                <c:pt idx="19562">
                  <c:v>224.1413</c:v>
                </c:pt>
                <c:pt idx="19563">
                  <c:v>212.93220000000017</c:v>
                </c:pt>
                <c:pt idx="19564">
                  <c:v>213.92760000000001</c:v>
                </c:pt>
                <c:pt idx="19565">
                  <c:v>211.1808</c:v>
                </c:pt>
                <c:pt idx="19566">
                  <c:v>208.98690000000016</c:v>
                </c:pt>
                <c:pt idx="19567">
                  <c:v>205.80790000000007</c:v>
                </c:pt>
                <c:pt idx="19568">
                  <c:v>204.67399999999998</c:v>
                </c:pt>
                <c:pt idx="19569">
                  <c:v>205.6841</c:v>
                </c:pt>
                <c:pt idx="19570">
                  <c:v>208.78389999999999</c:v>
                </c:pt>
                <c:pt idx="19571">
                  <c:v>231.84300000000002</c:v>
                </c:pt>
                <c:pt idx="19572">
                  <c:v>231.30880000000016</c:v>
                </c:pt>
                <c:pt idx="19573">
                  <c:v>229.80260000000001</c:v>
                </c:pt>
                <c:pt idx="19574">
                  <c:v>229.06469999999999</c:v>
                </c:pt>
                <c:pt idx="19575">
                  <c:v>228.02430000000001</c:v>
                </c:pt>
                <c:pt idx="19576">
                  <c:v>235.23069999999998</c:v>
                </c:pt>
                <c:pt idx="19577">
                  <c:v>232.1628</c:v>
                </c:pt>
                <c:pt idx="19578">
                  <c:v>223.8143</c:v>
                </c:pt>
                <c:pt idx="19579">
                  <c:v>230.2944</c:v>
                </c:pt>
                <c:pt idx="19580">
                  <c:v>241.1857</c:v>
                </c:pt>
                <c:pt idx="19581">
                  <c:v>242.09190000000001</c:v>
                </c:pt>
                <c:pt idx="19582">
                  <c:v>243.1669</c:v>
                </c:pt>
                <c:pt idx="19583">
                  <c:v>253.41369999999998</c:v>
                </c:pt>
                <c:pt idx="19584">
                  <c:v>252.44559999999998</c:v>
                </c:pt>
                <c:pt idx="19585">
                  <c:v>249.09270000000001</c:v>
                </c:pt>
                <c:pt idx="19586">
                  <c:v>248.38310000000001</c:v>
                </c:pt>
                <c:pt idx="19587">
                  <c:v>249.02270000000001</c:v>
                </c:pt>
                <c:pt idx="19588">
                  <c:v>244.0427</c:v>
                </c:pt>
                <c:pt idx="19589">
                  <c:v>245.9092</c:v>
                </c:pt>
                <c:pt idx="19590">
                  <c:v>276.1155</c:v>
                </c:pt>
                <c:pt idx="19591">
                  <c:v>275.31279999999964</c:v>
                </c:pt>
                <c:pt idx="19592">
                  <c:v>269.32389999999964</c:v>
                </c:pt>
                <c:pt idx="19593">
                  <c:v>272.8141</c:v>
                </c:pt>
                <c:pt idx="19594">
                  <c:v>284.05119999999954</c:v>
                </c:pt>
                <c:pt idx="19595">
                  <c:v>280.91950000000003</c:v>
                </c:pt>
                <c:pt idx="19596">
                  <c:v>284.06189999999964</c:v>
                </c:pt>
                <c:pt idx="19597">
                  <c:v>293.29559999999935</c:v>
                </c:pt>
                <c:pt idx="19598">
                  <c:v>267.7985999999994</c:v>
                </c:pt>
                <c:pt idx="19599">
                  <c:v>266.20080000000002</c:v>
                </c:pt>
                <c:pt idx="19600">
                  <c:v>284.69260000000008</c:v>
                </c:pt>
                <c:pt idx="19601">
                  <c:v>283.6533</c:v>
                </c:pt>
                <c:pt idx="19602">
                  <c:v>284.18779999999964</c:v>
                </c:pt>
                <c:pt idx="19603">
                  <c:v>280.83849999999961</c:v>
                </c:pt>
                <c:pt idx="19604">
                  <c:v>312.77980000000002</c:v>
                </c:pt>
                <c:pt idx="19605">
                  <c:v>318.72549999999961</c:v>
                </c:pt>
                <c:pt idx="19606">
                  <c:v>311.23489999999993</c:v>
                </c:pt>
                <c:pt idx="19607">
                  <c:v>308.89669999999961</c:v>
                </c:pt>
                <c:pt idx="19608">
                  <c:v>324.06509999999969</c:v>
                </c:pt>
                <c:pt idx="19609">
                  <c:v>344.16120000000001</c:v>
                </c:pt>
                <c:pt idx="19610">
                  <c:v>362.50760000000002</c:v>
                </c:pt>
                <c:pt idx="19611">
                  <c:v>367.86</c:v>
                </c:pt>
                <c:pt idx="19612">
                  <c:v>357.23679999999939</c:v>
                </c:pt>
                <c:pt idx="19613">
                  <c:v>350.20359999999954</c:v>
                </c:pt>
                <c:pt idx="19614">
                  <c:v>352.8426000000004</c:v>
                </c:pt>
                <c:pt idx="19615">
                  <c:v>350.80340000000001</c:v>
                </c:pt>
                <c:pt idx="19616">
                  <c:v>343.16730000000001</c:v>
                </c:pt>
                <c:pt idx="19617">
                  <c:v>348.70249999999999</c:v>
                </c:pt>
                <c:pt idx="19618">
                  <c:v>358.31439999999969</c:v>
                </c:pt>
                <c:pt idx="19619">
                  <c:v>368.14980000000065</c:v>
                </c:pt>
                <c:pt idx="19620">
                  <c:v>437.20780000000002</c:v>
                </c:pt>
                <c:pt idx="19621">
                  <c:v>598.43979999999999</c:v>
                </c:pt>
                <c:pt idx="19622">
                  <c:v>738.74069999999949</c:v>
                </c:pt>
                <c:pt idx="19623">
                  <c:v>740.73109999999997</c:v>
                </c:pt>
                <c:pt idx="19624">
                  <c:v>678.96129999999914</c:v>
                </c:pt>
                <c:pt idx="19625">
                  <c:v>628.86979999999949</c:v>
                </c:pt>
                <c:pt idx="19626">
                  <c:v>621.30489999999998</c:v>
                </c:pt>
                <c:pt idx="19627">
                  <c:v>685.0077</c:v>
                </c:pt>
                <c:pt idx="19628">
                  <c:v>835.19010000000003</c:v>
                </c:pt>
                <c:pt idx="19629">
                  <c:v>957.34209999999905</c:v>
                </c:pt>
                <c:pt idx="19630">
                  <c:v>949.07259999999997</c:v>
                </c:pt>
                <c:pt idx="19631">
                  <c:v>906.1617</c:v>
                </c:pt>
                <c:pt idx="19632">
                  <c:v>930.74360000000001</c:v>
                </c:pt>
                <c:pt idx="19633">
                  <c:v>1045.7919999999999</c:v>
                </c:pt>
                <c:pt idx="19634">
                  <c:v>1226.722</c:v>
                </c:pt>
                <c:pt idx="19635">
                  <c:v>1366.9</c:v>
                </c:pt>
                <c:pt idx="19636">
                  <c:v>1485.566</c:v>
                </c:pt>
                <c:pt idx="19637">
                  <c:v>1775.0350000000001</c:v>
                </c:pt>
                <c:pt idx="19638">
                  <c:v>2009.2080000000001</c:v>
                </c:pt>
                <c:pt idx="19639">
                  <c:v>1881.749</c:v>
                </c:pt>
                <c:pt idx="19640">
                  <c:v>1626.675</c:v>
                </c:pt>
                <c:pt idx="19641">
                  <c:v>1531.107</c:v>
                </c:pt>
                <c:pt idx="19642">
                  <c:v>1484.8879999999999</c:v>
                </c:pt>
                <c:pt idx="19643">
                  <c:v>1391.2370000000001</c:v>
                </c:pt>
                <c:pt idx="19644">
                  <c:v>1353.2070000000001</c:v>
                </c:pt>
                <c:pt idx="19645">
                  <c:v>1487.0129999999999</c:v>
                </c:pt>
                <c:pt idx="19646">
                  <c:v>1782.789</c:v>
                </c:pt>
                <c:pt idx="19647">
                  <c:v>1922.5419999999999</c:v>
                </c:pt>
                <c:pt idx="19648">
                  <c:v>1829.1989999999998</c:v>
                </c:pt>
                <c:pt idx="19649">
                  <c:v>1823.5819999999999</c:v>
                </c:pt>
                <c:pt idx="19650">
                  <c:v>1900.605</c:v>
                </c:pt>
                <c:pt idx="19651">
                  <c:v>1871.867</c:v>
                </c:pt>
                <c:pt idx="19652">
                  <c:v>1790.4470000000001</c:v>
                </c:pt>
                <c:pt idx="19653">
                  <c:v>1699.895</c:v>
                </c:pt>
                <c:pt idx="19654">
                  <c:v>1604.5819999999999</c:v>
                </c:pt>
                <c:pt idx="19655">
                  <c:v>1513.3979999999999</c:v>
                </c:pt>
                <c:pt idx="19656">
                  <c:v>1428.9090000000001</c:v>
                </c:pt>
                <c:pt idx="19657">
                  <c:v>1332.739</c:v>
                </c:pt>
                <c:pt idx="19658">
                  <c:v>1224.069</c:v>
                </c:pt>
                <c:pt idx="19659">
                  <c:v>1134.2919999999999</c:v>
                </c:pt>
                <c:pt idx="19660">
                  <c:v>1100.8969999999999</c:v>
                </c:pt>
                <c:pt idx="19661">
                  <c:v>1149.278</c:v>
                </c:pt>
                <c:pt idx="19662">
                  <c:v>1313.7929999999999</c:v>
                </c:pt>
                <c:pt idx="19663">
                  <c:v>1548.3050000000001</c:v>
                </c:pt>
                <c:pt idx="19664">
                  <c:v>1640.721</c:v>
                </c:pt>
                <c:pt idx="19665">
                  <c:v>2014.46</c:v>
                </c:pt>
                <c:pt idx="19666">
                  <c:v>2457.7510000000002</c:v>
                </c:pt>
                <c:pt idx="19667">
                  <c:v>2553.9769999999999</c:v>
                </c:pt>
                <c:pt idx="19668">
                  <c:v>2031.567</c:v>
                </c:pt>
                <c:pt idx="19669">
                  <c:v>1610.9649999999999</c:v>
                </c:pt>
                <c:pt idx="19670">
                  <c:v>1503.1409999999998</c:v>
                </c:pt>
                <c:pt idx="19671">
                  <c:v>1406.09</c:v>
                </c:pt>
                <c:pt idx="19672">
                  <c:v>1356.3039999999999</c:v>
                </c:pt>
                <c:pt idx="19673">
                  <c:v>1565.971</c:v>
                </c:pt>
                <c:pt idx="19674">
                  <c:v>1938.0360000000001</c:v>
                </c:pt>
                <c:pt idx="19675">
                  <c:v>2067.4730000000022</c:v>
                </c:pt>
                <c:pt idx="19676">
                  <c:v>2633.8500000000022</c:v>
                </c:pt>
                <c:pt idx="19677">
                  <c:v>3845.9900000000002</c:v>
                </c:pt>
                <c:pt idx="19678">
                  <c:v>4780.55</c:v>
                </c:pt>
                <c:pt idx="19679">
                  <c:v>4107.9540000000006</c:v>
                </c:pt>
                <c:pt idx="19680">
                  <c:v>2882.6639999999998</c:v>
                </c:pt>
                <c:pt idx="19681">
                  <c:v>2293.6729999999998</c:v>
                </c:pt>
                <c:pt idx="19682">
                  <c:v>2138.5529999999999</c:v>
                </c:pt>
                <c:pt idx="19683">
                  <c:v>1985.3419999999999</c:v>
                </c:pt>
                <c:pt idx="19684">
                  <c:v>1845.068</c:v>
                </c:pt>
                <c:pt idx="19685">
                  <c:v>1736.924</c:v>
                </c:pt>
                <c:pt idx="19686">
                  <c:v>1677.8409999999999</c:v>
                </c:pt>
                <c:pt idx="19687">
                  <c:v>1990.52</c:v>
                </c:pt>
                <c:pt idx="19688">
                  <c:v>2029.4939999999999</c:v>
                </c:pt>
                <c:pt idx="19689">
                  <c:v>1948.9929999999999</c:v>
                </c:pt>
                <c:pt idx="19690">
                  <c:v>2007.2860000000001</c:v>
                </c:pt>
                <c:pt idx="19691">
                  <c:v>2248.9589999999998</c:v>
                </c:pt>
                <c:pt idx="19692">
                  <c:v>2790.547</c:v>
                </c:pt>
                <c:pt idx="19693">
                  <c:v>2550.902</c:v>
                </c:pt>
                <c:pt idx="19694">
                  <c:v>2030.4960000000001</c:v>
                </c:pt>
                <c:pt idx="19695">
                  <c:v>1644.5250000000001</c:v>
                </c:pt>
                <c:pt idx="19696">
                  <c:v>2351.7839999999997</c:v>
                </c:pt>
                <c:pt idx="19697">
                  <c:v>2899.143</c:v>
                </c:pt>
                <c:pt idx="19698">
                  <c:v>2902.1509999999998</c:v>
                </c:pt>
                <c:pt idx="19699">
                  <c:v>2180.4070000000002</c:v>
                </c:pt>
                <c:pt idx="19700">
                  <c:v>1680.961</c:v>
                </c:pt>
                <c:pt idx="19701">
                  <c:v>1568.1569999999999</c:v>
                </c:pt>
                <c:pt idx="19702">
                  <c:v>1505.9010000000001</c:v>
                </c:pt>
                <c:pt idx="19703">
                  <c:v>1394.3809999999999</c:v>
                </c:pt>
                <c:pt idx="19704">
                  <c:v>1322.0709999999999</c:v>
                </c:pt>
                <c:pt idx="19705">
                  <c:v>1254.4660000000001</c:v>
                </c:pt>
                <c:pt idx="19706">
                  <c:v>1209.5629999999999</c:v>
                </c:pt>
                <c:pt idx="19707">
                  <c:v>1176.4060000000011</c:v>
                </c:pt>
                <c:pt idx="19708">
                  <c:v>1156.338</c:v>
                </c:pt>
                <c:pt idx="19709">
                  <c:v>1138.57</c:v>
                </c:pt>
                <c:pt idx="19710">
                  <c:v>1121.53</c:v>
                </c:pt>
                <c:pt idx="19711">
                  <c:v>1101.5999999999999</c:v>
                </c:pt>
                <c:pt idx="19712">
                  <c:v>1094.0629999999999</c:v>
                </c:pt>
                <c:pt idx="19713">
                  <c:v>1122.3989999999999</c:v>
                </c:pt>
                <c:pt idx="19714">
                  <c:v>1171.9780000000001</c:v>
                </c:pt>
                <c:pt idx="19715">
                  <c:v>1144.568</c:v>
                </c:pt>
                <c:pt idx="19716">
                  <c:v>1125.704</c:v>
                </c:pt>
                <c:pt idx="19717">
                  <c:v>1076.0729999999999</c:v>
                </c:pt>
                <c:pt idx="19718">
                  <c:v>1036.645</c:v>
                </c:pt>
                <c:pt idx="19719">
                  <c:v>1001.1420000000001</c:v>
                </c:pt>
                <c:pt idx="19720">
                  <c:v>979.0204</c:v>
                </c:pt>
                <c:pt idx="19721">
                  <c:v>957.42359999999996</c:v>
                </c:pt>
                <c:pt idx="19722">
                  <c:v>938.15300000000002</c:v>
                </c:pt>
                <c:pt idx="19723">
                  <c:v>921.27340000000095</c:v>
                </c:pt>
                <c:pt idx="19724">
                  <c:v>912.11990000000003</c:v>
                </c:pt>
                <c:pt idx="19725">
                  <c:v>910.00789999999949</c:v>
                </c:pt>
                <c:pt idx="19726">
                  <c:v>963.84859999999946</c:v>
                </c:pt>
                <c:pt idx="19727">
                  <c:v>1009.7430000000005</c:v>
                </c:pt>
                <c:pt idx="19728">
                  <c:v>1044.5899999999999</c:v>
                </c:pt>
                <c:pt idx="19729">
                  <c:v>1026.73</c:v>
                </c:pt>
                <c:pt idx="19730">
                  <c:v>955.43609999999933</c:v>
                </c:pt>
                <c:pt idx="19731">
                  <c:v>954.80129999999906</c:v>
                </c:pt>
                <c:pt idx="19732">
                  <c:v>1301.4829999999999</c:v>
                </c:pt>
                <c:pt idx="19733">
                  <c:v>1954.9970000000001</c:v>
                </c:pt>
                <c:pt idx="19734">
                  <c:v>2065.2139999999999</c:v>
                </c:pt>
                <c:pt idx="19735">
                  <c:v>1453.077</c:v>
                </c:pt>
                <c:pt idx="19736">
                  <c:v>1073.345</c:v>
                </c:pt>
                <c:pt idx="19737">
                  <c:v>1012.737</c:v>
                </c:pt>
                <c:pt idx="19738">
                  <c:v>952.06489999999997</c:v>
                </c:pt>
                <c:pt idx="19739">
                  <c:v>919.33039999999949</c:v>
                </c:pt>
                <c:pt idx="19740">
                  <c:v>1037.1519999999998</c:v>
                </c:pt>
                <c:pt idx="19741">
                  <c:v>1267.722</c:v>
                </c:pt>
                <c:pt idx="19742">
                  <c:v>1349.307</c:v>
                </c:pt>
                <c:pt idx="19743">
                  <c:v>1154.6319999999998</c:v>
                </c:pt>
                <c:pt idx="19744">
                  <c:v>979.02749999999946</c:v>
                </c:pt>
                <c:pt idx="19745">
                  <c:v>910.21510000000001</c:v>
                </c:pt>
                <c:pt idx="19746">
                  <c:v>875.80659999999921</c:v>
                </c:pt>
                <c:pt idx="19747">
                  <c:v>848.86079999999947</c:v>
                </c:pt>
                <c:pt idx="19748">
                  <c:v>833.40459999999996</c:v>
                </c:pt>
                <c:pt idx="19749">
                  <c:v>817.04139999999938</c:v>
                </c:pt>
                <c:pt idx="19750">
                  <c:v>802.16279999999949</c:v>
                </c:pt>
                <c:pt idx="19751">
                  <c:v>790.52589999999998</c:v>
                </c:pt>
                <c:pt idx="19752">
                  <c:v>815.22190000000001</c:v>
                </c:pt>
                <c:pt idx="19753">
                  <c:v>866.48500000000001</c:v>
                </c:pt>
                <c:pt idx="19754">
                  <c:v>875.20950000000005</c:v>
                </c:pt>
                <c:pt idx="19755">
                  <c:v>1253.5170000000001</c:v>
                </c:pt>
                <c:pt idx="19756">
                  <c:v>1626.44</c:v>
                </c:pt>
                <c:pt idx="19757">
                  <c:v>1606.5919999999999</c:v>
                </c:pt>
                <c:pt idx="19758">
                  <c:v>1269.645</c:v>
                </c:pt>
                <c:pt idx="19759">
                  <c:v>1049.8699999999999</c:v>
                </c:pt>
                <c:pt idx="19760">
                  <c:v>1113.0329999999999</c:v>
                </c:pt>
                <c:pt idx="19761">
                  <c:v>1298.4050000000011</c:v>
                </c:pt>
                <c:pt idx="19762">
                  <c:v>1169.8429999999998</c:v>
                </c:pt>
                <c:pt idx="19763">
                  <c:v>1041.6509999999998</c:v>
                </c:pt>
                <c:pt idx="19764">
                  <c:v>915.23829999999998</c:v>
                </c:pt>
                <c:pt idx="19765">
                  <c:v>847.37099999999998</c:v>
                </c:pt>
                <c:pt idx="19766">
                  <c:v>802.29480000000081</c:v>
                </c:pt>
                <c:pt idx="19767">
                  <c:v>791.84169999999892</c:v>
                </c:pt>
                <c:pt idx="19768">
                  <c:v>778.00639999999999</c:v>
                </c:pt>
                <c:pt idx="19769">
                  <c:v>765.98259999999948</c:v>
                </c:pt>
                <c:pt idx="19770">
                  <c:v>747.80759999999907</c:v>
                </c:pt>
                <c:pt idx="19771">
                  <c:v>729.09410000000003</c:v>
                </c:pt>
                <c:pt idx="19772">
                  <c:v>709.23749999999939</c:v>
                </c:pt>
                <c:pt idx="19773">
                  <c:v>694.97340000000054</c:v>
                </c:pt>
                <c:pt idx="19774">
                  <c:v>683.2047000000008</c:v>
                </c:pt>
                <c:pt idx="19775">
                  <c:v>674.46969999999919</c:v>
                </c:pt>
                <c:pt idx="19776">
                  <c:v>663.26259999999934</c:v>
                </c:pt>
                <c:pt idx="19777">
                  <c:v>652.51139999999998</c:v>
                </c:pt>
                <c:pt idx="19778">
                  <c:v>682.80359999999996</c:v>
                </c:pt>
                <c:pt idx="19779">
                  <c:v>703.39589999999998</c:v>
                </c:pt>
                <c:pt idx="19780">
                  <c:v>693.16509999999948</c:v>
                </c:pt>
                <c:pt idx="19781">
                  <c:v>669.8383</c:v>
                </c:pt>
                <c:pt idx="19782">
                  <c:v>649.97219999999948</c:v>
                </c:pt>
                <c:pt idx="19783">
                  <c:v>639.20609999999999</c:v>
                </c:pt>
                <c:pt idx="19784">
                  <c:v>642.38310000000001</c:v>
                </c:pt>
                <c:pt idx="19785">
                  <c:v>659.47659999999996</c:v>
                </c:pt>
                <c:pt idx="19786">
                  <c:v>759.70650000000001</c:v>
                </c:pt>
                <c:pt idx="19787">
                  <c:v>700.73099999999999</c:v>
                </c:pt>
                <c:pt idx="19788">
                  <c:v>664.34939999999949</c:v>
                </c:pt>
                <c:pt idx="19789">
                  <c:v>631.80050000000006</c:v>
                </c:pt>
                <c:pt idx="19790">
                  <c:v>616.94199999999921</c:v>
                </c:pt>
                <c:pt idx="19791">
                  <c:v>622.02919999999949</c:v>
                </c:pt>
                <c:pt idx="19792">
                  <c:v>955.96119999999905</c:v>
                </c:pt>
                <c:pt idx="19793">
                  <c:v>1404.492</c:v>
                </c:pt>
                <c:pt idx="19794">
                  <c:v>2011.0989999999999</c:v>
                </c:pt>
                <c:pt idx="19795">
                  <c:v>2347.98</c:v>
                </c:pt>
                <c:pt idx="19796">
                  <c:v>2836.2370000000001</c:v>
                </c:pt>
                <c:pt idx="19797">
                  <c:v>2126.1639999999998</c:v>
                </c:pt>
                <c:pt idx="19798">
                  <c:v>1489.2449999999999</c:v>
                </c:pt>
                <c:pt idx="19799">
                  <c:v>1131.557</c:v>
                </c:pt>
                <c:pt idx="19800">
                  <c:v>1014.5410000000001</c:v>
                </c:pt>
                <c:pt idx="19801">
                  <c:v>936.75840000000005</c:v>
                </c:pt>
                <c:pt idx="19802">
                  <c:v>1060.0909999999999</c:v>
                </c:pt>
                <c:pt idx="19803">
                  <c:v>1665.1</c:v>
                </c:pt>
                <c:pt idx="19804">
                  <c:v>2514.8920000000012</c:v>
                </c:pt>
                <c:pt idx="19805">
                  <c:v>2280.7859999999987</c:v>
                </c:pt>
                <c:pt idx="19806">
                  <c:v>1591.175</c:v>
                </c:pt>
                <c:pt idx="19807">
                  <c:v>1187.0229999999999</c:v>
                </c:pt>
                <c:pt idx="19808">
                  <c:v>1086.954</c:v>
                </c:pt>
                <c:pt idx="19809">
                  <c:v>1009.378</c:v>
                </c:pt>
                <c:pt idx="19810">
                  <c:v>969.06079999999997</c:v>
                </c:pt>
                <c:pt idx="19811">
                  <c:v>940.48759999999947</c:v>
                </c:pt>
                <c:pt idx="19812">
                  <c:v>922.40030000000002</c:v>
                </c:pt>
                <c:pt idx="19813">
                  <c:v>894.87310000000002</c:v>
                </c:pt>
                <c:pt idx="19814">
                  <c:v>835.96889999999996</c:v>
                </c:pt>
                <c:pt idx="19815">
                  <c:v>796.91989999999998</c:v>
                </c:pt>
                <c:pt idx="19816">
                  <c:v>759.29510000000005</c:v>
                </c:pt>
                <c:pt idx="19817">
                  <c:v>732.10820000000001</c:v>
                </c:pt>
                <c:pt idx="19818">
                  <c:v>802.3297</c:v>
                </c:pt>
                <c:pt idx="19819">
                  <c:v>821.24980000000005</c:v>
                </c:pt>
                <c:pt idx="19820">
                  <c:v>898.51729999999907</c:v>
                </c:pt>
                <c:pt idx="19821">
                  <c:v>986.64549999999997</c:v>
                </c:pt>
                <c:pt idx="19822">
                  <c:v>880.16249999999934</c:v>
                </c:pt>
                <c:pt idx="19823">
                  <c:v>799.10530000000051</c:v>
                </c:pt>
                <c:pt idx="19824">
                  <c:v>743.90539999999999</c:v>
                </c:pt>
                <c:pt idx="19825">
                  <c:v>714.27470000000096</c:v>
                </c:pt>
                <c:pt idx="19826">
                  <c:v>690.55549999999948</c:v>
                </c:pt>
                <c:pt idx="19827">
                  <c:v>677.42139999999949</c:v>
                </c:pt>
                <c:pt idx="19828">
                  <c:v>670.85819999999933</c:v>
                </c:pt>
                <c:pt idx="19829">
                  <c:v>671.06199999999933</c:v>
                </c:pt>
                <c:pt idx="19830">
                  <c:v>743.31089999999949</c:v>
                </c:pt>
                <c:pt idx="19831">
                  <c:v>932.10469999999998</c:v>
                </c:pt>
                <c:pt idx="19832">
                  <c:v>1110.4060000000011</c:v>
                </c:pt>
                <c:pt idx="19833">
                  <c:v>1148.241</c:v>
                </c:pt>
                <c:pt idx="19834">
                  <c:v>1101.5529999999999</c:v>
                </c:pt>
                <c:pt idx="19835">
                  <c:v>1085.8809999999999</c:v>
                </c:pt>
                <c:pt idx="19836">
                  <c:v>1041.7729999999999</c:v>
                </c:pt>
                <c:pt idx="19837">
                  <c:v>972.8322999999989</c:v>
                </c:pt>
                <c:pt idx="19838">
                  <c:v>950.66930000000002</c:v>
                </c:pt>
                <c:pt idx="19839">
                  <c:v>936.99259999999947</c:v>
                </c:pt>
                <c:pt idx="19840">
                  <c:v>920.47519999999997</c:v>
                </c:pt>
                <c:pt idx="19841">
                  <c:v>902.07759999999996</c:v>
                </c:pt>
                <c:pt idx="19842">
                  <c:v>910.05070000000001</c:v>
                </c:pt>
                <c:pt idx="19843">
                  <c:v>932.21199999999999</c:v>
                </c:pt>
                <c:pt idx="19844">
                  <c:v>933.46049999999946</c:v>
                </c:pt>
                <c:pt idx="19845">
                  <c:v>904.41800000000001</c:v>
                </c:pt>
                <c:pt idx="19846">
                  <c:v>887.95809999999949</c:v>
                </c:pt>
                <c:pt idx="19847">
                  <c:v>933.41139999999996</c:v>
                </c:pt>
                <c:pt idx="19848">
                  <c:v>1064.3429999999998</c:v>
                </c:pt>
                <c:pt idx="19849">
                  <c:v>1183.0170000000001</c:v>
                </c:pt>
                <c:pt idx="19850">
                  <c:v>1147.1709999999998</c:v>
                </c:pt>
                <c:pt idx="19851">
                  <c:v>1011.287</c:v>
                </c:pt>
                <c:pt idx="19852">
                  <c:v>967.66109999999946</c:v>
                </c:pt>
                <c:pt idx="19853">
                  <c:v>984.697</c:v>
                </c:pt>
                <c:pt idx="19854">
                  <c:v>1363.675</c:v>
                </c:pt>
                <c:pt idx="19855">
                  <c:v>1924.6619999999998</c:v>
                </c:pt>
                <c:pt idx="19856">
                  <c:v>1562.78</c:v>
                </c:pt>
                <c:pt idx="19857">
                  <c:v>1204.6209999999999</c:v>
                </c:pt>
                <c:pt idx="19858">
                  <c:v>1069.6569999999999</c:v>
                </c:pt>
                <c:pt idx="19859">
                  <c:v>1032.021</c:v>
                </c:pt>
                <c:pt idx="19860">
                  <c:v>1021.3259999999993</c:v>
                </c:pt>
                <c:pt idx="19861">
                  <c:v>1007.2040000000005</c:v>
                </c:pt>
                <c:pt idx="19862">
                  <c:v>992.98860000000002</c:v>
                </c:pt>
                <c:pt idx="19863">
                  <c:v>984.93609999999933</c:v>
                </c:pt>
                <c:pt idx="19864">
                  <c:v>992.04489999999998</c:v>
                </c:pt>
                <c:pt idx="19865">
                  <c:v>991.76459999999997</c:v>
                </c:pt>
                <c:pt idx="19866">
                  <c:v>1030.5539999999999</c:v>
                </c:pt>
                <c:pt idx="19867">
                  <c:v>1139.999</c:v>
                </c:pt>
                <c:pt idx="19868">
                  <c:v>1301.5839999999998</c:v>
                </c:pt>
                <c:pt idx="19869">
                  <c:v>1333.0539999999999</c:v>
                </c:pt>
                <c:pt idx="19870">
                  <c:v>1228.1559999999999</c:v>
                </c:pt>
                <c:pt idx="19871">
                  <c:v>1135.7360000000001</c:v>
                </c:pt>
                <c:pt idx="19872">
                  <c:v>1095.0070000000001</c:v>
                </c:pt>
                <c:pt idx="19873">
                  <c:v>1089.6679999999999</c:v>
                </c:pt>
                <c:pt idx="19874">
                  <c:v>1121.972</c:v>
                </c:pt>
                <c:pt idx="19875">
                  <c:v>1131.627</c:v>
                </c:pt>
                <c:pt idx="19876">
                  <c:v>1065.7950000000001</c:v>
                </c:pt>
                <c:pt idx="19877">
                  <c:v>989.23410000000001</c:v>
                </c:pt>
                <c:pt idx="19878">
                  <c:v>998.03639999999996</c:v>
                </c:pt>
                <c:pt idx="19879">
                  <c:v>993.83069999999907</c:v>
                </c:pt>
                <c:pt idx="19880">
                  <c:v>927.67470000000094</c:v>
                </c:pt>
                <c:pt idx="19881">
                  <c:v>889.85159999999905</c:v>
                </c:pt>
                <c:pt idx="19882">
                  <c:v>957.30930000000001</c:v>
                </c:pt>
                <c:pt idx="19883">
                  <c:v>1073.3829999999998</c:v>
                </c:pt>
                <c:pt idx="19884">
                  <c:v>1119.365</c:v>
                </c:pt>
                <c:pt idx="19885">
                  <c:v>1030.1779999999999</c:v>
                </c:pt>
                <c:pt idx="19886">
                  <c:v>933.12429999999949</c:v>
                </c:pt>
                <c:pt idx="19887">
                  <c:v>920.38209999999947</c:v>
                </c:pt>
                <c:pt idx="19888">
                  <c:v>925.74929999999949</c:v>
                </c:pt>
                <c:pt idx="19889">
                  <c:v>915.24009999999998</c:v>
                </c:pt>
                <c:pt idx="19890">
                  <c:v>882.25130000000001</c:v>
                </c:pt>
                <c:pt idx="19891">
                  <c:v>844.94870000000003</c:v>
                </c:pt>
                <c:pt idx="19892">
                  <c:v>819.13670000000002</c:v>
                </c:pt>
                <c:pt idx="19893">
                  <c:v>798.35049999999933</c:v>
                </c:pt>
                <c:pt idx="19894">
                  <c:v>777.55859999999996</c:v>
                </c:pt>
                <c:pt idx="19895">
                  <c:v>750.93489999999997</c:v>
                </c:pt>
                <c:pt idx="19896">
                  <c:v>725.47609999999997</c:v>
                </c:pt>
                <c:pt idx="19897">
                  <c:v>701.87519999999938</c:v>
                </c:pt>
                <c:pt idx="19898">
                  <c:v>672.87099999999998</c:v>
                </c:pt>
                <c:pt idx="19899">
                  <c:v>648.46689999999921</c:v>
                </c:pt>
                <c:pt idx="19900">
                  <c:v>629.16199999999947</c:v>
                </c:pt>
                <c:pt idx="19901">
                  <c:v>601.52650000000006</c:v>
                </c:pt>
                <c:pt idx="19902">
                  <c:v>573.08299999999997</c:v>
                </c:pt>
                <c:pt idx="19903">
                  <c:v>554.27329999999995</c:v>
                </c:pt>
                <c:pt idx="19904">
                  <c:v>533.8134</c:v>
                </c:pt>
                <c:pt idx="19905">
                  <c:v>505.4460999999996</c:v>
                </c:pt>
                <c:pt idx="19906">
                  <c:v>462.48439999999954</c:v>
                </c:pt>
                <c:pt idx="19907">
                  <c:v>399.89699999999954</c:v>
                </c:pt>
                <c:pt idx="19908">
                  <c:v>373.77749999999969</c:v>
                </c:pt>
                <c:pt idx="19909">
                  <c:v>364.49259999999936</c:v>
                </c:pt>
                <c:pt idx="19910">
                  <c:v>352.6816</c:v>
                </c:pt>
                <c:pt idx="19911">
                  <c:v>369.51689999999968</c:v>
                </c:pt>
                <c:pt idx="19912">
                  <c:v>364.03899999999953</c:v>
                </c:pt>
                <c:pt idx="19913">
                  <c:v>364.3364999999996</c:v>
                </c:pt>
                <c:pt idx="19914">
                  <c:v>397.80470000000008</c:v>
                </c:pt>
                <c:pt idx="19915">
                  <c:v>475.62270000000001</c:v>
                </c:pt>
                <c:pt idx="19916">
                  <c:v>495.82709999999969</c:v>
                </c:pt>
                <c:pt idx="19917">
                  <c:v>449.11779999999999</c:v>
                </c:pt>
                <c:pt idx="19918">
                  <c:v>411.73499999999967</c:v>
                </c:pt>
                <c:pt idx="19919">
                  <c:v>400.1859</c:v>
                </c:pt>
                <c:pt idx="19920">
                  <c:v>392.39760000000001</c:v>
                </c:pt>
                <c:pt idx="19921">
                  <c:v>387.84440000000041</c:v>
                </c:pt>
                <c:pt idx="19922">
                  <c:v>372.39069999999964</c:v>
                </c:pt>
                <c:pt idx="19923">
                  <c:v>361.6526000000004</c:v>
                </c:pt>
                <c:pt idx="19924">
                  <c:v>359.17109999999968</c:v>
                </c:pt>
                <c:pt idx="19925">
                  <c:v>361.83</c:v>
                </c:pt>
                <c:pt idx="19926">
                  <c:v>355.06319999999954</c:v>
                </c:pt>
                <c:pt idx="19927">
                  <c:v>354.08699999999953</c:v>
                </c:pt>
                <c:pt idx="19928">
                  <c:v>357.85829999999999</c:v>
                </c:pt>
                <c:pt idx="19929">
                  <c:v>353.4836999999996</c:v>
                </c:pt>
                <c:pt idx="19930">
                  <c:v>344.64019999999999</c:v>
                </c:pt>
                <c:pt idx="19931">
                  <c:v>339.24489999999997</c:v>
                </c:pt>
                <c:pt idx="19932">
                  <c:v>339.05369999999999</c:v>
                </c:pt>
                <c:pt idx="19933">
                  <c:v>342.2792</c:v>
                </c:pt>
                <c:pt idx="19934">
                  <c:v>348.96960000000001</c:v>
                </c:pt>
                <c:pt idx="19935">
                  <c:v>346.6542000000004</c:v>
                </c:pt>
                <c:pt idx="19936">
                  <c:v>357.38060000000002</c:v>
                </c:pt>
                <c:pt idx="19937">
                  <c:v>355.49949999999961</c:v>
                </c:pt>
                <c:pt idx="19938">
                  <c:v>376.21119999999939</c:v>
                </c:pt>
                <c:pt idx="19939">
                  <c:v>370.7645</c:v>
                </c:pt>
                <c:pt idx="19940">
                  <c:v>363.13249999999999</c:v>
                </c:pt>
                <c:pt idx="19941">
                  <c:v>377.11349999999999</c:v>
                </c:pt>
                <c:pt idx="19942">
                  <c:v>379.9024</c:v>
                </c:pt>
                <c:pt idx="19943">
                  <c:v>376.68759999999969</c:v>
                </c:pt>
                <c:pt idx="19944">
                  <c:v>377.64679999999993</c:v>
                </c:pt>
                <c:pt idx="19945">
                  <c:v>350.20609999999954</c:v>
                </c:pt>
                <c:pt idx="19946">
                  <c:v>348.6841</c:v>
                </c:pt>
                <c:pt idx="19947">
                  <c:v>352.45549999999969</c:v>
                </c:pt>
                <c:pt idx="19948">
                  <c:v>362.55950000000001</c:v>
                </c:pt>
                <c:pt idx="19949">
                  <c:v>373.31139999999954</c:v>
                </c:pt>
                <c:pt idx="19950">
                  <c:v>365.29889999999961</c:v>
                </c:pt>
                <c:pt idx="19951">
                  <c:v>361.41369999999961</c:v>
                </c:pt>
                <c:pt idx="19952">
                  <c:v>368.75439999999969</c:v>
                </c:pt>
                <c:pt idx="19953">
                  <c:v>412.03049999999968</c:v>
                </c:pt>
                <c:pt idx="19954">
                  <c:v>500.95760000000001</c:v>
                </c:pt>
                <c:pt idx="19955">
                  <c:v>566.70080000000053</c:v>
                </c:pt>
                <c:pt idx="19956">
                  <c:v>575.17550000000051</c:v>
                </c:pt>
                <c:pt idx="19957">
                  <c:v>545.72080000000005</c:v>
                </c:pt>
                <c:pt idx="19958">
                  <c:v>523.91</c:v>
                </c:pt>
                <c:pt idx="19959">
                  <c:v>516.11259999999947</c:v>
                </c:pt>
                <c:pt idx="19960">
                  <c:v>523.64609999999948</c:v>
                </c:pt>
                <c:pt idx="19961">
                  <c:v>529.17790000000002</c:v>
                </c:pt>
                <c:pt idx="19962">
                  <c:v>519.68790000000001</c:v>
                </c:pt>
                <c:pt idx="19963">
                  <c:v>515.81529999999907</c:v>
                </c:pt>
                <c:pt idx="19964">
                  <c:v>511.21389999999968</c:v>
                </c:pt>
                <c:pt idx="19965">
                  <c:v>504.79389999999961</c:v>
                </c:pt>
                <c:pt idx="19966">
                  <c:v>504.05840000000001</c:v>
                </c:pt>
                <c:pt idx="19967">
                  <c:v>554.54970000000003</c:v>
                </c:pt>
                <c:pt idx="19968">
                  <c:v>714.96099999999933</c:v>
                </c:pt>
                <c:pt idx="19969">
                  <c:v>874.79470000000094</c:v>
                </c:pt>
                <c:pt idx="19970">
                  <c:v>798.25850000000003</c:v>
                </c:pt>
                <c:pt idx="19971">
                  <c:v>606.11929999999938</c:v>
                </c:pt>
                <c:pt idx="19972">
                  <c:v>569.42689999999948</c:v>
                </c:pt>
                <c:pt idx="19973">
                  <c:v>586.88670000000002</c:v>
                </c:pt>
                <c:pt idx="19974">
                  <c:v>565.88340000000005</c:v>
                </c:pt>
                <c:pt idx="19975">
                  <c:v>560.85579999999948</c:v>
                </c:pt>
                <c:pt idx="19976">
                  <c:v>552.1309</c:v>
                </c:pt>
                <c:pt idx="19977">
                  <c:v>547.37490000000003</c:v>
                </c:pt>
                <c:pt idx="19978">
                  <c:v>688.32289999999921</c:v>
                </c:pt>
                <c:pt idx="19979">
                  <c:v>1302.0070000000001</c:v>
                </c:pt>
                <c:pt idx="19980">
                  <c:v>2081.0740000000001</c:v>
                </c:pt>
                <c:pt idx="19981">
                  <c:v>2034.71</c:v>
                </c:pt>
                <c:pt idx="19982">
                  <c:v>1612.836</c:v>
                </c:pt>
                <c:pt idx="19983">
                  <c:v>1837.857</c:v>
                </c:pt>
                <c:pt idx="19984">
                  <c:v>2160.181</c:v>
                </c:pt>
                <c:pt idx="19985">
                  <c:v>2142.154</c:v>
                </c:pt>
                <c:pt idx="19986">
                  <c:v>2067.7399999999998</c:v>
                </c:pt>
                <c:pt idx="19987">
                  <c:v>1908.6179999999999</c:v>
                </c:pt>
                <c:pt idx="19988">
                  <c:v>1737.527</c:v>
                </c:pt>
                <c:pt idx="19989">
                  <c:v>1579.8419999999999</c:v>
                </c:pt>
                <c:pt idx="19990">
                  <c:v>1434.9970000000001</c:v>
                </c:pt>
                <c:pt idx="19991">
                  <c:v>1411.1399999999999</c:v>
                </c:pt>
                <c:pt idx="19992">
                  <c:v>1478.056</c:v>
                </c:pt>
                <c:pt idx="19993">
                  <c:v>1416.502</c:v>
                </c:pt>
                <c:pt idx="19994">
                  <c:v>1298.346</c:v>
                </c:pt>
                <c:pt idx="19995">
                  <c:v>1558.49</c:v>
                </c:pt>
                <c:pt idx="19996">
                  <c:v>2989.9380000000001</c:v>
                </c:pt>
                <c:pt idx="19997">
                  <c:v>5531.6720000000014</c:v>
                </c:pt>
                <c:pt idx="19998">
                  <c:v>7110.1210000000056</c:v>
                </c:pt>
                <c:pt idx="19999">
                  <c:v>6499.9139999999998</c:v>
                </c:pt>
                <c:pt idx="20000">
                  <c:v>4436.6230000000023</c:v>
                </c:pt>
                <c:pt idx="20001">
                  <c:v>3150.5540000000001</c:v>
                </c:pt>
                <c:pt idx="20002">
                  <c:v>2928.846</c:v>
                </c:pt>
                <c:pt idx="20003">
                  <c:v>2520.6839999999997</c:v>
                </c:pt>
                <c:pt idx="20004">
                  <c:v>2112.1370000000002</c:v>
                </c:pt>
                <c:pt idx="20005">
                  <c:v>2028.548</c:v>
                </c:pt>
                <c:pt idx="20006">
                  <c:v>1833.0739999999998</c:v>
                </c:pt>
                <c:pt idx="20007">
                  <c:v>1673.5360000000001</c:v>
                </c:pt>
                <c:pt idx="20008">
                  <c:v>1557.796</c:v>
                </c:pt>
                <c:pt idx="20009">
                  <c:v>1464.3589999999999</c:v>
                </c:pt>
                <c:pt idx="20010">
                  <c:v>1414.924</c:v>
                </c:pt>
                <c:pt idx="20011">
                  <c:v>1363.5629999999999</c:v>
                </c:pt>
                <c:pt idx="20012">
                  <c:v>1325.557</c:v>
                </c:pt>
                <c:pt idx="20013">
                  <c:v>1276.356</c:v>
                </c:pt>
                <c:pt idx="20014">
                  <c:v>1232.3399999999999</c:v>
                </c:pt>
                <c:pt idx="20015">
                  <c:v>1192.712</c:v>
                </c:pt>
                <c:pt idx="20016">
                  <c:v>1150.8829999999998</c:v>
                </c:pt>
                <c:pt idx="20017">
                  <c:v>1121.0509999999999</c:v>
                </c:pt>
                <c:pt idx="20018">
                  <c:v>1097.0329999999999</c:v>
                </c:pt>
                <c:pt idx="20019">
                  <c:v>1071.0629999999999</c:v>
                </c:pt>
                <c:pt idx="20020">
                  <c:v>1045.6109999999999</c:v>
                </c:pt>
                <c:pt idx="20021">
                  <c:v>1020.885</c:v>
                </c:pt>
                <c:pt idx="20022">
                  <c:v>997.61209999999949</c:v>
                </c:pt>
                <c:pt idx="20023">
                  <c:v>976.15459999999996</c:v>
                </c:pt>
                <c:pt idx="20024">
                  <c:v>953.94229999999902</c:v>
                </c:pt>
                <c:pt idx="20025">
                  <c:v>935.3895</c:v>
                </c:pt>
                <c:pt idx="20026">
                  <c:v>916.82069999999919</c:v>
                </c:pt>
                <c:pt idx="20027">
                  <c:v>898.33769999999902</c:v>
                </c:pt>
                <c:pt idx="20028">
                  <c:v>880.84939999999949</c:v>
                </c:pt>
                <c:pt idx="20029">
                  <c:v>864.61580000000004</c:v>
                </c:pt>
                <c:pt idx="20030">
                  <c:v>850.42830000000004</c:v>
                </c:pt>
                <c:pt idx="20031">
                  <c:v>837.97219999999948</c:v>
                </c:pt>
                <c:pt idx="20032">
                  <c:v>839.87480000000005</c:v>
                </c:pt>
                <c:pt idx="20033">
                  <c:v>869.5027</c:v>
                </c:pt>
                <c:pt idx="20034">
                  <c:v>916.50490000000002</c:v>
                </c:pt>
                <c:pt idx="20035">
                  <c:v>942.57770000000005</c:v>
                </c:pt>
                <c:pt idx="20036">
                  <c:v>913.7971</c:v>
                </c:pt>
                <c:pt idx="20037">
                  <c:v>882.62819999999999</c:v>
                </c:pt>
                <c:pt idx="20038">
                  <c:v>864.87670000000003</c:v>
                </c:pt>
                <c:pt idx="20039">
                  <c:v>851.09789999999998</c:v>
                </c:pt>
                <c:pt idx="20040">
                  <c:v>840.17490000000055</c:v>
                </c:pt>
                <c:pt idx="20041">
                  <c:v>848.19940000000054</c:v>
                </c:pt>
                <c:pt idx="20042">
                  <c:v>848.33529999999905</c:v>
                </c:pt>
                <c:pt idx="20043">
                  <c:v>843.84870000000001</c:v>
                </c:pt>
                <c:pt idx="20044">
                  <c:v>944.74980000000005</c:v>
                </c:pt>
                <c:pt idx="20045">
                  <c:v>1027.058</c:v>
                </c:pt>
                <c:pt idx="20046">
                  <c:v>1060.8989999999999</c:v>
                </c:pt>
                <c:pt idx="20047">
                  <c:v>1068.4590000000001</c:v>
                </c:pt>
                <c:pt idx="20048">
                  <c:v>1046.81</c:v>
                </c:pt>
                <c:pt idx="20049">
                  <c:v>1080.127</c:v>
                </c:pt>
                <c:pt idx="20050">
                  <c:v>1080.9860000000001</c:v>
                </c:pt>
                <c:pt idx="20051">
                  <c:v>1009.753</c:v>
                </c:pt>
                <c:pt idx="20052">
                  <c:v>990.71410000000003</c:v>
                </c:pt>
                <c:pt idx="20053">
                  <c:v>1354.6679999999999</c:v>
                </c:pt>
                <c:pt idx="20054">
                  <c:v>1935.248</c:v>
                </c:pt>
                <c:pt idx="20055">
                  <c:v>2153.2019999999998</c:v>
                </c:pt>
                <c:pt idx="20056">
                  <c:v>2100.6350000000002</c:v>
                </c:pt>
                <c:pt idx="20057">
                  <c:v>2810.069</c:v>
                </c:pt>
                <c:pt idx="20058">
                  <c:v>3606.2439999999997</c:v>
                </c:pt>
                <c:pt idx="20059">
                  <c:v>3132.79</c:v>
                </c:pt>
                <c:pt idx="20060">
                  <c:v>1982.6189999999999</c:v>
                </c:pt>
                <c:pt idx="20061">
                  <c:v>2197.9079999999999</c:v>
                </c:pt>
                <c:pt idx="20062">
                  <c:v>3109.2289999999966</c:v>
                </c:pt>
                <c:pt idx="20063">
                  <c:v>3203.6950000000002</c:v>
                </c:pt>
                <c:pt idx="20064">
                  <c:v>3037.078</c:v>
                </c:pt>
                <c:pt idx="20065">
                  <c:v>2758.1750000000002</c:v>
                </c:pt>
                <c:pt idx="20066">
                  <c:v>3126.8029999999999</c:v>
                </c:pt>
                <c:pt idx="20067">
                  <c:v>2439.9879999999998</c:v>
                </c:pt>
                <c:pt idx="20068">
                  <c:v>1881.3229999999999</c:v>
                </c:pt>
                <c:pt idx="20069">
                  <c:v>2179.94</c:v>
                </c:pt>
                <c:pt idx="20070">
                  <c:v>2767.4209999999998</c:v>
                </c:pt>
                <c:pt idx="20071">
                  <c:v>3080.0010000000002</c:v>
                </c:pt>
                <c:pt idx="20072">
                  <c:v>3142.1689999999967</c:v>
                </c:pt>
                <c:pt idx="20073">
                  <c:v>3567.4639999999999</c:v>
                </c:pt>
                <c:pt idx="20074">
                  <c:v>3778.4530000000022</c:v>
                </c:pt>
                <c:pt idx="20075">
                  <c:v>3146.8240000000001</c:v>
                </c:pt>
                <c:pt idx="20076">
                  <c:v>2423.8960000000002</c:v>
                </c:pt>
                <c:pt idx="20077">
                  <c:v>2259.3229999999999</c:v>
                </c:pt>
                <c:pt idx="20078">
                  <c:v>2317.5189999999998</c:v>
                </c:pt>
                <c:pt idx="20079">
                  <c:v>3011.2930000000001</c:v>
                </c:pt>
                <c:pt idx="20080">
                  <c:v>3429.076</c:v>
                </c:pt>
                <c:pt idx="20081">
                  <c:v>3198.3429999999998</c:v>
                </c:pt>
                <c:pt idx="20082">
                  <c:v>2554.8920000000012</c:v>
                </c:pt>
                <c:pt idx="20083">
                  <c:v>2162.5129999999999</c:v>
                </c:pt>
                <c:pt idx="20084">
                  <c:v>1960.1439999999998</c:v>
                </c:pt>
                <c:pt idx="20085">
                  <c:v>1861.0519999999999</c:v>
                </c:pt>
                <c:pt idx="20086">
                  <c:v>1757.6509999999998</c:v>
                </c:pt>
                <c:pt idx="20087">
                  <c:v>1870.46</c:v>
                </c:pt>
                <c:pt idx="20088">
                  <c:v>2311.4059999999999</c:v>
                </c:pt>
                <c:pt idx="20089">
                  <c:v>2632.3020000000001</c:v>
                </c:pt>
                <c:pt idx="20090">
                  <c:v>2622.8879999999999</c:v>
                </c:pt>
                <c:pt idx="20091">
                  <c:v>2366.8220000000001</c:v>
                </c:pt>
                <c:pt idx="20092">
                  <c:v>2139.2730000000001</c:v>
                </c:pt>
                <c:pt idx="20093">
                  <c:v>1930.7460000000001</c:v>
                </c:pt>
                <c:pt idx="20094">
                  <c:v>1778.6619999999998</c:v>
                </c:pt>
                <c:pt idx="20095">
                  <c:v>1621.9970000000001</c:v>
                </c:pt>
                <c:pt idx="20096">
                  <c:v>1475.3339999999998</c:v>
                </c:pt>
                <c:pt idx="20097">
                  <c:v>1406.1089999999999</c:v>
                </c:pt>
                <c:pt idx="20098">
                  <c:v>1408.615</c:v>
                </c:pt>
                <c:pt idx="20099">
                  <c:v>1414.04</c:v>
                </c:pt>
                <c:pt idx="20100">
                  <c:v>1347.529</c:v>
                </c:pt>
                <c:pt idx="20101">
                  <c:v>1273.4670000000001</c:v>
                </c:pt>
                <c:pt idx="20102">
                  <c:v>1223.546</c:v>
                </c:pt>
                <c:pt idx="20103">
                  <c:v>1314.075</c:v>
                </c:pt>
                <c:pt idx="20104">
                  <c:v>1926.2939999999999</c:v>
                </c:pt>
                <c:pt idx="20105">
                  <c:v>2867.6129999999998</c:v>
                </c:pt>
                <c:pt idx="20106">
                  <c:v>3142.221</c:v>
                </c:pt>
                <c:pt idx="20107">
                  <c:v>2728.1459999999997</c:v>
                </c:pt>
                <c:pt idx="20108">
                  <c:v>3013.5279999999998</c:v>
                </c:pt>
                <c:pt idx="20109">
                  <c:v>3410.2659999999987</c:v>
                </c:pt>
                <c:pt idx="20110">
                  <c:v>2803.2730000000001</c:v>
                </c:pt>
                <c:pt idx="20111">
                  <c:v>2049.0410000000002</c:v>
                </c:pt>
                <c:pt idx="20112">
                  <c:v>1976.636</c:v>
                </c:pt>
                <c:pt idx="20113">
                  <c:v>2603.3629999999998</c:v>
                </c:pt>
                <c:pt idx="20114">
                  <c:v>2999.5540000000001</c:v>
                </c:pt>
                <c:pt idx="20115">
                  <c:v>2525.5630000000001</c:v>
                </c:pt>
                <c:pt idx="20116">
                  <c:v>1831.799</c:v>
                </c:pt>
                <c:pt idx="20117">
                  <c:v>1574.26</c:v>
                </c:pt>
                <c:pt idx="20118">
                  <c:v>1469.309</c:v>
                </c:pt>
                <c:pt idx="20119">
                  <c:v>1847.5550000000001</c:v>
                </c:pt>
                <c:pt idx="20120">
                  <c:v>2687.9580000000001</c:v>
                </c:pt>
                <c:pt idx="20121">
                  <c:v>3035.8370000000027</c:v>
                </c:pt>
                <c:pt idx="20122">
                  <c:v>2237.5940000000001</c:v>
                </c:pt>
                <c:pt idx="20123">
                  <c:v>1683.1509999999998</c:v>
                </c:pt>
                <c:pt idx="20124">
                  <c:v>1680.5450000000001</c:v>
                </c:pt>
                <c:pt idx="20125">
                  <c:v>1637.6079999999999</c:v>
                </c:pt>
                <c:pt idx="20126">
                  <c:v>1482.3039999999999</c:v>
                </c:pt>
                <c:pt idx="20127">
                  <c:v>1413.9660000000001</c:v>
                </c:pt>
                <c:pt idx="20128">
                  <c:v>1331.759</c:v>
                </c:pt>
                <c:pt idx="20129">
                  <c:v>1272.27</c:v>
                </c:pt>
                <c:pt idx="20130">
                  <c:v>1232.769</c:v>
                </c:pt>
                <c:pt idx="20131">
                  <c:v>1257.521</c:v>
                </c:pt>
                <c:pt idx="20132">
                  <c:v>1201.5539999999999</c:v>
                </c:pt>
                <c:pt idx="20133">
                  <c:v>1160.5439999999999</c:v>
                </c:pt>
                <c:pt idx="20134">
                  <c:v>1126.058</c:v>
                </c:pt>
                <c:pt idx="20135">
                  <c:v>1098.4660000000001</c:v>
                </c:pt>
                <c:pt idx="20136">
                  <c:v>1070.8119999999999</c:v>
                </c:pt>
                <c:pt idx="20137">
                  <c:v>1186.934</c:v>
                </c:pt>
                <c:pt idx="20138">
                  <c:v>1805.806</c:v>
                </c:pt>
                <c:pt idx="20139">
                  <c:v>2146.9150000000022</c:v>
                </c:pt>
                <c:pt idx="20140">
                  <c:v>1949.7819999999999</c:v>
                </c:pt>
                <c:pt idx="20141">
                  <c:v>1478.3209999999999</c:v>
                </c:pt>
                <c:pt idx="20142">
                  <c:v>1242.865</c:v>
                </c:pt>
                <c:pt idx="20143">
                  <c:v>1180.0060000000001</c:v>
                </c:pt>
                <c:pt idx="20144">
                  <c:v>1121.8679999999999</c:v>
                </c:pt>
                <c:pt idx="20145">
                  <c:v>1084.1989999999998</c:v>
                </c:pt>
                <c:pt idx="20146">
                  <c:v>1060.0050000000001</c:v>
                </c:pt>
                <c:pt idx="20147">
                  <c:v>1038.2670000000001</c:v>
                </c:pt>
                <c:pt idx="20148">
                  <c:v>1018.934</c:v>
                </c:pt>
                <c:pt idx="20149">
                  <c:v>1005.697</c:v>
                </c:pt>
                <c:pt idx="20150">
                  <c:v>998.91399999999999</c:v>
                </c:pt>
                <c:pt idx="20151">
                  <c:v>985.45059999999921</c:v>
                </c:pt>
                <c:pt idx="20152">
                  <c:v>962.76419999999996</c:v>
                </c:pt>
                <c:pt idx="20153">
                  <c:v>942.94259999999906</c:v>
                </c:pt>
                <c:pt idx="20154">
                  <c:v>930.54699999999946</c:v>
                </c:pt>
                <c:pt idx="20155">
                  <c:v>921.24199999999996</c:v>
                </c:pt>
                <c:pt idx="20156">
                  <c:v>912.59580000000005</c:v>
                </c:pt>
                <c:pt idx="20157">
                  <c:v>905.0520999999992</c:v>
                </c:pt>
                <c:pt idx="20158">
                  <c:v>900.77840000000094</c:v>
                </c:pt>
                <c:pt idx="20159">
                  <c:v>897.9991</c:v>
                </c:pt>
                <c:pt idx="20160">
                  <c:v>913.7133000000008</c:v>
                </c:pt>
                <c:pt idx="20161">
                  <c:v>1046.1019999999999</c:v>
                </c:pt>
                <c:pt idx="20162">
                  <c:v>1397.9190000000001</c:v>
                </c:pt>
                <c:pt idx="20163">
                  <c:v>1931.6589999999999</c:v>
                </c:pt>
                <c:pt idx="20164">
                  <c:v>2176.346</c:v>
                </c:pt>
                <c:pt idx="20165">
                  <c:v>2146.7069999999967</c:v>
                </c:pt>
                <c:pt idx="20166">
                  <c:v>1952.7529999999999</c:v>
                </c:pt>
                <c:pt idx="20167">
                  <c:v>1875.3309999999999</c:v>
                </c:pt>
                <c:pt idx="20168">
                  <c:v>1802.0239999999999</c:v>
                </c:pt>
                <c:pt idx="20169">
                  <c:v>1514.7860000000001</c:v>
                </c:pt>
                <c:pt idx="20170">
                  <c:v>1284.1329999999998</c:v>
                </c:pt>
                <c:pt idx="20171">
                  <c:v>1241.366</c:v>
                </c:pt>
                <c:pt idx="20172">
                  <c:v>1192.5729999999999</c:v>
                </c:pt>
                <c:pt idx="20173">
                  <c:v>1129.2249999999999</c:v>
                </c:pt>
                <c:pt idx="20174">
                  <c:v>1101.73</c:v>
                </c:pt>
                <c:pt idx="20175">
                  <c:v>1081.7670000000001</c:v>
                </c:pt>
                <c:pt idx="20176">
                  <c:v>1073.4680000000001</c:v>
                </c:pt>
                <c:pt idx="20177">
                  <c:v>1059.9060000000011</c:v>
                </c:pt>
                <c:pt idx="20178">
                  <c:v>1033.96</c:v>
                </c:pt>
                <c:pt idx="20179">
                  <c:v>1016.482</c:v>
                </c:pt>
                <c:pt idx="20180">
                  <c:v>1011.617</c:v>
                </c:pt>
                <c:pt idx="20181">
                  <c:v>1004.0619999999993</c:v>
                </c:pt>
                <c:pt idx="20182">
                  <c:v>996.32309999999939</c:v>
                </c:pt>
                <c:pt idx="20183">
                  <c:v>984.07749999999999</c:v>
                </c:pt>
                <c:pt idx="20184">
                  <c:v>975.08470000000068</c:v>
                </c:pt>
                <c:pt idx="20185">
                  <c:v>1175.5150000000001</c:v>
                </c:pt>
                <c:pt idx="20186">
                  <c:v>2294.0940000000001</c:v>
                </c:pt>
                <c:pt idx="20187">
                  <c:v>4425.2339999999995</c:v>
                </c:pt>
                <c:pt idx="20188">
                  <c:v>5530.6050000000014</c:v>
                </c:pt>
                <c:pt idx="20189">
                  <c:v>4064.181</c:v>
                </c:pt>
                <c:pt idx="20190">
                  <c:v>2356.0859999999998</c:v>
                </c:pt>
                <c:pt idx="20191">
                  <c:v>2394.114</c:v>
                </c:pt>
                <c:pt idx="20192">
                  <c:v>3204.5349999999999</c:v>
                </c:pt>
                <c:pt idx="20193">
                  <c:v>3758.5160000000001</c:v>
                </c:pt>
                <c:pt idx="20194">
                  <c:v>3599.9209999999998</c:v>
                </c:pt>
                <c:pt idx="20195">
                  <c:v>3123.0940000000001</c:v>
                </c:pt>
                <c:pt idx="20196">
                  <c:v>2937.5709999999999</c:v>
                </c:pt>
                <c:pt idx="20197">
                  <c:v>2941.8520000000012</c:v>
                </c:pt>
                <c:pt idx="20198">
                  <c:v>2868.8440000000001</c:v>
                </c:pt>
                <c:pt idx="20199">
                  <c:v>2882.9070000000002</c:v>
                </c:pt>
                <c:pt idx="20200">
                  <c:v>2876.3740000000012</c:v>
                </c:pt>
                <c:pt idx="20201">
                  <c:v>2876.3160000000012</c:v>
                </c:pt>
                <c:pt idx="20202">
                  <c:v>3244.8620000000001</c:v>
                </c:pt>
                <c:pt idx="20203">
                  <c:v>4580.6900000000014</c:v>
                </c:pt>
                <c:pt idx="20204">
                  <c:v>6260.3250000000044</c:v>
                </c:pt>
                <c:pt idx="20205">
                  <c:v>5455.232</c:v>
                </c:pt>
                <c:pt idx="20206">
                  <c:v>3509.9180000000001</c:v>
                </c:pt>
                <c:pt idx="20207">
                  <c:v>2577.529</c:v>
                </c:pt>
                <c:pt idx="20208">
                  <c:v>2429.6390000000001</c:v>
                </c:pt>
                <c:pt idx="20209">
                  <c:v>2108.2179999999998</c:v>
                </c:pt>
                <c:pt idx="20210">
                  <c:v>1868.442</c:v>
                </c:pt>
                <c:pt idx="20211">
                  <c:v>1757.548</c:v>
                </c:pt>
                <c:pt idx="20212">
                  <c:v>1659.338</c:v>
                </c:pt>
                <c:pt idx="20213">
                  <c:v>1583.0219999999999</c:v>
                </c:pt>
                <c:pt idx="20214">
                  <c:v>1538.4190000000001</c:v>
                </c:pt>
                <c:pt idx="20215">
                  <c:v>1498.402</c:v>
                </c:pt>
                <c:pt idx="20216">
                  <c:v>1455.9460000000001</c:v>
                </c:pt>
                <c:pt idx="20217">
                  <c:v>1416.068</c:v>
                </c:pt>
                <c:pt idx="20218">
                  <c:v>1391.1819999999998</c:v>
                </c:pt>
                <c:pt idx="20219">
                  <c:v>1364.442</c:v>
                </c:pt>
                <c:pt idx="20220">
                  <c:v>1343.288</c:v>
                </c:pt>
                <c:pt idx="20221">
                  <c:v>1343.57</c:v>
                </c:pt>
                <c:pt idx="20222">
                  <c:v>1365.117</c:v>
                </c:pt>
                <c:pt idx="20223">
                  <c:v>1363.8779999999999</c:v>
                </c:pt>
                <c:pt idx="20224">
                  <c:v>1344.0360000000001</c:v>
                </c:pt>
                <c:pt idx="20225">
                  <c:v>1351.6779999999999</c:v>
                </c:pt>
                <c:pt idx="20226">
                  <c:v>1385.86</c:v>
                </c:pt>
                <c:pt idx="20227">
                  <c:v>1402.0739999999998</c:v>
                </c:pt>
                <c:pt idx="20228">
                  <c:v>1407.5319999999999</c:v>
                </c:pt>
                <c:pt idx="20229">
                  <c:v>1453.222</c:v>
                </c:pt>
                <c:pt idx="20230">
                  <c:v>1511.2470000000001</c:v>
                </c:pt>
                <c:pt idx="20231">
                  <c:v>1472.9560000000001</c:v>
                </c:pt>
                <c:pt idx="20232">
                  <c:v>1377.4560000000001</c:v>
                </c:pt>
                <c:pt idx="20233">
                  <c:v>1323.85</c:v>
                </c:pt>
                <c:pt idx="20234">
                  <c:v>1313.472</c:v>
                </c:pt>
                <c:pt idx="20235">
                  <c:v>1323.71</c:v>
                </c:pt>
                <c:pt idx="20236">
                  <c:v>1352.0309999999999</c:v>
                </c:pt>
                <c:pt idx="20237">
                  <c:v>1398.8809999999999</c:v>
                </c:pt>
                <c:pt idx="20238">
                  <c:v>1370.248</c:v>
                </c:pt>
                <c:pt idx="20239">
                  <c:v>1333.1309999999999</c:v>
                </c:pt>
                <c:pt idx="20240">
                  <c:v>1270.1819999999998</c:v>
                </c:pt>
                <c:pt idx="20241">
                  <c:v>1202</c:v>
                </c:pt>
                <c:pt idx="20242">
                  <c:v>1101.4090000000001</c:v>
                </c:pt>
                <c:pt idx="20243">
                  <c:v>1060.223</c:v>
                </c:pt>
                <c:pt idx="20244">
                  <c:v>1073.8699999999999</c:v>
                </c:pt>
                <c:pt idx="20245">
                  <c:v>1121.498</c:v>
                </c:pt>
                <c:pt idx="20246">
                  <c:v>1285.9880000000001</c:v>
                </c:pt>
                <c:pt idx="20247">
                  <c:v>1483.201</c:v>
                </c:pt>
                <c:pt idx="20248">
                  <c:v>1465.981</c:v>
                </c:pt>
                <c:pt idx="20249">
                  <c:v>1327.5539999999999</c:v>
                </c:pt>
                <c:pt idx="20250">
                  <c:v>1349.3</c:v>
                </c:pt>
                <c:pt idx="20251">
                  <c:v>1447.443</c:v>
                </c:pt>
                <c:pt idx="20252">
                  <c:v>1382.933</c:v>
                </c:pt>
                <c:pt idx="20253">
                  <c:v>1260.58</c:v>
                </c:pt>
                <c:pt idx="20254">
                  <c:v>1225.258</c:v>
                </c:pt>
                <c:pt idx="20255">
                  <c:v>1233.5729999999999</c:v>
                </c:pt>
                <c:pt idx="20256">
                  <c:v>1254.646</c:v>
                </c:pt>
                <c:pt idx="20257">
                  <c:v>1295.79</c:v>
                </c:pt>
                <c:pt idx="20258">
                  <c:v>1322.6189999999999</c:v>
                </c:pt>
                <c:pt idx="20259">
                  <c:v>1318.3229999999999</c:v>
                </c:pt>
                <c:pt idx="20260">
                  <c:v>1285.6939999999986</c:v>
                </c:pt>
                <c:pt idx="20261">
                  <c:v>1221.817</c:v>
                </c:pt>
                <c:pt idx="20262">
                  <c:v>1145.912</c:v>
                </c:pt>
                <c:pt idx="20263">
                  <c:v>1074.636</c:v>
                </c:pt>
                <c:pt idx="20264">
                  <c:v>1015.3339999999994</c:v>
                </c:pt>
                <c:pt idx="20265">
                  <c:v>974.63810000000001</c:v>
                </c:pt>
                <c:pt idx="20266">
                  <c:v>947.8433</c:v>
                </c:pt>
                <c:pt idx="20267">
                  <c:v>917.34989999999948</c:v>
                </c:pt>
                <c:pt idx="20268">
                  <c:v>863.85989999999947</c:v>
                </c:pt>
                <c:pt idx="20269">
                  <c:v>796.0729</c:v>
                </c:pt>
                <c:pt idx="20270">
                  <c:v>731.37070000000051</c:v>
                </c:pt>
                <c:pt idx="20271">
                  <c:v>660.6096</c:v>
                </c:pt>
                <c:pt idx="20272">
                  <c:v>588.73159999999996</c:v>
                </c:pt>
                <c:pt idx="20273">
                  <c:v>543.02419999999938</c:v>
                </c:pt>
                <c:pt idx="20274">
                  <c:v>521.33729999999889</c:v>
                </c:pt>
                <c:pt idx="20275">
                  <c:v>501.95909999999969</c:v>
                </c:pt>
                <c:pt idx="20276">
                  <c:v>488.94309999999967</c:v>
                </c:pt>
                <c:pt idx="20277">
                  <c:v>486.29159999999939</c:v>
                </c:pt>
                <c:pt idx="20278">
                  <c:v>469.11709999999999</c:v>
                </c:pt>
                <c:pt idx="20279">
                  <c:v>446.16289999999998</c:v>
                </c:pt>
                <c:pt idx="20280">
                  <c:v>425.66210000000001</c:v>
                </c:pt>
                <c:pt idx="20281">
                  <c:v>409.5147</c:v>
                </c:pt>
                <c:pt idx="20282">
                  <c:v>409.47980000000001</c:v>
                </c:pt>
                <c:pt idx="20283">
                  <c:v>400.80889999999999</c:v>
                </c:pt>
                <c:pt idx="20284">
                  <c:v>387.59519999999935</c:v>
                </c:pt>
                <c:pt idx="20285">
                  <c:v>370.2602</c:v>
                </c:pt>
                <c:pt idx="20286">
                  <c:v>356.46999999999969</c:v>
                </c:pt>
                <c:pt idx="20287">
                  <c:v>333.05799999999999</c:v>
                </c:pt>
                <c:pt idx="20288">
                  <c:v>333.39709999999968</c:v>
                </c:pt>
                <c:pt idx="20289">
                  <c:v>338.3571</c:v>
                </c:pt>
                <c:pt idx="20290">
                  <c:v>328.86360000000002</c:v>
                </c:pt>
                <c:pt idx="20291">
                  <c:v>333.81740000000002</c:v>
                </c:pt>
                <c:pt idx="20292">
                  <c:v>327.29169999999954</c:v>
                </c:pt>
                <c:pt idx="20293">
                  <c:v>331.53869999999961</c:v>
                </c:pt>
                <c:pt idx="20294">
                  <c:v>323.59449999999993</c:v>
                </c:pt>
                <c:pt idx="20295">
                  <c:v>319.21469999999999</c:v>
                </c:pt>
                <c:pt idx="20296">
                  <c:v>309.43269999999961</c:v>
                </c:pt>
                <c:pt idx="20297">
                  <c:v>300.41659999999939</c:v>
                </c:pt>
                <c:pt idx="20298">
                  <c:v>294.89839999999936</c:v>
                </c:pt>
                <c:pt idx="20299">
                  <c:v>299.82009999999968</c:v>
                </c:pt>
                <c:pt idx="20300">
                  <c:v>299.2056</c:v>
                </c:pt>
                <c:pt idx="20301">
                  <c:v>294.81380000000001</c:v>
                </c:pt>
                <c:pt idx="20302">
                  <c:v>295.15970000000033</c:v>
                </c:pt>
                <c:pt idx="20303">
                  <c:v>296.63010000000003</c:v>
                </c:pt>
                <c:pt idx="20304">
                  <c:v>311.7593</c:v>
                </c:pt>
                <c:pt idx="20305">
                  <c:v>311.70609999999954</c:v>
                </c:pt>
                <c:pt idx="20306">
                  <c:v>292.60739999999993</c:v>
                </c:pt>
                <c:pt idx="20307">
                  <c:v>283.27629999999954</c:v>
                </c:pt>
                <c:pt idx="20308">
                  <c:v>276.98259999999954</c:v>
                </c:pt>
                <c:pt idx="20309">
                  <c:v>275.91069999999968</c:v>
                </c:pt>
                <c:pt idx="20310">
                  <c:v>283.95189999999968</c:v>
                </c:pt>
                <c:pt idx="20311">
                  <c:v>301.78559999999953</c:v>
                </c:pt>
                <c:pt idx="20312">
                  <c:v>307.13229999999999</c:v>
                </c:pt>
                <c:pt idx="20313">
                  <c:v>309.98229999999961</c:v>
                </c:pt>
                <c:pt idx="20314">
                  <c:v>306.58679999999936</c:v>
                </c:pt>
                <c:pt idx="20315">
                  <c:v>299.12180000000001</c:v>
                </c:pt>
                <c:pt idx="20316">
                  <c:v>288.92949999999968</c:v>
                </c:pt>
                <c:pt idx="20317">
                  <c:v>301.94490000000002</c:v>
                </c:pt>
                <c:pt idx="20318">
                  <c:v>309.43259999999935</c:v>
                </c:pt>
                <c:pt idx="20319">
                  <c:v>307.84649999999999</c:v>
                </c:pt>
                <c:pt idx="20320">
                  <c:v>298.1035</c:v>
                </c:pt>
                <c:pt idx="20321">
                  <c:v>299.91899999999936</c:v>
                </c:pt>
                <c:pt idx="20322">
                  <c:v>309.36509999999993</c:v>
                </c:pt>
                <c:pt idx="20323">
                  <c:v>309.79419999999953</c:v>
                </c:pt>
                <c:pt idx="20324">
                  <c:v>330.75619999999935</c:v>
                </c:pt>
                <c:pt idx="20325">
                  <c:v>363.96669999999961</c:v>
                </c:pt>
                <c:pt idx="20326">
                  <c:v>356.96469999999999</c:v>
                </c:pt>
                <c:pt idx="20327">
                  <c:v>344.34500000000008</c:v>
                </c:pt>
                <c:pt idx="20328">
                  <c:v>334.35169999999999</c:v>
                </c:pt>
                <c:pt idx="20329">
                  <c:v>328.42229999999961</c:v>
                </c:pt>
                <c:pt idx="20330">
                  <c:v>326.96230000000003</c:v>
                </c:pt>
                <c:pt idx="20331">
                  <c:v>341.42489999999964</c:v>
                </c:pt>
                <c:pt idx="20332">
                  <c:v>365.60120000000001</c:v>
                </c:pt>
                <c:pt idx="20333">
                  <c:v>376.83689999999967</c:v>
                </c:pt>
                <c:pt idx="20334">
                  <c:v>376.17140000000001</c:v>
                </c:pt>
                <c:pt idx="20335">
                  <c:v>369.23989999999969</c:v>
                </c:pt>
                <c:pt idx="20336">
                  <c:v>369.27539999999954</c:v>
                </c:pt>
                <c:pt idx="20337">
                  <c:v>365.19909999999999</c:v>
                </c:pt>
                <c:pt idx="20338">
                  <c:v>360.15550000000002</c:v>
                </c:pt>
                <c:pt idx="20339">
                  <c:v>360.08909999999969</c:v>
                </c:pt>
                <c:pt idx="20340">
                  <c:v>362.88029999999969</c:v>
                </c:pt>
                <c:pt idx="20341">
                  <c:v>366.33599999999967</c:v>
                </c:pt>
                <c:pt idx="20342">
                  <c:v>360.94209999999993</c:v>
                </c:pt>
                <c:pt idx="20343">
                  <c:v>355.45740000000001</c:v>
                </c:pt>
                <c:pt idx="20344">
                  <c:v>351.68239999999969</c:v>
                </c:pt>
                <c:pt idx="20345">
                  <c:v>353.42789999999968</c:v>
                </c:pt>
                <c:pt idx="20346">
                  <c:v>353.21039999999954</c:v>
                </c:pt>
                <c:pt idx="20347">
                  <c:v>348.86079999999993</c:v>
                </c:pt>
                <c:pt idx="20348">
                  <c:v>345.59119999999939</c:v>
                </c:pt>
                <c:pt idx="20349">
                  <c:v>342.04320000000001</c:v>
                </c:pt>
                <c:pt idx="20350">
                  <c:v>339.07459999999969</c:v>
                </c:pt>
                <c:pt idx="20351">
                  <c:v>335.50450000000001</c:v>
                </c:pt>
                <c:pt idx="20352">
                  <c:v>349.98499999999967</c:v>
                </c:pt>
                <c:pt idx="20353">
                  <c:v>349.6594000000004</c:v>
                </c:pt>
                <c:pt idx="20354">
                  <c:v>345.7079</c:v>
                </c:pt>
                <c:pt idx="20355">
                  <c:v>341.50669999999968</c:v>
                </c:pt>
                <c:pt idx="20356">
                  <c:v>337.20089999999999</c:v>
                </c:pt>
                <c:pt idx="20357">
                  <c:v>334.55200000000002</c:v>
                </c:pt>
                <c:pt idx="20358">
                  <c:v>335.35989999999998</c:v>
                </c:pt>
                <c:pt idx="20359">
                  <c:v>341.75709999999964</c:v>
                </c:pt>
                <c:pt idx="20360">
                  <c:v>354.90769999999969</c:v>
                </c:pt>
                <c:pt idx="20361">
                  <c:v>357.77599999999961</c:v>
                </c:pt>
                <c:pt idx="20362">
                  <c:v>351.90980000000002</c:v>
                </c:pt>
                <c:pt idx="20363">
                  <c:v>358.2226</c:v>
                </c:pt>
                <c:pt idx="20364">
                  <c:v>367.52809999999954</c:v>
                </c:pt>
                <c:pt idx="20365">
                  <c:v>374.23589999999967</c:v>
                </c:pt>
                <c:pt idx="20366">
                  <c:v>367.91209999999961</c:v>
                </c:pt>
                <c:pt idx="20367">
                  <c:v>377.88389999999993</c:v>
                </c:pt>
                <c:pt idx="20368">
                  <c:v>364.33249999999964</c:v>
                </c:pt>
                <c:pt idx="20369">
                  <c:v>359.7704</c:v>
                </c:pt>
                <c:pt idx="20370">
                  <c:v>352.98249999999967</c:v>
                </c:pt>
                <c:pt idx="20371">
                  <c:v>346.80160000000001</c:v>
                </c:pt>
                <c:pt idx="20372">
                  <c:v>341.65100000000001</c:v>
                </c:pt>
                <c:pt idx="20373">
                  <c:v>342.85419999999999</c:v>
                </c:pt>
                <c:pt idx="20374">
                  <c:v>349.72319999999939</c:v>
                </c:pt>
                <c:pt idx="20375">
                  <c:v>349.65129999999999</c:v>
                </c:pt>
                <c:pt idx="20376">
                  <c:v>340.92389999999961</c:v>
                </c:pt>
                <c:pt idx="20377">
                  <c:v>334.00900000000001</c:v>
                </c:pt>
                <c:pt idx="20378">
                  <c:v>329.62040000000002</c:v>
                </c:pt>
                <c:pt idx="20379">
                  <c:v>324.4427</c:v>
                </c:pt>
                <c:pt idx="20380">
                  <c:v>319.48729999999961</c:v>
                </c:pt>
                <c:pt idx="20381">
                  <c:v>315.0564</c:v>
                </c:pt>
                <c:pt idx="20382">
                  <c:v>310.94319999999954</c:v>
                </c:pt>
                <c:pt idx="20383">
                  <c:v>307.57669999999968</c:v>
                </c:pt>
                <c:pt idx="20384">
                  <c:v>306.63260000000002</c:v>
                </c:pt>
                <c:pt idx="20385">
                  <c:v>310.88749999999999</c:v>
                </c:pt>
                <c:pt idx="20386">
                  <c:v>316.108</c:v>
                </c:pt>
                <c:pt idx="20387">
                  <c:v>317.11759999999964</c:v>
                </c:pt>
                <c:pt idx="20388">
                  <c:v>313.88749999999999</c:v>
                </c:pt>
                <c:pt idx="20389">
                  <c:v>309.38829999999967</c:v>
                </c:pt>
                <c:pt idx="20390">
                  <c:v>306.55779999999999</c:v>
                </c:pt>
                <c:pt idx="20391">
                  <c:v>303.91839999999939</c:v>
                </c:pt>
                <c:pt idx="20392">
                  <c:v>299.15640000000002</c:v>
                </c:pt>
                <c:pt idx="20393">
                  <c:v>294.4355999999994</c:v>
                </c:pt>
                <c:pt idx="20394">
                  <c:v>292.54140000000001</c:v>
                </c:pt>
                <c:pt idx="20395">
                  <c:v>292.19929999999999</c:v>
                </c:pt>
                <c:pt idx="20396">
                  <c:v>288.91249999999968</c:v>
                </c:pt>
                <c:pt idx="20397">
                  <c:v>285.7473</c:v>
                </c:pt>
                <c:pt idx="20398">
                  <c:v>289.27349999999967</c:v>
                </c:pt>
                <c:pt idx="20399">
                  <c:v>298.68520000000001</c:v>
                </c:pt>
                <c:pt idx="20400">
                  <c:v>310.21509999999961</c:v>
                </c:pt>
                <c:pt idx="20401">
                  <c:v>316.68029999999999</c:v>
                </c:pt>
                <c:pt idx="20402">
                  <c:v>317.05939999999993</c:v>
                </c:pt>
                <c:pt idx="20403">
                  <c:v>313.07190000000003</c:v>
                </c:pt>
                <c:pt idx="20404">
                  <c:v>322.2099</c:v>
                </c:pt>
                <c:pt idx="20405">
                  <c:v>361.09719999999953</c:v>
                </c:pt>
                <c:pt idx="20406">
                  <c:v>433.03440000000001</c:v>
                </c:pt>
                <c:pt idx="20407">
                  <c:v>498.03549999999967</c:v>
                </c:pt>
                <c:pt idx="20408">
                  <c:v>565.76189999999997</c:v>
                </c:pt>
                <c:pt idx="20409">
                  <c:v>655.39819999999997</c:v>
                </c:pt>
                <c:pt idx="20410">
                  <c:v>658.00080000000003</c:v>
                </c:pt>
                <c:pt idx="20411">
                  <c:v>608.17360000000053</c:v>
                </c:pt>
                <c:pt idx="20412">
                  <c:v>557.97770000000003</c:v>
                </c:pt>
                <c:pt idx="20413">
                  <c:v>534.88909999999998</c:v>
                </c:pt>
                <c:pt idx="20414">
                  <c:v>525.9329999999992</c:v>
                </c:pt>
                <c:pt idx="20415">
                  <c:v>522.47559999999999</c:v>
                </c:pt>
                <c:pt idx="20416">
                  <c:v>519.00390000000004</c:v>
                </c:pt>
                <c:pt idx="20417">
                  <c:v>516.56739999999934</c:v>
                </c:pt>
                <c:pt idx="20418">
                  <c:v>534.37639999999999</c:v>
                </c:pt>
                <c:pt idx="20419">
                  <c:v>545.29900000000055</c:v>
                </c:pt>
                <c:pt idx="20420">
                  <c:v>652.8670999999988</c:v>
                </c:pt>
                <c:pt idx="20421">
                  <c:v>705.10329999999999</c:v>
                </c:pt>
                <c:pt idx="20422">
                  <c:v>617.73860000000002</c:v>
                </c:pt>
                <c:pt idx="20423">
                  <c:v>570.2654</c:v>
                </c:pt>
                <c:pt idx="20424">
                  <c:v>541.92079999999999</c:v>
                </c:pt>
                <c:pt idx="20425">
                  <c:v>532.28400000000067</c:v>
                </c:pt>
                <c:pt idx="20426">
                  <c:v>523.68740000000003</c:v>
                </c:pt>
                <c:pt idx="20427">
                  <c:v>517.53699999999947</c:v>
                </c:pt>
                <c:pt idx="20428">
                  <c:v>511.45679999999953</c:v>
                </c:pt>
                <c:pt idx="20429">
                  <c:v>516.02670000000001</c:v>
                </c:pt>
                <c:pt idx="20430">
                  <c:v>514.58199999999999</c:v>
                </c:pt>
                <c:pt idx="20431">
                  <c:v>517.60389999999995</c:v>
                </c:pt>
                <c:pt idx="20432">
                  <c:v>564.08989999999994</c:v>
                </c:pt>
                <c:pt idx="20433">
                  <c:v>734.42279999999948</c:v>
                </c:pt>
                <c:pt idx="20434">
                  <c:v>748.39289999999949</c:v>
                </c:pt>
                <c:pt idx="20435">
                  <c:v>646.3134</c:v>
                </c:pt>
                <c:pt idx="20436">
                  <c:v>878.29000000000053</c:v>
                </c:pt>
                <c:pt idx="20437">
                  <c:v>882.24170000000004</c:v>
                </c:pt>
                <c:pt idx="20438">
                  <c:v>868.33509999999933</c:v>
                </c:pt>
                <c:pt idx="20439">
                  <c:v>849.34499999999946</c:v>
                </c:pt>
                <c:pt idx="20440">
                  <c:v>1046.3529999999998</c:v>
                </c:pt>
                <c:pt idx="20441">
                  <c:v>982.82129999999881</c:v>
                </c:pt>
                <c:pt idx="20442">
                  <c:v>859.73370000000068</c:v>
                </c:pt>
                <c:pt idx="20443">
                  <c:v>782.85079999999948</c:v>
                </c:pt>
                <c:pt idx="20444">
                  <c:v>745.8048</c:v>
                </c:pt>
                <c:pt idx="20445">
                  <c:v>721.24119999999948</c:v>
                </c:pt>
                <c:pt idx="20446">
                  <c:v>711.27910000000054</c:v>
                </c:pt>
                <c:pt idx="20447">
                  <c:v>699.81179999999949</c:v>
                </c:pt>
                <c:pt idx="20448">
                  <c:v>691.20699999999999</c:v>
                </c:pt>
                <c:pt idx="20449">
                  <c:v>679.64940000000001</c:v>
                </c:pt>
                <c:pt idx="20450">
                  <c:v>671.12519999999938</c:v>
                </c:pt>
                <c:pt idx="20451">
                  <c:v>677.40179999999998</c:v>
                </c:pt>
                <c:pt idx="20452">
                  <c:v>695.32979999999998</c:v>
                </c:pt>
                <c:pt idx="20453">
                  <c:v>679.80330000000004</c:v>
                </c:pt>
                <c:pt idx="20454">
                  <c:v>664.87940000000003</c:v>
                </c:pt>
                <c:pt idx="20455">
                  <c:v>729.56039999999996</c:v>
                </c:pt>
                <c:pt idx="20456">
                  <c:v>789.54939999999999</c:v>
                </c:pt>
                <c:pt idx="20457">
                  <c:v>825.08619999999996</c:v>
                </c:pt>
                <c:pt idx="20458">
                  <c:v>823.99099999999999</c:v>
                </c:pt>
                <c:pt idx="20459">
                  <c:v>812.90470000000005</c:v>
                </c:pt>
                <c:pt idx="20460">
                  <c:v>744.36219999999867</c:v>
                </c:pt>
                <c:pt idx="20461">
                  <c:v>766.48929999999996</c:v>
                </c:pt>
                <c:pt idx="20462">
                  <c:v>843.87929999999949</c:v>
                </c:pt>
                <c:pt idx="20463">
                  <c:v>880.54629999999906</c:v>
                </c:pt>
                <c:pt idx="20464">
                  <c:v>849.13900000000001</c:v>
                </c:pt>
                <c:pt idx="20465">
                  <c:v>956.21789999999999</c:v>
                </c:pt>
                <c:pt idx="20466">
                  <c:v>920.35069999999905</c:v>
                </c:pt>
                <c:pt idx="20467">
                  <c:v>830.89449999999999</c:v>
                </c:pt>
                <c:pt idx="20468">
                  <c:v>741.00599999999997</c:v>
                </c:pt>
                <c:pt idx="20469">
                  <c:v>697.94669999999905</c:v>
                </c:pt>
                <c:pt idx="20470">
                  <c:v>672.31199999999933</c:v>
                </c:pt>
                <c:pt idx="20471">
                  <c:v>659.75450000000001</c:v>
                </c:pt>
                <c:pt idx="20472">
                  <c:v>649.97850000000005</c:v>
                </c:pt>
                <c:pt idx="20473">
                  <c:v>642.26019999999949</c:v>
                </c:pt>
                <c:pt idx="20474">
                  <c:v>631.71519999999998</c:v>
                </c:pt>
                <c:pt idx="20475">
                  <c:v>622.20989999999995</c:v>
                </c:pt>
                <c:pt idx="20476">
                  <c:v>612.20650000000001</c:v>
                </c:pt>
                <c:pt idx="20477">
                  <c:v>600.61569999999949</c:v>
                </c:pt>
                <c:pt idx="20478">
                  <c:v>585.72829999999999</c:v>
                </c:pt>
                <c:pt idx="20479">
                  <c:v>571.40699999999947</c:v>
                </c:pt>
                <c:pt idx="20480">
                  <c:v>558.28620000000001</c:v>
                </c:pt>
                <c:pt idx="20481">
                  <c:v>546.23880000000054</c:v>
                </c:pt>
                <c:pt idx="20482">
                  <c:v>535.15549999999996</c:v>
                </c:pt>
                <c:pt idx="20483">
                  <c:v>525.58929999999998</c:v>
                </c:pt>
                <c:pt idx="20484">
                  <c:v>516.29930000000081</c:v>
                </c:pt>
                <c:pt idx="20485">
                  <c:v>507.7088</c:v>
                </c:pt>
                <c:pt idx="20486">
                  <c:v>499.42949999999968</c:v>
                </c:pt>
                <c:pt idx="20487">
                  <c:v>499.81569999999999</c:v>
                </c:pt>
                <c:pt idx="20488">
                  <c:v>508.56979999999999</c:v>
                </c:pt>
                <c:pt idx="20489">
                  <c:v>521.23099999999999</c:v>
                </c:pt>
                <c:pt idx="20490">
                  <c:v>521.2432</c:v>
                </c:pt>
                <c:pt idx="20491">
                  <c:v>509.05090000000001</c:v>
                </c:pt>
                <c:pt idx="20492">
                  <c:v>499.14150000000001</c:v>
                </c:pt>
                <c:pt idx="20493">
                  <c:v>498.20839999999947</c:v>
                </c:pt>
                <c:pt idx="20494">
                  <c:v>499.57569999999993</c:v>
                </c:pt>
                <c:pt idx="20495">
                  <c:v>512.03949999999998</c:v>
                </c:pt>
                <c:pt idx="20496">
                  <c:v>544.10719999999947</c:v>
                </c:pt>
                <c:pt idx="20497">
                  <c:v>555.64109999999948</c:v>
                </c:pt>
                <c:pt idx="20498">
                  <c:v>526.47709999999938</c:v>
                </c:pt>
                <c:pt idx="20499">
                  <c:v>496.25299999999999</c:v>
                </c:pt>
                <c:pt idx="20500">
                  <c:v>477.96169999999961</c:v>
                </c:pt>
                <c:pt idx="20501">
                  <c:v>463.01209999999969</c:v>
                </c:pt>
                <c:pt idx="20502">
                  <c:v>452.23189999999954</c:v>
                </c:pt>
                <c:pt idx="20503">
                  <c:v>444.60109999999969</c:v>
                </c:pt>
                <c:pt idx="20504">
                  <c:v>437.81540000000001</c:v>
                </c:pt>
                <c:pt idx="20505">
                  <c:v>432.05160000000001</c:v>
                </c:pt>
                <c:pt idx="20506">
                  <c:v>429.97299999999967</c:v>
                </c:pt>
                <c:pt idx="20507">
                  <c:v>429.1395</c:v>
                </c:pt>
                <c:pt idx="20508">
                  <c:v>424.19420000000002</c:v>
                </c:pt>
                <c:pt idx="20509">
                  <c:v>416.30970000000002</c:v>
                </c:pt>
                <c:pt idx="20510">
                  <c:v>409.90189999999961</c:v>
                </c:pt>
                <c:pt idx="20511">
                  <c:v>404.0942</c:v>
                </c:pt>
                <c:pt idx="20512">
                  <c:v>396.13159999999954</c:v>
                </c:pt>
                <c:pt idx="20513">
                  <c:v>387.6309</c:v>
                </c:pt>
                <c:pt idx="20514">
                  <c:v>381.34490000000034</c:v>
                </c:pt>
                <c:pt idx="20515">
                  <c:v>377.53590000000003</c:v>
                </c:pt>
                <c:pt idx="20516">
                  <c:v>374.04180000000002</c:v>
                </c:pt>
                <c:pt idx="20517">
                  <c:v>380.95780000000002</c:v>
                </c:pt>
                <c:pt idx="20518">
                  <c:v>424.61219999999969</c:v>
                </c:pt>
                <c:pt idx="20519">
                  <c:v>466.67500000000001</c:v>
                </c:pt>
                <c:pt idx="20520">
                  <c:v>482.36489999999998</c:v>
                </c:pt>
                <c:pt idx="20521">
                  <c:v>471.59480000000002</c:v>
                </c:pt>
                <c:pt idx="20522">
                  <c:v>458.54169999999999</c:v>
                </c:pt>
                <c:pt idx="20523">
                  <c:v>442.30669999999969</c:v>
                </c:pt>
                <c:pt idx="20524">
                  <c:v>437.0419</c:v>
                </c:pt>
                <c:pt idx="20525">
                  <c:v>439.0822</c:v>
                </c:pt>
                <c:pt idx="20526">
                  <c:v>441.37209999999999</c:v>
                </c:pt>
                <c:pt idx="20527">
                  <c:v>442.87020000000001</c:v>
                </c:pt>
                <c:pt idx="20528">
                  <c:v>444.62580000000008</c:v>
                </c:pt>
                <c:pt idx="20529">
                  <c:v>449.67349999999999</c:v>
                </c:pt>
                <c:pt idx="20530">
                  <c:v>452.47029999999961</c:v>
                </c:pt>
                <c:pt idx="20531">
                  <c:v>452.53480000000002</c:v>
                </c:pt>
                <c:pt idx="20532">
                  <c:v>451.19549999999964</c:v>
                </c:pt>
                <c:pt idx="20533">
                  <c:v>451.28869999999961</c:v>
                </c:pt>
                <c:pt idx="20534">
                  <c:v>459.11700000000002</c:v>
                </c:pt>
                <c:pt idx="20535">
                  <c:v>475.35759999999999</c:v>
                </c:pt>
                <c:pt idx="20536">
                  <c:v>622.23680000000002</c:v>
                </c:pt>
                <c:pt idx="20537">
                  <c:v>625.42649999999946</c:v>
                </c:pt>
                <c:pt idx="20538">
                  <c:v>618.45489999999938</c:v>
                </c:pt>
                <c:pt idx="20539">
                  <c:v>573.90150000000006</c:v>
                </c:pt>
                <c:pt idx="20540">
                  <c:v>550.44559999999933</c:v>
                </c:pt>
                <c:pt idx="20541">
                  <c:v>545.13580000000002</c:v>
                </c:pt>
                <c:pt idx="20542">
                  <c:v>552.32539999999949</c:v>
                </c:pt>
                <c:pt idx="20543">
                  <c:v>546.31590000000006</c:v>
                </c:pt>
                <c:pt idx="20544">
                  <c:v>539.71340000000055</c:v>
                </c:pt>
                <c:pt idx="20545">
                  <c:v>530.49869999999999</c:v>
                </c:pt>
                <c:pt idx="20546">
                  <c:v>518.38630000000001</c:v>
                </c:pt>
                <c:pt idx="20547">
                  <c:v>602.50990000000002</c:v>
                </c:pt>
                <c:pt idx="20548">
                  <c:v>642.98</c:v>
                </c:pt>
                <c:pt idx="20549">
                  <c:v>590.01649999999938</c:v>
                </c:pt>
                <c:pt idx="20550">
                  <c:v>510.84309999999999</c:v>
                </c:pt>
                <c:pt idx="20551">
                  <c:v>449.38829999999967</c:v>
                </c:pt>
                <c:pt idx="20552">
                  <c:v>429.4152999999996</c:v>
                </c:pt>
                <c:pt idx="20553">
                  <c:v>417.25560000000002</c:v>
                </c:pt>
                <c:pt idx="20554">
                  <c:v>408.0368999999996</c:v>
                </c:pt>
                <c:pt idx="20555">
                  <c:v>399.51420000000002</c:v>
                </c:pt>
                <c:pt idx="20556">
                  <c:v>382.70319999999936</c:v>
                </c:pt>
                <c:pt idx="20557">
                  <c:v>377.56760000000008</c:v>
                </c:pt>
                <c:pt idx="20558">
                  <c:v>377.77689999999961</c:v>
                </c:pt>
                <c:pt idx="20559">
                  <c:v>379.18970000000002</c:v>
                </c:pt>
                <c:pt idx="20560">
                  <c:v>378.87580000000008</c:v>
                </c:pt>
                <c:pt idx="20561">
                  <c:v>372.48939999999953</c:v>
                </c:pt>
                <c:pt idx="20562">
                  <c:v>372.23319999999939</c:v>
                </c:pt>
                <c:pt idx="20563">
                  <c:v>395.9128</c:v>
                </c:pt>
                <c:pt idx="20564">
                  <c:v>425.96309999999954</c:v>
                </c:pt>
                <c:pt idx="20565">
                  <c:v>452.71669999999961</c:v>
                </c:pt>
                <c:pt idx="20566">
                  <c:v>839.51310000000001</c:v>
                </c:pt>
                <c:pt idx="20567">
                  <c:v>1366.8219999999999</c:v>
                </c:pt>
                <c:pt idx="20568">
                  <c:v>1652.49</c:v>
                </c:pt>
                <c:pt idx="20569">
                  <c:v>1357.9739999999999</c:v>
                </c:pt>
                <c:pt idx="20570">
                  <c:v>922.01110000000006</c:v>
                </c:pt>
                <c:pt idx="20571">
                  <c:v>824.41309999999999</c:v>
                </c:pt>
                <c:pt idx="20572">
                  <c:v>834.60209999999938</c:v>
                </c:pt>
                <c:pt idx="20573">
                  <c:v>810.69330000000082</c:v>
                </c:pt>
                <c:pt idx="20574">
                  <c:v>898.46079999999949</c:v>
                </c:pt>
                <c:pt idx="20575">
                  <c:v>957.98719999999946</c:v>
                </c:pt>
                <c:pt idx="20576">
                  <c:v>965.04119999999921</c:v>
                </c:pt>
                <c:pt idx="20577">
                  <c:v>949.00789999999949</c:v>
                </c:pt>
                <c:pt idx="20578">
                  <c:v>946.28830000000096</c:v>
                </c:pt>
                <c:pt idx="20579">
                  <c:v>980.16099999999949</c:v>
                </c:pt>
                <c:pt idx="20580">
                  <c:v>1054.03</c:v>
                </c:pt>
                <c:pt idx="20581">
                  <c:v>1145.723</c:v>
                </c:pt>
                <c:pt idx="20582">
                  <c:v>1273.498</c:v>
                </c:pt>
                <c:pt idx="20583">
                  <c:v>1438.9829999999999</c:v>
                </c:pt>
                <c:pt idx="20584">
                  <c:v>1484.4</c:v>
                </c:pt>
                <c:pt idx="20585">
                  <c:v>1300.6439999999998</c:v>
                </c:pt>
                <c:pt idx="20586">
                  <c:v>1092.1199999999999</c:v>
                </c:pt>
                <c:pt idx="20587">
                  <c:v>1028.7429999999999</c:v>
                </c:pt>
                <c:pt idx="20588">
                  <c:v>1042.576</c:v>
                </c:pt>
                <c:pt idx="20589">
                  <c:v>1472.8009999999999</c:v>
                </c:pt>
                <c:pt idx="20590">
                  <c:v>2828.9009999999998</c:v>
                </c:pt>
                <c:pt idx="20591">
                  <c:v>4499.3370000000004</c:v>
                </c:pt>
                <c:pt idx="20592">
                  <c:v>4949.0280000000002</c:v>
                </c:pt>
                <c:pt idx="20593">
                  <c:v>3937.03</c:v>
                </c:pt>
                <c:pt idx="20594">
                  <c:v>3078.8950000000027</c:v>
                </c:pt>
                <c:pt idx="20595">
                  <c:v>3060.4050000000002</c:v>
                </c:pt>
                <c:pt idx="20596">
                  <c:v>2965.1529999999998</c:v>
                </c:pt>
                <c:pt idx="20597">
                  <c:v>2658.3690000000001</c:v>
                </c:pt>
                <c:pt idx="20598">
                  <c:v>2355.3870000000002</c:v>
                </c:pt>
                <c:pt idx="20599">
                  <c:v>2002.1209999999999</c:v>
                </c:pt>
                <c:pt idx="20600">
                  <c:v>1773.8619999999999</c:v>
                </c:pt>
                <c:pt idx="20601">
                  <c:v>1809.048</c:v>
                </c:pt>
                <c:pt idx="20602">
                  <c:v>1838.585</c:v>
                </c:pt>
                <c:pt idx="20603">
                  <c:v>1741.606</c:v>
                </c:pt>
                <c:pt idx="20604">
                  <c:v>1586.615</c:v>
                </c:pt>
                <c:pt idx="20605">
                  <c:v>1475.473</c:v>
                </c:pt>
                <c:pt idx="20606">
                  <c:v>1410.4560000000001</c:v>
                </c:pt>
                <c:pt idx="20607">
                  <c:v>1349.4639999999999</c:v>
                </c:pt>
                <c:pt idx="20608">
                  <c:v>1310.347</c:v>
                </c:pt>
                <c:pt idx="20609">
                  <c:v>1353.3119999999999</c:v>
                </c:pt>
                <c:pt idx="20610">
                  <c:v>1430.9010000000001</c:v>
                </c:pt>
                <c:pt idx="20611">
                  <c:v>1405.9190000000001</c:v>
                </c:pt>
                <c:pt idx="20612">
                  <c:v>1300.1789999999999</c:v>
                </c:pt>
                <c:pt idx="20613">
                  <c:v>1276.722</c:v>
                </c:pt>
                <c:pt idx="20614">
                  <c:v>1314.5739999999998</c:v>
                </c:pt>
                <c:pt idx="20615">
                  <c:v>1331.56</c:v>
                </c:pt>
                <c:pt idx="20616">
                  <c:v>1291.6499999999999</c:v>
                </c:pt>
                <c:pt idx="20617">
                  <c:v>1227.491</c:v>
                </c:pt>
                <c:pt idx="20618">
                  <c:v>1187.6519999999998</c:v>
                </c:pt>
                <c:pt idx="20619">
                  <c:v>1146.6039999999998</c:v>
                </c:pt>
                <c:pt idx="20620">
                  <c:v>1105.095</c:v>
                </c:pt>
                <c:pt idx="20621">
                  <c:v>1134.4749999999999</c:v>
                </c:pt>
                <c:pt idx="20622">
                  <c:v>1225.53</c:v>
                </c:pt>
                <c:pt idx="20623">
                  <c:v>1293.7639999999999</c:v>
                </c:pt>
                <c:pt idx="20624">
                  <c:v>1260.566</c:v>
                </c:pt>
                <c:pt idx="20625">
                  <c:v>1133.212</c:v>
                </c:pt>
                <c:pt idx="20626">
                  <c:v>1000.57</c:v>
                </c:pt>
                <c:pt idx="20627">
                  <c:v>929.11270000000002</c:v>
                </c:pt>
                <c:pt idx="20628">
                  <c:v>898.27370000000099</c:v>
                </c:pt>
                <c:pt idx="20629">
                  <c:v>872.69490000000053</c:v>
                </c:pt>
                <c:pt idx="20630">
                  <c:v>845.68560000000002</c:v>
                </c:pt>
                <c:pt idx="20631">
                  <c:v>820.16930000000002</c:v>
                </c:pt>
                <c:pt idx="20632">
                  <c:v>791.19299999999998</c:v>
                </c:pt>
                <c:pt idx="20633">
                  <c:v>756.40430000000003</c:v>
                </c:pt>
                <c:pt idx="20634">
                  <c:v>718.75199999999938</c:v>
                </c:pt>
                <c:pt idx="20635">
                  <c:v>681.85339999999997</c:v>
                </c:pt>
                <c:pt idx="20636">
                  <c:v>663.54489999999998</c:v>
                </c:pt>
                <c:pt idx="20637">
                  <c:v>697.63400000000001</c:v>
                </c:pt>
                <c:pt idx="20638">
                  <c:v>731.66209999999921</c:v>
                </c:pt>
                <c:pt idx="20639">
                  <c:v>654.86009999999919</c:v>
                </c:pt>
                <c:pt idx="20640">
                  <c:v>505.62689999999969</c:v>
                </c:pt>
                <c:pt idx="20641">
                  <c:v>418.94080000000002</c:v>
                </c:pt>
                <c:pt idx="20642">
                  <c:v>408.56180000000001</c:v>
                </c:pt>
                <c:pt idx="20643">
                  <c:v>404.12009999999964</c:v>
                </c:pt>
                <c:pt idx="20644">
                  <c:v>394.49769999999961</c:v>
                </c:pt>
                <c:pt idx="20645">
                  <c:v>381.26529999999968</c:v>
                </c:pt>
                <c:pt idx="20646">
                  <c:v>369.84109999999993</c:v>
                </c:pt>
                <c:pt idx="20647">
                  <c:v>367.77499999999969</c:v>
                </c:pt>
                <c:pt idx="20648">
                  <c:v>368.64830000000001</c:v>
                </c:pt>
                <c:pt idx="20649">
                  <c:v>363.8064</c:v>
                </c:pt>
                <c:pt idx="20650">
                  <c:v>354.88010000000003</c:v>
                </c:pt>
                <c:pt idx="20651">
                  <c:v>348.3929</c:v>
                </c:pt>
                <c:pt idx="20652">
                  <c:v>356.06909999999999</c:v>
                </c:pt>
                <c:pt idx="20653">
                  <c:v>411.28089999999969</c:v>
                </c:pt>
                <c:pt idx="20654">
                  <c:v>515.2527</c:v>
                </c:pt>
                <c:pt idx="20655">
                  <c:v>569.21159999999998</c:v>
                </c:pt>
                <c:pt idx="20656">
                  <c:v>505.41579999999954</c:v>
                </c:pt>
                <c:pt idx="20657">
                  <c:v>437.97209999999961</c:v>
                </c:pt>
                <c:pt idx="20658">
                  <c:v>414.91139999999939</c:v>
                </c:pt>
                <c:pt idx="20659">
                  <c:v>404.38679999999954</c:v>
                </c:pt>
                <c:pt idx="20660">
                  <c:v>404.50360000000001</c:v>
                </c:pt>
                <c:pt idx="20661">
                  <c:v>424.24119999999954</c:v>
                </c:pt>
                <c:pt idx="20662">
                  <c:v>466.02280000000002</c:v>
                </c:pt>
                <c:pt idx="20663">
                  <c:v>504.73679999999939</c:v>
                </c:pt>
                <c:pt idx="20664">
                  <c:v>526.85899999999947</c:v>
                </c:pt>
                <c:pt idx="20665">
                  <c:v>515.86829999999907</c:v>
                </c:pt>
                <c:pt idx="20666">
                  <c:v>493.21389999999968</c:v>
                </c:pt>
                <c:pt idx="20667">
                  <c:v>481.85700000000008</c:v>
                </c:pt>
                <c:pt idx="20668">
                  <c:v>484.01669999999967</c:v>
                </c:pt>
                <c:pt idx="20669">
                  <c:v>511.03339999999935</c:v>
                </c:pt>
                <c:pt idx="20670">
                  <c:v>509.54309999999964</c:v>
                </c:pt>
                <c:pt idx="20671">
                  <c:v>486.029</c:v>
                </c:pt>
                <c:pt idx="20672">
                  <c:v>479.90189999999961</c:v>
                </c:pt>
                <c:pt idx="20673">
                  <c:v>466.55059999999969</c:v>
                </c:pt>
                <c:pt idx="20674">
                  <c:v>446.75149999999968</c:v>
                </c:pt>
                <c:pt idx="20675">
                  <c:v>448.89649999999961</c:v>
                </c:pt>
                <c:pt idx="20676">
                  <c:v>471.00309999999968</c:v>
                </c:pt>
                <c:pt idx="20677">
                  <c:v>501.5514</c:v>
                </c:pt>
                <c:pt idx="20678">
                  <c:v>507.79829999999947</c:v>
                </c:pt>
                <c:pt idx="20679">
                  <c:v>484.14800000000002</c:v>
                </c:pt>
                <c:pt idx="20680">
                  <c:v>466.24970000000002</c:v>
                </c:pt>
                <c:pt idx="20681">
                  <c:v>467.46039999999954</c:v>
                </c:pt>
                <c:pt idx="20682">
                  <c:v>469.65440000000041</c:v>
                </c:pt>
                <c:pt idx="20683">
                  <c:v>472.61880000000002</c:v>
                </c:pt>
                <c:pt idx="20684">
                  <c:v>477.14980000000065</c:v>
                </c:pt>
                <c:pt idx="20685">
                  <c:v>462.00560000000002</c:v>
                </c:pt>
                <c:pt idx="20686">
                  <c:v>446.60490000000033</c:v>
                </c:pt>
                <c:pt idx="20687">
                  <c:v>438.48169999999953</c:v>
                </c:pt>
                <c:pt idx="20688">
                  <c:v>441.61759999999964</c:v>
                </c:pt>
                <c:pt idx="20689">
                  <c:v>447.62790000000001</c:v>
                </c:pt>
                <c:pt idx="20690">
                  <c:v>436.6046000000004</c:v>
                </c:pt>
                <c:pt idx="20691">
                  <c:v>425.75839999999954</c:v>
                </c:pt>
                <c:pt idx="20692">
                  <c:v>420.03399999999954</c:v>
                </c:pt>
                <c:pt idx="20693">
                  <c:v>411.15970000000033</c:v>
                </c:pt>
                <c:pt idx="20694">
                  <c:v>404.19849999999968</c:v>
                </c:pt>
                <c:pt idx="20695">
                  <c:v>417.09899999999953</c:v>
                </c:pt>
                <c:pt idx="20696">
                  <c:v>439.24129999999968</c:v>
                </c:pt>
                <c:pt idx="20697">
                  <c:v>443.62869999999964</c:v>
                </c:pt>
                <c:pt idx="20698">
                  <c:v>433.73639999999932</c:v>
                </c:pt>
                <c:pt idx="20699">
                  <c:v>416.58699999999953</c:v>
                </c:pt>
                <c:pt idx="20700">
                  <c:v>399.27299999999968</c:v>
                </c:pt>
                <c:pt idx="20701">
                  <c:v>389.3426000000004</c:v>
                </c:pt>
                <c:pt idx="20702">
                  <c:v>398.26990000000001</c:v>
                </c:pt>
                <c:pt idx="20703">
                  <c:v>412.99649999999946</c:v>
                </c:pt>
                <c:pt idx="20704">
                  <c:v>420.28839999999946</c:v>
                </c:pt>
                <c:pt idx="20705">
                  <c:v>416.75229999999999</c:v>
                </c:pt>
                <c:pt idx="20706">
                  <c:v>404.16140000000001</c:v>
                </c:pt>
                <c:pt idx="20707">
                  <c:v>396.70689999999968</c:v>
                </c:pt>
                <c:pt idx="20708">
                  <c:v>396.47509999999954</c:v>
                </c:pt>
                <c:pt idx="20709">
                  <c:v>399.67149999999964</c:v>
                </c:pt>
                <c:pt idx="20710">
                  <c:v>395.27749999999969</c:v>
                </c:pt>
                <c:pt idx="20711">
                  <c:v>388.64960000000048</c:v>
                </c:pt>
                <c:pt idx="20712">
                  <c:v>384.5634</c:v>
                </c:pt>
                <c:pt idx="20713">
                  <c:v>378.39479999999969</c:v>
                </c:pt>
                <c:pt idx="20714">
                  <c:v>370.30149999999969</c:v>
                </c:pt>
                <c:pt idx="20715">
                  <c:v>359.4948</c:v>
                </c:pt>
                <c:pt idx="20716">
                  <c:v>353.46749999999969</c:v>
                </c:pt>
                <c:pt idx="20717">
                  <c:v>354.48489999999993</c:v>
                </c:pt>
                <c:pt idx="20718">
                  <c:v>352.94319999999954</c:v>
                </c:pt>
                <c:pt idx="20719">
                  <c:v>343.5718</c:v>
                </c:pt>
                <c:pt idx="20720">
                  <c:v>337.14270000000033</c:v>
                </c:pt>
                <c:pt idx="20721">
                  <c:v>340.6232</c:v>
                </c:pt>
                <c:pt idx="20722">
                  <c:v>344.85780000000034</c:v>
                </c:pt>
                <c:pt idx="20723">
                  <c:v>352.87809999999968</c:v>
                </c:pt>
                <c:pt idx="20724">
                  <c:v>347.7859999999996</c:v>
                </c:pt>
                <c:pt idx="20725">
                  <c:v>351.6875</c:v>
                </c:pt>
                <c:pt idx="20726">
                  <c:v>353.12400000000002</c:v>
                </c:pt>
                <c:pt idx="20727">
                  <c:v>345.80840000000001</c:v>
                </c:pt>
                <c:pt idx="20728">
                  <c:v>341.55040000000002</c:v>
                </c:pt>
                <c:pt idx="20729">
                  <c:v>356.92720000000003</c:v>
                </c:pt>
                <c:pt idx="20730">
                  <c:v>394.35120000000001</c:v>
                </c:pt>
                <c:pt idx="20731">
                  <c:v>435.76780000000002</c:v>
                </c:pt>
                <c:pt idx="20732">
                  <c:v>443.49339999999933</c:v>
                </c:pt>
                <c:pt idx="20733">
                  <c:v>445.21429999999964</c:v>
                </c:pt>
                <c:pt idx="20734">
                  <c:v>449.77420000000001</c:v>
                </c:pt>
                <c:pt idx="20735">
                  <c:v>465.3186</c:v>
                </c:pt>
                <c:pt idx="20736">
                  <c:v>467.82649999999961</c:v>
                </c:pt>
                <c:pt idx="20737">
                  <c:v>457.89649999999961</c:v>
                </c:pt>
                <c:pt idx="20738">
                  <c:v>447.2423</c:v>
                </c:pt>
                <c:pt idx="20739">
                  <c:v>439.43519999999933</c:v>
                </c:pt>
                <c:pt idx="20740">
                  <c:v>435.51029999999969</c:v>
                </c:pt>
                <c:pt idx="20741">
                  <c:v>422.67570000000001</c:v>
                </c:pt>
                <c:pt idx="20742">
                  <c:v>410.99879999999939</c:v>
                </c:pt>
                <c:pt idx="20743">
                  <c:v>402.15050000000002</c:v>
                </c:pt>
                <c:pt idx="20744">
                  <c:v>394.5154</c:v>
                </c:pt>
                <c:pt idx="20745">
                  <c:v>385.18639999999954</c:v>
                </c:pt>
                <c:pt idx="20746">
                  <c:v>380.78839999999946</c:v>
                </c:pt>
                <c:pt idx="20747">
                  <c:v>380.45389999999969</c:v>
                </c:pt>
                <c:pt idx="20748">
                  <c:v>374.04410000000001</c:v>
                </c:pt>
                <c:pt idx="20749">
                  <c:v>367.71480000000008</c:v>
                </c:pt>
                <c:pt idx="20750">
                  <c:v>408.0958</c:v>
                </c:pt>
                <c:pt idx="20751">
                  <c:v>430.58629999999954</c:v>
                </c:pt>
                <c:pt idx="20752">
                  <c:v>431.90569999999968</c:v>
                </c:pt>
                <c:pt idx="20753">
                  <c:v>426.38329999999968</c:v>
                </c:pt>
                <c:pt idx="20754">
                  <c:v>436.06920000000002</c:v>
                </c:pt>
                <c:pt idx="20755">
                  <c:v>435.5949</c:v>
                </c:pt>
                <c:pt idx="20756">
                  <c:v>443.01490000000001</c:v>
                </c:pt>
                <c:pt idx="20757">
                  <c:v>507.86599999999999</c:v>
                </c:pt>
                <c:pt idx="20758">
                  <c:v>1156.106</c:v>
                </c:pt>
                <c:pt idx="20759">
                  <c:v>1850.991</c:v>
                </c:pt>
                <c:pt idx="20760">
                  <c:v>2236.3879999999999</c:v>
                </c:pt>
                <c:pt idx="20761">
                  <c:v>2331.3040000000001</c:v>
                </c:pt>
                <c:pt idx="20762">
                  <c:v>2054.643</c:v>
                </c:pt>
                <c:pt idx="20763">
                  <c:v>2218.152</c:v>
                </c:pt>
                <c:pt idx="20764">
                  <c:v>1866.4080000000001</c:v>
                </c:pt>
                <c:pt idx="20765">
                  <c:v>1550.9360000000001</c:v>
                </c:pt>
                <c:pt idx="20766">
                  <c:v>1290.934</c:v>
                </c:pt>
                <c:pt idx="20767">
                  <c:v>1212.454</c:v>
                </c:pt>
                <c:pt idx="20768">
                  <c:v>1505.327</c:v>
                </c:pt>
                <c:pt idx="20769">
                  <c:v>1775.011</c:v>
                </c:pt>
                <c:pt idx="20770">
                  <c:v>1865.2329999999999</c:v>
                </c:pt>
                <c:pt idx="20771">
                  <c:v>1624.1939999999986</c:v>
                </c:pt>
                <c:pt idx="20772">
                  <c:v>1483.846</c:v>
                </c:pt>
                <c:pt idx="20773">
                  <c:v>1384.0509999999999</c:v>
                </c:pt>
                <c:pt idx="20774">
                  <c:v>1305.2839999999999</c:v>
                </c:pt>
                <c:pt idx="20775">
                  <c:v>1254.3050000000001</c:v>
                </c:pt>
                <c:pt idx="20776">
                  <c:v>1222.8239999999998</c:v>
                </c:pt>
                <c:pt idx="20777">
                  <c:v>1265.9460000000001</c:v>
                </c:pt>
                <c:pt idx="20778">
                  <c:v>1839.731</c:v>
                </c:pt>
                <c:pt idx="20779">
                  <c:v>2430.2239999999997</c:v>
                </c:pt>
                <c:pt idx="20780">
                  <c:v>2425.136</c:v>
                </c:pt>
                <c:pt idx="20781">
                  <c:v>2279.96</c:v>
                </c:pt>
                <c:pt idx="20782">
                  <c:v>3303.8789999999999</c:v>
                </c:pt>
                <c:pt idx="20783">
                  <c:v>3896.134</c:v>
                </c:pt>
                <c:pt idx="20784">
                  <c:v>3650.59</c:v>
                </c:pt>
                <c:pt idx="20785">
                  <c:v>3523.9989999999998</c:v>
                </c:pt>
                <c:pt idx="20786">
                  <c:v>4796.1670000000004</c:v>
                </c:pt>
                <c:pt idx="20787">
                  <c:v>6035.317</c:v>
                </c:pt>
                <c:pt idx="20788">
                  <c:v>4910.9839999999995</c:v>
                </c:pt>
                <c:pt idx="20789">
                  <c:v>2996.1170000000002</c:v>
                </c:pt>
                <c:pt idx="20790">
                  <c:v>2297.7689999999966</c:v>
                </c:pt>
                <c:pt idx="20791">
                  <c:v>2160.5700000000002</c:v>
                </c:pt>
                <c:pt idx="20792">
                  <c:v>2477.9639999999999</c:v>
                </c:pt>
                <c:pt idx="20793">
                  <c:v>3153.7049999999972</c:v>
                </c:pt>
                <c:pt idx="20794">
                  <c:v>3857.2269999999967</c:v>
                </c:pt>
                <c:pt idx="20795">
                  <c:v>4076.8679999999999</c:v>
                </c:pt>
                <c:pt idx="20796">
                  <c:v>3503.3900000000012</c:v>
                </c:pt>
                <c:pt idx="20797">
                  <c:v>2514.8500000000022</c:v>
                </c:pt>
                <c:pt idx="20798">
                  <c:v>1892.4090000000001</c:v>
                </c:pt>
                <c:pt idx="20799">
                  <c:v>1703.4460000000001</c:v>
                </c:pt>
                <c:pt idx="20800">
                  <c:v>1590.508</c:v>
                </c:pt>
                <c:pt idx="20801">
                  <c:v>1472.1959999999999</c:v>
                </c:pt>
                <c:pt idx="20802">
                  <c:v>1410.7339999999999</c:v>
                </c:pt>
                <c:pt idx="20803">
                  <c:v>1349.1179999999999</c:v>
                </c:pt>
                <c:pt idx="20804">
                  <c:v>1297.8629999999998</c:v>
                </c:pt>
                <c:pt idx="20805">
                  <c:v>1259.9860000000001</c:v>
                </c:pt>
                <c:pt idx="20806">
                  <c:v>1228.511</c:v>
                </c:pt>
                <c:pt idx="20807">
                  <c:v>1205.778</c:v>
                </c:pt>
                <c:pt idx="20808">
                  <c:v>1183.481</c:v>
                </c:pt>
                <c:pt idx="20809">
                  <c:v>1157.4270000000001</c:v>
                </c:pt>
                <c:pt idx="20810">
                  <c:v>1131.6639999999998</c:v>
                </c:pt>
                <c:pt idx="20811">
                  <c:v>1107.8899999999999</c:v>
                </c:pt>
                <c:pt idx="20812">
                  <c:v>1089.645</c:v>
                </c:pt>
                <c:pt idx="20813">
                  <c:v>1072.7249999999999</c:v>
                </c:pt>
                <c:pt idx="20814">
                  <c:v>1056.028</c:v>
                </c:pt>
                <c:pt idx="20815">
                  <c:v>1037.1889999999999</c:v>
                </c:pt>
                <c:pt idx="20816">
                  <c:v>1025.797</c:v>
                </c:pt>
                <c:pt idx="20817">
                  <c:v>1010.059</c:v>
                </c:pt>
                <c:pt idx="20818">
                  <c:v>994.45549999999946</c:v>
                </c:pt>
                <c:pt idx="20819">
                  <c:v>1152.338</c:v>
                </c:pt>
                <c:pt idx="20820">
                  <c:v>1400.913</c:v>
                </c:pt>
                <c:pt idx="20821">
                  <c:v>1530.3489999999999</c:v>
                </c:pt>
                <c:pt idx="20822">
                  <c:v>1370.99</c:v>
                </c:pt>
                <c:pt idx="20823">
                  <c:v>1526.038</c:v>
                </c:pt>
                <c:pt idx="20824">
                  <c:v>2139.567</c:v>
                </c:pt>
                <c:pt idx="20825">
                  <c:v>3122.96</c:v>
                </c:pt>
                <c:pt idx="20826">
                  <c:v>3317.7570000000001</c:v>
                </c:pt>
                <c:pt idx="20827">
                  <c:v>2543.9369999999999</c:v>
                </c:pt>
                <c:pt idx="20828">
                  <c:v>2048.777</c:v>
                </c:pt>
                <c:pt idx="20829">
                  <c:v>2062.7190000000001</c:v>
                </c:pt>
                <c:pt idx="20830">
                  <c:v>2202.08</c:v>
                </c:pt>
                <c:pt idx="20831">
                  <c:v>2040.1849999999986</c:v>
                </c:pt>
                <c:pt idx="20832">
                  <c:v>1831.6189999999999</c:v>
                </c:pt>
                <c:pt idx="20833">
                  <c:v>1554.2560000000001</c:v>
                </c:pt>
                <c:pt idx="20834">
                  <c:v>1322.0609999999999</c:v>
                </c:pt>
                <c:pt idx="20835">
                  <c:v>1295.4370000000001</c:v>
                </c:pt>
                <c:pt idx="20836">
                  <c:v>1404.4010000000001</c:v>
                </c:pt>
                <c:pt idx="20837">
                  <c:v>1461.8789999999999</c:v>
                </c:pt>
                <c:pt idx="20838">
                  <c:v>1379.99</c:v>
                </c:pt>
                <c:pt idx="20839">
                  <c:v>1242.8489999999999</c:v>
                </c:pt>
                <c:pt idx="20840">
                  <c:v>1167.9050000000011</c:v>
                </c:pt>
                <c:pt idx="20841">
                  <c:v>1128.24</c:v>
                </c:pt>
                <c:pt idx="20842">
                  <c:v>1096.6769999999999</c:v>
                </c:pt>
                <c:pt idx="20843">
                  <c:v>1073.6759999999999</c:v>
                </c:pt>
                <c:pt idx="20844">
                  <c:v>1064.056</c:v>
                </c:pt>
                <c:pt idx="20845">
                  <c:v>1524.8</c:v>
                </c:pt>
                <c:pt idx="20846">
                  <c:v>3034.5520000000001</c:v>
                </c:pt>
                <c:pt idx="20847">
                  <c:v>4537.1990000000014</c:v>
                </c:pt>
                <c:pt idx="20848">
                  <c:v>4355.7070000000003</c:v>
                </c:pt>
                <c:pt idx="20849">
                  <c:v>3207.3530000000028</c:v>
                </c:pt>
                <c:pt idx="20850">
                  <c:v>2360.7759999999998</c:v>
                </c:pt>
                <c:pt idx="20851">
                  <c:v>2095.6770000000001</c:v>
                </c:pt>
                <c:pt idx="20852">
                  <c:v>2232.8620000000001</c:v>
                </c:pt>
                <c:pt idx="20853">
                  <c:v>2063.2979999999998</c:v>
                </c:pt>
                <c:pt idx="20854">
                  <c:v>1798.6629999999998</c:v>
                </c:pt>
                <c:pt idx="20855">
                  <c:v>1504.646</c:v>
                </c:pt>
                <c:pt idx="20856">
                  <c:v>1345.9770000000001</c:v>
                </c:pt>
                <c:pt idx="20857">
                  <c:v>1262.739</c:v>
                </c:pt>
                <c:pt idx="20858">
                  <c:v>1209.4150000000011</c:v>
                </c:pt>
                <c:pt idx="20859">
                  <c:v>1173.8329999999999</c:v>
                </c:pt>
                <c:pt idx="20860">
                  <c:v>1155.5899999999999</c:v>
                </c:pt>
                <c:pt idx="20861">
                  <c:v>1133.5070000000001</c:v>
                </c:pt>
                <c:pt idx="20862">
                  <c:v>1122.0329999999999</c:v>
                </c:pt>
                <c:pt idx="20863">
                  <c:v>1344</c:v>
                </c:pt>
                <c:pt idx="20864">
                  <c:v>1318.3909999999998</c:v>
                </c:pt>
                <c:pt idx="20865">
                  <c:v>1229.8029999999999</c:v>
                </c:pt>
                <c:pt idx="20866">
                  <c:v>1125.472</c:v>
                </c:pt>
                <c:pt idx="20867">
                  <c:v>1091.7049999999999</c:v>
                </c:pt>
                <c:pt idx="20868">
                  <c:v>1101.0709999999999</c:v>
                </c:pt>
                <c:pt idx="20869">
                  <c:v>1097.7470000000001</c:v>
                </c:pt>
                <c:pt idx="20870">
                  <c:v>1077.6019999999999</c:v>
                </c:pt>
                <c:pt idx="20871">
                  <c:v>1034.913</c:v>
                </c:pt>
                <c:pt idx="20872">
                  <c:v>998.06149999999946</c:v>
                </c:pt>
                <c:pt idx="20873">
                  <c:v>975.4914</c:v>
                </c:pt>
                <c:pt idx="20874">
                  <c:v>961.65279999999996</c:v>
                </c:pt>
                <c:pt idx="20875">
                  <c:v>950.71469999999999</c:v>
                </c:pt>
                <c:pt idx="20876">
                  <c:v>938.55529999999919</c:v>
                </c:pt>
                <c:pt idx="20877">
                  <c:v>1303.9780000000001</c:v>
                </c:pt>
                <c:pt idx="20878">
                  <c:v>1166.106</c:v>
                </c:pt>
                <c:pt idx="20879">
                  <c:v>1125.2080000000001</c:v>
                </c:pt>
                <c:pt idx="20880">
                  <c:v>1299.519</c:v>
                </c:pt>
                <c:pt idx="20881">
                  <c:v>1218.962</c:v>
                </c:pt>
                <c:pt idx="20882">
                  <c:v>1308.1009999999999</c:v>
                </c:pt>
                <c:pt idx="20883">
                  <c:v>1238.635</c:v>
                </c:pt>
                <c:pt idx="20884">
                  <c:v>1183.6299999999999</c:v>
                </c:pt>
                <c:pt idx="20885">
                  <c:v>1054.6279999999999</c:v>
                </c:pt>
                <c:pt idx="20886">
                  <c:v>966.8383</c:v>
                </c:pt>
                <c:pt idx="20887">
                  <c:v>919.99519999999939</c:v>
                </c:pt>
                <c:pt idx="20888">
                  <c:v>887.07360000000051</c:v>
                </c:pt>
                <c:pt idx="20889">
                  <c:v>864.86409999999921</c:v>
                </c:pt>
                <c:pt idx="20890">
                  <c:v>847.25819999999999</c:v>
                </c:pt>
                <c:pt idx="20891">
                  <c:v>848.21669999999949</c:v>
                </c:pt>
                <c:pt idx="20892">
                  <c:v>846.67920000000004</c:v>
                </c:pt>
                <c:pt idx="20893">
                  <c:v>834.39970000000005</c:v>
                </c:pt>
                <c:pt idx="20894">
                  <c:v>819.23119999999949</c:v>
                </c:pt>
                <c:pt idx="20895">
                  <c:v>803.63739999999996</c:v>
                </c:pt>
                <c:pt idx="20896">
                  <c:v>791.59500000000003</c:v>
                </c:pt>
                <c:pt idx="20897">
                  <c:v>780.6988000000008</c:v>
                </c:pt>
                <c:pt idx="20898">
                  <c:v>771.0221999999992</c:v>
                </c:pt>
                <c:pt idx="20899">
                  <c:v>760.38149999999996</c:v>
                </c:pt>
                <c:pt idx="20900">
                  <c:v>772.10810000000004</c:v>
                </c:pt>
                <c:pt idx="20901">
                  <c:v>772.11680000000001</c:v>
                </c:pt>
                <c:pt idx="20902">
                  <c:v>758.77290000000005</c:v>
                </c:pt>
                <c:pt idx="20903">
                  <c:v>733.47529999999949</c:v>
                </c:pt>
                <c:pt idx="20904">
                  <c:v>716.83569999999906</c:v>
                </c:pt>
                <c:pt idx="20905">
                  <c:v>708.37890000000004</c:v>
                </c:pt>
                <c:pt idx="20906">
                  <c:v>711.3537</c:v>
                </c:pt>
                <c:pt idx="20907">
                  <c:v>711.91489999999999</c:v>
                </c:pt>
                <c:pt idx="20908">
                  <c:v>711.5520999999992</c:v>
                </c:pt>
                <c:pt idx="20909">
                  <c:v>716.22299999999996</c:v>
                </c:pt>
                <c:pt idx="20910">
                  <c:v>715.39919999999938</c:v>
                </c:pt>
                <c:pt idx="20911">
                  <c:v>698.24109999999996</c:v>
                </c:pt>
                <c:pt idx="20912">
                  <c:v>645.4012999999992</c:v>
                </c:pt>
                <c:pt idx="20913">
                  <c:v>602.29169999999999</c:v>
                </c:pt>
                <c:pt idx="20914">
                  <c:v>572.23800000000051</c:v>
                </c:pt>
                <c:pt idx="20915">
                  <c:v>552.33839999999998</c:v>
                </c:pt>
                <c:pt idx="20916">
                  <c:v>532.5489</c:v>
                </c:pt>
                <c:pt idx="20917">
                  <c:v>516.5308</c:v>
                </c:pt>
                <c:pt idx="20918">
                  <c:v>502.62369999999999</c:v>
                </c:pt>
                <c:pt idx="20919">
                  <c:v>496.79229999999961</c:v>
                </c:pt>
                <c:pt idx="20920">
                  <c:v>489.12509999999969</c:v>
                </c:pt>
                <c:pt idx="20921">
                  <c:v>489.00479999999999</c:v>
                </c:pt>
                <c:pt idx="20922">
                  <c:v>496.18709999999999</c:v>
                </c:pt>
                <c:pt idx="20923">
                  <c:v>499.20479999999969</c:v>
                </c:pt>
                <c:pt idx="20924">
                  <c:v>494.86109999999968</c:v>
                </c:pt>
                <c:pt idx="20925">
                  <c:v>489.06360000000001</c:v>
                </c:pt>
                <c:pt idx="20926">
                  <c:v>477.05169999999993</c:v>
                </c:pt>
                <c:pt idx="20927">
                  <c:v>466.57549999999969</c:v>
                </c:pt>
                <c:pt idx="20928">
                  <c:v>469.47109999999935</c:v>
                </c:pt>
                <c:pt idx="20929">
                  <c:v>481.0984999999996</c:v>
                </c:pt>
                <c:pt idx="20930">
                  <c:v>500.08300000000003</c:v>
                </c:pt>
                <c:pt idx="20931">
                  <c:v>511.34649999999999</c:v>
                </c:pt>
                <c:pt idx="20932">
                  <c:v>507.7724</c:v>
                </c:pt>
                <c:pt idx="20933">
                  <c:v>496.69880000000001</c:v>
                </c:pt>
                <c:pt idx="20934">
                  <c:v>488.99009999999947</c:v>
                </c:pt>
                <c:pt idx="20935">
                  <c:v>482.43400000000003</c:v>
                </c:pt>
                <c:pt idx="20936">
                  <c:v>490.29909999999961</c:v>
                </c:pt>
                <c:pt idx="20937">
                  <c:v>527.47559999999999</c:v>
                </c:pt>
                <c:pt idx="20938">
                  <c:v>568.13649999999996</c:v>
                </c:pt>
                <c:pt idx="20939">
                  <c:v>586.76619999999946</c:v>
                </c:pt>
                <c:pt idx="20940">
                  <c:v>579.48680000000002</c:v>
                </c:pt>
                <c:pt idx="20941">
                  <c:v>570.09709999999939</c:v>
                </c:pt>
                <c:pt idx="20942">
                  <c:v>579.63409999999999</c:v>
                </c:pt>
                <c:pt idx="20943">
                  <c:v>592.60719999999947</c:v>
                </c:pt>
                <c:pt idx="20944">
                  <c:v>612.16039999999998</c:v>
                </c:pt>
                <c:pt idx="20945">
                  <c:v>653.1404</c:v>
                </c:pt>
                <c:pt idx="20946">
                  <c:v>715.81380000000001</c:v>
                </c:pt>
                <c:pt idx="20947">
                  <c:v>774.40189999999996</c:v>
                </c:pt>
                <c:pt idx="20948">
                  <c:v>816.89469999999949</c:v>
                </c:pt>
                <c:pt idx="20949">
                  <c:v>851.14</c:v>
                </c:pt>
                <c:pt idx="20950">
                  <c:v>900.29470000000094</c:v>
                </c:pt>
                <c:pt idx="20951">
                  <c:v>1054.3779999999999</c:v>
                </c:pt>
                <c:pt idx="20952">
                  <c:v>1357.0719999999999</c:v>
                </c:pt>
                <c:pt idx="20953">
                  <c:v>1696.848</c:v>
                </c:pt>
                <c:pt idx="20954">
                  <c:v>2082.0929999999998</c:v>
                </c:pt>
                <c:pt idx="20955">
                  <c:v>2385.8350000000028</c:v>
                </c:pt>
                <c:pt idx="20956">
                  <c:v>2213.1879999999987</c:v>
                </c:pt>
                <c:pt idx="20957">
                  <c:v>1825.0360000000001</c:v>
                </c:pt>
                <c:pt idx="20958">
                  <c:v>1617.3809999999999</c:v>
                </c:pt>
                <c:pt idx="20959">
                  <c:v>1477.3319999999999</c:v>
                </c:pt>
                <c:pt idx="20960">
                  <c:v>1404.9829999999999</c:v>
                </c:pt>
                <c:pt idx="20961">
                  <c:v>1360.078</c:v>
                </c:pt>
                <c:pt idx="20962">
                  <c:v>1294.8799999999999</c:v>
                </c:pt>
                <c:pt idx="20963">
                  <c:v>1260.9180000000001</c:v>
                </c:pt>
                <c:pt idx="20964">
                  <c:v>1232.598</c:v>
                </c:pt>
                <c:pt idx="20965">
                  <c:v>1207.6309999999999</c:v>
                </c:pt>
                <c:pt idx="20966">
                  <c:v>1185.5139999999999</c:v>
                </c:pt>
                <c:pt idx="20967">
                  <c:v>1150.0429999999999</c:v>
                </c:pt>
                <c:pt idx="20968">
                  <c:v>1094.761</c:v>
                </c:pt>
                <c:pt idx="20969">
                  <c:v>1049.518</c:v>
                </c:pt>
                <c:pt idx="20970">
                  <c:v>1064.5309999999999</c:v>
                </c:pt>
                <c:pt idx="20971">
                  <c:v>1179.242</c:v>
                </c:pt>
                <c:pt idx="20972">
                  <c:v>1302.2</c:v>
                </c:pt>
                <c:pt idx="20973">
                  <c:v>1345.3039999999999</c:v>
                </c:pt>
                <c:pt idx="20974">
                  <c:v>1865.645</c:v>
                </c:pt>
                <c:pt idx="20975">
                  <c:v>3188.5529999999999</c:v>
                </c:pt>
                <c:pt idx="20976">
                  <c:v>3924.3870000000002</c:v>
                </c:pt>
                <c:pt idx="20977">
                  <c:v>2859.7570000000001</c:v>
                </c:pt>
                <c:pt idx="20978">
                  <c:v>1954.7819999999999</c:v>
                </c:pt>
                <c:pt idx="20979">
                  <c:v>2519.7659999999987</c:v>
                </c:pt>
                <c:pt idx="20980">
                  <c:v>2599.4720000000002</c:v>
                </c:pt>
                <c:pt idx="20981">
                  <c:v>2048.4630000000002</c:v>
                </c:pt>
                <c:pt idx="20982">
                  <c:v>1619.3939999999998</c:v>
                </c:pt>
                <c:pt idx="20983">
                  <c:v>1362.078</c:v>
                </c:pt>
                <c:pt idx="20984">
                  <c:v>1265.539</c:v>
                </c:pt>
                <c:pt idx="20985">
                  <c:v>1204.442</c:v>
                </c:pt>
                <c:pt idx="20986">
                  <c:v>1122.8429999999998</c:v>
                </c:pt>
                <c:pt idx="20987">
                  <c:v>1063.7360000000001</c:v>
                </c:pt>
                <c:pt idx="20988">
                  <c:v>1024.8319999999999</c:v>
                </c:pt>
                <c:pt idx="20989">
                  <c:v>1131.1799999999998</c:v>
                </c:pt>
                <c:pt idx="20990">
                  <c:v>1775.8019999999999</c:v>
                </c:pt>
                <c:pt idx="20991">
                  <c:v>2753.9349999999999</c:v>
                </c:pt>
                <c:pt idx="20992">
                  <c:v>3439.683</c:v>
                </c:pt>
                <c:pt idx="20993">
                  <c:v>3459.7829999999967</c:v>
                </c:pt>
                <c:pt idx="20994">
                  <c:v>3291.6179999999999</c:v>
                </c:pt>
                <c:pt idx="20995">
                  <c:v>3311.6709999999998</c:v>
                </c:pt>
                <c:pt idx="20996">
                  <c:v>2761.15</c:v>
                </c:pt>
                <c:pt idx="20997">
                  <c:v>2115.4050000000002</c:v>
                </c:pt>
                <c:pt idx="20998">
                  <c:v>1604.088</c:v>
                </c:pt>
                <c:pt idx="20999">
                  <c:v>1403.117</c:v>
                </c:pt>
                <c:pt idx="21000">
                  <c:v>1312.115</c:v>
                </c:pt>
                <c:pt idx="21001">
                  <c:v>1223.6439999999998</c:v>
                </c:pt>
                <c:pt idx="21002">
                  <c:v>1183.6209999999999</c:v>
                </c:pt>
                <c:pt idx="21003">
                  <c:v>1175.596</c:v>
                </c:pt>
                <c:pt idx="21004">
                  <c:v>1058.741</c:v>
                </c:pt>
                <c:pt idx="21005">
                  <c:v>912.67990000000054</c:v>
                </c:pt>
                <c:pt idx="21006">
                  <c:v>812.34449999999947</c:v>
                </c:pt>
                <c:pt idx="21007">
                  <c:v>751.7038000000008</c:v>
                </c:pt>
                <c:pt idx="21008">
                  <c:v>725.02670000000001</c:v>
                </c:pt>
                <c:pt idx="21009">
                  <c:v>727.18050000000005</c:v>
                </c:pt>
                <c:pt idx="21010">
                  <c:v>716.88490000000002</c:v>
                </c:pt>
                <c:pt idx="21011">
                  <c:v>686.70180000000005</c:v>
                </c:pt>
                <c:pt idx="21012">
                  <c:v>660.53449999999998</c:v>
                </c:pt>
                <c:pt idx="21013">
                  <c:v>642.33619999999905</c:v>
                </c:pt>
                <c:pt idx="21014">
                  <c:v>627.8278999999992</c:v>
                </c:pt>
                <c:pt idx="21015">
                  <c:v>610.22199999999998</c:v>
                </c:pt>
                <c:pt idx="21016">
                  <c:v>586.64729999999906</c:v>
                </c:pt>
                <c:pt idx="21017">
                  <c:v>568.81139999999948</c:v>
                </c:pt>
                <c:pt idx="21018">
                  <c:v>563.93149999999946</c:v>
                </c:pt>
                <c:pt idx="21019">
                  <c:v>549.95359999999948</c:v>
                </c:pt>
                <c:pt idx="21020">
                  <c:v>529.07169999999996</c:v>
                </c:pt>
                <c:pt idx="21021">
                  <c:v>515.28750000000002</c:v>
                </c:pt>
                <c:pt idx="21022">
                  <c:v>508.79319999999939</c:v>
                </c:pt>
                <c:pt idx="21023">
                  <c:v>508.73529999999954</c:v>
                </c:pt>
                <c:pt idx="21024">
                  <c:v>504.4006</c:v>
                </c:pt>
                <c:pt idx="21025">
                  <c:v>489.66919999999999</c:v>
                </c:pt>
                <c:pt idx="21026">
                  <c:v>487.88129999999961</c:v>
                </c:pt>
                <c:pt idx="21027">
                  <c:v>481.14850000000001</c:v>
                </c:pt>
                <c:pt idx="21028">
                  <c:v>468.65879999999999</c:v>
                </c:pt>
                <c:pt idx="21029">
                  <c:v>457.67630000000003</c:v>
                </c:pt>
                <c:pt idx="21030">
                  <c:v>446.47069999999968</c:v>
                </c:pt>
                <c:pt idx="21031">
                  <c:v>439.31129999999968</c:v>
                </c:pt>
                <c:pt idx="21032">
                  <c:v>438.09829999999954</c:v>
                </c:pt>
                <c:pt idx="21033">
                  <c:v>439.68619999999953</c:v>
                </c:pt>
                <c:pt idx="21034">
                  <c:v>458.86709999999999</c:v>
                </c:pt>
                <c:pt idx="21035">
                  <c:v>458.38599999999968</c:v>
                </c:pt>
                <c:pt idx="21036">
                  <c:v>454.66989999999998</c:v>
                </c:pt>
                <c:pt idx="21037">
                  <c:v>460.80609999999967</c:v>
                </c:pt>
                <c:pt idx="21038">
                  <c:v>476.86590000000001</c:v>
                </c:pt>
                <c:pt idx="21039">
                  <c:v>484.09659999999946</c:v>
                </c:pt>
                <c:pt idx="21040">
                  <c:v>475.49029999999954</c:v>
                </c:pt>
                <c:pt idx="21041">
                  <c:v>466.15470000000033</c:v>
                </c:pt>
                <c:pt idx="21042">
                  <c:v>471.30470000000008</c:v>
                </c:pt>
                <c:pt idx="21043">
                  <c:v>459.86540000000002</c:v>
                </c:pt>
                <c:pt idx="21044">
                  <c:v>449.53500000000003</c:v>
                </c:pt>
                <c:pt idx="21045">
                  <c:v>448.16129999999993</c:v>
                </c:pt>
                <c:pt idx="21046">
                  <c:v>446.22629999999936</c:v>
                </c:pt>
                <c:pt idx="21047">
                  <c:v>452.65429999999998</c:v>
                </c:pt>
                <c:pt idx="21048">
                  <c:v>459.0368999999996</c:v>
                </c:pt>
                <c:pt idx="21049">
                  <c:v>447.00709999999964</c:v>
                </c:pt>
                <c:pt idx="21050">
                  <c:v>435.4066999999996</c:v>
                </c:pt>
                <c:pt idx="21051">
                  <c:v>422.96929999999969</c:v>
                </c:pt>
                <c:pt idx="21052">
                  <c:v>428.71789999999999</c:v>
                </c:pt>
                <c:pt idx="21053">
                  <c:v>447.38760000000002</c:v>
                </c:pt>
                <c:pt idx="21054">
                  <c:v>434.91769999999968</c:v>
                </c:pt>
                <c:pt idx="21055">
                  <c:v>429.38869999999969</c:v>
                </c:pt>
                <c:pt idx="21056">
                  <c:v>419.32190000000003</c:v>
                </c:pt>
                <c:pt idx="21057">
                  <c:v>411.32349999999968</c:v>
                </c:pt>
                <c:pt idx="21058">
                  <c:v>402.14589999999998</c:v>
                </c:pt>
                <c:pt idx="21059">
                  <c:v>408.7679</c:v>
                </c:pt>
                <c:pt idx="21060">
                  <c:v>425.17320000000001</c:v>
                </c:pt>
                <c:pt idx="21061">
                  <c:v>422.03349999999961</c:v>
                </c:pt>
                <c:pt idx="21062">
                  <c:v>411.81950000000001</c:v>
                </c:pt>
                <c:pt idx="21063">
                  <c:v>407.86840000000001</c:v>
                </c:pt>
                <c:pt idx="21064">
                  <c:v>405.2559</c:v>
                </c:pt>
                <c:pt idx="21065">
                  <c:v>395.5830999999996</c:v>
                </c:pt>
                <c:pt idx="21066">
                  <c:v>398.29849999999954</c:v>
                </c:pt>
                <c:pt idx="21067">
                  <c:v>411.27359999999953</c:v>
                </c:pt>
                <c:pt idx="21068">
                  <c:v>411.87889999999999</c:v>
                </c:pt>
                <c:pt idx="21069">
                  <c:v>412.2294</c:v>
                </c:pt>
                <c:pt idx="21070">
                  <c:v>423.17070000000001</c:v>
                </c:pt>
                <c:pt idx="21071">
                  <c:v>419.1406000000004</c:v>
                </c:pt>
                <c:pt idx="21072">
                  <c:v>393.55540000000002</c:v>
                </c:pt>
                <c:pt idx="21073">
                  <c:v>388.20089999999999</c:v>
                </c:pt>
                <c:pt idx="21074">
                  <c:v>388.6617</c:v>
                </c:pt>
                <c:pt idx="21075">
                  <c:v>379.14830000000001</c:v>
                </c:pt>
                <c:pt idx="21076">
                  <c:v>369.83669999999961</c:v>
                </c:pt>
                <c:pt idx="21077">
                  <c:v>362.55840000000001</c:v>
                </c:pt>
                <c:pt idx="21078">
                  <c:v>360.55</c:v>
                </c:pt>
                <c:pt idx="21079">
                  <c:v>357.26689999999968</c:v>
                </c:pt>
                <c:pt idx="21080">
                  <c:v>356.50540000000001</c:v>
                </c:pt>
                <c:pt idx="21081">
                  <c:v>353.94029999999964</c:v>
                </c:pt>
                <c:pt idx="21082">
                  <c:v>350.0453</c:v>
                </c:pt>
                <c:pt idx="21083">
                  <c:v>347.30900000000008</c:v>
                </c:pt>
                <c:pt idx="21084">
                  <c:v>348.64850000000001</c:v>
                </c:pt>
                <c:pt idx="21085">
                  <c:v>418.22499999999968</c:v>
                </c:pt>
                <c:pt idx="21086">
                  <c:v>764.62630000000001</c:v>
                </c:pt>
                <c:pt idx="21087">
                  <c:v>1352.2539999999999</c:v>
                </c:pt>
                <c:pt idx="21088">
                  <c:v>1481.2550000000001</c:v>
                </c:pt>
                <c:pt idx="21089">
                  <c:v>1105.4260000000011</c:v>
                </c:pt>
                <c:pt idx="21090">
                  <c:v>907.31259999999907</c:v>
                </c:pt>
                <c:pt idx="21091">
                  <c:v>858.74080000000004</c:v>
                </c:pt>
                <c:pt idx="21092">
                  <c:v>951.94689999999946</c:v>
                </c:pt>
                <c:pt idx="21093">
                  <c:v>1311.33</c:v>
                </c:pt>
                <c:pt idx="21094">
                  <c:v>1532.9690000000001</c:v>
                </c:pt>
                <c:pt idx="21095">
                  <c:v>1465.1029999999998</c:v>
                </c:pt>
                <c:pt idx="21096">
                  <c:v>1369.5050000000001</c:v>
                </c:pt>
                <c:pt idx="21097">
                  <c:v>1257.825</c:v>
                </c:pt>
                <c:pt idx="21098">
                  <c:v>1164.249</c:v>
                </c:pt>
                <c:pt idx="21099">
                  <c:v>1081.4010000000001</c:v>
                </c:pt>
                <c:pt idx="21100">
                  <c:v>1014.669</c:v>
                </c:pt>
                <c:pt idx="21101">
                  <c:v>972.83979999999997</c:v>
                </c:pt>
                <c:pt idx="21102">
                  <c:v>942.07550000000003</c:v>
                </c:pt>
                <c:pt idx="21103">
                  <c:v>908.90139999999997</c:v>
                </c:pt>
                <c:pt idx="21104">
                  <c:v>880.048</c:v>
                </c:pt>
                <c:pt idx="21105">
                  <c:v>856.98270000000002</c:v>
                </c:pt>
                <c:pt idx="21106">
                  <c:v>836.18440000000055</c:v>
                </c:pt>
                <c:pt idx="21107">
                  <c:v>815.63019999999949</c:v>
                </c:pt>
                <c:pt idx="21108">
                  <c:v>799.50239999999997</c:v>
                </c:pt>
                <c:pt idx="21109">
                  <c:v>787.71890000000053</c:v>
                </c:pt>
                <c:pt idx="21110">
                  <c:v>786.16139999999996</c:v>
                </c:pt>
                <c:pt idx="21111">
                  <c:v>791.85249999999905</c:v>
                </c:pt>
                <c:pt idx="21112">
                  <c:v>787.50980000000004</c:v>
                </c:pt>
                <c:pt idx="21113">
                  <c:v>773.44129999999905</c:v>
                </c:pt>
                <c:pt idx="21114">
                  <c:v>758.88319999999999</c:v>
                </c:pt>
                <c:pt idx="21115">
                  <c:v>745.04859999999996</c:v>
                </c:pt>
                <c:pt idx="21116">
                  <c:v>732.68799999999999</c:v>
                </c:pt>
                <c:pt idx="21117">
                  <c:v>725.31669999999906</c:v>
                </c:pt>
                <c:pt idx="21118">
                  <c:v>752.21310000000005</c:v>
                </c:pt>
                <c:pt idx="21119">
                  <c:v>891.67610000000002</c:v>
                </c:pt>
                <c:pt idx="21120">
                  <c:v>1078.461</c:v>
                </c:pt>
                <c:pt idx="21121">
                  <c:v>1214.797</c:v>
                </c:pt>
                <c:pt idx="21122">
                  <c:v>1555.213</c:v>
                </c:pt>
                <c:pt idx="21123">
                  <c:v>1876.703</c:v>
                </c:pt>
                <c:pt idx="21124">
                  <c:v>1807.3899999999999</c:v>
                </c:pt>
                <c:pt idx="21125">
                  <c:v>1401.125</c:v>
                </c:pt>
                <c:pt idx="21126">
                  <c:v>1161.989</c:v>
                </c:pt>
                <c:pt idx="21127">
                  <c:v>1067.3050000000001</c:v>
                </c:pt>
                <c:pt idx="21128">
                  <c:v>1015.0170000000001</c:v>
                </c:pt>
                <c:pt idx="21129">
                  <c:v>978.02170000000001</c:v>
                </c:pt>
                <c:pt idx="21130">
                  <c:v>953.59280000000001</c:v>
                </c:pt>
                <c:pt idx="21131">
                  <c:v>1062.232</c:v>
                </c:pt>
                <c:pt idx="21132">
                  <c:v>1291.9770000000001</c:v>
                </c:pt>
                <c:pt idx="21133">
                  <c:v>1364.7270000000001</c:v>
                </c:pt>
                <c:pt idx="21134">
                  <c:v>1242.5129999999999</c:v>
                </c:pt>
                <c:pt idx="21135">
                  <c:v>1122.5919999999999</c:v>
                </c:pt>
                <c:pt idx="21136">
                  <c:v>1112.5129999999999</c:v>
                </c:pt>
                <c:pt idx="21137">
                  <c:v>1110.7760000000001</c:v>
                </c:pt>
                <c:pt idx="21138">
                  <c:v>1048.1589999999999</c:v>
                </c:pt>
                <c:pt idx="21139">
                  <c:v>1158.8679999999999</c:v>
                </c:pt>
                <c:pt idx="21140">
                  <c:v>1320.7529999999999</c:v>
                </c:pt>
                <c:pt idx="21141">
                  <c:v>1423.742</c:v>
                </c:pt>
                <c:pt idx="21142">
                  <c:v>1274.201</c:v>
                </c:pt>
                <c:pt idx="21143">
                  <c:v>1073.9070000000011</c:v>
                </c:pt>
                <c:pt idx="21144">
                  <c:v>993.24540000000002</c:v>
                </c:pt>
                <c:pt idx="21145">
                  <c:v>976.78850000000068</c:v>
                </c:pt>
                <c:pt idx="21146">
                  <c:v>946.00480000000005</c:v>
                </c:pt>
                <c:pt idx="21147">
                  <c:v>924.81870000000004</c:v>
                </c:pt>
                <c:pt idx="21148">
                  <c:v>907.61630000000002</c:v>
                </c:pt>
                <c:pt idx="21149">
                  <c:v>889.03319999999997</c:v>
                </c:pt>
                <c:pt idx="21150">
                  <c:v>873.50070000000005</c:v>
                </c:pt>
                <c:pt idx="21151">
                  <c:v>858.17110000000002</c:v>
                </c:pt>
                <c:pt idx="21152">
                  <c:v>845.93699999999933</c:v>
                </c:pt>
                <c:pt idx="21153">
                  <c:v>835.03719999999919</c:v>
                </c:pt>
                <c:pt idx="21154">
                  <c:v>823.78310000000067</c:v>
                </c:pt>
                <c:pt idx="21155">
                  <c:v>816.74069999999949</c:v>
                </c:pt>
                <c:pt idx="21156">
                  <c:v>843.24069999999949</c:v>
                </c:pt>
                <c:pt idx="21157">
                  <c:v>922.0472999999987</c:v>
                </c:pt>
                <c:pt idx="21158">
                  <c:v>952.92139999999949</c:v>
                </c:pt>
                <c:pt idx="21159">
                  <c:v>913.96589999999946</c:v>
                </c:pt>
                <c:pt idx="21160">
                  <c:v>851.81599999999946</c:v>
                </c:pt>
                <c:pt idx="21161">
                  <c:v>829.58590000000004</c:v>
                </c:pt>
                <c:pt idx="21162">
                  <c:v>868.476</c:v>
                </c:pt>
                <c:pt idx="21163">
                  <c:v>884.95559999999921</c:v>
                </c:pt>
                <c:pt idx="21164">
                  <c:v>852.10820000000001</c:v>
                </c:pt>
                <c:pt idx="21165">
                  <c:v>814.03449999999998</c:v>
                </c:pt>
                <c:pt idx="21166">
                  <c:v>791.95039999999949</c:v>
                </c:pt>
                <c:pt idx="21167">
                  <c:v>775.82839999999999</c:v>
                </c:pt>
                <c:pt idx="21168">
                  <c:v>762.57029999999997</c:v>
                </c:pt>
                <c:pt idx="21169">
                  <c:v>749.70730000000003</c:v>
                </c:pt>
                <c:pt idx="21170">
                  <c:v>739.3011999999992</c:v>
                </c:pt>
                <c:pt idx="21171">
                  <c:v>741.6105</c:v>
                </c:pt>
                <c:pt idx="21172">
                  <c:v>737.32739999999933</c:v>
                </c:pt>
                <c:pt idx="21173">
                  <c:v>726.32870000000003</c:v>
                </c:pt>
                <c:pt idx="21174">
                  <c:v>708.99239999999998</c:v>
                </c:pt>
                <c:pt idx="21175">
                  <c:v>697.10950000000003</c:v>
                </c:pt>
                <c:pt idx="21176">
                  <c:v>690.81509999999946</c:v>
                </c:pt>
                <c:pt idx="21177">
                  <c:v>686.73069999999996</c:v>
                </c:pt>
                <c:pt idx="21178">
                  <c:v>679.81519999999921</c:v>
                </c:pt>
                <c:pt idx="21179">
                  <c:v>684.17110000000002</c:v>
                </c:pt>
                <c:pt idx="21180">
                  <c:v>857.14589999999998</c:v>
                </c:pt>
                <c:pt idx="21181">
                  <c:v>912.08900000000051</c:v>
                </c:pt>
                <c:pt idx="21182">
                  <c:v>837.90949999999998</c:v>
                </c:pt>
                <c:pt idx="21183">
                  <c:v>1026.95</c:v>
                </c:pt>
                <c:pt idx="21184">
                  <c:v>1086.1429999999998</c:v>
                </c:pt>
                <c:pt idx="21185">
                  <c:v>1227.1579999999999</c:v>
                </c:pt>
                <c:pt idx="21186">
                  <c:v>1492.2839999999999</c:v>
                </c:pt>
                <c:pt idx="21187">
                  <c:v>1658.7829999999999</c:v>
                </c:pt>
                <c:pt idx="21188">
                  <c:v>1367.9070000000011</c:v>
                </c:pt>
                <c:pt idx="21189">
                  <c:v>1438.702</c:v>
                </c:pt>
                <c:pt idx="21190">
                  <c:v>1450.761</c:v>
                </c:pt>
                <c:pt idx="21191">
                  <c:v>1354.2049999999999</c:v>
                </c:pt>
                <c:pt idx="21192">
                  <c:v>1158.338</c:v>
                </c:pt>
                <c:pt idx="21193">
                  <c:v>1027.865</c:v>
                </c:pt>
                <c:pt idx="21194">
                  <c:v>1097.54</c:v>
                </c:pt>
                <c:pt idx="21195">
                  <c:v>2078.5720000000001</c:v>
                </c:pt>
                <c:pt idx="21196">
                  <c:v>3531.1509999999998</c:v>
                </c:pt>
                <c:pt idx="21197">
                  <c:v>3621.3409999999999</c:v>
                </c:pt>
                <c:pt idx="21198">
                  <c:v>2313.9589999999998</c:v>
                </c:pt>
                <c:pt idx="21199">
                  <c:v>1500.3339999999998</c:v>
                </c:pt>
                <c:pt idx="21200">
                  <c:v>1359.126</c:v>
                </c:pt>
                <c:pt idx="21201">
                  <c:v>1301.078</c:v>
                </c:pt>
                <c:pt idx="21202">
                  <c:v>1251.569</c:v>
                </c:pt>
                <c:pt idx="21203">
                  <c:v>1205.95</c:v>
                </c:pt>
                <c:pt idx="21204">
                  <c:v>1138.4760000000001</c:v>
                </c:pt>
                <c:pt idx="21205">
                  <c:v>1082.3829999999998</c:v>
                </c:pt>
                <c:pt idx="21206">
                  <c:v>1028.2950000000001</c:v>
                </c:pt>
                <c:pt idx="21207">
                  <c:v>981.99380000000053</c:v>
                </c:pt>
                <c:pt idx="21208">
                  <c:v>938.63170000000002</c:v>
                </c:pt>
                <c:pt idx="21209">
                  <c:v>903.36819999999921</c:v>
                </c:pt>
                <c:pt idx="21210">
                  <c:v>877.62950000000001</c:v>
                </c:pt>
                <c:pt idx="21211">
                  <c:v>864.19370000000094</c:v>
                </c:pt>
                <c:pt idx="21212">
                  <c:v>852.37049999999999</c:v>
                </c:pt>
                <c:pt idx="21213">
                  <c:v>838.69460000000004</c:v>
                </c:pt>
                <c:pt idx="21214">
                  <c:v>818.87509999999997</c:v>
                </c:pt>
                <c:pt idx="21215">
                  <c:v>800.51130000000001</c:v>
                </c:pt>
                <c:pt idx="21216">
                  <c:v>785.6046</c:v>
                </c:pt>
                <c:pt idx="21217">
                  <c:v>778.90869999999938</c:v>
                </c:pt>
                <c:pt idx="21218">
                  <c:v>772.73900000000003</c:v>
                </c:pt>
                <c:pt idx="21219">
                  <c:v>768.20100000000002</c:v>
                </c:pt>
                <c:pt idx="21220">
                  <c:v>752.49429999999938</c:v>
                </c:pt>
                <c:pt idx="21221">
                  <c:v>729.24400000000003</c:v>
                </c:pt>
                <c:pt idx="21222">
                  <c:v>702.74459999999999</c:v>
                </c:pt>
                <c:pt idx="21223">
                  <c:v>689.1843000000008</c:v>
                </c:pt>
                <c:pt idx="21224">
                  <c:v>682.08529999999996</c:v>
                </c:pt>
                <c:pt idx="21225">
                  <c:v>679.8</c:v>
                </c:pt>
                <c:pt idx="21226">
                  <c:v>678.73950000000002</c:v>
                </c:pt>
                <c:pt idx="21227">
                  <c:v>701.6155</c:v>
                </c:pt>
                <c:pt idx="21228">
                  <c:v>717.14670000000001</c:v>
                </c:pt>
                <c:pt idx="21229">
                  <c:v>727.65689999999938</c:v>
                </c:pt>
                <c:pt idx="21230">
                  <c:v>730.12810000000002</c:v>
                </c:pt>
                <c:pt idx="21231">
                  <c:v>733.84670000000006</c:v>
                </c:pt>
                <c:pt idx="21232">
                  <c:v>728.36309999999946</c:v>
                </c:pt>
                <c:pt idx="21233">
                  <c:v>710.46439999999996</c:v>
                </c:pt>
                <c:pt idx="21234">
                  <c:v>689.49659999999949</c:v>
                </c:pt>
                <c:pt idx="21235">
                  <c:v>673.17030000000068</c:v>
                </c:pt>
                <c:pt idx="21236">
                  <c:v>659.8070999999992</c:v>
                </c:pt>
                <c:pt idx="21237">
                  <c:v>657.15840000000003</c:v>
                </c:pt>
                <c:pt idx="21238">
                  <c:v>648.11580000000004</c:v>
                </c:pt>
                <c:pt idx="21239">
                  <c:v>635.77380000000096</c:v>
                </c:pt>
                <c:pt idx="21240">
                  <c:v>627.40059999999949</c:v>
                </c:pt>
                <c:pt idx="21241">
                  <c:v>614.46799999999905</c:v>
                </c:pt>
                <c:pt idx="21242">
                  <c:v>598.54749999999933</c:v>
                </c:pt>
                <c:pt idx="21243">
                  <c:v>586.22329999999999</c:v>
                </c:pt>
                <c:pt idx="21244">
                  <c:v>662.67880000000082</c:v>
                </c:pt>
                <c:pt idx="21245">
                  <c:v>693.84189999999921</c:v>
                </c:pt>
                <c:pt idx="21246">
                  <c:v>657.18150000000003</c:v>
                </c:pt>
                <c:pt idx="21247">
                  <c:v>592.04159999999933</c:v>
                </c:pt>
                <c:pt idx="21248">
                  <c:v>565.5615999999992</c:v>
                </c:pt>
                <c:pt idx="21249">
                  <c:v>560.23630000000003</c:v>
                </c:pt>
                <c:pt idx="21250">
                  <c:v>576.00380000000052</c:v>
                </c:pt>
                <c:pt idx="21251">
                  <c:v>710.41709999999921</c:v>
                </c:pt>
                <c:pt idx="21252">
                  <c:v>781.95929999999919</c:v>
                </c:pt>
                <c:pt idx="21253">
                  <c:v>878.51759999999933</c:v>
                </c:pt>
                <c:pt idx="21254">
                  <c:v>818.73249999999996</c:v>
                </c:pt>
                <c:pt idx="21255">
                  <c:v>756.82279999999946</c:v>
                </c:pt>
                <c:pt idx="21256">
                  <c:v>684.1961</c:v>
                </c:pt>
                <c:pt idx="21257">
                  <c:v>650.053</c:v>
                </c:pt>
                <c:pt idx="21258">
                  <c:v>635.49459999999999</c:v>
                </c:pt>
                <c:pt idx="21259">
                  <c:v>636.64859999999999</c:v>
                </c:pt>
                <c:pt idx="21260">
                  <c:v>785.63310000000001</c:v>
                </c:pt>
                <c:pt idx="21261">
                  <c:v>1472.7839999999999</c:v>
                </c:pt>
                <c:pt idx="21262">
                  <c:v>2091.7479999999987</c:v>
                </c:pt>
                <c:pt idx="21263">
                  <c:v>2163.2739999999999</c:v>
                </c:pt>
                <c:pt idx="21264">
                  <c:v>2450.0160000000001</c:v>
                </c:pt>
                <c:pt idx="21265">
                  <c:v>3251.4009999999998</c:v>
                </c:pt>
                <c:pt idx="21266">
                  <c:v>3259.5709999999999</c:v>
                </c:pt>
                <c:pt idx="21267">
                  <c:v>2423.0140000000001</c:v>
                </c:pt>
                <c:pt idx="21268">
                  <c:v>1779.329</c:v>
                </c:pt>
                <c:pt idx="21269">
                  <c:v>1536.8939999999998</c:v>
                </c:pt>
                <c:pt idx="21270">
                  <c:v>1496.0450000000001</c:v>
                </c:pt>
                <c:pt idx="21271">
                  <c:v>1460.421</c:v>
                </c:pt>
                <c:pt idx="21272">
                  <c:v>1443.2170000000001</c:v>
                </c:pt>
                <c:pt idx="21273">
                  <c:v>1421.3969999999999</c:v>
                </c:pt>
                <c:pt idx="21274">
                  <c:v>1847.5619999999999</c:v>
                </c:pt>
                <c:pt idx="21275">
                  <c:v>2810.672</c:v>
                </c:pt>
                <c:pt idx="21276">
                  <c:v>3291.7689999999966</c:v>
                </c:pt>
                <c:pt idx="21277">
                  <c:v>3017.788999999997</c:v>
                </c:pt>
                <c:pt idx="21278">
                  <c:v>2125.799</c:v>
                </c:pt>
                <c:pt idx="21279">
                  <c:v>1641.6209999999999</c:v>
                </c:pt>
                <c:pt idx="21280">
                  <c:v>1548.068</c:v>
                </c:pt>
                <c:pt idx="21281">
                  <c:v>1642.84</c:v>
                </c:pt>
                <c:pt idx="21282">
                  <c:v>1833.646</c:v>
                </c:pt>
                <c:pt idx="21283">
                  <c:v>2119.4009999999998</c:v>
                </c:pt>
                <c:pt idx="21284">
                  <c:v>2109.1689999999967</c:v>
                </c:pt>
                <c:pt idx="21285">
                  <c:v>2185.134</c:v>
                </c:pt>
                <c:pt idx="21286">
                  <c:v>1774.8119999999999</c:v>
                </c:pt>
                <c:pt idx="21287">
                  <c:v>1395.299</c:v>
                </c:pt>
                <c:pt idx="21288">
                  <c:v>1231.8969999999999</c:v>
                </c:pt>
                <c:pt idx="21289">
                  <c:v>1168.758</c:v>
                </c:pt>
                <c:pt idx="21290">
                  <c:v>1111.867</c:v>
                </c:pt>
                <c:pt idx="21291">
                  <c:v>1065.798</c:v>
                </c:pt>
                <c:pt idx="21292">
                  <c:v>1034.557</c:v>
                </c:pt>
                <c:pt idx="21293">
                  <c:v>1084.432</c:v>
                </c:pt>
                <c:pt idx="21294">
                  <c:v>1187.3839999999998</c:v>
                </c:pt>
                <c:pt idx="21295">
                  <c:v>1174.9480000000001</c:v>
                </c:pt>
                <c:pt idx="21296">
                  <c:v>1067.0719999999999</c:v>
                </c:pt>
                <c:pt idx="21297">
                  <c:v>1028.1609999999998</c:v>
                </c:pt>
                <c:pt idx="21298">
                  <c:v>1025.5119999999999</c:v>
                </c:pt>
                <c:pt idx="21299">
                  <c:v>1008.081</c:v>
                </c:pt>
                <c:pt idx="21300">
                  <c:v>994.39289999999949</c:v>
                </c:pt>
                <c:pt idx="21301">
                  <c:v>991.24259999999947</c:v>
                </c:pt>
                <c:pt idx="21302">
                  <c:v>991.7364</c:v>
                </c:pt>
                <c:pt idx="21303">
                  <c:v>1003.576</c:v>
                </c:pt>
                <c:pt idx="21304">
                  <c:v>1031.231</c:v>
                </c:pt>
                <c:pt idx="21305">
                  <c:v>1052.0419999999999</c:v>
                </c:pt>
                <c:pt idx="21306">
                  <c:v>1141.422</c:v>
                </c:pt>
                <c:pt idx="21307">
                  <c:v>1602.34</c:v>
                </c:pt>
                <c:pt idx="21308">
                  <c:v>2158.0050000000001</c:v>
                </c:pt>
                <c:pt idx="21309">
                  <c:v>1962.739</c:v>
                </c:pt>
                <c:pt idx="21310">
                  <c:v>1370.9010000000001</c:v>
                </c:pt>
                <c:pt idx="21311">
                  <c:v>1344.731</c:v>
                </c:pt>
                <c:pt idx="21312">
                  <c:v>1734.761</c:v>
                </c:pt>
                <c:pt idx="21313">
                  <c:v>2326.6869999999967</c:v>
                </c:pt>
                <c:pt idx="21314">
                  <c:v>2802.3700000000022</c:v>
                </c:pt>
                <c:pt idx="21315">
                  <c:v>2858.5169999999998</c:v>
                </c:pt>
                <c:pt idx="21316">
                  <c:v>2802.3710000000028</c:v>
                </c:pt>
                <c:pt idx="21317">
                  <c:v>3035.6109999999999</c:v>
                </c:pt>
                <c:pt idx="21318">
                  <c:v>3161.2249999999967</c:v>
                </c:pt>
                <c:pt idx="21319">
                  <c:v>2887.5259999999998</c:v>
                </c:pt>
                <c:pt idx="21320">
                  <c:v>2253.8140000000012</c:v>
                </c:pt>
                <c:pt idx="21321">
                  <c:v>1829.7929999999999</c:v>
                </c:pt>
                <c:pt idx="21322">
                  <c:v>1662.8779999999999</c:v>
                </c:pt>
                <c:pt idx="21323">
                  <c:v>1519.058</c:v>
                </c:pt>
                <c:pt idx="21324">
                  <c:v>1476.087</c:v>
                </c:pt>
                <c:pt idx="21325">
                  <c:v>1455.8139999999999</c:v>
                </c:pt>
                <c:pt idx="21326">
                  <c:v>1430.422</c:v>
                </c:pt>
                <c:pt idx="21327">
                  <c:v>1432.002</c:v>
                </c:pt>
                <c:pt idx="21328">
                  <c:v>1445.52</c:v>
                </c:pt>
                <c:pt idx="21329">
                  <c:v>1486.4270000000001</c:v>
                </c:pt>
                <c:pt idx="21330">
                  <c:v>1533.748</c:v>
                </c:pt>
                <c:pt idx="21331">
                  <c:v>1567.6859999999999</c:v>
                </c:pt>
                <c:pt idx="21332">
                  <c:v>1549.7060000000001</c:v>
                </c:pt>
                <c:pt idx="21333">
                  <c:v>1481.4280000000001</c:v>
                </c:pt>
                <c:pt idx="21334">
                  <c:v>1422.223</c:v>
                </c:pt>
                <c:pt idx="21335">
                  <c:v>1450.845</c:v>
                </c:pt>
                <c:pt idx="21336">
                  <c:v>1562.4470000000001</c:v>
                </c:pt>
                <c:pt idx="21337">
                  <c:v>1626.875</c:v>
                </c:pt>
                <c:pt idx="21338">
                  <c:v>1493.944</c:v>
                </c:pt>
                <c:pt idx="21339">
                  <c:v>1260.953</c:v>
                </c:pt>
                <c:pt idx="21340">
                  <c:v>1146.1429999999998</c:v>
                </c:pt>
                <c:pt idx="21341">
                  <c:v>1126.135</c:v>
                </c:pt>
                <c:pt idx="21342">
                  <c:v>1119.4110000000001</c:v>
                </c:pt>
                <c:pt idx="21343">
                  <c:v>1137.1409999999998</c:v>
                </c:pt>
                <c:pt idx="21344">
                  <c:v>1138.3819999999998</c:v>
                </c:pt>
                <c:pt idx="21345">
                  <c:v>1141.278</c:v>
                </c:pt>
                <c:pt idx="21346">
                  <c:v>1156.2829999999999</c:v>
                </c:pt>
                <c:pt idx="21347">
                  <c:v>1128.269</c:v>
                </c:pt>
                <c:pt idx="21348">
                  <c:v>1075.1499999999999</c:v>
                </c:pt>
                <c:pt idx="21349">
                  <c:v>1036.443</c:v>
                </c:pt>
                <c:pt idx="21350">
                  <c:v>1035.769</c:v>
                </c:pt>
                <c:pt idx="21351">
                  <c:v>999.1771</c:v>
                </c:pt>
                <c:pt idx="21352">
                  <c:v>927.09550000000002</c:v>
                </c:pt>
                <c:pt idx="21353">
                  <c:v>861.02409999999998</c:v>
                </c:pt>
                <c:pt idx="21354">
                  <c:v>826.71340000000055</c:v>
                </c:pt>
                <c:pt idx="21355">
                  <c:v>812.67780000000005</c:v>
                </c:pt>
                <c:pt idx="21356">
                  <c:v>809.56489999999997</c:v>
                </c:pt>
                <c:pt idx="21357">
                  <c:v>924.04109999999946</c:v>
                </c:pt>
                <c:pt idx="21358">
                  <c:v>1058.3719999999998</c:v>
                </c:pt>
                <c:pt idx="21359">
                  <c:v>1086.0409999999999</c:v>
                </c:pt>
                <c:pt idx="21360">
                  <c:v>982.37850000000003</c:v>
                </c:pt>
                <c:pt idx="21361">
                  <c:v>870.66249999999934</c:v>
                </c:pt>
                <c:pt idx="21362">
                  <c:v>825.6558</c:v>
                </c:pt>
                <c:pt idx="21363">
                  <c:v>783.75380000000052</c:v>
                </c:pt>
                <c:pt idx="21364">
                  <c:v>731.33909999999946</c:v>
                </c:pt>
                <c:pt idx="21365">
                  <c:v>721.13719999999921</c:v>
                </c:pt>
                <c:pt idx="21366">
                  <c:v>735.21810000000005</c:v>
                </c:pt>
                <c:pt idx="21367">
                  <c:v>724.37959999999998</c:v>
                </c:pt>
                <c:pt idx="21368">
                  <c:v>645.70870000000082</c:v>
                </c:pt>
                <c:pt idx="21369">
                  <c:v>544.08259999999996</c:v>
                </c:pt>
                <c:pt idx="21370">
                  <c:v>516.63379999999995</c:v>
                </c:pt>
                <c:pt idx="21371">
                  <c:v>540.69190000000003</c:v>
                </c:pt>
                <c:pt idx="21372">
                  <c:v>548.58000000000004</c:v>
                </c:pt>
                <c:pt idx="21373">
                  <c:v>530.7355</c:v>
                </c:pt>
                <c:pt idx="21374">
                  <c:v>514.47699999999998</c:v>
                </c:pt>
                <c:pt idx="21375">
                  <c:v>501.38350000000003</c:v>
                </c:pt>
                <c:pt idx="21376">
                  <c:v>500.74849999999969</c:v>
                </c:pt>
                <c:pt idx="21377">
                  <c:v>495.94809999999961</c:v>
                </c:pt>
                <c:pt idx="21378">
                  <c:v>494.75510000000003</c:v>
                </c:pt>
                <c:pt idx="21379">
                  <c:v>502.44540000000001</c:v>
                </c:pt>
                <c:pt idx="21380">
                  <c:v>504.65350000000001</c:v>
                </c:pt>
                <c:pt idx="21381">
                  <c:v>491.46969999999999</c:v>
                </c:pt>
                <c:pt idx="21382">
                  <c:v>482.17680000000001</c:v>
                </c:pt>
                <c:pt idx="21383">
                  <c:v>472.31569999999999</c:v>
                </c:pt>
                <c:pt idx="21384">
                  <c:v>457.77599999999961</c:v>
                </c:pt>
                <c:pt idx="21385">
                  <c:v>446.2865999999994</c:v>
                </c:pt>
                <c:pt idx="21386">
                  <c:v>436.52969999999999</c:v>
                </c:pt>
                <c:pt idx="21387">
                  <c:v>427.53</c:v>
                </c:pt>
                <c:pt idx="21388">
                  <c:v>415.29129999999935</c:v>
                </c:pt>
                <c:pt idx="21389">
                  <c:v>401.27789999999999</c:v>
                </c:pt>
                <c:pt idx="21390">
                  <c:v>397.65170000000001</c:v>
                </c:pt>
                <c:pt idx="21391">
                  <c:v>392.01209999999969</c:v>
                </c:pt>
                <c:pt idx="21392">
                  <c:v>378.62560000000002</c:v>
                </c:pt>
                <c:pt idx="21393">
                  <c:v>365.97770000000003</c:v>
                </c:pt>
                <c:pt idx="21394">
                  <c:v>355.25420000000008</c:v>
                </c:pt>
                <c:pt idx="21395">
                  <c:v>353.33580000000001</c:v>
                </c:pt>
                <c:pt idx="21396">
                  <c:v>359.74189999999999</c:v>
                </c:pt>
                <c:pt idx="21397">
                  <c:v>358.69400000000002</c:v>
                </c:pt>
                <c:pt idx="21398">
                  <c:v>363.37240000000008</c:v>
                </c:pt>
                <c:pt idx="21399">
                  <c:v>382.3014</c:v>
                </c:pt>
                <c:pt idx="21400">
                  <c:v>379.69619999999935</c:v>
                </c:pt>
                <c:pt idx="21401">
                  <c:v>367.27009999999967</c:v>
                </c:pt>
                <c:pt idx="21402">
                  <c:v>361.49109999999934</c:v>
                </c:pt>
                <c:pt idx="21403">
                  <c:v>356.35860000000002</c:v>
                </c:pt>
                <c:pt idx="21404">
                  <c:v>357.16070000000002</c:v>
                </c:pt>
                <c:pt idx="21405">
                  <c:v>354.31659999999954</c:v>
                </c:pt>
                <c:pt idx="21406">
                  <c:v>348.45299999999969</c:v>
                </c:pt>
                <c:pt idx="21407">
                  <c:v>342.29839999999939</c:v>
                </c:pt>
                <c:pt idx="21408">
                  <c:v>340.22039999999947</c:v>
                </c:pt>
                <c:pt idx="21409">
                  <c:v>340.44540000000001</c:v>
                </c:pt>
                <c:pt idx="21410">
                  <c:v>347.98329999999953</c:v>
                </c:pt>
                <c:pt idx="21411">
                  <c:v>348.26420000000002</c:v>
                </c:pt>
                <c:pt idx="21412">
                  <c:v>354.43949999999961</c:v>
                </c:pt>
                <c:pt idx="21413">
                  <c:v>350.88990000000001</c:v>
                </c:pt>
                <c:pt idx="21414">
                  <c:v>341.33869999999968</c:v>
                </c:pt>
                <c:pt idx="21415">
                  <c:v>336.53500000000003</c:v>
                </c:pt>
                <c:pt idx="21416">
                  <c:v>334.55</c:v>
                </c:pt>
                <c:pt idx="21417">
                  <c:v>341.01089999999999</c:v>
                </c:pt>
                <c:pt idx="21418">
                  <c:v>336.71359999999953</c:v>
                </c:pt>
                <c:pt idx="21419">
                  <c:v>334.82639999999935</c:v>
                </c:pt>
                <c:pt idx="21420">
                  <c:v>334.71669999999961</c:v>
                </c:pt>
                <c:pt idx="21421">
                  <c:v>334.6103</c:v>
                </c:pt>
                <c:pt idx="21422">
                  <c:v>341.8159</c:v>
                </c:pt>
                <c:pt idx="21423">
                  <c:v>354.83199999999954</c:v>
                </c:pt>
                <c:pt idx="21424">
                  <c:v>373.52109999999954</c:v>
                </c:pt>
                <c:pt idx="21425">
                  <c:v>371.43869999999947</c:v>
                </c:pt>
                <c:pt idx="21426">
                  <c:v>359.48659999999938</c:v>
                </c:pt>
                <c:pt idx="21427">
                  <c:v>348.65600000000001</c:v>
                </c:pt>
                <c:pt idx="21428">
                  <c:v>341.52539999999954</c:v>
                </c:pt>
                <c:pt idx="21429">
                  <c:v>335.22589999999968</c:v>
                </c:pt>
                <c:pt idx="21430">
                  <c:v>339.77029999999968</c:v>
                </c:pt>
                <c:pt idx="21431">
                  <c:v>355.70249999999999</c:v>
                </c:pt>
                <c:pt idx="21432">
                  <c:v>366.11009999999999</c:v>
                </c:pt>
                <c:pt idx="21433">
                  <c:v>363.79059999999947</c:v>
                </c:pt>
                <c:pt idx="21434">
                  <c:v>359.3193</c:v>
                </c:pt>
                <c:pt idx="21435">
                  <c:v>354.93199999999939</c:v>
                </c:pt>
                <c:pt idx="21436">
                  <c:v>344.7038</c:v>
                </c:pt>
                <c:pt idx="21437">
                  <c:v>342.94809999999961</c:v>
                </c:pt>
                <c:pt idx="21438">
                  <c:v>343.23609999999934</c:v>
                </c:pt>
                <c:pt idx="21439">
                  <c:v>337.00209999999993</c:v>
                </c:pt>
                <c:pt idx="21440">
                  <c:v>330.09769999999969</c:v>
                </c:pt>
                <c:pt idx="21441">
                  <c:v>325.76179999999954</c:v>
                </c:pt>
                <c:pt idx="21442">
                  <c:v>320.35660000000001</c:v>
                </c:pt>
                <c:pt idx="21443">
                  <c:v>312.64690000000002</c:v>
                </c:pt>
                <c:pt idx="21444">
                  <c:v>314.77869999999967</c:v>
                </c:pt>
                <c:pt idx="21445">
                  <c:v>315.9486</c:v>
                </c:pt>
                <c:pt idx="21446">
                  <c:v>309.25029999999964</c:v>
                </c:pt>
                <c:pt idx="21447">
                  <c:v>303.0804</c:v>
                </c:pt>
                <c:pt idx="21448">
                  <c:v>298.96869999999967</c:v>
                </c:pt>
                <c:pt idx="21449">
                  <c:v>293.98839999999939</c:v>
                </c:pt>
                <c:pt idx="21450">
                  <c:v>289.13760000000002</c:v>
                </c:pt>
                <c:pt idx="21451">
                  <c:v>313.0292</c:v>
                </c:pt>
                <c:pt idx="21452">
                  <c:v>351.48739999999935</c:v>
                </c:pt>
                <c:pt idx="21453">
                  <c:v>498.43619999999913</c:v>
                </c:pt>
                <c:pt idx="21454">
                  <c:v>1240.1579999999999</c:v>
                </c:pt>
                <c:pt idx="21455">
                  <c:v>3134.9830000000002</c:v>
                </c:pt>
                <c:pt idx="21456">
                  <c:v>5107.7630000000017</c:v>
                </c:pt>
                <c:pt idx="21457">
                  <c:v>4903.3050000000003</c:v>
                </c:pt>
                <c:pt idx="21458">
                  <c:v>3010.1879999999987</c:v>
                </c:pt>
                <c:pt idx="21459">
                  <c:v>1979.348</c:v>
                </c:pt>
                <c:pt idx="21460">
                  <c:v>2045.028</c:v>
                </c:pt>
                <c:pt idx="21461">
                  <c:v>2161.7599999999998</c:v>
                </c:pt>
                <c:pt idx="21462">
                  <c:v>2342.5210000000002</c:v>
                </c:pt>
                <c:pt idx="21463">
                  <c:v>2488.3310000000029</c:v>
                </c:pt>
                <c:pt idx="21464">
                  <c:v>2366.2469999999967</c:v>
                </c:pt>
                <c:pt idx="21465">
                  <c:v>2114.0459999999998</c:v>
                </c:pt>
                <c:pt idx="21466">
                  <c:v>1978.585</c:v>
                </c:pt>
                <c:pt idx="21467">
                  <c:v>1907.518</c:v>
                </c:pt>
                <c:pt idx="21468">
                  <c:v>1823.8019999999999</c:v>
                </c:pt>
                <c:pt idx="21469">
                  <c:v>1712.5050000000001</c:v>
                </c:pt>
                <c:pt idx="21470">
                  <c:v>1620.0219999999999</c:v>
                </c:pt>
                <c:pt idx="21471">
                  <c:v>1536.1819999999998</c:v>
                </c:pt>
                <c:pt idx="21472">
                  <c:v>1446.4690000000001</c:v>
                </c:pt>
                <c:pt idx="21473">
                  <c:v>1341.6189999999999</c:v>
                </c:pt>
                <c:pt idx="21474">
                  <c:v>1420.11</c:v>
                </c:pt>
                <c:pt idx="21475">
                  <c:v>1668.8019999999999</c:v>
                </c:pt>
                <c:pt idx="21476">
                  <c:v>2257.16</c:v>
                </c:pt>
                <c:pt idx="21477">
                  <c:v>2476.556</c:v>
                </c:pt>
                <c:pt idx="21478">
                  <c:v>2370.9310000000028</c:v>
                </c:pt>
                <c:pt idx="21479">
                  <c:v>1918.1189999999999</c:v>
                </c:pt>
                <c:pt idx="21480">
                  <c:v>1616.569</c:v>
                </c:pt>
                <c:pt idx="21481">
                  <c:v>1515.0439999999999</c:v>
                </c:pt>
                <c:pt idx="21482">
                  <c:v>1413.6289999999999</c:v>
                </c:pt>
                <c:pt idx="21483">
                  <c:v>1316.2719999999999</c:v>
                </c:pt>
                <c:pt idx="21484">
                  <c:v>1634.739</c:v>
                </c:pt>
                <c:pt idx="21485">
                  <c:v>3264.61</c:v>
                </c:pt>
                <c:pt idx="21486">
                  <c:v>5567.5210000000034</c:v>
                </c:pt>
                <c:pt idx="21487">
                  <c:v>5752.4350000000004</c:v>
                </c:pt>
                <c:pt idx="21488">
                  <c:v>4283.6100000000024</c:v>
                </c:pt>
                <c:pt idx="21489">
                  <c:v>2921.8720000000012</c:v>
                </c:pt>
                <c:pt idx="21490">
                  <c:v>2592.0439999999999</c:v>
                </c:pt>
                <c:pt idx="21491">
                  <c:v>2517.7579999999998</c:v>
                </c:pt>
                <c:pt idx="21492">
                  <c:v>2579.3429999999998</c:v>
                </c:pt>
                <c:pt idx="21493">
                  <c:v>3082.9690000000001</c:v>
                </c:pt>
                <c:pt idx="21494">
                  <c:v>4015.9560000000001</c:v>
                </c:pt>
                <c:pt idx="21495">
                  <c:v>4658.9849999999997</c:v>
                </c:pt>
                <c:pt idx="21496">
                  <c:v>4297.4260000000004</c:v>
                </c:pt>
                <c:pt idx="21497">
                  <c:v>3709.75</c:v>
                </c:pt>
                <c:pt idx="21498">
                  <c:v>3041.018</c:v>
                </c:pt>
                <c:pt idx="21499">
                  <c:v>2389.0459999999998</c:v>
                </c:pt>
                <c:pt idx="21500">
                  <c:v>2040.117</c:v>
                </c:pt>
                <c:pt idx="21501">
                  <c:v>2002.5809999999999</c:v>
                </c:pt>
                <c:pt idx="21502">
                  <c:v>2068.279</c:v>
                </c:pt>
                <c:pt idx="21503">
                  <c:v>1924.4939999999999</c:v>
                </c:pt>
                <c:pt idx="21504">
                  <c:v>1741.491</c:v>
                </c:pt>
                <c:pt idx="21505">
                  <c:v>1634.998</c:v>
                </c:pt>
                <c:pt idx="21506">
                  <c:v>1562.04</c:v>
                </c:pt>
                <c:pt idx="21507">
                  <c:v>1445.6589999999999</c:v>
                </c:pt>
                <c:pt idx="21508">
                  <c:v>1400.51</c:v>
                </c:pt>
                <c:pt idx="21509">
                  <c:v>1595.0539999999999</c:v>
                </c:pt>
                <c:pt idx="21510">
                  <c:v>1938.95</c:v>
                </c:pt>
                <c:pt idx="21511">
                  <c:v>2047.7349999999999</c:v>
                </c:pt>
                <c:pt idx="21512">
                  <c:v>1832.44</c:v>
                </c:pt>
                <c:pt idx="21513">
                  <c:v>1814.6679999999999</c:v>
                </c:pt>
                <c:pt idx="21514">
                  <c:v>2198.7179999999998</c:v>
                </c:pt>
                <c:pt idx="21515">
                  <c:v>2237.8100000000022</c:v>
                </c:pt>
                <c:pt idx="21516">
                  <c:v>2248.5050000000001</c:v>
                </c:pt>
                <c:pt idx="21517">
                  <c:v>2313.5</c:v>
                </c:pt>
                <c:pt idx="21518">
                  <c:v>2847.3649999999998</c:v>
                </c:pt>
                <c:pt idx="21519">
                  <c:v>3750.114</c:v>
                </c:pt>
                <c:pt idx="21520">
                  <c:v>3927.5160000000001</c:v>
                </c:pt>
                <c:pt idx="21521">
                  <c:v>4487.3680000000004</c:v>
                </c:pt>
                <c:pt idx="21522">
                  <c:v>4321.2510000000002</c:v>
                </c:pt>
                <c:pt idx="21523">
                  <c:v>3710.0410000000002</c:v>
                </c:pt>
                <c:pt idx="21524">
                  <c:v>2883.2449999999967</c:v>
                </c:pt>
                <c:pt idx="21525">
                  <c:v>2774.5309999999999</c:v>
                </c:pt>
                <c:pt idx="21526">
                  <c:v>4350.8260000000055</c:v>
                </c:pt>
                <c:pt idx="21527">
                  <c:v>6704.9230000000016</c:v>
                </c:pt>
                <c:pt idx="21528">
                  <c:v>7459.3860000000004</c:v>
                </c:pt>
                <c:pt idx="21529">
                  <c:v>6087.9409999999998</c:v>
                </c:pt>
                <c:pt idx="21530">
                  <c:v>5128.7640000000001</c:v>
                </c:pt>
                <c:pt idx="21531">
                  <c:v>4529.8850000000002</c:v>
                </c:pt>
                <c:pt idx="21532">
                  <c:v>3431.5410000000002</c:v>
                </c:pt>
                <c:pt idx="21533">
                  <c:v>2782.9250000000002</c:v>
                </c:pt>
                <c:pt idx="21534">
                  <c:v>2482.663</c:v>
                </c:pt>
                <c:pt idx="21535">
                  <c:v>2471.9</c:v>
                </c:pt>
                <c:pt idx="21536">
                  <c:v>3049.8589999999999</c:v>
                </c:pt>
                <c:pt idx="21537">
                  <c:v>3390.1509999999998</c:v>
                </c:pt>
                <c:pt idx="21538">
                  <c:v>3026.2219999999998</c:v>
                </c:pt>
                <c:pt idx="21539">
                  <c:v>2488.5349999999999</c:v>
                </c:pt>
                <c:pt idx="21540">
                  <c:v>2185.2819999999997</c:v>
                </c:pt>
                <c:pt idx="21541">
                  <c:v>2102.1370000000002</c:v>
                </c:pt>
                <c:pt idx="21542">
                  <c:v>2004.4590000000001</c:v>
                </c:pt>
                <c:pt idx="21543">
                  <c:v>1864.961</c:v>
                </c:pt>
                <c:pt idx="21544">
                  <c:v>1739.5129999999999</c:v>
                </c:pt>
                <c:pt idx="21545">
                  <c:v>1636.2529999999999</c:v>
                </c:pt>
                <c:pt idx="21546">
                  <c:v>1551.1869999999999</c:v>
                </c:pt>
                <c:pt idx="21547">
                  <c:v>1499.6859999999999</c:v>
                </c:pt>
                <c:pt idx="21548">
                  <c:v>1454.2270000000001</c:v>
                </c:pt>
                <c:pt idx="21549">
                  <c:v>1407.249</c:v>
                </c:pt>
                <c:pt idx="21550">
                  <c:v>1367.1</c:v>
                </c:pt>
                <c:pt idx="21551">
                  <c:v>1329.28</c:v>
                </c:pt>
                <c:pt idx="21552">
                  <c:v>1290.1569999999999</c:v>
                </c:pt>
                <c:pt idx="21553">
                  <c:v>1252.7760000000001</c:v>
                </c:pt>
                <c:pt idx="21554">
                  <c:v>1226.1669999999999</c:v>
                </c:pt>
                <c:pt idx="21555">
                  <c:v>1205.0839999999998</c:v>
                </c:pt>
                <c:pt idx="21556">
                  <c:v>1189.8150000000001</c:v>
                </c:pt>
                <c:pt idx="21557">
                  <c:v>1170.3209999999999</c:v>
                </c:pt>
                <c:pt idx="21558">
                  <c:v>1148.6079999999999</c:v>
                </c:pt>
                <c:pt idx="21559">
                  <c:v>1135.6199999999999</c:v>
                </c:pt>
                <c:pt idx="21560">
                  <c:v>1135.7060000000001</c:v>
                </c:pt>
                <c:pt idx="21561">
                  <c:v>1127.3789999999999</c:v>
                </c:pt>
                <c:pt idx="21562">
                  <c:v>1109.4939999999999</c:v>
                </c:pt>
                <c:pt idx="21563">
                  <c:v>1087.981</c:v>
                </c:pt>
                <c:pt idx="21564">
                  <c:v>1150.097</c:v>
                </c:pt>
                <c:pt idx="21565">
                  <c:v>1171.6039999999998</c:v>
                </c:pt>
                <c:pt idx="21566">
                  <c:v>1162.1829999999998</c:v>
                </c:pt>
                <c:pt idx="21567">
                  <c:v>1145.5170000000001</c:v>
                </c:pt>
                <c:pt idx="21568">
                  <c:v>1119.2180000000001</c:v>
                </c:pt>
                <c:pt idx="21569">
                  <c:v>1119.3799999999999</c:v>
                </c:pt>
                <c:pt idx="21570">
                  <c:v>1091.1399999999999</c:v>
                </c:pt>
                <c:pt idx="21571">
                  <c:v>1053.53</c:v>
                </c:pt>
                <c:pt idx="21572">
                  <c:v>1014.3209999999993</c:v>
                </c:pt>
                <c:pt idx="21573">
                  <c:v>984.06299999999919</c:v>
                </c:pt>
                <c:pt idx="21574">
                  <c:v>962.98440000000005</c:v>
                </c:pt>
                <c:pt idx="21575">
                  <c:v>951.7939000000008</c:v>
                </c:pt>
                <c:pt idx="21576">
                  <c:v>1123.722</c:v>
                </c:pt>
                <c:pt idx="21577">
                  <c:v>1329.3019999999999</c:v>
                </c:pt>
                <c:pt idx="21578">
                  <c:v>1350.731</c:v>
                </c:pt>
                <c:pt idx="21579">
                  <c:v>1237.934</c:v>
                </c:pt>
                <c:pt idx="21580">
                  <c:v>1173.0529999999999</c:v>
                </c:pt>
                <c:pt idx="21581">
                  <c:v>1106.145</c:v>
                </c:pt>
                <c:pt idx="21582">
                  <c:v>1255.751</c:v>
                </c:pt>
                <c:pt idx="21583">
                  <c:v>1268.7939999999999</c:v>
                </c:pt>
                <c:pt idx="21584">
                  <c:v>1233.076</c:v>
                </c:pt>
                <c:pt idx="21585">
                  <c:v>1593.239</c:v>
                </c:pt>
                <c:pt idx="21586">
                  <c:v>2338.3130000000028</c:v>
                </c:pt>
                <c:pt idx="21587">
                  <c:v>2712.4059999999999</c:v>
                </c:pt>
                <c:pt idx="21588">
                  <c:v>2213.9569999999999</c:v>
                </c:pt>
                <c:pt idx="21589">
                  <c:v>1752.8</c:v>
                </c:pt>
                <c:pt idx="21590">
                  <c:v>1721.32</c:v>
                </c:pt>
                <c:pt idx="21591">
                  <c:v>1825.0170000000001</c:v>
                </c:pt>
                <c:pt idx="21592">
                  <c:v>1625.934</c:v>
                </c:pt>
                <c:pt idx="21593">
                  <c:v>1426.271</c:v>
                </c:pt>
                <c:pt idx="21594">
                  <c:v>1227.7080000000001</c:v>
                </c:pt>
                <c:pt idx="21595">
                  <c:v>1123.6959999999999</c:v>
                </c:pt>
                <c:pt idx="21596">
                  <c:v>1079.3629999999998</c:v>
                </c:pt>
                <c:pt idx="21597">
                  <c:v>1078.8889999999999</c:v>
                </c:pt>
                <c:pt idx="21598">
                  <c:v>1047.0319999999999</c:v>
                </c:pt>
                <c:pt idx="21599">
                  <c:v>1060.1499999999999</c:v>
                </c:pt>
                <c:pt idx="21600">
                  <c:v>1075.702</c:v>
                </c:pt>
                <c:pt idx="21601">
                  <c:v>1104.0529999999999</c:v>
                </c:pt>
                <c:pt idx="21602">
                  <c:v>1125.675</c:v>
                </c:pt>
                <c:pt idx="21603">
                  <c:v>1117.6089999999999</c:v>
                </c:pt>
                <c:pt idx="21604">
                  <c:v>1088.6329999999998</c:v>
                </c:pt>
                <c:pt idx="21605">
                  <c:v>1154.9639999999999</c:v>
                </c:pt>
                <c:pt idx="21606">
                  <c:v>1615.8979999999999</c:v>
                </c:pt>
                <c:pt idx="21607">
                  <c:v>1941.3439999999998</c:v>
                </c:pt>
                <c:pt idx="21608">
                  <c:v>1768.6499999999999</c:v>
                </c:pt>
                <c:pt idx="21609">
                  <c:v>1342.6369999999999</c:v>
                </c:pt>
                <c:pt idx="21610">
                  <c:v>1193.009</c:v>
                </c:pt>
                <c:pt idx="21611">
                  <c:v>1253.3519999999999</c:v>
                </c:pt>
                <c:pt idx="21612">
                  <c:v>1401.9090000000001</c:v>
                </c:pt>
                <c:pt idx="21613">
                  <c:v>1464.3879999999999</c:v>
                </c:pt>
                <c:pt idx="21614">
                  <c:v>1387.84</c:v>
                </c:pt>
                <c:pt idx="21615">
                  <c:v>1285.317</c:v>
                </c:pt>
                <c:pt idx="21616">
                  <c:v>1225.5719999999999</c:v>
                </c:pt>
                <c:pt idx="21617">
                  <c:v>1179.3599999999999</c:v>
                </c:pt>
                <c:pt idx="21618">
                  <c:v>1144.7719999999999</c:v>
                </c:pt>
                <c:pt idx="21619">
                  <c:v>1114.8739999999998</c:v>
                </c:pt>
                <c:pt idx="21620">
                  <c:v>1091.3050000000001</c:v>
                </c:pt>
                <c:pt idx="21621">
                  <c:v>1070.4160000000011</c:v>
                </c:pt>
                <c:pt idx="21622">
                  <c:v>1038.3509999999999</c:v>
                </c:pt>
                <c:pt idx="21623">
                  <c:v>988.08680000000004</c:v>
                </c:pt>
                <c:pt idx="21624">
                  <c:v>946.24390000000005</c:v>
                </c:pt>
                <c:pt idx="21625">
                  <c:v>917.41609999999946</c:v>
                </c:pt>
                <c:pt idx="21626">
                  <c:v>892.96139999999946</c:v>
                </c:pt>
                <c:pt idx="21627">
                  <c:v>864.75739999999996</c:v>
                </c:pt>
                <c:pt idx="21628">
                  <c:v>842.93899999999996</c:v>
                </c:pt>
                <c:pt idx="21629">
                  <c:v>836.54179999999997</c:v>
                </c:pt>
                <c:pt idx="21630">
                  <c:v>831.05840000000001</c:v>
                </c:pt>
                <c:pt idx="21631">
                  <c:v>816.68570000000068</c:v>
                </c:pt>
                <c:pt idx="21632">
                  <c:v>802.47540000000004</c:v>
                </c:pt>
                <c:pt idx="21633">
                  <c:v>798.42159999999933</c:v>
                </c:pt>
                <c:pt idx="21634">
                  <c:v>806.23429999999996</c:v>
                </c:pt>
                <c:pt idx="21635">
                  <c:v>807.88070000000005</c:v>
                </c:pt>
                <c:pt idx="21636">
                  <c:v>852.61300000000051</c:v>
                </c:pt>
                <c:pt idx="21637">
                  <c:v>1325.8539999999998</c:v>
                </c:pt>
                <c:pt idx="21638">
                  <c:v>2080.9150000000022</c:v>
                </c:pt>
                <c:pt idx="21639">
                  <c:v>2179.0859999999998</c:v>
                </c:pt>
                <c:pt idx="21640">
                  <c:v>1849.096</c:v>
                </c:pt>
                <c:pt idx="21641">
                  <c:v>1648.702</c:v>
                </c:pt>
                <c:pt idx="21642">
                  <c:v>1538.404</c:v>
                </c:pt>
                <c:pt idx="21643">
                  <c:v>1260.038</c:v>
                </c:pt>
                <c:pt idx="21644">
                  <c:v>1127.4560000000001</c:v>
                </c:pt>
                <c:pt idx="21645">
                  <c:v>1259.9170000000001</c:v>
                </c:pt>
                <c:pt idx="21646">
                  <c:v>2684.049</c:v>
                </c:pt>
                <c:pt idx="21647">
                  <c:v>4474.58</c:v>
                </c:pt>
                <c:pt idx="21648">
                  <c:v>5178.3210000000054</c:v>
                </c:pt>
                <c:pt idx="21649">
                  <c:v>4171.2359999999999</c:v>
                </c:pt>
                <c:pt idx="21650">
                  <c:v>3823.4730000000022</c:v>
                </c:pt>
                <c:pt idx="21651">
                  <c:v>3970.8920000000012</c:v>
                </c:pt>
                <c:pt idx="21652">
                  <c:v>3225.5369999999998</c:v>
                </c:pt>
                <c:pt idx="21653">
                  <c:v>2712.9850000000001</c:v>
                </c:pt>
                <c:pt idx="21654">
                  <c:v>3172.3120000000022</c:v>
                </c:pt>
                <c:pt idx="21655">
                  <c:v>3382.2530000000002</c:v>
                </c:pt>
                <c:pt idx="21656">
                  <c:v>3113.4479999999999</c:v>
                </c:pt>
                <c:pt idx="21657">
                  <c:v>2576.252</c:v>
                </c:pt>
                <c:pt idx="21658">
                  <c:v>2107.8380000000002</c:v>
                </c:pt>
                <c:pt idx="21659">
                  <c:v>2020.2449999999999</c:v>
                </c:pt>
                <c:pt idx="21660">
                  <c:v>1964.751</c:v>
                </c:pt>
                <c:pt idx="21661">
                  <c:v>1815.8489999999999</c:v>
                </c:pt>
                <c:pt idx="21662">
                  <c:v>1760.739</c:v>
                </c:pt>
                <c:pt idx="21663">
                  <c:v>1721.2639999999999</c:v>
                </c:pt>
                <c:pt idx="21664">
                  <c:v>1676.84</c:v>
                </c:pt>
                <c:pt idx="21665">
                  <c:v>1603.86</c:v>
                </c:pt>
                <c:pt idx="21666">
                  <c:v>1525.1399999999999</c:v>
                </c:pt>
                <c:pt idx="21667">
                  <c:v>1547.317</c:v>
                </c:pt>
                <c:pt idx="21668">
                  <c:v>1613.7550000000001</c:v>
                </c:pt>
                <c:pt idx="21669">
                  <c:v>1692.479</c:v>
                </c:pt>
                <c:pt idx="21670">
                  <c:v>1505.973</c:v>
                </c:pt>
                <c:pt idx="21671">
                  <c:v>1395.3539999999998</c:v>
                </c:pt>
                <c:pt idx="21672">
                  <c:v>1333.521</c:v>
                </c:pt>
                <c:pt idx="21673">
                  <c:v>1312.7939999999999</c:v>
                </c:pt>
                <c:pt idx="21674">
                  <c:v>1316.1469999999999</c:v>
                </c:pt>
                <c:pt idx="21675">
                  <c:v>1297.25</c:v>
                </c:pt>
                <c:pt idx="21676">
                  <c:v>1257.7339999999999</c:v>
                </c:pt>
                <c:pt idx="21677">
                  <c:v>1217.9970000000001</c:v>
                </c:pt>
                <c:pt idx="21678">
                  <c:v>1186.7370000000001</c:v>
                </c:pt>
                <c:pt idx="21679">
                  <c:v>1169.8029999999999</c:v>
                </c:pt>
                <c:pt idx="21680">
                  <c:v>1165.0650000000001</c:v>
                </c:pt>
                <c:pt idx="21681">
                  <c:v>1164.6109999999999</c:v>
                </c:pt>
                <c:pt idx="21682">
                  <c:v>1147.202</c:v>
                </c:pt>
                <c:pt idx="21683">
                  <c:v>1123.998</c:v>
                </c:pt>
                <c:pt idx="21684">
                  <c:v>1141.431</c:v>
                </c:pt>
                <c:pt idx="21685">
                  <c:v>1260.902</c:v>
                </c:pt>
                <c:pt idx="21686">
                  <c:v>1435.1709999999998</c:v>
                </c:pt>
                <c:pt idx="21687">
                  <c:v>1518.1529999999998</c:v>
                </c:pt>
                <c:pt idx="21688">
                  <c:v>1567.31</c:v>
                </c:pt>
                <c:pt idx="21689">
                  <c:v>1659.421</c:v>
                </c:pt>
                <c:pt idx="21690">
                  <c:v>1622.06</c:v>
                </c:pt>
                <c:pt idx="21691">
                  <c:v>1484.1899999999998</c:v>
                </c:pt>
                <c:pt idx="21692">
                  <c:v>1446.0989999999999</c:v>
                </c:pt>
                <c:pt idx="21693">
                  <c:v>1460.9929999999999</c:v>
                </c:pt>
                <c:pt idx="21694">
                  <c:v>1455.1379999999999</c:v>
                </c:pt>
                <c:pt idx="21695">
                  <c:v>1418.7619999999999</c:v>
                </c:pt>
                <c:pt idx="21696">
                  <c:v>1341.3929999999998</c:v>
                </c:pt>
                <c:pt idx="21697">
                  <c:v>1307.665</c:v>
                </c:pt>
                <c:pt idx="21698">
                  <c:v>1322.6819999999998</c:v>
                </c:pt>
                <c:pt idx="21699">
                  <c:v>1338.6899999999998</c:v>
                </c:pt>
                <c:pt idx="21700">
                  <c:v>1354.2739999999999</c:v>
                </c:pt>
                <c:pt idx="21701">
                  <c:v>1352.2060000000001</c:v>
                </c:pt>
                <c:pt idx="21702">
                  <c:v>1344.2449999999999</c:v>
                </c:pt>
                <c:pt idx="21703">
                  <c:v>1378.2080000000001</c:v>
                </c:pt>
                <c:pt idx="21704">
                  <c:v>1486.308</c:v>
                </c:pt>
                <c:pt idx="21705">
                  <c:v>1708.125</c:v>
                </c:pt>
                <c:pt idx="21706">
                  <c:v>1997.5360000000001</c:v>
                </c:pt>
                <c:pt idx="21707">
                  <c:v>1926.876</c:v>
                </c:pt>
                <c:pt idx="21708">
                  <c:v>1607.413</c:v>
                </c:pt>
                <c:pt idx="21709">
                  <c:v>1466.8929999999998</c:v>
                </c:pt>
                <c:pt idx="21710">
                  <c:v>1444.7670000000001</c:v>
                </c:pt>
                <c:pt idx="21711">
                  <c:v>1347.4190000000001</c:v>
                </c:pt>
                <c:pt idx="21712">
                  <c:v>1277.1469999999999</c:v>
                </c:pt>
                <c:pt idx="21713">
                  <c:v>1229.4349999999999</c:v>
                </c:pt>
                <c:pt idx="21714">
                  <c:v>1206.796</c:v>
                </c:pt>
                <c:pt idx="21715">
                  <c:v>1208.212</c:v>
                </c:pt>
                <c:pt idx="21716">
                  <c:v>1196.8419999999999</c:v>
                </c:pt>
                <c:pt idx="21717">
                  <c:v>1162.4000000000001</c:v>
                </c:pt>
                <c:pt idx="21718">
                  <c:v>1113.8</c:v>
                </c:pt>
                <c:pt idx="21719">
                  <c:v>1098.8589999999999</c:v>
                </c:pt>
                <c:pt idx="21720">
                  <c:v>1118.5619999999999</c:v>
                </c:pt>
                <c:pt idx="21721">
                  <c:v>1107.4960000000001</c:v>
                </c:pt>
                <c:pt idx="21722">
                  <c:v>1051.539</c:v>
                </c:pt>
                <c:pt idx="21723">
                  <c:v>998.29870000000096</c:v>
                </c:pt>
                <c:pt idx="21724">
                  <c:v>975.73500000000001</c:v>
                </c:pt>
                <c:pt idx="21725">
                  <c:v>978.96400000000006</c:v>
                </c:pt>
                <c:pt idx="21726">
                  <c:v>992.09690000000001</c:v>
                </c:pt>
                <c:pt idx="21727">
                  <c:v>996.85049999999933</c:v>
                </c:pt>
                <c:pt idx="21728">
                  <c:v>983.08759999999938</c:v>
                </c:pt>
                <c:pt idx="21729">
                  <c:v>950.97410000000002</c:v>
                </c:pt>
                <c:pt idx="21730">
                  <c:v>915.91609999999946</c:v>
                </c:pt>
                <c:pt idx="21731">
                  <c:v>899.54759999999919</c:v>
                </c:pt>
                <c:pt idx="21732">
                  <c:v>889.197</c:v>
                </c:pt>
                <c:pt idx="21733">
                  <c:v>841.8048</c:v>
                </c:pt>
                <c:pt idx="21734">
                  <c:v>754.7237000000008</c:v>
                </c:pt>
                <c:pt idx="21735">
                  <c:v>674.78719999999998</c:v>
                </c:pt>
                <c:pt idx="21736">
                  <c:v>626.32229999999902</c:v>
                </c:pt>
                <c:pt idx="21737">
                  <c:v>594.9320999999992</c:v>
                </c:pt>
                <c:pt idx="21738">
                  <c:v>564.50940000000003</c:v>
                </c:pt>
                <c:pt idx="21739">
                  <c:v>537.18499999999995</c:v>
                </c:pt>
                <c:pt idx="21740">
                  <c:v>527.63049999999998</c:v>
                </c:pt>
                <c:pt idx="21741">
                  <c:v>539.6644</c:v>
                </c:pt>
                <c:pt idx="21742">
                  <c:v>534.72340000000054</c:v>
                </c:pt>
                <c:pt idx="21743">
                  <c:v>503.46879999999953</c:v>
                </c:pt>
                <c:pt idx="21744">
                  <c:v>477.375</c:v>
                </c:pt>
                <c:pt idx="21745">
                  <c:v>469.63189999999969</c:v>
                </c:pt>
                <c:pt idx="21746">
                  <c:v>466.08619999999939</c:v>
                </c:pt>
                <c:pt idx="21747">
                  <c:v>447.29379999999935</c:v>
                </c:pt>
                <c:pt idx="21748">
                  <c:v>422.67520000000002</c:v>
                </c:pt>
                <c:pt idx="21749">
                  <c:v>401.87109999999967</c:v>
                </c:pt>
                <c:pt idx="21750">
                  <c:v>387.14679999999993</c:v>
                </c:pt>
                <c:pt idx="21751">
                  <c:v>377.34820000000002</c:v>
                </c:pt>
                <c:pt idx="21752">
                  <c:v>368.41039999999936</c:v>
                </c:pt>
                <c:pt idx="21753">
                  <c:v>369.48989999999969</c:v>
                </c:pt>
                <c:pt idx="21754">
                  <c:v>375.43060000000003</c:v>
                </c:pt>
                <c:pt idx="21755">
                  <c:v>361.10430000000002</c:v>
                </c:pt>
                <c:pt idx="21756">
                  <c:v>341.93149999999946</c:v>
                </c:pt>
                <c:pt idx="21757">
                  <c:v>345.5686</c:v>
                </c:pt>
                <c:pt idx="21758">
                  <c:v>330.75470000000001</c:v>
                </c:pt>
                <c:pt idx="21759">
                  <c:v>325.8723</c:v>
                </c:pt>
                <c:pt idx="21760">
                  <c:v>326.89769999999999</c:v>
                </c:pt>
                <c:pt idx="21761">
                  <c:v>335.77849999999961</c:v>
                </c:pt>
                <c:pt idx="21762">
                  <c:v>356.3082</c:v>
                </c:pt>
                <c:pt idx="21763">
                  <c:v>366.59369999999967</c:v>
                </c:pt>
                <c:pt idx="21764">
                  <c:v>427.66469999999998</c:v>
                </c:pt>
                <c:pt idx="21765">
                  <c:v>484.1268</c:v>
                </c:pt>
                <c:pt idx="21766">
                  <c:v>532.78310000000067</c:v>
                </c:pt>
                <c:pt idx="21767">
                  <c:v>536.07659999999998</c:v>
                </c:pt>
                <c:pt idx="21768">
                  <c:v>532.09360000000004</c:v>
                </c:pt>
                <c:pt idx="21769">
                  <c:v>545.39</c:v>
                </c:pt>
                <c:pt idx="21770">
                  <c:v>580.99080000000004</c:v>
                </c:pt>
                <c:pt idx="21771">
                  <c:v>622.27570000000094</c:v>
                </c:pt>
                <c:pt idx="21772">
                  <c:v>637.68209999999999</c:v>
                </c:pt>
                <c:pt idx="21773">
                  <c:v>629.39329999999939</c:v>
                </c:pt>
                <c:pt idx="21774">
                  <c:v>630.76499999999999</c:v>
                </c:pt>
                <c:pt idx="21775">
                  <c:v>653.59230000000002</c:v>
                </c:pt>
                <c:pt idx="21776">
                  <c:v>695.41289999999947</c:v>
                </c:pt>
                <c:pt idx="21777">
                  <c:v>720.31719999999905</c:v>
                </c:pt>
                <c:pt idx="21778">
                  <c:v>718.75049999999999</c:v>
                </c:pt>
                <c:pt idx="21779">
                  <c:v>698.92439999999999</c:v>
                </c:pt>
                <c:pt idx="21780">
                  <c:v>677.79520000000002</c:v>
                </c:pt>
                <c:pt idx="21781">
                  <c:v>661.05139999999949</c:v>
                </c:pt>
                <c:pt idx="21782">
                  <c:v>639.56769999999892</c:v>
                </c:pt>
                <c:pt idx="21783">
                  <c:v>613.87519999999938</c:v>
                </c:pt>
                <c:pt idx="21784">
                  <c:v>579.61350000000004</c:v>
                </c:pt>
                <c:pt idx="21785">
                  <c:v>549.47979999999995</c:v>
                </c:pt>
                <c:pt idx="21786">
                  <c:v>535.26329999999996</c:v>
                </c:pt>
                <c:pt idx="21787">
                  <c:v>542.22500000000002</c:v>
                </c:pt>
                <c:pt idx="21788">
                  <c:v>551.52970000000005</c:v>
                </c:pt>
                <c:pt idx="21789">
                  <c:v>546.49109999999996</c:v>
                </c:pt>
                <c:pt idx="21790">
                  <c:v>533.76499999999999</c:v>
                </c:pt>
                <c:pt idx="21791">
                  <c:v>519.97990000000004</c:v>
                </c:pt>
                <c:pt idx="21792">
                  <c:v>513.33439999999996</c:v>
                </c:pt>
                <c:pt idx="21793">
                  <c:v>500.7441</c:v>
                </c:pt>
                <c:pt idx="21794">
                  <c:v>496.72739999999953</c:v>
                </c:pt>
                <c:pt idx="21795">
                  <c:v>514.64350000000002</c:v>
                </c:pt>
                <c:pt idx="21796">
                  <c:v>531.13919999999996</c:v>
                </c:pt>
                <c:pt idx="21797">
                  <c:v>529.31519999999921</c:v>
                </c:pt>
                <c:pt idx="21798">
                  <c:v>520.52279999999996</c:v>
                </c:pt>
                <c:pt idx="21799">
                  <c:v>518.01099999999997</c:v>
                </c:pt>
                <c:pt idx="21800">
                  <c:v>512.62919999999997</c:v>
                </c:pt>
                <c:pt idx="21801">
                  <c:v>514.67990000000054</c:v>
                </c:pt>
                <c:pt idx="21802">
                  <c:v>514.72730000000001</c:v>
                </c:pt>
                <c:pt idx="21803">
                  <c:v>505.14659999999969</c:v>
                </c:pt>
                <c:pt idx="21804">
                  <c:v>498.94149999999968</c:v>
                </c:pt>
                <c:pt idx="21805">
                  <c:v>496.22149999999954</c:v>
                </c:pt>
                <c:pt idx="21806">
                  <c:v>496.11919999999969</c:v>
                </c:pt>
                <c:pt idx="21807">
                  <c:v>491.92769999999967</c:v>
                </c:pt>
                <c:pt idx="21808">
                  <c:v>486.92619999999914</c:v>
                </c:pt>
                <c:pt idx="21809">
                  <c:v>481.5162999999996</c:v>
                </c:pt>
                <c:pt idx="21810">
                  <c:v>474.42829999999935</c:v>
                </c:pt>
                <c:pt idx="21811">
                  <c:v>472.36450000000002</c:v>
                </c:pt>
                <c:pt idx="21812">
                  <c:v>481.59840000000003</c:v>
                </c:pt>
                <c:pt idx="21813">
                  <c:v>487.71809999999954</c:v>
                </c:pt>
                <c:pt idx="21814">
                  <c:v>484.50619999999935</c:v>
                </c:pt>
                <c:pt idx="21815">
                  <c:v>502.96869999999967</c:v>
                </c:pt>
                <c:pt idx="21816">
                  <c:v>509.26309999999961</c:v>
                </c:pt>
                <c:pt idx="21817">
                  <c:v>509.54950000000002</c:v>
                </c:pt>
                <c:pt idx="21818">
                  <c:v>509.31109999999961</c:v>
                </c:pt>
                <c:pt idx="21819">
                  <c:v>507.0129</c:v>
                </c:pt>
                <c:pt idx="21820">
                  <c:v>503.35950000000008</c:v>
                </c:pt>
                <c:pt idx="21821">
                  <c:v>498.59559999999954</c:v>
                </c:pt>
                <c:pt idx="21822">
                  <c:v>496.89509999999967</c:v>
                </c:pt>
                <c:pt idx="21823">
                  <c:v>515.17470000000094</c:v>
                </c:pt>
                <c:pt idx="21824">
                  <c:v>550.97410000000002</c:v>
                </c:pt>
                <c:pt idx="21825">
                  <c:v>569.28800000000081</c:v>
                </c:pt>
                <c:pt idx="21826">
                  <c:v>581.87599999999998</c:v>
                </c:pt>
                <c:pt idx="21827">
                  <c:v>576.22380000000055</c:v>
                </c:pt>
                <c:pt idx="21828">
                  <c:v>577.94349999999997</c:v>
                </c:pt>
                <c:pt idx="21829">
                  <c:v>574.29719999999998</c:v>
                </c:pt>
                <c:pt idx="21830">
                  <c:v>569.42719999999906</c:v>
                </c:pt>
                <c:pt idx="21831">
                  <c:v>561.93830000000003</c:v>
                </c:pt>
                <c:pt idx="21832">
                  <c:v>562.64159999999947</c:v>
                </c:pt>
                <c:pt idx="21833">
                  <c:v>578.15229999999906</c:v>
                </c:pt>
                <c:pt idx="21834">
                  <c:v>610.221</c:v>
                </c:pt>
                <c:pt idx="21835">
                  <c:v>644.21019999999999</c:v>
                </c:pt>
                <c:pt idx="21836">
                  <c:v>659.91599999999949</c:v>
                </c:pt>
                <c:pt idx="21837">
                  <c:v>655.63390000000004</c:v>
                </c:pt>
                <c:pt idx="21838">
                  <c:v>652.09630000000004</c:v>
                </c:pt>
                <c:pt idx="21839">
                  <c:v>651.07080000000053</c:v>
                </c:pt>
                <c:pt idx="21840">
                  <c:v>641.69560000000001</c:v>
                </c:pt>
                <c:pt idx="21841">
                  <c:v>631.51430000000005</c:v>
                </c:pt>
                <c:pt idx="21842">
                  <c:v>621.60490000000004</c:v>
                </c:pt>
                <c:pt idx="21843">
                  <c:v>608.3491999999992</c:v>
                </c:pt>
                <c:pt idx="21844">
                  <c:v>599.04719999999907</c:v>
                </c:pt>
                <c:pt idx="21845">
                  <c:v>597.06299999999919</c:v>
                </c:pt>
                <c:pt idx="21846">
                  <c:v>590.58360000000005</c:v>
                </c:pt>
                <c:pt idx="21847">
                  <c:v>586.98159999999996</c:v>
                </c:pt>
                <c:pt idx="21848">
                  <c:v>585.18890000000067</c:v>
                </c:pt>
                <c:pt idx="21849">
                  <c:v>580.16989999999998</c:v>
                </c:pt>
                <c:pt idx="21850">
                  <c:v>590.23239999999998</c:v>
                </c:pt>
                <c:pt idx="21851">
                  <c:v>804.16649999999947</c:v>
                </c:pt>
                <c:pt idx="21852">
                  <c:v>1474.758</c:v>
                </c:pt>
                <c:pt idx="21853">
                  <c:v>2003.28</c:v>
                </c:pt>
                <c:pt idx="21854">
                  <c:v>1818.4360000000001</c:v>
                </c:pt>
                <c:pt idx="21855">
                  <c:v>1271.1799999999998</c:v>
                </c:pt>
                <c:pt idx="21856">
                  <c:v>1143.1109999999999</c:v>
                </c:pt>
                <c:pt idx="21857">
                  <c:v>1119.8029999999999</c:v>
                </c:pt>
                <c:pt idx="21858">
                  <c:v>1246.0429999999999</c:v>
                </c:pt>
                <c:pt idx="21859">
                  <c:v>1984.7139999999999</c:v>
                </c:pt>
                <c:pt idx="21860">
                  <c:v>2476.0940000000001</c:v>
                </c:pt>
                <c:pt idx="21861">
                  <c:v>2865.9369999999999</c:v>
                </c:pt>
                <c:pt idx="21862">
                  <c:v>4093.6659999999997</c:v>
                </c:pt>
                <c:pt idx="21863">
                  <c:v>4402.6440000000002</c:v>
                </c:pt>
                <c:pt idx="21864">
                  <c:v>3773.3029999999999</c:v>
                </c:pt>
                <c:pt idx="21865">
                  <c:v>2909.8389999999999</c:v>
                </c:pt>
                <c:pt idx="21866">
                  <c:v>3771.261</c:v>
                </c:pt>
                <c:pt idx="21867">
                  <c:v>6769.1350000000002</c:v>
                </c:pt>
                <c:pt idx="21868">
                  <c:v>7809.5440000000008</c:v>
                </c:pt>
                <c:pt idx="21869">
                  <c:v>6096.6640000000034</c:v>
                </c:pt>
                <c:pt idx="21870">
                  <c:v>4254.5060000000003</c:v>
                </c:pt>
                <c:pt idx="21871">
                  <c:v>4568.4139999999998</c:v>
                </c:pt>
                <c:pt idx="21872">
                  <c:v>4876.22</c:v>
                </c:pt>
                <c:pt idx="21873">
                  <c:v>4019.8209999999999</c:v>
                </c:pt>
                <c:pt idx="21874">
                  <c:v>5174.2490000000007</c:v>
                </c:pt>
                <c:pt idx="21875">
                  <c:v>7252.8550000000014</c:v>
                </c:pt>
                <c:pt idx="21876">
                  <c:v>8297.2420000000111</c:v>
                </c:pt>
                <c:pt idx="21877">
                  <c:v>6460.9120000000003</c:v>
                </c:pt>
                <c:pt idx="21878">
                  <c:v>5455.6510000000044</c:v>
                </c:pt>
                <c:pt idx="21879">
                  <c:v>6034.9930000000004</c:v>
                </c:pt>
                <c:pt idx="21880">
                  <c:v>5969.01</c:v>
                </c:pt>
                <c:pt idx="21881">
                  <c:v>4218.1600000000044</c:v>
                </c:pt>
                <c:pt idx="21882">
                  <c:v>3025.3510000000028</c:v>
                </c:pt>
                <c:pt idx="21883">
                  <c:v>2774.404</c:v>
                </c:pt>
                <c:pt idx="21884">
                  <c:v>2593.4110000000028</c:v>
                </c:pt>
                <c:pt idx="21885">
                  <c:v>2800.7639999999997</c:v>
                </c:pt>
                <c:pt idx="21886">
                  <c:v>3104.4</c:v>
                </c:pt>
                <c:pt idx="21887">
                  <c:v>2969.6659999999997</c:v>
                </c:pt>
                <c:pt idx="21888">
                  <c:v>2473.6089999999967</c:v>
                </c:pt>
                <c:pt idx="21889">
                  <c:v>2094.3629999999998</c:v>
                </c:pt>
                <c:pt idx="21890">
                  <c:v>1903.7470000000001</c:v>
                </c:pt>
                <c:pt idx="21891">
                  <c:v>1754.71</c:v>
                </c:pt>
                <c:pt idx="21892">
                  <c:v>1627.1729999999998</c:v>
                </c:pt>
                <c:pt idx="21893">
                  <c:v>1540.0529999999999</c:v>
                </c:pt>
                <c:pt idx="21894">
                  <c:v>1481.0419999999999</c:v>
                </c:pt>
                <c:pt idx="21895">
                  <c:v>1431.2629999999999</c:v>
                </c:pt>
                <c:pt idx="21896">
                  <c:v>1389.9480000000001</c:v>
                </c:pt>
                <c:pt idx="21897">
                  <c:v>1343.1519999999998</c:v>
                </c:pt>
                <c:pt idx="21898">
                  <c:v>1308.4480000000001</c:v>
                </c:pt>
                <c:pt idx="21899">
                  <c:v>1278.04</c:v>
                </c:pt>
                <c:pt idx="21900">
                  <c:v>1269.028</c:v>
                </c:pt>
                <c:pt idx="21901">
                  <c:v>1302.4250000000011</c:v>
                </c:pt>
                <c:pt idx="21902">
                  <c:v>1284.155</c:v>
                </c:pt>
                <c:pt idx="21903">
                  <c:v>1257.979</c:v>
                </c:pt>
                <c:pt idx="21904">
                  <c:v>1263.298</c:v>
                </c:pt>
                <c:pt idx="21905">
                  <c:v>1297.6739999999998</c:v>
                </c:pt>
                <c:pt idx="21906">
                  <c:v>1273.3029999999999</c:v>
                </c:pt>
                <c:pt idx="21907">
                  <c:v>1202.752</c:v>
                </c:pt>
                <c:pt idx="21908">
                  <c:v>1144.9070000000011</c:v>
                </c:pt>
                <c:pt idx="21909">
                  <c:v>1112.703</c:v>
                </c:pt>
                <c:pt idx="21910">
                  <c:v>1091.722</c:v>
                </c:pt>
                <c:pt idx="21911">
                  <c:v>1073.4290000000001</c:v>
                </c:pt>
                <c:pt idx="21912">
                  <c:v>1054.1479999999999</c:v>
                </c:pt>
                <c:pt idx="21913">
                  <c:v>1036.1309999999999</c:v>
                </c:pt>
                <c:pt idx="21914">
                  <c:v>1023.646</c:v>
                </c:pt>
                <c:pt idx="21915">
                  <c:v>1014.2980000000007</c:v>
                </c:pt>
                <c:pt idx="21916">
                  <c:v>1002.759</c:v>
                </c:pt>
                <c:pt idx="21917">
                  <c:v>985.41649999999947</c:v>
                </c:pt>
                <c:pt idx="21918">
                  <c:v>969.81199999999933</c:v>
                </c:pt>
                <c:pt idx="21919">
                  <c:v>954.31819999999948</c:v>
                </c:pt>
                <c:pt idx="21920">
                  <c:v>938.59500000000003</c:v>
                </c:pt>
                <c:pt idx="21921">
                  <c:v>923.07569999999998</c:v>
                </c:pt>
                <c:pt idx="21922">
                  <c:v>909.45919999999933</c:v>
                </c:pt>
                <c:pt idx="21923">
                  <c:v>895.05159999999921</c:v>
                </c:pt>
                <c:pt idx="21924">
                  <c:v>881.04899999999998</c:v>
                </c:pt>
                <c:pt idx="21925">
                  <c:v>867.40249999999946</c:v>
                </c:pt>
                <c:pt idx="21926">
                  <c:v>855.29729999999938</c:v>
                </c:pt>
                <c:pt idx="21927">
                  <c:v>843.75609999999949</c:v>
                </c:pt>
                <c:pt idx="21928">
                  <c:v>832.27370000000099</c:v>
                </c:pt>
                <c:pt idx="21929">
                  <c:v>821.83439999999996</c:v>
                </c:pt>
                <c:pt idx="21930">
                  <c:v>812.97550000000001</c:v>
                </c:pt>
                <c:pt idx="21931">
                  <c:v>803.81709999999907</c:v>
                </c:pt>
                <c:pt idx="21932">
                  <c:v>793.46779999999933</c:v>
                </c:pt>
                <c:pt idx="21933">
                  <c:v>782.4547</c:v>
                </c:pt>
                <c:pt idx="21934">
                  <c:v>771.21830000000068</c:v>
                </c:pt>
                <c:pt idx="21935">
                  <c:v>760.36339999999996</c:v>
                </c:pt>
                <c:pt idx="21936">
                  <c:v>750.71</c:v>
                </c:pt>
                <c:pt idx="21937">
                  <c:v>740.81459999999947</c:v>
                </c:pt>
                <c:pt idx="21938">
                  <c:v>731.04430000000002</c:v>
                </c:pt>
                <c:pt idx="21939">
                  <c:v>720.44399999999996</c:v>
                </c:pt>
                <c:pt idx="21940">
                  <c:v>707.51009999999997</c:v>
                </c:pt>
                <c:pt idx="21941">
                  <c:v>693.3338</c:v>
                </c:pt>
                <c:pt idx="21942">
                  <c:v>681.15369999999996</c:v>
                </c:pt>
                <c:pt idx="21943">
                  <c:v>678.5693</c:v>
                </c:pt>
                <c:pt idx="21944">
                  <c:v>688.02170000000001</c:v>
                </c:pt>
                <c:pt idx="21945">
                  <c:v>696.15150000000006</c:v>
                </c:pt>
                <c:pt idx="21946">
                  <c:v>717.44979999999998</c:v>
                </c:pt>
                <c:pt idx="21947">
                  <c:v>767.00850000000003</c:v>
                </c:pt>
                <c:pt idx="21948">
                  <c:v>858.53070000000002</c:v>
                </c:pt>
                <c:pt idx="21949">
                  <c:v>890.9769</c:v>
                </c:pt>
                <c:pt idx="21950">
                  <c:v>816.53089999999997</c:v>
                </c:pt>
                <c:pt idx="21951">
                  <c:v>717.5453</c:v>
                </c:pt>
                <c:pt idx="21952">
                  <c:v>663.49429999999938</c:v>
                </c:pt>
                <c:pt idx="21953">
                  <c:v>639.27340000000095</c:v>
                </c:pt>
                <c:pt idx="21954">
                  <c:v>624.89070000000004</c:v>
                </c:pt>
                <c:pt idx="21955">
                  <c:v>614.9683</c:v>
                </c:pt>
                <c:pt idx="21956">
                  <c:v>602.49059999999997</c:v>
                </c:pt>
                <c:pt idx="21957">
                  <c:v>590.18870000000095</c:v>
                </c:pt>
                <c:pt idx="21958">
                  <c:v>580.45159999999919</c:v>
                </c:pt>
                <c:pt idx="21959">
                  <c:v>571.07569999999998</c:v>
                </c:pt>
                <c:pt idx="21960">
                  <c:v>562.45589999999947</c:v>
                </c:pt>
                <c:pt idx="21961">
                  <c:v>554.16690000000006</c:v>
                </c:pt>
                <c:pt idx="21962">
                  <c:v>545.31319999999948</c:v>
                </c:pt>
                <c:pt idx="21963">
                  <c:v>557.35589999999934</c:v>
                </c:pt>
                <c:pt idx="21964">
                  <c:v>681.64619999999934</c:v>
                </c:pt>
                <c:pt idx="21965">
                  <c:v>870.14549999999997</c:v>
                </c:pt>
                <c:pt idx="21966">
                  <c:v>1113.213</c:v>
                </c:pt>
                <c:pt idx="21967">
                  <c:v>1346.2850000000001</c:v>
                </c:pt>
                <c:pt idx="21968">
                  <c:v>1478.826</c:v>
                </c:pt>
                <c:pt idx="21969">
                  <c:v>1264.711</c:v>
                </c:pt>
                <c:pt idx="21970">
                  <c:v>1106.655</c:v>
                </c:pt>
                <c:pt idx="21971">
                  <c:v>1460.6739999999998</c:v>
                </c:pt>
                <c:pt idx="21972">
                  <c:v>1661.748</c:v>
                </c:pt>
                <c:pt idx="21973">
                  <c:v>1474.1829999999998</c:v>
                </c:pt>
                <c:pt idx="21974">
                  <c:v>1268.1589999999999</c:v>
                </c:pt>
                <c:pt idx="21975">
                  <c:v>1091.7570000000001</c:v>
                </c:pt>
                <c:pt idx="21976">
                  <c:v>1007.086</c:v>
                </c:pt>
                <c:pt idx="21977">
                  <c:v>979.52779999999996</c:v>
                </c:pt>
                <c:pt idx="21978">
                  <c:v>1001.0469999999993</c:v>
                </c:pt>
                <c:pt idx="21979">
                  <c:v>1196.3029999999999</c:v>
                </c:pt>
                <c:pt idx="21980">
                  <c:v>1207.6869999999999</c:v>
                </c:pt>
                <c:pt idx="21981">
                  <c:v>1218.8409999999999</c:v>
                </c:pt>
                <c:pt idx="21982">
                  <c:v>1107.337</c:v>
                </c:pt>
                <c:pt idx="21983">
                  <c:v>1036.7939999999999</c:v>
                </c:pt>
                <c:pt idx="21984">
                  <c:v>984.90259999999921</c:v>
                </c:pt>
                <c:pt idx="21985">
                  <c:v>959.06849999999997</c:v>
                </c:pt>
                <c:pt idx="21986">
                  <c:v>947.72050000000002</c:v>
                </c:pt>
                <c:pt idx="21987">
                  <c:v>922.85849999999948</c:v>
                </c:pt>
                <c:pt idx="21988">
                  <c:v>899.47130000000004</c:v>
                </c:pt>
                <c:pt idx="21989">
                  <c:v>877.7124</c:v>
                </c:pt>
                <c:pt idx="21990">
                  <c:v>863.03039999999999</c:v>
                </c:pt>
                <c:pt idx="21991">
                  <c:v>844.74689999999998</c:v>
                </c:pt>
                <c:pt idx="21992">
                  <c:v>826.14949999999999</c:v>
                </c:pt>
                <c:pt idx="21993">
                  <c:v>811.96899999999948</c:v>
                </c:pt>
                <c:pt idx="21994">
                  <c:v>802.96689999999921</c:v>
                </c:pt>
                <c:pt idx="21995">
                  <c:v>800.56199999999933</c:v>
                </c:pt>
                <c:pt idx="21996">
                  <c:v>1067.942</c:v>
                </c:pt>
                <c:pt idx="21997">
                  <c:v>1907.7070000000001</c:v>
                </c:pt>
                <c:pt idx="21998">
                  <c:v>2395.5039999999999</c:v>
                </c:pt>
                <c:pt idx="21999">
                  <c:v>1896.1759999999999</c:v>
                </c:pt>
                <c:pt idx="22000">
                  <c:v>1259.463</c:v>
                </c:pt>
                <c:pt idx="22001">
                  <c:v>1163.6029999999998</c:v>
                </c:pt>
                <c:pt idx="22002">
                  <c:v>1117.5919999999999</c:v>
                </c:pt>
                <c:pt idx="22003">
                  <c:v>1020.9589999999994</c:v>
                </c:pt>
                <c:pt idx="22004">
                  <c:v>1001.824</c:v>
                </c:pt>
                <c:pt idx="22005">
                  <c:v>960.07360000000051</c:v>
                </c:pt>
                <c:pt idx="22006">
                  <c:v>927.58390000000054</c:v>
                </c:pt>
                <c:pt idx="22007">
                  <c:v>907.07820000000004</c:v>
                </c:pt>
                <c:pt idx="22008">
                  <c:v>875.52749999999946</c:v>
                </c:pt>
                <c:pt idx="22009">
                  <c:v>857.35789999999906</c:v>
                </c:pt>
                <c:pt idx="22010">
                  <c:v>839.25580000000002</c:v>
                </c:pt>
                <c:pt idx="22011">
                  <c:v>832.47380000000055</c:v>
                </c:pt>
                <c:pt idx="22012">
                  <c:v>829.80509999999947</c:v>
                </c:pt>
                <c:pt idx="22013">
                  <c:v>826.07749999999999</c:v>
                </c:pt>
                <c:pt idx="22014">
                  <c:v>819.16599999999949</c:v>
                </c:pt>
                <c:pt idx="22015">
                  <c:v>796.48080000000004</c:v>
                </c:pt>
                <c:pt idx="22016">
                  <c:v>767.37639999999999</c:v>
                </c:pt>
                <c:pt idx="22017">
                  <c:v>753.34379999999999</c:v>
                </c:pt>
                <c:pt idx="22018">
                  <c:v>748.86039999999946</c:v>
                </c:pt>
                <c:pt idx="22019">
                  <c:v>766.58890000000054</c:v>
                </c:pt>
                <c:pt idx="22020">
                  <c:v>848.18980000000067</c:v>
                </c:pt>
                <c:pt idx="22021">
                  <c:v>1036.0550000000001</c:v>
                </c:pt>
                <c:pt idx="22022">
                  <c:v>1223.396</c:v>
                </c:pt>
                <c:pt idx="22023">
                  <c:v>1251.605</c:v>
                </c:pt>
                <c:pt idx="22024">
                  <c:v>1174.838</c:v>
                </c:pt>
                <c:pt idx="22025">
                  <c:v>1395.1089999999999</c:v>
                </c:pt>
                <c:pt idx="22026">
                  <c:v>1831.49</c:v>
                </c:pt>
                <c:pt idx="22027">
                  <c:v>1782.6739999999998</c:v>
                </c:pt>
                <c:pt idx="22028">
                  <c:v>1316.0060000000001</c:v>
                </c:pt>
                <c:pt idx="22029">
                  <c:v>1189.9870000000001</c:v>
                </c:pt>
                <c:pt idx="22030">
                  <c:v>1218.48</c:v>
                </c:pt>
                <c:pt idx="22031">
                  <c:v>1150.1849999999986</c:v>
                </c:pt>
                <c:pt idx="22032">
                  <c:v>1118.8719999999998</c:v>
                </c:pt>
                <c:pt idx="22033">
                  <c:v>1090.675</c:v>
                </c:pt>
                <c:pt idx="22034">
                  <c:v>1053.5899999999999</c:v>
                </c:pt>
                <c:pt idx="22035">
                  <c:v>1044.2360000000001</c:v>
                </c:pt>
                <c:pt idx="22036">
                  <c:v>1044.357</c:v>
                </c:pt>
                <c:pt idx="22037">
                  <c:v>1053.702</c:v>
                </c:pt>
                <c:pt idx="22038">
                  <c:v>1102.376</c:v>
                </c:pt>
                <c:pt idx="22039">
                  <c:v>1208.6709999999998</c:v>
                </c:pt>
                <c:pt idx="22040">
                  <c:v>1303.7629999999999</c:v>
                </c:pt>
                <c:pt idx="22041">
                  <c:v>1369.8239999999998</c:v>
                </c:pt>
                <c:pt idx="22042">
                  <c:v>1706.5439999999999</c:v>
                </c:pt>
                <c:pt idx="22043">
                  <c:v>2810.6239999999998</c:v>
                </c:pt>
                <c:pt idx="22044">
                  <c:v>4393.0610000000024</c:v>
                </c:pt>
                <c:pt idx="22045">
                  <c:v>4962.2390000000005</c:v>
                </c:pt>
                <c:pt idx="22046">
                  <c:v>4491.6570000000002</c:v>
                </c:pt>
                <c:pt idx="22047">
                  <c:v>4807.7179999999998</c:v>
                </c:pt>
                <c:pt idx="22048">
                  <c:v>5706.4530000000004</c:v>
                </c:pt>
                <c:pt idx="22049">
                  <c:v>5367.0220000000054</c:v>
                </c:pt>
                <c:pt idx="22050">
                  <c:v>3925.672</c:v>
                </c:pt>
                <c:pt idx="22051">
                  <c:v>2919.2330000000002</c:v>
                </c:pt>
                <c:pt idx="22052">
                  <c:v>2894.674</c:v>
                </c:pt>
                <c:pt idx="22053">
                  <c:v>5030.0940000000001</c:v>
                </c:pt>
                <c:pt idx="22054">
                  <c:v>6720.6460000000034</c:v>
                </c:pt>
                <c:pt idx="22055">
                  <c:v>6085.7889999999998</c:v>
                </c:pt>
                <c:pt idx="22056">
                  <c:v>3610.5639999999999</c:v>
                </c:pt>
                <c:pt idx="22057">
                  <c:v>2582.8940000000002</c:v>
                </c:pt>
                <c:pt idx="22058">
                  <c:v>2682.1750000000002</c:v>
                </c:pt>
                <c:pt idx="22059">
                  <c:v>2557.1509999999998</c:v>
                </c:pt>
                <c:pt idx="22060">
                  <c:v>2437.5540000000001</c:v>
                </c:pt>
                <c:pt idx="22061">
                  <c:v>2340.9850000000001</c:v>
                </c:pt>
                <c:pt idx="22062">
                  <c:v>2167.076</c:v>
                </c:pt>
                <c:pt idx="22063">
                  <c:v>2032.346</c:v>
                </c:pt>
                <c:pt idx="22064">
                  <c:v>1873.556</c:v>
                </c:pt>
                <c:pt idx="22065">
                  <c:v>1794.338</c:v>
                </c:pt>
                <c:pt idx="22066">
                  <c:v>1742.981</c:v>
                </c:pt>
                <c:pt idx="22067">
                  <c:v>1606.297</c:v>
                </c:pt>
                <c:pt idx="22068">
                  <c:v>1441.432</c:v>
                </c:pt>
                <c:pt idx="22069">
                  <c:v>1274.8109999999999</c:v>
                </c:pt>
                <c:pt idx="22070">
                  <c:v>1209.0629999999999</c:v>
                </c:pt>
                <c:pt idx="22071">
                  <c:v>1179.58</c:v>
                </c:pt>
                <c:pt idx="22072">
                  <c:v>1131.1669999999999</c:v>
                </c:pt>
                <c:pt idx="22073">
                  <c:v>1081.3629999999998</c:v>
                </c:pt>
                <c:pt idx="22074">
                  <c:v>1027.1529999999998</c:v>
                </c:pt>
                <c:pt idx="22075">
                  <c:v>984.96009999999933</c:v>
                </c:pt>
                <c:pt idx="22076">
                  <c:v>954.66599999999949</c:v>
                </c:pt>
                <c:pt idx="22077">
                  <c:v>921.33239999999921</c:v>
                </c:pt>
                <c:pt idx="22078">
                  <c:v>894.00599999999997</c:v>
                </c:pt>
                <c:pt idx="22079">
                  <c:v>895.09270000000004</c:v>
                </c:pt>
                <c:pt idx="22080">
                  <c:v>909.08890000000054</c:v>
                </c:pt>
                <c:pt idx="22081">
                  <c:v>889.65030000000002</c:v>
                </c:pt>
                <c:pt idx="22082">
                  <c:v>853.35969999999907</c:v>
                </c:pt>
                <c:pt idx="22083">
                  <c:v>826.93269999999882</c:v>
                </c:pt>
                <c:pt idx="22084">
                  <c:v>798.06149999999946</c:v>
                </c:pt>
                <c:pt idx="22085">
                  <c:v>778.0779</c:v>
                </c:pt>
                <c:pt idx="22086">
                  <c:v>767.56949999999949</c:v>
                </c:pt>
                <c:pt idx="22087">
                  <c:v>746.5470999999992</c:v>
                </c:pt>
                <c:pt idx="22088">
                  <c:v>711.15239999999949</c:v>
                </c:pt>
                <c:pt idx="22089">
                  <c:v>684.82389999999998</c:v>
                </c:pt>
                <c:pt idx="22090">
                  <c:v>678.65300000000002</c:v>
                </c:pt>
                <c:pt idx="22091">
                  <c:v>667.6771</c:v>
                </c:pt>
                <c:pt idx="22092">
                  <c:v>641.79719999999998</c:v>
                </c:pt>
                <c:pt idx="22093">
                  <c:v>617.90679999999998</c:v>
                </c:pt>
                <c:pt idx="22094">
                  <c:v>596.08940000000052</c:v>
                </c:pt>
                <c:pt idx="22095">
                  <c:v>567.6354</c:v>
                </c:pt>
                <c:pt idx="22096">
                  <c:v>536.024</c:v>
                </c:pt>
                <c:pt idx="22097">
                  <c:v>509.79339999999939</c:v>
                </c:pt>
                <c:pt idx="22098">
                  <c:v>481.8408000000004</c:v>
                </c:pt>
                <c:pt idx="22099">
                  <c:v>448.05399999999969</c:v>
                </c:pt>
                <c:pt idx="22100">
                  <c:v>441.24059999999969</c:v>
                </c:pt>
                <c:pt idx="22101">
                  <c:v>425.25629999999961</c:v>
                </c:pt>
                <c:pt idx="22102">
                  <c:v>405.70519999999954</c:v>
                </c:pt>
                <c:pt idx="22103">
                  <c:v>399.64870000000002</c:v>
                </c:pt>
                <c:pt idx="22104">
                  <c:v>404.5308</c:v>
                </c:pt>
                <c:pt idx="22105">
                  <c:v>418.11799999999999</c:v>
                </c:pt>
                <c:pt idx="22106">
                  <c:v>405.21619999999939</c:v>
                </c:pt>
                <c:pt idx="22107">
                  <c:v>411.83969999999999</c:v>
                </c:pt>
                <c:pt idx="22108">
                  <c:v>511.06629999999967</c:v>
                </c:pt>
                <c:pt idx="22109">
                  <c:v>683.88229999999919</c:v>
                </c:pt>
                <c:pt idx="22110">
                  <c:v>741.48360000000002</c:v>
                </c:pt>
                <c:pt idx="22111">
                  <c:v>625.35579999999948</c:v>
                </c:pt>
                <c:pt idx="22112">
                  <c:v>514.36399999999946</c:v>
                </c:pt>
                <c:pt idx="22113">
                  <c:v>488.43549999999954</c:v>
                </c:pt>
                <c:pt idx="22114">
                  <c:v>465.7029</c:v>
                </c:pt>
                <c:pt idx="22115">
                  <c:v>443.56119999999953</c:v>
                </c:pt>
                <c:pt idx="22116">
                  <c:v>433.63099999999969</c:v>
                </c:pt>
                <c:pt idx="22117">
                  <c:v>420.85919999999999</c:v>
                </c:pt>
                <c:pt idx="22118">
                  <c:v>415.56979999999999</c:v>
                </c:pt>
                <c:pt idx="22119">
                  <c:v>413.42309999999935</c:v>
                </c:pt>
                <c:pt idx="22120">
                  <c:v>409.87700000000001</c:v>
                </c:pt>
                <c:pt idx="22121">
                  <c:v>405.87079999999969</c:v>
                </c:pt>
                <c:pt idx="22122">
                  <c:v>387.67599999999999</c:v>
                </c:pt>
                <c:pt idx="22123">
                  <c:v>389.85570000000001</c:v>
                </c:pt>
                <c:pt idx="22124">
                  <c:v>393.29329999999953</c:v>
                </c:pt>
                <c:pt idx="22125">
                  <c:v>391.85340000000002</c:v>
                </c:pt>
                <c:pt idx="22126">
                  <c:v>388.34519999999969</c:v>
                </c:pt>
                <c:pt idx="22127">
                  <c:v>386.80059999999969</c:v>
                </c:pt>
                <c:pt idx="22128">
                  <c:v>373.96089999999964</c:v>
                </c:pt>
                <c:pt idx="22129">
                  <c:v>377.49439999999947</c:v>
                </c:pt>
                <c:pt idx="22130">
                  <c:v>400.20389999999969</c:v>
                </c:pt>
                <c:pt idx="22131">
                  <c:v>403.62309999999968</c:v>
                </c:pt>
                <c:pt idx="22132">
                  <c:v>388.6318</c:v>
                </c:pt>
                <c:pt idx="22133">
                  <c:v>394.93949999999961</c:v>
                </c:pt>
                <c:pt idx="22134">
                  <c:v>394.59379999999953</c:v>
                </c:pt>
                <c:pt idx="22135">
                  <c:v>395.75329999999968</c:v>
                </c:pt>
                <c:pt idx="22136">
                  <c:v>392.06049999999999</c:v>
                </c:pt>
                <c:pt idx="22137">
                  <c:v>390.47340000000003</c:v>
                </c:pt>
                <c:pt idx="22138">
                  <c:v>403.5394</c:v>
                </c:pt>
                <c:pt idx="22139">
                  <c:v>399.18279999999999</c:v>
                </c:pt>
                <c:pt idx="22140">
                  <c:v>389.40649999999954</c:v>
                </c:pt>
                <c:pt idx="22141">
                  <c:v>379.83640000000003</c:v>
                </c:pt>
                <c:pt idx="22142">
                  <c:v>378.61559999999969</c:v>
                </c:pt>
                <c:pt idx="22143">
                  <c:v>379.28219999999953</c:v>
                </c:pt>
                <c:pt idx="22144">
                  <c:v>379.86109999999968</c:v>
                </c:pt>
                <c:pt idx="22145">
                  <c:v>381.90410000000003</c:v>
                </c:pt>
                <c:pt idx="22146">
                  <c:v>395.93060000000003</c:v>
                </c:pt>
                <c:pt idx="22147">
                  <c:v>438.9374999999996</c:v>
                </c:pt>
                <c:pt idx="22148">
                  <c:v>473.70920000000001</c:v>
                </c:pt>
                <c:pt idx="22149">
                  <c:v>493.30119999999954</c:v>
                </c:pt>
                <c:pt idx="22150">
                  <c:v>521.63810000000001</c:v>
                </c:pt>
                <c:pt idx="22151">
                  <c:v>565.37789999999939</c:v>
                </c:pt>
                <c:pt idx="22152">
                  <c:v>586.47400000000005</c:v>
                </c:pt>
                <c:pt idx="22153">
                  <c:v>574.63219999999933</c:v>
                </c:pt>
                <c:pt idx="22154">
                  <c:v>576.75030000000004</c:v>
                </c:pt>
                <c:pt idx="22155">
                  <c:v>594.4737000000008</c:v>
                </c:pt>
                <c:pt idx="22156">
                  <c:v>609.26990000000001</c:v>
                </c:pt>
                <c:pt idx="22157">
                  <c:v>618.00030000000004</c:v>
                </c:pt>
                <c:pt idx="22158">
                  <c:v>625.80609999999933</c:v>
                </c:pt>
                <c:pt idx="22159">
                  <c:v>627.31899999999996</c:v>
                </c:pt>
                <c:pt idx="22160">
                  <c:v>620.51130000000001</c:v>
                </c:pt>
                <c:pt idx="22161">
                  <c:v>608.0367</c:v>
                </c:pt>
                <c:pt idx="22162">
                  <c:v>592.69359999999995</c:v>
                </c:pt>
                <c:pt idx="22163">
                  <c:v>582.16330000000005</c:v>
                </c:pt>
                <c:pt idx="22164">
                  <c:v>572.21029999999996</c:v>
                </c:pt>
                <c:pt idx="22165">
                  <c:v>568.59609999999998</c:v>
                </c:pt>
                <c:pt idx="22166">
                  <c:v>564.38379999999995</c:v>
                </c:pt>
                <c:pt idx="22167">
                  <c:v>556.42679999999996</c:v>
                </c:pt>
                <c:pt idx="22168">
                  <c:v>548.67850000000055</c:v>
                </c:pt>
                <c:pt idx="22169">
                  <c:v>538.56699999999921</c:v>
                </c:pt>
                <c:pt idx="22170">
                  <c:v>531.38149999999996</c:v>
                </c:pt>
                <c:pt idx="22171">
                  <c:v>535.05619999999919</c:v>
                </c:pt>
                <c:pt idx="22172">
                  <c:v>577.30239999999947</c:v>
                </c:pt>
                <c:pt idx="22173">
                  <c:v>654.74459999999999</c:v>
                </c:pt>
                <c:pt idx="22174">
                  <c:v>793.16830000000004</c:v>
                </c:pt>
                <c:pt idx="22175">
                  <c:v>1064.0260000000001</c:v>
                </c:pt>
                <c:pt idx="22176">
                  <c:v>1557.1739999999998</c:v>
                </c:pt>
                <c:pt idx="22177">
                  <c:v>2423.346</c:v>
                </c:pt>
                <c:pt idx="22178">
                  <c:v>3336.8690000000001</c:v>
                </c:pt>
                <c:pt idx="22179">
                  <c:v>3466.9520000000002</c:v>
                </c:pt>
                <c:pt idx="22180">
                  <c:v>2965.1779999999999</c:v>
                </c:pt>
                <c:pt idx="22181">
                  <c:v>2756.68</c:v>
                </c:pt>
                <c:pt idx="22182">
                  <c:v>2673.6610000000001</c:v>
                </c:pt>
                <c:pt idx="22183">
                  <c:v>2471.444</c:v>
                </c:pt>
                <c:pt idx="22184">
                  <c:v>2284.4859999999999</c:v>
                </c:pt>
                <c:pt idx="22185">
                  <c:v>2059.3229999999999</c:v>
                </c:pt>
                <c:pt idx="22186">
                  <c:v>1864.6889999999999</c:v>
                </c:pt>
                <c:pt idx="22187">
                  <c:v>1724.1669999999999</c:v>
                </c:pt>
                <c:pt idx="22188">
                  <c:v>1580.2439999999999</c:v>
                </c:pt>
                <c:pt idx="22189">
                  <c:v>1473.3519999999999</c:v>
                </c:pt>
                <c:pt idx="22190">
                  <c:v>1422.6839999999986</c:v>
                </c:pt>
                <c:pt idx="22191">
                  <c:v>1419.1379999999999</c:v>
                </c:pt>
                <c:pt idx="22192">
                  <c:v>1374.221</c:v>
                </c:pt>
                <c:pt idx="22193">
                  <c:v>1274.904</c:v>
                </c:pt>
                <c:pt idx="22194">
                  <c:v>1153.933</c:v>
                </c:pt>
                <c:pt idx="22195">
                  <c:v>1055.1909999999998</c:v>
                </c:pt>
                <c:pt idx="22196">
                  <c:v>992.09330000000068</c:v>
                </c:pt>
                <c:pt idx="22197">
                  <c:v>962.67200000000003</c:v>
                </c:pt>
                <c:pt idx="22198">
                  <c:v>937.17499999999995</c:v>
                </c:pt>
                <c:pt idx="22199">
                  <c:v>933.7844000000008</c:v>
                </c:pt>
                <c:pt idx="22200">
                  <c:v>1230.566</c:v>
                </c:pt>
                <c:pt idx="22201">
                  <c:v>2279.9899999999998</c:v>
                </c:pt>
                <c:pt idx="22202">
                  <c:v>3229.8879999999999</c:v>
                </c:pt>
                <c:pt idx="22203">
                  <c:v>2747.585</c:v>
                </c:pt>
                <c:pt idx="22204">
                  <c:v>1892.348</c:v>
                </c:pt>
                <c:pt idx="22205">
                  <c:v>1925.8979999999999</c:v>
                </c:pt>
                <c:pt idx="22206">
                  <c:v>1983.058</c:v>
                </c:pt>
                <c:pt idx="22207">
                  <c:v>1835.2370000000001</c:v>
                </c:pt>
                <c:pt idx="22208">
                  <c:v>1819.4860000000001</c:v>
                </c:pt>
                <c:pt idx="22209">
                  <c:v>1715.8509999999999</c:v>
                </c:pt>
                <c:pt idx="22210">
                  <c:v>1601.807</c:v>
                </c:pt>
                <c:pt idx="22211">
                  <c:v>1535.6599999999999</c:v>
                </c:pt>
                <c:pt idx="22212">
                  <c:v>1469.752</c:v>
                </c:pt>
                <c:pt idx="22213">
                  <c:v>1405.056</c:v>
                </c:pt>
                <c:pt idx="22214">
                  <c:v>1297.414</c:v>
                </c:pt>
                <c:pt idx="22215">
                  <c:v>1195.7839999999999</c:v>
                </c:pt>
                <c:pt idx="22216">
                  <c:v>1129.087</c:v>
                </c:pt>
                <c:pt idx="22217">
                  <c:v>1151.2070000000001</c:v>
                </c:pt>
                <c:pt idx="22218">
                  <c:v>1276.21</c:v>
                </c:pt>
                <c:pt idx="22219">
                  <c:v>1316.2639999999999</c:v>
                </c:pt>
                <c:pt idx="22220">
                  <c:v>1225.1939999999986</c:v>
                </c:pt>
                <c:pt idx="22221">
                  <c:v>1112.6769999999999</c:v>
                </c:pt>
                <c:pt idx="22222">
                  <c:v>1039.675</c:v>
                </c:pt>
                <c:pt idx="22223">
                  <c:v>1043.1599999999999</c:v>
                </c:pt>
                <c:pt idx="22224">
                  <c:v>1041.0609999999999</c:v>
                </c:pt>
                <c:pt idx="22225">
                  <c:v>987.3886</c:v>
                </c:pt>
                <c:pt idx="22226">
                  <c:v>944.36219999999867</c:v>
                </c:pt>
                <c:pt idx="22227">
                  <c:v>917.86509999999919</c:v>
                </c:pt>
                <c:pt idx="22228">
                  <c:v>898.31239999999946</c:v>
                </c:pt>
                <c:pt idx="22229">
                  <c:v>1015.1469999999994</c:v>
                </c:pt>
                <c:pt idx="22230">
                  <c:v>970.03579999999999</c:v>
                </c:pt>
                <c:pt idx="22231">
                  <c:v>921.26139999999998</c:v>
                </c:pt>
                <c:pt idx="22232">
                  <c:v>875.94380000000001</c:v>
                </c:pt>
                <c:pt idx="22233">
                  <c:v>855.84409999999946</c:v>
                </c:pt>
                <c:pt idx="22234">
                  <c:v>833.50239999999997</c:v>
                </c:pt>
                <c:pt idx="22235">
                  <c:v>822.35659999999905</c:v>
                </c:pt>
                <c:pt idx="22236">
                  <c:v>806.79150000000004</c:v>
                </c:pt>
                <c:pt idx="22237">
                  <c:v>790.45399999999938</c:v>
                </c:pt>
                <c:pt idx="22238">
                  <c:v>777.26940000000002</c:v>
                </c:pt>
                <c:pt idx="22239">
                  <c:v>764.11149999999998</c:v>
                </c:pt>
                <c:pt idx="22240">
                  <c:v>751.17020000000002</c:v>
                </c:pt>
                <c:pt idx="22241">
                  <c:v>739.27280000000053</c:v>
                </c:pt>
                <c:pt idx="22242">
                  <c:v>727.98929999999996</c:v>
                </c:pt>
                <c:pt idx="22243">
                  <c:v>717.67880000000082</c:v>
                </c:pt>
                <c:pt idx="22244">
                  <c:v>708.58590000000004</c:v>
                </c:pt>
                <c:pt idx="22245">
                  <c:v>701.71190000000001</c:v>
                </c:pt>
                <c:pt idx="22246">
                  <c:v>693.00990000000002</c:v>
                </c:pt>
                <c:pt idx="22247">
                  <c:v>685.67100000000005</c:v>
                </c:pt>
                <c:pt idx="22248">
                  <c:v>686.27700000000004</c:v>
                </c:pt>
                <c:pt idx="22249">
                  <c:v>703.83729999999889</c:v>
                </c:pt>
                <c:pt idx="22250">
                  <c:v>687.3070999999992</c:v>
                </c:pt>
                <c:pt idx="22251">
                  <c:v>672.28650000000005</c:v>
                </c:pt>
                <c:pt idx="22252">
                  <c:v>658.23820000000001</c:v>
                </c:pt>
                <c:pt idx="22253">
                  <c:v>650.63810000000001</c:v>
                </c:pt>
                <c:pt idx="22254">
                  <c:v>656.34279999999933</c:v>
                </c:pt>
                <c:pt idx="22255">
                  <c:v>820.62040000000002</c:v>
                </c:pt>
                <c:pt idx="22256">
                  <c:v>778.30909999999949</c:v>
                </c:pt>
                <c:pt idx="22257">
                  <c:v>793.87880000000052</c:v>
                </c:pt>
                <c:pt idx="22258">
                  <c:v>731.99189999999999</c:v>
                </c:pt>
                <c:pt idx="22259">
                  <c:v>698.52679999999998</c:v>
                </c:pt>
                <c:pt idx="22260">
                  <c:v>684.86729999999875</c:v>
                </c:pt>
                <c:pt idx="22261">
                  <c:v>671.11599999999999</c:v>
                </c:pt>
                <c:pt idx="22262">
                  <c:v>652.6558</c:v>
                </c:pt>
                <c:pt idx="22263">
                  <c:v>635.86239999999907</c:v>
                </c:pt>
                <c:pt idx="22264">
                  <c:v>621.51459999999997</c:v>
                </c:pt>
                <c:pt idx="22265">
                  <c:v>606.27440000000081</c:v>
                </c:pt>
                <c:pt idx="22266">
                  <c:v>589.61300000000051</c:v>
                </c:pt>
                <c:pt idx="22267">
                  <c:v>577.39059999999949</c:v>
                </c:pt>
                <c:pt idx="22268">
                  <c:v>567.10640000000001</c:v>
                </c:pt>
                <c:pt idx="22269">
                  <c:v>561.00800000000004</c:v>
                </c:pt>
                <c:pt idx="22270">
                  <c:v>555.89089999999999</c:v>
                </c:pt>
                <c:pt idx="22271">
                  <c:v>550.69960000000003</c:v>
                </c:pt>
                <c:pt idx="22272">
                  <c:v>541.58719999999948</c:v>
                </c:pt>
                <c:pt idx="22273">
                  <c:v>532.22320000000002</c:v>
                </c:pt>
                <c:pt idx="22274">
                  <c:v>520.63049999999998</c:v>
                </c:pt>
                <c:pt idx="22275">
                  <c:v>508.2234999999996</c:v>
                </c:pt>
                <c:pt idx="22276">
                  <c:v>495.46189999999967</c:v>
                </c:pt>
                <c:pt idx="22277">
                  <c:v>486.22889999999961</c:v>
                </c:pt>
                <c:pt idx="22278">
                  <c:v>479.81509999999969</c:v>
                </c:pt>
                <c:pt idx="22279">
                  <c:v>474.63799999999969</c:v>
                </c:pt>
                <c:pt idx="22280">
                  <c:v>468.79399999999936</c:v>
                </c:pt>
                <c:pt idx="22281">
                  <c:v>468.32649999999961</c:v>
                </c:pt>
                <c:pt idx="22282">
                  <c:v>475.32920000000001</c:v>
                </c:pt>
                <c:pt idx="22283">
                  <c:v>474.7842</c:v>
                </c:pt>
                <c:pt idx="22284">
                  <c:v>471.8854</c:v>
                </c:pt>
                <c:pt idx="22285">
                  <c:v>466.6635</c:v>
                </c:pt>
                <c:pt idx="22286">
                  <c:v>482.5018</c:v>
                </c:pt>
                <c:pt idx="22287">
                  <c:v>515.13149999999996</c:v>
                </c:pt>
                <c:pt idx="22288">
                  <c:v>813.85569999999905</c:v>
                </c:pt>
                <c:pt idx="22289">
                  <c:v>846.76310000000001</c:v>
                </c:pt>
                <c:pt idx="22290">
                  <c:v>793.93939999999998</c:v>
                </c:pt>
                <c:pt idx="22291">
                  <c:v>951.12990000000002</c:v>
                </c:pt>
                <c:pt idx="22292">
                  <c:v>1041.6599999999999</c:v>
                </c:pt>
                <c:pt idx="22293">
                  <c:v>934.42430000000002</c:v>
                </c:pt>
                <c:pt idx="22294">
                  <c:v>728.45399999999938</c:v>
                </c:pt>
                <c:pt idx="22295">
                  <c:v>657.548</c:v>
                </c:pt>
                <c:pt idx="22296">
                  <c:v>625.17610000000002</c:v>
                </c:pt>
                <c:pt idx="22297">
                  <c:v>875.46409999999946</c:v>
                </c:pt>
                <c:pt idx="22298">
                  <c:v>1291.0319999999999</c:v>
                </c:pt>
                <c:pt idx="22299">
                  <c:v>1324.318</c:v>
                </c:pt>
                <c:pt idx="22300">
                  <c:v>992.52759999999921</c:v>
                </c:pt>
                <c:pt idx="22301">
                  <c:v>844.29560000000004</c:v>
                </c:pt>
                <c:pt idx="22302">
                  <c:v>766.51149999999996</c:v>
                </c:pt>
                <c:pt idx="22303">
                  <c:v>701.6191</c:v>
                </c:pt>
                <c:pt idx="22304">
                  <c:v>691.47</c:v>
                </c:pt>
                <c:pt idx="22305">
                  <c:v>789.11380000000054</c:v>
                </c:pt>
                <c:pt idx="22306">
                  <c:v>824.32759999999905</c:v>
                </c:pt>
                <c:pt idx="22307">
                  <c:v>796.72739999999999</c:v>
                </c:pt>
                <c:pt idx="22308">
                  <c:v>1096.3309999999999</c:v>
                </c:pt>
                <c:pt idx="22309">
                  <c:v>1335.1019999999999</c:v>
                </c:pt>
                <c:pt idx="22310">
                  <c:v>1467.1679999999999</c:v>
                </c:pt>
                <c:pt idx="22311">
                  <c:v>1376.1619999999998</c:v>
                </c:pt>
                <c:pt idx="22312">
                  <c:v>1122.6419999999998</c:v>
                </c:pt>
                <c:pt idx="22313">
                  <c:v>925.91690000000006</c:v>
                </c:pt>
                <c:pt idx="22314">
                  <c:v>838.44699999999921</c:v>
                </c:pt>
                <c:pt idx="22315">
                  <c:v>778.71550000000002</c:v>
                </c:pt>
                <c:pt idx="22316">
                  <c:v>736.44179999999949</c:v>
                </c:pt>
                <c:pt idx="22317">
                  <c:v>707.95449999999948</c:v>
                </c:pt>
                <c:pt idx="22318">
                  <c:v>686.97550000000001</c:v>
                </c:pt>
                <c:pt idx="22319">
                  <c:v>674.81239999999946</c:v>
                </c:pt>
                <c:pt idx="22320">
                  <c:v>668.25480000000005</c:v>
                </c:pt>
                <c:pt idx="22321">
                  <c:v>657.94579999999996</c:v>
                </c:pt>
                <c:pt idx="22322">
                  <c:v>643.66549999999938</c:v>
                </c:pt>
                <c:pt idx="22323">
                  <c:v>633.87450000000001</c:v>
                </c:pt>
                <c:pt idx="22324">
                  <c:v>632.76059999999939</c:v>
                </c:pt>
                <c:pt idx="22325">
                  <c:v>630.26139999999998</c:v>
                </c:pt>
                <c:pt idx="22326">
                  <c:v>617.71489999999994</c:v>
                </c:pt>
                <c:pt idx="22327">
                  <c:v>601.39369999999997</c:v>
                </c:pt>
                <c:pt idx="22328">
                  <c:v>594.87659999999948</c:v>
                </c:pt>
                <c:pt idx="22329">
                  <c:v>593.87530000000004</c:v>
                </c:pt>
                <c:pt idx="22330">
                  <c:v>589.41419999999948</c:v>
                </c:pt>
                <c:pt idx="22331">
                  <c:v>582.42909999999949</c:v>
                </c:pt>
                <c:pt idx="22332">
                  <c:v>574.78200000000004</c:v>
                </c:pt>
                <c:pt idx="22333">
                  <c:v>565.76969999999949</c:v>
                </c:pt>
                <c:pt idx="22334">
                  <c:v>558.31590000000006</c:v>
                </c:pt>
                <c:pt idx="22335">
                  <c:v>570.7577</c:v>
                </c:pt>
                <c:pt idx="22336">
                  <c:v>560.35309999999947</c:v>
                </c:pt>
                <c:pt idx="22337">
                  <c:v>543.1884000000008</c:v>
                </c:pt>
                <c:pt idx="22338">
                  <c:v>527.745</c:v>
                </c:pt>
                <c:pt idx="22339">
                  <c:v>516.61189999999999</c:v>
                </c:pt>
                <c:pt idx="22340">
                  <c:v>504.75979999999993</c:v>
                </c:pt>
                <c:pt idx="22341">
                  <c:v>504.61759999999964</c:v>
                </c:pt>
                <c:pt idx="22342">
                  <c:v>526.97490000000005</c:v>
                </c:pt>
                <c:pt idx="22343">
                  <c:v>653.61149999999998</c:v>
                </c:pt>
                <c:pt idx="22344">
                  <c:v>799.21990000000005</c:v>
                </c:pt>
                <c:pt idx="22345">
                  <c:v>863.44039999999939</c:v>
                </c:pt>
                <c:pt idx="22346">
                  <c:v>820.95999999999947</c:v>
                </c:pt>
                <c:pt idx="22347">
                  <c:v>743.35999999999933</c:v>
                </c:pt>
                <c:pt idx="22348">
                  <c:v>726.88509999999997</c:v>
                </c:pt>
                <c:pt idx="22349">
                  <c:v>726.59529999999938</c:v>
                </c:pt>
                <c:pt idx="22350">
                  <c:v>708.31919999999946</c:v>
                </c:pt>
                <c:pt idx="22351">
                  <c:v>687.23320000000001</c:v>
                </c:pt>
                <c:pt idx="22352">
                  <c:v>675.13350000000003</c:v>
                </c:pt>
                <c:pt idx="22353">
                  <c:v>670.7903000000008</c:v>
                </c:pt>
                <c:pt idx="22354">
                  <c:v>676.49450000000002</c:v>
                </c:pt>
                <c:pt idx="22355">
                  <c:v>677.32129999999881</c:v>
                </c:pt>
                <c:pt idx="22356">
                  <c:v>672.04159999999933</c:v>
                </c:pt>
                <c:pt idx="22357">
                  <c:v>667.68589999999995</c:v>
                </c:pt>
                <c:pt idx="22358">
                  <c:v>663.46799999999905</c:v>
                </c:pt>
                <c:pt idx="22359">
                  <c:v>662.0385</c:v>
                </c:pt>
                <c:pt idx="22360">
                  <c:v>659.26840000000004</c:v>
                </c:pt>
                <c:pt idx="22361">
                  <c:v>654.30399999999997</c:v>
                </c:pt>
                <c:pt idx="22362">
                  <c:v>648.79340000000082</c:v>
                </c:pt>
                <c:pt idx="22363">
                  <c:v>646.6481</c:v>
                </c:pt>
                <c:pt idx="22364">
                  <c:v>645.93229999999915</c:v>
                </c:pt>
                <c:pt idx="22365">
                  <c:v>640.60990000000004</c:v>
                </c:pt>
                <c:pt idx="22366">
                  <c:v>636.05059999999946</c:v>
                </c:pt>
                <c:pt idx="22367">
                  <c:v>633.9008</c:v>
                </c:pt>
                <c:pt idx="22368">
                  <c:v>633.77460000000053</c:v>
                </c:pt>
                <c:pt idx="22369">
                  <c:v>635.33979999999997</c:v>
                </c:pt>
                <c:pt idx="22370">
                  <c:v>628.66049999999996</c:v>
                </c:pt>
                <c:pt idx="22371">
                  <c:v>620.77040000000068</c:v>
                </c:pt>
                <c:pt idx="22372">
                  <c:v>622.24339999999995</c:v>
                </c:pt>
                <c:pt idx="22373">
                  <c:v>626.68460000000005</c:v>
                </c:pt>
                <c:pt idx="22374">
                  <c:v>629.87170000000003</c:v>
                </c:pt>
                <c:pt idx="22375">
                  <c:v>618.67360000000053</c:v>
                </c:pt>
                <c:pt idx="22376">
                  <c:v>601.6463</c:v>
                </c:pt>
                <c:pt idx="22377">
                  <c:v>592.54359999999997</c:v>
                </c:pt>
                <c:pt idx="22378">
                  <c:v>596.96509999999921</c:v>
                </c:pt>
                <c:pt idx="22379">
                  <c:v>608.73969999999997</c:v>
                </c:pt>
                <c:pt idx="22380">
                  <c:v>627.15249999999946</c:v>
                </c:pt>
                <c:pt idx="22381">
                  <c:v>645.77470000000096</c:v>
                </c:pt>
                <c:pt idx="22382">
                  <c:v>658.44419999999946</c:v>
                </c:pt>
                <c:pt idx="22383">
                  <c:v>652.3695999999992</c:v>
                </c:pt>
                <c:pt idx="22384">
                  <c:v>654.16629999999907</c:v>
                </c:pt>
                <c:pt idx="22385">
                  <c:v>675.49209999999948</c:v>
                </c:pt>
                <c:pt idx="22386">
                  <c:v>680.07899999999995</c:v>
                </c:pt>
                <c:pt idx="22387">
                  <c:v>660.69129999999996</c:v>
                </c:pt>
                <c:pt idx="22388">
                  <c:v>646.73159999999996</c:v>
                </c:pt>
                <c:pt idx="22389">
                  <c:v>637.48680000000002</c:v>
                </c:pt>
                <c:pt idx="22390">
                  <c:v>633.82289999999921</c:v>
                </c:pt>
                <c:pt idx="22391">
                  <c:v>623.99759999999947</c:v>
                </c:pt>
                <c:pt idx="22392">
                  <c:v>618.02819999999997</c:v>
                </c:pt>
                <c:pt idx="22393">
                  <c:v>618.34629999999902</c:v>
                </c:pt>
                <c:pt idx="22394">
                  <c:v>618.25810000000001</c:v>
                </c:pt>
                <c:pt idx="22395">
                  <c:v>616.44059999999934</c:v>
                </c:pt>
                <c:pt idx="22396">
                  <c:v>608.66599999999949</c:v>
                </c:pt>
                <c:pt idx="22397">
                  <c:v>597.19740000000002</c:v>
                </c:pt>
                <c:pt idx="22398">
                  <c:v>590.4329999999992</c:v>
                </c:pt>
                <c:pt idx="22399">
                  <c:v>584.51789999999949</c:v>
                </c:pt>
                <c:pt idx="22400">
                  <c:v>577.85029999999892</c:v>
                </c:pt>
                <c:pt idx="22401">
                  <c:v>571.75559999999996</c:v>
                </c:pt>
                <c:pt idx="22402">
                  <c:v>565.44849999999997</c:v>
                </c:pt>
                <c:pt idx="22403">
                  <c:v>550.98759999999947</c:v>
                </c:pt>
                <c:pt idx="22404">
                  <c:v>537.18870000000095</c:v>
                </c:pt>
                <c:pt idx="22405">
                  <c:v>544.94199999999921</c:v>
                </c:pt>
                <c:pt idx="22406">
                  <c:v>563.36179999999933</c:v>
                </c:pt>
                <c:pt idx="22407">
                  <c:v>570.43809999999996</c:v>
                </c:pt>
                <c:pt idx="22408">
                  <c:v>566.08500000000004</c:v>
                </c:pt>
                <c:pt idx="22409">
                  <c:v>576.52149999999949</c:v>
                </c:pt>
                <c:pt idx="22410">
                  <c:v>621.30159999999921</c:v>
                </c:pt>
                <c:pt idx="22411">
                  <c:v>670.64940000000001</c:v>
                </c:pt>
                <c:pt idx="22412">
                  <c:v>660.77599999999995</c:v>
                </c:pt>
                <c:pt idx="22413">
                  <c:v>604.04099999999949</c:v>
                </c:pt>
                <c:pt idx="22414">
                  <c:v>585.86209999999892</c:v>
                </c:pt>
                <c:pt idx="22415">
                  <c:v>616.91559999999947</c:v>
                </c:pt>
                <c:pt idx="22416">
                  <c:v>662.19400000000053</c:v>
                </c:pt>
                <c:pt idx="22417">
                  <c:v>680.86839999999938</c:v>
                </c:pt>
                <c:pt idx="22418">
                  <c:v>670.72460000000001</c:v>
                </c:pt>
                <c:pt idx="22419">
                  <c:v>655.51869999999997</c:v>
                </c:pt>
                <c:pt idx="22420">
                  <c:v>617.44639999999947</c:v>
                </c:pt>
                <c:pt idx="22421">
                  <c:v>580.1730000000008</c:v>
                </c:pt>
                <c:pt idx="22422">
                  <c:v>577.21349999999995</c:v>
                </c:pt>
                <c:pt idx="22423">
                  <c:v>620.93629999999905</c:v>
                </c:pt>
                <c:pt idx="22424">
                  <c:v>756.42959999999948</c:v>
                </c:pt>
                <c:pt idx="22425">
                  <c:v>959.37219999999934</c:v>
                </c:pt>
                <c:pt idx="22426">
                  <c:v>1007.764</c:v>
                </c:pt>
                <c:pt idx="22427">
                  <c:v>859.78560000000004</c:v>
                </c:pt>
                <c:pt idx="22428">
                  <c:v>793.04380000000003</c:v>
                </c:pt>
                <c:pt idx="22429">
                  <c:v>843.76869999999997</c:v>
                </c:pt>
                <c:pt idx="22430">
                  <c:v>861.98630000000003</c:v>
                </c:pt>
                <c:pt idx="22431">
                  <c:v>849.50219999999933</c:v>
                </c:pt>
                <c:pt idx="22432">
                  <c:v>825.8845</c:v>
                </c:pt>
                <c:pt idx="22433">
                  <c:v>754.72140000000002</c:v>
                </c:pt>
                <c:pt idx="22434">
                  <c:v>666.46179999999947</c:v>
                </c:pt>
                <c:pt idx="22435">
                  <c:v>646.68960000000004</c:v>
                </c:pt>
                <c:pt idx="22436">
                  <c:v>653.97380000000055</c:v>
                </c:pt>
                <c:pt idx="22437">
                  <c:v>653.29500000000053</c:v>
                </c:pt>
                <c:pt idx="22438">
                  <c:v>645.06459999999947</c:v>
                </c:pt>
                <c:pt idx="22439">
                  <c:v>634.47630000000004</c:v>
                </c:pt>
                <c:pt idx="22440">
                  <c:v>619.52739999999949</c:v>
                </c:pt>
                <c:pt idx="22441">
                  <c:v>601.85359999999946</c:v>
                </c:pt>
                <c:pt idx="22442">
                  <c:v>581.72450000000003</c:v>
                </c:pt>
                <c:pt idx="22443">
                  <c:v>564.65819999999997</c:v>
                </c:pt>
                <c:pt idx="22444">
                  <c:v>560.79810000000055</c:v>
                </c:pt>
                <c:pt idx="22445">
                  <c:v>549.48410000000001</c:v>
                </c:pt>
                <c:pt idx="22446">
                  <c:v>526.10850000000005</c:v>
                </c:pt>
                <c:pt idx="22447">
                  <c:v>494.32029999999969</c:v>
                </c:pt>
                <c:pt idx="22448">
                  <c:v>457.26099999999968</c:v>
                </c:pt>
                <c:pt idx="22449">
                  <c:v>435.6413</c:v>
                </c:pt>
                <c:pt idx="22450">
                  <c:v>422.5924</c:v>
                </c:pt>
                <c:pt idx="22451">
                  <c:v>410.61460000000034</c:v>
                </c:pt>
                <c:pt idx="22452">
                  <c:v>392.9254999999996</c:v>
                </c:pt>
                <c:pt idx="22453">
                  <c:v>376.71289999999999</c:v>
                </c:pt>
                <c:pt idx="22454">
                  <c:v>372.5316999999996</c:v>
                </c:pt>
                <c:pt idx="22455">
                  <c:v>381.47299999999967</c:v>
                </c:pt>
                <c:pt idx="22456">
                  <c:v>417.72999999999968</c:v>
                </c:pt>
                <c:pt idx="22457">
                  <c:v>457.92149999999936</c:v>
                </c:pt>
                <c:pt idx="22458">
                  <c:v>492.7586</c:v>
                </c:pt>
                <c:pt idx="22459">
                  <c:v>512.50869999999998</c:v>
                </c:pt>
                <c:pt idx="22460">
                  <c:v>507.28160000000003</c:v>
                </c:pt>
                <c:pt idx="22461">
                  <c:v>484.90469999999999</c:v>
                </c:pt>
                <c:pt idx="22462">
                  <c:v>446.16500000000002</c:v>
                </c:pt>
                <c:pt idx="22463">
                  <c:v>408.714</c:v>
                </c:pt>
                <c:pt idx="22464">
                  <c:v>376.02189999999968</c:v>
                </c:pt>
                <c:pt idx="22465">
                  <c:v>350.6</c:v>
                </c:pt>
                <c:pt idx="22466">
                  <c:v>324.60340000000002</c:v>
                </c:pt>
                <c:pt idx="22467">
                  <c:v>314.41980000000001</c:v>
                </c:pt>
                <c:pt idx="22468">
                  <c:v>307.61950000000002</c:v>
                </c:pt>
                <c:pt idx="22469">
                  <c:v>290.70890000000003</c:v>
                </c:pt>
                <c:pt idx="22470">
                  <c:v>289.33580000000001</c:v>
                </c:pt>
                <c:pt idx="22471">
                  <c:v>282.96209999999968</c:v>
                </c:pt>
                <c:pt idx="22472">
                  <c:v>267.66590000000002</c:v>
                </c:pt>
                <c:pt idx="22473">
                  <c:v>250.464</c:v>
                </c:pt>
                <c:pt idx="22474">
                  <c:v>256.29629999999935</c:v>
                </c:pt>
                <c:pt idx="22475">
                  <c:v>255.02240000000023</c:v>
                </c:pt>
                <c:pt idx="22476">
                  <c:v>253.9032</c:v>
                </c:pt>
                <c:pt idx="22477">
                  <c:v>256.39229999999969</c:v>
                </c:pt>
                <c:pt idx="22478">
                  <c:v>250.01969999999992</c:v>
                </c:pt>
                <c:pt idx="22479">
                  <c:v>238.1003</c:v>
                </c:pt>
                <c:pt idx="22480">
                  <c:v>230.28579999999999</c:v>
                </c:pt>
                <c:pt idx="22481">
                  <c:v>223.53150000000002</c:v>
                </c:pt>
                <c:pt idx="22482">
                  <c:v>216.48410000000001</c:v>
                </c:pt>
                <c:pt idx="22483">
                  <c:v>209.41309999999999</c:v>
                </c:pt>
                <c:pt idx="22484">
                  <c:v>202.46610000000001</c:v>
                </c:pt>
                <c:pt idx="22485">
                  <c:v>199.69040000000001</c:v>
                </c:pt>
                <c:pt idx="22486">
                  <c:v>201.39320000000001</c:v>
                </c:pt>
                <c:pt idx="22487">
                  <c:v>210.6268</c:v>
                </c:pt>
                <c:pt idx="22488">
                  <c:v>217.44730000000001</c:v>
                </c:pt>
                <c:pt idx="22489">
                  <c:v>208.7201</c:v>
                </c:pt>
                <c:pt idx="22490">
                  <c:v>208.9222000000002</c:v>
                </c:pt>
                <c:pt idx="22491">
                  <c:v>213.61319999999998</c:v>
                </c:pt>
                <c:pt idx="22492">
                  <c:v>211.3485</c:v>
                </c:pt>
                <c:pt idx="22493">
                  <c:v>237.078</c:v>
                </c:pt>
                <c:pt idx="22494">
                  <c:v>242.9247</c:v>
                </c:pt>
                <c:pt idx="22495">
                  <c:v>238.79339999999999</c:v>
                </c:pt>
                <c:pt idx="22496">
                  <c:v>229.57689999999999</c:v>
                </c:pt>
                <c:pt idx="22497">
                  <c:v>246.4478</c:v>
                </c:pt>
                <c:pt idx="22498">
                  <c:v>244.18040000000016</c:v>
                </c:pt>
                <c:pt idx="22499">
                  <c:v>242.10230000000001</c:v>
                </c:pt>
                <c:pt idx="22500">
                  <c:v>244.56050000000002</c:v>
                </c:pt>
                <c:pt idx="22501">
                  <c:v>252.22929999999999</c:v>
                </c:pt>
                <c:pt idx="22502">
                  <c:v>253.58200000000016</c:v>
                </c:pt>
                <c:pt idx="22503">
                  <c:v>249.26079999999999</c:v>
                </c:pt>
                <c:pt idx="22504">
                  <c:v>240.74339999999998</c:v>
                </c:pt>
                <c:pt idx="22505">
                  <c:v>232.19159999999999</c:v>
                </c:pt>
                <c:pt idx="22506">
                  <c:v>241.01079999999999</c:v>
                </c:pt>
                <c:pt idx="22507">
                  <c:v>240.6002</c:v>
                </c:pt>
                <c:pt idx="22508">
                  <c:v>227.51399999999998</c:v>
                </c:pt>
                <c:pt idx="22509">
                  <c:v>240.84399999999999</c:v>
                </c:pt>
                <c:pt idx="22510">
                  <c:v>234.60230000000001</c:v>
                </c:pt>
                <c:pt idx="22511">
                  <c:v>251.84979999999999</c:v>
                </c:pt>
                <c:pt idx="22512">
                  <c:v>244.27469999999983</c:v>
                </c:pt>
                <c:pt idx="22513">
                  <c:v>235.59040000000007</c:v>
                </c:pt>
                <c:pt idx="22514">
                  <c:v>245.59790000000001</c:v>
                </c:pt>
                <c:pt idx="22515">
                  <c:v>258.60629999999969</c:v>
                </c:pt>
                <c:pt idx="22516">
                  <c:v>270.94509999999968</c:v>
                </c:pt>
                <c:pt idx="22517">
                  <c:v>266.54649999999964</c:v>
                </c:pt>
                <c:pt idx="22518">
                  <c:v>265.98439999999954</c:v>
                </c:pt>
                <c:pt idx="22519">
                  <c:v>268.63669999999968</c:v>
                </c:pt>
                <c:pt idx="22520">
                  <c:v>242.6515</c:v>
                </c:pt>
                <c:pt idx="22521">
                  <c:v>245.82470000000001</c:v>
                </c:pt>
                <c:pt idx="22522">
                  <c:v>271.21529999999967</c:v>
                </c:pt>
                <c:pt idx="22523">
                  <c:v>275.98359999999946</c:v>
                </c:pt>
                <c:pt idx="22524">
                  <c:v>267.30109999999968</c:v>
                </c:pt>
                <c:pt idx="22525">
                  <c:v>269.09379999999953</c:v>
                </c:pt>
                <c:pt idx="22526">
                  <c:v>278.61270000000002</c:v>
                </c:pt>
                <c:pt idx="22527">
                  <c:v>270.37920000000008</c:v>
                </c:pt>
                <c:pt idx="22528">
                  <c:v>249.54989999999998</c:v>
                </c:pt>
                <c:pt idx="22529">
                  <c:v>256.33149999999961</c:v>
                </c:pt>
                <c:pt idx="22530">
                  <c:v>250.74629999999999</c:v>
                </c:pt>
                <c:pt idx="22531">
                  <c:v>241.69880000000001</c:v>
                </c:pt>
                <c:pt idx="22532">
                  <c:v>244.09800000000001</c:v>
                </c:pt>
                <c:pt idx="22533">
                  <c:v>240.37140000000016</c:v>
                </c:pt>
                <c:pt idx="22534">
                  <c:v>245.31630000000001</c:v>
                </c:pt>
                <c:pt idx="22535">
                  <c:v>328.45080000000002</c:v>
                </c:pt>
                <c:pt idx="22536">
                  <c:v>654.38610000000006</c:v>
                </c:pt>
                <c:pt idx="22537">
                  <c:v>1246.1659999999999</c:v>
                </c:pt>
                <c:pt idx="22538">
                  <c:v>1539.741</c:v>
                </c:pt>
                <c:pt idx="22539">
                  <c:v>1224.6369999999999</c:v>
                </c:pt>
                <c:pt idx="22540">
                  <c:v>870.02850000000001</c:v>
                </c:pt>
                <c:pt idx="22541">
                  <c:v>762.61719999999946</c:v>
                </c:pt>
                <c:pt idx="22542">
                  <c:v>735.91079999999999</c:v>
                </c:pt>
                <c:pt idx="22543">
                  <c:v>807.8057</c:v>
                </c:pt>
                <c:pt idx="22544">
                  <c:v>1020.5170000000001</c:v>
                </c:pt>
                <c:pt idx="22545">
                  <c:v>1230.5039999999999</c:v>
                </c:pt>
                <c:pt idx="22546">
                  <c:v>1259.4090000000001</c:v>
                </c:pt>
                <c:pt idx="22547">
                  <c:v>1171.2190000000001</c:v>
                </c:pt>
                <c:pt idx="22548">
                  <c:v>1083.51</c:v>
                </c:pt>
                <c:pt idx="22549">
                  <c:v>987.03880000000004</c:v>
                </c:pt>
                <c:pt idx="22550">
                  <c:v>922.90749999999946</c:v>
                </c:pt>
                <c:pt idx="22551">
                  <c:v>872.26670000000001</c:v>
                </c:pt>
                <c:pt idx="22552">
                  <c:v>837.75149999999996</c:v>
                </c:pt>
                <c:pt idx="22553">
                  <c:v>859.93459999999948</c:v>
                </c:pt>
                <c:pt idx="22554">
                  <c:v>995.8441999999992</c:v>
                </c:pt>
                <c:pt idx="22555">
                  <c:v>1143.6399999999999</c:v>
                </c:pt>
                <c:pt idx="22556">
                  <c:v>1196.748</c:v>
                </c:pt>
                <c:pt idx="22557">
                  <c:v>1127.0350000000001</c:v>
                </c:pt>
                <c:pt idx="22558">
                  <c:v>1000.2670000000001</c:v>
                </c:pt>
                <c:pt idx="22559">
                  <c:v>945.69949999999994</c:v>
                </c:pt>
                <c:pt idx="22560">
                  <c:v>905.87070000000051</c:v>
                </c:pt>
                <c:pt idx="22561">
                  <c:v>860.21789999999999</c:v>
                </c:pt>
                <c:pt idx="22562">
                  <c:v>828.14480000000003</c:v>
                </c:pt>
                <c:pt idx="22563">
                  <c:v>800.84949999999947</c:v>
                </c:pt>
                <c:pt idx="22564">
                  <c:v>778.45989999999949</c:v>
                </c:pt>
                <c:pt idx="22565">
                  <c:v>766.50810000000001</c:v>
                </c:pt>
                <c:pt idx="22566">
                  <c:v>762.92089999999996</c:v>
                </c:pt>
                <c:pt idx="22567">
                  <c:v>864.31959999999947</c:v>
                </c:pt>
                <c:pt idx="22568">
                  <c:v>1171.5170000000001</c:v>
                </c:pt>
                <c:pt idx="22569">
                  <c:v>1475.056</c:v>
                </c:pt>
                <c:pt idx="22570">
                  <c:v>1715.742</c:v>
                </c:pt>
                <c:pt idx="22571">
                  <c:v>2351.0259999999998</c:v>
                </c:pt>
                <c:pt idx="22572">
                  <c:v>2960.9070000000002</c:v>
                </c:pt>
                <c:pt idx="22573">
                  <c:v>2525.8440000000001</c:v>
                </c:pt>
                <c:pt idx="22574">
                  <c:v>1827.11</c:v>
                </c:pt>
                <c:pt idx="22575">
                  <c:v>1761.616</c:v>
                </c:pt>
                <c:pt idx="22576">
                  <c:v>1815.838</c:v>
                </c:pt>
                <c:pt idx="22577">
                  <c:v>2000.7149999999999</c:v>
                </c:pt>
                <c:pt idx="22578">
                  <c:v>2552.8870000000002</c:v>
                </c:pt>
                <c:pt idx="22579">
                  <c:v>4103.8210000000054</c:v>
                </c:pt>
                <c:pt idx="22580">
                  <c:v>7088.5130000000017</c:v>
                </c:pt>
                <c:pt idx="22581">
                  <c:v>9057.5030000000006</c:v>
                </c:pt>
                <c:pt idx="22582">
                  <c:v>7740.1990000000014</c:v>
                </c:pt>
                <c:pt idx="22583">
                  <c:v>6015.93</c:v>
                </c:pt>
                <c:pt idx="22584">
                  <c:v>6092.2140000000009</c:v>
                </c:pt>
                <c:pt idx="22585">
                  <c:v>6100.2820000000002</c:v>
                </c:pt>
                <c:pt idx="22586">
                  <c:v>5103.0190000000002</c:v>
                </c:pt>
                <c:pt idx="22587">
                  <c:v>4231.6120000000055</c:v>
                </c:pt>
                <c:pt idx="22588">
                  <c:v>4020.9479999999999</c:v>
                </c:pt>
                <c:pt idx="22589">
                  <c:v>5149.1440000000002</c:v>
                </c:pt>
                <c:pt idx="22590">
                  <c:v>5279.0710000000008</c:v>
                </c:pt>
                <c:pt idx="22591">
                  <c:v>4578.0739999999996</c:v>
                </c:pt>
                <c:pt idx="22592">
                  <c:v>3540.7950000000001</c:v>
                </c:pt>
                <c:pt idx="22593">
                  <c:v>2926.8320000000012</c:v>
                </c:pt>
                <c:pt idx="22594">
                  <c:v>2637.8740000000012</c:v>
                </c:pt>
                <c:pt idx="22595">
                  <c:v>2461.4320000000002</c:v>
                </c:pt>
                <c:pt idx="22596">
                  <c:v>2289.9630000000002</c:v>
                </c:pt>
                <c:pt idx="22597">
                  <c:v>2143.105</c:v>
                </c:pt>
                <c:pt idx="22598">
                  <c:v>1984.3639999999998</c:v>
                </c:pt>
                <c:pt idx="22599">
                  <c:v>1844.902</c:v>
                </c:pt>
                <c:pt idx="22600">
                  <c:v>1708.952</c:v>
                </c:pt>
                <c:pt idx="22601">
                  <c:v>1574.5839999999998</c:v>
                </c:pt>
                <c:pt idx="22602">
                  <c:v>1461.2260000000001</c:v>
                </c:pt>
                <c:pt idx="22603">
                  <c:v>1392.578</c:v>
                </c:pt>
                <c:pt idx="22604">
                  <c:v>1338.498</c:v>
                </c:pt>
                <c:pt idx="22605">
                  <c:v>1320.3119999999999</c:v>
                </c:pt>
                <c:pt idx="22606">
                  <c:v>1814.6699999999998</c:v>
                </c:pt>
                <c:pt idx="22607">
                  <c:v>3825.3809999999999</c:v>
                </c:pt>
                <c:pt idx="22608">
                  <c:v>6508.8820000000014</c:v>
                </c:pt>
                <c:pt idx="22609">
                  <c:v>6416.6510000000044</c:v>
                </c:pt>
                <c:pt idx="22610">
                  <c:v>4219.5190000000002</c:v>
                </c:pt>
                <c:pt idx="22611">
                  <c:v>2818.72</c:v>
                </c:pt>
                <c:pt idx="22612">
                  <c:v>2514.7249999999967</c:v>
                </c:pt>
                <c:pt idx="22613">
                  <c:v>2301.6010000000001</c:v>
                </c:pt>
                <c:pt idx="22614">
                  <c:v>2173.069</c:v>
                </c:pt>
                <c:pt idx="22615">
                  <c:v>2066.9029999999998</c:v>
                </c:pt>
                <c:pt idx="22616">
                  <c:v>1947.61</c:v>
                </c:pt>
                <c:pt idx="22617">
                  <c:v>1824.0719999999999</c:v>
                </c:pt>
                <c:pt idx="22618">
                  <c:v>1685.066</c:v>
                </c:pt>
                <c:pt idx="22619">
                  <c:v>1559.385</c:v>
                </c:pt>
                <c:pt idx="22620">
                  <c:v>1463.463</c:v>
                </c:pt>
                <c:pt idx="22621">
                  <c:v>1398.8329999999999</c:v>
                </c:pt>
                <c:pt idx="22622">
                  <c:v>1386.4780000000001</c:v>
                </c:pt>
                <c:pt idx="22623">
                  <c:v>1345.376</c:v>
                </c:pt>
                <c:pt idx="22624">
                  <c:v>1404.6499999999999</c:v>
                </c:pt>
                <c:pt idx="22625">
                  <c:v>1312.742</c:v>
                </c:pt>
                <c:pt idx="22626">
                  <c:v>1252.9549999999999</c:v>
                </c:pt>
                <c:pt idx="22627">
                  <c:v>1211.92</c:v>
                </c:pt>
                <c:pt idx="22628">
                  <c:v>1184.1279999999999</c:v>
                </c:pt>
                <c:pt idx="22629">
                  <c:v>1150.3579999999999</c:v>
                </c:pt>
                <c:pt idx="22630">
                  <c:v>1119.1519999999998</c:v>
                </c:pt>
                <c:pt idx="22631">
                  <c:v>1091.8839999999998</c:v>
                </c:pt>
                <c:pt idx="22632">
                  <c:v>1069.6529999999998</c:v>
                </c:pt>
                <c:pt idx="22633">
                  <c:v>1050.6589999999999</c:v>
                </c:pt>
                <c:pt idx="22634">
                  <c:v>1034.25</c:v>
                </c:pt>
                <c:pt idx="22635">
                  <c:v>1017.102</c:v>
                </c:pt>
                <c:pt idx="22636">
                  <c:v>1001.395</c:v>
                </c:pt>
                <c:pt idx="22637">
                  <c:v>990.55649999999946</c:v>
                </c:pt>
                <c:pt idx="22638">
                  <c:v>1001.8159999999993</c:v>
                </c:pt>
                <c:pt idx="22639">
                  <c:v>1014.8559999999992</c:v>
                </c:pt>
                <c:pt idx="22640">
                  <c:v>1004.3359999999993</c:v>
                </c:pt>
                <c:pt idx="22641">
                  <c:v>973.75990000000002</c:v>
                </c:pt>
                <c:pt idx="22642">
                  <c:v>949.19039999999995</c:v>
                </c:pt>
                <c:pt idx="22643">
                  <c:v>929.76409999999998</c:v>
                </c:pt>
                <c:pt idx="22644">
                  <c:v>915.33509999999933</c:v>
                </c:pt>
                <c:pt idx="22645">
                  <c:v>901.89840000000004</c:v>
                </c:pt>
                <c:pt idx="22646">
                  <c:v>892.93289999999934</c:v>
                </c:pt>
                <c:pt idx="22647">
                  <c:v>953.89340000000004</c:v>
                </c:pt>
                <c:pt idx="22648">
                  <c:v>1177.05</c:v>
                </c:pt>
                <c:pt idx="22649">
                  <c:v>1444.7249999999999</c:v>
                </c:pt>
                <c:pt idx="22650">
                  <c:v>1475.1409999999998</c:v>
                </c:pt>
                <c:pt idx="22651">
                  <c:v>1293.712</c:v>
                </c:pt>
                <c:pt idx="22652">
                  <c:v>1122.1929999999998</c:v>
                </c:pt>
                <c:pt idx="22653">
                  <c:v>1027.08</c:v>
                </c:pt>
                <c:pt idx="22654">
                  <c:v>967.80459999999948</c:v>
                </c:pt>
                <c:pt idx="22655">
                  <c:v>932.96249999999907</c:v>
                </c:pt>
                <c:pt idx="22656">
                  <c:v>922.2681</c:v>
                </c:pt>
                <c:pt idx="22657">
                  <c:v>903.08730000000003</c:v>
                </c:pt>
                <c:pt idx="22658">
                  <c:v>889.30409999999949</c:v>
                </c:pt>
                <c:pt idx="22659">
                  <c:v>913.96339999999998</c:v>
                </c:pt>
                <c:pt idx="22660">
                  <c:v>1067.575</c:v>
                </c:pt>
                <c:pt idx="22661">
                  <c:v>1182.1879999999999</c:v>
                </c:pt>
                <c:pt idx="22662">
                  <c:v>1089.2339999999999</c:v>
                </c:pt>
                <c:pt idx="22663">
                  <c:v>1067.337</c:v>
                </c:pt>
                <c:pt idx="22664">
                  <c:v>1193.7729999999999</c:v>
                </c:pt>
                <c:pt idx="22665">
                  <c:v>1179.0639999999999</c:v>
                </c:pt>
                <c:pt idx="22666">
                  <c:v>1065.8129999999999</c:v>
                </c:pt>
                <c:pt idx="22667">
                  <c:v>968.20500000000004</c:v>
                </c:pt>
                <c:pt idx="22668">
                  <c:v>918.46429999999907</c:v>
                </c:pt>
                <c:pt idx="22669">
                  <c:v>889.43759999999907</c:v>
                </c:pt>
                <c:pt idx="22670">
                  <c:v>868.17450000000053</c:v>
                </c:pt>
                <c:pt idx="22671">
                  <c:v>853.08699999999999</c:v>
                </c:pt>
                <c:pt idx="22672">
                  <c:v>836.51949999999999</c:v>
                </c:pt>
                <c:pt idx="22673">
                  <c:v>826.83189999999934</c:v>
                </c:pt>
                <c:pt idx="22674">
                  <c:v>809.94309999999996</c:v>
                </c:pt>
                <c:pt idx="22675">
                  <c:v>797.81059999999934</c:v>
                </c:pt>
                <c:pt idx="22676">
                  <c:v>792.60059999999999</c:v>
                </c:pt>
                <c:pt idx="22677">
                  <c:v>789.17100000000005</c:v>
                </c:pt>
                <c:pt idx="22678">
                  <c:v>857.22219999999948</c:v>
                </c:pt>
                <c:pt idx="22679">
                  <c:v>955.86129999999889</c:v>
                </c:pt>
                <c:pt idx="22680">
                  <c:v>993.69169999999997</c:v>
                </c:pt>
                <c:pt idx="22681">
                  <c:v>1268.431</c:v>
                </c:pt>
                <c:pt idx="22682">
                  <c:v>2502.567</c:v>
                </c:pt>
                <c:pt idx="22683">
                  <c:v>3807.4520000000002</c:v>
                </c:pt>
                <c:pt idx="22684">
                  <c:v>3365.9659999999999</c:v>
                </c:pt>
                <c:pt idx="22685">
                  <c:v>2181.84</c:v>
                </c:pt>
                <c:pt idx="22686">
                  <c:v>1684.6679999999999</c:v>
                </c:pt>
                <c:pt idx="22687">
                  <c:v>1491.067</c:v>
                </c:pt>
                <c:pt idx="22688">
                  <c:v>1364.8539999999998</c:v>
                </c:pt>
                <c:pt idx="22689">
                  <c:v>1365.8719999999998</c:v>
                </c:pt>
                <c:pt idx="22690">
                  <c:v>1370.07</c:v>
                </c:pt>
                <c:pt idx="22691">
                  <c:v>1326.5439999999999</c:v>
                </c:pt>
                <c:pt idx="22692">
                  <c:v>1370.7080000000001</c:v>
                </c:pt>
                <c:pt idx="22693">
                  <c:v>1531.921</c:v>
                </c:pt>
                <c:pt idx="22694">
                  <c:v>1703.3709999999999</c:v>
                </c:pt>
                <c:pt idx="22695">
                  <c:v>1582.577</c:v>
                </c:pt>
                <c:pt idx="22696">
                  <c:v>1271.866</c:v>
                </c:pt>
                <c:pt idx="22697">
                  <c:v>1135.71</c:v>
                </c:pt>
                <c:pt idx="22698">
                  <c:v>1469.3899999999999</c:v>
                </c:pt>
                <c:pt idx="22699">
                  <c:v>2046.665</c:v>
                </c:pt>
                <c:pt idx="22700">
                  <c:v>2427.741</c:v>
                </c:pt>
                <c:pt idx="22701">
                  <c:v>2216.587</c:v>
                </c:pt>
                <c:pt idx="22702">
                  <c:v>1741.056</c:v>
                </c:pt>
                <c:pt idx="22703">
                  <c:v>1537.6039999999998</c:v>
                </c:pt>
                <c:pt idx="22704">
                  <c:v>1468.1369999999999</c:v>
                </c:pt>
                <c:pt idx="22705">
                  <c:v>1355.1119999999999</c:v>
                </c:pt>
                <c:pt idx="22706">
                  <c:v>1624.6469999999999</c:v>
                </c:pt>
                <c:pt idx="22707">
                  <c:v>2061.8220000000001</c:v>
                </c:pt>
                <c:pt idx="22708">
                  <c:v>2049.8540000000012</c:v>
                </c:pt>
                <c:pt idx="22709">
                  <c:v>1589.9170000000001</c:v>
                </c:pt>
                <c:pt idx="22710">
                  <c:v>1264.1499999999999</c:v>
                </c:pt>
                <c:pt idx="22711">
                  <c:v>1179.605</c:v>
                </c:pt>
                <c:pt idx="22712">
                  <c:v>1119.4639999999999</c:v>
                </c:pt>
                <c:pt idx="22713">
                  <c:v>1077.7349999999999</c:v>
                </c:pt>
                <c:pt idx="22714">
                  <c:v>1054.865</c:v>
                </c:pt>
                <c:pt idx="22715">
                  <c:v>1028.1079999999999</c:v>
                </c:pt>
                <c:pt idx="22716">
                  <c:v>1010.763</c:v>
                </c:pt>
                <c:pt idx="22717">
                  <c:v>991.21559999999999</c:v>
                </c:pt>
                <c:pt idx="22718">
                  <c:v>973.87699999999938</c:v>
                </c:pt>
                <c:pt idx="22719">
                  <c:v>956.32679999999948</c:v>
                </c:pt>
                <c:pt idx="22720">
                  <c:v>947.4434</c:v>
                </c:pt>
                <c:pt idx="22721">
                  <c:v>941.03919999999948</c:v>
                </c:pt>
                <c:pt idx="22722">
                  <c:v>988.93509999999947</c:v>
                </c:pt>
                <c:pt idx="22723">
                  <c:v>985.08640000000003</c:v>
                </c:pt>
                <c:pt idx="22724">
                  <c:v>979.90209999999934</c:v>
                </c:pt>
                <c:pt idx="22725">
                  <c:v>979.77599999999995</c:v>
                </c:pt>
                <c:pt idx="22726">
                  <c:v>933.16859999999997</c:v>
                </c:pt>
                <c:pt idx="22727">
                  <c:v>896.29650000000004</c:v>
                </c:pt>
                <c:pt idx="22728">
                  <c:v>868.84819999999934</c:v>
                </c:pt>
                <c:pt idx="22729">
                  <c:v>848.99689999999998</c:v>
                </c:pt>
                <c:pt idx="22730">
                  <c:v>831.90229999999906</c:v>
                </c:pt>
                <c:pt idx="22731">
                  <c:v>817.58619999999996</c:v>
                </c:pt>
                <c:pt idx="22732">
                  <c:v>808.81979999999999</c:v>
                </c:pt>
                <c:pt idx="22733">
                  <c:v>807.88619999999946</c:v>
                </c:pt>
                <c:pt idx="22734">
                  <c:v>805.54330000000004</c:v>
                </c:pt>
                <c:pt idx="22735">
                  <c:v>800.71780000000001</c:v>
                </c:pt>
                <c:pt idx="22736">
                  <c:v>795.69310000000053</c:v>
                </c:pt>
                <c:pt idx="22737">
                  <c:v>780.72850000000005</c:v>
                </c:pt>
                <c:pt idx="22738">
                  <c:v>746.10360000000003</c:v>
                </c:pt>
                <c:pt idx="22739">
                  <c:v>692.41049999999996</c:v>
                </c:pt>
                <c:pt idx="22740">
                  <c:v>658.30269999999905</c:v>
                </c:pt>
                <c:pt idx="22741">
                  <c:v>630.89689999999996</c:v>
                </c:pt>
                <c:pt idx="22742">
                  <c:v>612.88139999999999</c:v>
                </c:pt>
                <c:pt idx="22743">
                  <c:v>604.40659999999946</c:v>
                </c:pt>
                <c:pt idx="22744">
                  <c:v>599.66249999999934</c:v>
                </c:pt>
                <c:pt idx="22745">
                  <c:v>596.68490000000054</c:v>
                </c:pt>
                <c:pt idx="22746">
                  <c:v>619.221</c:v>
                </c:pt>
                <c:pt idx="22747">
                  <c:v>678.59630000000004</c:v>
                </c:pt>
                <c:pt idx="22748">
                  <c:v>809.85309999999947</c:v>
                </c:pt>
                <c:pt idx="22749">
                  <c:v>935.82539999999949</c:v>
                </c:pt>
                <c:pt idx="22750">
                  <c:v>1069.9649999999999</c:v>
                </c:pt>
                <c:pt idx="22751">
                  <c:v>1343.424</c:v>
                </c:pt>
                <c:pt idx="22752">
                  <c:v>1799.2850000000001</c:v>
                </c:pt>
                <c:pt idx="22753">
                  <c:v>2326.5909999999999</c:v>
                </c:pt>
                <c:pt idx="22754">
                  <c:v>2753.15</c:v>
                </c:pt>
                <c:pt idx="22755">
                  <c:v>2725.4530000000022</c:v>
                </c:pt>
                <c:pt idx="22756">
                  <c:v>2143.8120000000022</c:v>
                </c:pt>
                <c:pt idx="22757">
                  <c:v>1720.75</c:v>
                </c:pt>
                <c:pt idx="22758">
                  <c:v>1867.5070000000001</c:v>
                </c:pt>
                <c:pt idx="22759">
                  <c:v>2060.5459999999998</c:v>
                </c:pt>
                <c:pt idx="22760">
                  <c:v>2006.867</c:v>
                </c:pt>
                <c:pt idx="22761">
                  <c:v>1777.463</c:v>
                </c:pt>
                <c:pt idx="22762">
                  <c:v>1552.4010000000001</c:v>
                </c:pt>
                <c:pt idx="22763">
                  <c:v>1517.7650000000001</c:v>
                </c:pt>
                <c:pt idx="22764">
                  <c:v>1521.721</c:v>
                </c:pt>
                <c:pt idx="22765">
                  <c:v>1484.8909999999998</c:v>
                </c:pt>
                <c:pt idx="22766">
                  <c:v>1458.6979999999999</c:v>
                </c:pt>
                <c:pt idx="22767">
                  <c:v>1424.1859999999999</c:v>
                </c:pt>
                <c:pt idx="22768">
                  <c:v>1405.008</c:v>
                </c:pt>
                <c:pt idx="22769">
                  <c:v>1419.249</c:v>
                </c:pt>
                <c:pt idx="22770">
                  <c:v>1481.1499999999999</c:v>
                </c:pt>
                <c:pt idx="22771">
                  <c:v>1678.6279999999999</c:v>
                </c:pt>
                <c:pt idx="22772">
                  <c:v>2073.5</c:v>
                </c:pt>
                <c:pt idx="22773">
                  <c:v>2354.3820000000001</c:v>
                </c:pt>
                <c:pt idx="22774">
                  <c:v>2145.4059999999999</c:v>
                </c:pt>
                <c:pt idx="22775">
                  <c:v>1800.6489999999999</c:v>
                </c:pt>
                <c:pt idx="22776">
                  <c:v>1739.489</c:v>
                </c:pt>
                <c:pt idx="22777">
                  <c:v>1695.6139999999998</c:v>
                </c:pt>
                <c:pt idx="22778">
                  <c:v>1732.2539999999999</c:v>
                </c:pt>
                <c:pt idx="22779">
                  <c:v>2091.4310000000028</c:v>
                </c:pt>
                <c:pt idx="22780">
                  <c:v>2370.221</c:v>
                </c:pt>
                <c:pt idx="22781">
                  <c:v>2177.806</c:v>
                </c:pt>
                <c:pt idx="22782">
                  <c:v>1953.568</c:v>
                </c:pt>
                <c:pt idx="22783">
                  <c:v>2025.259</c:v>
                </c:pt>
                <c:pt idx="22784">
                  <c:v>2157.5639999999999</c:v>
                </c:pt>
                <c:pt idx="22785">
                  <c:v>2164.114</c:v>
                </c:pt>
                <c:pt idx="22786">
                  <c:v>2398.8910000000028</c:v>
                </c:pt>
                <c:pt idx="22787">
                  <c:v>3020.3470000000002</c:v>
                </c:pt>
                <c:pt idx="22788">
                  <c:v>3348.38</c:v>
                </c:pt>
                <c:pt idx="22789">
                  <c:v>2994.607</c:v>
                </c:pt>
                <c:pt idx="22790">
                  <c:v>2416.4740000000002</c:v>
                </c:pt>
                <c:pt idx="22791">
                  <c:v>2129.402</c:v>
                </c:pt>
                <c:pt idx="22792">
                  <c:v>2023.579</c:v>
                </c:pt>
                <c:pt idx="22793">
                  <c:v>1784.441</c:v>
                </c:pt>
                <c:pt idx="22794">
                  <c:v>1566.26</c:v>
                </c:pt>
                <c:pt idx="22795">
                  <c:v>1585.242</c:v>
                </c:pt>
                <c:pt idx="22796">
                  <c:v>2052.4910000000027</c:v>
                </c:pt>
                <c:pt idx="22797">
                  <c:v>2762.4520000000002</c:v>
                </c:pt>
                <c:pt idx="22798">
                  <c:v>2758.3150000000028</c:v>
                </c:pt>
                <c:pt idx="22799">
                  <c:v>2216.607</c:v>
                </c:pt>
                <c:pt idx="22800">
                  <c:v>2034.337</c:v>
                </c:pt>
                <c:pt idx="22801">
                  <c:v>1899.3979999999999</c:v>
                </c:pt>
                <c:pt idx="22802">
                  <c:v>1519.1469999999999</c:v>
                </c:pt>
                <c:pt idx="22803">
                  <c:v>1287.0709999999999</c:v>
                </c:pt>
                <c:pt idx="22804">
                  <c:v>1211.83</c:v>
                </c:pt>
                <c:pt idx="22805">
                  <c:v>1153.4390000000001</c:v>
                </c:pt>
                <c:pt idx="22806">
                  <c:v>1119.54</c:v>
                </c:pt>
                <c:pt idx="22807">
                  <c:v>1097.5439999999999</c:v>
                </c:pt>
                <c:pt idx="22808">
                  <c:v>1074.2239999999999</c:v>
                </c:pt>
                <c:pt idx="22809">
                  <c:v>1023.748</c:v>
                </c:pt>
                <c:pt idx="22810">
                  <c:v>988.38829999999996</c:v>
                </c:pt>
                <c:pt idx="22811">
                  <c:v>992.50469999999996</c:v>
                </c:pt>
                <c:pt idx="22812">
                  <c:v>979.82259999999906</c:v>
                </c:pt>
                <c:pt idx="22813">
                  <c:v>957.53749999999934</c:v>
                </c:pt>
                <c:pt idx="22814">
                  <c:v>930.66239999999948</c:v>
                </c:pt>
                <c:pt idx="22815">
                  <c:v>894.5865</c:v>
                </c:pt>
                <c:pt idx="22816">
                  <c:v>848.37289999999996</c:v>
                </c:pt>
                <c:pt idx="22817">
                  <c:v>804.1123</c:v>
                </c:pt>
                <c:pt idx="22818">
                  <c:v>770.20659999999998</c:v>
                </c:pt>
                <c:pt idx="22819">
                  <c:v>741.78380000000095</c:v>
                </c:pt>
                <c:pt idx="22820">
                  <c:v>710.53709999999921</c:v>
                </c:pt>
                <c:pt idx="22821">
                  <c:v>677.85429999999906</c:v>
                </c:pt>
                <c:pt idx="22822">
                  <c:v>645.93499999999949</c:v>
                </c:pt>
                <c:pt idx="22823">
                  <c:v>617.78689999999995</c:v>
                </c:pt>
                <c:pt idx="22824">
                  <c:v>597.49900000000002</c:v>
                </c:pt>
                <c:pt idx="22825">
                  <c:v>571.73040000000003</c:v>
                </c:pt>
                <c:pt idx="22826">
                  <c:v>548.40359999999998</c:v>
                </c:pt>
                <c:pt idx="22827">
                  <c:v>521.0915</c:v>
                </c:pt>
                <c:pt idx="22828">
                  <c:v>488.45890000000003</c:v>
                </c:pt>
                <c:pt idx="22829">
                  <c:v>450.88829999999967</c:v>
                </c:pt>
                <c:pt idx="22830">
                  <c:v>422.09859999999935</c:v>
                </c:pt>
                <c:pt idx="22831">
                  <c:v>400.9024</c:v>
                </c:pt>
                <c:pt idx="22832">
                  <c:v>378.10219999999993</c:v>
                </c:pt>
                <c:pt idx="22833">
                  <c:v>373.05220000000008</c:v>
                </c:pt>
                <c:pt idx="22834">
                  <c:v>374.58589999999964</c:v>
                </c:pt>
                <c:pt idx="22835">
                  <c:v>374.70800000000003</c:v>
                </c:pt>
                <c:pt idx="22836">
                  <c:v>394.34120000000001</c:v>
                </c:pt>
                <c:pt idx="22837">
                  <c:v>408.96949999999993</c:v>
                </c:pt>
                <c:pt idx="22838">
                  <c:v>406.91639999999938</c:v>
                </c:pt>
                <c:pt idx="22839">
                  <c:v>397.0365999999994</c:v>
                </c:pt>
                <c:pt idx="22840">
                  <c:v>392.3306</c:v>
                </c:pt>
                <c:pt idx="22841">
                  <c:v>391.61509999999993</c:v>
                </c:pt>
                <c:pt idx="22842">
                  <c:v>372.77099999999967</c:v>
                </c:pt>
                <c:pt idx="22843">
                  <c:v>375.05770000000001</c:v>
                </c:pt>
                <c:pt idx="22844">
                  <c:v>382.29639999999932</c:v>
                </c:pt>
                <c:pt idx="22845">
                  <c:v>379.97239999999954</c:v>
                </c:pt>
                <c:pt idx="22846">
                  <c:v>387.30340000000001</c:v>
                </c:pt>
                <c:pt idx="22847">
                  <c:v>396.74529999999999</c:v>
                </c:pt>
                <c:pt idx="22848">
                  <c:v>387.46980000000002</c:v>
                </c:pt>
                <c:pt idx="22849">
                  <c:v>376.43459999999953</c:v>
                </c:pt>
                <c:pt idx="22850">
                  <c:v>368.803</c:v>
                </c:pt>
                <c:pt idx="22851">
                  <c:v>364.2398</c:v>
                </c:pt>
                <c:pt idx="22852">
                  <c:v>361.2336999999996</c:v>
                </c:pt>
                <c:pt idx="22853">
                  <c:v>365.14850000000001</c:v>
                </c:pt>
                <c:pt idx="22854">
                  <c:v>364.78909999999968</c:v>
                </c:pt>
                <c:pt idx="22855">
                  <c:v>357.85129999999964</c:v>
                </c:pt>
                <c:pt idx="22856">
                  <c:v>352.98609999999934</c:v>
                </c:pt>
                <c:pt idx="22857">
                  <c:v>349.61470000000008</c:v>
                </c:pt>
                <c:pt idx="22858">
                  <c:v>372.92819999999932</c:v>
                </c:pt>
                <c:pt idx="22859">
                  <c:v>393.79109999999935</c:v>
                </c:pt>
                <c:pt idx="22860">
                  <c:v>416.18889999999999</c:v>
                </c:pt>
                <c:pt idx="22861">
                  <c:v>392.83149999999961</c:v>
                </c:pt>
                <c:pt idx="22862">
                  <c:v>380.67020000000002</c:v>
                </c:pt>
                <c:pt idx="22863">
                  <c:v>373.71089999999964</c:v>
                </c:pt>
                <c:pt idx="22864">
                  <c:v>369.82499999999999</c:v>
                </c:pt>
                <c:pt idx="22865">
                  <c:v>366.49939999999935</c:v>
                </c:pt>
                <c:pt idx="22866">
                  <c:v>359.92999999999961</c:v>
                </c:pt>
                <c:pt idx="22867">
                  <c:v>356.10230000000001</c:v>
                </c:pt>
                <c:pt idx="22868">
                  <c:v>351.3245</c:v>
                </c:pt>
                <c:pt idx="22869">
                  <c:v>346.15179999999964</c:v>
                </c:pt>
                <c:pt idx="22870">
                  <c:v>340.90609999999936</c:v>
                </c:pt>
                <c:pt idx="22871">
                  <c:v>344.05130000000003</c:v>
                </c:pt>
                <c:pt idx="22872">
                  <c:v>339.56299999999999</c:v>
                </c:pt>
                <c:pt idx="22873">
                  <c:v>344.24439999999993</c:v>
                </c:pt>
                <c:pt idx="22874">
                  <c:v>344.85230000000001</c:v>
                </c:pt>
                <c:pt idx="22875">
                  <c:v>346.44</c:v>
                </c:pt>
                <c:pt idx="22876">
                  <c:v>342.56580000000002</c:v>
                </c:pt>
                <c:pt idx="22877">
                  <c:v>340.24279999999999</c:v>
                </c:pt>
                <c:pt idx="22878">
                  <c:v>348.3312999999996</c:v>
                </c:pt>
                <c:pt idx="22879">
                  <c:v>371.8877</c:v>
                </c:pt>
                <c:pt idx="22880">
                  <c:v>412.04239999999999</c:v>
                </c:pt>
                <c:pt idx="22881">
                  <c:v>420.24400000000031</c:v>
                </c:pt>
                <c:pt idx="22882">
                  <c:v>410.11500000000001</c:v>
                </c:pt>
                <c:pt idx="22883">
                  <c:v>408.85</c:v>
                </c:pt>
                <c:pt idx="22884">
                  <c:v>408.33689999999967</c:v>
                </c:pt>
                <c:pt idx="22885">
                  <c:v>394.3236</c:v>
                </c:pt>
                <c:pt idx="22886">
                  <c:v>398.08429999999993</c:v>
                </c:pt>
                <c:pt idx="22887">
                  <c:v>424.27249999999964</c:v>
                </c:pt>
                <c:pt idx="22888">
                  <c:v>474.1395</c:v>
                </c:pt>
                <c:pt idx="22889">
                  <c:v>517.75409999999999</c:v>
                </c:pt>
                <c:pt idx="22890">
                  <c:v>510.23880000000003</c:v>
                </c:pt>
                <c:pt idx="22891">
                  <c:v>488.16640000000001</c:v>
                </c:pt>
                <c:pt idx="22892">
                  <c:v>518.58090000000004</c:v>
                </c:pt>
                <c:pt idx="22893">
                  <c:v>646.59749999999997</c:v>
                </c:pt>
                <c:pt idx="22894">
                  <c:v>732.99519999999939</c:v>
                </c:pt>
                <c:pt idx="22895">
                  <c:v>739.45039999999949</c:v>
                </c:pt>
                <c:pt idx="22896">
                  <c:v>751.10630000000003</c:v>
                </c:pt>
                <c:pt idx="22897">
                  <c:v>789.23059999999998</c:v>
                </c:pt>
                <c:pt idx="22898">
                  <c:v>781.66369999999949</c:v>
                </c:pt>
                <c:pt idx="22899">
                  <c:v>731.80959999999948</c:v>
                </c:pt>
                <c:pt idx="22900">
                  <c:v>708.18540000000053</c:v>
                </c:pt>
                <c:pt idx="22901">
                  <c:v>735.80129999999906</c:v>
                </c:pt>
                <c:pt idx="22902">
                  <c:v>843.56899999999996</c:v>
                </c:pt>
                <c:pt idx="22903">
                  <c:v>902.06590000000006</c:v>
                </c:pt>
                <c:pt idx="22904">
                  <c:v>849.03340000000003</c:v>
                </c:pt>
                <c:pt idx="22905">
                  <c:v>786.5607</c:v>
                </c:pt>
                <c:pt idx="22906">
                  <c:v>749.58969999999999</c:v>
                </c:pt>
                <c:pt idx="22907">
                  <c:v>829.71590000000003</c:v>
                </c:pt>
                <c:pt idx="22908">
                  <c:v>1072.3150000000001</c:v>
                </c:pt>
                <c:pt idx="22909">
                  <c:v>1280.4160000000011</c:v>
                </c:pt>
                <c:pt idx="22910">
                  <c:v>1703.7550000000001</c:v>
                </c:pt>
                <c:pt idx="22911">
                  <c:v>2814.7159999999999</c:v>
                </c:pt>
                <c:pt idx="22912">
                  <c:v>3668.145</c:v>
                </c:pt>
                <c:pt idx="22913">
                  <c:v>3215.605</c:v>
                </c:pt>
                <c:pt idx="22914">
                  <c:v>2506.587</c:v>
                </c:pt>
                <c:pt idx="22915">
                  <c:v>2425.306</c:v>
                </c:pt>
                <c:pt idx="22916">
                  <c:v>2403.223</c:v>
                </c:pt>
                <c:pt idx="22917">
                  <c:v>2209.549</c:v>
                </c:pt>
                <c:pt idx="22918">
                  <c:v>2173.46</c:v>
                </c:pt>
                <c:pt idx="22919">
                  <c:v>2119.3120000000022</c:v>
                </c:pt>
                <c:pt idx="22920">
                  <c:v>1973.4270000000001</c:v>
                </c:pt>
                <c:pt idx="22921">
                  <c:v>1886.155</c:v>
                </c:pt>
                <c:pt idx="22922">
                  <c:v>1853.106</c:v>
                </c:pt>
                <c:pt idx="22923">
                  <c:v>1925.3869999999999</c:v>
                </c:pt>
                <c:pt idx="22924">
                  <c:v>2014.347</c:v>
                </c:pt>
                <c:pt idx="22925">
                  <c:v>2004.818</c:v>
                </c:pt>
                <c:pt idx="22926">
                  <c:v>1957.547</c:v>
                </c:pt>
                <c:pt idx="22927">
                  <c:v>1922.2550000000001</c:v>
                </c:pt>
                <c:pt idx="22928">
                  <c:v>1889.26</c:v>
                </c:pt>
                <c:pt idx="22929">
                  <c:v>1824.498</c:v>
                </c:pt>
                <c:pt idx="22930">
                  <c:v>1723.3739999999998</c:v>
                </c:pt>
                <c:pt idx="22931">
                  <c:v>1641.865</c:v>
                </c:pt>
                <c:pt idx="22932">
                  <c:v>1575.0629999999999</c:v>
                </c:pt>
                <c:pt idx="22933">
                  <c:v>1498.7439999999999</c:v>
                </c:pt>
                <c:pt idx="22934">
                  <c:v>1412.4180000000001</c:v>
                </c:pt>
                <c:pt idx="22935">
                  <c:v>1360.6129999999998</c:v>
                </c:pt>
                <c:pt idx="22936">
                  <c:v>1689.558</c:v>
                </c:pt>
                <c:pt idx="22937">
                  <c:v>2357.6689999999967</c:v>
                </c:pt>
                <c:pt idx="22938">
                  <c:v>2535.8750000000027</c:v>
                </c:pt>
                <c:pt idx="22939">
                  <c:v>2376.5749999999998</c:v>
                </c:pt>
                <c:pt idx="22940">
                  <c:v>2311.069</c:v>
                </c:pt>
                <c:pt idx="22941">
                  <c:v>2310.2559999999999</c:v>
                </c:pt>
                <c:pt idx="22942">
                  <c:v>2669.3620000000001</c:v>
                </c:pt>
                <c:pt idx="22943">
                  <c:v>2982.3879999999999</c:v>
                </c:pt>
                <c:pt idx="22944">
                  <c:v>2886.8700000000022</c:v>
                </c:pt>
                <c:pt idx="22945">
                  <c:v>2331.6120000000001</c:v>
                </c:pt>
                <c:pt idx="22946">
                  <c:v>2015.0529999999999</c:v>
                </c:pt>
                <c:pt idx="22947">
                  <c:v>1873.4</c:v>
                </c:pt>
                <c:pt idx="22948">
                  <c:v>1833.73</c:v>
                </c:pt>
                <c:pt idx="22949">
                  <c:v>1925.36</c:v>
                </c:pt>
                <c:pt idx="22950">
                  <c:v>1963.1969999999999</c:v>
                </c:pt>
                <c:pt idx="22951">
                  <c:v>1843.8429999999998</c:v>
                </c:pt>
                <c:pt idx="22952">
                  <c:v>2001.202</c:v>
                </c:pt>
                <c:pt idx="22953">
                  <c:v>2234.1109999999999</c:v>
                </c:pt>
                <c:pt idx="22954">
                  <c:v>2644.9330000000027</c:v>
                </c:pt>
                <c:pt idx="22955">
                  <c:v>2656.4780000000001</c:v>
                </c:pt>
                <c:pt idx="22956">
                  <c:v>3251.7019999999998</c:v>
                </c:pt>
                <c:pt idx="22957">
                  <c:v>4032.558</c:v>
                </c:pt>
                <c:pt idx="22958">
                  <c:v>4142.1990000000014</c:v>
                </c:pt>
                <c:pt idx="22959">
                  <c:v>3626.7879999999973</c:v>
                </c:pt>
                <c:pt idx="22960">
                  <c:v>3537.9209999999998</c:v>
                </c:pt>
                <c:pt idx="22961">
                  <c:v>3924.2190000000001</c:v>
                </c:pt>
                <c:pt idx="22962">
                  <c:v>3859.9259999999999</c:v>
                </c:pt>
                <c:pt idx="22963">
                  <c:v>3357.7679999999987</c:v>
                </c:pt>
                <c:pt idx="22964">
                  <c:v>2626.4989999999998</c:v>
                </c:pt>
                <c:pt idx="22965">
                  <c:v>2342.8180000000002</c:v>
                </c:pt>
                <c:pt idx="22966">
                  <c:v>2804.0360000000001</c:v>
                </c:pt>
                <c:pt idx="22967">
                  <c:v>3140.0419999999999</c:v>
                </c:pt>
                <c:pt idx="22968">
                  <c:v>3093.4520000000002</c:v>
                </c:pt>
                <c:pt idx="22969">
                  <c:v>2451.3200000000002</c:v>
                </c:pt>
                <c:pt idx="22970">
                  <c:v>1852.6089999999999</c:v>
                </c:pt>
                <c:pt idx="22971">
                  <c:v>1656.8109999999999</c:v>
                </c:pt>
                <c:pt idx="22972">
                  <c:v>1572.454</c:v>
                </c:pt>
                <c:pt idx="22973">
                  <c:v>1472.732</c:v>
                </c:pt>
                <c:pt idx="22974">
                  <c:v>1415.771</c:v>
                </c:pt>
                <c:pt idx="22975">
                  <c:v>1366.5360000000001</c:v>
                </c:pt>
                <c:pt idx="22976">
                  <c:v>1330.2439999999999</c:v>
                </c:pt>
                <c:pt idx="22977">
                  <c:v>1303.2829999999999</c:v>
                </c:pt>
                <c:pt idx="22978">
                  <c:v>1278.095</c:v>
                </c:pt>
                <c:pt idx="22979">
                  <c:v>1250.277</c:v>
                </c:pt>
                <c:pt idx="22980">
                  <c:v>1233.0650000000001</c:v>
                </c:pt>
                <c:pt idx="22981">
                  <c:v>1352.115</c:v>
                </c:pt>
                <c:pt idx="22982">
                  <c:v>1580.6299999999999</c:v>
                </c:pt>
                <c:pt idx="22983">
                  <c:v>1524.2049999999999</c:v>
                </c:pt>
                <c:pt idx="22984">
                  <c:v>1336.579</c:v>
                </c:pt>
                <c:pt idx="22985">
                  <c:v>1252.4549999999999</c:v>
                </c:pt>
                <c:pt idx="22986">
                  <c:v>1198.1189999999999</c:v>
                </c:pt>
                <c:pt idx="22987">
                  <c:v>1164.749</c:v>
                </c:pt>
                <c:pt idx="22988">
                  <c:v>1140.8719999999998</c:v>
                </c:pt>
                <c:pt idx="22989">
                  <c:v>1330.9070000000011</c:v>
                </c:pt>
                <c:pt idx="22990">
                  <c:v>1349.9949999999999</c:v>
                </c:pt>
                <c:pt idx="22991">
                  <c:v>1444.799</c:v>
                </c:pt>
                <c:pt idx="22992">
                  <c:v>1562.1209999999999</c:v>
                </c:pt>
                <c:pt idx="22993">
                  <c:v>1681.6429999999998</c:v>
                </c:pt>
                <c:pt idx="22994">
                  <c:v>1627.857</c:v>
                </c:pt>
                <c:pt idx="22995">
                  <c:v>1416.6629999999998</c:v>
                </c:pt>
                <c:pt idx="22996">
                  <c:v>1241.8939999999998</c:v>
                </c:pt>
                <c:pt idx="22997">
                  <c:v>1172.078</c:v>
                </c:pt>
                <c:pt idx="22998">
                  <c:v>1135.136</c:v>
                </c:pt>
                <c:pt idx="22999">
                  <c:v>1109.511</c:v>
                </c:pt>
                <c:pt idx="23000">
                  <c:v>1085.7939999999999</c:v>
                </c:pt>
                <c:pt idx="23001">
                  <c:v>1066.279</c:v>
                </c:pt>
                <c:pt idx="23002">
                  <c:v>1046.308</c:v>
                </c:pt>
                <c:pt idx="23003">
                  <c:v>1029.4749999999999</c:v>
                </c:pt>
                <c:pt idx="23004">
                  <c:v>1013.314</c:v>
                </c:pt>
                <c:pt idx="23005">
                  <c:v>999.03659999999934</c:v>
                </c:pt>
                <c:pt idx="23006">
                  <c:v>984.17690000000005</c:v>
                </c:pt>
                <c:pt idx="23007">
                  <c:v>969.97880000000055</c:v>
                </c:pt>
                <c:pt idx="23008">
                  <c:v>955.78920000000005</c:v>
                </c:pt>
                <c:pt idx="23009">
                  <c:v>942.14319999999998</c:v>
                </c:pt>
                <c:pt idx="23010">
                  <c:v>928.05579999999998</c:v>
                </c:pt>
                <c:pt idx="23011">
                  <c:v>927.11599999999999</c:v>
                </c:pt>
                <c:pt idx="23012">
                  <c:v>940.96149999999921</c:v>
                </c:pt>
                <c:pt idx="23013">
                  <c:v>918.10440000000051</c:v>
                </c:pt>
                <c:pt idx="23014">
                  <c:v>899.40539999999999</c:v>
                </c:pt>
                <c:pt idx="23015">
                  <c:v>881.38259999999946</c:v>
                </c:pt>
                <c:pt idx="23016">
                  <c:v>866.66330000000005</c:v>
                </c:pt>
                <c:pt idx="23017">
                  <c:v>855.20370000000082</c:v>
                </c:pt>
                <c:pt idx="23018">
                  <c:v>841.77020000000005</c:v>
                </c:pt>
                <c:pt idx="23019">
                  <c:v>827.41109999999946</c:v>
                </c:pt>
                <c:pt idx="23020">
                  <c:v>818.77940000000081</c:v>
                </c:pt>
                <c:pt idx="23021">
                  <c:v>808.26019999999949</c:v>
                </c:pt>
                <c:pt idx="23022">
                  <c:v>799.32399999999996</c:v>
                </c:pt>
                <c:pt idx="23023">
                  <c:v>790.82529999999906</c:v>
                </c:pt>
                <c:pt idx="23024">
                  <c:v>781.11180000000002</c:v>
                </c:pt>
                <c:pt idx="23025">
                  <c:v>771.84759999999915</c:v>
                </c:pt>
                <c:pt idx="23026">
                  <c:v>760.12390000000005</c:v>
                </c:pt>
                <c:pt idx="23027">
                  <c:v>746.16800000000001</c:v>
                </c:pt>
                <c:pt idx="23028">
                  <c:v>730.17540000000054</c:v>
                </c:pt>
                <c:pt idx="23029">
                  <c:v>713.59340000000054</c:v>
                </c:pt>
                <c:pt idx="23030">
                  <c:v>698.16059999999948</c:v>
                </c:pt>
                <c:pt idx="23031">
                  <c:v>684.78380000000095</c:v>
                </c:pt>
                <c:pt idx="23032">
                  <c:v>672.94449999999949</c:v>
                </c:pt>
                <c:pt idx="23033">
                  <c:v>667.80579999999998</c:v>
                </c:pt>
                <c:pt idx="23034">
                  <c:v>715.80849999999998</c:v>
                </c:pt>
                <c:pt idx="23035">
                  <c:v>806.476</c:v>
                </c:pt>
                <c:pt idx="23036">
                  <c:v>822.53549999999996</c:v>
                </c:pt>
                <c:pt idx="23037">
                  <c:v>742.78000000000054</c:v>
                </c:pt>
                <c:pt idx="23038">
                  <c:v>752.28340000000094</c:v>
                </c:pt>
                <c:pt idx="23039">
                  <c:v>865.42679999999996</c:v>
                </c:pt>
                <c:pt idx="23040">
                  <c:v>894.4510999999992</c:v>
                </c:pt>
                <c:pt idx="23041">
                  <c:v>794.4560999999992</c:v>
                </c:pt>
                <c:pt idx="23042">
                  <c:v>708.1309</c:v>
                </c:pt>
                <c:pt idx="23043">
                  <c:v>665.75049999999999</c:v>
                </c:pt>
                <c:pt idx="23044">
                  <c:v>641.66699999999946</c:v>
                </c:pt>
                <c:pt idx="23045">
                  <c:v>624.75119999999947</c:v>
                </c:pt>
                <c:pt idx="23046">
                  <c:v>613.58500000000004</c:v>
                </c:pt>
                <c:pt idx="23047">
                  <c:v>606.81549999999947</c:v>
                </c:pt>
                <c:pt idx="23048">
                  <c:v>598.91359999999997</c:v>
                </c:pt>
                <c:pt idx="23049">
                  <c:v>590.89859999999999</c:v>
                </c:pt>
                <c:pt idx="23050">
                  <c:v>586.88239999999996</c:v>
                </c:pt>
                <c:pt idx="23051">
                  <c:v>583.98</c:v>
                </c:pt>
                <c:pt idx="23052">
                  <c:v>577.77370000000099</c:v>
                </c:pt>
                <c:pt idx="23053">
                  <c:v>599.27640000000054</c:v>
                </c:pt>
                <c:pt idx="23054">
                  <c:v>602.14239999999938</c:v>
                </c:pt>
                <c:pt idx="23055">
                  <c:v>598.91639999999938</c:v>
                </c:pt>
                <c:pt idx="23056">
                  <c:v>585.78640000000053</c:v>
                </c:pt>
                <c:pt idx="23057">
                  <c:v>570.3355999999992</c:v>
                </c:pt>
                <c:pt idx="23058">
                  <c:v>555.76819999999998</c:v>
                </c:pt>
                <c:pt idx="23059">
                  <c:v>543.16749999999934</c:v>
                </c:pt>
                <c:pt idx="23060">
                  <c:v>539.20140000000004</c:v>
                </c:pt>
                <c:pt idx="23061">
                  <c:v>539.49990000000003</c:v>
                </c:pt>
                <c:pt idx="23062">
                  <c:v>527.65629999999919</c:v>
                </c:pt>
                <c:pt idx="23063">
                  <c:v>523.37540000000001</c:v>
                </c:pt>
                <c:pt idx="23064">
                  <c:v>516.24800000000005</c:v>
                </c:pt>
                <c:pt idx="23065">
                  <c:v>510.77929999999969</c:v>
                </c:pt>
                <c:pt idx="23066">
                  <c:v>505.68</c:v>
                </c:pt>
                <c:pt idx="23067">
                  <c:v>501.21619999999939</c:v>
                </c:pt>
                <c:pt idx="23068">
                  <c:v>793.72810000000004</c:v>
                </c:pt>
                <c:pt idx="23069">
                  <c:v>1613.85</c:v>
                </c:pt>
                <c:pt idx="23070">
                  <c:v>1920.395</c:v>
                </c:pt>
                <c:pt idx="23071">
                  <c:v>1420.402</c:v>
                </c:pt>
                <c:pt idx="23072">
                  <c:v>961.95779999999934</c:v>
                </c:pt>
                <c:pt idx="23073">
                  <c:v>836.1567</c:v>
                </c:pt>
                <c:pt idx="23074">
                  <c:v>874.43489999999997</c:v>
                </c:pt>
                <c:pt idx="23075">
                  <c:v>874.70870000000082</c:v>
                </c:pt>
                <c:pt idx="23076">
                  <c:v>865.51639999999998</c:v>
                </c:pt>
                <c:pt idx="23077">
                  <c:v>814.88149999999996</c:v>
                </c:pt>
                <c:pt idx="23078">
                  <c:v>806.71690000000001</c:v>
                </c:pt>
                <c:pt idx="23079">
                  <c:v>922.46909999999946</c:v>
                </c:pt>
                <c:pt idx="23080">
                  <c:v>896.40930000000003</c:v>
                </c:pt>
                <c:pt idx="23081">
                  <c:v>846.7047000000008</c:v>
                </c:pt>
                <c:pt idx="23082">
                  <c:v>786.9125999999992</c:v>
                </c:pt>
                <c:pt idx="23083">
                  <c:v>1172.5619999999999</c:v>
                </c:pt>
                <c:pt idx="23084">
                  <c:v>1764.145</c:v>
                </c:pt>
                <c:pt idx="23085">
                  <c:v>2148.94</c:v>
                </c:pt>
                <c:pt idx="23086">
                  <c:v>1706.07</c:v>
                </c:pt>
                <c:pt idx="23087">
                  <c:v>1181.55</c:v>
                </c:pt>
                <c:pt idx="23088">
                  <c:v>979.60880000000054</c:v>
                </c:pt>
                <c:pt idx="23089">
                  <c:v>898.28650000000005</c:v>
                </c:pt>
                <c:pt idx="23090">
                  <c:v>842.09140000000002</c:v>
                </c:pt>
                <c:pt idx="23091">
                  <c:v>820.24749999999949</c:v>
                </c:pt>
                <c:pt idx="23092">
                  <c:v>840.95929999999919</c:v>
                </c:pt>
                <c:pt idx="23093">
                  <c:v>939.45599999999934</c:v>
                </c:pt>
                <c:pt idx="23094">
                  <c:v>1003.6750000000005</c:v>
                </c:pt>
                <c:pt idx="23095">
                  <c:v>958.42880000000002</c:v>
                </c:pt>
                <c:pt idx="23096">
                  <c:v>958.87959999999998</c:v>
                </c:pt>
                <c:pt idx="23097">
                  <c:v>1128.1519999999998</c:v>
                </c:pt>
                <c:pt idx="23098">
                  <c:v>1190.827</c:v>
                </c:pt>
                <c:pt idx="23099">
                  <c:v>1175.3209999999999</c:v>
                </c:pt>
                <c:pt idx="23100">
                  <c:v>1393.8689999999999</c:v>
                </c:pt>
                <c:pt idx="23101">
                  <c:v>1573.933</c:v>
                </c:pt>
                <c:pt idx="23102">
                  <c:v>1431.4739999999999</c:v>
                </c:pt>
                <c:pt idx="23103">
                  <c:v>1235.713</c:v>
                </c:pt>
                <c:pt idx="23104">
                  <c:v>1196.202</c:v>
                </c:pt>
                <c:pt idx="23105">
                  <c:v>1172.5409999999999</c:v>
                </c:pt>
                <c:pt idx="23106">
                  <c:v>1081.021</c:v>
                </c:pt>
                <c:pt idx="23107">
                  <c:v>1102.4090000000001</c:v>
                </c:pt>
                <c:pt idx="23108">
                  <c:v>1142.4839999999999</c:v>
                </c:pt>
                <c:pt idx="23109">
                  <c:v>1058.2080000000001</c:v>
                </c:pt>
                <c:pt idx="23110">
                  <c:v>916.68050000000005</c:v>
                </c:pt>
                <c:pt idx="23111">
                  <c:v>838.57100000000003</c:v>
                </c:pt>
                <c:pt idx="23112">
                  <c:v>813.33419999999933</c:v>
                </c:pt>
                <c:pt idx="23113">
                  <c:v>795.74509999999998</c:v>
                </c:pt>
                <c:pt idx="23114">
                  <c:v>785.80359999999996</c:v>
                </c:pt>
                <c:pt idx="23115">
                  <c:v>775.87519999999938</c:v>
                </c:pt>
                <c:pt idx="23116">
                  <c:v>768.96269999999902</c:v>
                </c:pt>
                <c:pt idx="23117">
                  <c:v>765.59280000000001</c:v>
                </c:pt>
                <c:pt idx="23118">
                  <c:v>761.86399999999946</c:v>
                </c:pt>
                <c:pt idx="23119">
                  <c:v>762.81129999999905</c:v>
                </c:pt>
                <c:pt idx="23120">
                  <c:v>771.99779999999998</c:v>
                </c:pt>
                <c:pt idx="23121">
                  <c:v>791.61380000000054</c:v>
                </c:pt>
                <c:pt idx="23122">
                  <c:v>797.03689999999949</c:v>
                </c:pt>
                <c:pt idx="23123">
                  <c:v>802.27810000000068</c:v>
                </c:pt>
                <c:pt idx="23124">
                  <c:v>878.90970000000004</c:v>
                </c:pt>
                <c:pt idx="23125">
                  <c:v>1098.8409999999999</c:v>
                </c:pt>
                <c:pt idx="23126">
                  <c:v>1326.9090000000001</c:v>
                </c:pt>
                <c:pt idx="23127">
                  <c:v>1334.8809999999999</c:v>
                </c:pt>
                <c:pt idx="23128">
                  <c:v>1223.529</c:v>
                </c:pt>
                <c:pt idx="23129">
                  <c:v>1206.6709999999998</c:v>
                </c:pt>
                <c:pt idx="23130">
                  <c:v>1229.5419999999999</c:v>
                </c:pt>
                <c:pt idx="23131">
                  <c:v>1292.5650000000001</c:v>
                </c:pt>
                <c:pt idx="23132">
                  <c:v>1376.99</c:v>
                </c:pt>
                <c:pt idx="23133">
                  <c:v>1343.338</c:v>
                </c:pt>
                <c:pt idx="23134">
                  <c:v>1192.769</c:v>
                </c:pt>
                <c:pt idx="23135">
                  <c:v>1106.972</c:v>
                </c:pt>
                <c:pt idx="23136">
                  <c:v>1089.597</c:v>
                </c:pt>
                <c:pt idx="23137">
                  <c:v>1078.241</c:v>
                </c:pt>
                <c:pt idx="23138">
                  <c:v>1054.039</c:v>
                </c:pt>
                <c:pt idx="23139">
                  <c:v>1029.5709999999999</c:v>
                </c:pt>
                <c:pt idx="23140">
                  <c:v>1002.3299999999994</c:v>
                </c:pt>
                <c:pt idx="23141">
                  <c:v>979.60270000000003</c:v>
                </c:pt>
                <c:pt idx="23142">
                  <c:v>972.63229999999919</c:v>
                </c:pt>
                <c:pt idx="23143">
                  <c:v>970.16629999999907</c:v>
                </c:pt>
                <c:pt idx="23144">
                  <c:v>967.8020999999992</c:v>
                </c:pt>
                <c:pt idx="23145">
                  <c:v>967.35859999999946</c:v>
                </c:pt>
                <c:pt idx="23146">
                  <c:v>975.67430000000081</c:v>
                </c:pt>
                <c:pt idx="23147">
                  <c:v>1005.819</c:v>
                </c:pt>
                <c:pt idx="23148">
                  <c:v>1508.1949999999986</c:v>
                </c:pt>
                <c:pt idx="23149">
                  <c:v>3409.9100000000012</c:v>
                </c:pt>
                <c:pt idx="23150">
                  <c:v>5687.2349999999997</c:v>
                </c:pt>
                <c:pt idx="23151">
                  <c:v>5658.48</c:v>
                </c:pt>
                <c:pt idx="23152">
                  <c:v>4048.7809999999972</c:v>
                </c:pt>
                <c:pt idx="23153">
                  <c:v>3632.3730000000028</c:v>
                </c:pt>
                <c:pt idx="23154">
                  <c:v>3819.864</c:v>
                </c:pt>
                <c:pt idx="23155">
                  <c:v>3107.3229999999999</c:v>
                </c:pt>
                <c:pt idx="23156">
                  <c:v>2319.4110000000028</c:v>
                </c:pt>
                <c:pt idx="23157">
                  <c:v>2109.3389999999999</c:v>
                </c:pt>
                <c:pt idx="23158">
                  <c:v>1884.1219999999998</c:v>
                </c:pt>
                <c:pt idx="23159">
                  <c:v>1615.1019999999999</c:v>
                </c:pt>
                <c:pt idx="23160">
                  <c:v>1547.1519999999998</c:v>
                </c:pt>
                <c:pt idx="23161">
                  <c:v>1453.08</c:v>
                </c:pt>
                <c:pt idx="23162">
                  <c:v>1352.155</c:v>
                </c:pt>
                <c:pt idx="23163">
                  <c:v>1251.5</c:v>
                </c:pt>
                <c:pt idx="23164">
                  <c:v>1131.5060000000001</c:v>
                </c:pt>
                <c:pt idx="23165">
                  <c:v>1078.502</c:v>
                </c:pt>
                <c:pt idx="23166">
                  <c:v>1013.8150000000001</c:v>
                </c:pt>
                <c:pt idx="23167">
                  <c:v>950.78300000000081</c:v>
                </c:pt>
                <c:pt idx="23168">
                  <c:v>902.30739999999946</c:v>
                </c:pt>
                <c:pt idx="23169">
                  <c:v>880.34529999999882</c:v>
                </c:pt>
                <c:pt idx="23170">
                  <c:v>927.92919999999947</c:v>
                </c:pt>
                <c:pt idx="23171">
                  <c:v>996.68409999999994</c:v>
                </c:pt>
                <c:pt idx="23172">
                  <c:v>962.22180000000003</c:v>
                </c:pt>
                <c:pt idx="23173">
                  <c:v>838.15059999999949</c:v>
                </c:pt>
                <c:pt idx="23174">
                  <c:v>791.5598</c:v>
                </c:pt>
                <c:pt idx="23175">
                  <c:v>842.98380000000054</c:v>
                </c:pt>
                <c:pt idx="23176">
                  <c:v>916.96579999999949</c:v>
                </c:pt>
                <c:pt idx="23177">
                  <c:v>950.70390000000054</c:v>
                </c:pt>
                <c:pt idx="23178">
                  <c:v>900.18859999999995</c:v>
                </c:pt>
                <c:pt idx="23179">
                  <c:v>874.97799999999938</c:v>
                </c:pt>
                <c:pt idx="23180">
                  <c:v>978.60230000000001</c:v>
                </c:pt>
                <c:pt idx="23181">
                  <c:v>1101.1329999999998</c:v>
                </c:pt>
                <c:pt idx="23182">
                  <c:v>1059.7429999999999</c:v>
                </c:pt>
                <c:pt idx="23183">
                  <c:v>916.58590000000004</c:v>
                </c:pt>
                <c:pt idx="23184">
                  <c:v>972.37850000000003</c:v>
                </c:pt>
                <c:pt idx="23185">
                  <c:v>1304.4839999999999</c:v>
                </c:pt>
                <c:pt idx="23186">
                  <c:v>1491.6179999999999</c:v>
                </c:pt>
                <c:pt idx="23187">
                  <c:v>1219.934</c:v>
                </c:pt>
                <c:pt idx="23188">
                  <c:v>934.68790000000001</c:v>
                </c:pt>
                <c:pt idx="23189">
                  <c:v>895.26530000000002</c:v>
                </c:pt>
                <c:pt idx="23190">
                  <c:v>860.39850000000001</c:v>
                </c:pt>
                <c:pt idx="23191">
                  <c:v>791.16559999999947</c:v>
                </c:pt>
                <c:pt idx="23192">
                  <c:v>761.65779999999938</c:v>
                </c:pt>
                <c:pt idx="23193">
                  <c:v>705.81549999999947</c:v>
                </c:pt>
                <c:pt idx="23194">
                  <c:v>621.4778</c:v>
                </c:pt>
                <c:pt idx="23195">
                  <c:v>563.41849999999999</c:v>
                </c:pt>
                <c:pt idx="23196">
                  <c:v>537.2939000000008</c:v>
                </c:pt>
                <c:pt idx="23197">
                  <c:v>518.30859999999996</c:v>
                </c:pt>
                <c:pt idx="23198">
                  <c:v>505.65730000000002</c:v>
                </c:pt>
                <c:pt idx="23199">
                  <c:v>494.66899999999993</c:v>
                </c:pt>
                <c:pt idx="23200">
                  <c:v>481.59649999999954</c:v>
                </c:pt>
                <c:pt idx="23201">
                  <c:v>464.51329999999967</c:v>
                </c:pt>
                <c:pt idx="23202">
                  <c:v>441.1003</c:v>
                </c:pt>
                <c:pt idx="23203">
                  <c:v>427.75669999999968</c:v>
                </c:pt>
                <c:pt idx="23204">
                  <c:v>432.07760000000002</c:v>
                </c:pt>
                <c:pt idx="23205">
                  <c:v>427.92069999999961</c:v>
                </c:pt>
                <c:pt idx="23206">
                  <c:v>418.16300000000001</c:v>
                </c:pt>
                <c:pt idx="23207">
                  <c:v>404.80270000000002</c:v>
                </c:pt>
                <c:pt idx="23208">
                  <c:v>400.1191</c:v>
                </c:pt>
                <c:pt idx="23209">
                  <c:v>384.53250000000003</c:v>
                </c:pt>
                <c:pt idx="23210">
                  <c:v>386.78999999999968</c:v>
                </c:pt>
                <c:pt idx="23211">
                  <c:v>387.29759999999953</c:v>
                </c:pt>
                <c:pt idx="23212">
                  <c:v>381.51990000000001</c:v>
                </c:pt>
                <c:pt idx="23213">
                  <c:v>370.38</c:v>
                </c:pt>
                <c:pt idx="23214">
                  <c:v>361.70659999999936</c:v>
                </c:pt>
                <c:pt idx="23215">
                  <c:v>360.80759999999964</c:v>
                </c:pt>
                <c:pt idx="23216">
                  <c:v>352.39819999999935</c:v>
                </c:pt>
                <c:pt idx="23217">
                  <c:v>348.18</c:v>
                </c:pt>
                <c:pt idx="23218">
                  <c:v>340.07760000000002</c:v>
                </c:pt>
                <c:pt idx="23219">
                  <c:v>334.43149999999946</c:v>
                </c:pt>
                <c:pt idx="23220">
                  <c:v>329.56129999999968</c:v>
                </c:pt>
                <c:pt idx="23221">
                  <c:v>328.73329999999953</c:v>
                </c:pt>
                <c:pt idx="23222">
                  <c:v>322.9024</c:v>
                </c:pt>
                <c:pt idx="23223">
                  <c:v>320.6293</c:v>
                </c:pt>
                <c:pt idx="23224">
                  <c:v>336.22899999999947</c:v>
                </c:pt>
                <c:pt idx="23225">
                  <c:v>367.24799999999999</c:v>
                </c:pt>
                <c:pt idx="23226">
                  <c:v>358.48929999999967</c:v>
                </c:pt>
                <c:pt idx="23227">
                  <c:v>350.38420000000002</c:v>
                </c:pt>
                <c:pt idx="23228">
                  <c:v>344.90619999999939</c:v>
                </c:pt>
                <c:pt idx="23229">
                  <c:v>338.80189999999999</c:v>
                </c:pt>
                <c:pt idx="23230">
                  <c:v>341.45769999999999</c:v>
                </c:pt>
                <c:pt idx="23231">
                  <c:v>392.50629999999961</c:v>
                </c:pt>
                <c:pt idx="23232">
                  <c:v>543.57580000000053</c:v>
                </c:pt>
                <c:pt idx="23233">
                  <c:v>816.70029999999997</c:v>
                </c:pt>
                <c:pt idx="23234">
                  <c:v>1209.3579999999999</c:v>
                </c:pt>
                <c:pt idx="23235">
                  <c:v>1594.6869999999999</c:v>
                </c:pt>
                <c:pt idx="23236">
                  <c:v>1883.5170000000001</c:v>
                </c:pt>
                <c:pt idx="23237">
                  <c:v>1995.2139999999999</c:v>
                </c:pt>
                <c:pt idx="23238">
                  <c:v>1736.9190000000001</c:v>
                </c:pt>
                <c:pt idx="23239">
                  <c:v>1261.7180000000001</c:v>
                </c:pt>
                <c:pt idx="23240">
                  <c:v>973.50930000000005</c:v>
                </c:pt>
                <c:pt idx="23241">
                  <c:v>905.61509999999998</c:v>
                </c:pt>
                <c:pt idx="23242">
                  <c:v>870.72219999999948</c:v>
                </c:pt>
                <c:pt idx="23243">
                  <c:v>851.44809999999939</c:v>
                </c:pt>
                <c:pt idx="23244">
                  <c:v>843.39119999999946</c:v>
                </c:pt>
                <c:pt idx="23245">
                  <c:v>810.18759999999997</c:v>
                </c:pt>
                <c:pt idx="23246">
                  <c:v>783.36089999999933</c:v>
                </c:pt>
                <c:pt idx="23247">
                  <c:v>763.52070000000003</c:v>
                </c:pt>
                <c:pt idx="23248">
                  <c:v>738.03749999999934</c:v>
                </c:pt>
                <c:pt idx="23249">
                  <c:v>705.16909999999996</c:v>
                </c:pt>
                <c:pt idx="23250">
                  <c:v>680.36009999999919</c:v>
                </c:pt>
                <c:pt idx="23251">
                  <c:v>667.5761</c:v>
                </c:pt>
                <c:pt idx="23252">
                  <c:v>658.01089999999999</c:v>
                </c:pt>
                <c:pt idx="23253">
                  <c:v>661.26170000000002</c:v>
                </c:pt>
                <c:pt idx="23254">
                  <c:v>677.27880000000096</c:v>
                </c:pt>
                <c:pt idx="23255">
                  <c:v>708.44809999999939</c:v>
                </c:pt>
                <c:pt idx="23256">
                  <c:v>759.01890000000003</c:v>
                </c:pt>
                <c:pt idx="23257">
                  <c:v>786.51009999999997</c:v>
                </c:pt>
                <c:pt idx="23258">
                  <c:v>802.78729999999996</c:v>
                </c:pt>
                <c:pt idx="23259">
                  <c:v>782.30159999999921</c:v>
                </c:pt>
                <c:pt idx="23260">
                  <c:v>755.33909999999946</c:v>
                </c:pt>
                <c:pt idx="23261">
                  <c:v>732.79430000000082</c:v>
                </c:pt>
                <c:pt idx="23262">
                  <c:v>732.32209999999907</c:v>
                </c:pt>
                <c:pt idx="23263">
                  <c:v>766.00249999999949</c:v>
                </c:pt>
                <c:pt idx="23264">
                  <c:v>938.77550000000053</c:v>
                </c:pt>
                <c:pt idx="23265">
                  <c:v>1236.3909999999998</c:v>
                </c:pt>
                <c:pt idx="23266">
                  <c:v>1346.9349999999999</c:v>
                </c:pt>
                <c:pt idx="23267">
                  <c:v>1219.1369999999999</c:v>
                </c:pt>
                <c:pt idx="23268">
                  <c:v>1130.1679999999999</c:v>
                </c:pt>
                <c:pt idx="23269">
                  <c:v>1138.7249999999999</c:v>
                </c:pt>
                <c:pt idx="23270">
                  <c:v>1149.2950000000001</c:v>
                </c:pt>
                <c:pt idx="23271">
                  <c:v>1124.6319999999998</c:v>
                </c:pt>
                <c:pt idx="23272">
                  <c:v>1110.4770000000001</c:v>
                </c:pt>
                <c:pt idx="23273">
                  <c:v>1107.788</c:v>
                </c:pt>
                <c:pt idx="23274">
                  <c:v>1078.846</c:v>
                </c:pt>
                <c:pt idx="23275">
                  <c:v>1013.19</c:v>
                </c:pt>
                <c:pt idx="23276">
                  <c:v>956.32819999999947</c:v>
                </c:pt>
                <c:pt idx="23277">
                  <c:v>1035.1219999999998</c:v>
                </c:pt>
                <c:pt idx="23278">
                  <c:v>2078.1869999999967</c:v>
                </c:pt>
                <c:pt idx="23279">
                  <c:v>5192.7469999999994</c:v>
                </c:pt>
                <c:pt idx="23280">
                  <c:v>8546.0390000000007</c:v>
                </c:pt>
                <c:pt idx="23281">
                  <c:v>7909.5720000000001</c:v>
                </c:pt>
                <c:pt idx="23282">
                  <c:v>4472.0250000000024</c:v>
                </c:pt>
                <c:pt idx="23283">
                  <c:v>3068.1190000000001</c:v>
                </c:pt>
                <c:pt idx="23284">
                  <c:v>3204.4270000000001</c:v>
                </c:pt>
                <c:pt idx="23285">
                  <c:v>2809.1019999999999</c:v>
                </c:pt>
                <c:pt idx="23286">
                  <c:v>2455.058</c:v>
                </c:pt>
                <c:pt idx="23287">
                  <c:v>2320.0819999999999</c:v>
                </c:pt>
                <c:pt idx="23288">
                  <c:v>2189.1120000000001</c:v>
                </c:pt>
                <c:pt idx="23289">
                  <c:v>2152.6309999999999</c:v>
                </c:pt>
                <c:pt idx="23290">
                  <c:v>2039.076</c:v>
                </c:pt>
                <c:pt idx="23291">
                  <c:v>1869.92</c:v>
                </c:pt>
                <c:pt idx="23292">
                  <c:v>1724.6819999999998</c:v>
                </c:pt>
                <c:pt idx="23293">
                  <c:v>1695.6329999999998</c:v>
                </c:pt>
                <c:pt idx="23294">
                  <c:v>1759.29</c:v>
                </c:pt>
                <c:pt idx="23295">
                  <c:v>1797.1339999999998</c:v>
                </c:pt>
                <c:pt idx="23296">
                  <c:v>1794.126</c:v>
                </c:pt>
                <c:pt idx="23297">
                  <c:v>1852.8819999999998</c:v>
                </c:pt>
                <c:pt idx="23298">
                  <c:v>1977.7170000000001</c:v>
                </c:pt>
                <c:pt idx="23299">
                  <c:v>2047.4390000000001</c:v>
                </c:pt>
                <c:pt idx="23300">
                  <c:v>1883.1759999999999</c:v>
                </c:pt>
                <c:pt idx="23301">
                  <c:v>1727.1119999999999</c:v>
                </c:pt>
                <c:pt idx="23302">
                  <c:v>1775.4390000000001</c:v>
                </c:pt>
                <c:pt idx="23303">
                  <c:v>2393.0889999999972</c:v>
                </c:pt>
                <c:pt idx="23304">
                  <c:v>3393.0770000000002</c:v>
                </c:pt>
                <c:pt idx="23305">
                  <c:v>4977.1500000000024</c:v>
                </c:pt>
                <c:pt idx="23306">
                  <c:v>6040.4839999999995</c:v>
                </c:pt>
                <c:pt idx="23307">
                  <c:v>5176.1270000000004</c:v>
                </c:pt>
                <c:pt idx="23308">
                  <c:v>3648.9710000000027</c:v>
                </c:pt>
                <c:pt idx="23309">
                  <c:v>3162.6610000000001</c:v>
                </c:pt>
                <c:pt idx="23310">
                  <c:v>3130.386</c:v>
                </c:pt>
                <c:pt idx="23311">
                  <c:v>2923.194</c:v>
                </c:pt>
                <c:pt idx="23312">
                  <c:v>2712.9300000000012</c:v>
                </c:pt>
                <c:pt idx="23313">
                  <c:v>2490.4690000000001</c:v>
                </c:pt>
                <c:pt idx="23314">
                  <c:v>2275.6010000000001</c:v>
                </c:pt>
                <c:pt idx="23315">
                  <c:v>2120.9160000000002</c:v>
                </c:pt>
                <c:pt idx="23316">
                  <c:v>1998.3909999999998</c:v>
                </c:pt>
                <c:pt idx="23317">
                  <c:v>1890.3919999999998</c:v>
                </c:pt>
                <c:pt idx="23318">
                  <c:v>2018.943</c:v>
                </c:pt>
                <c:pt idx="23319">
                  <c:v>2136.5070000000001</c:v>
                </c:pt>
                <c:pt idx="23320">
                  <c:v>2088.558</c:v>
                </c:pt>
                <c:pt idx="23321">
                  <c:v>1866.1849999999986</c:v>
                </c:pt>
                <c:pt idx="23322">
                  <c:v>1724.4060000000011</c:v>
                </c:pt>
                <c:pt idx="23323">
                  <c:v>2378.8290000000002</c:v>
                </c:pt>
                <c:pt idx="23324">
                  <c:v>3389.3620000000001</c:v>
                </c:pt>
                <c:pt idx="23325">
                  <c:v>4365.5479999999998</c:v>
                </c:pt>
                <c:pt idx="23326">
                  <c:v>4032.9859999999999</c:v>
                </c:pt>
                <c:pt idx="23327">
                  <c:v>2888.299</c:v>
                </c:pt>
                <c:pt idx="23328">
                  <c:v>2180.9209999999998</c:v>
                </c:pt>
                <c:pt idx="23329">
                  <c:v>1973.348</c:v>
                </c:pt>
                <c:pt idx="23330">
                  <c:v>1818.77</c:v>
                </c:pt>
                <c:pt idx="23331">
                  <c:v>1782.452</c:v>
                </c:pt>
                <c:pt idx="23332">
                  <c:v>1940.701</c:v>
                </c:pt>
                <c:pt idx="23333">
                  <c:v>2028.1189999999999</c:v>
                </c:pt>
                <c:pt idx="23334">
                  <c:v>1854.7380000000001</c:v>
                </c:pt>
                <c:pt idx="23335">
                  <c:v>1668.8319999999999</c:v>
                </c:pt>
                <c:pt idx="23336">
                  <c:v>1605.6029999999998</c:v>
                </c:pt>
                <c:pt idx="23337">
                  <c:v>1539.942</c:v>
                </c:pt>
                <c:pt idx="23338">
                  <c:v>1450.268</c:v>
                </c:pt>
                <c:pt idx="23339">
                  <c:v>1386.7539999999999</c:v>
                </c:pt>
                <c:pt idx="23340">
                  <c:v>1336.8979999999999</c:v>
                </c:pt>
                <c:pt idx="23341">
                  <c:v>1301.9190000000001</c:v>
                </c:pt>
                <c:pt idx="23342">
                  <c:v>1269.0309999999999</c:v>
                </c:pt>
                <c:pt idx="23343">
                  <c:v>1237.635</c:v>
                </c:pt>
                <c:pt idx="23344">
                  <c:v>1211.105</c:v>
                </c:pt>
                <c:pt idx="23345">
                  <c:v>1184.4270000000001</c:v>
                </c:pt>
                <c:pt idx="23346">
                  <c:v>1156.1589999999999</c:v>
                </c:pt>
                <c:pt idx="23347">
                  <c:v>1130.7860000000001</c:v>
                </c:pt>
                <c:pt idx="23348">
                  <c:v>1105.0150000000001</c:v>
                </c:pt>
                <c:pt idx="23349">
                  <c:v>1078.385</c:v>
                </c:pt>
                <c:pt idx="23350">
                  <c:v>1055.3509999999999</c:v>
                </c:pt>
                <c:pt idx="23351">
                  <c:v>1043.4460000000001</c:v>
                </c:pt>
                <c:pt idx="23352">
                  <c:v>1035.924</c:v>
                </c:pt>
                <c:pt idx="23353">
                  <c:v>1029.75</c:v>
                </c:pt>
                <c:pt idx="23354">
                  <c:v>1026.1969999999999</c:v>
                </c:pt>
                <c:pt idx="23355">
                  <c:v>1016.8579999999988</c:v>
                </c:pt>
                <c:pt idx="23356">
                  <c:v>997.34039999999948</c:v>
                </c:pt>
                <c:pt idx="23357">
                  <c:v>980.46219999999892</c:v>
                </c:pt>
                <c:pt idx="23358">
                  <c:v>968.12739999999997</c:v>
                </c:pt>
                <c:pt idx="23359">
                  <c:v>957.96299999999906</c:v>
                </c:pt>
                <c:pt idx="23360">
                  <c:v>947.30959999999948</c:v>
                </c:pt>
                <c:pt idx="23361">
                  <c:v>944.56419999999946</c:v>
                </c:pt>
                <c:pt idx="23362">
                  <c:v>959.47799999999938</c:v>
                </c:pt>
                <c:pt idx="23363">
                  <c:v>981.98540000000003</c:v>
                </c:pt>
                <c:pt idx="23364">
                  <c:v>974.37300000000005</c:v>
                </c:pt>
                <c:pt idx="23365">
                  <c:v>1130.25</c:v>
                </c:pt>
                <c:pt idx="23366">
                  <c:v>1201.116</c:v>
                </c:pt>
                <c:pt idx="23367">
                  <c:v>1174.961</c:v>
                </c:pt>
                <c:pt idx="23368">
                  <c:v>1142.6099999999999</c:v>
                </c:pt>
                <c:pt idx="23369">
                  <c:v>1116.79</c:v>
                </c:pt>
                <c:pt idx="23370">
                  <c:v>1099.3239999999998</c:v>
                </c:pt>
                <c:pt idx="23371">
                  <c:v>1720.527</c:v>
                </c:pt>
                <c:pt idx="23372">
                  <c:v>1966.1429999999998</c:v>
                </c:pt>
                <c:pt idx="23373">
                  <c:v>2004.546</c:v>
                </c:pt>
                <c:pt idx="23374">
                  <c:v>1663.6279999999999</c:v>
                </c:pt>
                <c:pt idx="23375">
                  <c:v>1393.73</c:v>
                </c:pt>
                <c:pt idx="23376">
                  <c:v>1201.105</c:v>
                </c:pt>
                <c:pt idx="23377">
                  <c:v>1131.087</c:v>
                </c:pt>
                <c:pt idx="23378">
                  <c:v>1076.085</c:v>
                </c:pt>
                <c:pt idx="23379">
                  <c:v>1049.586</c:v>
                </c:pt>
                <c:pt idx="23380">
                  <c:v>1025.2929999999999</c:v>
                </c:pt>
                <c:pt idx="23381">
                  <c:v>1026.5339999999999</c:v>
                </c:pt>
                <c:pt idx="23382">
                  <c:v>1082.9780000000001</c:v>
                </c:pt>
                <c:pt idx="23383">
                  <c:v>1278.2919999999999</c:v>
                </c:pt>
                <c:pt idx="23384">
                  <c:v>1656.1889999999999</c:v>
                </c:pt>
                <c:pt idx="23385">
                  <c:v>1516.6729999999998</c:v>
                </c:pt>
                <c:pt idx="23386">
                  <c:v>1347.4390000000001</c:v>
                </c:pt>
                <c:pt idx="23387">
                  <c:v>1212.1089999999999</c:v>
                </c:pt>
                <c:pt idx="23388">
                  <c:v>1128.845</c:v>
                </c:pt>
                <c:pt idx="23389">
                  <c:v>1060.095</c:v>
                </c:pt>
                <c:pt idx="23390">
                  <c:v>1019.4269999999993</c:v>
                </c:pt>
                <c:pt idx="23391">
                  <c:v>992.65480000000002</c:v>
                </c:pt>
                <c:pt idx="23392">
                  <c:v>976.29909999999995</c:v>
                </c:pt>
                <c:pt idx="23393">
                  <c:v>1262.2909999999999</c:v>
                </c:pt>
                <c:pt idx="23394">
                  <c:v>2429.152</c:v>
                </c:pt>
                <c:pt idx="23395">
                  <c:v>4407.1690000000044</c:v>
                </c:pt>
                <c:pt idx="23396">
                  <c:v>5419.6190000000024</c:v>
                </c:pt>
                <c:pt idx="23397">
                  <c:v>4319.28</c:v>
                </c:pt>
                <c:pt idx="23398">
                  <c:v>2354.17</c:v>
                </c:pt>
                <c:pt idx="23399">
                  <c:v>1650.6969999999999</c:v>
                </c:pt>
                <c:pt idx="23400">
                  <c:v>1498.309</c:v>
                </c:pt>
                <c:pt idx="23401">
                  <c:v>1330.4929999999999</c:v>
                </c:pt>
                <c:pt idx="23402">
                  <c:v>1272.1719999999998</c:v>
                </c:pt>
                <c:pt idx="23403">
                  <c:v>1232.855</c:v>
                </c:pt>
                <c:pt idx="23404">
                  <c:v>1183.4250000000011</c:v>
                </c:pt>
                <c:pt idx="23405">
                  <c:v>1202.6699999999998</c:v>
                </c:pt>
                <c:pt idx="23406">
                  <c:v>1241.5239999999999</c:v>
                </c:pt>
                <c:pt idx="23407">
                  <c:v>1220.472</c:v>
                </c:pt>
                <c:pt idx="23408">
                  <c:v>1156.799</c:v>
                </c:pt>
                <c:pt idx="23409">
                  <c:v>1105.4829999999999</c:v>
                </c:pt>
                <c:pt idx="23410">
                  <c:v>1070.961</c:v>
                </c:pt>
                <c:pt idx="23411">
                  <c:v>1098.203</c:v>
                </c:pt>
                <c:pt idx="23412">
                  <c:v>1297.7249999999999</c:v>
                </c:pt>
                <c:pt idx="23413">
                  <c:v>1763.807</c:v>
                </c:pt>
                <c:pt idx="23414">
                  <c:v>1603.546</c:v>
                </c:pt>
                <c:pt idx="23415">
                  <c:v>1631.3409999999999</c:v>
                </c:pt>
                <c:pt idx="23416">
                  <c:v>1393.528</c:v>
                </c:pt>
                <c:pt idx="23417">
                  <c:v>1271.547</c:v>
                </c:pt>
                <c:pt idx="23418">
                  <c:v>1151.6509999999998</c:v>
                </c:pt>
                <c:pt idx="23419">
                  <c:v>1169.8989999999999</c:v>
                </c:pt>
                <c:pt idx="23420">
                  <c:v>1253.3629999999998</c:v>
                </c:pt>
                <c:pt idx="23421">
                  <c:v>1290.345</c:v>
                </c:pt>
                <c:pt idx="23422">
                  <c:v>1207.9070000000011</c:v>
                </c:pt>
                <c:pt idx="23423">
                  <c:v>1124.5999999999999</c:v>
                </c:pt>
                <c:pt idx="23424">
                  <c:v>1057.088</c:v>
                </c:pt>
                <c:pt idx="23425">
                  <c:v>1079.5939999999998</c:v>
                </c:pt>
                <c:pt idx="23426">
                  <c:v>1103.4580000000001</c:v>
                </c:pt>
                <c:pt idx="23427">
                  <c:v>1022.47</c:v>
                </c:pt>
                <c:pt idx="23428">
                  <c:v>969.1925</c:v>
                </c:pt>
                <c:pt idx="23429">
                  <c:v>943.49069999999949</c:v>
                </c:pt>
                <c:pt idx="23430">
                  <c:v>1122.4590000000001</c:v>
                </c:pt>
                <c:pt idx="23431">
                  <c:v>1931.1289999999999</c:v>
                </c:pt>
                <c:pt idx="23432">
                  <c:v>3035.8449999999998</c:v>
                </c:pt>
                <c:pt idx="23433">
                  <c:v>3086.8170000000027</c:v>
                </c:pt>
                <c:pt idx="23434">
                  <c:v>2053.9120000000012</c:v>
                </c:pt>
                <c:pt idx="23435">
                  <c:v>1339.8619999999999</c:v>
                </c:pt>
                <c:pt idx="23436">
                  <c:v>1261.2950000000001</c:v>
                </c:pt>
                <c:pt idx="23437">
                  <c:v>1200.259</c:v>
                </c:pt>
                <c:pt idx="23438">
                  <c:v>1125.739</c:v>
                </c:pt>
                <c:pt idx="23439">
                  <c:v>1102.847</c:v>
                </c:pt>
                <c:pt idx="23440">
                  <c:v>1075.3239999999998</c:v>
                </c:pt>
                <c:pt idx="23441">
                  <c:v>1048.9470000000001</c:v>
                </c:pt>
                <c:pt idx="23442">
                  <c:v>1048.0329999999999</c:v>
                </c:pt>
                <c:pt idx="23443">
                  <c:v>1878.3589999999999</c:v>
                </c:pt>
                <c:pt idx="23444">
                  <c:v>3277.1089999999967</c:v>
                </c:pt>
                <c:pt idx="23445">
                  <c:v>4318.6290000000054</c:v>
                </c:pt>
                <c:pt idx="23446">
                  <c:v>3700.9209999999998</c:v>
                </c:pt>
                <c:pt idx="23447">
                  <c:v>2754.0889999999972</c:v>
                </c:pt>
                <c:pt idx="23448">
                  <c:v>2052.0039999999999</c:v>
                </c:pt>
                <c:pt idx="23449">
                  <c:v>1731.1209999999999</c:v>
                </c:pt>
                <c:pt idx="23450">
                  <c:v>1655.61</c:v>
                </c:pt>
                <c:pt idx="23451">
                  <c:v>1606.9160000000011</c:v>
                </c:pt>
                <c:pt idx="23452">
                  <c:v>1472.6319999999998</c:v>
                </c:pt>
                <c:pt idx="23453">
                  <c:v>1367.4690000000001</c:v>
                </c:pt>
                <c:pt idx="23454">
                  <c:v>1298.0150000000001</c:v>
                </c:pt>
                <c:pt idx="23455">
                  <c:v>1249.5829999999999</c:v>
                </c:pt>
                <c:pt idx="23456">
                  <c:v>1208.3239999999998</c:v>
                </c:pt>
                <c:pt idx="23457">
                  <c:v>1177.26</c:v>
                </c:pt>
                <c:pt idx="23458">
                  <c:v>1156.8519999999999</c:v>
                </c:pt>
                <c:pt idx="23459">
                  <c:v>1150.432</c:v>
                </c:pt>
                <c:pt idx="23460">
                  <c:v>1171.1089999999999</c:v>
                </c:pt>
                <c:pt idx="23461">
                  <c:v>1201.826</c:v>
                </c:pt>
                <c:pt idx="23462">
                  <c:v>1379.175</c:v>
                </c:pt>
                <c:pt idx="23463">
                  <c:v>1801.1429999999998</c:v>
                </c:pt>
                <c:pt idx="23464">
                  <c:v>2081.4459999999999</c:v>
                </c:pt>
                <c:pt idx="23465">
                  <c:v>2014.204</c:v>
                </c:pt>
                <c:pt idx="23466">
                  <c:v>2126.8500000000022</c:v>
                </c:pt>
                <c:pt idx="23467">
                  <c:v>2252.59</c:v>
                </c:pt>
                <c:pt idx="23468">
                  <c:v>1910.703</c:v>
                </c:pt>
                <c:pt idx="23469">
                  <c:v>1463.5250000000001</c:v>
                </c:pt>
                <c:pt idx="23470">
                  <c:v>1366.5419999999999</c:v>
                </c:pt>
                <c:pt idx="23471">
                  <c:v>1367.777</c:v>
                </c:pt>
                <c:pt idx="23472">
                  <c:v>1344.5509999999999</c:v>
                </c:pt>
                <c:pt idx="23473">
                  <c:v>1708.52</c:v>
                </c:pt>
                <c:pt idx="23474">
                  <c:v>2947.21</c:v>
                </c:pt>
                <c:pt idx="23475">
                  <c:v>4130.5110000000004</c:v>
                </c:pt>
                <c:pt idx="23476">
                  <c:v>3528.692</c:v>
                </c:pt>
                <c:pt idx="23477">
                  <c:v>2274.3049999999998</c:v>
                </c:pt>
                <c:pt idx="23478">
                  <c:v>2282.4059999999999</c:v>
                </c:pt>
                <c:pt idx="23479">
                  <c:v>2524.7330000000002</c:v>
                </c:pt>
                <c:pt idx="23480">
                  <c:v>2423.2259999999997</c:v>
                </c:pt>
                <c:pt idx="23481">
                  <c:v>2165.4659999999999</c:v>
                </c:pt>
                <c:pt idx="23482">
                  <c:v>1813.348</c:v>
                </c:pt>
                <c:pt idx="23483">
                  <c:v>1897.6279999999999</c:v>
                </c:pt>
                <c:pt idx="23484">
                  <c:v>2171.7439999999997</c:v>
                </c:pt>
                <c:pt idx="23485">
                  <c:v>2240.0169999999998</c:v>
                </c:pt>
                <c:pt idx="23486">
                  <c:v>2424.7109999999998</c:v>
                </c:pt>
                <c:pt idx="23487">
                  <c:v>3184.7259999999997</c:v>
                </c:pt>
                <c:pt idx="23488">
                  <c:v>4315.6660000000056</c:v>
                </c:pt>
                <c:pt idx="23489">
                  <c:v>5250.3460000000014</c:v>
                </c:pt>
                <c:pt idx="23490">
                  <c:v>5548.7750000000005</c:v>
                </c:pt>
                <c:pt idx="23491">
                  <c:v>6421.34</c:v>
                </c:pt>
                <c:pt idx="23492">
                  <c:v>7202.2829999999994</c:v>
                </c:pt>
                <c:pt idx="23493">
                  <c:v>6948.9110000000001</c:v>
                </c:pt>
                <c:pt idx="23494">
                  <c:v>5576.2130000000006</c:v>
                </c:pt>
                <c:pt idx="23495">
                  <c:v>4101.18</c:v>
                </c:pt>
                <c:pt idx="23496">
                  <c:v>3180.078</c:v>
                </c:pt>
                <c:pt idx="23497">
                  <c:v>2647.5</c:v>
                </c:pt>
                <c:pt idx="23498">
                  <c:v>2471.65</c:v>
                </c:pt>
                <c:pt idx="23499">
                  <c:v>3048.8980000000001</c:v>
                </c:pt>
                <c:pt idx="23500">
                  <c:v>3168.9870000000001</c:v>
                </c:pt>
                <c:pt idx="23501">
                  <c:v>2827.0250000000001</c:v>
                </c:pt>
                <c:pt idx="23502">
                  <c:v>2465.9430000000002</c:v>
                </c:pt>
                <c:pt idx="23503">
                  <c:v>2256.154</c:v>
                </c:pt>
                <c:pt idx="23504">
                  <c:v>2180.7579999999998</c:v>
                </c:pt>
                <c:pt idx="23505">
                  <c:v>2130.3989999999999</c:v>
                </c:pt>
                <c:pt idx="23506">
                  <c:v>2105.3350000000028</c:v>
                </c:pt>
                <c:pt idx="23507">
                  <c:v>2095.681</c:v>
                </c:pt>
                <c:pt idx="23508">
                  <c:v>2048.4369999999999</c:v>
                </c:pt>
                <c:pt idx="23509">
                  <c:v>1933.548</c:v>
                </c:pt>
                <c:pt idx="23510">
                  <c:v>1809.57</c:v>
                </c:pt>
                <c:pt idx="23511">
                  <c:v>1752.6579999999999</c:v>
                </c:pt>
                <c:pt idx="23512">
                  <c:v>1793.777</c:v>
                </c:pt>
                <c:pt idx="23513">
                  <c:v>1971.3929999999998</c:v>
                </c:pt>
                <c:pt idx="23514">
                  <c:v>2574.7170000000001</c:v>
                </c:pt>
                <c:pt idx="23515">
                  <c:v>3003.4929999999999</c:v>
                </c:pt>
                <c:pt idx="23516">
                  <c:v>3118.9500000000012</c:v>
                </c:pt>
                <c:pt idx="23517">
                  <c:v>2732.627</c:v>
                </c:pt>
                <c:pt idx="23518">
                  <c:v>2455.5419999999999</c:v>
                </c:pt>
                <c:pt idx="23519">
                  <c:v>2555.2170000000001</c:v>
                </c:pt>
                <c:pt idx="23520">
                  <c:v>2954.067</c:v>
                </c:pt>
                <c:pt idx="23521">
                  <c:v>3676.634</c:v>
                </c:pt>
                <c:pt idx="23522">
                  <c:v>3812.5740000000001</c:v>
                </c:pt>
                <c:pt idx="23523">
                  <c:v>2927.7869999999966</c:v>
                </c:pt>
                <c:pt idx="23524">
                  <c:v>2195.8020000000001</c:v>
                </c:pt>
                <c:pt idx="23525">
                  <c:v>2262.5410000000002</c:v>
                </c:pt>
                <c:pt idx="23526">
                  <c:v>2497.1289999999967</c:v>
                </c:pt>
                <c:pt idx="23527">
                  <c:v>2927.3140000000012</c:v>
                </c:pt>
                <c:pt idx="23528">
                  <c:v>3542.71</c:v>
                </c:pt>
                <c:pt idx="23529">
                  <c:v>3754.9560000000001</c:v>
                </c:pt>
                <c:pt idx="23530">
                  <c:v>3253.9130000000027</c:v>
                </c:pt>
                <c:pt idx="23531">
                  <c:v>2867.9630000000002</c:v>
                </c:pt>
                <c:pt idx="23532">
                  <c:v>3488.4920000000002</c:v>
                </c:pt>
                <c:pt idx="23533">
                  <c:v>4176.3660000000054</c:v>
                </c:pt>
                <c:pt idx="23534">
                  <c:v>3529.8520000000012</c:v>
                </c:pt>
                <c:pt idx="23535">
                  <c:v>2952.8500000000022</c:v>
                </c:pt>
                <c:pt idx="23536">
                  <c:v>3542.5949999999998</c:v>
                </c:pt>
                <c:pt idx="23537">
                  <c:v>3761.0189999999998</c:v>
                </c:pt>
                <c:pt idx="23538">
                  <c:v>3116.9700000000012</c:v>
                </c:pt>
                <c:pt idx="23539">
                  <c:v>2590.6219999999998</c:v>
                </c:pt>
                <c:pt idx="23540">
                  <c:v>2222.5529999999999</c:v>
                </c:pt>
                <c:pt idx="23541">
                  <c:v>1780.4180000000001</c:v>
                </c:pt>
                <c:pt idx="23542">
                  <c:v>1462.4949999999999</c:v>
                </c:pt>
                <c:pt idx="23543">
                  <c:v>1360.489</c:v>
                </c:pt>
                <c:pt idx="23544">
                  <c:v>1296.21</c:v>
                </c:pt>
                <c:pt idx="23545">
                  <c:v>1226.627</c:v>
                </c:pt>
                <c:pt idx="23546">
                  <c:v>1192.5419999999999</c:v>
                </c:pt>
                <c:pt idx="23547">
                  <c:v>1151.6909999999998</c:v>
                </c:pt>
                <c:pt idx="23548">
                  <c:v>1125.472</c:v>
                </c:pt>
                <c:pt idx="23549">
                  <c:v>1153.7860000000001</c:v>
                </c:pt>
                <c:pt idx="23550">
                  <c:v>1172.9770000000001</c:v>
                </c:pt>
                <c:pt idx="23551">
                  <c:v>1134.239</c:v>
                </c:pt>
                <c:pt idx="23552">
                  <c:v>1057.2060000000001</c:v>
                </c:pt>
                <c:pt idx="23553">
                  <c:v>1005.57</c:v>
                </c:pt>
                <c:pt idx="23554">
                  <c:v>965.62659999999948</c:v>
                </c:pt>
                <c:pt idx="23555">
                  <c:v>932.4220999999992</c:v>
                </c:pt>
                <c:pt idx="23556">
                  <c:v>904.47820000000002</c:v>
                </c:pt>
                <c:pt idx="23557">
                  <c:v>871.63619999999946</c:v>
                </c:pt>
                <c:pt idx="23558">
                  <c:v>834.07820000000004</c:v>
                </c:pt>
                <c:pt idx="23559">
                  <c:v>794.86799999999914</c:v>
                </c:pt>
                <c:pt idx="23560">
                  <c:v>744.49559999999997</c:v>
                </c:pt>
                <c:pt idx="23561">
                  <c:v>699.36119999999892</c:v>
                </c:pt>
                <c:pt idx="23562">
                  <c:v>685.94039999999939</c:v>
                </c:pt>
                <c:pt idx="23563">
                  <c:v>677.95679999999948</c:v>
                </c:pt>
                <c:pt idx="23564">
                  <c:v>659.88149999999996</c:v>
                </c:pt>
                <c:pt idx="23565">
                  <c:v>636.22090000000003</c:v>
                </c:pt>
                <c:pt idx="23566">
                  <c:v>613.57510000000002</c:v>
                </c:pt>
                <c:pt idx="23567">
                  <c:v>605.59340000000054</c:v>
                </c:pt>
                <c:pt idx="23568">
                  <c:v>609.86929999999882</c:v>
                </c:pt>
                <c:pt idx="23569">
                  <c:v>652.42319999999938</c:v>
                </c:pt>
                <c:pt idx="23570">
                  <c:v>701.5</c:v>
                </c:pt>
                <c:pt idx="23571">
                  <c:v>694.95909999999947</c:v>
                </c:pt>
                <c:pt idx="23572">
                  <c:v>649.47550000000001</c:v>
                </c:pt>
                <c:pt idx="23573">
                  <c:v>624.21840000000054</c:v>
                </c:pt>
                <c:pt idx="23574">
                  <c:v>602.62289999999996</c:v>
                </c:pt>
                <c:pt idx="23575">
                  <c:v>580.47919999999999</c:v>
                </c:pt>
                <c:pt idx="23576">
                  <c:v>565.91989999999998</c:v>
                </c:pt>
                <c:pt idx="23577">
                  <c:v>553.75419999999997</c:v>
                </c:pt>
                <c:pt idx="23578">
                  <c:v>549.05289999999934</c:v>
                </c:pt>
                <c:pt idx="23579">
                  <c:v>546.31489999999997</c:v>
                </c:pt>
                <c:pt idx="23580">
                  <c:v>540.16089999999997</c:v>
                </c:pt>
                <c:pt idx="23581">
                  <c:v>524.84799999999905</c:v>
                </c:pt>
                <c:pt idx="23582">
                  <c:v>509.77440000000001</c:v>
                </c:pt>
                <c:pt idx="23583">
                  <c:v>503.78669999999954</c:v>
                </c:pt>
                <c:pt idx="23584">
                  <c:v>488.87270000000001</c:v>
                </c:pt>
                <c:pt idx="23585">
                  <c:v>476.09289999999999</c:v>
                </c:pt>
                <c:pt idx="23586">
                  <c:v>466.15219999999999</c:v>
                </c:pt>
                <c:pt idx="23587">
                  <c:v>461.29659999999939</c:v>
                </c:pt>
                <c:pt idx="23588">
                  <c:v>453.84960000000041</c:v>
                </c:pt>
                <c:pt idx="23589">
                  <c:v>449.76260000000002</c:v>
                </c:pt>
                <c:pt idx="23590">
                  <c:v>451.84840000000008</c:v>
                </c:pt>
                <c:pt idx="23591">
                  <c:v>473.28369999999961</c:v>
                </c:pt>
                <c:pt idx="23592">
                  <c:v>471.94649999999967</c:v>
                </c:pt>
                <c:pt idx="23593">
                  <c:v>453.59769999999969</c:v>
                </c:pt>
                <c:pt idx="23594">
                  <c:v>441.95139999999935</c:v>
                </c:pt>
                <c:pt idx="23595">
                  <c:v>437.41469999999993</c:v>
                </c:pt>
                <c:pt idx="23596">
                  <c:v>431.14350000000002</c:v>
                </c:pt>
                <c:pt idx="23597">
                  <c:v>425.4579</c:v>
                </c:pt>
                <c:pt idx="23598">
                  <c:v>419.37720000000002</c:v>
                </c:pt>
                <c:pt idx="23599">
                  <c:v>413.24599999999964</c:v>
                </c:pt>
                <c:pt idx="23600">
                  <c:v>413.49419999999935</c:v>
                </c:pt>
                <c:pt idx="23601">
                  <c:v>432.90980000000002</c:v>
                </c:pt>
                <c:pt idx="23602">
                  <c:v>446.12240000000008</c:v>
                </c:pt>
                <c:pt idx="23603">
                  <c:v>462.0077</c:v>
                </c:pt>
                <c:pt idx="23604">
                  <c:v>458.85300000000001</c:v>
                </c:pt>
                <c:pt idx="23605">
                  <c:v>452.6189</c:v>
                </c:pt>
                <c:pt idx="23606">
                  <c:v>447.41489999999999</c:v>
                </c:pt>
                <c:pt idx="23607">
                  <c:v>444.24180000000001</c:v>
                </c:pt>
                <c:pt idx="23608">
                  <c:v>449.07920000000001</c:v>
                </c:pt>
                <c:pt idx="23609">
                  <c:v>438.9851999999994</c:v>
                </c:pt>
                <c:pt idx="23610">
                  <c:v>431.33749999999969</c:v>
                </c:pt>
                <c:pt idx="23611">
                  <c:v>429.35770000000002</c:v>
                </c:pt>
                <c:pt idx="23612">
                  <c:v>433.06229999999999</c:v>
                </c:pt>
                <c:pt idx="23613">
                  <c:v>447.30840000000001</c:v>
                </c:pt>
                <c:pt idx="23614">
                  <c:v>463.33499999999964</c:v>
                </c:pt>
                <c:pt idx="23615">
                  <c:v>479.48679999999939</c:v>
                </c:pt>
                <c:pt idx="23616">
                  <c:v>473.66180000000008</c:v>
                </c:pt>
                <c:pt idx="23617">
                  <c:v>465.24489999999997</c:v>
                </c:pt>
                <c:pt idx="23618">
                  <c:v>457.7636</c:v>
                </c:pt>
                <c:pt idx="23619">
                  <c:v>451.38639999999936</c:v>
                </c:pt>
                <c:pt idx="23620">
                  <c:v>447.62270000000001</c:v>
                </c:pt>
                <c:pt idx="23621">
                  <c:v>455.01689999999968</c:v>
                </c:pt>
                <c:pt idx="23622">
                  <c:v>470.61759999999964</c:v>
                </c:pt>
                <c:pt idx="23623">
                  <c:v>477.80200000000002</c:v>
                </c:pt>
                <c:pt idx="23624">
                  <c:v>483.44929999999999</c:v>
                </c:pt>
                <c:pt idx="23625">
                  <c:v>485.60500000000002</c:v>
                </c:pt>
                <c:pt idx="23626">
                  <c:v>475.75809999999967</c:v>
                </c:pt>
                <c:pt idx="23627">
                  <c:v>465.76119999999935</c:v>
                </c:pt>
                <c:pt idx="23628">
                  <c:v>468.13369999999969</c:v>
                </c:pt>
                <c:pt idx="23629">
                  <c:v>465.53729999999968</c:v>
                </c:pt>
                <c:pt idx="23630">
                  <c:v>458.13159999999954</c:v>
                </c:pt>
                <c:pt idx="23631">
                  <c:v>452.1533</c:v>
                </c:pt>
                <c:pt idx="23632">
                  <c:v>441.41599999999954</c:v>
                </c:pt>
                <c:pt idx="23633">
                  <c:v>428.76249999999999</c:v>
                </c:pt>
                <c:pt idx="23634">
                  <c:v>419.5247</c:v>
                </c:pt>
                <c:pt idx="23635">
                  <c:v>421.68889999999999</c:v>
                </c:pt>
                <c:pt idx="23636">
                  <c:v>422.90460000000002</c:v>
                </c:pt>
                <c:pt idx="23637">
                  <c:v>422.4796</c:v>
                </c:pt>
                <c:pt idx="23638">
                  <c:v>421.81700000000001</c:v>
                </c:pt>
                <c:pt idx="23639">
                  <c:v>410.86629999999968</c:v>
                </c:pt>
                <c:pt idx="23640">
                  <c:v>398.56020000000001</c:v>
                </c:pt>
                <c:pt idx="23641">
                  <c:v>390.55399999999969</c:v>
                </c:pt>
                <c:pt idx="23642">
                  <c:v>405.52019999999953</c:v>
                </c:pt>
                <c:pt idx="23643">
                  <c:v>407.37259999999969</c:v>
                </c:pt>
                <c:pt idx="23644">
                  <c:v>399.76429999999999</c:v>
                </c:pt>
                <c:pt idx="23645">
                  <c:v>389.67529999999999</c:v>
                </c:pt>
                <c:pt idx="23646">
                  <c:v>385.74689999999993</c:v>
                </c:pt>
                <c:pt idx="23647">
                  <c:v>382.97739999999953</c:v>
                </c:pt>
                <c:pt idx="23648">
                  <c:v>379.4579</c:v>
                </c:pt>
                <c:pt idx="23649">
                  <c:v>398.23139999999933</c:v>
                </c:pt>
                <c:pt idx="23650">
                  <c:v>447.17360000000002</c:v>
                </c:pt>
                <c:pt idx="23651">
                  <c:v>529.3772999999992</c:v>
                </c:pt>
                <c:pt idx="23652">
                  <c:v>585.77059999999994</c:v>
                </c:pt>
                <c:pt idx="23653">
                  <c:v>594.3577999999992</c:v>
                </c:pt>
                <c:pt idx="23654">
                  <c:v>569.10130000000004</c:v>
                </c:pt>
                <c:pt idx="23655">
                  <c:v>554.5856</c:v>
                </c:pt>
                <c:pt idx="23656">
                  <c:v>542.7989000000008</c:v>
                </c:pt>
                <c:pt idx="23657">
                  <c:v>534.75400000000002</c:v>
                </c:pt>
                <c:pt idx="23658">
                  <c:v>532.0262999999992</c:v>
                </c:pt>
                <c:pt idx="23659">
                  <c:v>528.10029999999949</c:v>
                </c:pt>
                <c:pt idx="23660">
                  <c:v>516.68650000000002</c:v>
                </c:pt>
                <c:pt idx="23661">
                  <c:v>503.23789999999968</c:v>
                </c:pt>
                <c:pt idx="23662">
                  <c:v>492.51960000000008</c:v>
                </c:pt>
                <c:pt idx="23663">
                  <c:v>482.48719999999935</c:v>
                </c:pt>
                <c:pt idx="23664">
                  <c:v>473.86709999999999</c:v>
                </c:pt>
                <c:pt idx="23665">
                  <c:v>475.90849999999961</c:v>
                </c:pt>
                <c:pt idx="23666">
                  <c:v>493.23099999999954</c:v>
                </c:pt>
                <c:pt idx="23667">
                  <c:v>504.69200000000001</c:v>
                </c:pt>
                <c:pt idx="23668">
                  <c:v>506.16950000000008</c:v>
                </c:pt>
                <c:pt idx="23669">
                  <c:v>505.34230000000002</c:v>
                </c:pt>
                <c:pt idx="23670">
                  <c:v>503.82029999999969</c:v>
                </c:pt>
                <c:pt idx="23671">
                  <c:v>502.59269999999964</c:v>
                </c:pt>
                <c:pt idx="23672">
                  <c:v>503.56889999999999</c:v>
                </c:pt>
                <c:pt idx="23673">
                  <c:v>537.01130000000001</c:v>
                </c:pt>
                <c:pt idx="23674">
                  <c:v>566.33549999999946</c:v>
                </c:pt>
                <c:pt idx="23675">
                  <c:v>578.56370000000004</c:v>
                </c:pt>
                <c:pt idx="23676">
                  <c:v>582.8464999999992</c:v>
                </c:pt>
                <c:pt idx="23677">
                  <c:v>816.59079999999994</c:v>
                </c:pt>
                <c:pt idx="23678">
                  <c:v>1269.9970000000001</c:v>
                </c:pt>
                <c:pt idx="23679">
                  <c:v>1740.57</c:v>
                </c:pt>
                <c:pt idx="23680">
                  <c:v>1936.4380000000001</c:v>
                </c:pt>
                <c:pt idx="23681">
                  <c:v>1892.5309999999999</c:v>
                </c:pt>
                <c:pt idx="23682">
                  <c:v>1832.3989999999999</c:v>
                </c:pt>
                <c:pt idx="23683">
                  <c:v>1692.665</c:v>
                </c:pt>
                <c:pt idx="23684">
                  <c:v>1488.403</c:v>
                </c:pt>
                <c:pt idx="23685">
                  <c:v>2018.6039999999998</c:v>
                </c:pt>
                <c:pt idx="23686">
                  <c:v>3339.7619999999997</c:v>
                </c:pt>
                <c:pt idx="23687">
                  <c:v>3971.4100000000012</c:v>
                </c:pt>
                <c:pt idx="23688">
                  <c:v>3199.5459999999998</c:v>
                </c:pt>
                <c:pt idx="23689">
                  <c:v>2076.0990000000002</c:v>
                </c:pt>
                <c:pt idx="23690">
                  <c:v>2076.9720000000002</c:v>
                </c:pt>
                <c:pt idx="23691">
                  <c:v>2635.402</c:v>
                </c:pt>
                <c:pt idx="23692">
                  <c:v>2446.7669999999966</c:v>
                </c:pt>
                <c:pt idx="23693">
                  <c:v>1843.011</c:v>
                </c:pt>
                <c:pt idx="23694">
                  <c:v>1623.3909999999998</c:v>
                </c:pt>
                <c:pt idx="23695">
                  <c:v>2038.5839999999998</c:v>
                </c:pt>
                <c:pt idx="23696">
                  <c:v>3051.92</c:v>
                </c:pt>
                <c:pt idx="23697">
                  <c:v>3310.1309999999999</c:v>
                </c:pt>
                <c:pt idx="23698">
                  <c:v>2911.9150000000022</c:v>
                </c:pt>
                <c:pt idx="23699">
                  <c:v>3387.808</c:v>
                </c:pt>
                <c:pt idx="23700">
                  <c:v>5091.91</c:v>
                </c:pt>
                <c:pt idx="23701">
                  <c:v>5777.8779999999997</c:v>
                </c:pt>
                <c:pt idx="23702">
                  <c:v>4527.8240000000014</c:v>
                </c:pt>
                <c:pt idx="23703">
                  <c:v>3801.0970000000002</c:v>
                </c:pt>
                <c:pt idx="23704">
                  <c:v>4701.6680000000024</c:v>
                </c:pt>
                <c:pt idx="23705">
                  <c:v>5615.4969999999994</c:v>
                </c:pt>
                <c:pt idx="23706">
                  <c:v>5250.9010000000007</c:v>
                </c:pt>
                <c:pt idx="23707">
                  <c:v>4839.759</c:v>
                </c:pt>
                <c:pt idx="23708">
                  <c:v>4620.1379999999999</c:v>
                </c:pt>
                <c:pt idx="23709">
                  <c:v>4131.2779999999975</c:v>
                </c:pt>
                <c:pt idx="23710">
                  <c:v>3215.0030000000002</c:v>
                </c:pt>
                <c:pt idx="23711">
                  <c:v>2434.4110000000028</c:v>
                </c:pt>
                <c:pt idx="23712">
                  <c:v>2115.6289999999967</c:v>
                </c:pt>
                <c:pt idx="23713">
                  <c:v>1940.914</c:v>
                </c:pt>
                <c:pt idx="23714">
                  <c:v>1746.7750000000001</c:v>
                </c:pt>
                <c:pt idx="23715">
                  <c:v>1627.5919999999999</c:v>
                </c:pt>
                <c:pt idx="23716">
                  <c:v>1560.6719999999998</c:v>
                </c:pt>
                <c:pt idx="23717">
                  <c:v>1532.597</c:v>
                </c:pt>
                <c:pt idx="23718">
                  <c:v>1523.99</c:v>
                </c:pt>
                <c:pt idx="23719">
                  <c:v>1512.2570000000001</c:v>
                </c:pt>
                <c:pt idx="23720">
                  <c:v>1500.739</c:v>
                </c:pt>
                <c:pt idx="23721">
                  <c:v>1481.7619999999999</c:v>
                </c:pt>
                <c:pt idx="23722">
                  <c:v>1628.2139999999999</c:v>
                </c:pt>
                <c:pt idx="23723">
                  <c:v>1681.5839999999998</c:v>
                </c:pt>
                <c:pt idx="23724">
                  <c:v>1606.9739999999999</c:v>
                </c:pt>
                <c:pt idx="23725">
                  <c:v>1501.0319999999999</c:v>
                </c:pt>
                <c:pt idx="23726">
                  <c:v>1438.7639999999999</c:v>
                </c:pt>
                <c:pt idx="23727">
                  <c:v>1399.49</c:v>
                </c:pt>
                <c:pt idx="23728">
                  <c:v>1379.9760000000001</c:v>
                </c:pt>
                <c:pt idx="23729">
                  <c:v>1367.2280000000001</c:v>
                </c:pt>
                <c:pt idx="23730">
                  <c:v>1384.829</c:v>
                </c:pt>
                <c:pt idx="23731">
                  <c:v>1413.1229999999998</c:v>
                </c:pt>
                <c:pt idx="23732">
                  <c:v>1399.6669999999999</c:v>
                </c:pt>
                <c:pt idx="23733">
                  <c:v>1687.9780000000001</c:v>
                </c:pt>
                <c:pt idx="23734">
                  <c:v>2582.7910000000002</c:v>
                </c:pt>
                <c:pt idx="23735">
                  <c:v>2683.9670000000001</c:v>
                </c:pt>
                <c:pt idx="23736">
                  <c:v>2208.402</c:v>
                </c:pt>
                <c:pt idx="23737">
                  <c:v>1720.0919999999999</c:v>
                </c:pt>
                <c:pt idx="23738">
                  <c:v>1642.9949999999999</c:v>
                </c:pt>
                <c:pt idx="23739">
                  <c:v>1740.845</c:v>
                </c:pt>
                <c:pt idx="23740">
                  <c:v>1678.6299999999999</c:v>
                </c:pt>
                <c:pt idx="23741">
                  <c:v>1567.4250000000011</c:v>
                </c:pt>
                <c:pt idx="23742">
                  <c:v>1401.4190000000001</c:v>
                </c:pt>
                <c:pt idx="23743">
                  <c:v>1327.1039999999998</c:v>
                </c:pt>
                <c:pt idx="23744">
                  <c:v>1268.6179999999999</c:v>
                </c:pt>
                <c:pt idx="23745">
                  <c:v>1225.972</c:v>
                </c:pt>
                <c:pt idx="23746">
                  <c:v>1204.7170000000001</c:v>
                </c:pt>
                <c:pt idx="23747">
                  <c:v>1186.635</c:v>
                </c:pt>
                <c:pt idx="23748">
                  <c:v>1168.8969999999999</c:v>
                </c:pt>
                <c:pt idx="23749">
                  <c:v>1156.3709999999999</c:v>
                </c:pt>
                <c:pt idx="23750">
                  <c:v>1233.788</c:v>
                </c:pt>
                <c:pt idx="23751">
                  <c:v>1887.71</c:v>
                </c:pt>
                <c:pt idx="23752">
                  <c:v>2758.3500000000022</c:v>
                </c:pt>
                <c:pt idx="23753">
                  <c:v>3268.2859999999987</c:v>
                </c:pt>
                <c:pt idx="23754">
                  <c:v>3048.01</c:v>
                </c:pt>
                <c:pt idx="23755">
                  <c:v>2474.614</c:v>
                </c:pt>
                <c:pt idx="23756">
                  <c:v>1969.6659999999999</c:v>
                </c:pt>
                <c:pt idx="23757">
                  <c:v>1739.61</c:v>
                </c:pt>
                <c:pt idx="23758">
                  <c:v>1596.8899999999999</c:v>
                </c:pt>
                <c:pt idx="23759">
                  <c:v>1418.8919999999998</c:v>
                </c:pt>
                <c:pt idx="23760">
                  <c:v>1311.135</c:v>
                </c:pt>
                <c:pt idx="23761">
                  <c:v>1243.175</c:v>
                </c:pt>
                <c:pt idx="23762">
                  <c:v>1196.1729999999998</c:v>
                </c:pt>
                <c:pt idx="23763">
                  <c:v>1169.001</c:v>
                </c:pt>
                <c:pt idx="23764">
                  <c:v>1149.73</c:v>
                </c:pt>
                <c:pt idx="23765">
                  <c:v>1132.9490000000001</c:v>
                </c:pt>
                <c:pt idx="23766">
                  <c:v>1114.1089999999999</c:v>
                </c:pt>
                <c:pt idx="23767">
                  <c:v>1092.462</c:v>
                </c:pt>
                <c:pt idx="23768">
                  <c:v>1069.155</c:v>
                </c:pt>
                <c:pt idx="23769">
                  <c:v>1046.9570000000001</c:v>
                </c:pt>
                <c:pt idx="23770">
                  <c:v>1029.7170000000001</c:v>
                </c:pt>
                <c:pt idx="23771">
                  <c:v>1016.2730000000008</c:v>
                </c:pt>
                <c:pt idx="23772">
                  <c:v>1005.0419999999993</c:v>
                </c:pt>
                <c:pt idx="23773">
                  <c:v>994.1069</c:v>
                </c:pt>
                <c:pt idx="23774">
                  <c:v>985.245</c:v>
                </c:pt>
                <c:pt idx="23775">
                  <c:v>980.66109999999946</c:v>
                </c:pt>
                <c:pt idx="23776">
                  <c:v>974.77030000000082</c:v>
                </c:pt>
                <c:pt idx="23777">
                  <c:v>960.46319999999946</c:v>
                </c:pt>
                <c:pt idx="23778">
                  <c:v>943.5548</c:v>
                </c:pt>
                <c:pt idx="23779">
                  <c:v>930.90729999999905</c:v>
                </c:pt>
                <c:pt idx="23780">
                  <c:v>920.95679999999948</c:v>
                </c:pt>
                <c:pt idx="23781">
                  <c:v>1006.303</c:v>
                </c:pt>
                <c:pt idx="23782">
                  <c:v>1271.8619999999999</c:v>
                </c:pt>
                <c:pt idx="23783">
                  <c:v>1749.4639999999999</c:v>
                </c:pt>
                <c:pt idx="23784">
                  <c:v>1754.9180000000001</c:v>
                </c:pt>
                <c:pt idx="23785">
                  <c:v>1403.9390000000001</c:v>
                </c:pt>
                <c:pt idx="23786">
                  <c:v>1150.2850000000001</c:v>
                </c:pt>
                <c:pt idx="23787">
                  <c:v>1065.798</c:v>
                </c:pt>
                <c:pt idx="23788">
                  <c:v>1021.394</c:v>
                </c:pt>
                <c:pt idx="23789">
                  <c:v>990.19719999999938</c:v>
                </c:pt>
                <c:pt idx="23790">
                  <c:v>966.68190000000004</c:v>
                </c:pt>
                <c:pt idx="23791">
                  <c:v>965.62789999999939</c:v>
                </c:pt>
                <c:pt idx="23792">
                  <c:v>972.29560000000004</c:v>
                </c:pt>
                <c:pt idx="23793">
                  <c:v>966.28880000000095</c:v>
                </c:pt>
                <c:pt idx="23794">
                  <c:v>944.12119999999948</c:v>
                </c:pt>
                <c:pt idx="23795">
                  <c:v>924.79750000000001</c:v>
                </c:pt>
                <c:pt idx="23796">
                  <c:v>1229.1229999999998</c:v>
                </c:pt>
                <c:pt idx="23797">
                  <c:v>1876.7260000000001</c:v>
                </c:pt>
                <c:pt idx="23798">
                  <c:v>2114.799</c:v>
                </c:pt>
                <c:pt idx="23799">
                  <c:v>1869.5429999999999</c:v>
                </c:pt>
                <c:pt idx="23800">
                  <c:v>1736.6489999999999</c:v>
                </c:pt>
                <c:pt idx="23801">
                  <c:v>1560.2839999999999</c:v>
                </c:pt>
                <c:pt idx="23802">
                  <c:v>1443.6969999999999</c:v>
                </c:pt>
                <c:pt idx="23803">
                  <c:v>1353.857</c:v>
                </c:pt>
                <c:pt idx="23804">
                  <c:v>1295.7470000000001</c:v>
                </c:pt>
                <c:pt idx="23805">
                  <c:v>1246.52</c:v>
                </c:pt>
                <c:pt idx="23806">
                  <c:v>1204.703</c:v>
                </c:pt>
                <c:pt idx="23807">
                  <c:v>1156.73</c:v>
                </c:pt>
                <c:pt idx="23808">
                  <c:v>1119.306</c:v>
                </c:pt>
                <c:pt idx="23809">
                  <c:v>1099.577</c:v>
                </c:pt>
                <c:pt idx="23810">
                  <c:v>1089.3839999999998</c:v>
                </c:pt>
                <c:pt idx="23811">
                  <c:v>1087.117</c:v>
                </c:pt>
                <c:pt idx="23812">
                  <c:v>1222.3209999999999</c:v>
                </c:pt>
                <c:pt idx="23813">
                  <c:v>1689.2239999999999</c:v>
                </c:pt>
                <c:pt idx="23814">
                  <c:v>2010.6419999999998</c:v>
                </c:pt>
                <c:pt idx="23815">
                  <c:v>1939.9070000000011</c:v>
                </c:pt>
                <c:pt idx="23816">
                  <c:v>1848.6469999999999</c:v>
                </c:pt>
                <c:pt idx="23817">
                  <c:v>1884.93</c:v>
                </c:pt>
                <c:pt idx="23818">
                  <c:v>1913.1</c:v>
                </c:pt>
                <c:pt idx="23819">
                  <c:v>1891.317</c:v>
                </c:pt>
                <c:pt idx="23820">
                  <c:v>1823.261</c:v>
                </c:pt>
                <c:pt idx="23821">
                  <c:v>1752.6299999999999</c:v>
                </c:pt>
                <c:pt idx="23822">
                  <c:v>2066.6289999999967</c:v>
                </c:pt>
                <c:pt idx="23823">
                  <c:v>2395.1</c:v>
                </c:pt>
                <c:pt idx="23824">
                  <c:v>2376.4120000000012</c:v>
                </c:pt>
                <c:pt idx="23825">
                  <c:v>1976.4360000000001</c:v>
                </c:pt>
                <c:pt idx="23826">
                  <c:v>1706.37</c:v>
                </c:pt>
                <c:pt idx="23827">
                  <c:v>1594.6589999999999</c:v>
                </c:pt>
                <c:pt idx="23828">
                  <c:v>1524.981</c:v>
                </c:pt>
                <c:pt idx="23829">
                  <c:v>1452.271</c:v>
                </c:pt>
                <c:pt idx="23830">
                  <c:v>1389.9560000000001</c:v>
                </c:pt>
                <c:pt idx="23831">
                  <c:v>1310.0160000000001</c:v>
                </c:pt>
                <c:pt idx="23832">
                  <c:v>1280.1949999999986</c:v>
                </c:pt>
                <c:pt idx="23833">
                  <c:v>1320.818</c:v>
                </c:pt>
                <c:pt idx="23834">
                  <c:v>1553.5550000000001</c:v>
                </c:pt>
                <c:pt idx="23835">
                  <c:v>2248.3770000000022</c:v>
                </c:pt>
                <c:pt idx="23836">
                  <c:v>3028.2269999999967</c:v>
                </c:pt>
                <c:pt idx="23837">
                  <c:v>3112.1059999999998</c:v>
                </c:pt>
                <c:pt idx="23838">
                  <c:v>2622.4789999999998</c:v>
                </c:pt>
                <c:pt idx="23839">
                  <c:v>2196.614</c:v>
                </c:pt>
                <c:pt idx="23840">
                  <c:v>2169.5</c:v>
                </c:pt>
                <c:pt idx="23841">
                  <c:v>2276.7379999999998</c:v>
                </c:pt>
                <c:pt idx="23842">
                  <c:v>3158.8150000000028</c:v>
                </c:pt>
                <c:pt idx="23843">
                  <c:v>4630.9570000000003</c:v>
                </c:pt>
                <c:pt idx="23844">
                  <c:v>5623.8670000000002</c:v>
                </c:pt>
                <c:pt idx="23845">
                  <c:v>4956.8490000000002</c:v>
                </c:pt>
                <c:pt idx="23846">
                  <c:v>3363.3009999999999</c:v>
                </c:pt>
                <c:pt idx="23847">
                  <c:v>2638.7849999999967</c:v>
                </c:pt>
                <c:pt idx="23848">
                  <c:v>2893.0529999999999</c:v>
                </c:pt>
                <c:pt idx="23849">
                  <c:v>3639.9859999999999</c:v>
                </c:pt>
                <c:pt idx="23850">
                  <c:v>4775.9049999999997</c:v>
                </c:pt>
                <c:pt idx="23851">
                  <c:v>5401.7640000000001</c:v>
                </c:pt>
                <c:pt idx="23852">
                  <c:v>4982.9110000000001</c:v>
                </c:pt>
                <c:pt idx="23853">
                  <c:v>3742.2469999999967</c:v>
                </c:pt>
                <c:pt idx="23854">
                  <c:v>2788.8580000000002</c:v>
                </c:pt>
                <c:pt idx="23855">
                  <c:v>2394.567</c:v>
                </c:pt>
                <c:pt idx="23856">
                  <c:v>2202.3809999999999</c:v>
                </c:pt>
                <c:pt idx="23857">
                  <c:v>2190.5369999999998</c:v>
                </c:pt>
                <c:pt idx="23858">
                  <c:v>2375.098</c:v>
                </c:pt>
                <c:pt idx="23859">
                  <c:v>2313.5250000000001</c:v>
                </c:pt>
                <c:pt idx="23860">
                  <c:v>1985.8779999999999</c:v>
                </c:pt>
                <c:pt idx="23861">
                  <c:v>1794.8579999999999</c:v>
                </c:pt>
                <c:pt idx="23862">
                  <c:v>1991.9250000000011</c:v>
                </c:pt>
                <c:pt idx="23863">
                  <c:v>2325.5030000000002</c:v>
                </c:pt>
                <c:pt idx="23864">
                  <c:v>2278.7489999999966</c:v>
                </c:pt>
                <c:pt idx="23865">
                  <c:v>1897.6799999999998</c:v>
                </c:pt>
                <c:pt idx="23866">
                  <c:v>1681.8579999999999</c:v>
                </c:pt>
                <c:pt idx="23867">
                  <c:v>1654.8809999999999</c:v>
                </c:pt>
                <c:pt idx="23868">
                  <c:v>1634.1949999999986</c:v>
                </c:pt>
                <c:pt idx="23869">
                  <c:v>1635.84</c:v>
                </c:pt>
                <c:pt idx="23870">
                  <c:v>1677.42</c:v>
                </c:pt>
                <c:pt idx="23871">
                  <c:v>1855.7429999999999</c:v>
                </c:pt>
                <c:pt idx="23872">
                  <c:v>2175.4079999999999</c:v>
                </c:pt>
                <c:pt idx="23873">
                  <c:v>2303.1679999999997</c:v>
                </c:pt>
                <c:pt idx="23874">
                  <c:v>2243.9369999999999</c:v>
                </c:pt>
                <c:pt idx="23875">
                  <c:v>2390.299</c:v>
                </c:pt>
                <c:pt idx="23876">
                  <c:v>2685.4969999999998</c:v>
                </c:pt>
                <c:pt idx="23877">
                  <c:v>2585.6279999999997</c:v>
                </c:pt>
                <c:pt idx="23878">
                  <c:v>2178.9760000000001</c:v>
                </c:pt>
                <c:pt idx="23879">
                  <c:v>1960.1789999999999</c:v>
                </c:pt>
                <c:pt idx="23880">
                  <c:v>2019.3939999999998</c:v>
                </c:pt>
                <c:pt idx="23881">
                  <c:v>2122.5329999999999</c:v>
                </c:pt>
                <c:pt idx="23882">
                  <c:v>2037.6529999999998</c:v>
                </c:pt>
                <c:pt idx="23883">
                  <c:v>1857.01</c:v>
                </c:pt>
                <c:pt idx="23884">
                  <c:v>1783.6859999999999</c:v>
                </c:pt>
                <c:pt idx="23885">
                  <c:v>1820.1079999999999</c:v>
                </c:pt>
                <c:pt idx="23886">
                  <c:v>1833.3219999999999</c:v>
                </c:pt>
                <c:pt idx="23887">
                  <c:v>1799.4460000000001</c:v>
                </c:pt>
                <c:pt idx="23888">
                  <c:v>1733.704</c:v>
                </c:pt>
                <c:pt idx="23889">
                  <c:v>1697.087</c:v>
                </c:pt>
                <c:pt idx="23890">
                  <c:v>1688.3969999999999</c:v>
                </c:pt>
                <c:pt idx="23891">
                  <c:v>1689.4949999999999</c:v>
                </c:pt>
                <c:pt idx="23892">
                  <c:v>1677.502</c:v>
                </c:pt>
                <c:pt idx="23893">
                  <c:v>1590.3609999999999</c:v>
                </c:pt>
                <c:pt idx="23894">
                  <c:v>1496.7660000000001</c:v>
                </c:pt>
                <c:pt idx="23895">
                  <c:v>1374.559</c:v>
                </c:pt>
                <c:pt idx="23896">
                  <c:v>1291.7260000000001</c:v>
                </c:pt>
                <c:pt idx="23897">
                  <c:v>1237.8309999999999</c:v>
                </c:pt>
                <c:pt idx="23898">
                  <c:v>1224.097</c:v>
                </c:pt>
                <c:pt idx="23899">
                  <c:v>1197.47</c:v>
                </c:pt>
                <c:pt idx="23900">
                  <c:v>1151.9670000000001</c:v>
                </c:pt>
                <c:pt idx="23901">
                  <c:v>1117.2339999999999</c:v>
                </c:pt>
                <c:pt idx="23902">
                  <c:v>1103.49</c:v>
                </c:pt>
                <c:pt idx="23903">
                  <c:v>1084.3519999999999</c:v>
                </c:pt>
                <c:pt idx="23904">
                  <c:v>1032.8329999999999</c:v>
                </c:pt>
                <c:pt idx="23905">
                  <c:v>982.3269999999992</c:v>
                </c:pt>
                <c:pt idx="23906">
                  <c:v>940.07860000000005</c:v>
                </c:pt>
                <c:pt idx="23907">
                  <c:v>891.4683</c:v>
                </c:pt>
                <c:pt idx="23908">
                  <c:v>836.4691999999992</c:v>
                </c:pt>
                <c:pt idx="23909">
                  <c:v>794.67660000000001</c:v>
                </c:pt>
                <c:pt idx="23910">
                  <c:v>766.19119999999998</c:v>
                </c:pt>
                <c:pt idx="23911">
                  <c:v>749.58230000000003</c:v>
                </c:pt>
                <c:pt idx="23912">
                  <c:v>738.20749999999998</c:v>
                </c:pt>
                <c:pt idx="23913">
                  <c:v>708.17259999999999</c:v>
                </c:pt>
                <c:pt idx="23914">
                  <c:v>667.35659999999905</c:v>
                </c:pt>
                <c:pt idx="23915">
                  <c:v>628.93809999999996</c:v>
                </c:pt>
                <c:pt idx="23916">
                  <c:v>597.28099999999995</c:v>
                </c:pt>
                <c:pt idx="23917">
                  <c:v>582.08860000000004</c:v>
                </c:pt>
                <c:pt idx="23918">
                  <c:v>572.26749999999947</c:v>
                </c:pt>
                <c:pt idx="23919">
                  <c:v>556.46809999999948</c:v>
                </c:pt>
                <c:pt idx="23920">
                  <c:v>539.44489999999996</c:v>
                </c:pt>
                <c:pt idx="23921">
                  <c:v>520.95779999999934</c:v>
                </c:pt>
                <c:pt idx="23922">
                  <c:v>500.5710999999996</c:v>
                </c:pt>
                <c:pt idx="23923">
                  <c:v>480.55070000000001</c:v>
                </c:pt>
                <c:pt idx="23924">
                  <c:v>448.48749999999961</c:v>
                </c:pt>
                <c:pt idx="23925">
                  <c:v>414.79079999999954</c:v>
                </c:pt>
                <c:pt idx="23926">
                  <c:v>393.92389999999961</c:v>
                </c:pt>
                <c:pt idx="23927">
                  <c:v>384.53229999999968</c:v>
                </c:pt>
                <c:pt idx="23928">
                  <c:v>381.15140000000002</c:v>
                </c:pt>
                <c:pt idx="23929">
                  <c:v>371.49509999999935</c:v>
                </c:pt>
                <c:pt idx="23930">
                  <c:v>356.62540000000001</c:v>
                </c:pt>
                <c:pt idx="23931">
                  <c:v>351.08019999999954</c:v>
                </c:pt>
                <c:pt idx="23932">
                  <c:v>340.21329999999961</c:v>
                </c:pt>
                <c:pt idx="23933">
                  <c:v>319.65780000000041</c:v>
                </c:pt>
                <c:pt idx="23934">
                  <c:v>320.88309999999967</c:v>
                </c:pt>
                <c:pt idx="23935">
                  <c:v>323.65290000000033</c:v>
                </c:pt>
                <c:pt idx="23936">
                  <c:v>313.24639999999954</c:v>
                </c:pt>
                <c:pt idx="23937">
                  <c:v>314.94240000000002</c:v>
                </c:pt>
                <c:pt idx="23938">
                  <c:v>314.0403</c:v>
                </c:pt>
                <c:pt idx="23939">
                  <c:v>303.29339999999939</c:v>
                </c:pt>
                <c:pt idx="23940">
                  <c:v>310.61629999999968</c:v>
                </c:pt>
                <c:pt idx="23941">
                  <c:v>346.25629999999961</c:v>
                </c:pt>
                <c:pt idx="23942">
                  <c:v>391.80109999999968</c:v>
                </c:pt>
                <c:pt idx="23943">
                  <c:v>424.95429999999999</c:v>
                </c:pt>
                <c:pt idx="23944">
                  <c:v>427.12119999999953</c:v>
                </c:pt>
                <c:pt idx="23945">
                  <c:v>382.58249999999964</c:v>
                </c:pt>
                <c:pt idx="23946">
                  <c:v>354.00279999999964</c:v>
                </c:pt>
                <c:pt idx="23947">
                  <c:v>343.39080000000001</c:v>
                </c:pt>
                <c:pt idx="23948">
                  <c:v>334.3897</c:v>
                </c:pt>
                <c:pt idx="23949">
                  <c:v>328.35469999999998</c:v>
                </c:pt>
                <c:pt idx="23950">
                  <c:v>333.69819999999953</c:v>
                </c:pt>
                <c:pt idx="23951">
                  <c:v>338.43799999999953</c:v>
                </c:pt>
                <c:pt idx="23952">
                  <c:v>319.15559999999999</c:v>
                </c:pt>
                <c:pt idx="23953">
                  <c:v>293.83280000000002</c:v>
                </c:pt>
                <c:pt idx="23954">
                  <c:v>298.11709999999999</c:v>
                </c:pt>
                <c:pt idx="23955">
                  <c:v>305.6617</c:v>
                </c:pt>
                <c:pt idx="23956">
                  <c:v>327.76389999999969</c:v>
                </c:pt>
                <c:pt idx="23957">
                  <c:v>301.56799999999993</c:v>
                </c:pt>
                <c:pt idx="23958">
                  <c:v>301.04239999999999</c:v>
                </c:pt>
                <c:pt idx="23959">
                  <c:v>297.01639999999935</c:v>
                </c:pt>
                <c:pt idx="23960">
                  <c:v>292.93839999999932</c:v>
                </c:pt>
                <c:pt idx="23961">
                  <c:v>291.41269999999969</c:v>
                </c:pt>
                <c:pt idx="23962">
                  <c:v>293.60759999999999</c:v>
                </c:pt>
                <c:pt idx="23963">
                  <c:v>281.50389999999999</c:v>
                </c:pt>
                <c:pt idx="23964">
                  <c:v>288.75259999999969</c:v>
                </c:pt>
                <c:pt idx="23965">
                  <c:v>304.41929999999968</c:v>
                </c:pt>
                <c:pt idx="23966">
                  <c:v>317.66379999999964</c:v>
                </c:pt>
                <c:pt idx="23967">
                  <c:v>318.12860000000001</c:v>
                </c:pt>
                <c:pt idx="23968">
                  <c:v>333.65460000000047</c:v>
                </c:pt>
                <c:pt idx="23969">
                  <c:v>373.67559999999969</c:v>
                </c:pt>
                <c:pt idx="23970">
                  <c:v>404.97189999999961</c:v>
                </c:pt>
                <c:pt idx="23971">
                  <c:v>405.23849999999953</c:v>
                </c:pt>
                <c:pt idx="23972">
                  <c:v>398.77599999999961</c:v>
                </c:pt>
                <c:pt idx="23973">
                  <c:v>394.32139999999936</c:v>
                </c:pt>
                <c:pt idx="23974">
                  <c:v>396.59269999999964</c:v>
                </c:pt>
                <c:pt idx="23975">
                  <c:v>395.40909999999968</c:v>
                </c:pt>
                <c:pt idx="23976">
                  <c:v>392.72269999999969</c:v>
                </c:pt>
                <c:pt idx="23977">
                  <c:v>389.54989999999998</c:v>
                </c:pt>
                <c:pt idx="23978">
                  <c:v>399.46359999999953</c:v>
                </c:pt>
                <c:pt idx="23979">
                  <c:v>415.3980999999996</c:v>
                </c:pt>
                <c:pt idx="23980">
                  <c:v>415.17270000000002</c:v>
                </c:pt>
                <c:pt idx="23981">
                  <c:v>406.72969999999964</c:v>
                </c:pt>
                <c:pt idx="23982">
                  <c:v>398.63940000000002</c:v>
                </c:pt>
                <c:pt idx="23983">
                  <c:v>395.4597</c:v>
                </c:pt>
                <c:pt idx="23984">
                  <c:v>391.62290000000002</c:v>
                </c:pt>
                <c:pt idx="23985">
                  <c:v>405.5718</c:v>
                </c:pt>
                <c:pt idx="23986">
                  <c:v>428.56259999999969</c:v>
                </c:pt>
                <c:pt idx="23987">
                  <c:v>432.56349999999969</c:v>
                </c:pt>
                <c:pt idx="23988">
                  <c:v>426.01849999999968</c:v>
                </c:pt>
                <c:pt idx="23989">
                  <c:v>418.34769999999997</c:v>
                </c:pt>
                <c:pt idx="23990">
                  <c:v>418.75889999999993</c:v>
                </c:pt>
                <c:pt idx="23991">
                  <c:v>424.08689999999967</c:v>
                </c:pt>
                <c:pt idx="23992">
                  <c:v>431.0557</c:v>
                </c:pt>
                <c:pt idx="23993">
                  <c:v>428.80149999999969</c:v>
                </c:pt>
                <c:pt idx="23994">
                  <c:v>420.8809</c:v>
                </c:pt>
                <c:pt idx="23995">
                  <c:v>414.67779999999999</c:v>
                </c:pt>
                <c:pt idx="23996">
                  <c:v>409.35390000000001</c:v>
                </c:pt>
                <c:pt idx="23997">
                  <c:v>413.42619999999914</c:v>
                </c:pt>
                <c:pt idx="23998">
                  <c:v>427.87920000000008</c:v>
                </c:pt>
                <c:pt idx="23999">
                  <c:v>448.98739999999935</c:v>
                </c:pt>
                <c:pt idx="24000">
                  <c:v>462.1096000000004</c:v>
                </c:pt>
                <c:pt idx="24001">
                  <c:v>464.46019999999953</c:v>
                </c:pt>
                <c:pt idx="24002">
                  <c:v>470.3159</c:v>
                </c:pt>
                <c:pt idx="24003">
                  <c:v>496.73219999999935</c:v>
                </c:pt>
                <c:pt idx="24004">
                  <c:v>557.30239999999947</c:v>
                </c:pt>
                <c:pt idx="24005">
                  <c:v>681.41970000000003</c:v>
                </c:pt>
                <c:pt idx="24006">
                  <c:v>937.52980000000002</c:v>
                </c:pt>
                <c:pt idx="24007">
                  <c:v>1202.6209999999999</c:v>
                </c:pt>
                <c:pt idx="24008">
                  <c:v>1246.6799999999998</c:v>
                </c:pt>
                <c:pt idx="24009">
                  <c:v>1034.6479999999999</c:v>
                </c:pt>
                <c:pt idx="24010">
                  <c:v>860.125</c:v>
                </c:pt>
                <c:pt idx="24011">
                  <c:v>798.04870000000005</c:v>
                </c:pt>
                <c:pt idx="24012">
                  <c:v>771.70890000000054</c:v>
                </c:pt>
                <c:pt idx="24013">
                  <c:v>752.3971999999992</c:v>
                </c:pt>
                <c:pt idx="24014">
                  <c:v>751.12019999999939</c:v>
                </c:pt>
                <c:pt idx="24015">
                  <c:v>768.39179999999999</c:v>
                </c:pt>
                <c:pt idx="24016">
                  <c:v>761.48440000000005</c:v>
                </c:pt>
                <c:pt idx="24017">
                  <c:v>759.1454</c:v>
                </c:pt>
                <c:pt idx="24018">
                  <c:v>757.79940000000067</c:v>
                </c:pt>
                <c:pt idx="24019">
                  <c:v>756.44299999999919</c:v>
                </c:pt>
                <c:pt idx="24020">
                  <c:v>750.85639999999921</c:v>
                </c:pt>
                <c:pt idx="24021">
                  <c:v>744.5806</c:v>
                </c:pt>
                <c:pt idx="24022">
                  <c:v>732.90749999999946</c:v>
                </c:pt>
                <c:pt idx="24023">
                  <c:v>723.06349999999998</c:v>
                </c:pt>
                <c:pt idx="24024">
                  <c:v>711.30789999999934</c:v>
                </c:pt>
                <c:pt idx="24025">
                  <c:v>699.56459999999947</c:v>
                </c:pt>
                <c:pt idx="24026">
                  <c:v>689.37699999999938</c:v>
                </c:pt>
                <c:pt idx="24027">
                  <c:v>680.76699999999948</c:v>
                </c:pt>
                <c:pt idx="24028">
                  <c:v>677.31759999999906</c:v>
                </c:pt>
                <c:pt idx="24029">
                  <c:v>683.28090000000054</c:v>
                </c:pt>
                <c:pt idx="24030">
                  <c:v>688.81519999999921</c:v>
                </c:pt>
                <c:pt idx="24031">
                  <c:v>684.52199999999948</c:v>
                </c:pt>
                <c:pt idx="24032">
                  <c:v>679.84929999999906</c:v>
                </c:pt>
                <c:pt idx="24033">
                  <c:v>689.18910000000005</c:v>
                </c:pt>
                <c:pt idx="24034">
                  <c:v>710.21699999999998</c:v>
                </c:pt>
                <c:pt idx="24035">
                  <c:v>712.34119999999905</c:v>
                </c:pt>
                <c:pt idx="24036">
                  <c:v>700.55109999999934</c:v>
                </c:pt>
                <c:pt idx="24037">
                  <c:v>752.9655999999992</c:v>
                </c:pt>
                <c:pt idx="24038">
                  <c:v>841.65639999999996</c:v>
                </c:pt>
                <c:pt idx="24039">
                  <c:v>834.53009999999949</c:v>
                </c:pt>
                <c:pt idx="24040">
                  <c:v>753.53559999999948</c:v>
                </c:pt>
                <c:pt idx="24041">
                  <c:v>711.28229999999996</c:v>
                </c:pt>
                <c:pt idx="24042">
                  <c:v>709.85359999999946</c:v>
                </c:pt>
                <c:pt idx="24043">
                  <c:v>803.94999999999948</c:v>
                </c:pt>
                <c:pt idx="24044">
                  <c:v>952.67580000000055</c:v>
                </c:pt>
                <c:pt idx="24045">
                  <c:v>999.87789999999939</c:v>
                </c:pt>
                <c:pt idx="24046">
                  <c:v>933.90880000000004</c:v>
                </c:pt>
                <c:pt idx="24047">
                  <c:v>849.51149999999996</c:v>
                </c:pt>
                <c:pt idx="24048">
                  <c:v>786.85949999999946</c:v>
                </c:pt>
                <c:pt idx="24049">
                  <c:v>772.51340000000005</c:v>
                </c:pt>
                <c:pt idx="24050">
                  <c:v>765.64199999999948</c:v>
                </c:pt>
                <c:pt idx="24051">
                  <c:v>749.9742</c:v>
                </c:pt>
                <c:pt idx="24052">
                  <c:v>720.89419999999996</c:v>
                </c:pt>
                <c:pt idx="24053">
                  <c:v>691.77190000000053</c:v>
                </c:pt>
                <c:pt idx="24054">
                  <c:v>711.72719999999947</c:v>
                </c:pt>
                <c:pt idx="24055">
                  <c:v>1141.299</c:v>
                </c:pt>
                <c:pt idx="24056">
                  <c:v>1877.539</c:v>
                </c:pt>
                <c:pt idx="24057">
                  <c:v>2128.623</c:v>
                </c:pt>
                <c:pt idx="24058">
                  <c:v>1686.1409999999998</c:v>
                </c:pt>
                <c:pt idx="24059">
                  <c:v>1224.249</c:v>
                </c:pt>
                <c:pt idx="24060">
                  <c:v>1029.463</c:v>
                </c:pt>
                <c:pt idx="24061">
                  <c:v>967.33439999999996</c:v>
                </c:pt>
                <c:pt idx="24062">
                  <c:v>917.27120000000002</c:v>
                </c:pt>
                <c:pt idx="24063">
                  <c:v>888.62490000000003</c:v>
                </c:pt>
                <c:pt idx="24064">
                  <c:v>868.39609999999948</c:v>
                </c:pt>
                <c:pt idx="24065">
                  <c:v>856.43430000000001</c:v>
                </c:pt>
                <c:pt idx="24066">
                  <c:v>853.67129999999997</c:v>
                </c:pt>
                <c:pt idx="24067">
                  <c:v>853.08780000000002</c:v>
                </c:pt>
                <c:pt idx="24068">
                  <c:v>842.58840000000055</c:v>
                </c:pt>
                <c:pt idx="24069">
                  <c:v>821.10640000000001</c:v>
                </c:pt>
                <c:pt idx="24070">
                  <c:v>800.30909999999949</c:v>
                </c:pt>
                <c:pt idx="24071">
                  <c:v>785.98419999999999</c:v>
                </c:pt>
                <c:pt idx="24072">
                  <c:v>775.48649999999998</c:v>
                </c:pt>
                <c:pt idx="24073">
                  <c:v>763.88559999999939</c:v>
                </c:pt>
                <c:pt idx="24074">
                  <c:v>752.34229999999877</c:v>
                </c:pt>
                <c:pt idx="24075">
                  <c:v>747.76319999999998</c:v>
                </c:pt>
                <c:pt idx="24076">
                  <c:v>738.89589999999998</c:v>
                </c:pt>
                <c:pt idx="24077">
                  <c:v>727.21540000000005</c:v>
                </c:pt>
                <c:pt idx="24078">
                  <c:v>714.21799999999996</c:v>
                </c:pt>
                <c:pt idx="24079">
                  <c:v>704.09079999999994</c:v>
                </c:pt>
                <c:pt idx="24080">
                  <c:v>694.19359999999995</c:v>
                </c:pt>
                <c:pt idx="24081">
                  <c:v>686.84309999999948</c:v>
                </c:pt>
                <c:pt idx="24082">
                  <c:v>677.59259999999949</c:v>
                </c:pt>
                <c:pt idx="24083">
                  <c:v>669.20579999999995</c:v>
                </c:pt>
                <c:pt idx="24084">
                  <c:v>660.91199999999947</c:v>
                </c:pt>
                <c:pt idx="24085">
                  <c:v>650.73090000000002</c:v>
                </c:pt>
                <c:pt idx="24086">
                  <c:v>640.48350000000005</c:v>
                </c:pt>
                <c:pt idx="24087">
                  <c:v>635.63800000000003</c:v>
                </c:pt>
                <c:pt idx="24088">
                  <c:v>633.78769999999997</c:v>
                </c:pt>
                <c:pt idx="24089">
                  <c:v>689.94919999999934</c:v>
                </c:pt>
                <c:pt idx="24090">
                  <c:v>756.81559999999934</c:v>
                </c:pt>
                <c:pt idx="24091">
                  <c:v>838.45999999999947</c:v>
                </c:pt>
                <c:pt idx="24092">
                  <c:v>1180.578</c:v>
                </c:pt>
                <c:pt idx="24093">
                  <c:v>1877.5829999999999</c:v>
                </c:pt>
                <c:pt idx="24094">
                  <c:v>1920.877</c:v>
                </c:pt>
                <c:pt idx="24095">
                  <c:v>1603.655</c:v>
                </c:pt>
                <c:pt idx="24096">
                  <c:v>1223.2170000000001</c:v>
                </c:pt>
                <c:pt idx="24097">
                  <c:v>1051.4100000000001</c:v>
                </c:pt>
                <c:pt idx="24098">
                  <c:v>953.50980000000004</c:v>
                </c:pt>
                <c:pt idx="24099">
                  <c:v>898.47550000000001</c:v>
                </c:pt>
                <c:pt idx="24100">
                  <c:v>876.08069999999998</c:v>
                </c:pt>
                <c:pt idx="24101">
                  <c:v>1105.069</c:v>
                </c:pt>
                <c:pt idx="24102">
                  <c:v>1383.7529999999999</c:v>
                </c:pt>
                <c:pt idx="24103">
                  <c:v>1595.2829999999999</c:v>
                </c:pt>
                <c:pt idx="24104">
                  <c:v>2048.1669999999967</c:v>
                </c:pt>
                <c:pt idx="24105">
                  <c:v>2045.5439999999999</c:v>
                </c:pt>
                <c:pt idx="24106">
                  <c:v>1799.722</c:v>
                </c:pt>
                <c:pt idx="24107">
                  <c:v>1351.8509999999999</c:v>
                </c:pt>
                <c:pt idx="24108">
                  <c:v>1168.1669999999999</c:v>
                </c:pt>
                <c:pt idx="24109">
                  <c:v>1075.5829999999999</c:v>
                </c:pt>
                <c:pt idx="24110">
                  <c:v>1050.703</c:v>
                </c:pt>
                <c:pt idx="24111">
                  <c:v>1047.76</c:v>
                </c:pt>
                <c:pt idx="24112">
                  <c:v>1040.7370000000001</c:v>
                </c:pt>
                <c:pt idx="24113">
                  <c:v>1011.2190000000005</c:v>
                </c:pt>
                <c:pt idx="24114">
                  <c:v>979.96979999999996</c:v>
                </c:pt>
                <c:pt idx="24115">
                  <c:v>960.0693</c:v>
                </c:pt>
                <c:pt idx="24116">
                  <c:v>938.33779999999933</c:v>
                </c:pt>
                <c:pt idx="24117">
                  <c:v>918.97040000000004</c:v>
                </c:pt>
                <c:pt idx="24118">
                  <c:v>898.60969999999998</c:v>
                </c:pt>
                <c:pt idx="24119">
                  <c:v>879.6182</c:v>
                </c:pt>
                <c:pt idx="24120">
                  <c:v>863.81999999999948</c:v>
                </c:pt>
                <c:pt idx="24121">
                  <c:v>849.95870000000002</c:v>
                </c:pt>
                <c:pt idx="24122">
                  <c:v>835.26850000000002</c:v>
                </c:pt>
                <c:pt idx="24123">
                  <c:v>820.88019999999949</c:v>
                </c:pt>
                <c:pt idx="24124">
                  <c:v>807.62009999999998</c:v>
                </c:pt>
                <c:pt idx="24125">
                  <c:v>794.40589999999997</c:v>
                </c:pt>
                <c:pt idx="24126">
                  <c:v>782.98429999999996</c:v>
                </c:pt>
                <c:pt idx="24127">
                  <c:v>771.35929999999905</c:v>
                </c:pt>
                <c:pt idx="24128">
                  <c:v>762.5453</c:v>
                </c:pt>
                <c:pt idx="24129">
                  <c:v>861.42930000000001</c:v>
                </c:pt>
                <c:pt idx="24130">
                  <c:v>1264.0050000000001</c:v>
                </c:pt>
                <c:pt idx="24131">
                  <c:v>1612.298</c:v>
                </c:pt>
                <c:pt idx="24132">
                  <c:v>1439.76</c:v>
                </c:pt>
                <c:pt idx="24133">
                  <c:v>1120.769</c:v>
                </c:pt>
                <c:pt idx="24134">
                  <c:v>992.96309999999949</c:v>
                </c:pt>
                <c:pt idx="24135">
                  <c:v>1106.665</c:v>
                </c:pt>
                <c:pt idx="24136">
                  <c:v>1403.4770000000001</c:v>
                </c:pt>
                <c:pt idx="24137">
                  <c:v>1472.5639999999999</c:v>
                </c:pt>
                <c:pt idx="24138">
                  <c:v>1262.204</c:v>
                </c:pt>
                <c:pt idx="24139">
                  <c:v>1020.0559999999994</c:v>
                </c:pt>
                <c:pt idx="24140">
                  <c:v>928.96949999999947</c:v>
                </c:pt>
                <c:pt idx="24141">
                  <c:v>899.76310000000001</c:v>
                </c:pt>
                <c:pt idx="24142">
                  <c:v>878.64</c:v>
                </c:pt>
                <c:pt idx="24143">
                  <c:v>855.54359999999997</c:v>
                </c:pt>
                <c:pt idx="24144">
                  <c:v>837.71609999999998</c:v>
                </c:pt>
                <c:pt idx="24145">
                  <c:v>818.63030000000003</c:v>
                </c:pt>
                <c:pt idx="24146">
                  <c:v>804.51239999999996</c:v>
                </c:pt>
                <c:pt idx="24147">
                  <c:v>791.84799999999905</c:v>
                </c:pt>
                <c:pt idx="24148">
                  <c:v>784.22500000000002</c:v>
                </c:pt>
                <c:pt idx="24149">
                  <c:v>776.47659999999996</c:v>
                </c:pt>
                <c:pt idx="24150">
                  <c:v>765.37639999999999</c:v>
                </c:pt>
                <c:pt idx="24151">
                  <c:v>752.82779999999946</c:v>
                </c:pt>
                <c:pt idx="24152">
                  <c:v>743.50670000000002</c:v>
                </c:pt>
                <c:pt idx="24153">
                  <c:v>735.83439999999996</c:v>
                </c:pt>
                <c:pt idx="24154">
                  <c:v>727.84909999999934</c:v>
                </c:pt>
                <c:pt idx="24155">
                  <c:v>723.68230000000005</c:v>
                </c:pt>
                <c:pt idx="24156">
                  <c:v>717.86269999999877</c:v>
                </c:pt>
                <c:pt idx="24157">
                  <c:v>712.19350000000054</c:v>
                </c:pt>
                <c:pt idx="24158">
                  <c:v>702.27120000000002</c:v>
                </c:pt>
                <c:pt idx="24159">
                  <c:v>696.42219999999907</c:v>
                </c:pt>
                <c:pt idx="24160">
                  <c:v>689.03800000000001</c:v>
                </c:pt>
                <c:pt idx="24161">
                  <c:v>680.1182</c:v>
                </c:pt>
                <c:pt idx="24162">
                  <c:v>669.25480000000005</c:v>
                </c:pt>
                <c:pt idx="24163">
                  <c:v>657.70709999999997</c:v>
                </c:pt>
                <c:pt idx="24164">
                  <c:v>645.19209999999998</c:v>
                </c:pt>
                <c:pt idx="24165">
                  <c:v>632.4991</c:v>
                </c:pt>
                <c:pt idx="24166">
                  <c:v>623.34159999999906</c:v>
                </c:pt>
                <c:pt idx="24167">
                  <c:v>621.05999999999949</c:v>
                </c:pt>
                <c:pt idx="24168">
                  <c:v>628.74459999999999</c:v>
                </c:pt>
                <c:pt idx="24169">
                  <c:v>641.59090000000003</c:v>
                </c:pt>
                <c:pt idx="24170">
                  <c:v>643.13639999999998</c:v>
                </c:pt>
                <c:pt idx="24171">
                  <c:v>619.20249999999999</c:v>
                </c:pt>
                <c:pt idx="24172">
                  <c:v>600.09550000000002</c:v>
                </c:pt>
                <c:pt idx="24173">
                  <c:v>585.68169999999998</c:v>
                </c:pt>
                <c:pt idx="24174">
                  <c:v>572.17129999999997</c:v>
                </c:pt>
                <c:pt idx="24175">
                  <c:v>560.70690000000002</c:v>
                </c:pt>
                <c:pt idx="24176">
                  <c:v>554.71109999999999</c:v>
                </c:pt>
                <c:pt idx="24177">
                  <c:v>550.70519999999999</c:v>
                </c:pt>
                <c:pt idx="24178">
                  <c:v>543.84439999999938</c:v>
                </c:pt>
                <c:pt idx="24179">
                  <c:v>536.29940000000067</c:v>
                </c:pt>
                <c:pt idx="24180">
                  <c:v>537.8115999999992</c:v>
                </c:pt>
                <c:pt idx="24181">
                  <c:v>547.83019999999919</c:v>
                </c:pt>
                <c:pt idx="24182">
                  <c:v>548.53819999999996</c:v>
                </c:pt>
                <c:pt idx="24183">
                  <c:v>550.68910000000005</c:v>
                </c:pt>
                <c:pt idx="24184">
                  <c:v>562.51459999999997</c:v>
                </c:pt>
                <c:pt idx="24185">
                  <c:v>584.21699999999998</c:v>
                </c:pt>
                <c:pt idx="24186">
                  <c:v>613.83449999999948</c:v>
                </c:pt>
                <c:pt idx="24187">
                  <c:v>630.85159999999905</c:v>
                </c:pt>
                <c:pt idx="24188">
                  <c:v>635.14049999999997</c:v>
                </c:pt>
                <c:pt idx="24189">
                  <c:v>641.97810000000004</c:v>
                </c:pt>
                <c:pt idx="24190">
                  <c:v>636.16</c:v>
                </c:pt>
                <c:pt idx="24191">
                  <c:v>618.26149999999996</c:v>
                </c:pt>
                <c:pt idx="24192">
                  <c:v>606.94739999999933</c:v>
                </c:pt>
                <c:pt idx="24193">
                  <c:v>630.6644</c:v>
                </c:pt>
                <c:pt idx="24194">
                  <c:v>619.73199999999997</c:v>
                </c:pt>
                <c:pt idx="24195">
                  <c:v>612.18790000000001</c:v>
                </c:pt>
                <c:pt idx="24196">
                  <c:v>589.52909999999997</c:v>
                </c:pt>
                <c:pt idx="24197">
                  <c:v>581.11540000000002</c:v>
                </c:pt>
                <c:pt idx="24198">
                  <c:v>656.53659999999934</c:v>
                </c:pt>
                <c:pt idx="24199">
                  <c:v>1319.6659999999999</c:v>
                </c:pt>
                <c:pt idx="24200">
                  <c:v>1933.4060000000011</c:v>
                </c:pt>
                <c:pt idx="24201">
                  <c:v>1988.62</c:v>
                </c:pt>
                <c:pt idx="24202">
                  <c:v>1291.0339999999999</c:v>
                </c:pt>
                <c:pt idx="24203">
                  <c:v>843.04689999999948</c:v>
                </c:pt>
                <c:pt idx="24204">
                  <c:v>779.82529999999906</c:v>
                </c:pt>
                <c:pt idx="24205">
                  <c:v>737.93699999999933</c:v>
                </c:pt>
                <c:pt idx="24206">
                  <c:v>702.44699999999921</c:v>
                </c:pt>
                <c:pt idx="24207">
                  <c:v>697.89980000000003</c:v>
                </c:pt>
                <c:pt idx="24208">
                  <c:v>687.67409999999995</c:v>
                </c:pt>
                <c:pt idx="24209">
                  <c:v>678.92809999999997</c:v>
                </c:pt>
                <c:pt idx="24210">
                  <c:v>666.3723</c:v>
                </c:pt>
                <c:pt idx="24211">
                  <c:v>674.62270000000001</c:v>
                </c:pt>
                <c:pt idx="24212">
                  <c:v>736.83879999999999</c:v>
                </c:pt>
                <c:pt idx="24213">
                  <c:v>847.03659999999934</c:v>
                </c:pt>
                <c:pt idx="24214">
                  <c:v>871.60719999999947</c:v>
                </c:pt>
                <c:pt idx="24215">
                  <c:v>816.76919999999996</c:v>
                </c:pt>
                <c:pt idx="24216">
                  <c:v>788.58109999999999</c:v>
                </c:pt>
                <c:pt idx="24217">
                  <c:v>812.89409999999998</c:v>
                </c:pt>
                <c:pt idx="24218">
                  <c:v>827.65699999999947</c:v>
                </c:pt>
                <c:pt idx="24219">
                  <c:v>821.4144</c:v>
                </c:pt>
                <c:pt idx="24220">
                  <c:v>807.13670000000002</c:v>
                </c:pt>
                <c:pt idx="24221">
                  <c:v>796.12099999999998</c:v>
                </c:pt>
                <c:pt idx="24222">
                  <c:v>786.54959999999949</c:v>
                </c:pt>
                <c:pt idx="24223">
                  <c:v>770.51099999999997</c:v>
                </c:pt>
                <c:pt idx="24224">
                  <c:v>758.84370000000001</c:v>
                </c:pt>
                <c:pt idx="24225">
                  <c:v>755.30849999999998</c:v>
                </c:pt>
                <c:pt idx="24226">
                  <c:v>759.08690000000001</c:v>
                </c:pt>
                <c:pt idx="24227">
                  <c:v>774.82479999999998</c:v>
                </c:pt>
                <c:pt idx="24228">
                  <c:v>817.47670000000005</c:v>
                </c:pt>
                <c:pt idx="24229">
                  <c:v>909.43009999999947</c:v>
                </c:pt>
                <c:pt idx="24230">
                  <c:v>980.38840000000005</c:v>
                </c:pt>
                <c:pt idx="24231">
                  <c:v>960.48829999999998</c:v>
                </c:pt>
                <c:pt idx="24232">
                  <c:v>879.97090000000003</c:v>
                </c:pt>
                <c:pt idx="24233">
                  <c:v>861.99350000000004</c:v>
                </c:pt>
                <c:pt idx="24234">
                  <c:v>870.40659999999946</c:v>
                </c:pt>
                <c:pt idx="24235">
                  <c:v>861.22580000000005</c:v>
                </c:pt>
                <c:pt idx="24236">
                  <c:v>840.88209999999947</c:v>
                </c:pt>
                <c:pt idx="24237">
                  <c:v>820.82259999999906</c:v>
                </c:pt>
                <c:pt idx="24238">
                  <c:v>849.83489999999949</c:v>
                </c:pt>
                <c:pt idx="24239">
                  <c:v>1053.0339999999999</c:v>
                </c:pt>
                <c:pt idx="24240">
                  <c:v>1529.126</c:v>
                </c:pt>
                <c:pt idx="24241">
                  <c:v>1861.8579999999999</c:v>
                </c:pt>
                <c:pt idx="24242">
                  <c:v>1758.2660000000001</c:v>
                </c:pt>
                <c:pt idx="24243">
                  <c:v>1701.377</c:v>
                </c:pt>
                <c:pt idx="24244">
                  <c:v>1899.1739999999998</c:v>
                </c:pt>
                <c:pt idx="24245">
                  <c:v>2074.9450000000002</c:v>
                </c:pt>
                <c:pt idx="24246">
                  <c:v>1903.0729999999999</c:v>
                </c:pt>
                <c:pt idx="24247">
                  <c:v>1599.7360000000001</c:v>
                </c:pt>
                <c:pt idx="24248">
                  <c:v>1457.83</c:v>
                </c:pt>
                <c:pt idx="24249">
                  <c:v>1503.7439999999999</c:v>
                </c:pt>
                <c:pt idx="24250">
                  <c:v>1555.9050000000011</c:v>
                </c:pt>
                <c:pt idx="24251">
                  <c:v>1443.953</c:v>
                </c:pt>
                <c:pt idx="24252">
                  <c:v>1322.95</c:v>
                </c:pt>
                <c:pt idx="24253">
                  <c:v>1345.3109999999999</c:v>
                </c:pt>
                <c:pt idx="24254">
                  <c:v>1424.768</c:v>
                </c:pt>
                <c:pt idx="24255">
                  <c:v>1425.2260000000001</c:v>
                </c:pt>
                <c:pt idx="24256">
                  <c:v>1359.921</c:v>
                </c:pt>
                <c:pt idx="24257">
                  <c:v>1302.047</c:v>
                </c:pt>
                <c:pt idx="24258">
                  <c:v>1257.7190000000001</c:v>
                </c:pt>
                <c:pt idx="24259">
                  <c:v>1235.778</c:v>
                </c:pt>
                <c:pt idx="24260">
                  <c:v>1234.0529999999999</c:v>
                </c:pt>
                <c:pt idx="24261">
                  <c:v>1198.299</c:v>
                </c:pt>
                <c:pt idx="24262">
                  <c:v>1096.288</c:v>
                </c:pt>
                <c:pt idx="24263">
                  <c:v>1043.6279999999999</c:v>
                </c:pt>
                <c:pt idx="24264">
                  <c:v>1038.1019999999999</c:v>
                </c:pt>
                <c:pt idx="24265">
                  <c:v>992.72580000000005</c:v>
                </c:pt>
                <c:pt idx="24266">
                  <c:v>936.47770000000003</c:v>
                </c:pt>
                <c:pt idx="24267">
                  <c:v>896.67810000000054</c:v>
                </c:pt>
                <c:pt idx="24268">
                  <c:v>883.50030000000004</c:v>
                </c:pt>
                <c:pt idx="24269">
                  <c:v>961.17840000000081</c:v>
                </c:pt>
                <c:pt idx="24270">
                  <c:v>938.41930000000002</c:v>
                </c:pt>
                <c:pt idx="24271">
                  <c:v>919.83209999999906</c:v>
                </c:pt>
                <c:pt idx="24272">
                  <c:v>868.74490000000003</c:v>
                </c:pt>
                <c:pt idx="24273">
                  <c:v>817.58619999999996</c:v>
                </c:pt>
                <c:pt idx="24274">
                  <c:v>782.49080000000004</c:v>
                </c:pt>
                <c:pt idx="24275">
                  <c:v>751.66890000000001</c:v>
                </c:pt>
                <c:pt idx="24276">
                  <c:v>725.64890000000003</c:v>
                </c:pt>
                <c:pt idx="24277">
                  <c:v>705.3383</c:v>
                </c:pt>
                <c:pt idx="24278">
                  <c:v>681.8322999999989</c:v>
                </c:pt>
                <c:pt idx="24279">
                  <c:v>636.52099999999996</c:v>
                </c:pt>
                <c:pt idx="24280">
                  <c:v>596.05189999999948</c:v>
                </c:pt>
                <c:pt idx="24281">
                  <c:v>589.38890000000004</c:v>
                </c:pt>
                <c:pt idx="24282">
                  <c:v>576.40689999999938</c:v>
                </c:pt>
                <c:pt idx="24283">
                  <c:v>544.04880000000003</c:v>
                </c:pt>
                <c:pt idx="24284">
                  <c:v>520.63580000000002</c:v>
                </c:pt>
                <c:pt idx="24285">
                  <c:v>507.00369999999964</c:v>
                </c:pt>
                <c:pt idx="24286">
                  <c:v>506.803</c:v>
                </c:pt>
                <c:pt idx="24287">
                  <c:v>503.81479999999999</c:v>
                </c:pt>
                <c:pt idx="24288">
                  <c:v>491.80779999999999</c:v>
                </c:pt>
                <c:pt idx="24289">
                  <c:v>467.26209999999969</c:v>
                </c:pt>
                <c:pt idx="24290">
                  <c:v>424.60390000000001</c:v>
                </c:pt>
                <c:pt idx="24291">
                  <c:v>384.03739999999954</c:v>
                </c:pt>
                <c:pt idx="24292">
                  <c:v>360.30889999999999</c:v>
                </c:pt>
                <c:pt idx="24293">
                  <c:v>342.29649999999936</c:v>
                </c:pt>
                <c:pt idx="24294">
                  <c:v>338.30970000000002</c:v>
                </c:pt>
                <c:pt idx="24295">
                  <c:v>334.06889999999999</c:v>
                </c:pt>
                <c:pt idx="24296">
                  <c:v>327.23619999999931</c:v>
                </c:pt>
                <c:pt idx="24297">
                  <c:v>313.3304</c:v>
                </c:pt>
                <c:pt idx="24298">
                  <c:v>297.64420000000047</c:v>
                </c:pt>
                <c:pt idx="24299">
                  <c:v>302.64319999999969</c:v>
                </c:pt>
                <c:pt idx="24300">
                  <c:v>307.87240000000008</c:v>
                </c:pt>
                <c:pt idx="24301">
                  <c:v>301.51490000000001</c:v>
                </c:pt>
                <c:pt idx="24302">
                  <c:v>299.64339999999999</c:v>
                </c:pt>
                <c:pt idx="24303">
                  <c:v>293.62990000000002</c:v>
                </c:pt>
                <c:pt idx="24304">
                  <c:v>289.7022</c:v>
                </c:pt>
                <c:pt idx="24305">
                  <c:v>283.25170000000003</c:v>
                </c:pt>
                <c:pt idx="24306">
                  <c:v>276.3938</c:v>
                </c:pt>
                <c:pt idx="24307">
                  <c:v>271.85789999999997</c:v>
                </c:pt>
                <c:pt idx="24308">
                  <c:v>271.0539</c:v>
                </c:pt>
                <c:pt idx="24309">
                  <c:v>268.3827</c:v>
                </c:pt>
                <c:pt idx="24310">
                  <c:v>267.98269999999968</c:v>
                </c:pt>
                <c:pt idx="24311">
                  <c:v>266.07409999999999</c:v>
                </c:pt>
                <c:pt idx="24312">
                  <c:v>256.45839999999947</c:v>
                </c:pt>
                <c:pt idx="24313">
                  <c:v>256.0154</c:v>
                </c:pt>
                <c:pt idx="24314">
                  <c:v>271.34010000000001</c:v>
                </c:pt>
                <c:pt idx="24315">
                  <c:v>270.822</c:v>
                </c:pt>
                <c:pt idx="24316">
                  <c:v>274.76069999999999</c:v>
                </c:pt>
                <c:pt idx="24317">
                  <c:v>286.18119999999954</c:v>
                </c:pt>
                <c:pt idx="24318">
                  <c:v>282.44439999999969</c:v>
                </c:pt>
                <c:pt idx="24319">
                  <c:v>277.42789999999968</c:v>
                </c:pt>
                <c:pt idx="24320">
                  <c:v>285.14109999999999</c:v>
                </c:pt>
                <c:pt idx="24321">
                  <c:v>306.5616</c:v>
                </c:pt>
                <c:pt idx="24322">
                  <c:v>311.35539999999969</c:v>
                </c:pt>
                <c:pt idx="24323">
                  <c:v>316.21980000000002</c:v>
                </c:pt>
                <c:pt idx="24324">
                  <c:v>317.21660000000003</c:v>
                </c:pt>
                <c:pt idx="24325">
                  <c:v>312.3330999999996</c:v>
                </c:pt>
                <c:pt idx="24326">
                  <c:v>309.2638</c:v>
                </c:pt>
                <c:pt idx="24327">
                  <c:v>312.94909999999999</c:v>
                </c:pt>
                <c:pt idx="24328">
                  <c:v>327.05599999999993</c:v>
                </c:pt>
                <c:pt idx="24329">
                  <c:v>343.5634</c:v>
                </c:pt>
                <c:pt idx="24330">
                  <c:v>341.40069999999969</c:v>
                </c:pt>
                <c:pt idx="24331">
                  <c:v>350.96980000000002</c:v>
                </c:pt>
                <c:pt idx="24332">
                  <c:v>342.26509999999968</c:v>
                </c:pt>
                <c:pt idx="24333">
                  <c:v>340.27509999999961</c:v>
                </c:pt>
                <c:pt idx="24334">
                  <c:v>341.51159999999953</c:v>
                </c:pt>
                <c:pt idx="24335">
                  <c:v>344.09480000000002</c:v>
                </c:pt>
                <c:pt idx="24336">
                  <c:v>352.83449999999999</c:v>
                </c:pt>
                <c:pt idx="24337">
                  <c:v>349.66770000000002</c:v>
                </c:pt>
                <c:pt idx="24338">
                  <c:v>345.36219999999969</c:v>
                </c:pt>
                <c:pt idx="24339">
                  <c:v>341.85160000000002</c:v>
                </c:pt>
                <c:pt idx="24340">
                  <c:v>343.55160000000001</c:v>
                </c:pt>
                <c:pt idx="24341">
                  <c:v>346.69309999999967</c:v>
                </c:pt>
                <c:pt idx="24342">
                  <c:v>352.62959999999993</c:v>
                </c:pt>
                <c:pt idx="24343">
                  <c:v>360.56240000000008</c:v>
                </c:pt>
                <c:pt idx="24344">
                  <c:v>359.53299999999967</c:v>
                </c:pt>
                <c:pt idx="24345">
                  <c:v>369.01940000000002</c:v>
                </c:pt>
                <c:pt idx="24346">
                  <c:v>383.32560000000001</c:v>
                </c:pt>
                <c:pt idx="24347">
                  <c:v>405.47889999999961</c:v>
                </c:pt>
                <c:pt idx="24348">
                  <c:v>481.78930000000003</c:v>
                </c:pt>
                <c:pt idx="24349">
                  <c:v>619.65470000000005</c:v>
                </c:pt>
                <c:pt idx="24350">
                  <c:v>721.73090000000002</c:v>
                </c:pt>
                <c:pt idx="24351">
                  <c:v>701.13589999999999</c:v>
                </c:pt>
                <c:pt idx="24352">
                  <c:v>619.78660000000002</c:v>
                </c:pt>
                <c:pt idx="24353">
                  <c:v>573.90359999999998</c:v>
                </c:pt>
                <c:pt idx="24354">
                  <c:v>559.99009999999998</c:v>
                </c:pt>
                <c:pt idx="24355">
                  <c:v>540.19380000000081</c:v>
                </c:pt>
                <c:pt idx="24356">
                  <c:v>529.50440000000003</c:v>
                </c:pt>
                <c:pt idx="24357">
                  <c:v>520.55679999999938</c:v>
                </c:pt>
                <c:pt idx="24358">
                  <c:v>510.38200000000001</c:v>
                </c:pt>
                <c:pt idx="24359">
                  <c:v>502.99919999999935</c:v>
                </c:pt>
                <c:pt idx="24360">
                  <c:v>490.00189999999969</c:v>
                </c:pt>
                <c:pt idx="24361">
                  <c:v>480.27569999999969</c:v>
                </c:pt>
                <c:pt idx="24362">
                  <c:v>476.18759999999969</c:v>
                </c:pt>
                <c:pt idx="24363">
                  <c:v>506.74849999999969</c:v>
                </c:pt>
                <c:pt idx="24364">
                  <c:v>744.11759999999947</c:v>
                </c:pt>
                <c:pt idx="24365">
                  <c:v>1993.9849999999999</c:v>
                </c:pt>
                <c:pt idx="24366">
                  <c:v>3269.0279999999998</c:v>
                </c:pt>
                <c:pt idx="24367">
                  <c:v>4102.7709999999997</c:v>
                </c:pt>
                <c:pt idx="24368">
                  <c:v>3178.8409999999999</c:v>
                </c:pt>
                <c:pt idx="24369">
                  <c:v>2524.7799999999997</c:v>
                </c:pt>
                <c:pt idx="24370">
                  <c:v>1929.8789999999999</c:v>
                </c:pt>
                <c:pt idx="24371">
                  <c:v>1603.8209999999999</c:v>
                </c:pt>
                <c:pt idx="24372">
                  <c:v>1289.645</c:v>
                </c:pt>
                <c:pt idx="24373">
                  <c:v>1106.444</c:v>
                </c:pt>
                <c:pt idx="24374">
                  <c:v>1042.712</c:v>
                </c:pt>
                <c:pt idx="24375">
                  <c:v>960.84119999999905</c:v>
                </c:pt>
                <c:pt idx="24376">
                  <c:v>917.21900000000005</c:v>
                </c:pt>
                <c:pt idx="24377">
                  <c:v>900.95589999999947</c:v>
                </c:pt>
                <c:pt idx="24378">
                  <c:v>903.28719999999998</c:v>
                </c:pt>
                <c:pt idx="24379">
                  <c:v>921.66489999999999</c:v>
                </c:pt>
                <c:pt idx="24380">
                  <c:v>936.19910000000004</c:v>
                </c:pt>
                <c:pt idx="24381">
                  <c:v>925.41629999999907</c:v>
                </c:pt>
                <c:pt idx="24382">
                  <c:v>892.92149999999947</c:v>
                </c:pt>
                <c:pt idx="24383">
                  <c:v>884.64149999999938</c:v>
                </c:pt>
                <c:pt idx="24384">
                  <c:v>892.70010000000002</c:v>
                </c:pt>
                <c:pt idx="24385">
                  <c:v>867.87239999999997</c:v>
                </c:pt>
                <c:pt idx="24386">
                  <c:v>845.0249</c:v>
                </c:pt>
                <c:pt idx="24387">
                  <c:v>826.11599999999999</c:v>
                </c:pt>
                <c:pt idx="24388">
                  <c:v>807.07209999999998</c:v>
                </c:pt>
                <c:pt idx="24389">
                  <c:v>789.82029999999907</c:v>
                </c:pt>
                <c:pt idx="24390">
                  <c:v>772.32649999999933</c:v>
                </c:pt>
                <c:pt idx="24391">
                  <c:v>756.56349999999998</c:v>
                </c:pt>
                <c:pt idx="24392">
                  <c:v>740.64570000000003</c:v>
                </c:pt>
                <c:pt idx="24393">
                  <c:v>730.76919999999996</c:v>
                </c:pt>
                <c:pt idx="24394">
                  <c:v>722.81909999999948</c:v>
                </c:pt>
                <c:pt idx="24395">
                  <c:v>710.81559999999934</c:v>
                </c:pt>
                <c:pt idx="24396">
                  <c:v>698.65959999999939</c:v>
                </c:pt>
                <c:pt idx="24397">
                  <c:v>688.40009999999938</c:v>
                </c:pt>
                <c:pt idx="24398">
                  <c:v>675.81579999999997</c:v>
                </c:pt>
                <c:pt idx="24399">
                  <c:v>664.88679999999999</c:v>
                </c:pt>
                <c:pt idx="24400">
                  <c:v>652.5738000000008</c:v>
                </c:pt>
                <c:pt idx="24401">
                  <c:v>637.87609999999938</c:v>
                </c:pt>
                <c:pt idx="24402">
                  <c:v>623.01619999999946</c:v>
                </c:pt>
                <c:pt idx="24403">
                  <c:v>608.80239999999947</c:v>
                </c:pt>
                <c:pt idx="24404">
                  <c:v>595.61440000000005</c:v>
                </c:pt>
                <c:pt idx="24405">
                  <c:v>588.35989999999947</c:v>
                </c:pt>
                <c:pt idx="24406">
                  <c:v>579.14329999999939</c:v>
                </c:pt>
                <c:pt idx="24407">
                  <c:v>566.47919999999999</c:v>
                </c:pt>
                <c:pt idx="24408">
                  <c:v>555.86579999999947</c:v>
                </c:pt>
                <c:pt idx="24409">
                  <c:v>544.2441</c:v>
                </c:pt>
                <c:pt idx="24410">
                  <c:v>534.44569999999919</c:v>
                </c:pt>
                <c:pt idx="24411">
                  <c:v>524.41519999999946</c:v>
                </c:pt>
                <c:pt idx="24412">
                  <c:v>515.19269999999949</c:v>
                </c:pt>
                <c:pt idx="24413">
                  <c:v>506.72849999999954</c:v>
                </c:pt>
                <c:pt idx="24414">
                  <c:v>516.71910000000003</c:v>
                </c:pt>
                <c:pt idx="24415">
                  <c:v>539.48440000000005</c:v>
                </c:pt>
                <c:pt idx="24416">
                  <c:v>538.49919999999997</c:v>
                </c:pt>
                <c:pt idx="24417">
                  <c:v>526.95749999999907</c:v>
                </c:pt>
                <c:pt idx="24418">
                  <c:v>519.69129999999996</c:v>
                </c:pt>
                <c:pt idx="24419">
                  <c:v>516.13369999999998</c:v>
                </c:pt>
                <c:pt idx="24420">
                  <c:v>509.46099999999967</c:v>
                </c:pt>
                <c:pt idx="24421">
                  <c:v>655.20600000000002</c:v>
                </c:pt>
                <c:pt idx="24422">
                  <c:v>858.54099999999949</c:v>
                </c:pt>
                <c:pt idx="24423">
                  <c:v>914.67909999999995</c:v>
                </c:pt>
                <c:pt idx="24424">
                  <c:v>945.29900000000055</c:v>
                </c:pt>
                <c:pt idx="24425">
                  <c:v>848.79240000000004</c:v>
                </c:pt>
                <c:pt idx="24426">
                  <c:v>1153.8939999999998</c:v>
                </c:pt>
                <c:pt idx="24427">
                  <c:v>2713.7219999999998</c:v>
                </c:pt>
                <c:pt idx="24428">
                  <c:v>4504.7349999999997</c:v>
                </c:pt>
                <c:pt idx="24429">
                  <c:v>4847.2110000000002</c:v>
                </c:pt>
                <c:pt idx="24430">
                  <c:v>3149.0210000000002</c:v>
                </c:pt>
                <c:pt idx="24431">
                  <c:v>2752.9459999999999</c:v>
                </c:pt>
                <c:pt idx="24432">
                  <c:v>3637.4690000000001</c:v>
                </c:pt>
                <c:pt idx="24433">
                  <c:v>4073.4250000000002</c:v>
                </c:pt>
                <c:pt idx="24434">
                  <c:v>2996.9259999999999</c:v>
                </c:pt>
                <c:pt idx="24435">
                  <c:v>2224.0079999999998</c:v>
                </c:pt>
                <c:pt idx="24436">
                  <c:v>2103.0590000000002</c:v>
                </c:pt>
                <c:pt idx="24437">
                  <c:v>2028.7729999999999</c:v>
                </c:pt>
                <c:pt idx="24438">
                  <c:v>1890.502</c:v>
                </c:pt>
                <c:pt idx="24439">
                  <c:v>1813.845</c:v>
                </c:pt>
                <c:pt idx="24440">
                  <c:v>1716.057</c:v>
                </c:pt>
                <c:pt idx="24441">
                  <c:v>1626.2660000000001</c:v>
                </c:pt>
                <c:pt idx="24442">
                  <c:v>1538.597</c:v>
                </c:pt>
                <c:pt idx="24443">
                  <c:v>1437.376</c:v>
                </c:pt>
                <c:pt idx="24444">
                  <c:v>1333.2919999999999</c:v>
                </c:pt>
                <c:pt idx="24445">
                  <c:v>1255.7439999999999</c:v>
                </c:pt>
                <c:pt idx="24446">
                  <c:v>1205.9570000000001</c:v>
                </c:pt>
                <c:pt idx="24447">
                  <c:v>1185.1949999999986</c:v>
                </c:pt>
                <c:pt idx="24448">
                  <c:v>1169.979</c:v>
                </c:pt>
                <c:pt idx="24449">
                  <c:v>1169.6599999999999</c:v>
                </c:pt>
                <c:pt idx="24450">
                  <c:v>1181.6099999999999</c:v>
                </c:pt>
                <c:pt idx="24451">
                  <c:v>1201.616</c:v>
                </c:pt>
                <c:pt idx="24452">
                  <c:v>1209.0889999999999</c:v>
                </c:pt>
                <c:pt idx="24453">
                  <c:v>1191.1019999999999</c:v>
                </c:pt>
                <c:pt idx="24454">
                  <c:v>1129.6939999999986</c:v>
                </c:pt>
                <c:pt idx="24455">
                  <c:v>1087.3709999999999</c:v>
                </c:pt>
                <c:pt idx="24456">
                  <c:v>1040.8399999999999</c:v>
                </c:pt>
                <c:pt idx="24457">
                  <c:v>1006.217</c:v>
                </c:pt>
                <c:pt idx="24458">
                  <c:v>975.94479999999999</c:v>
                </c:pt>
                <c:pt idx="24459">
                  <c:v>953.553</c:v>
                </c:pt>
                <c:pt idx="24460">
                  <c:v>937.69640000000004</c:v>
                </c:pt>
                <c:pt idx="24461">
                  <c:v>925.72469999999998</c:v>
                </c:pt>
                <c:pt idx="24462">
                  <c:v>911.10140000000001</c:v>
                </c:pt>
                <c:pt idx="24463">
                  <c:v>897.41709999999921</c:v>
                </c:pt>
                <c:pt idx="24464">
                  <c:v>883.58440000000053</c:v>
                </c:pt>
                <c:pt idx="24465">
                  <c:v>871.34569999999906</c:v>
                </c:pt>
                <c:pt idx="24466">
                  <c:v>860.52179999999998</c:v>
                </c:pt>
                <c:pt idx="24467">
                  <c:v>850.02659999999946</c:v>
                </c:pt>
                <c:pt idx="24468">
                  <c:v>837.73009999999999</c:v>
                </c:pt>
                <c:pt idx="24469">
                  <c:v>826.78520000000003</c:v>
                </c:pt>
                <c:pt idx="24470">
                  <c:v>815.04419999999948</c:v>
                </c:pt>
                <c:pt idx="24471">
                  <c:v>804.09019999999998</c:v>
                </c:pt>
                <c:pt idx="24472">
                  <c:v>821.06679999999949</c:v>
                </c:pt>
                <c:pt idx="24473">
                  <c:v>834.8405999999992</c:v>
                </c:pt>
                <c:pt idx="24474">
                  <c:v>816.97199999999998</c:v>
                </c:pt>
                <c:pt idx="24475">
                  <c:v>793.1</c:v>
                </c:pt>
                <c:pt idx="24476">
                  <c:v>774.39109999999948</c:v>
                </c:pt>
                <c:pt idx="24477">
                  <c:v>762.476</c:v>
                </c:pt>
                <c:pt idx="24478">
                  <c:v>750.82409999999948</c:v>
                </c:pt>
                <c:pt idx="24479">
                  <c:v>739.57669999999996</c:v>
                </c:pt>
                <c:pt idx="24480">
                  <c:v>731.32779999999946</c:v>
                </c:pt>
                <c:pt idx="24481">
                  <c:v>724.47109999999998</c:v>
                </c:pt>
                <c:pt idx="24482">
                  <c:v>715.00729999999919</c:v>
                </c:pt>
                <c:pt idx="24483">
                  <c:v>703.50739999999996</c:v>
                </c:pt>
                <c:pt idx="24484">
                  <c:v>693.85859999999946</c:v>
                </c:pt>
                <c:pt idx="24485">
                  <c:v>686.18980000000067</c:v>
                </c:pt>
                <c:pt idx="24486">
                  <c:v>678.94330000000002</c:v>
                </c:pt>
                <c:pt idx="24487">
                  <c:v>670.88599999999997</c:v>
                </c:pt>
                <c:pt idx="24488">
                  <c:v>669.18550000000005</c:v>
                </c:pt>
                <c:pt idx="24489">
                  <c:v>874.84409999999946</c:v>
                </c:pt>
                <c:pt idx="24490">
                  <c:v>1414.6639999999998</c:v>
                </c:pt>
                <c:pt idx="24491">
                  <c:v>1729.7429999999999</c:v>
                </c:pt>
                <c:pt idx="24492">
                  <c:v>1362.7190000000001</c:v>
                </c:pt>
                <c:pt idx="24493">
                  <c:v>943.30659999999921</c:v>
                </c:pt>
                <c:pt idx="24494">
                  <c:v>883.29480000000081</c:v>
                </c:pt>
                <c:pt idx="24495">
                  <c:v>882.59059999999999</c:v>
                </c:pt>
                <c:pt idx="24496">
                  <c:v>892.24400000000003</c:v>
                </c:pt>
                <c:pt idx="24497">
                  <c:v>1057.3619999999999</c:v>
                </c:pt>
                <c:pt idx="24498">
                  <c:v>1099.3689999999999</c:v>
                </c:pt>
                <c:pt idx="24499">
                  <c:v>1083.6109999999999</c:v>
                </c:pt>
                <c:pt idx="24500">
                  <c:v>1045.308</c:v>
                </c:pt>
                <c:pt idx="24501">
                  <c:v>1068.828</c:v>
                </c:pt>
                <c:pt idx="24502">
                  <c:v>1097.329</c:v>
                </c:pt>
                <c:pt idx="24503">
                  <c:v>1119.9560000000001</c:v>
                </c:pt>
                <c:pt idx="24504">
                  <c:v>1494.4390000000001</c:v>
                </c:pt>
                <c:pt idx="24505">
                  <c:v>1878.703</c:v>
                </c:pt>
                <c:pt idx="24506">
                  <c:v>1948.769</c:v>
                </c:pt>
                <c:pt idx="24507">
                  <c:v>1533.2149999999999</c:v>
                </c:pt>
                <c:pt idx="24508">
                  <c:v>1268.078</c:v>
                </c:pt>
                <c:pt idx="24509">
                  <c:v>1481.6009999999999</c:v>
                </c:pt>
                <c:pt idx="24510">
                  <c:v>1712.136</c:v>
                </c:pt>
                <c:pt idx="24511">
                  <c:v>1740.2370000000001</c:v>
                </c:pt>
                <c:pt idx="24512">
                  <c:v>1709.7939999999999</c:v>
                </c:pt>
                <c:pt idx="24513">
                  <c:v>1319.6629999999998</c:v>
                </c:pt>
                <c:pt idx="24514">
                  <c:v>1138.627</c:v>
                </c:pt>
                <c:pt idx="24515">
                  <c:v>1044.749</c:v>
                </c:pt>
                <c:pt idx="24516">
                  <c:v>1008.3459999999992</c:v>
                </c:pt>
                <c:pt idx="24517">
                  <c:v>984.09079999999994</c:v>
                </c:pt>
                <c:pt idx="24518">
                  <c:v>963.8562999999989</c:v>
                </c:pt>
                <c:pt idx="24519">
                  <c:v>933.44579999999996</c:v>
                </c:pt>
                <c:pt idx="24520">
                  <c:v>906.12159999999949</c:v>
                </c:pt>
                <c:pt idx="24521">
                  <c:v>882.87570000000005</c:v>
                </c:pt>
                <c:pt idx="24522">
                  <c:v>866.13749999999948</c:v>
                </c:pt>
                <c:pt idx="24523">
                  <c:v>849.78820000000053</c:v>
                </c:pt>
                <c:pt idx="24524">
                  <c:v>831.46099999999933</c:v>
                </c:pt>
                <c:pt idx="24525">
                  <c:v>807.42059999999947</c:v>
                </c:pt>
                <c:pt idx="24526">
                  <c:v>783.33119999999906</c:v>
                </c:pt>
                <c:pt idx="24527">
                  <c:v>763.78099999999995</c:v>
                </c:pt>
                <c:pt idx="24528">
                  <c:v>752.9166999999992</c:v>
                </c:pt>
                <c:pt idx="24529">
                  <c:v>748.19400000000053</c:v>
                </c:pt>
                <c:pt idx="24530">
                  <c:v>757.94149999999934</c:v>
                </c:pt>
                <c:pt idx="24531">
                  <c:v>894.14189999999996</c:v>
                </c:pt>
                <c:pt idx="24532">
                  <c:v>895.05439999999999</c:v>
                </c:pt>
                <c:pt idx="24533">
                  <c:v>808.00969999999938</c:v>
                </c:pt>
                <c:pt idx="24534">
                  <c:v>730.71980000000053</c:v>
                </c:pt>
                <c:pt idx="24535">
                  <c:v>700.94739999999933</c:v>
                </c:pt>
                <c:pt idx="24536">
                  <c:v>683.25310000000002</c:v>
                </c:pt>
                <c:pt idx="24537">
                  <c:v>674.47320000000002</c:v>
                </c:pt>
                <c:pt idx="24538">
                  <c:v>670.32239999999933</c:v>
                </c:pt>
                <c:pt idx="24539">
                  <c:v>669.67830000000095</c:v>
                </c:pt>
                <c:pt idx="24540">
                  <c:v>665.18900000000053</c:v>
                </c:pt>
                <c:pt idx="24541">
                  <c:v>654.24880000000053</c:v>
                </c:pt>
                <c:pt idx="24542">
                  <c:v>640.0068</c:v>
                </c:pt>
                <c:pt idx="24543">
                  <c:v>627.78860000000054</c:v>
                </c:pt>
                <c:pt idx="24544">
                  <c:v>617.02609999999947</c:v>
                </c:pt>
                <c:pt idx="24545">
                  <c:v>608.61130000000003</c:v>
                </c:pt>
                <c:pt idx="24546">
                  <c:v>625.43759999999907</c:v>
                </c:pt>
                <c:pt idx="24547">
                  <c:v>646.63329999999996</c:v>
                </c:pt>
                <c:pt idx="24548">
                  <c:v>650.50390000000004</c:v>
                </c:pt>
                <c:pt idx="24549">
                  <c:v>636.29909999999995</c:v>
                </c:pt>
                <c:pt idx="24550">
                  <c:v>628.51119999999946</c:v>
                </c:pt>
                <c:pt idx="24551">
                  <c:v>628.74209999999948</c:v>
                </c:pt>
                <c:pt idx="24552">
                  <c:v>637.74900000000002</c:v>
                </c:pt>
                <c:pt idx="24553">
                  <c:v>658.25689999999997</c:v>
                </c:pt>
                <c:pt idx="24554">
                  <c:v>689.90009999999938</c:v>
                </c:pt>
                <c:pt idx="24555">
                  <c:v>692.08470000000068</c:v>
                </c:pt>
                <c:pt idx="24556">
                  <c:v>666.96509999999921</c:v>
                </c:pt>
                <c:pt idx="24557">
                  <c:v>650.04430000000002</c:v>
                </c:pt>
                <c:pt idx="24558">
                  <c:v>645.65890000000002</c:v>
                </c:pt>
                <c:pt idx="24559">
                  <c:v>641.82189999999946</c:v>
                </c:pt>
                <c:pt idx="24560">
                  <c:v>640.19370000000094</c:v>
                </c:pt>
                <c:pt idx="24561">
                  <c:v>628.76239999999996</c:v>
                </c:pt>
                <c:pt idx="24562">
                  <c:v>612.21910000000003</c:v>
                </c:pt>
                <c:pt idx="24563">
                  <c:v>600.58550000000002</c:v>
                </c:pt>
                <c:pt idx="24564">
                  <c:v>577.68409999999994</c:v>
                </c:pt>
                <c:pt idx="24565">
                  <c:v>554.96009999999933</c:v>
                </c:pt>
                <c:pt idx="24566">
                  <c:v>530.52170000000001</c:v>
                </c:pt>
                <c:pt idx="24567">
                  <c:v>517.48929999999996</c:v>
                </c:pt>
                <c:pt idx="24568">
                  <c:v>522.60730000000001</c:v>
                </c:pt>
                <c:pt idx="24569">
                  <c:v>526.21219999999948</c:v>
                </c:pt>
                <c:pt idx="24570">
                  <c:v>521.32559999999921</c:v>
                </c:pt>
                <c:pt idx="24571">
                  <c:v>535.18600000000004</c:v>
                </c:pt>
                <c:pt idx="24572">
                  <c:v>597.7758000000008</c:v>
                </c:pt>
                <c:pt idx="24573">
                  <c:v>642.69730000000004</c:v>
                </c:pt>
                <c:pt idx="24574">
                  <c:v>621.73820000000001</c:v>
                </c:pt>
                <c:pt idx="24575">
                  <c:v>678.96799999999905</c:v>
                </c:pt>
                <c:pt idx="24576">
                  <c:v>919.36729999999875</c:v>
                </c:pt>
                <c:pt idx="24577">
                  <c:v>1121.1489999999999</c:v>
                </c:pt>
                <c:pt idx="24578">
                  <c:v>1153.8609999999999</c:v>
                </c:pt>
                <c:pt idx="24579">
                  <c:v>1043.6119999999999</c:v>
                </c:pt>
                <c:pt idx="24580">
                  <c:v>923.60889999999995</c:v>
                </c:pt>
                <c:pt idx="24581">
                  <c:v>863.96419999999921</c:v>
                </c:pt>
                <c:pt idx="24582">
                  <c:v>840.09630000000004</c:v>
                </c:pt>
                <c:pt idx="24583">
                  <c:v>830.93439999999998</c:v>
                </c:pt>
                <c:pt idx="24584">
                  <c:v>883.90989999999999</c:v>
                </c:pt>
                <c:pt idx="24585">
                  <c:v>1008.9059999999994</c:v>
                </c:pt>
                <c:pt idx="24586">
                  <c:v>1130.3229999999999</c:v>
                </c:pt>
                <c:pt idx="24587">
                  <c:v>1125.258</c:v>
                </c:pt>
                <c:pt idx="24588">
                  <c:v>1076.587</c:v>
                </c:pt>
                <c:pt idx="24589">
                  <c:v>1053.9870000000001</c:v>
                </c:pt>
                <c:pt idx="24590">
                  <c:v>1068.297</c:v>
                </c:pt>
                <c:pt idx="24591">
                  <c:v>1035.655</c:v>
                </c:pt>
                <c:pt idx="24592">
                  <c:v>999.53309999999999</c:v>
                </c:pt>
                <c:pt idx="24593">
                  <c:v>968.32380000000001</c:v>
                </c:pt>
                <c:pt idx="24594">
                  <c:v>938.10709999999949</c:v>
                </c:pt>
                <c:pt idx="24595">
                  <c:v>902.61689999999999</c:v>
                </c:pt>
                <c:pt idx="24596">
                  <c:v>883.88430000000005</c:v>
                </c:pt>
                <c:pt idx="24597">
                  <c:v>875.34299999999905</c:v>
                </c:pt>
                <c:pt idx="24598">
                  <c:v>876.97390000000053</c:v>
                </c:pt>
                <c:pt idx="24599">
                  <c:v>899.86309999999946</c:v>
                </c:pt>
                <c:pt idx="24600">
                  <c:v>913.51739999999938</c:v>
                </c:pt>
                <c:pt idx="24601">
                  <c:v>881.06059999999934</c:v>
                </c:pt>
                <c:pt idx="24602">
                  <c:v>846.79719999999998</c:v>
                </c:pt>
                <c:pt idx="24603">
                  <c:v>830.61940000000004</c:v>
                </c:pt>
                <c:pt idx="24604">
                  <c:v>829.69420000000002</c:v>
                </c:pt>
                <c:pt idx="24605">
                  <c:v>835.45099999999934</c:v>
                </c:pt>
                <c:pt idx="24606">
                  <c:v>840.7903000000008</c:v>
                </c:pt>
                <c:pt idx="24607">
                  <c:v>837.12019999999939</c:v>
                </c:pt>
                <c:pt idx="24608">
                  <c:v>828.80489999999998</c:v>
                </c:pt>
                <c:pt idx="24609">
                  <c:v>809.9067</c:v>
                </c:pt>
                <c:pt idx="24610">
                  <c:v>783.23869999999999</c:v>
                </c:pt>
                <c:pt idx="24611">
                  <c:v>764.30789999999934</c:v>
                </c:pt>
                <c:pt idx="24612">
                  <c:v>760.10329999999999</c:v>
                </c:pt>
                <c:pt idx="24613">
                  <c:v>754.02659999999946</c:v>
                </c:pt>
                <c:pt idx="24614">
                  <c:v>752.4941</c:v>
                </c:pt>
                <c:pt idx="24615">
                  <c:v>760.6739000000008</c:v>
                </c:pt>
                <c:pt idx="24616">
                  <c:v>782.82929999999919</c:v>
                </c:pt>
                <c:pt idx="24617">
                  <c:v>793.70429999999999</c:v>
                </c:pt>
                <c:pt idx="24618">
                  <c:v>771.80050000000006</c:v>
                </c:pt>
                <c:pt idx="24619">
                  <c:v>744.28229999999996</c:v>
                </c:pt>
                <c:pt idx="24620">
                  <c:v>730.73009999999999</c:v>
                </c:pt>
                <c:pt idx="24621">
                  <c:v>719.40109999999947</c:v>
                </c:pt>
                <c:pt idx="24622">
                  <c:v>740.19920000000002</c:v>
                </c:pt>
                <c:pt idx="24623">
                  <c:v>681.09360000000004</c:v>
                </c:pt>
                <c:pt idx="24624">
                  <c:v>641.50249999999949</c:v>
                </c:pt>
                <c:pt idx="24625">
                  <c:v>612.35979999999938</c:v>
                </c:pt>
                <c:pt idx="24626">
                  <c:v>669.83339999999998</c:v>
                </c:pt>
                <c:pt idx="24627">
                  <c:v>852.30399999999997</c:v>
                </c:pt>
                <c:pt idx="24628">
                  <c:v>1045.5170000000001</c:v>
                </c:pt>
                <c:pt idx="24629">
                  <c:v>1103.4000000000001</c:v>
                </c:pt>
                <c:pt idx="24630">
                  <c:v>1203.3050000000001</c:v>
                </c:pt>
                <c:pt idx="24631">
                  <c:v>949.46389999999997</c:v>
                </c:pt>
                <c:pt idx="24632">
                  <c:v>864.06199999999933</c:v>
                </c:pt>
                <c:pt idx="24633">
                  <c:v>744.93079999999998</c:v>
                </c:pt>
                <c:pt idx="24634">
                  <c:v>669.77540000000067</c:v>
                </c:pt>
                <c:pt idx="24635">
                  <c:v>623.77940000000081</c:v>
                </c:pt>
                <c:pt idx="24636">
                  <c:v>575.67830000000095</c:v>
                </c:pt>
                <c:pt idx="24637">
                  <c:v>537.60609999999997</c:v>
                </c:pt>
                <c:pt idx="24638">
                  <c:v>516.9153</c:v>
                </c:pt>
                <c:pt idx="24639">
                  <c:v>493.97629999999936</c:v>
                </c:pt>
                <c:pt idx="24640">
                  <c:v>468.9851999999994</c:v>
                </c:pt>
                <c:pt idx="24641">
                  <c:v>449.37720000000002</c:v>
                </c:pt>
                <c:pt idx="24642">
                  <c:v>435.60570000000001</c:v>
                </c:pt>
                <c:pt idx="24643">
                  <c:v>417.8338</c:v>
                </c:pt>
                <c:pt idx="24644">
                  <c:v>398.4081999999994</c:v>
                </c:pt>
                <c:pt idx="24645">
                  <c:v>381.90159999999935</c:v>
                </c:pt>
                <c:pt idx="24646">
                  <c:v>367.27589999999969</c:v>
                </c:pt>
                <c:pt idx="24647">
                  <c:v>343.96429999999964</c:v>
                </c:pt>
                <c:pt idx="24648">
                  <c:v>326.14019999999999</c:v>
                </c:pt>
                <c:pt idx="24649">
                  <c:v>322.46140000000003</c:v>
                </c:pt>
                <c:pt idx="24650">
                  <c:v>308.93609999999927</c:v>
                </c:pt>
                <c:pt idx="24651">
                  <c:v>302.2884999999996</c:v>
                </c:pt>
                <c:pt idx="24652">
                  <c:v>299.25389999999999</c:v>
                </c:pt>
                <c:pt idx="24653">
                  <c:v>294.50080000000008</c:v>
                </c:pt>
                <c:pt idx="24654">
                  <c:v>287.6857</c:v>
                </c:pt>
                <c:pt idx="24655">
                  <c:v>289.56049999999999</c:v>
                </c:pt>
                <c:pt idx="24656">
                  <c:v>295.63619999999935</c:v>
                </c:pt>
                <c:pt idx="24657">
                  <c:v>287.55829999999969</c:v>
                </c:pt>
                <c:pt idx="24658">
                  <c:v>273.80329999999969</c:v>
                </c:pt>
                <c:pt idx="24659">
                  <c:v>249.72240000000016</c:v>
                </c:pt>
                <c:pt idx="24660">
                  <c:v>233.00140000000007</c:v>
                </c:pt>
                <c:pt idx="24661">
                  <c:v>233.34540000000001</c:v>
                </c:pt>
                <c:pt idx="24662">
                  <c:v>232.11449999999999</c:v>
                </c:pt>
                <c:pt idx="24663">
                  <c:v>227.07059999999998</c:v>
                </c:pt>
                <c:pt idx="24664">
                  <c:v>221.6268</c:v>
                </c:pt>
                <c:pt idx="24665">
                  <c:v>230.34610000000001</c:v>
                </c:pt>
                <c:pt idx="24666">
                  <c:v>239.14259999999999</c:v>
                </c:pt>
                <c:pt idx="24667">
                  <c:v>239.09030000000001</c:v>
                </c:pt>
                <c:pt idx="24668">
                  <c:v>236.96120000000016</c:v>
                </c:pt>
                <c:pt idx="24669">
                  <c:v>237.35070000000007</c:v>
                </c:pt>
                <c:pt idx="24670">
                  <c:v>237.05590000000001</c:v>
                </c:pt>
                <c:pt idx="24671">
                  <c:v>234.86850000000001</c:v>
                </c:pt>
                <c:pt idx="24672">
                  <c:v>233.57469999999998</c:v>
                </c:pt>
                <c:pt idx="24673">
                  <c:v>233.83580000000001</c:v>
                </c:pt>
                <c:pt idx="24674">
                  <c:v>230.7261</c:v>
                </c:pt>
                <c:pt idx="24675">
                  <c:v>229.70529999999999</c:v>
                </c:pt>
                <c:pt idx="24676">
                  <c:v>229.43880000000001</c:v>
                </c:pt>
                <c:pt idx="24677">
                  <c:v>224.95950000000002</c:v>
                </c:pt>
                <c:pt idx="24678">
                  <c:v>222.56740000000016</c:v>
                </c:pt>
                <c:pt idx="24679">
                  <c:v>223.27089999999998</c:v>
                </c:pt>
                <c:pt idx="24680">
                  <c:v>229.62440000000001</c:v>
                </c:pt>
                <c:pt idx="24681">
                  <c:v>231.4144</c:v>
                </c:pt>
                <c:pt idx="24682">
                  <c:v>221.70689999999999</c:v>
                </c:pt>
                <c:pt idx="24683">
                  <c:v>210.4965</c:v>
                </c:pt>
                <c:pt idx="24684">
                  <c:v>234.10290000000001</c:v>
                </c:pt>
                <c:pt idx="24685">
                  <c:v>226.48670000000001</c:v>
                </c:pt>
                <c:pt idx="24686">
                  <c:v>242.43630000000007</c:v>
                </c:pt>
                <c:pt idx="24687">
                  <c:v>248.471</c:v>
                </c:pt>
                <c:pt idx="24688">
                  <c:v>248.26409999999998</c:v>
                </c:pt>
                <c:pt idx="24689">
                  <c:v>251.94300000000001</c:v>
                </c:pt>
                <c:pt idx="24690">
                  <c:v>248.99979999999999</c:v>
                </c:pt>
                <c:pt idx="24691">
                  <c:v>245.7319</c:v>
                </c:pt>
                <c:pt idx="24692">
                  <c:v>252.77579999999998</c:v>
                </c:pt>
                <c:pt idx="24693">
                  <c:v>277.0573</c:v>
                </c:pt>
                <c:pt idx="24694">
                  <c:v>297.19600000000003</c:v>
                </c:pt>
                <c:pt idx="24695">
                  <c:v>304.03449999999964</c:v>
                </c:pt>
                <c:pt idx="24696">
                  <c:v>302.85140000000001</c:v>
                </c:pt>
                <c:pt idx="24697">
                  <c:v>314.81659999999954</c:v>
                </c:pt>
                <c:pt idx="24698">
                  <c:v>349.75200000000001</c:v>
                </c:pt>
                <c:pt idx="24699">
                  <c:v>378.36579999999969</c:v>
                </c:pt>
                <c:pt idx="24700">
                  <c:v>363.40169999999961</c:v>
                </c:pt>
                <c:pt idx="24701">
                  <c:v>356.86840000000001</c:v>
                </c:pt>
                <c:pt idx="24702">
                  <c:v>354.51990000000001</c:v>
                </c:pt>
                <c:pt idx="24703">
                  <c:v>349.91129999999936</c:v>
                </c:pt>
                <c:pt idx="24704">
                  <c:v>349.76639999999935</c:v>
                </c:pt>
                <c:pt idx="24705">
                  <c:v>351.04250000000002</c:v>
                </c:pt>
                <c:pt idx="24706">
                  <c:v>357.2182999999996</c:v>
                </c:pt>
                <c:pt idx="24707">
                  <c:v>365.22019999999935</c:v>
                </c:pt>
                <c:pt idx="24708">
                  <c:v>362.52199999999954</c:v>
                </c:pt>
                <c:pt idx="24709">
                  <c:v>359.84410000000008</c:v>
                </c:pt>
                <c:pt idx="24710">
                  <c:v>357.4768999999996</c:v>
                </c:pt>
                <c:pt idx="24711">
                  <c:v>356.3168</c:v>
                </c:pt>
                <c:pt idx="24712">
                  <c:v>358.20169999999968</c:v>
                </c:pt>
                <c:pt idx="24713">
                  <c:v>368.7432</c:v>
                </c:pt>
                <c:pt idx="24714">
                  <c:v>373.88369999999969</c:v>
                </c:pt>
                <c:pt idx="24715">
                  <c:v>372.2868999999996</c:v>
                </c:pt>
                <c:pt idx="24716">
                  <c:v>375.66660000000002</c:v>
                </c:pt>
                <c:pt idx="24717">
                  <c:v>367.45669999999961</c:v>
                </c:pt>
                <c:pt idx="24718">
                  <c:v>356.1986</c:v>
                </c:pt>
                <c:pt idx="24719">
                  <c:v>350.98759999999953</c:v>
                </c:pt>
                <c:pt idx="24720">
                  <c:v>356.517</c:v>
                </c:pt>
                <c:pt idx="24721">
                  <c:v>379.96949999999993</c:v>
                </c:pt>
                <c:pt idx="24722">
                  <c:v>448.76409999999993</c:v>
                </c:pt>
                <c:pt idx="24723">
                  <c:v>564.92870000000005</c:v>
                </c:pt>
                <c:pt idx="24724">
                  <c:v>644.87789999999939</c:v>
                </c:pt>
                <c:pt idx="24725">
                  <c:v>630.67080000000055</c:v>
                </c:pt>
                <c:pt idx="24726">
                  <c:v>567.23709999999949</c:v>
                </c:pt>
                <c:pt idx="24727">
                  <c:v>531.29690000000005</c:v>
                </c:pt>
                <c:pt idx="24728">
                  <c:v>516.13099999999997</c:v>
                </c:pt>
                <c:pt idx="24729">
                  <c:v>496.63099999999969</c:v>
                </c:pt>
                <c:pt idx="24730">
                  <c:v>480.75700000000001</c:v>
                </c:pt>
                <c:pt idx="24731">
                  <c:v>477.95089999999999</c:v>
                </c:pt>
                <c:pt idx="24732">
                  <c:v>493.27409999999969</c:v>
                </c:pt>
                <c:pt idx="24733">
                  <c:v>510.89909999999969</c:v>
                </c:pt>
                <c:pt idx="24734">
                  <c:v>521.61900000000003</c:v>
                </c:pt>
                <c:pt idx="24735">
                  <c:v>524.02279999999996</c:v>
                </c:pt>
                <c:pt idx="24736">
                  <c:v>514.66129999999919</c:v>
                </c:pt>
                <c:pt idx="24737">
                  <c:v>497.72099999999961</c:v>
                </c:pt>
                <c:pt idx="24738">
                  <c:v>486.1123</c:v>
                </c:pt>
                <c:pt idx="24739">
                  <c:v>497.47179999999935</c:v>
                </c:pt>
                <c:pt idx="24740">
                  <c:v>662.60429999999997</c:v>
                </c:pt>
                <c:pt idx="24741">
                  <c:v>1166.1959999999999</c:v>
                </c:pt>
                <c:pt idx="24742">
                  <c:v>1599.146</c:v>
                </c:pt>
                <c:pt idx="24743">
                  <c:v>1492.6559999999999</c:v>
                </c:pt>
                <c:pt idx="24744">
                  <c:v>1194.835</c:v>
                </c:pt>
                <c:pt idx="24745">
                  <c:v>1092.954</c:v>
                </c:pt>
                <c:pt idx="24746">
                  <c:v>1022.019</c:v>
                </c:pt>
                <c:pt idx="24747">
                  <c:v>945.00810000000001</c:v>
                </c:pt>
                <c:pt idx="24748">
                  <c:v>911.98850000000004</c:v>
                </c:pt>
                <c:pt idx="24749">
                  <c:v>894.54249999999934</c:v>
                </c:pt>
                <c:pt idx="24750">
                  <c:v>893.24689999999998</c:v>
                </c:pt>
                <c:pt idx="24751">
                  <c:v>890.54209999999921</c:v>
                </c:pt>
                <c:pt idx="24752">
                  <c:v>870.49929999999949</c:v>
                </c:pt>
                <c:pt idx="24753">
                  <c:v>839.04609999999946</c:v>
                </c:pt>
                <c:pt idx="24754">
                  <c:v>820.75609999999949</c:v>
                </c:pt>
                <c:pt idx="24755">
                  <c:v>808.00279999999998</c:v>
                </c:pt>
                <c:pt idx="24756">
                  <c:v>801.2971</c:v>
                </c:pt>
                <c:pt idx="24757">
                  <c:v>803.01499999999999</c:v>
                </c:pt>
                <c:pt idx="24758">
                  <c:v>862.01530000000002</c:v>
                </c:pt>
                <c:pt idx="24759">
                  <c:v>867.59840000000054</c:v>
                </c:pt>
                <c:pt idx="24760">
                  <c:v>835.65639999999996</c:v>
                </c:pt>
                <c:pt idx="24761">
                  <c:v>795.07860000000005</c:v>
                </c:pt>
                <c:pt idx="24762">
                  <c:v>770.30659999999921</c:v>
                </c:pt>
                <c:pt idx="24763">
                  <c:v>764.45059999999921</c:v>
                </c:pt>
                <c:pt idx="24764">
                  <c:v>796.46309999999949</c:v>
                </c:pt>
                <c:pt idx="24765">
                  <c:v>801.20209999999997</c:v>
                </c:pt>
                <c:pt idx="24766">
                  <c:v>775.74549999999999</c:v>
                </c:pt>
                <c:pt idx="24767">
                  <c:v>750.52459999999996</c:v>
                </c:pt>
                <c:pt idx="24768">
                  <c:v>750.86019999999905</c:v>
                </c:pt>
                <c:pt idx="24769">
                  <c:v>759.94009999999946</c:v>
                </c:pt>
                <c:pt idx="24770">
                  <c:v>773.88369999999998</c:v>
                </c:pt>
                <c:pt idx="24771">
                  <c:v>771.86469999999906</c:v>
                </c:pt>
                <c:pt idx="24772">
                  <c:v>748.08940000000052</c:v>
                </c:pt>
                <c:pt idx="24773">
                  <c:v>727.59109999999998</c:v>
                </c:pt>
                <c:pt idx="24774">
                  <c:v>752.10299999999938</c:v>
                </c:pt>
                <c:pt idx="24775">
                  <c:v>844.50130000000001</c:v>
                </c:pt>
                <c:pt idx="24776">
                  <c:v>900.54719999999907</c:v>
                </c:pt>
                <c:pt idx="24777">
                  <c:v>866.01499999999999</c:v>
                </c:pt>
                <c:pt idx="24778">
                  <c:v>812.36449999999934</c:v>
                </c:pt>
                <c:pt idx="24779">
                  <c:v>779.85530000000006</c:v>
                </c:pt>
                <c:pt idx="24780">
                  <c:v>766.28140000000053</c:v>
                </c:pt>
                <c:pt idx="24781">
                  <c:v>754.58029999999997</c:v>
                </c:pt>
                <c:pt idx="24782">
                  <c:v>743.30779999999947</c:v>
                </c:pt>
                <c:pt idx="24783">
                  <c:v>734.7844000000008</c:v>
                </c:pt>
                <c:pt idx="24784">
                  <c:v>725.245</c:v>
                </c:pt>
                <c:pt idx="24785">
                  <c:v>711.97280000000001</c:v>
                </c:pt>
                <c:pt idx="24786">
                  <c:v>709.14840000000004</c:v>
                </c:pt>
                <c:pt idx="24787">
                  <c:v>828.54809999999998</c:v>
                </c:pt>
                <c:pt idx="24788">
                  <c:v>1077.9829999999999</c:v>
                </c:pt>
                <c:pt idx="24789">
                  <c:v>1075.5519999999999</c:v>
                </c:pt>
                <c:pt idx="24790">
                  <c:v>897.48969999999997</c:v>
                </c:pt>
                <c:pt idx="24791">
                  <c:v>808.74400000000003</c:v>
                </c:pt>
                <c:pt idx="24792">
                  <c:v>776.79290000000003</c:v>
                </c:pt>
                <c:pt idx="24793">
                  <c:v>750.93239999999946</c:v>
                </c:pt>
                <c:pt idx="24794">
                  <c:v>741.6585</c:v>
                </c:pt>
                <c:pt idx="24795">
                  <c:v>731.47569999999996</c:v>
                </c:pt>
                <c:pt idx="24796">
                  <c:v>722.19169999999997</c:v>
                </c:pt>
                <c:pt idx="24797">
                  <c:v>727.01229999999907</c:v>
                </c:pt>
                <c:pt idx="24798">
                  <c:v>881.59219999999948</c:v>
                </c:pt>
                <c:pt idx="24799">
                  <c:v>1357.6759999999999</c:v>
                </c:pt>
                <c:pt idx="24800">
                  <c:v>1990.1179999999999</c:v>
                </c:pt>
                <c:pt idx="24801">
                  <c:v>2101.9679999999998</c:v>
                </c:pt>
                <c:pt idx="24802">
                  <c:v>1827.6689999999999</c:v>
                </c:pt>
                <c:pt idx="24803">
                  <c:v>1579.4060000000011</c:v>
                </c:pt>
                <c:pt idx="24804">
                  <c:v>1412.944</c:v>
                </c:pt>
                <c:pt idx="24805">
                  <c:v>1308.4639999999999</c:v>
                </c:pt>
                <c:pt idx="24806">
                  <c:v>1223.605</c:v>
                </c:pt>
                <c:pt idx="24807">
                  <c:v>1139.7660000000001</c:v>
                </c:pt>
                <c:pt idx="24808">
                  <c:v>1068.7750000000001</c:v>
                </c:pt>
                <c:pt idx="24809">
                  <c:v>1017.886</c:v>
                </c:pt>
                <c:pt idx="24810">
                  <c:v>979.98910000000001</c:v>
                </c:pt>
                <c:pt idx="24811">
                  <c:v>950.9348</c:v>
                </c:pt>
                <c:pt idx="24812">
                  <c:v>923.64219999999921</c:v>
                </c:pt>
                <c:pt idx="24813">
                  <c:v>898.21799999999996</c:v>
                </c:pt>
                <c:pt idx="24814">
                  <c:v>876.30259999999919</c:v>
                </c:pt>
                <c:pt idx="24815">
                  <c:v>857.49940000000004</c:v>
                </c:pt>
                <c:pt idx="24816">
                  <c:v>841.43179999999938</c:v>
                </c:pt>
                <c:pt idx="24817">
                  <c:v>844.78229999999996</c:v>
                </c:pt>
                <c:pt idx="24818">
                  <c:v>958.14369999999997</c:v>
                </c:pt>
                <c:pt idx="24819">
                  <c:v>911.64890000000003</c:v>
                </c:pt>
                <c:pt idx="24820">
                  <c:v>894.00779999999997</c:v>
                </c:pt>
                <c:pt idx="24821">
                  <c:v>958.02699999999948</c:v>
                </c:pt>
                <c:pt idx="24822">
                  <c:v>939.39430000000004</c:v>
                </c:pt>
                <c:pt idx="24823">
                  <c:v>912.82159999999919</c:v>
                </c:pt>
                <c:pt idx="24824">
                  <c:v>891.50400000000002</c:v>
                </c:pt>
                <c:pt idx="24825">
                  <c:v>847.72090000000003</c:v>
                </c:pt>
                <c:pt idx="24826">
                  <c:v>810.70100000000002</c:v>
                </c:pt>
                <c:pt idx="24827">
                  <c:v>786.11099999999999</c:v>
                </c:pt>
                <c:pt idx="24828">
                  <c:v>769.22810000000004</c:v>
                </c:pt>
                <c:pt idx="24829">
                  <c:v>759.99149999999997</c:v>
                </c:pt>
                <c:pt idx="24830">
                  <c:v>760.1386</c:v>
                </c:pt>
                <c:pt idx="24831">
                  <c:v>760.54589999999996</c:v>
                </c:pt>
                <c:pt idx="24832">
                  <c:v>751.30380000000002</c:v>
                </c:pt>
                <c:pt idx="24833">
                  <c:v>736.52430000000004</c:v>
                </c:pt>
                <c:pt idx="24834">
                  <c:v>722.1318</c:v>
                </c:pt>
                <c:pt idx="24835">
                  <c:v>708.40519999999947</c:v>
                </c:pt>
                <c:pt idx="24836">
                  <c:v>695.38779999999997</c:v>
                </c:pt>
                <c:pt idx="24837">
                  <c:v>683.51890000000003</c:v>
                </c:pt>
                <c:pt idx="24838">
                  <c:v>673.84159999999906</c:v>
                </c:pt>
                <c:pt idx="24839">
                  <c:v>664.81919999999946</c:v>
                </c:pt>
                <c:pt idx="24840">
                  <c:v>655.19990000000053</c:v>
                </c:pt>
                <c:pt idx="24841">
                  <c:v>646.0833000000008</c:v>
                </c:pt>
                <c:pt idx="24842">
                  <c:v>638.08079999999995</c:v>
                </c:pt>
                <c:pt idx="24843">
                  <c:v>679.34699999999907</c:v>
                </c:pt>
                <c:pt idx="24844">
                  <c:v>760.17629999999997</c:v>
                </c:pt>
                <c:pt idx="24845">
                  <c:v>778.83699999999919</c:v>
                </c:pt>
                <c:pt idx="24846">
                  <c:v>714.75340000000051</c:v>
                </c:pt>
                <c:pt idx="24847">
                  <c:v>670.10019999999997</c:v>
                </c:pt>
                <c:pt idx="24848">
                  <c:v>686.30409999999949</c:v>
                </c:pt>
                <c:pt idx="24849">
                  <c:v>731.90909999999997</c:v>
                </c:pt>
                <c:pt idx="24850">
                  <c:v>720.89400000000001</c:v>
                </c:pt>
                <c:pt idx="24851">
                  <c:v>689.04349999999999</c:v>
                </c:pt>
                <c:pt idx="24852">
                  <c:v>722.59100000000001</c:v>
                </c:pt>
                <c:pt idx="24853">
                  <c:v>847.89400000000001</c:v>
                </c:pt>
                <c:pt idx="24854">
                  <c:v>974.43269999999882</c:v>
                </c:pt>
                <c:pt idx="24855">
                  <c:v>1062.875</c:v>
                </c:pt>
                <c:pt idx="24856">
                  <c:v>1028.2160000000001</c:v>
                </c:pt>
                <c:pt idx="24857">
                  <c:v>857.56</c:v>
                </c:pt>
                <c:pt idx="24858">
                  <c:v>718.12490000000003</c:v>
                </c:pt>
                <c:pt idx="24859">
                  <c:v>667.58480000000054</c:v>
                </c:pt>
                <c:pt idx="24860">
                  <c:v>637.65530000000001</c:v>
                </c:pt>
                <c:pt idx="24861">
                  <c:v>611.3741</c:v>
                </c:pt>
                <c:pt idx="24862">
                  <c:v>596.20129999999949</c:v>
                </c:pt>
                <c:pt idx="24863">
                  <c:v>585.07980000000055</c:v>
                </c:pt>
                <c:pt idx="24864">
                  <c:v>575.68850000000054</c:v>
                </c:pt>
                <c:pt idx="24865">
                  <c:v>568.75139999999999</c:v>
                </c:pt>
                <c:pt idx="24866">
                  <c:v>560.98800000000051</c:v>
                </c:pt>
                <c:pt idx="24867">
                  <c:v>551.86879999999996</c:v>
                </c:pt>
                <c:pt idx="24868">
                  <c:v>541.89259999999933</c:v>
                </c:pt>
                <c:pt idx="24869">
                  <c:v>532.20529999999997</c:v>
                </c:pt>
                <c:pt idx="24870">
                  <c:v>525.67100000000005</c:v>
                </c:pt>
                <c:pt idx="24871">
                  <c:v>517.14249999999947</c:v>
                </c:pt>
                <c:pt idx="24872">
                  <c:v>511.78639999999939</c:v>
                </c:pt>
                <c:pt idx="24873">
                  <c:v>506.8297</c:v>
                </c:pt>
                <c:pt idx="24874">
                  <c:v>500.72409999999968</c:v>
                </c:pt>
                <c:pt idx="24875">
                  <c:v>496.20069999999993</c:v>
                </c:pt>
                <c:pt idx="24876">
                  <c:v>492.37799999999999</c:v>
                </c:pt>
                <c:pt idx="24877">
                  <c:v>486.91759999999954</c:v>
                </c:pt>
                <c:pt idx="24878">
                  <c:v>479.09460000000001</c:v>
                </c:pt>
                <c:pt idx="24879">
                  <c:v>470.67079999999999</c:v>
                </c:pt>
                <c:pt idx="24880">
                  <c:v>464.7226</c:v>
                </c:pt>
                <c:pt idx="24881">
                  <c:v>463.73200000000003</c:v>
                </c:pt>
                <c:pt idx="24882">
                  <c:v>463.68049999999999</c:v>
                </c:pt>
                <c:pt idx="24883">
                  <c:v>460.66050000000001</c:v>
                </c:pt>
                <c:pt idx="24884">
                  <c:v>456.42720000000003</c:v>
                </c:pt>
                <c:pt idx="24885">
                  <c:v>452.57580000000002</c:v>
                </c:pt>
                <c:pt idx="24886">
                  <c:v>449.18119999999954</c:v>
                </c:pt>
                <c:pt idx="24887">
                  <c:v>445.1103</c:v>
                </c:pt>
                <c:pt idx="24888">
                  <c:v>443.7704</c:v>
                </c:pt>
                <c:pt idx="24889">
                  <c:v>447.90949999999964</c:v>
                </c:pt>
                <c:pt idx="24890">
                  <c:v>452.78299999999967</c:v>
                </c:pt>
                <c:pt idx="24891">
                  <c:v>451.96209999999968</c:v>
                </c:pt>
                <c:pt idx="24892">
                  <c:v>446.37970000000001</c:v>
                </c:pt>
                <c:pt idx="24893">
                  <c:v>441.07229999999993</c:v>
                </c:pt>
                <c:pt idx="24894">
                  <c:v>434.87799999999999</c:v>
                </c:pt>
                <c:pt idx="24895">
                  <c:v>428.1062</c:v>
                </c:pt>
                <c:pt idx="24896">
                  <c:v>421.78199999999936</c:v>
                </c:pt>
                <c:pt idx="24897">
                  <c:v>420.53969999999993</c:v>
                </c:pt>
                <c:pt idx="24898">
                  <c:v>422.4100999999996</c:v>
                </c:pt>
                <c:pt idx="24899">
                  <c:v>423.25760000000002</c:v>
                </c:pt>
                <c:pt idx="24900">
                  <c:v>422.58889999999968</c:v>
                </c:pt>
                <c:pt idx="24901">
                  <c:v>418.29689999999954</c:v>
                </c:pt>
                <c:pt idx="24902">
                  <c:v>411.66019999999969</c:v>
                </c:pt>
                <c:pt idx="24903">
                  <c:v>411.08229999999969</c:v>
                </c:pt>
                <c:pt idx="24904">
                  <c:v>408.99139999999932</c:v>
                </c:pt>
                <c:pt idx="24905">
                  <c:v>403.20499999999993</c:v>
                </c:pt>
                <c:pt idx="24906">
                  <c:v>404.23039999999935</c:v>
                </c:pt>
                <c:pt idx="24907">
                  <c:v>572.29410000000053</c:v>
                </c:pt>
                <c:pt idx="24908">
                  <c:v>828.31039999999996</c:v>
                </c:pt>
                <c:pt idx="24909">
                  <c:v>1833.913</c:v>
                </c:pt>
                <c:pt idx="24910">
                  <c:v>2581.3040000000001</c:v>
                </c:pt>
                <c:pt idx="24911">
                  <c:v>2215.3420000000001</c:v>
                </c:pt>
                <c:pt idx="24912">
                  <c:v>1265.1889999999999</c:v>
                </c:pt>
                <c:pt idx="24913">
                  <c:v>1089.8589999999999</c:v>
                </c:pt>
                <c:pt idx="24914">
                  <c:v>1996.6659999999999</c:v>
                </c:pt>
                <c:pt idx="24915">
                  <c:v>2732.4670000000001</c:v>
                </c:pt>
                <c:pt idx="24916">
                  <c:v>2545.0630000000001</c:v>
                </c:pt>
                <c:pt idx="24917">
                  <c:v>2395.6930000000002</c:v>
                </c:pt>
                <c:pt idx="24918">
                  <c:v>2438.364</c:v>
                </c:pt>
                <c:pt idx="24919">
                  <c:v>1822.452</c:v>
                </c:pt>
                <c:pt idx="24920">
                  <c:v>1195.7860000000001</c:v>
                </c:pt>
                <c:pt idx="24921">
                  <c:v>1242.5229999999999</c:v>
                </c:pt>
                <c:pt idx="24922">
                  <c:v>1484.335</c:v>
                </c:pt>
                <c:pt idx="24923">
                  <c:v>1661.4839999999999</c:v>
                </c:pt>
                <c:pt idx="24924">
                  <c:v>1605.5309999999999</c:v>
                </c:pt>
                <c:pt idx="24925">
                  <c:v>1413.4180000000001</c:v>
                </c:pt>
                <c:pt idx="24926">
                  <c:v>1379.8789999999999</c:v>
                </c:pt>
                <c:pt idx="24927">
                  <c:v>1315.0639999999999</c:v>
                </c:pt>
                <c:pt idx="24928">
                  <c:v>1209.499</c:v>
                </c:pt>
                <c:pt idx="24929">
                  <c:v>1117.617</c:v>
                </c:pt>
                <c:pt idx="24930">
                  <c:v>1018.5780000000005</c:v>
                </c:pt>
                <c:pt idx="24931">
                  <c:v>1161.259</c:v>
                </c:pt>
                <c:pt idx="24932">
                  <c:v>1091.2360000000001</c:v>
                </c:pt>
                <c:pt idx="24933">
                  <c:v>961.04909999999938</c:v>
                </c:pt>
                <c:pt idx="24934">
                  <c:v>891.18520000000001</c:v>
                </c:pt>
                <c:pt idx="24935">
                  <c:v>856.18080000000054</c:v>
                </c:pt>
                <c:pt idx="24936">
                  <c:v>831.25209999999947</c:v>
                </c:pt>
                <c:pt idx="24937">
                  <c:v>841.69359999999995</c:v>
                </c:pt>
                <c:pt idx="24938">
                  <c:v>796.48249999999996</c:v>
                </c:pt>
                <c:pt idx="24939">
                  <c:v>794.27780000000052</c:v>
                </c:pt>
                <c:pt idx="24940">
                  <c:v>856.1644</c:v>
                </c:pt>
                <c:pt idx="24941">
                  <c:v>873.42789999999934</c:v>
                </c:pt>
                <c:pt idx="24942">
                  <c:v>819.4519999999992</c:v>
                </c:pt>
                <c:pt idx="24943">
                  <c:v>757.77870000000087</c:v>
                </c:pt>
                <c:pt idx="24944">
                  <c:v>718.28959999999995</c:v>
                </c:pt>
                <c:pt idx="24945">
                  <c:v>690.72889999999995</c:v>
                </c:pt>
                <c:pt idx="24946">
                  <c:v>663.34959999999921</c:v>
                </c:pt>
                <c:pt idx="24947">
                  <c:v>645.07050000000004</c:v>
                </c:pt>
                <c:pt idx="24948">
                  <c:v>819.04959999999949</c:v>
                </c:pt>
                <c:pt idx="24949">
                  <c:v>1208.2449999999999</c:v>
                </c:pt>
                <c:pt idx="24950">
                  <c:v>1423.9670000000001</c:v>
                </c:pt>
                <c:pt idx="24951">
                  <c:v>1176.4190000000001</c:v>
                </c:pt>
                <c:pt idx="24952">
                  <c:v>1068.9680000000001</c:v>
                </c:pt>
                <c:pt idx="24953">
                  <c:v>1612.1909999999998</c:v>
                </c:pt>
                <c:pt idx="24954">
                  <c:v>2441.6379999999999</c:v>
                </c:pt>
                <c:pt idx="24955">
                  <c:v>3670.1390000000001</c:v>
                </c:pt>
                <c:pt idx="24956">
                  <c:v>6312.0010000000002</c:v>
                </c:pt>
                <c:pt idx="24957">
                  <c:v>8437.125</c:v>
                </c:pt>
                <c:pt idx="24958">
                  <c:v>7092.5080000000007</c:v>
                </c:pt>
                <c:pt idx="24959">
                  <c:v>4319.2210000000014</c:v>
                </c:pt>
                <c:pt idx="24960">
                  <c:v>2819.7599999999998</c:v>
                </c:pt>
                <c:pt idx="24961">
                  <c:v>2093.2849999999967</c:v>
                </c:pt>
                <c:pt idx="24962">
                  <c:v>1964.8589999999999</c:v>
                </c:pt>
                <c:pt idx="24963">
                  <c:v>2314.3470000000002</c:v>
                </c:pt>
                <c:pt idx="24964">
                  <c:v>2601.7950000000001</c:v>
                </c:pt>
                <c:pt idx="24965">
                  <c:v>2765.183</c:v>
                </c:pt>
                <c:pt idx="24966">
                  <c:v>2708.4609999999998</c:v>
                </c:pt>
                <c:pt idx="24967">
                  <c:v>2446.7239999999997</c:v>
                </c:pt>
                <c:pt idx="24968">
                  <c:v>2044.7060000000001</c:v>
                </c:pt>
                <c:pt idx="24969">
                  <c:v>1768.3009999999999</c:v>
                </c:pt>
                <c:pt idx="24970">
                  <c:v>1684.3939999999998</c:v>
                </c:pt>
                <c:pt idx="24971">
                  <c:v>1598.6299999999999</c:v>
                </c:pt>
                <c:pt idx="24972">
                  <c:v>1530.703</c:v>
                </c:pt>
                <c:pt idx="24973">
                  <c:v>1466.43</c:v>
                </c:pt>
                <c:pt idx="24974">
                  <c:v>1400.52</c:v>
                </c:pt>
                <c:pt idx="24975">
                  <c:v>1329.1809999999998</c:v>
                </c:pt>
                <c:pt idx="24976">
                  <c:v>1245.538</c:v>
                </c:pt>
                <c:pt idx="24977">
                  <c:v>1178.961</c:v>
                </c:pt>
                <c:pt idx="24978">
                  <c:v>1144.527</c:v>
                </c:pt>
                <c:pt idx="24979">
                  <c:v>1127.098</c:v>
                </c:pt>
                <c:pt idx="24980">
                  <c:v>1110.8329999999999</c:v>
                </c:pt>
                <c:pt idx="24981">
                  <c:v>1082.0129999999999</c:v>
                </c:pt>
                <c:pt idx="24982">
                  <c:v>1036.5250000000001</c:v>
                </c:pt>
                <c:pt idx="24983">
                  <c:v>1004.883</c:v>
                </c:pt>
                <c:pt idx="24984">
                  <c:v>984.36769999999876</c:v>
                </c:pt>
                <c:pt idx="24985">
                  <c:v>960.928</c:v>
                </c:pt>
                <c:pt idx="24986">
                  <c:v>903.85949999999946</c:v>
                </c:pt>
                <c:pt idx="24987">
                  <c:v>862.14430000000004</c:v>
                </c:pt>
                <c:pt idx="24988">
                  <c:v>912.15530000000001</c:v>
                </c:pt>
                <c:pt idx="24989">
                  <c:v>1009.314</c:v>
                </c:pt>
                <c:pt idx="24990">
                  <c:v>991.31209999999919</c:v>
                </c:pt>
                <c:pt idx="24991">
                  <c:v>838.94199999999921</c:v>
                </c:pt>
                <c:pt idx="24992">
                  <c:v>764.0308</c:v>
                </c:pt>
                <c:pt idx="24993">
                  <c:v>824.072</c:v>
                </c:pt>
                <c:pt idx="24994">
                  <c:v>911.21159999999998</c:v>
                </c:pt>
                <c:pt idx="24995">
                  <c:v>905.27130000000068</c:v>
                </c:pt>
                <c:pt idx="24996">
                  <c:v>845.46009999999933</c:v>
                </c:pt>
                <c:pt idx="24997">
                  <c:v>823.56599999999946</c:v>
                </c:pt>
                <c:pt idx="24998">
                  <c:v>831.27450000000067</c:v>
                </c:pt>
                <c:pt idx="24999">
                  <c:v>865.13189999999997</c:v>
                </c:pt>
                <c:pt idx="25000">
                  <c:v>928.98410000000001</c:v>
                </c:pt>
                <c:pt idx="25001">
                  <c:v>898.42759999999919</c:v>
                </c:pt>
                <c:pt idx="25002">
                  <c:v>804.22380000000055</c:v>
                </c:pt>
                <c:pt idx="25003">
                  <c:v>762.74069999999949</c:v>
                </c:pt>
                <c:pt idx="25004">
                  <c:v>762.57340000000067</c:v>
                </c:pt>
                <c:pt idx="25005">
                  <c:v>753.20759999999996</c:v>
                </c:pt>
                <c:pt idx="25006">
                  <c:v>723.47770000000003</c:v>
                </c:pt>
                <c:pt idx="25007">
                  <c:v>696.45959999999934</c:v>
                </c:pt>
                <c:pt idx="25008">
                  <c:v>683.45639999999946</c:v>
                </c:pt>
                <c:pt idx="25009">
                  <c:v>673.97149999999999</c:v>
                </c:pt>
                <c:pt idx="25010">
                  <c:v>678.98080000000004</c:v>
                </c:pt>
                <c:pt idx="25011">
                  <c:v>713.80959999999948</c:v>
                </c:pt>
                <c:pt idx="25012">
                  <c:v>718.6232</c:v>
                </c:pt>
                <c:pt idx="25013">
                  <c:v>680.20340000000067</c:v>
                </c:pt>
                <c:pt idx="25014">
                  <c:v>619.52890000000002</c:v>
                </c:pt>
                <c:pt idx="25015">
                  <c:v>576.53639999999996</c:v>
                </c:pt>
                <c:pt idx="25016">
                  <c:v>561.34259999999892</c:v>
                </c:pt>
                <c:pt idx="25017">
                  <c:v>546.18280000000004</c:v>
                </c:pt>
                <c:pt idx="25018">
                  <c:v>525.90199999999948</c:v>
                </c:pt>
                <c:pt idx="25019">
                  <c:v>506.22169999999954</c:v>
                </c:pt>
                <c:pt idx="25020">
                  <c:v>477.42069999999961</c:v>
                </c:pt>
                <c:pt idx="25021">
                  <c:v>441.84789999999998</c:v>
                </c:pt>
                <c:pt idx="25022">
                  <c:v>416.80489999999998</c:v>
                </c:pt>
                <c:pt idx="25023">
                  <c:v>393.91629999999935</c:v>
                </c:pt>
                <c:pt idx="25024">
                  <c:v>380.28619999999933</c:v>
                </c:pt>
                <c:pt idx="25025">
                  <c:v>370.5247</c:v>
                </c:pt>
                <c:pt idx="25026">
                  <c:v>350.46949999999993</c:v>
                </c:pt>
                <c:pt idx="25027">
                  <c:v>341.3399</c:v>
                </c:pt>
                <c:pt idx="25028">
                  <c:v>332.67680000000001</c:v>
                </c:pt>
                <c:pt idx="25029">
                  <c:v>332.56</c:v>
                </c:pt>
                <c:pt idx="25030">
                  <c:v>327.44669999999968</c:v>
                </c:pt>
                <c:pt idx="25031">
                  <c:v>322.1601</c:v>
                </c:pt>
                <c:pt idx="25032">
                  <c:v>313.33629999999954</c:v>
                </c:pt>
                <c:pt idx="25033">
                  <c:v>303.35739999999993</c:v>
                </c:pt>
                <c:pt idx="25034">
                  <c:v>295.05720000000002</c:v>
                </c:pt>
                <c:pt idx="25035">
                  <c:v>293.21719999999954</c:v>
                </c:pt>
                <c:pt idx="25036">
                  <c:v>294.33629999999954</c:v>
                </c:pt>
                <c:pt idx="25037">
                  <c:v>286.55270000000002</c:v>
                </c:pt>
                <c:pt idx="25038">
                  <c:v>281.14299999999997</c:v>
                </c:pt>
                <c:pt idx="25039">
                  <c:v>268.85559999999964</c:v>
                </c:pt>
                <c:pt idx="25040">
                  <c:v>265.34980000000047</c:v>
                </c:pt>
                <c:pt idx="25041">
                  <c:v>260.91049999999967</c:v>
                </c:pt>
                <c:pt idx="25042">
                  <c:v>258.15410000000008</c:v>
                </c:pt>
                <c:pt idx="25043">
                  <c:v>259.03099999999961</c:v>
                </c:pt>
                <c:pt idx="25044">
                  <c:v>258.9178</c:v>
                </c:pt>
                <c:pt idx="25045">
                  <c:v>244.97200000000001</c:v>
                </c:pt>
                <c:pt idx="25046">
                  <c:v>241.18379999999999</c:v>
                </c:pt>
                <c:pt idx="25047">
                  <c:v>245.62790000000001</c:v>
                </c:pt>
                <c:pt idx="25048">
                  <c:v>253.92700000000016</c:v>
                </c:pt>
                <c:pt idx="25049">
                  <c:v>256.69839999999954</c:v>
                </c:pt>
                <c:pt idx="25050">
                  <c:v>252.42010000000016</c:v>
                </c:pt>
                <c:pt idx="25051">
                  <c:v>240.7302</c:v>
                </c:pt>
                <c:pt idx="25052">
                  <c:v>267.23619999999931</c:v>
                </c:pt>
                <c:pt idx="25053">
                  <c:v>267.48869999999954</c:v>
                </c:pt>
                <c:pt idx="25054">
                  <c:v>262.60599999999999</c:v>
                </c:pt>
                <c:pt idx="25055">
                  <c:v>267.72609999999935</c:v>
                </c:pt>
                <c:pt idx="25056">
                  <c:v>278.26760000000002</c:v>
                </c:pt>
                <c:pt idx="25057">
                  <c:v>283.06529999999964</c:v>
                </c:pt>
                <c:pt idx="25058">
                  <c:v>275.99699999999939</c:v>
                </c:pt>
                <c:pt idx="25059">
                  <c:v>260.26429999999999</c:v>
                </c:pt>
                <c:pt idx="25060">
                  <c:v>253.94840000000016</c:v>
                </c:pt>
                <c:pt idx="25061">
                  <c:v>251.34180000000001</c:v>
                </c:pt>
                <c:pt idx="25062">
                  <c:v>250.85530000000017</c:v>
                </c:pt>
                <c:pt idx="25063">
                  <c:v>250.30160000000001</c:v>
                </c:pt>
                <c:pt idx="25064">
                  <c:v>253.5085</c:v>
                </c:pt>
                <c:pt idx="25065">
                  <c:v>278.26080000000002</c:v>
                </c:pt>
                <c:pt idx="25066">
                  <c:v>303.69779999999969</c:v>
                </c:pt>
                <c:pt idx="25067">
                  <c:v>327.37569999999999</c:v>
                </c:pt>
                <c:pt idx="25068">
                  <c:v>385.0514</c:v>
                </c:pt>
                <c:pt idx="25069">
                  <c:v>407.22579999999954</c:v>
                </c:pt>
                <c:pt idx="25070">
                  <c:v>433.99709999999953</c:v>
                </c:pt>
                <c:pt idx="25071">
                  <c:v>458.47289999999964</c:v>
                </c:pt>
                <c:pt idx="25072">
                  <c:v>469.59289999999999</c:v>
                </c:pt>
                <c:pt idx="25073">
                  <c:v>451.72149999999954</c:v>
                </c:pt>
                <c:pt idx="25074">
                  <c:v>415.05809999999968</c:v>
                </c:pt>
                <c:pt idx="25075">
                  <c:v>392.19349999999969</c:v>
                </c:pt>
                <c:pt idx="25076">
                  <c:v>385.92559999999935</c:v>
                </c:pt>
                <c:pt idx="25077">
                  <c:v>391.6551</c:v>
                </c:pt>
                <c:pt idx="25078">
                  <c:v>397.8854</c:v>
                </c:pt>
                <c:pt idx="25079">
                  <c:v>395.62139999999954</c:v>
                </c:pt>
                <c:pt idx="25080">
                  <c:v>404.45339999999953</c:v>
                </c:pt>
                <c:pt idx="25081">
                  <c:v>413.0204</c:v>
                </c:pt>
                <c:pt idx="25082">
                  <c:v>404.30099999999999</c:v>
                </c:pt>
                <c:pt idx="25083">
                  <c:v>391.12020000000001</c:v>
                </c:pt>
                <c:pt idx="25084">
                  <c:v>389.7868999999996</c:v>
                </c:pt>
                <c:pt idx="25085">
                  <c:v>400.36290000000002</c:v>
                </c:pt>
                <c:pt idx="25086">
                  <c:v>411.28609999999935</c:v>
                </c:pt>
                <c:pt idx="25087">
                  <c:v>414.4460999999996</c:v>
                </c:pt>
                <c:pt idx="25088">
                  <c:v>413.47169999999954</c:v>
                </c:pt>
                <c:pt idx="25089">
                  <c:v>414.03250000000003</c:v>
                </c:pt>
                <c:pt idx="25090">
                  <c:v>409.80360000000002</c:v>
                </c:pt>
                <c:pt idx="25091">
                  <c:v>409.31369999999993</c:v>
                </c:pt>
                <c:pt idx="25092">
                  <c:v>406.86930000000001</c:v>
                </c:pt>
                <c:pt idx="25093">
                  <c:v>398.8673</c:v>
                </c:pt>
                <c:pt idx="25094">
                  <c:v>392.87090000000001</c:v>
                </c:pt>
                <c:pt idx="25095">
                  <c:v>386.5634</c:v>
                </c:pt>
                <c:pt idx="25096">
                  <c:v>379.95030000000003</c:v>
                </c:pt>
                <c:pt idx="25097">
                  <c:v>373.25889999999993</c:v>
                </c:pt>
                <c:pt idx="25098">
                  <c:v>373.02109999999954</c:v>
                </c:pt>
                <c:pt idx="25099">
                  <c:v>367.10340000000002</c:v>
                </c:pt>
                <c:pt idx="25100">
                  <c:v>360.58960000000002</c:v>
                </c:pt>
                <c:pt idx="25101">
                  <c:v>360.86219999999969</c:v>
                </c:pt>
                <c:pt idx="25102">
                  <c:v>360.5145</c:v>
                </c:pt>
                <c:pt idx="25103">
                  <c:v>366.71339999999935</c:v>
                </c:pt>
                <c:pt idx="25104">
                  <c:v>370.69129999999967</c:v>
                </c:pt>
                <c:pt idx="25105">
                  <c:v>448.20260000000002</c:v>
                </c:pt>
                <c:pt idx="25106">
                  <c:v>578.23719999999946</c:v>
                </c:pt>
                <c:pt idx="25107">
                  <c:v>790.46349999999939</c:v>
                </c:pt>
                <c:pt idx="25108">
                  <c:v>938.46729999999877</c:v>
                </c:pt>
                <c:pt idx="25109">
                  <c:v>861.56959999999947</c:v>
                </c:pt>
                <c:pt idx="25110">
                  <c:v>716.18940000000055</c:v>
                </c:pt>
                <c:pt idx="25111">
                  <c:v>670.7242</c:v>
                </c:pt>
                <c:pt idx="25112">
                  <c:v>672.90049999999997</c:v>
                </c:pt>
                <c:pt idx="25113">
                  <c:v>693.00159999999948</c:v>
                </c:pt>
                <c:pt idx="25114">
                  <c:v>713.07709999999997</c:v>
                </c:pt>
                <c:pt idx="25115">
                  <c:v>721.69150000000002</c:v>
                </c:pt>
                <c:pt idx="25116">
                  <c:v>749.20090000000005</c:v>
                </c:pt>
                <c:pt idx="25117">
                  <c:v>968.8931</c:v>
                </c:pt>
                <c:pt idx="25118">
                  <c:v>2090.444</c:v>
                </c:pt>
                <c:pt idx="25119">
                  <c:v>4650.277</c:v>
                </c:pt>
                <c:pt idx="25120">
                  <c:v>6747.1240000000034</c:v>
                </c:pt>
                <c:pt idx="25121">
                  <c:v>5579.018</c:v>
                </c:pt>
                <c:pt idx="25122">
                  <c:v>3354.8789999999999</c:v>
                </c:pt>
                <c:pt idx="25123">
                  <c:v>3183.623</c:v>
                </c:pt>
                <c:pt idx="25124">
                  <c:v>3403.9059999999999</c:v>
                </c:pt>
                <c:pt idx="25125">
                  <c:v>3031.7079999999987</c:v>
                </c:pt>
                <c:pt idx="25126">
                  <c:v>2839.1849999999972</c:v>
                </c:pt>
                <c:pt idx="25127">
                  <c:v>2543.2689999999966</c:v>
                </c:pt>
                <c:pt idx="25128">
                  <c:v>2273.5239999999999</c:v>
                </c:pt>
                <c:pt idx="25129">
                  <c:v>2079.0749999999998</c:v>
                </c:pt>
                <c:pt idx="25130">
                  <c:v>1909.9749999999999</c:v>
                </c:pt>
                <c:pt idx="25131">
                  <c:v>1816.528</c:v>
                </c:pt>
                <c:pt idx="25132">
                  <c:v>1722.3609999999999</c:v>
                </c:pt>
                <c:pt idx="25133">
                  <c:v>1627.386</c:v>
                </c:pt>
                <c:pt idx="25134">
                  <c:v>1630.7839999999999</c:v>
                </c:pt>
                <c:pt idx="25135">
                  <c:v>1799.702</c:v>
                </c:pt>
                <c:pt idx="25136">
                  <c:v>2083.634</c:v>
                </c:pt>
                <c:pt idx="25137">
                  <c:v>2039.2080000000001</c:v>
                </c:pt>
                <c:pt idx="25138">
                  <c:v>1819.91</c:v>
                </c:pt>
                <c:pt idx="25139">
                  <c:v>1601.1709999999998</c:v>
                </c:pt>
                <c:pt idx="25140">
                  <c:v>1510.0409999999999</c:v>
                </c:pt>
                <c:pt idx="25141">
                  <c:v>1431.6429999999998</c:v>
                </c:pt>
                <c:pt idx="25142">
                  <c:v>1354.0029999999999</c:v>
                </c:pt>
                <c:pt idx="25143">
                  <c:v>1303.569</c:v>
                </c:pt>
                <c:pt idx="25144">
                  <c:v>1408.547</c:v>
                </c:pt>
                <c:pt idx="25145">
                  <c:v>1649.249</c:v>
                </c:pt>
                <c:pt idx="25146">
                  <c:v>1747.316</c:v>
                </c:pt>
                <c:pt idx="25147">
                  <c:v>1581.002</c:v>
                </c:pt>
                <c:pt idx="25148">
                  <c:v>1329.4250000000011</c:v>
                </c:pt>
                <c:pt idx="25149">
                  <c:v>1216.2719999999999</c:v>
                </c:pt>
                <c:pt idx="25150">
                  <c:v>1156.481</c:v>
                </c:pt>
                <c:pt idx="25151">
                  <c:v>1104.0219999999999</c:v>
                </c:pt>
                <c:pt idx="25152">
                  <c:v>1070.7529999999999</c:v>
                </c:pt>
                <c:pt idx="25153">
                  <c:v>1067.0609999999999</c:v>
                </c:pt>
                <c:pt idx="25154">
                  <c:v>1112.6759999999999</c:v>
                </c:pt>
                <c:pt idx="25155">
                  <c:v>1197.1679999999999</c:v>
                </c:pt>
                <c:pt idx="25156">
                  <c:v>1221.6429999999998</c:v>
                </c:pt>
                <c:pt idx="25157">
                  <c:v>1181.94</c:v>
                </c:pt>
                <c:pt idx="25158">
                  <c:v>1172.028</c:v>
                </c:pt>
                <c:pt idx="25159">
                  <c:v>1175.412</c:v>
                </c:pt>
                <c:pt idx="25160">
                  <c:v>1174.912</c:v>
                </c:pt>
                <c:pt idx="25161">
                  <c:v>1565.239</c:v>
                </c:pt>
                <c:pt idx="25162">
                  <c:v>2305.6010000000001</c:v>
                </c:pt>
                <c:pt idx="25163">
                  <c:v>3175.3360000000002</c:v>
                </c:pt>
                <c:pt idx="25164">
                  <c:v>3308.75</c:v>
                </c:pt>
                <c:pt idx="25165">
                  <c:v>3347.3520000000012</c:v>
                </c:pt>
                <c:pt idx="25166">
                  <c:v>2968.4169999999999</c:v>
                </c:pt>
                <c:pt idx="25167">
                  <c:v>2632.3760000000002</c:v>
                </c:pt>
                <c:pt idx="25168">
                  <c:v>2029.009</c:v>
                </c:pt>
                <c:pt idx="25169">
                  <c:v>1776.6559999999999</c:v>
                </c:pt>
                <c:pt idx="25170">
                  <c:v>1482.954</c:v>
                </c:pt>
                <c:pt idx="25171">
                  <c:v>1406.979</c:v>
                </c:pt>
                <c:pt idx="25172">
                  <c:v>1308.1729999999998</c:v>
                </c:pt>
                <c:pt idx="25173">
                  <c:v>1380.5529999999999</c:v>
                </c:pt>
                <c:pt idx="25174">
                  <c:v>1298.962</c:v>
                </c:pt>
                <c:pt idx="25175">
                  <c:v>1229.5939999999998</c:v>
                </c:pt>
                <c:pt idx="25176">
                  <c:v>1171.135</c:v>
                </c:pt>
                <c:pt idx="25177">
                  <c:v>1159.511</c:v>
                </c:pt>
                <c:pt idx="25178">
                  <c:v>1143.1499999999999</c:v>
                </c:pt>
                <c:pt idx="25179">
                  <c:v>1124.1409999999998</c:v>
                </c:pt>
                <c:pt idx="25180">
                  <c:v>1092.6319999999998</c:v>
                </c:pt>
                <c:pt idx="25181">
                  <c:v>1070.422</c:v>
                </c:pt>
                <c:pt idx="25182">
                  <c:v>1045.6279999999999</c:v>
                </c:pt>
                <c:pt idx="25183">
                  <c:v>1026.258</c:v>
                </c:pt>
                <c:pt idx="25184">
                  <c:v>1005.186</c:v>
                </c:pt>
                <c:pt idx="25185">
                  <c:v>1169.9680000000001</c:v>
                </c:pt>
                <c:pt idx="25186">
                  <c:v>1131.934</c:v>
                </c:pt>
                <c:pt idx="25187">
                  <c:v>1061.7239999999999</c:v>
                </c:pt>
                <c:pt idx="25188">
                  <c:v>983.13819999999998</c:v>
                </c:pt>
                <c:pt idx="25189">
                  <c:v>956.72829999999999</c:v>
                </c:pt>
                <c:pt idx="25190">
                  <c:v>954.13430000000005</c:v>
                </c:pt>
                <c:pt idx="25191">
                  <c:v>966.02940000000001</c:v>
                </c:pt>
                <c:pt idx="25192">
                  <c:v>959.63869999999997</c:v>
                </c:pt>
                <c:pt idx="25193">
                  <c:v>924.86609999999905</c:v>
                </c:pt>
                <c:pt idx="25194">
                  <c:v>890.06599999999946</c:v>
                </c:pt>
                <c:pt idx="25195">
                  <c:v>868.5806</c:v>
                </c:pt>
                <c:pt idx="25196">
                  <c:v>851.81479999999999</c:v>
                </c:pt>
                <c:pt idx="25197">
                  <c:v>840.48299999999949</c:v>
                </c:pt>
                <c:pt idx="25198">
                  <c:v>827.26829999999939</c:v>
                </c:pt>
                <c:pt idx="25199">
                  <c:v>819.55659999999921</c:v>
                </c:pt>
                <c:pt idx="25200">
                  <c:v>811.67139999999995</c:v>
                </c:pt>
                <c:pt idx="25201">
                  <c:v>801.61450000000002</c:v>
                </c:pt>
                <c:pt idx="25202">
                  <c:v>785.30439999999999</c:v>
                </c:pt>
                <c:pt idx="25203">
                  <c:v>806.01859999999999</c:v>
                </c:pt>
                <c:pt idx="25204">
                  <c:v>824.54599999999948</c:v>
                </c:pt>
                <c:pt idx="25205">
                  <c:v>823.27829999999994</c:v>
                </c:pt>
                <c:pt idx="25206">
                  <c:v>883.9646999999992</c:v>
                </c:pt>
                <c:pt idx="25207">
                  <c:v>817.44459999999947</c:v>
                </c:pt>
                <c:pt idx="25208">
                  <c:v>773.73</c:v>
                </c:pt>
                <c:pt idx="25209">
                  <c:v>743.27750000000003</c:v>
                </c:pt>
                <c:pt idx="25210">
                  <c:v>726.36119999999892</c:v>
                </c:pt>
                <c:pt idx="25211">
                  <c:v>894.54190000000006</c:v>
                </c:pt>
                <c:pt idx="25212">
                  <c:v>1170.4739999999999</c:v>
                </c:pt>
                <c:pt idx="25213">
                  <c:v>1389.8639999999998</c:v>
                </c:pt>
                <c:pt idx="25214">
                  <c:v>1783.2819999999999</c:v>
                </c:pt>
                <c:pt idx="25215">
                  <c:v>2373.3470000000002</c:v>
                </c:pt>
                <c:pt idx="25216">
                  <c:v>2677.643</c:v>
                </c:pt>
                <c:pt idx="25217">
                  <c:v>1746.713</c:v>
                </c:pt>
                <c:pt idx="25218">
                  <c:v>1113.6609999999998</c:v>
                </c:pt>
                <c:pt idx="25219">
                  <c:v>986.45359999999948</c:v>
                </c:pt>
                <c:pt idx="25220">
                  <c:v>901.59760000000006</c:v>
                </c:pt>
                <c:pt idx="25221">
                  <c:v>834.58810000000005</c:v>
                </c:pt>
                <c:pt idx="25222">
                  <c:v>862.3048</c:v>
                </c:pt>
                <c:pt idx="25223">
                  <c:v>903.09010000000001</c:v>
                </c:pt>
                <c:pt idx="25224">
                  <c:v>931.24900000000002</c:v>
                </c:pt>
                <c:pt idx="25225">
                  <c:v>889.80880000000002</c:v>
                </c:pt>
                <c:pt idx="25226">
                  <c:v>835.69980000000055</c:v>
                </c:pt>
                <c:pt idx="25227">
                  <c:v>804.25490000000002</c:v>
                </c:pt>
                <c:pt idx="25228">
                  <c:v>770.93409999999949</c:v>
                </c:pt>
                <c:pt idx="25229">
                  <c:v>739.91579999999999</c:v>
                </c:pt>
                <c:pt idx="25230">
                  <c:v>718.16480000000001</c:v>
                </c:pt>
                <c:pt idx="25231">
                  <c:v>753.43159999999921</c:v>
                </c:pt>
                <c:pt idx="25232">
                  <c:v>806.45029999999906</c:v>
                </c:pt>
                <c:pt idx="25233">
                  <c:v>824.45669999999905</c:v>
                </c:pt>
                <c:pt idx="25234">
                  <c:v>800.4203</c:v>
                </c:pt>
                <c:pt idx="25235">
                  <c:v>753.61090000000002</c:v>
                </c:pt>
                <c:pt idx="25236">
                  <c:v>734.01009999999997</c:v>
                </c:pt>
                <c:pt idx="25237">
                  <c:v>736.50570000000005</c:v>
                </c:pt>
                <c:pt idx="25238">
                  <c:v>717.45209999999906</c:v>
                </c:pt>
                <c:pt idx="25239">
                  <c:v>692.66959999999949</c:v>
                </c:pt>
                <c:pt idx="25240">
                  <c:v>679.53209999999933</c:v>
                </c:pt>
                <c:pt idx="25241">
                  <c:v>695.80279999999948</c:v>
                </c:pt>
                <c:pt idx="25242">
                  <c:v>699.36739999999907</c:v>
                </c:pt>
                <c:pt idx="25243">
                  <c:v>809.64369999999997</c:v>
                </c:pt>
                <c:pt idx="25244">
                  <c:v>798.62139999999999</c:v>
                </c:pt>
                <c:pt idx="25245">
                  <c:v>812.89369999999997</c:v>
                </c:pt>
                <c:pt idx="25246">
                  <c:v>805.67470000000094</c:v>
                </c:pt>
                <c:pt idx="25247">
                  <c:v>790.53049999999996</c:v>
                </c:pt>
                <c:pt idx="25248">
                  <c:v>785.41789999999946</c:v>
                </c:pt>
                <c:pt idx="25249">
                  <c:v>819.9787000000008</c:v>
                </c:pt>
                <c:pt idx="25250">
                  <c:v>852.50509999999997</c:v>
                </c:pt>
                <c:pt idx="25251">
                  <c:v>866.62180000000001</c:v>
                </c:pt>
                <c:pt idx="25252">
                  <c:v>889.52059999999949</c:v>
                </c:pt>
                <c:pt idx="25253">
                  <c:v>906.67409999999995</c:v>
                </c:pt>
                <c:pt idx="25254">
                  <c:v>930.08789999999999</c:v>
                </c:pt>
                <c:pt idx="25255">
                  <c:v>859.33239999999921</c:v>
                </c:pt>
                <c:pt idx="25256">
                  <c:v>743.95649999999921</c:v>
                </c:pt>
                <c:pt idx="25257">
                  <c:v>671.97140000000002</c:v>
                </c:pt>
                <c:pt idx="25258">
                  <c:v>644.7527</c:v>
                </c:pt>
                <c:pt idx="25259">
                  <c:v>711.50310000000002</c:v>
                </c:pt>
                <c:pt idx="25260">
                  <c:v>857.60159999999996</c:v>
                </c:pt>
                <c:pt idx="25261">
                  <c:v>956.01159999999948</c:v>
                </c:pt>
                <c:pt idx="25262">
                  <c:v>925.02189999999996</c:v>
                </c:pt>
                <c:pt idx="25263">
                  <c:v>805.81959999999947</c:v>
                </c:pt>
                <c:pt idx="25264">
                  <c:v>719.45759999999905</c:v>
                </c:pt>
                <c:pt idx="25265">
                  <c:v>737.17960000000005</c:v>
                </c:pt>
                <c:pt idx="25266">
                  <c:v>1505.5739999999998</c:v>
                </c:pt>
                <c:pt idx="25267">
                  <c:v>3569.078</c:v>
                </c:pt>
                <c:pt idx="25268">
                  <c:v>4870.0379999999996</c:v>
                </c:pt>
                <c:pt idx="25269">
                  <c:v>3809.1279999999997</c:v>
                </c:pt>
                <c:pt idx="25270">
                  <c:v>2169.8720000000012</c:v>
                </c:pt>
                <c:pt idx="25271">
                  <c:v>1437.6279999999999</c:v>
                </c:pt>
                <c:pt idx="25272">
                  <c:v>1271.367</c:v>
                </c:pt>
                <c:pt idx="25273">
                  <c:v>1265.1299999999999</c:v>
                </c:pt>
                <c:pt idx="25274">
                  <c:v>1273.5719999999999</c:v>
                </c:pt>
                <c:pt idx="25275">
                  <c:v>1346.5350000000001</c:v>
                </c:pt>
                <c:pt idx="25276">
                  <c:v>1317.6939999999986</c:v>
                </c:pt>
                <c:pt idx="25277">
                  <c:v>1204.1319999999998</c:v>
                </c:pt>
                <c:pt idx="25278">
                  <c:v>1126.396</c:v>
                </c:pt>
                <c:pt idx="25279">
                  <c:v>1076.6589999999999</c:v>
                </c:pt>
                <c:pt idx="25280">
                  <c:v>1039.6859999999999</c:v>
                </c:pt>
                <c:pt idx="25281">
                  <c:v>1003.824</c:v>
                </c:pt>
                <c:pt idx="25282">
                  <c:v>975.0231</c:v>
                </c:pt>
                <c:pt idx="25283">
                  <c:v>948.94489999999996</c:v>
                </c:pt>
                <c:pt idx="25284">
                  <c:v>927.58980000000054</c:v>
                </c:pt>
                <c:pt idx="25285">
                  <c:v>911.67600000000004</c:v>
                </c:pt>
                <c:pt idx="25286">
                  <c:v>899.23699999999997</c:v>
                </c:pt>
                <c:pt idx="25287">
                  <c:v>890.27590000000055</c:v>
                </c:pt>
                <c:pt idx="25288">
                  <c:v>889.85889999999949</c:v>
                </c:pt>
                <c:pt idx="25289">
                  <c:v>876.36769999999876</c:v>
                </c:pt>
                <c:pt idx="25290">
                  <c:v>853.98709999999949</c:v>
                </c:pt>
                <c:pt idx="25291">
                  <c:v>836.74570000000051</c:v>
                </c:pt>
                <c:pt idx="25292">
                  <c:v>829.04059999999947</c:v>
                </c:pt>
                <c:pt idx="25293">
                  <c:v>818.24619999999948</c:v>
                </c:pt>
                <c:pt idx="25294">
                  <c:v>770.0461999999992</c:v>
                </c:pt>
                <c:pt idx="25295">
                  <c:v>712.83449999999948</c:v>
                </c:pt>
                <c:pt idx="25296">
                  <c:v>661.34689999999921</c:v>
                </c:pt>
                <c:pt idx="25297">
                  <c:v>639.83909999999946</c:v>
                </c:pt>
                <c:pt idx="25298">
                  <c:v>630.23810000000003</c:v>
                </c:pt>
                <c:pt idx="25299">
                  <c:v>623.71140000000003</c:v>
                </c:pt>
                <c:pt idx="25300">
                  <c:v>615.8328999999992</c:v>
                </c:pt>
                <c:pt idx="25301">
                  <c:v>606.84969999999919</c:v>
                </c:pt>
                <c:pt idx="25302">
                  <c:v>598.35239999999919</c:v>
                </c:pt>
                <c:pt idx="25303">
                  <c:v>597.70280000000002</c:v>
                </c:pt>
                <c:pt idx="25304">
                  <c:v>602.03949999999998</c:v>
                </c:pt>
                <c:pt idx="25305">
                  <c:v>599.65519999999947</c:v>
                </c:pt>
                <c:pt idx="25306">
                  <c:v>592.37080000000003</c:v>
                </c:pt>
                <c:pt idx="25307">
                  <c:v>594.41599999999949</c:v>
                </c:pt>
                <c:pt idx="25308">
                  <c:v>607.8423999999992</c:v>
                </c:pt>
                <c:pt idx="25309">
                  <c:v>619.4194</c:v>
                </c:pt>
                <c:pt idx="25310">
                  <c:v>612.41690000000006</c:v>
                </c:pt>
                <c:pt idx="25311">
                  <c:v>611.97860000000003</c:v>
                </c:pt>
                <c:pt idx="25312">
                  <c:v>664.34359999999947</c:v>
                </c:pt>
                <c:pt idx="25313">
                  <c:v>826.40739999999948</c:v>
                </c:pt>
                <c:pt idx="25314">
                  <c:v>1162.3229999999999</c:v>
                </c:pt>
                <c:pt idx="25315">
                  <c:v>1481.7380000000001</c:v>
                </c:pt>
                <c:pt idx="25316">
                  <c:v>1398.5839999999998</c:v>
                </c:pt>
                <c:pt idx="25317">
                  <c:v>1096.7529999999999</c:v>
                </c:pt>
                <c:pt idx="25318">
                  <c:v>984.16830000000004</c:v>
                </c:pt>
                <c:pt idx="25319">
                  <c:v>991.79920000000004</c:v>
                </c:pt>
                <c:pt idx="25320">
                  <c:v>983.20150000000001</c:v>
                </c:pt>
                <c:pt idx="25321">
                  <c:v>1007.7750000000005</c:v>
                </c:pt>
                <c:pt idx="25322">
                  <c:v>1030.4870000000001</c:v>
                </c:pt>
                <c:pt idx="25323">
                  <c:v>1010.154</c:v>
                </c:pt>
                <c:pt idx="25324">
                  <c:v>982.58119999999997</c:v>
                </c:pt>
                <c:pt idx="25325">
                  <c:v>1002.151</c:v>
                </c:pt>
                <c:pt idx="25326">
                  <c:v>1102.951</c:v>
                </c:pt>
                <c:pt idx="25327">
                  <c:v>1182.79</c:v>
                </c:pt>
                <c:pt idx="25328">
                  <c:v>1244.1589999999999</c:v>
                </c:pt>
                <c:pt idx="25329">
                  <c:v>1244.96</c:v>
                </c:pt>
                <c:pt idx="25330">
                  <c:v>1101.4360000000001</c:v>
                </c:pt>
                <c:pt idx="25331">
                  <c:v>989.82499999999948</c:v>
                </c:pt>
                <c:pt idx="25332">
                  <c:v>1018.628</c:v>
                </c:pt>
                <c:pt idx="25333">
                  <c:v>1057.665</c:v>
                </c:pt>
                <c:pt idx="25334">
                  <c:v>1029.059</c:v>
                </c:pt>
                <c:pt idx="25335">
                  <c:v>966.93699999999933</c:v>
                </c:pt>
                <c:pt idx="25336">
                  <c:v>939.6471999999992</c:v>
                </c:pt>
                <c:pt idx="25337">
                  <c:v>959.1866</c:v>
                </c:pt>
                <c:pt idx="25338">
                  <c:v>977.47529999999949</c:v>
                </c:pt>
                <c:pt idx="25339">
                  <c:v>983.80129999999906</c:v>
                </c:pt>
                <c:pt idx="25340">
                  <c:v>981.35159999999905</c:v>
                </c:pt>
                <c:pt idx="25341">
                  <c:v>966.05470000000003</c:v>
                </c:pt>
                <c:pt idx="25342">
                  <c:v>943.82399999999996</c:v>
                </c:pt>
                <c:pt idx="25343">
                  <c:v>898.75070000000005</c:v>
                </c:pt>
                <c:pt idx="25344">
                  <c:v>841.93179999999938</c:v>
                </c:pt>
                <c:pt idx="25345">
                  <c:v>795.62800000000004</c:v>
                </c:pt>
                <c:pt idx="25346">
                  <c:v>761.75689999999997</c:v>
                </c:pt>
                <c:pt idx="25347">
                  <c:v>742.42109999999946</c:v>
                </c:pt>
                <c:pt idx="25348">
                  <c:v>730.63400000000001</c:v>
                </c:pt>
                <c:pt idx="25349">
                  <c:v>715.55880000000002</c:v>
                </c:pt>
                <c:pt idx="25350">
                  <c:v>685.93239999999946</c:v>
                </c:pt>
                <c:pt idx="25351">
                  <c:v>677.63040000000001</c:v>
                </c:pt>
                <c:pt idx="25352">
                  <c:v>695.0308</c:v>
                </c:pt>
                <c:pt idx="25353">
                  <c:v>691.06949999999949</c:v>
                </c:pt>
                <c:pt idx="25354">
                  <c:v>708.1272999999992</c:v>
                </c:pt>
                <c:pt idx="25355">
                  <c:v>730.36589999999933</c:v>
                </c:pt>
                <c:pt idx="25356">
                  <c:v>897.31459999999947</c:v>
                </c:pt>
                <c:pt idx="25357">
                  <c:v>756.70410000000004</c:v>
                </c:pt>
                <c:pt idx="25358">
                  <c:v>816.33999999999946</c:v>
                </c:pt>
                <c:pt idx="25359">
                  <c:v>801.4125999999992</c:v>
                </c:pt>
                <c:pt idx="25360">
                  <c:v>1105.7249999999999</c:v>
                </c:pt>
                <c:pt idx="25361">
                  <c:v>1425.972</c:v>
                </c:pt>
                <c:pt idx="25362">
                  <c:v>1690.221</c:v>
                </c:pt>
                <c:pt idx="25363">
                  <c:v>1472.7049999999999</c:v>
                </c:pt>
                <c:pt idx="25364">
                  <c:v>1140.0029999999999</c:v>
                </c:pt>
                <c:pt idx="25365">
                  <c:v>1082.328</c:v>
                </c:pt>
                <c:pt idx="25366">
                  <c:v>975.27239999999995</c:v>
                </c:pt>
                <c:pt idx="25367">
                  <c:v>793.52430000000004</c:v>
                </c:pt>
                <c:pt idx="25368">
                  <c:v>732.47919999999999</c:v>
                </c:pt>
                <c:pt idx="25369">
                  <c:v>683.43229999999915</c:v>
                </c:pt>
                <c:pt idx="25370">
                  <c:v>624.63619999999946</c:v>
                </c:pt>
                <c:pt idx="25371">
                  <c:v>585.13319999999999</c:v>
                </c:pt>
                <c:pt idx="25372">
                  <c:v>552.72349999999994</c:v>
                </c:pt>
                <c:pt idx="25373">
                  <c:v>542.18299999999999</c:v>
                </c:pt>
                <c:pt idx="25374">
                  <c:v>529.60680000000002</c:v>
                </c:pt>
                <c:pt idx="25375">
                  <c:v>508.10680000000002</c:v>
                </c:pt>
                <c:pt idx="25376">
                  <c:v>485.17290000000008</c:v>
                </c:pt>
                <c:pt idx="25377">
                  <c:v>482.97749999999968</c:v>
                </c:pt>
                <c:pt idx="25378">
                  <c:v>470.43649999999934</c:v>
                </c:pt>
                <c:pt idx="25379">
                  <c:v>499.27499999999969</c:v>
                </c:pt>
                <c:pt idx="25380">
                  <c:v>569.44559999999933</c:v>
                </c:pt>
                <c:pt idx="25381">
                  <c:v>697.20140000000004</c:v>
                </c:pt>
                <c:pt idx="25382">
                  <c:v>818.19619999999998</c:v>
                </c:pt>
                <c:pt idx="25383">
                  <c:v>823.05109999999934</c:v>
                </c:pt>
                <c:pt idx="25384">
                  <c:v>706.55659999999921</c:v>
                </c:pt>
                <c:pt idx="25385">
                  <c:v>610.69299999999998</c:v>
                </c:pt>
                <c:pt idx="25386">
                  <c:v>578.55899999999997</c:v>
                </c:pt>
                <c:pt idx="25387">
                  <c:v>587.47829999999999</c:v>
                </c:pt>
                <c:pt idx="25388">
                  <c:v>636.85619999999892</c:v>
                </c:pt>
                <c:pt idx="25389">
                  <c:v>685.24619999999948</c:v>
                </c:pt>
                <c:pt idx="25390">
                  <c:v>697.30939999999998</c:v>
                </c:pt>
                <c:pt idx="25391">
                  <c:v>678.07890000000054</c:v>
                </c:pt>
                <c:pt idx="25392">
                  <c:v>632.33909999999946</c:v>
                </c:pt>
                <c:pt idx="25393">
                  <c:v>578.19449999999995</c:v>
                </c:pt>
                <c:pt idx="25394">
                  <c:v>530.02699999999948</c:v>
                </c:pt>
                <c:pt idx="25395">
                  <c:v>489.78029999999961</c:v>
                </c:pt>
                <c:pt idx="25396">
                  <c:v>459.47529999999961</c:v>
                </c:pt>
                <c:pt idx="25397">
                  <c:v>428.88069999999999</c:v>
                </c:pt>
                <c:pt idx="25398">
                  <c:v>398.40230000000003</c:v>
                </c:pt>
                <c:pt idx="25399">
                  <c:v>374.92749999999961</c:v>
                </c:pt>
                <c:pt idx="25400">
                  <c:v>357.92970000000003</c:v>
                </c:pt>
                <c:pt idx="25401">
                  <c:v>349.05790000000002</c:v>
                </c:pt>
                <c:pt idx="25402">
                  <c:v>340.39609999999954</c:v>
                </c:pt>
                <c:pt idx="25403">
                  <c:v>336.7080999999996</c:v>
                </c:pt>
                <c:pt idx="25404">
                  <c:v>341.7294</c:v>
                </c:pt>
                <c:pt idx="25405">
                  <c:v>333.42290000000003</c:v>
                </c:pt>
                <c:pt idx="25406">
                  <c:v>327.20509999999967</c:v>
                </c:pt>
                <c:pt idx="25407">
                  <c:v>320.7080999999996</c:v>
                </c:pt>
                <c:pt idx="25408">
                  <c:v>321.11059999999969</c:v>
                </c:pt>
                <c:pt idx="25409">
                  <c:v>321.07220000000001</c:v>
                </c:pt>
                <c:pt idx="25410">
                  <c:v>310.60239999999999</c:v>
                </c:pt>
                <c:pt idx="25411">
                  <c:v>311.13659999999953</c:v>
                </c:pt>
                <c:pt idx="25412">
                  <c:v>303.47749999999968</c:v>
                </c:pt>
                <c:pt idx="25413">
                  <c:v>287.43259999999935</c:v>
                </c:pt>
                <c:pt idx="25414">
                  <c:v>291.44889999999964</c:v>
                </c:pt>
                <c:pt idx="25415">
                  <c:v>315.75829999999968</c:v>
                </c:pt>
                <c:pt idx="25416">
                  <c:v>323.69889999999964</c:v>
                </c:pt>
                <c:pt idx="25417">
                  <c:v>339.05239999999969</c:v>
                </c:pt>
                <c:pt idx="25418">
                  <c:v>341.40119999999939</c:v>
                </c:pt>
                <c:pt idx="25419">
                  <c:v>334.75279999999964</c:v>
                </c:pt>
                <c:pt idx="25420">
                  <c:v>336.7697</c:v>
                </c:pt>
                <c:pt idx="25421">
                  <c:v>347.16730000000001</c:v>
                </c:pt>
                <c:pt idx="25422">
                  <c:v>357.65050000000002</c:v>
                </c:pt>
                <c:pt idx="25423">
                  <c:v>356.25850000000003</c:v>
                </c:pt>
                <c:pt idx="25424">
                  <c:v>365.01900000000001</c:v>
                </c:pt>
                <c:pt idx="25425">
                  <c:v>341.13529999999969</c:v>
                </c:pt>
                <c:pt idx="25426">
                  <c:v>358.5829</c:v>
                </c:pt>
                <c:pt idx="25427">
                  <c:v>332.4974999999996</c:v>
                </c:pt>
                <c:pt idx="25428">
                  <c:v>339.7302999999996</c:v>
                </c:pt>
                <c:pt idx="25429">
                  <c:v>370.11109999999968</c:v>
                </c:pt>
                <c:pt idx="25430">
                  <c:v>351.89280000000002</c:v>
                </c:pt>
                <c:pt idx="25431">
                  <c:v>349.82209999999969</c:v>
                </c:pt>
                <c:pt idx="25432">
                  <c:v>347.33329999999961</c:v>
                </c:pt>
                <c:pt idx="25433">
                  <c:v>343.48909999999961</c:v>
                </c:pt>
                <c:pt idx="25434">
                  <c:v>354.89760000000001</c:v>
                </c:pt>
                <c:pt idx="25435">
                  <c:v>378.31649999999968</c:v>
                </c:pt>
                <c:pt idx="25436">
                  <c:v>386.78909999999968</c:v>
                </c:pt>
                <c:pt idx="25437">
                  <c:v>380.7328</c:v>
                </c:pt>
                <c:pt idx="25438">
                  <c:v>364.66669999999999</c:v>
                </c:pt>
                <c:pt idx="25439">
                  <c:v>354.17860000000002</c:v>
                </c:pt>
                <c:pt idx="25440">
                  <c:v>349.93519999999933</c:v>
                </c:pt>
                <c:pt idx="25441">
                  <c:v>354.94540000000001</c:v>
                </c:pt>
                <c:pt idx="25442">
                  <c:v>363.67259999999999</c:v>
                </c:pt>
                <c:pt idx="25443">
                  <c:v>361.00869999999969</c:v>
                </c:pt>
                <c:pt idx="25444">
                  <c:v>358.05860000000001</c:v>
                </c:pt>
                <c:pt idx="25445">
                  <c:v>353.5772</c:v>
                </c:pt>
                <c:pt idx="25446">
                  <c:v>348.93469999999968</c:v>
                </c:pt>
                <c:pt idx="25447">
                  <c:v>344.74040000000002</c:v>
                </c:pt>
                <c:pt idx="25448">
                  <c:v>354.23779999999954</c:v>
                </c:pt>
                <c:pt idx="25449">
                  <c:v>377.79079999999954</c:v>
                </c:pt>
                <c:pt idx="25450">
                  <c:v>394.84269999999998</c:v>
                </c:pt>
                <c:pt idx="25451">
                  <c:v>394.58369999999968</c:v>
                </c:pt>
                <c:pt idx="25452">
                  <c:v>387.35320000000002</c:v>
                </c:pt>
                <c:pt idx="25453">
                  <c:v>382.31470000000002</c:v>
                </c:pt>
                <c:pt idx="25454">
                  <c:v>377.73109999999946</c:v>
                </c:pt>
                <c:pt idx="25455">
                  <c:v>380.02299999999968</c:v>
                </c:pt>
                <c:pt idx="25456">
                  <c:v>379.87849999999969</c:v>
                </c:pt>
                <c:pt idx="25457">
                  <c:v>375.59289999999999</c:v>
                </c:pt>
                <c:pt idx="25458">
                  <c:v>372.07599999999968</c:v>
                </c:pt>
                <c:pt idx="25459">
                  <c:v>367.78949999999969</c:v>
                </c:pt>
                <c:pt idx="25460">
                  <c:v>361.04450000000008</c:v>
                </c:pt>
                <c:pt idx="25461">
                  <c:v>351.91480000000001</c:v>
                </c:pt>
                <c:pt idx="25462">
                  <c:v>351.3306</c:v>
                </c:pt>
                <c:pt idx="25463">
                  <c:v>351.92409999999961</c:v>
                </c:pt>
                <c:pt idx="25464">
                  <c:v>349.79549999999961</c:v>
                </c:pt>
                <c:pt idx="25465">
                  <c:v>349.79849999999954</c:v>
                </c:pt>
                <c:pt idx="25466">
                  <c:v>349.98009999999954</c:v>
                </c:pt>
                <c:pt idx="25467">
                  <c:v>348.01780000000002</c:v>
                </c:pt>
                <c:pt idx="25468">
                  <c:v>339.91389999999961</c:v>
                </c:pt>
                <c:pt idx="25469">
                  <c:v>351.12629999999967</c:v>
                </c:pt>
                <c:pt idx="25470">
                  <c:v>355.8312999999996</c:v>
                </c:pt>
                <c:pt idx="25471">
                  <c:v>356.48039999999935</c:v>
                </c:pt>
                <c:pt idx="25472">
                  <c:v>354.00439999999969</c:v>
                </c:pt>
                <c:pt idx="25473">
                  <c:v>351.9504</c:v>
                </c:pt>
                <c:pt idx="25474">
                  <c:v>340.92999999999961</c:v>
                </c:pt>
                <c:pt idx="25475">
                  <c:v>325.26139999999936</c:v>
                </c:pt>
                <c:pt idx="25476">
                  <c:v>346.86410000000001</c:v>
                </c:pt>
                <c:pt idx="25477">
                  <c:v>425.64940000000047</c:v>
                </c:pt>
                <c:pt idx="25478">
                  <c:v>525.37149999999997</c:v>
                </c:pt>
                <c:pt idx="25479">
                  <c:v>572.41930000000002</c:v>
                </c:pt>
                <c:pt idx="25480">
                  <c:v>637.00670000000002</c:v>
                </c:pt>
                <c:pt idx="25481">
                  <c:v>788.5729</c:v>
                </c:pt>
                <c:pt idx="25482">
                  <c:v>919.78930000000082</c:v>
                </c:pt>
                <c:pt idx="25483">
                  <c:v>1084.8619999999999</c:v>
                </c:pt>
                <c:pt idx="25484">
                  <c:v>1466.4180000000001</c:v>
                </c:pt>
                <c:pt idx="25485">
                  <c:v>1800.403</c:v>
                </c:pt>
                <c:pt idx="25486">
                  <c:v>1733.846</c:v>
                </c:pt>
                <c:pt idx="25487">
                  <c:v>1481.566</c:v>
                </c:pt>
                <c:pt idx="25488">
                  <c:v>1213.7429999999999</c:v>
                </c:pt>
                <c:pt idx="25489">
                  <c:v>994.94679999999948</c:v>
                </c:pt>
                <c:pt idx="25490">
                  <c:v>879.42749999999921</c:v>
                </c:pt>
                <c:pt idx="25491">
                  <c:v>828.83529999999905</c:v>
                </c:pt>
                <c:pt idx="25492">
                  <c:v>787.49880000000053</c:v>
                </c:pt>
                <c:pt idx="25493">
                  <c:v>758.32799999999907</c:v>
                </c:pt>
                <c:pt idx="25494">
                  <c:v>729.42789999999934</c:v>
                </c:pt>
                <c:pt idx="25495">
                  <c:v>700.29100000000005</c:v>
                </c:pt>
                <c:pt idx="25496">
                  <c:v>796.4058</c:v>
                </c:pt>
                <c:pt idx="25497">
                  <c:v>909.01739999999938</c:v>
                </c:pt>
                <c:pt idx="25498">
                  <c:v>953.56209999999919</c:v>
                </c:pt>
                <c:pt idx="25499">
                  <c:v>861.37490000000003</c:v>
                </c:pt>
                <c:pt idx="25500">
                  <c:v>770.29330000000095</c:v>
                </c:pt>
                <c:pt idx="25501">
                  <c:v>718.33149999999921</c:v>
                </c:pt>
                <c:pt idx="25502">
                  <c:v>726.99980000000005</c:v>
                </c:pt>
                <c:pt idx="25503">
                  <c:v>719.44349999999997</c:v>
                </c:pt>
                <c:pt idx="25504">
                  <c:v>695.10940000000005</c:v>
                </c:pt>
                <c:pt idx="25505">
                  <c:v>671.4474999999992</c:v>
                </c:pt>
                <c:pt idx="25506">
                  <c:v>663.55659999999921</c:v>
                </c:pt>
                <c:pt idx="25507">
                  <c:v>667.52449999999999</c:v>
                </c:pt>
                <c:pt idx="25508">
                  <c:v>703.92049999999949</c:v>
                </c:pt>
                <c:pt idx="25509">
                  <c:v>690.18360000000052</c:v>
                </c:pt>
                <c:pt idx="25510">
                  <c:v>992.98519999999996</c:v>
                </c:pt>
                <c:pt idx="25511">
                  <c:v>1324.98</c:v>
                </c:pt>
                <c:pt idx="25512">
                  <c:v>1546.308</c:v>
                </c:pt>
                <c:pt idx="25513">
                  <c:v>1475.6739999999998</c:v>
                </c:pt>
                <c:pt idx="25514">
                  <c:v>1346.376</c:v>
                </c:pt>
                <c:pt idx="25515">
                  <c:v>1124.6989999999998</c:v>
                </c:pt>
                <c:pt idx="25516">
                  <c:v>971.44889999999998</c:v>
                </c:pt>
                <c:pt idx="25517">
                  <c:v>907.57600000000002</c:v>
                </c:pt>
                <c:pt idx="25518">
                  <c:v>885.86699999999905</c:v>
                </c:pt>
                <c:pt idx="25519">
                  <c:v>861.64259999999933</c:v>
                </c:pt>
                <c:pt idx="25520">
                  <c:v>882.98479999999995</c:v>
                </c:pt>
                <c:pt idx="25521">
                  <c:v>857.76940000000002</c:v>
                </c:pt>
                <c:pt idx="25522">
                  <c:v>862.85059999999919</c:v>
                </c:pt>
                <c:pt idx="25523">
                  <c:v>862.8414999999992</c:v>
                </c:pt>
                <c:pt idx="25524">
                  <c:v>838.87030000000004</c:v>
                </c:pt>
                <c:pt idx="25525">
                  <c:v>801.50549999999998</c:v>
                </c:pt>
                <c:pt idx="25526">
                  <c:v>838.48860000000002</c:v>
                </c:pt>
                <c:pt idx="25527">
                  <c:v>951.60900000000004</c:v>
                </c:pt>
                <c:pt idx="25528">
                  <c:v>1263.482</c:v>
                </c:pt>
                <c:pt idx="25529">
                  <c:v>1718.4939999999999</c:v>
                </c:pt>
                <c:pt idx="25530">
                  <c:v>1475.454</c:v>
                </c:pt>
                <c:pt idx="25531">
                  <c:v>1468.6929999999998</c:v>
                </c:pt>
                <c:pt idx="25532">
                  <c:v>1534.136</c:v>
                </c:pt>
                <c:pt idx="25533">
                  <c:v>1348.8939999999998</c:v>
                </c:pt>
                <c:pt idx="25534">
                  <c:v>1168.7460000000001</c:v>
                </c:pt>
                <c:pt idx="25535">
                  <c:v>1059.6009999999999</c:v>
                </c:pt>
                <c:pt idx="25536">
                  <c:v>997.51229999999907</c:v>
                </c:pt>
                <c:pt idx="25537">
                  <c:v>970.52639999999997</c:v>
                </c:pt>
                <c:pt idx="25538">
                  <c:v>939.48340000000053</c:v>
                </c:pt>
                <c:pt idx="25539">
                  <c:v>906.10159999999996</c:v>
                </c:pt>
                <c:pt idx="25540">
                  <c:v>867.50890000000004</c:v>
                </c:pt>
                <c:pt idx="25541">
                  <c:v>835.77990000000068</c:v>
                </c:pt>
                <c:pt idx="25542">
                  <c:v>815.51139999999998</c:v>
                </c:pt>
                <c:pt idx="25543">
                  <c:v>801.93880000000001</c:v>
                </c:pt>
                <c:pt idx="25544">
                  <c:v>795.10170000000005</c:v>
                </c:pt>
                <c:pt idx="25545">
                  <c:v>789.83279999999934</c:v>
                </c:pt>
                <c:pt idx="25546">
                  <c:v>771.44419999999946</c:v>
                </c:pt>
                <c:pt idx="25547">
                  <c:v>750.11929999999938</c:v>
                </c:pt>
                <c:pt idx="25548">
                  <c:v>765.55549999999948</c:v>
                </c:pt>
                <c:pt idx="25549">
                  <c:v>750.07480000000055</c:v>
                </c:pt>
                <c:pt idx="25550">
                  <c:v>719.97649999999999</c:v>
                </c:pt>
                <c:pt idx="25551">
                  <c:v>693.99580000000003</c:v>
                </c:pt>
                <c:pt idx="25552">
                  <c:v>675.99289999999996</c:v>
                </c:pt>
                <c:pt idx="25553">
                  <c:v>661.57350000000054</c:v>
                </c:pt>
                <c:pt idx="25554">
                  <c:v>649.73440000000005</c:v>
                </c:pt>
                <c:pt idx="25555">
                  <c:v>639.64729999999906</c:v>
                </c:pt>
                <c:pt idx="25556">
                  <c:v>630.00559999999996</c:v>
                </c:pt>
                <c:pt idx="25557">
                  <c:v>620.03570000000002</c:v>
                </c:pt>
                <c:pt idx="25558">
                  <c:v>644.77860000000055</c:v>
                </c:pt>
                <c:pt idx="25559">
                  <c:v>631.93679999999949</c:v>
                </c:pt>
                <c:pt idx="25560">
                  <c:v>623.97940000000051</c:v>
                </c:pt>
                <c:pt idx="25561">
                  <c:v>665.75310000000002</c:v>
                </c:pt>
                <c:pt idx="25562">
                  <c:v>654.71640000000002</c:v>
                </c:pt>
                <c:pt idx="25563">
                  <c:v>653.86489999999947</c:v>
                </c:pt>
                <c:pt idx="25564">
                  <c:v>644.67580000000055</c:v>
                </c:pt>
                <c:pt idx="25565">
                  <c:v>624.26319999999998</c:v>
                </c:pt>
                <c:pt idx="25566">
                  <c:v>605.62390000000005</c:v>
                </c:pt>
                <c:pt idx="25567">
                  <c:v>616.29360000000054</c:v>
                </c:pt>
                <c:pt idx="25568">
                  <c:v>602.95149999999933</c:v>
                </c:pt>
                <c:pt idx="25569">
                  <c:v>588.57510000000002</c:v>
                </c:pt>
                <c:pt idx="25570">
                  <c:v>574.76559999999949</c:v>
                </c:pt>
                <c:pt idx="25571">
                  <c:v>559.52369999999996</c:v>
                </c:pt>
                <c:pt idx="25572">
                  <c:v>556.4307</c:v>
                </c:pt>
                <c:pt idx="25573">
                  <c:v>579.62099999999998</c:v>
                </c:pt>
                <c:pt idx="25574">
                  <c:v>702.81409999999948</c:v>
                </c:pt>
                <c:pt idx="25575">
                  <c:v>1223.145</c:v>
                </c:pt>
                <c:pt idx="25576">
                  <c:v>1868.028</c:v>
                </c:pt>
                <c:pt idx="25577">
                  <c:v>1958.6299999999999</c:v>
                </c:pt>
                <c:pt idx="25578">
                  <c:v>1752.1409999999998</c:v>
                </c:pt>
                <c:pt idx="25579">
                  <c:v>1771.5409999999999</c:v>
                </c:pt>
                <c:pt idx="25580">
                  <c:v>2314.6819999999998</c:v>
                </c:pt>
                <c:pt idx="25581">
                  <c:v>2389.509</c:v>
                </c:pt>
                <c:pt idx="25582">
                  <c:v>2209.5410000000002</c:v>
                </c:pt>
                <c:pt idx="25583">
                  <c:v>1588.317</c:v>
                </c:pt>
                <c:pt idx="25584">
                  <c:v>1100.3799999999999</c:v>
                </c:pt>
                <c:pt idx="25585">
                  <c:v>959.9737000000008</c:v>
                </c:pt>
                <c:pt idx="25586">
                  <c:v>885.46870000000001</c:v>
                </c:pt>
                <c:pt idx="25587">
                  <c:v>826.23910000000001</c:v>
                </c:pt>
                <c:pt idx="25588">
                  <c:v>802.35379999999998</c:v>
                </c:pt>
                <c:pt idx="25589">
                  <c:v>778.13509999999997</c:v>
                </c:pt>
                <c:pt idx="25590">
                  <c:v>909.5634</c:v>
                </c:pt>
                <c:pt idx="25591">
                  <c:v>1316.8719999999998</c:v>
                </c:pt>
                <c:pt idx="25592">
                  <c:v>1875.0170000000001</c:v>
                </c:pt>
                <c:pt idx="25593">
                  <c:v>1871.3309999999999</c:v>
                </c:pt>
                <c:pt idx="25594">
                  <c:v>1624.019</c:v>
                </c:pt>
                <c:pt idx="25595">
                  <c:v>2255.6059999999998</c:v>
                </c:pt>
                <c:pt idx="25596">
                  <c:v>3684.8560000000002</c:v>
                </c:pt>
                <c:pt idx="25597">
                  <c:v>4390.8500000000004</c:v>
                </c:pt>
                <c:pt idx="25598">
                  <c:v>3830.0839999999998</c:v>
                </c:pt>
                <c:pt idx="25599">
                  <c:v>2750.8820000000001</c:v>
                </c:pt>
                <c:pt idx="25600">
                  <c:v>2286.7659999999987</c:v>
                </c:pt>
                <c:pt idx="25601">
                  <c:v>3121.9749999999999</c:v>
                </c:pt>
                <c:pt idx="25602">
                  <c:v>4242.0839999999998</c:v>
                </c:pt>
                <c:pt idx="25603">
                  <c:v>4366.9379999999965</c:v>
                </c:pt>
                <c:pt idx="25604">
                  <c:v>2978.549</c:v>
                </c:pt>
                <c:pt idx="25605">
                  <c:v>1701.5619999999999</c:v>
                </c:pt>
                <c:pt idx="25606">
                  <c:v>1490.857</c:v>
                </c:pt>
                <c:pt idx="25607">
                  <c:v>1671.9160000000011</c:v>
                </c:pt>
                <c:pt idx="25608">
                  <c:v>1738.799</c:v>
                </c:pt>
                <c:pt idx="25609">
                  <c:v>1720.1719999999998</c:v>
                </c:pt>
                <c:pt idx="25610">
                  <c:v>1464.453</c:v>
                </c:pt>
                <c:pt idx="25611">
                  <c:v>1296.6629999999998</c:v>
                </c:pt>
                <c:pt idx="25612">
                  <c:v>1217.4100000000001</c:v>
                </c:pt>
                <c:pt idx="25613">
                  <c:v>1164.2470000000001</c:v>
                </c:pt>
                <c:pt idx="25614">
                  <c:v>1137.9090000000001</c:v>
                </c:pt>
                <c:pt idx="25615">
                  <c:v>1115.0029999999999</c:v>
                </c:pt>
                <c:pt idx="25616">
                  <c:v>1158.0250000000001</c:v>
                </c:pt>
                <c:pt idx="25617">
                  <c:v>1426.8109999999999</c:v>
                </c:pt>
                <c:pt idx="25618">
                  <c:v>1491.2650000000001</c:v>
                </c:pt>
                <c:pt idx="25619">
                  <c:v>1412.1779999999999</c:v>
                </c:pt>
                <c:pt idx="25620">
                  <c:v>1258.421</c:v>
                </c:pt>
                <c:pt idx="25621">
                  <c:v>1156.1879999999999</c:v>
                </c:pt>
                <c:pt idx="25622">
                  <c:v>1079.809</c:v>
                </c:pt>
                <c:pt idx="25623">
                  <c:v>1083.566</c:v>
                </c:pt>
                <c:pt idx="25624">
                  <c:v>1111.2260000000001</c:v>
                </c:pt>
                <c:pt idx="25625">
                  <c:v>1155.825</c:v>
                </c:pt>
                <c:pt idx="25626">
                  <c:v>1083.4000000000001</c:v>
                </c:pt>
                <c:pt idx="25627">
                  <c:v>1018.6369999999994</c:v>
                </c:pt>
                <c:pt idx="25628">
                  <c:v>969.76589999999999</c:v>
                </c:pt>
                <c:pt idx="25629">
                  <c:v>942.42189999999948</c:v>
                </c:pt>
                <c:pt idx="25630">
                  <c:v>922.80499999999938</c:v>
                </c:pt>
                <c:pt idx="25631">
                  <c:v>928.10310000000004</c:v>
                </c:pt>
                <c:pt idx="25632">
                  <c:v>911.03830000000005</c:v>
                </c:pt>
                <c:pt idx="25633">
                  <c:v>895.78369999999995</c:v>
                </c:pt>
                <c:pt idx="25634">
                  <c:v>884.97050000000002</c:v>
                </c:pt>
                <c:pt idx="25635">
                  <c:v>915.86469999999906</c:v>
                </c:pt>
                <c:pt idx="25636">
                  <c:v>1045.546</c:v>
                </c:pt>
                <c:pt idx="25637">
                  <c:v>998.53159999999946</c:v>
                </c:pt>
                <c:pt idx="25638">
                  <c:v>978.11929999999938</c:v>
                </c:pt>
                <c:pt idx="25639">
                  <c:v>947.58340000000055</c:v>
                </c:pt>
                <c:pt idx="25640">
                  <c:v>929.11090000000002</c:v>
                </c:pt>
                <c:pt idx="25641">
                  <c:v>980.66359999999997</c:v>
                </c:pt>
                <c:pt idx="25642">
                  <c:v>963.52559999999949</c:v>
                </c:pt>
                <c:pt idx="25643">
                  <c:v>915.85699999999906</c:v>
                </c:pt>
                <c:pt idx="25644">
                  <c:v>850.88709999999946</c:v>
                </c:pt>
                <c:pt idx="25645">
                  <c:v>931.03570000000002</c:v>
                </c:pt>
                <c:pt idx="25646">
                  <c:v>1135.8639999999998</c:v>
                </c:pt>
                <c:pt idx="25647">
                  <c:v>1144.306</c:v>
                </c:pt>
                <c:pt idx="25648">
                  <c:v>1059.9780000000001</c:v>
                </c:pt>
                <c:pt idx="25649">
                  <c:v>1028.9490000000001</c:v>
                </c:pt>
                <c:pt idx="25650">
                  <c:v>997.07709999999997</c:v>
                </c:pt>
                <c:pt idx="25651">
                  <c:v>1150.5739999999998</c:v>
                </c:pt>
                <c:pt idx="25652">
                  <c:v>1516.86</c:v>
                </c:pt>
                <c:pt idx="25653">
                  <c:v>1772.454</c:v>
                </c:pt>
                <c:pt idx="25654">
                  <c:v>1434.702</c:v>
                </c:pt>
                <c:pt idx="25655">
                  <c:v>1127.2149999999999</c:v>
                </c:pt>
                <c:pt idx="25656">
                  <c:v>1014.5519999999993</c:v>
                </c:pt>
                <c:pt idx="25657">
                  <c:v>925.94529999999907</c:v>
                </c:pt>
                <c:pt idx="25658">
                  <c:v>858.04139999999938</c:v>
                </c:pt>
                <c:pt idx="25659">
                  <c:v>815.65840000000003</c:v>
                </c:pt>
                <c:pt idx="25660">
                  <c:v>1197.4580000000001</c:v>
                </c:pt>
                <c:pt idx="25661">
                  <c:v>3159.0110000000022</c:v>
                </c:pt>
                <c:pt idx="25662">
                  <c:v>5214.2700000000004</c:v>
                </c:pt>
                <c:pt idx="25663">
                  <c:v>4675.3470000000007</c:v>
                </c:pt>
                <c:pt idx="25664">
                  <c:v>2686.9479999999999</c:v>
                </c:pt>
                <c:pt idx="25665">
                  <c:v>1773.3129999999999</c:v>
                </c:pt>
                <c:pt idx="25666">
                  <c:v>1856.1</c:v>
                </c:pt>
                <c:pt idx="25667">
                  <c:v>1753.588</c:v>
                </c:pt>
                <c:pt idx="25668">
                  <c:v>1663.6919999999998</c:v>
                </c:pt>
                <c:pt idx="25669">
                  <c:v>1486.98</c:v>
                </c:pt>
                <c:pt idx="25670">
                  <c:v>1472.3019999999999</c:v>
                </c:pt>
                <c:pt idx="25671">
                  <c:v>1723.836</c:v>
                </c:pt>
                <c:pt idx="25672">
                  <c:v>1930.2860000000001</c:v>
                </c:pt>
                <c:pt idx="25673">
                  <c:v>1719.6889999999999</c:v>
                </c:pt>
                <c:pt idx="25674">
                  <c:v>1553.0909999999999</c:v>
                </c:pt>
                <c:pt idx="25675">
                  <c:v>1761.402</c:v>
                </c:pt>
                <c:pt idx="25676">
                  <c:v>1890.6629999999998</c:v>
                </c:pt>
                <c:pt idx="25677">
                  <c:v>1770.489</c:v>
                </c:pt>
                <c:pt idx="25678">
                  <c:v>2012.51</c:v>
                </c:pt>
                <c:pt idx="25679">
                  <c:v>2151.5340000000001</c:v>
                </c:pt>
                <c:pt idx="25680">
                  <c:v>1903.598</c:v>
                </c:pt>
                <c:pt idx="25681">
                  <c:v>1566.57</c:v>
                </c:pt>
                <c:pt idx="25682">
                  <c:v>1439.8519999999999</c:v>
                </c:pt>
                <c:pt idx="25683">
                  <c:v>1382.9839999999999</c:v>
                </c:pt>
                <c:pt idx="25684">
                  <c:v>1404.7080000000001</c:v>
                </c:pt>
                <c:pt idx="25685">
                  <c:v>1499.4839999999999</c:v>
                </c:pt>
                <c:pt idx="25686">
                  <c:v>1520.867</c:v>
                </c:pt>
                <c:pt idx="25687">
                  <c:v>1479.0239999999999</c:v>
                </c:pt>
                <c:pt idx="25688">
                  <c:v>1480.3389999999999</c:v>
                </c:pt>
                <c:pt idx="25689">
                  <c:v>1574.489</c:v>
                </c:pt>
                <c:pt idx="25690">
                  <c:v>1716.912</c:v>
                </c:pt>
                <c:pt idx="25691">
                  <c:v>1813.2860000000001</c:v>
                </c:pt>
                <c:pt idx="25692">
                  <c:v>1847.308</c:v>
                </c:pt>
                <c:pt idx="25693">
                  <c:v>1767.72</c:v>
                </c:pt>
                <c:pt idx="25694">
                  <c:v>1574.4050000000011</c:v>
                </c:pt>
                <c:pt idx="25695">
                  <c:v>1438.3209999999999</c:v>
                </c:pt>
                <c:pt idx="25696">
                  <c:v>1420.9060000000011</c:v>
                </c:pt>
                <c:pt idx="25697">
                  <c:v>1416.606</c:v>
                </c:pt>
                <c:pt idx="25698">
                  <c:v>1395.8939999999998</c:v>
                </c:pt>
                <c:pt idx="25699">
                  <c:v>1372.096</c:v>
                </c:pt>
                <c:pt idx="25700">
                  <c:v>1331.5160000000001</c:v>
                </c:pt>
                <c:pt idx="25701">
                  <c:v>1296.057</c:v>
                </c:pt>
                <c:pt idx="25702">
                  <c:v>1290.606</c:v>
                </c:pt>
                <c:pt idx="25703">
                  <c:v>1319.6389999999999</c:v>
                </c:pt>
                <c:pt idx="25704">
                  <c:v>1386.6579999999999</c:v>
                </c:pt>
                <c:pt idx="25705">
                  <c:v>1475.982</c:v>
                </c:pt>
                <c:pt idx="25706">
                  <c:v>1575.6329999999998</c:v>
                </c:pt>
                <c:pt idx="25707">
                  <c:v>1649.4590000000001</c:v>
                </c:pt>
                <c:pt idx="25708">
                  <c:v>1698.3609999999999</c:v>
                </c:pt>
                <c:pt idx="25709">
                  <c:v>1858.7629999999999</c:v>
                </c:pt>
                <c:pt idx="25710">
                  <c:v>2416.4279999999999</c:v>
                </c:pt>
                <c:pt idx="25711">
                  <c:v>3253.174</c:v>
                </c:pt>
                <c:pt idx="25712">
                  <c:v>3531.183</c:v>
                </c:pt>
                <c:pt idx="25713">
                  <c:v>3115.1129999999998</c:v>
                </c:pt>
                <c:pt idx="25714">
                  <c:v>2868.078</c:v>
                </c:pt>
                <c:pt idx="25715">
                  <c:v>2837.8989999999999</c:v>
                </c:pt>
                <c:pt idx="25716">
                  <c:v>2583.154</c:v>
                </c:pt>
                <c:pt idx="25717">
                  <c:v>2388.73</c:v>
                </c:pt>
                <c:pt idx="25718">
                  <c:v>2407.9720000000002</c:v>
                </c:pt>
                <c:pt idx="25719">
                  <c:v>2362.7109999999998</c:v>
                </c:pt>
                <c:pt idx="25720">
                  <c:v>2120.7310000000002</c:v>
                </c:pt>
                <c:pt idx="25721">
                  <c:v>1789.9449999999999</c:v>
                </c:pt>
                <c:pt idx="25722">
                  <c:v>1598.069</c:v>
                </c:pt>
                <c:pt idx="25723">
                  <c:v>1541.6969999999999</c:v>
                </c:pt>
                <c:pt idx="25724">
                  <c:v>1490.73</c:v>
                </c:pt>
                <c:pt idx="25725">
                  <c:v>1415.4560000000001</c:v>
                </c:pt>
                <c:pt idx="25726">
                  <c:v>1374.8609999999999</c:v>
                </c:pt>
                <c:pt idx="25727">
                  <c:v>1551.5519999999999</c:v>
                </c:pt>
                <c:pt idx="25728">
                  <c:v>1747.511</c:v>
                </c:pt>
                <c:pt idx="25729">
                  <c:v>1568.075</c:v>
                </c:pt>
                <c:pt idx="25730">
                  <c:v>1225.3050000000001</c:v>
                </c:pt>
                <c:pt idx="25731">
                  <c:v>1122.1099999999999</c:v>
                </c:pt>
                <c:pt idx="25732">
                  <c:v>1068.989</c:v>
                </c:pt>
                <c:pt idx="25733">
                  <c:v>991.15659999999946</c:v>
                </c:pt>
                <c:pt idx="25734">
                  <c:v>941.69400000000053</c:v>
                </c:pt>
                <c:pt idx="25735">
                  <c:v>892.07090000000005</c:v>
                </c:pt>
                <c:pt idx="25736">
                  <c:v>850.36469999999906</c:v>
                </c:pt>
                <c:pt idx="25737">
                  <c:v>812.66199999999947</c:v>
                </c:pt>
                <c:pt idx="25738">
                  <c:v>770.73350000000005</c:v>
                </c:pt>
                <c:pt idx="25739">
                  <c:v>737.13599999999997</c:v>
                </c:pt>
                <c:pt idx="25740">
                  <c:v>705.95899999999949</c:v>
                </c:pt>
                <c:pt idx="25741">
                  <c:v>703.6404</c:v>
                </c:pt>
                <c:pt idx="25742">
                  <c:v>769.83179999999948</c:v>
                </c:pt>
                <c:pt idx="25743">
                  <c:v>838.36219999999867</c:v>
                </c:pt>
                <c:pt idx="25744">
                  <c:v>825.20450000000005</c:v>
                </c:pt>
                <c:pt idx="25745">
                  <c:v>763.55659999999921</c:v>
                </c:pt>
                <c:pt idx="25746">
                  <c:v>708.60170000000005</c:v>
                </c:pt>
                <c:pt idx="25747">
                  <c:v>675.98789999999997</c:v>
                </c:pt>
                <c:pt idx="25748">
                  <c:v>653.09330000000068</c:v>
                </c:pt>
                <c:pt idx="25749">
                  <c:v>620.69539999999995</c:v>
                </c:pt>
                <c:pt idx="25750">
                  <c:v>570.68759999999997</c:v>
                </c:pt>
                <c:pt idx="25751">
                  <c:v>511.11270000000002</c:v>
                </c:pt>
                <c:pt idx="25752">
                  <c:v>473.10610000000003</c:v>
                </c:pt>
                <c:pt idx="25753">
                  <c:v>465.39139999999935</c:v>
                </c:pt>
                <c:pt idx="25754">
                  <c:v>459.22179999999935</c:v>
                </c:pt>
                <c:pt idx="25755">
                  <c:v>442.87979999999999</c:v>
                </c:pt>
                <c:pt idx="25756">
                  <c:v>427.86509999999993</c:v>
                </c:pt>
                <c:pt idx="25757">
                  <c:v>419.4692</c:v>
                </c:pt>
                <c:pt idx="25758">
                  <c:v>404.37419999999969</c:v>
                </c:pt>
                <c:pt idx="25759">
                  <c:v>393.77869999999967</c:v>
                </c:pt>
                <c:pt idx="25760">
                  <c:v>393.61959999999999</c:v>
                </c:pt>
                <c:pt idx="25761">
                  <c:v>386.0532</c:v>
                </c:pt>
                <c:pt idx="25762">
                  <c:v>381.21570000000003</c:v>
                </c:pt>
                <c:pt idx="25763">
                  <c:v>375.66230000000002</c:v>
                </c:pt>
                <c:pt idx="25764">
                  <c:v>367.59609999999935</c:v>
                </c:pt>
                <c:pt idx="25765">
                  <c:v>348.69649999999967</c:v>
                </c:pt>
                <c:pt idx="25766">
                  <c:v>351.21719999999954</c:v>
                </c:pt>
                <c:pt idx="25767">
                  <c:v>340.34620000000001</c:v>
                </c:pt>
                <c:pt idx="25768">
                  <c:v>334.53539999999936</c:v>
                </c:pt>
                <c:pt idx="25769">
                  <c:v>335.32960000000008</c:v>
                </c:pt>
                <c:pt idx="25770">
                  <c:v>333.76149999999961</c:v>
                </c:pt>
                <c:pt idx="25771">
                  <c:v>330.43719999999939</c:v>
                </c:pt>
                <c:pt idx="25772">
                  <c:v>319.8707</c:v>
                </c:pt>
                <c:pt idx="25773">
                  <c:v>317.95209999999969</c:v>
                </c:pt>
                <c:pt idx="25774">
                  <c:v>324.0864999999996</c:v>
                </c:pt>
                <c:pt idx="25775">
                  <c:v>317.94529999999969</c:v>
                </c:pt>
                <c:pt idx="25776">
                  <c:v>299.07470000000001</c:v>
                </c:pt>
                <c:pt idx="25777">
                  <c:v>301.54360000000008</c:v>
                </c:pt>
                <c:pt idx="25778">
                  <c:v>301.53460000000001</c:v>
                </c:pt>
                <c:pt idx="25779">
                  <c:v>306.2878</c:v>
                </c:pt>
                <c:pt idx="25780">
                  <c:v>330.30279999999999</c:v>
                </c:pt>
                <c:pt idx="25781">
                  <c:v>328.91709999999961</c:v>
                </c:pt>
                <c:pt idx="25782">
                  <c:v>347.44959999999969</c:v>
                </c:pt>
                <c:pt idx="25783">
                  <c:v>337.65069999999997</c:v>
                </c:pt>
                <c:pt idx="25784">
                  <c:v>335.2831999999994</c:v>
                </c:pt>
                <c:pt idx="25785">
                  <c:v>344.8999</c:v>
                </c:pt>
                <c:pt idx="25786">
                  <c:v>336.1431</c:v>
                </c:pt>
                <c:pt idx="25787">
                  <c:v>330.76209999999969</c:v>
                </c:pt>
                <c:pt idx="25788">
                  <c:v>335.06689999999969</c:v>
                </c:pt>
                <c:pt idx="25789">
                  <c:v>366.70109999999954</c:v>
                </c:pt>
                <c:pt idx="25790">
                  <c:v>445.11450000000002</c:v>
                </c:pt>
                <c:pt idx="25791">
                  <c:v>502.79129999999935</c:v>
                </c:pt>
                <c:pt idx="25792">
                  <c:v>515.14359999999999</c:v>
                </c:pt>
                <c:pt idx="25793">
                  <c:v>486.34399999999999</c:v>
                </c:pt>
                <c:pt idx="25794">
                  <c:v>467.7056</c:v>
                </c:pt>
                <c:pt idx="25795">
                  <c:v>453.30759999999964</c:v>
                </c:pt>
                <c:pt idx="25796">
                  <c:v>439.12369999999999</c:v>
                </c:pt>
                <c:pt idx="25797">
                  <c:v>425.11410000000001</c:v>
                </c:pt>
                <c:pt idx="25798">
                  <c:v>429.98480000000001</c:v>
                </c:pt>
                <c:pt idx="25799">
                  <c:v>466.24689999999993</c:v>
                </c:pt>
                <c:pt idx="25800">
                  <c:v>580.91949999999997</c:v>
                </c:pt>
                <c:pt idx="25801">
                  <c:v>811.43739999999946</c:v>
                </c:pt>
                <c:pt idx="25802">
                  <c:v>1004.595</c:v>
                </c:pt>
                <c:pt idx="25803">
                  <c:v>982.31519999999921</c:v>
                </c:pt>
                <c:pt idx="25804">
                  <c:v>841.57590000000005</c:v>
                </c:pt>
                <c:pt idx="25805">
                  <c:v>773.64070000000004</c:v>
                </c:pt>
                <c:pt idx="25806">
                  <c:v>763.8057</c:v>
                </c:pt>
                <c:pt idx="25807">
                  <c:v>738.13779999999997</c:v>
                </c:pt>
                <c:pt idx="25808">
                  <c:v>714.27050000000054</c:v>
                </c:pt>
                <c:pt idx="25809">
                  <c:v>698.74619999999948</c:v>
                </c:pt>
                <c:pt idx="25810">
                  <c:v>679.40329999999949</c:v>
                </c:pt>
                <c:pt idx="25811">
                  <c:v>703.59140000000002</c:v>
                </c:pt>
                <c:pt idx="25812">
                  <c:v>898.95949999999948</c:v>
                </c:pt>
                <c:pt idx="25813">
                  <c:v>1264.1929999999998</c:v>
                </c:pt>
                <c:pt idx="25814">
                  <c:v>1380.5339999999999</c:v>
                </c:pt>
                <c:pt idx="25815">
                  <c:v>1185.6199999999999</c:v>
                </c:pt>
                <c:pt idx="25816">
                  <c:v>1163.6979999999999</c:v>
                </c:pt>
                <c:pt idx="25817">
                  <c:v>1309.3619999999999</c:v>
                </c:pt>
                <c:pt idx="25818">
                  <c:v>1361.5819999999999</c:v>
                </c:pt>
                <c:pt idx="25819">
                  <c:v>1302.4000000000001</c:v>
                </c:pt>
                <c:pt idx="25820">
                  <c:v>1202.845</c:v>
                </c:pt>
                <c:pt idx="25821">
                  <c:v>1128.3709999999999</c:v>
                </c:pt>
                <c:pt idx="25822">
                  <c:v>1078.97</c:v>
                </c:pt>
                <c:pt idx="25823">
                  <c:v>1017.89</c:v>
                </c:pt>
                <c:pt idx="25824">
                  <c:v>958.75030000000004</c:v>
                </c:pt>
                <c:pt idx="25825">
                  <c:v>908.84169999999892</c:v>
                </c:pt>
                <c:pt idx="25826">
                  <c:v>891.86869999999919</c:v>
                </c:pt>
                <c:pt idx="25827">
                  <c:v>994.43789999999933</c:v>
                </c:pt>
                <c:pt idx="25828">
                  <c:v>1211.5419999999999</c:v>
                </c:pt>
                <c:pt idx="25829">
                  <c:v>1272.046</c:v>
                </c:pt>
                <c:pt idx="25830">
                  <c:v>1168.6669999999999</c:v>
                </c:pt>
                <c:pt idx="25831">
                  <c:v>1217.0939999999998</c:v>
                </c:pt>
                <c:pt idx="25832">
                  <c:v>1472.9010000000001</c:v>
                </c:pt>
                <c:pt idx="25833">
                  <c:v>1739.758</c:v>
                </c:pt>
                <c:pt idx="25834">
                  <c:v>1917.4110000000001</c:v>
                </c:pt>
                <c:pt idx="25835">
                  <c:v>1975.4360000000001</c:v>
                </c:pt>
                <c:pt idx="25836">
                  <c:v>1977.29</c:v>
                </c:pt>
                <c:pt idx="25837">
                  <c:v>1950.625</c:v>
                </c:pt>
                <c:pt idx="25838">
                  <c:v>1886.5929999999998</c:v>
                </c:pt>
                <c:pt idx="25839">
                  <c:v>1873.1179999999999</c:v>
                </c:pt>
                <c:pt idx="25840">
                  <c:v>1894.471</c:v>
                </c:pt>
                <c:pt idx="25841">
                  <c:v>1812.1179999999999</c:v>
                </c:pt>
                <c:pt idx="25842">
                  <c:v>1671.287</c:v>
                </c:pt>
                <c:pt idx="25843">
                  <c:v>1617.1739999999998</c:v>
                </c:pt>
                <c:pt idx="25844">
                  <c:v>1649.347</c:v>
                </c:pt>
                <c:pt idx="25845">
                  <c:v>1659.5119999999999</c:v>
                </c:pt>
                <c:pt idx="25846">
                  <c:v>1644.5319999999999</c:v>
                </c:pt>
                <c:pt idx="25847">
                  <c:v>1553.433</c:v>
                </c:pt>
                <c:pt idx="25848">
                  <c:v>1468.7270000000001</c:v>
                </c:pt>
                <c:pt idx="25849">
                  <c:v>1430.1929999999998</c:v>
                </c:pt>
                <c:pt idx="25850">
                  <c:v>1389.9939999999999</c:v>
                </c:pt>
                <c:pt idx="25851">
                  <c:v>1338.875</c:v>
                </c:pt>
                <c:pt idx="25852">
                  <c:v>1282.24</c:v>
                </c:pt>
                <c:pt idx="25853">
                  <c:v>1243.0719999999999</c:v>
                </c:pt>
                <c:pt idx="25854">
                  <c:v>1478.576</c:v>
                </c:pt>
                <c:pt idx="25855">
                  <c:v>2433.7869999999966</c:v>
                </c:pt>
                <c:pt idx="25856">
                  <c:v>3894.3449999999998</c:v>
                </c:pt>
                <c:pt idx="25857">
                  <c:v>4946.451</c:v>
                </c:pt>
                <c:pt idx="25858">
                  <c:v>4610.5150000000003</c:v>
                </c:pt>
                <c:pt idx="25859">
                  <c:v>3164.6039999999998</c:v>
                </c:pt>
                <c:pt idx="25860">
                  <c:v>2284.8679999999999</c:v>
                </c:pt>
                <c:pt idx="25861">
                  <c:v>2235.0709999999999</c:v>
                </c:pt>
                <c:pt idx="25862">
                  <c:v>2109.7730000000001</c:v>
                </c:pt>
                <c:pt idx="25863">
                  <c:v>1931.4570000000001</c:v>
                </c:pt>
                <c:pt idx="25864">
                  <c:v>1822.037</c:v>
                </c:pt>
                <c:pt idx="25865">
                  <c:v>1658.316</c:v>
                </c:pt>
                <c:pt idx="25866">
                  <c:v>1622.4480000000001</c:v>
                </c:pt>
                <c:pt idx="25867">
                  <c:v>1726.402</c:v>
                </c:pt>
                <c:pt idx="25868">
                  <c:v>1712.0839999999998</c:v>
                </c:pt>
                <c:pt idx="25869">
                  <c:v>1597.992</c:v>
                </c:pt>
                <c:pt idx="25870">
                  <c:v>1531.6189999999999</c:v>
                </c:pt>
                <c:pt idx="25871">
                  <c:v>1451.317</c:v>
                </c:pt>
                <c:pt idx="25872">
                  <c:v>1354.3829999999998</c:v>
                </c:pt>
                <c:pt idx="25873">
                  <c:v>1292.8679999999999</c:v>
                </c:pt>
                <c:pt idx="25874">
                  <c:v>1239.048</c:v>
                </c:pt>
                <c:pt idx="25875">
                  <c:v>1193.239</c:v>
                </c:pt>
                <c:pt idx="25876">
                  <c:v>1150.412</c:v>
                </c:pt>
                <c:pt idx="25877">
                  <c:v>1108.1509999999998</c:v>
                </c:pt>
                <c:pt idx="25878">
                  <c:v>1074.902</c:v>
                </c:pt>
                <c:pt idx="25879">
                  <c:v>1049.357</c:v>
                </c:pt>
                <c:pt idx="25880">
                  <c:v>1032.8609999999999</c:v>
                </c:pt>
                <c:pt idx="25881">
                  <c:v>1031.4280000000001</c:v>
                </c:pt>
                <c:pt idx="25882">
                  <c:v>1045.6689999999999</c:v>
                </c:pt>
                <c:pt idx="25883">
                  <c:v>1087.8719999999998</c:v>
                </c:pt>
                <c:pt idx="25884">
                  <c:v>1341.548</c:v>
                </c:pt>
                <c:pt idx="25885">
                  <c:v>1792.758</c:v>
                </c:pt>
                <c:pt idx="25886">
                  <c:v>1812.5550000000001</c:v>
                </c:pt>
                <c:pt idx="25887">
                  <c:v>1438.1299999999999</c:v>
                </c:pt>
                <c:pt idx="25888">
                  <c:v>1685.3679999999999</c:v>
                </c:pt>
                <c:pt idx="25889">
                  <c:v>2396.8029999999999</c:v>
                </c:pt>
                <c:pt idx="25890">
                  <c:v>2501.6289999999967</c:v>
                </c:pt>
                <c:pt idx="25891">
                  <c:v>1760.0509999999999</c:v>
                </c:pt>
                <c:pt idx="25892">
                  <c:v>1264.798</c:v>
                </c:pt>
                <c:pt idx="25893">
                  <c:v>1196.8699999999999</c:v>
                </c:pt>
                <c:pt idx="25894">
                  <c:v>1138.2349999999999</c:v>
                </c:pt>
                <c:pt idx="25895">
                  <c:v>1082.0339999999999</c:v>
                </c:pt>
                <c:pt idx="25896">
                  <c:v>1072.5719999999999</c:v>
                </c:pt>
                <c:pt idx="25897">
                  <c:v>1064.3579999999999</c:v>
                </c:pt>
                <c:pt idx="25898">
                  <c:v>1220.521</c:v>
                </c:pt>
                <c:pt idx="25899">
                  <c:v>1178.6679999999999</c:v>
                </c:pt>
                <c:pt idx="25900">
                  <c:v>1210.24</c:v>
                </c:pt>
                <c:pt idx="25901">
                  <c:v>1400.402</c:v>
                </c:pt>
                <c:pt idx="25902">
                  <c:v>1570.4749999999999</c:v>
                </c:pt>
                <c:pt idx="25903">
                  <c:v>1571.6969999999999</c:v>
                </c:pt>
                <c:pt idx="25904">
                  <c:v>1343.204</c:v>
                </c:pt>
                <c:pt idx="25905">
                  <c:v>1184.7180000000001</c:v>
                </c:pt>
                <c:pt idx="25906">
                  <c:v>1309.7239999999999</c:v>
                </c:pt>
                <c:pt idx="25907">
                  <c:v>1552.355</c:v>
                </c:pt>
                <c:pt idx="25908">
                  <c:v>1592.1789999999999</c:v>
                </c:pt>
                <c:pt idx="25909">
                  <c:v>1426.8489999999999</c:v>
                </c:pt>
                <c:pt idx="25910">
                  <c:v>1267.6499999999999</c:v>
                </c:pt>
                <c:pt idx="25911">
                  <c:v>1212.3879999999999</c:v>
                </c:pt>
                <c:pt idx="25912">
                  <c:v>1168.0419999999999</c:v>
                </c:pt>
                <c:pt idx="25913">
                  <c:v>1168.827</c:v>
                </c:pt>
                <c:pt idx="25914">
                  <c:v>1188.1239999999998</c:v>
                </c:pt>
                <c:pt idx="25915">
                  <c:v>1424.278</c:v>
                </c:pt>
                <c:pt idx="25916">
                  <c:v>1639.097</c:v>
                </c:pt>
                <c:pt idx="25917">
                  <c:v>1443.5429999999999</c:v>
                </c:pt>
                <c:pt idx="25918">
                  <c:v>1150.4870000000001</c:v>
                </c:pt>
                <c:pt idx="25919">
                  <c:v>1208.7860000000001</c:v>
                </c:pt>
                <c:pt idx="25920">
                  <c:v>1944.204</c:v>
                </c:pt>
                <c:pt idx="25921">
                  <c:v>3439.3470000000002</c:v>
                </c:pt>
                <c:pt idx="25922">
                  <c:v>4890.6960000000054</c:v>
                </c:pt>
                <c:pt idx="25923">
                  <c:v>5088.2700000000004</c:v>
                </c:pt>
                <c:pt idx="25924">
                  <c:v>4331.0570000000016</c:v>
                </c:pt>
                <c:pt idx="25925">
                  <c:v>3773.0419999999999</c:v>
                </c:pt>
                <c:pt idx="25926">
                  <c:v>3893.59</c:v>
                </c:pt>
                <c:pt idx="25927">
                  <c:v>3636.2910000000002</c:v>
                </c:pt>
                <c:pt idx="25928">
                  <c:v>2786.8530000000028</c:v>
                </c:pt>
                <c:pt idx="25929">
                  <c:v>2397.8110000000029</c:v>
                </c:pt>
                <c:pt idx="25930">
                  <c:v>2540.3100000000022</c:v>
                </c:pt>
                <c:pt idx="25931">
                  <c:v>2540.808</c:v>
                </c:pt>
                <c:pt idx="25932">
                  <c:v>2746.7879999999973</c:v>
                </c:pt>
                <c:pt idx="25933">
                  <c:v>2912.663</c:v>
                </c:pt>
                <c:pt idx="25934">
                  <c:v>3172.9189999999999</c:v>
                </c:pt>
                <c:pt idx="25935">
                  <c:v>4057.3370000000027</c:v>
                </c:pt>
                <c:pt idx="25936">
                  <c:v>4422.3330000000005</c:v>
                </c:pt>
                <c:pt idx="25937">
                  <c:v>3612.4530000000022</c:v>
                </c:pt>
                <c:pt idx="25938">
                  <c:v>2744.3890000000001</c:v>
                </c:pt>
                <c:pt idx="25939">
                  <c:v>2379.6079999999997</c:v>
                </c:pt>
                <c:pt idx="25940">
                  <c:v>2146.6909999999998</c:v>
                </c:pt>
                <c:pt idx="25941">
                  <c:v>1997.5429999999999</c:v>
                </c:pt>
                <c:pt idx="25942">
                  <c:v>1846.326</c:v>
                </c:pt>
                <c:pt idx="25943">
                  <c:v>1693.3339999999998</c:v>
                </c:pt>
                <c:pt idx="25944">
                  <c:v>1565.09</c:v>
                </c:pt>
                <c:pt idx="25945">
                  <c:v>1459.8509999999999</c:v>
                </c:pt>
                <c:pt idx="25946">
                  <c:v>1579.0629999999999</c:v>
                </c:pt>
                <c:pt idx="25947">
                  <c:v>2094.6489999999967</c:v>
                </c:pt>
                <c:pt idx="25948">
                  <c:v>2459.6329999999998</c:v>
                </c:pt>
                <c:pt idx="25949">
                  <c:v>2119.4459999999999</c:v>
                </c:pt>
                <c:pt idx="25950">
                  <c:v>1693.0419999999999</c:v>
                </c:pt>
                <c:pt idx="25951">
                  <c:v>1577.731</c:v>
                </c:pt>
                <c:pt idx="25952">
                  <c:v>1494.569</c:v>
                </c:pt>
                <c:pt idx="25953">
                  <c:v>1393.6969999999999</c:v>
                </c:pt>
                <c:pt idx="25954">
                  <c:v>1325.6859999999999</c:v>
                </c:pt>
                <c:pt idx="25955">
                  <c:v>1269.5060000000001</c:v>
                </c:pt>
                <c:pt idx="25956">
                  <c:v>1222.2619999999999</c:v>
                </c:pt>
                <c:pt idx="25957">
                  <c:v>1184.798</c:v>
                </c:pt>
                <c:pt idx="25958">
                  <c:v>1196.9349999999999</c:v>
                </c:pt>
                <c:pt idx="25959">
                  <c:v>1233.6719999999998</c:v>
                </c:pt>
                <c:pt idx="25960">
                  <c:v>1208.0160000000001</c:v>
                </c:pt>
                <c:pt idx="25961">
                  <c:v>1164.4250000000011</c:v>
                </c:pt>
                <c:pt idx="25962">
                  <c:v>1227.8969999999999</c:v>
                </c:pt>
                <c:pt idx="25963">
                  <c:v>1350.047</c:v>
                </c:pt>
                <c:pt idx="25964">
                  <c:v>1339.4160000000011</c:v>
                </c:pt>
                <c:pt idx="25965">
                  <c:v>1191.2270000000001</c:v>
                </c:pt>
                <c:pt idx="25966">
                  <c:v>1104.1429999999998</c:v>
                </c:pt>
                <c:pt idx="25967">
                  <c:v>1090.1519999999998</c:v>
                </c:pt>
                <c:pt idx="25968">
                  <c:v>1072.9060000000011</c:v>
                </c:pt>
                <c:pt idx="25969">
                  <c:v>1052.29</c:v>
                </c:pt>
                <c:pt idx="25970">
                  <c:v>1038.2560000000001</c:v>
                </c:pt>
                <c:pt idx="25971">
                  <c:v>1020.4409999999993</c:v>
                </c:pt>
                <c:pt idx="25972">
                  <c:v>1012.818</c:v>
                </c:pt>
                <c:pt idx="25973">
                  <c:v>1011.664</c:v>
                </c:pt>
                <c:pt idx="25974">
                  <c:v>1004.624</c:v>
                </c:pt>
                <c:pt idx="25975">
                  <c:v>988.87310000000002</c:v>
                </c:pt>
                <c:pt idx="25976">
                  <c:v>995.63649999999996</c:v>
                </c:pt>
                <c:pt idx="25977">
                  <c:v>1113.8589999999999</c:v>
                </c:pt>
                <c:pt idx="25978">
                  <c:v>1231.5070000000001</c:v>
                </c:pt>
                <c:pt idx="25979">
                  <c:v>1276.0060000000001</c:v>
                </c:pt>
                <c:pt idx="25980">
                  <c:v>1146.095</c:v>
                </c:pt>
                <c:pt idx="25981">
                  <c:v>1017.0309999999994</c:v>
                </c:pt>
                <c:pt idx="25982">
                  <c:v>962.04480000000001</c:v>
                </c:pt>
                <c:pt idx="25983">
                  <c:v>929.83439999999996</c:v>
                </c:pt>
                <c:pt idx="25984">
                  <c:v>902.49880000000053</c:v>
                </c:pt>
                <c:pt idx="25985">
                  <c:v>885.13709999999946</c:v>
                </c:pt>
                <c:pt idx="25986">
                  <c:v>870.38170000000002</c:v>
                </c:pt>
                <c:pt idx="25987">
                  <c:v>858.1902</c:v>
                </c:pt>
                <c:pt idx="25988">
                  <c:v>846.75149999999996</c:v>
                </c:pt>
                <c:pt idx="25989">
                  <c:v>846.64970000000005</c:v>
                </c:pt>
                <c:pt idx="25990">
                  <c:v>857.88940000000002</c:v>
                </c:pt>
                <c:pt idx="25991">
                  <c:v>878.95269999999903</c:v>
                </c:pt>
                <c:pt idx="25992">
                  <c:v>879.79669999999999</c:v>
                </c:pt>
                <c:pt idx="25993">
                  <c:v>879.56479999999999</c:v>
                </c:pt>
                <c:pt idx="25994">
                  <c:v>914.20420000000001</c:v>
                </c:pt>
                <c:pt idx="25995">
                  <c:v>891.49829999999997</c:v>
                </c:pt>
                <c:pt idx="25996">
                  <c:v>852.79600000000005</c:v>
                </c:pt>
                <c:pt idx="25997">
                  <c:v>827.81619999999907</c:v>
                </c:pt>
                <c:pt idx="25998">
                  <c:v>808.15970000000004</c:v>
                </c:pt>
                <c:pt idx="25999">
                  <c:v>793.35219999999879</c:v>
                </c:pt>
                <c:pt idx="26000">
                  <c:v>781.31789999999921</c:v>
                </c:pt>
                <c:pt idx="26001">
                  <c:v>769.74180000000001</c:v>
                </c:pt>
                <c:pt idx="26002">
                  <c:v>757.49739999999997</c:v>
                </c:pt>
                <c:pt idx="26003">
                  <c:v>748.46459999999934</c:v>
                </c:pt>
                <c:pt idx="26004">
                  <c:v>739.76459999999997</c:v>
                </c:pt>
                <c:pt idx="26005">
                  <c:v>728.26390000000004</c:v>
                </c:pt>
                <c:pt idx="26006">
                  <c:v>720.51829999999939</c:v>
                </c:pt>
                <c:pt idx="26007">
                  <c:v>714.84189999999921</c:v>
                </c:pt>
                <c:pt idx="26008">
                  <c:v>706.60789999999997</c:v>
                </c:pt>
                <c:pt idx="26009">
                  <c:v>692.40530000000001</c:v>
                </c:pt>
                <c:pt idx="26010">
                  <c:v>681.1069</c:v>
                </c:pt>
                <c:pt idx="26011">
                  <c:v>675.47630000000004</c:v>
                </c:pt>
                <c:pt idx="26012">
                  <c:v>668.27140000000054</c:v>
                </c:pt>
                <c:pt idx="26013">
                  <c:v>664.26969999999949</c:v>
                </c:pt>
                <c:pt idx="26014">
                  <c:v>664.79830000000095</c:v>
                </c:pt>
                <c:pt idx="26015">
                  <c:v>663.80599999999947</c:v>
                </c:pt>
                <c:pt idx="26016">
                  <c:v>660.41589999999997</c:v>
                </c:pt>
                <c:pt idx="26017">
                  <c:v>648.59990000000005</c:v>
                </c:pt>
                <c:pt idx="26018">
                  <c:v>636.67409999999995</c:v>
                </c:pt>
                <c:pt idx="26019">
                  <c:v>635.73329999999999</c:v>
                </c:pt>
                <c:pt idx="26020">
                  <c:v>641.98030000000051</c:v>
                </c:pt>
                <c:pt idx="26021">
                  <c:v>660.66489999999999</c:v>
                </c:pt>
                <c:pt idx="26022">
                  <c:v>704.38530000000003</c:v>
                </c:pt>
                <c:pt idx="26023">
                  <c:v>775.74619999999948</c:v>
                </c:pt>
                <c:pt idx="26024">
                  <c:v>811.85809999999947</c:v>
                </c:pt>
                <c:pt idx="26025">
                  <c:v>809.20270000000005</c:v>
                </c:pt>
                <c:pt idx="26026">
                  <c:v>762.08259999999996</c:v>
                </c:pt>
                <c:pt idx="26027">
                  <c:v>712.16690000000006</c:v>
                </c:pt>
                <c:pt idx="26028">
                  <c:v>704.36069999999881</c:v>
                </c:pt>
                <c:pt idx="26029">
                  <c:v>715.60979999999995</c:v>
                </c:pt>
                <c:pt idx="26030">
                  <c:v>713.60799999999949</c:v>
                </c:pt>
                <c:pt idx="26031">
                  <c:v>706.3421999999988</c:v>
                </c:pt>
                <c:pt idx="26032">
                  <c:v>713.3768</c:v>
                </c:pt>
                <c:pt idx="26033">
                  <c:v>704.22860000000003</c:v>
                </c:pt>
                <c:pt idx="26034">
                  <c:v>690.01699999999948</c:v>
                </c:pt>
                <c:pt idx="26035">
                  <c:v>680.29840000000081</c:v>
                </c:pt>
                <c:pt idx="26036">
                  <c:v>674.24270000000001</c:v>
                </c:pt>
                <c:pt idx="26037">
                  <c:v>681.20429999999999</c:v>
                </c:pt>
                <c:pt idx="26038">
                  <c:v>698.52109999999948</c:v>
                </c:pt>
                <c:pt idx="26039">
                  <c:v>697.57510000000002</c:v>
                </c:pt>
                <c:pt idx="26040">
                  <c:v>679.45089999999948</c:v>
                </c:pt>
                <c:pt idx="26041">
                  <c:v>654.78800000000081</c:v>
                </c:pt>
                <c:pt idx="26042">
                  <c:v>631.32049999999947</c:v>
                </c:pt>
                <c:pt idx="26043">
                  <c:v>610.38840000000005</c:v>
                </c:pt>
                <c:pt idx="26044">
                  <c:v>593.32289999999921</c:v>
                </c:pt>
                <c:pt idx="26045">
                  <c:v>579.61040000000003</c:v>
                </c:pt>
                <c:pt idx="26046">
                  <c:v>573.76969999999949</c:v>
                </c:pt>
                <c:pt idx="26047">
                  <c:v>581.23</c:v>
                </c:pt>
                <c:pt idx="26048">
                  <c:v>584.56319999999948</c:v>
                </c:pt>
                <c:pt idx="26049">
                  <c:v>578.63789999999949</c:v>
                </c:pt>
                <c:pt idx="26050">
                  <c:v>572.25209999999947</c:v>
                </c:pt>
                <c:pt idx="26051">
                  <c:v>564.91930000000002</c:v>
                </c:pt>
                <c:pt idx="26052">
                  <c:v>557.1454</c:v>
                </c:pt>
                <c:pt idx="26053">
                  <c:v>556.60389999999995</c:v>
                </c:pt>
                <c:pt idx="26054">
                  <c:v>571.16</c:v>
                </c:pt>
                <c:pt idx="26055">
                  <c:v>591.7083000000008</c:v>
                </c:pt>
                <c:pt idx="26056">
                  <c:v>616.98519999999996</c:v>
                </c:pt>
                <c:pt idx="26057">
                  <c:v>636.49739999999997</c:v>
                </c:pt>
                <c:pt idx="26058">
                  <c:v>663.47390000000053</c:v>
                </c:pt>
                <c:pt idx="26059">
                  <c:v>739.95049999999947</c:v>
                </c:pt>
                <c:pt idx="26060">
                  <c:v>860.30430000000001</c:v>
                </c:pt>
                <c:pt idx="26061">
                  <c:v>929.94209999999907</c:v>
                </c:pt>
                <c:pt idx="26062">
                  <c:v>888.46279999999933</c:v>
                </c:pt>
                <c:pt idx="26063">
                  <c:v>859.08730000000003</c:v>
                </c:pt>
                <c:pt idx="26064">
                  <c:v>890.84029999999905</c:v>
                </c:pt>
                <c:pt idx="26065">
                  <c:v>920.01800000000003</c:v>
                </c:pt>
                <c:pt idx="26066">
                  <c:v>942.1232</c:v>
                </c:pt>
                <c:pt idx="26067">
                  <c:v>985.8143</c:v>
                </c:pt>
                <c:pt idx="26068">
                  <c:v>1068.962</c:v>
                </c:pt>
                <c:pt idx="26069">
                  <c:v>1136.0550000000001</c:v>
                </c:pt>
                <c:pt idx="26070">
                  <c:v>1151.241</c:v>
                </c:pt>
                <c:pt idx="26071">
                  <c:v>1114.932</c:v>
                </c:pt>
                <c:pt idx="26072">
                  <c:v>1065.471</c:v>
                </c:pt>
                <c:pt idx="26073">
                  <c:v>1055.9260000000011</c:v>
                </c:pt>
                <c:pt idx="26074">
                  <c:v>1075.0060000000001</c:v>
                </c:pt>
                <c:pt idx="26075">
                  <c:v>1068.7909999999999</c:v>
                </c:pt>
                <c:pt idx="26076">
                  <c:v>1039.77</c:v>
                </c:pt>
                <c:pt idx="26077">
                  <c:v>1015.604</c:v>
                </c:pt>
                <c:pt idx="26078">
                  <c:v>1007.082</c:v>
                </c:pt>
                <c:pt idx="26079">
                  <c:v>1024.991</c:v>
                </c:pt>
                <c:pt idx="26080">
                  <c:v>1044.1179999999999</c:v>
                </c:pt>
                <c:pt idx="26081">
                  <c:v>1042.846</c:v>
                </c:pt>
                <c:pt idx="26082">
                  <c:v>1058.43</c:v>
                </c:pt>
                <c:pt idx="26083">
                  <c:v>1094.2860000000001</c:v>
                </c:pt>
                <c:pt idx="26084">
                  <c:v>1118.018</c:v>
                </c:pt>
                <c:pt idx="26085">
                  <c:v>1082.335</c:v>
                </c:pt>
                <c:pt idx="26086">
                  <c:v>994.09199999999998</c:v>
                </c:pt>
                <c:pt idx="26087">
                  <c:v>912.15239999999949</c:v>
                </c:pt>
                <c:pt idx="26088">
                  <c:v>838.80059999999946</c:v>
                </c:pt>
                <c:pt idx="26089">
                  <c:v>784.58500000000004</c:v>
                </c:pt>
                <c:pt idx="26090">
                  <c:v>744.54349999999999</c:v>
                </c:pt>
                <c:pt idx="26091">
                  <c:v>712.21730000000002</c:v>
                </c:pt>
                <c:pt idx="26092">
                  <c:v>676.92380000000003</c:v>
                </c:pt>
                <c:pt idx="26093">
                  <c:v>641.15920000000006</c:v>
                </c:pt>
                <c:pt idx="26094">
                  <c:v>616.44459999999947</c:v>
                </c:pt>
                <c:pt idx="26095">
                  <c:v>599.00009999999997</c:v>
                </c:pt>
                <c:pt idx="26096">
                  <c:v>589.58860000000004</c:v>
                </c:pt>
                <c:pt idx="26097">
                  <c:v>586.16409999999996</c:v>
                </c:pt>
                <c:pt idx="26098">
                  <c:v>580.08340000000055</c:v>
                </c:pt>
                <c:pt idx="26099">
                  <c:v>550.5992</c:v>
                </c:pt>
                <c:pt idx="26100">
                  <c:v>513.90629999999919</c:v>
                </c:pt>
                <c:pt idx="26101">
                  <c:v>489.96179999999936</c:v>
                </c:pt>
                <c:pt idx="26102">
                  <c:v>477.4699</c:v>
                </c:pt>
                <c:pt idx="26103">
                  <c:v>472.40719999999953</c:v>
                </c:pt>
                <c:pt idx="26104">
                  <c:v>471.12880000000001</c:v>
                </c:pt>
                <c:pt idx="26105">
                  <c:v>459.21529999999967</c:v>
                </c:pt>
                <c:pt idx="26106">
                  <c:v>426.26119999999935</c:v>
                </c:pt>
                <c:pt idx="26107">
                  <c:v>402.67509999999999</c:v>
                </c:pt>
                <c:pt idx="26108">
                  <c:v>405.14159999999993</c:v>
                </c:pt>
                <c:pt idx="26109">
                  <c:v>412.26060000000001</c:v>
                </c:pt>
                <c:pt idx="26110">
                  <c:v>399.54259999999999</c:v>
                </c:pt>
                <c:pt idx="26111">
                  <c:v>411.93019999999939</c:v>
                </c:pt>
                <c:pt idx="26112">
                  <c:v>409.4744</c:v>
                </c:pt>
                <c:pt idx="26113">
                  <c:v>430.2559</c:v>
                </c:pt>
                <c:pt idx="26114">
                  <c:v>452.07920000000001</c:v>
                </c:pt>
                <c:pt idx="26115">
                  <c:v>423.40649999999954</c:v>
                </c:pt>
                <c:pt idx="26116">
                  <c:v>370.13479999999993</c:v>
                </c:pt>
                <c:pt idx="26117">
                  <c:v>346.56459999999993</c:v>
                </c:pt>
                <c:pt idx="26118">
                  <c:v>331.92949999999968</c:v>
                </c:pt>
                <c:pt idx="26119">
                  <c:v>325.0428000000004</c:v>
                </c:pt>
                <c:pt idx="26120">
                  <c:v>320.93709999999953</c:v>
                </c:pt>
                <c:pt idx="26121">
                  <c:v>317.07220000000001</c:v>
                </c:pt>
                <c:pt idx="26122">
                  <c:v>314.86950000000002</c:v>
                </c:pt>
                <c:pt idx="26123">
                  <c:v>314.3947</c:v>
                </c:pt>
                <c:pt idx="26124">
                  <c:v>312.6114</c:v>
                </c:pt>
                <c:pt idx="26125">
                  <c:v>308.92639999999932</c:v>
                </c:pt>
                <c:pt idx="26126">
                  <c:v>299.19299999999993</c:v>
                </c:pt>
                <c:pt idx="26127">
                  <c:v>287.42069999999961</c:v>
                </c:pt>
                <c:pt idx="26128">
                  <c:v>292.89659999999935</c:v>
                </c:pt>
                <c:pt idx="26129">
                  <c:v>293.80759999999964</c:v>
                </c:pt>
                <c:pt idx="26130">
                  <c:v>284</c:v>
                </c:pt>
                <c:pt idx="26131">
                  <c:v>283.22589999999968</c:v>
                </c:pt>
                <c:pt idx="26132">
                  <c:v>278.06259999999969</c:v>
                </c:pt>
                <c:pt idx="26133">
                  <c:v>273.36219999999969</c:v>
                </c:pt>
                <c:pt idx="26134">
                  <c:v>270.97099999999961</c:v>
                </c:pt>
                <c:pt idx="26135">
                  <c:v>271.82829999999967</c:v>
                </c:pt>
                <c:pt idx="26136">
                  <c:v>271.11160000000001</c:v>
                </c:pt>
                <c:pt idx="26137">
                  <c:v>264.50380000000001</c:v>
                </c:pt>
                <c:pt idx="26138">
                  <c:v>258.7441</c:v>
                </c:pt>
                <c:pt idx="26139">
                  <c:v>250.7217</c:v>
                </c:pt>
                <c:pt idx="26140">
                  <c:v>245.85170000000016</c:v>
                </c:pt>
                <c:pt idx="26141">
                  <c:v>255.40530000000001</c:v>
                </c:pt>
                <c:pt idx="26142">
                  <c:v>253.7217</c:v>
                </c:pt>
                <c:pt idx="26143">
                  <c:v>240.8407</c:v>
                </c:pt>
                <c:pt idx="26144">
                  <c:v>247.92670000000001</c:v>
                </c:pt>
                <c:pt idx="26145">
                  <c:v>253.64059999999998</c:v>
                </c:pt>
                <c:pt idx="26146">
                  <c:v>256.20179999999954</c:v>
                </c:pt>
                <c:pt idx="26147">
                  <c:v>252.33250000000001</c:v>
                </c:pt>
                <c:pt idx="26148">
                  <c:v>257.69900000000001</c:v>
                </c:pt>
                <c:pt idx="26149">
                  <c:v>263.50619999999935</c:v>
                </c:pt>
                <c:pt idx="26150">
                  <c:v>273.98200000000003</c:v>
                </c:pt>
                <c:pt idx="26151">
                  <c:v>296.63959999999969</c:v>
                </c:pt>
                <c:pt idx="26152">
                  <c:v>291.70119999999935</c:v>
                </c:pt>
                <c:pt idx="26153">
                  <c:v>279.80349999999999</c:v>
                </c:pt>
                <c:pt idx="26154">
                  <c:v>279.0754</c:v>
                </c:pt>
                <c:pt idx="26155">
                  <c:v>290.65640000000002</c:v>
                </c:pt>
                <c:pt idx="26156">
                  <c:v>294.62220000000002</c:v>
                </c:pt>
                <c:pt idx="26157">
                  <c:v>300.18220000000002</c:v>
                </c:pt>
                <c:pt idx="26158">
                  <c:v>302.3288</c:v>
                </c:pt>
                <c:pt idx="26159">
                  <c:v>296.42290000000003</c:v>
                </c:pt>
                <c:pt idx="26160">
                  <c:v>291.23119999999932</c:v>
                </c:pt>
                <c:pt idx="26161">
                  <c:v>289.03179999999935</c:v>
                </c:pt>
                <c:pt idx="26162">
                  <c:v>295.95179999999954</c:v>
                </c:pt>
                <c:pt idx="26163">
                  <c:v>307.7577</c:v>
                </c:pt>
                <c:pt idx="26164">
                  <c:v>307.3657</c:v>
                </c:pt>
                <c:pt idx="26165">
                  <c:v>301.12520000000001</c:v>
                </c:pt>
                <c:pt idx="26166">
                  <c:v>295.26159999999953</c:v>
                </c:pt>
                <c:pt idx="26167">
                  <c:v>291.98859999999939</c:v>
                </c:pt>
                <c:pt idx="26168">
                  <c:v>288.69569999999999</c:v>
                </c:pt>
                <c:pt idx="26169">
                  <c:v>288.40339999999935</c:v>
                </c:pt>
                <c:pt idx="26170">
                  <c:v>288.25229999999999</c:v>
                </c:pt>
                <c:pt idx="26171">
                  <c:v>287.76799999999969</c:v>
                </c:pt>
                <c:pt idx="26172">
                  <c:v>280.58609999999953</c:v>
                </c:pt>
                <c:pt idx="26173">
                  <c:v>276.38099999999969</c:v>
                </c:pt>
                <c:pt idx="26174">
                  <c:v>268.74279999999999</c:v>
                </c:pt>
                <c:pt idx="26175">
                  <c:v>266.92009999999954</c:v>
                </c:pt>
                <c:pt idx="26176">
                  <c:v>278.16480000000047</c:v>
                </c:pt>
                <c:pt idx="26177">
                  <c:v>294.35419999999999</c:v>
                </c:pt>
                <c:pt idx="26178">
                  <c:v>304.00200000000001</c:v>
                </c:pt>
                <c:pt idx="26179">
                  <c:v>301.08149999999961</c:v>
                </c:pt>
                <c:pt idx="26180">
                  <c:v>303.60399999999993</c:v>
                </c:pt>
                <c:pt idx="26181">
                  <c:v>308.78539999999936</c:v>
                </c:pt>
                <c:pt idx="26182">
                  <c:v>312.53769999999969</c:v>
                </c:pt>
                <c:pt idx="26183">
                  <c:v>327.35950000000008</c:v>
                </c:pt>
                <c:pt idx="26184">
                  <c:v>336.85590000000002</c:v>
                </c:pt>
                <c:pt idx="26185">
                  <c:v>333.07659999999947</c:v>
                </c:pt>
                <c:pt idx="26186">
                  <c:v>327.11790000000002</c:v>
                </c:pt>
                <c:pt idx="26187">
                  <c:v>321.76420000000002</c:v>
                </c:pt>
                <c:pt idx="26188">
                  <c:v>316.93129999999934</c:v>
                </c:pt>
                <c:pt idx="26189">
                  <c:v>316.20499999999993</c:v>
                </c:pt>
                <c:pt idx="26190">
                  <c:v>326.26669999999967</c:v>
                </c:pt>
                <c:pt idx="26191">
                  <c:v>332.82240000000002</c:v>
                </c:pt>
                <c:pt idx="26192">
                  <c:v>329.93799999999953</c:v>
                </c:pt>
                <c:pt idx="26193">
                  <c:v>330.4579</c:v>
                </c:pt>
                <c:pt idx="26194">
                  <c:v>335.69220000000001</c:v>
                </c:pt>
                <c:pt idx="26195">
                  <c:v>336.72299999999967</c:v>
                </c:pt>
                <c:pt idx="26196">
                  <c:v>334.827</c:v>
                </c:pt>
                <c:pt idx="26197">
                  <c:v>354.89319999999935</c:v>
                </c:pt>
                <c:pt idx="26198">
                  <c:v>360.6327</c:v>
                </c:pt>
                <c:pt idx="26199">
                  <c:v>361.37450000000001</c:v>
                </c:pt>
                <c:pt idx="26200">
                  <c:v>372.42579999999936</c:v>
                </c:pt>
                <c:pt idx="26201">
                  <c:v>429.4599</c:v>
                </c:pt>
                <c:pt idx="26202">
                  <c:v>528.12549999999999</c:v>
                </c:pt>
                <c:pt idx="26203">
                  <c:v>589.2079</c:v>
                </c:pt>
                <c:pt idx="26204">
                  <c:v>568.79400000000055</c:v>
                </c:pt>
                <c:pt idx="26205">
                  <c:v>535.76670000000001</c:v>
                </c:pt>
                <c:pt idx="26206">
                  <c:v>540.69179999999994</c:v>
                </c:pt>
                <c:pt idx="26207">
                  <c:v>538.71040000000005</c:v>
                </c:pt>
                <c:pt idx="26208">
                  <c:v>545.86339999999996</c:v>
                </c:pt>
                <c:pt idx="26209">
                  <c:v>551.31380000000001</c:v>
                </c:pt>
                <c:pt idx="26210">
                  <c:v>554.39689999999996</c:v>
                </c:pt>
                <c:pt idx="26211">
                  <c:v>550.94919999999934</c:v>
                </c:pt>
                <c:pt idx="26212">
                  <c:v>551.33889999999997</c:v>
                </c:pt>
                <c:pt idx="26213">
                  <c:v>547.91239999999948</c:v>
                </c:pt>
                <c:pt idx="26214">
                  <c:v>546.20309999999995</c:v>
                </c:pt>
                <c:pt idx="26215">
                  <c:v>544.46359999999947</c:v>
                </c:pt>
                <c:pt idx="26216">
                  <c:v>543.42959999999948</c:v>
                </c:pt>
                <c:pt idx="26217">
                  <c:v>546.23829999999998</c:v>
                </c:pt>
                <c:pt idx="26218">
                  <c:v>553.41139999999996</c:v>
                </c:pt>
                <c:pt idx="26219">
                  <c:v>556.19200000000001</c:v>
                </c:pt>
                <c:pt idx="26220">
                  <c:v>554.00540000000001</c:v>
                </c:pt>
                <c:pt idx="26221">
                  <c:v>550.69759999999997</c:v>
                </c:pt>
                <c:pt idx="26222">
                  <c:v>542.73299999999949</c:v>
                </c:pt>
                <c:pt idx="26223">
                  <c:v>536.46759999999892</c:v>
                </c:pt>
                <c:pt idx="26224">
                  <c:v>531.4528999999992</c:v>
                </c:pt>
                <c:pt idx="26225">
                  <c:v>524.63099999999997</c:v>
                </c:pt>
                <c:pt idx="26226">
                  <c:v>520.98490000000004</c:v>
                </c:pt>
                <c:pt idx="26227">
                  <c:v>522.50940000000003</c:v>
                </c:pt>
                <c:pt idx="26228">
                  <c:v>519.18440000000055</c:v>
                </c:pt>
                <c:pt idx="26229">
                  <c:v>516.47500000000002</c:v>
                </c:pt>
                <c:pt idx="26230">
                  <c:v>512.85769999999877</c:v>
                </c:pt>
                <c:pt idx="26231">
                  <c:v>591.23149999999998</c:v>
                </c:pt>
                <c:pt idx="26232">
                  <c:v>946.58980000000054</c:v>
                </c:pt>
                <c:pt idx="26233">
                  <c:v>1564.0150000000001</c:v>
                </c:pt>
                <c:pt idx="26234">
                  <c:v>1958.4270000000001</c:v>
                </c:pt>
                <c:pt idx="26235">
                  <c:v>1948.5529999999999</c:v>
                </c:pt>
                <c:pt idx="26236">
                  <c:v>1989.6629999999998</c:v>
                </c:pt>
                <c:pt idx="26237">
                  <c:v>2229.645</c:v>
                </c:pt>
                <c:pt idx="26238">
                  <c:v>2014.942</c:v>
                </c:pt>
                <c:pt idx="26239">
                  <c:v>1695.4390000000001</c:v>
                </c:pt>
                <c:pt idx="26240">
                  <c:v>1503.6539999999998</c:v>
                </c:pt>
                <c:pt idx="26241">
                  <c:v>1439.2839999999999</c:v>
                </c:pt>
                <c:pt idx="26242">
                  <c:v>1409.1139999999998</c:v>
                </c:pt>
                <c:pt idx="26243">
                  <c:v>1346.1029999999998</c:v>
                </c:pt>
                <c:pt idx="26244">
                  <c:v>1220.74</c:v>
                </c:pt>
                <c:pt idx="26245">
                  <c:v>1124.9749999999999</c:v>
                </c:pt>
                <c:pt idx="26246">
                  <c:v>1142.9929999999999</c:v>
                </c:pt>
                <c:pt idx="26247">
                  <c:v>1106.337</c:v>
                </c:pt>
                <c:pt idx="26248">
                  <c:v>1070.7950000000001</c:v>
                </c:pt>
                <c:pt idx="26249">
                  <c:v>1010.3339999999994</c:v>
                </c:pt>
                <c:pt idx="26250">
                  <c:v>1241.115</c:v>
                </c:pt>
                <c:pt idx="26251">
                  <c:v>2843.299</c:v>
                </c:pt>
                <c:pt idx="26252">
                  <c:v>4539.0060000000003</c:v>
                </c:pt>
                <c:pt idx="26253">
                  <c:v>4680.2290000000003</c:v>
                </c:pt>
                <c:pt idx="26254">
                  <c:v>3239.1329999999998</c:v>
                </c:pt>
                <c:pt idx="26255">
                  <c:v>2129.6669999999967</c:v>
                </c:pt>
                <c:pt idx="26256">
                  <c:v>2040.1239999999998</c:v>
                </c:pt>
                <c:pt idx="26257">
                  <c:v>2136.9830000000002</c:v>
                </c:pt>
                <c:pt idx="26258">
                  <c:v>1791.1659999999999</c:v>
                </c:pt>
                <c:pt idx="26259">
                  <c:v>1420.6479999999999</c:v>
                </c:pt>
                <c:pt idx="26260">
                  <c:v>1310.6559999999999</c:v>
                </c:pt>
                <c:pt idx="26261">
                  <c:v>1478.039</c:v>
                </c:pt>
                <c:pt idx="26262">
                  <c:v>2240.1579999999999</c:v>
                </c:pt>
                <c:pt idx="26263">
                  <c:v>2981.549</c:v>
                </c:pt>
                <c:pt idx="26264">
                  <c:v>2834.1679999999997</c:v>
                </c:pt>
                <c:pt idx="26265">
                  <c:v>1881.9070000000011</c:v>
                </c:pt>
                <c:pt idx="26266">
                  <c:v>1352.1559999999999</c:v>
                </c:pt>
                <c:pt idx="26267">
                  <c:v>1294.6619999999998</c:v>
                </c:pt>
                <c:pt idx="26268">
                  <c:v>1320.1789999999999</c:v>
                </c:pt>
                <c:pt idx="26269">
                  <c:v>2286.7370000000001</c:v>
                </c:pt>
                <c:pt idx="26270">
                  <c:v>3859.058</c:v>
                </c:pt>
                <c:pt idx="26271">
                  <c:v>4006.6479999999997</c:v>
                </c:pt>
                <c:pt idx="26272">
                  <c:v>2638.8900000000012</c:v>
                </c:pt>
                <c:pt idx="26273">
                  <c:v>1790.57</c:v>
                </c:pt>
                <c:pt idx="26274">
                  <c:v>1713.1569999999999</c:v>
                </c:pt>
                <c:pt idx="26275">
                  <c:v>1633.75</c:v>
                </c:pt>
                <c:pt idx="26276">
                  <c:v>1527.7070000000001</c:v>
                </c:pt>
                <c:pt idx="26277">
                  <c:v>1442.5060000000001</c:v>
                </c:pt>
                <c:pt idx="26278">
                  <c:v>1466.307</c:v>
                </c:pt>
                <c:pt idx="26279">
                  <c:v>1411.3789999999999</c:v>
                </c:pt>
                <c:pt idx="26280">
                  <c:v>1349.45</c:v>
                </c:pt>
                <c:pt idx="26281">
                  <c:v>1293.3050000000001</c:v>
                </c:pt>
                <c:pt idx="26282">
                  <c:v>1230.8309999999999</c:v>
                </c:pt>
                <c:pt idx="26283">
                  <c:v>1178.5619999999999</c:v>
                </c:pt>
                <c:pt idx="26284">
                  <c:v>1142.546</c:v>
                </c:pt>
                <c:pt idx="26285">
                  <c:v>1111.2449999999999</c:v>
                </c:pt>
                <c:pt idx="26286">
                  <c:v>1086.251</c:v>
                </c:pt>
                <c:pt idx="26287">
                  <c:v>1606.32</c:v>
                </c:pt>
                <c:pt idx="26288">
                  <c:v>2325.7130000000002</c:v>
                </c:pt>
                <c:pt idx="26289">
                  <c:v>3431.442</c:v>
                </c:pt>
                <c:pt idx="26290">
                  <c:v>4431.4139999999998</c:v>
                </c:pt>
                <c:pt idx="26291">
                  <c:v>4462.2240000000002</c:v>
                </c:pt>
                <c:pt idx="26292">
                  <c:v>3159.5770000000002</c:v>
                </c:pt>
                <c:pt idx="26293">
                  <c:v>2051.607</c:v>
                </c:pt>
                <c:pt idx="26294">
                  <c:v>1870.8989999999999</c:v>
                </c:pt>
                <c:pt idx="26295">
                  <c:v>1679.566</c:v>
                </c:pt>
                <c:pt idx="26296">
                  <c:v>1444.1509999999998</c:v>
                </c:pt>
                <c:pt idx="26297">
                  <c:v>1374.7380000000001</c:v>
                </c:pt>
                <c:pt idx="26298">
                  <c:v>1282.6239999999998</c:v>
                </c:pt>
                <c:pt idx="26299">
                  <c:v>1234.7149999999999</c:v>
                </c:pt>
                <c:pt idx="26300">
                  <c:v>1213.249</c:v>
                </c:pt>
                <c:pt idx="26301">
                  <c:v>1182.3939999999998</c:v>
                </c:pt>
                <c:pt idx="26302">
                  <c:v>1157.0060000000001</c:v>
                </c:pt>
                <c:pt idx="26303">
                  <c:v>1131.4000000000001</c:v>
                </c:pt>
                <c:pt idx="26304">
                  <c:v>1113.847</c:v>
                </c:pt>
                <c:pt idx="26305">
                  <c:v>1096.723</c:v>
                </c:pt>
                <c:pt idx="26306">
                  <c:v>1080.8639999999998</c:v>
                </c:pt>
                <c:pt idx="26307">
                  <c:v>1065.6879999999999</c:v>
                </c:pt>
                <c:pt idx="26308">
                  <c:v>1045.5999999999999</c:v>
                </c:pt>
                <c:pt idx="26309">
                  <c:v>1023.6750000000005</c:v>
                </c:pt>
                <c:pt idx="26310">
                  <c:v>1030.442</c:v>
                </c:pt>
                <c:pt idx="26311">
                  <c:v>1163.4160000000011</c:v>
                </c:pt>
                <c:pt idx="26312">
                  <c:v>1310.6939999999986</c:v>
                </c:pt>
                <c:pt idx="26313">
                  <c:v>1316.6989999999998</c:v>
                </c:pt>
                <c:pt idx="26314">
                  <c:v>1162.4360000000001</c:v>
                </c:pt>
                <c:pt idx="26315">
                  <c:v>1042.7070000000001</c:v>
                </c:pt>
                <c:pt idx="26316">
                  <c:v>981.13049999999998</c:v>
                </c:pt>
                <c:pt idx="26317">
                  <c:v>944.81599999999946</c:v>
                </c:pt>
                <c:pt idx="26318">
                  <c:v>935.07659999999998</c:v>
                </c:pt>
                <c:pt idx="26319">
                  <c:v>924.78300000000081</c:v>
                </c:pt>
                <c:pt idx="26320">
                  <c:v>906.423</c:v>
                </c:pt>
                <c:pt idx="26321">
                  <c:v>883.80089999999996</c:v>
                </c:pt>
                <c:pt idx="26322">
                  <c:v>866.87329999999997</c:v>
                </c:pt>
                <c:pt idx="26323">
                  <c:v>856.49289999999996</c:v>
                </c:pt>
                <c:pt idx="26324">
                  <c:v>848.43349999999998</c:v>
                </c:pt>
                <c:pt idx="26325">
                  <c:v>839.36649999999906</c:v>
                </c:pt>
                <c:pt idx="26326">
                  <c:v>826.19640000000004</c:v>
                </c:pt>
                <c:pt idx="26327">
                  <c:v>810.00329999999997</c:v>
                </c:pt>
                <c:pt idx="26328">
                  <c:v>797.99950000000001</c:v>
                </c:pt>
                <c:pt idx="26329">
                  <c:v>914.20390000000054</c:v>
                </c:pt>
                <c:pt idx="26330">
                  <c:v>1200.2190000000001</c:v>
                </c:pt>
                <c:pt idx="26331">
                  <c:v>1306.1699999999998</c:v>
                </c:pt>
                <c:pt idx="26332">
                  <c:v>1230.3119999999999</c:v>
                </c:pt>
                <c:pt idx="26333">
                  <c:v>1036.557</c:v>
                </c:pt>
                <c:pt idx="26334">
                  <c:v>901.226</c:v>
                </c:pt>
                <c:pt idx="26335">
                  <c:v>841.97860000000003</c:v>
                </c:pt>
                <c:pt idx="26336">
                  <c:v>816.9270999999992</c:v>
                </c:pt>
                <c:pt idx="26337">
                  <c:v>803.75199999999938</c:v>
                </c:pt>
                <c:pt idx="26338">
                  <c:v>806.04769999999905</c:v>
                </c:pt>
                <c:pt idx="26339">
                  <c:v>831.39559999999949</c:v>
                </c:pt>
                <c:pt idx="26340">
                  <c:v>871.86379999999997</c:v>
                </c:pt>
                <c:pt idx="26341">
                  <c:v>909.71390000000054</c:v>
                </c:pt>
                <c:pt idx="26342">
                  <c:v>930.90009999999938</c:v>
                </c:pt>
                <c:pt idx="26343">
                  <c:v>922.91449999999998</c:v>
                </c:pt>
                <c:pt idx="26344">
                  <c:v>868.23209999999949</c:v>
                </c:pt>
                <c:pt idx="26345">
                  <c:v>790.62929999999949</c:v>
                </c:pt>
                <c:pt idx="26346">
                  <c:v>732.40699999999947</c:v>
                </c:pt>
                <c:pt idx="26347">
                  <c:v>698.80169999999919</c:v>
                </c:pt>
                <c:pt idx="26348">
                  <c:v>675.78300000000081</c:v>
                </c:pt>
                <c:pt idx="26349">
                  <c:v>657.83779999999933</c:v>
                </c:pt>
                <c:pt idx="26350">
                  <c:v>672.30239999999947</c:v>
                </c:pt>
                <c:pt idx="26351">
                  <c:v>660.93439999999998</c:v>
                </c:pt>
                <c:pt idx="26352">
                  <c:v>637.28150000000005</c:v>
                </c:pt>
                <c:pt idx="26353">
                  <c:v>618.47569999999996</c:v>
                </c:pt>
                <c:pt idx="26354">
                  <c:v>611.00429999999949</c:v>
                </c:pt>
                <c:pt idx="26355">
                  <c:v>602.48540000000003</c:v>
                </c:pt>
                <c:pt idx="26356">
                  <c:v>657.98709999999949</c:v>
                </c:pt>
                <c:pt idx="26357">
                  <c:v>697.67380000000094</c:v>
                </c:pt>
                <c:pt idx="26358">
                  <c:v>734.59230000000002</c:v>
                </c:pt>
                <c:pt idx="26359">
                  <c:v>740.91189999999949</c:v>
                </c:pt>
                <c:pt idx="26360">
                  <c:v>696.74659999999949</c:v>
                </c:pt>
                <c:pt idx="26361">
                  <c:v>663.67160000000001</c:v>
                </c:pt>
                <c:pt idx="26362">
                  <c:v>647.8772999999992</c:v>
                </c:pt>
                <c:pt idx="26363">
                  <c:v>646.78810000000055</c:v>
                </c:pt>
                <c:pt idx="26364">
                  <c:v>697.91279999999949</c:v>
                </c:pt>
                <c:pt idx="26365">
                  <c:v>837.83859999999947</c:v>
                </c:pt>
                <c:pt idx="26366">
                  <c:v>981.30489999999998</c:v>
                </c:pt>
                <c:pt idx="26367">
                  <c:v>978.84429999999907</c:v>
                </c:pt>
                <c:pt idx="26368">
                  <c:v>880.63329999999996</c:v>
                </c:pt>
                <c:pt idx="26369">
                  <c:v>790.30380000000002</c:v>
                </c:pt>
                <c:pt idx="26370">
                  <c:v>742.7174</c:v>
                </c:pt>
                <c:pt idx="26371">
                  <c:v>755.46079999999949</c:v>
                </c:pt>
                <c:pt idx="26372">
                  <c:v>746.43159999999921</c:v>
                </c:pt>
                <c:pt idx="26373">
                  <c:v>760.47829999999999</c:v>
                </c:pt>
                <c:pt idx="26374">
                  <c:v>736.38959999999997</c:v>
                </c:pt>
                <c:pt idx="26375">
                  <c:v>708.60019999999997</c:v>
                </c:pt>
                <c:pt idx="26376">
                  <c:v>696.68320000000051</c:v>
                </c:pt>
                <c:pt idx="26377">
                  <c:v>712.25940000000003</c:v>
                </c:pt>
                <c:pt idx="26378">
                  <c:v>730.9085</c:v>
                </c:pt>
                <c:pt idx="26379">
                  <c:v>740.68870000000095</c:v>
                </c:pt>
                <c:pt idx="26380">
                  <c:v>806.27500000000055</c:v>
                </c:pt>
                <c:pt idx="26381">
                  <c:v>901.22659999999996</c:v>
                </c:pt>
                <c:pt idx="26382">
                  <c:v>931.27520000000004</c:v>
                </c:pt>
                <c:pt idx="26383">
                  <c:v>845.06899999999996</c:v>
                </c:pt>
                <c:pt idx="26384">
                  <c:v>757.13499999999999</c:v>
                </c:pt>
                <c:pt idx="26385">
                  <c:v>723.55609999999933</c:v>
                </c:pt>
                <c:pt idx="26386">
                  <c:v>698.46979999999996</c:v>
                </c:pt>
                <c:pt idx="26387">
                  <c:v>653.47850000000005</c:v>
                </c:pt>
                <c:pt idx="26388">
                  <c:v>708.22749999999996</c:v>
                </c:pt>
                <c:pt idx="26389">
                  <c:v>830.23009999999999</c:v>
                </c:pt>
                <c:pt idx="26390">
                  <c:v>880.94679999999948</c:v>
                </c:pt>
                <c:pt idx="26391">
                  <c:v>784.62400000000002</c:v>
                </c:pt>
                <c:pt idx="26392">
                  <c:v>689.97249999999997</c:v>
                </c:pt>
                <c:pt idx="26393">
                  <c:v>634.72109999999998</c:v>
                </c:pt>
                <c:pt idx="26394">
                  <c:v>611.22219999999948</c:v>
                </c:pt>
                <c:pt idx="26395">
                  <c:v>1156.566</c:v>
                </c:pt>
                <c:pt idx="26396">
                  <c:v>2721.2750000000001</c:v>
                </c:pt>
                <c:pt idx="26397">
                  <c:v>3666.4769999999999</c:v>
                </c:pt>
                <c:pt idx="26398">
                  <c:v>2740.3910000000028</c:v>
                </c:pt>
                <c:pt idx="26399">
                  <c:v>1512.2049999999999</c:v>
                </c:pt>
                <c:pt idx="26400">
                  <c:v>1298.8119999999999</c:v>
                </c:pt>
                <c:pt idx="26401">
                  <c:v>1354.8050000000001</c:v>
                </c:pt>
                <c:pt idx="26402">
                  <c:v>1289.7380000000001</c:v>
                </c:pt>
                <c:pt idx="26403">
                  <c:v>1273.0429999999999</c:v>
                </c:pt>
                <c:pt idx="26404">
                  <c:v>1162.576</c:v>
                </c:pt>
                <c:pt idx="26405">
                  <c:v>1121.1239999999998</c:v>
                </c:pt>
                <c:pt idx="26406">
                  <c:v>1279.5060000000001</c:v>
                </c:pt>
                <c:pt idx="26407">
                  <c:v>1339.6809999999998</c:v>
                </c:pt>
                <c:pt idx="26408">
                  <c:v>1419.8429999999998</c:v>
                </c:pt>
                <c:pt idx="26409">
                  <c:v>1274.3779999999999</c:v>
                </c:pt>
                <c:pt idx="26410">
                  <c:v>1198.566</c:v>
                </c:pt>
                <c:pt idx="26411">
                  <c:v>1261.4380000000001</c:v>
                </c:pt>
                <c:pt idx="26412">
                  <c:v>1281.6299999999999</c:v>
                </c:pt>
                <c:pt idx="26413">
                  <c:v>1367.251</c:v>
                </c:pt>
                <c:pt idx="26414">
                  <c:v>1260.098</c:v>
                </c:pt>
                <c:pt idx="26415">
                  <c:v>1252.5329999999999</c:v>
                </c:pt>
                <c:pt idx="26416">
                  <c:v>1654.202</c:v>
                </c:pt>
                <c:pt idx="26417">
                  <c:v>2031.0029999999999</c:v>
                </c:pt>
                <c:pt idx="26418">
                  <c:v>1928.616</c:v>
                </c:pt>
                <c:pt idx="26419">
                  <c:v>1783.432</c:v>
                </c:pt>
                <c:pt idx="26420">
                  <c:v>1805.1759999999999</c:v>
                </c:pt>
                <c:pt idx="26421">
                  <c:v>1509.2760000000001</c:v>
                </c:pt>
                <c:pt idx="26422">
                  <c:v>1204.816</c:v>
                </c:pt>
                <c:pt idx="26423">
                  <c:v>1177.2919999999999</c:v>
                </c:pt>
                <c:pt idx="26424">
                  <c:v>1152.367</c:v>
                </c:pt>
                <c:pt idx="26425">
                  <c:v>1130.6629999999998</c:v>
                </c:pt>
                <c:pt idx="26426">
                  <c:v>1155.933</c:v>
                </c:pt>
                <c:pt idx="26427">
                  <c:v>1313.0839999999998</c:v>
                </c:pt>
                <c:pt idx="26428">
                  <c:v>1734.578</c:v>
                </c:pt>
                <c:pt idx="26429">
                  <c:v>2031.027</c:v>
                </c:pt>
                <c:pt idx="26430">
                  <c:v>1805.7550000000001</c:v>
                </c:pt>
                <c:pt idx="26431">
                  <c:v>1511.1329999999998</c:v>
                </c:pt>
                <c:pt idx="26432">
                  <c:v>1444.5639999999999</c:v>
                </c:pt>
                <c:pt idx="26433">
                  <c:v>1389.6079999999999</c:v>
                </c:pt>
                <c:pt idx="26434">
                  <c:v>1292.0219999999999</c:v>
                </c:pt>
                <c:pt idx="26435">
                  <c:v>1247.8619999999999</c:v>
                </c:pt>
                <c:pt idx="26436">
                  <c:v>1214.251</c:v>
                </c:pt>
                <c:pt idx="26437">
                  <c:v>1212.787</c:v>
                </c:pt>
                <c:pt idx="26438">
                  <c:v>1254.896</c:v>
                </c:pt>
                <c:pt idx="26439">
                  <c:v>1343.7190000000001</c:v>
                </c:pt>
                <c:pt idx="26440">
                  <c:v>1463.6839999999986</c:v>
                </c:pt>
                <c:pt idx="26441">
                  <c:v>1476.25</c:v>
                </c:pt>
                <c:pt idx="26442">
                  <c:v>1446.9660000000001</c:v>
                </c:pt>
                <c:pt idx="26443">
                  <c:v>1425.3119999999999</c:v>
                </c:pt>
                <c:pt idx="26444">
                  <c:v>1413.7529999999999</c:v>
                </c:pt>
                <c:pt idx="26445">
                  <c:v>1421.0129999999999</c:v>
                </c:pt>
                <c:pt idx="26446">
                  <c:v>1488.0050000000001</c:v>
                </c:pt>
                <c:pt idx="26447">
                  <c:v>1535.1499999999999</c:v>
                </c:pt>
                <c:pt idx="26448">
                  <c:v>1472.981</c:v>
                </c:pt>
                <c:pt idx="26449">
                  <c:v>1418.9060000000011</c:v>
                </c:pt>
                <c:pt idx="26450">
                  <c:v>1476.82</c:v>
                </c:pt>
                <c:pt idx="26451">
                  <c:v>1525.9870000000001</c:v>
                </c:pt>
                <c:pt idx="26452">
                  <c:v>1495.075</c:v>
                </c:pt>
                <c:pt idx="26453">
                  <c:v>1412.434</c:v>
                </c:pt>
                <c:pt idx="26454">
                  <c:v>1301.1239999999998</c:v>
                </c:pt>
                <c:pt idx="26455">
                  <c:v>1248.24</c:v>
                </c:pt>
                <c:pt idx="26456">
                  <c:v>1279.9929999999999</c:v>
                </c:pt>
                <c:pt idx="26457">
                  <c:v>1297.9370000000001</c:v>
                </c:pt>
                <c:pt idx="26458">
                  <c:v>1193.28</c:v>
                </c:pt>
                <c:pt idx="26459">
                  <c:v>1044.5439999999999</c:v>
                </c:pt>
                <c:pt idx="26460">
                  <c:v>990.63329999999996</c:v>
                </c:pt>
                <c:pt idx="26461">
                  <c:v>967.14850000000001</c:v>
                </c:pt>
                <c:pt idx="26462">
                  <c:v>925.71</c:v>
                </c:pt>
                <c:pt idx="26463">
                  <c:v>891.50879999999995</c:v>
                </c:pt>
                <c:pt idx="26464">
                  <c:v>847.94889999999998</c:v>
                </c:pt>
                <c:pt idx="26465">
                  <c:v>794.90409999999997</c:v>
                </c:pt>
                <c:pt idx="26466">
                  <c:v>754.07569999999998</c:v>
                </c:pt>
                <c:pt idx="26467">
                  <c:v>725.80009999999947</c:v>
                </c:pt>
                <c:pt idx="26468">
                  <c:v>696.17000000000053</c:v>
                </c:pt>
                <c:pt idx="26469">
                  <c:v>673.0883000000008</c:v>
                </c:pt>
                <c:pt idx="26470">
                  <c:v>663.41959999999949</c:v>
                </c:pt>
                <c:pt idx="26471">
                  <c:v>659.00130000000001</c:v>
                </c:pt>
                <c:pt idx="26472">
                  <c:v>640.66749999999934</c:v>
                </c:pt>
                <c:pt idx="26473">
                  <c:v>597.67269999999996</c:v>
                </c:pt>
                <c:pt idx="26474">
                  <c:v>544.75480000000005</c:v>
                </c:pt>
                <c:pt idx="26475">
                  <c:v>517.94330000000002</c:v>
                </c:pt>
                <c:pt idx="26476">
                  <c:v>516.69529999999997</c:v>
                </c:pt>
                <c:pt idx="26477">
                  <c:v>518.69440000000054</c:v>
                </c:pt>
                <c:pt idx="26478">
                  <c:v>512.35999999999933</c:v>
                </c:pt>
                <c:pt idx="26479">
                  <c:v>506.46440000000001</c:v>
                </c:pt>
                <c:pt idx="26480">
                  <c:v>511.5086</c:v>
                </c:pt>
                <c:pt idx="26481">
                  <c:v>559.803</c:v>
                </c:pt>
                <c:pt idx="26482">
                  <c:v>612.56299999999919</c:v>
                </c:pt>
                <c:pt idx="26483">
                  <c:v>625.04219999999907</c:v>
                </c:pt>
                <c:pt idx="26484">
                  <c:v>589.41949999999997</c:v>
                </c:pt>
                <c:pt idx="26485">
                  <c:v>585.36300000000006</c:v>
                </c:pt>
                <c:pt idx="26486">
                  <c:v>639.00369999999998</c:v>
                </c:pt>
                <c:pt idx="26487">
                  <c:v>704.42989999999998</c:v>
                </c:pt>
                <c:pt idx="26488">
                  <c:v>717.62869999999998</c:v>
                </c:pt>
                <c:pt idx="26489">
                  <c:v>713.77729999999997</c:v>
                </c:pt>
                <c:pt idx="26490">
                  <c:v>685.24159999999949</c:v>
                </c:pt>
                <c:pt idx="26491">
                  <c:v>611.89869999999996</c:v>
                </c:pt>
                <c:pt idx="26492">
                  <c:v>561.81819999999948</c:v>
                </c:pt>
                <c:pt idx="26493">
                  <c:v>541.20950000000005</c:v>
                </c:pt>
                <c:pt idx="26494">
                  <c:v>534.66780000000006</c:v>
                </c:pt>
                <c:pt idx="26495">
                  <c:v>537.55380000000002</c:v>
                </c:pt>
                <c:pt idx="26496">
                  <c:v>515.0607</c:v>
                </c:pt>
                <c:pt idx="26497">
                  <c:v>477.31740000000002</c:v>
                </c:pt>
                <c:pt idx="26498">
                  <c:v>457.85680000000002</c:v>
                </c:pt>
                <c:pt idx="26499">
                  <c:v>453.75629999999961</c:v>
                </c:pt>
                <c:pt idx="26500">
                  <c:v>458.06819999999954</c:v>
                </c:pt>
                <c:pt idx="26501">
                  <c:v>444.47289999999964</c:v>
                </c:pt>
                <c:pt idx="26502">
                  <c:v>422.18599999999969</c:v>
                </c:pt>
                <c:pt idx="26503">
                  <c:v>414.46969999999999</c:v>
                </c:pt>
                <c:pt idx="26504">
                  <c:v>417.37290000000002</c:v>
                </c:pt>
                <c:pt idx="26505">
                  <c:v>416.8295</c:v>
                </c:pt>
                <c:pt idx="26506">
                  <c:v>415.38509999999968</c:v>
                </c:pt>
                <c:pt idx="26507">
                  <c:v>421.95979999999969</c:v>
                </c:pt>
                <c:pt idx="26508">
                  <c:v>445.44839999999954</c:v>
                </c:pt>
                <c:pt idx="26509">
                  <c:v>428.9144</c:v>
                </c:pt>
                <c:pt idx="26510">
                  <c:v>413.81</c:v>
                </c:pt>
                <c:pt idx="26511">
                  <c:v>404.36500000000001</c:v>
                </c:pt>
                <c:pt idx="26512">
                  <c:v>402.04440000000034</c:v>
                </c:pt>
                <c:pt idx="26513">
                  <c:v>422.6327</c:v>
                </c:pt>
                <c:pt idx="26514">
                  <c:v>422.70859999999954</c:v>
                </c:pt>
                <c:pt idx="26515">
                  <c:v>413.59989999999999</c:v>
                </c:pt>
                <c:pt idx="26516">
                  <c:v>409.52289999999999</c:v>
                </c:pt>
                <c:pt idx="26517">
                  <c:v>421.04450000000008</c:v>
                </c:pt>
                <c:pt idx="26518">
                  <c:v>426.5188</c:v>
                </c:pt>
                <c:pt idx="26519">
                  <c:v>422.55980000000034</c:v>
                </c:pt>
                <c:pt idx="26520">
                  <c:v>417.78809999999953</c:v>
                </c:pt>
                <c:pt idx="26521">
                  <c:v>416.80250000000001</c:v>
                </c:pt>
                <c:pt idx="26522">
                  <c:v>422.3956</c:v>
                </c:pt>
                <c:pt idx="26523">
                  <c:v>417.67759999999993</c:v>
                </c:pt>
                <c:pt idx="26524">
                  <c:v>412.02189999999968</c:v>
                </c:pt>
                <c:pt idx="26525">
                  <c:v>407.58809999999954</c:v>
                </c:pt>
                <c:pt idx="26526">
                  <c:v>407.19649999999967</c:v>
                </c:pt>
                <c:pt idx="26527">
                  <c:v>406.29969999999969</c:v>
                </c:pt>
                <c:pt idx="26528">
                  <c:v>405.64510000000001</c:v>
                </c:pt>
                <c:pt idx="26529">
                  <c:v>412.07509999999968</c:v>
                </c:pt>
                <c:pt idx="26530">
                  <c:v>407.33240000000001</c:v>
                </c:pt>
                <c:pt idx="26531">
                  <c:v>398.4783999999994</c:v>
                </c:pt>
                <c:pt idx="26532">
                  <c:v>393.80439999999999</c:v>
                </c:pt>
                <c:pt idx="26533">
                  <c:v>400.39799999999968</c:v>
                </c:pt>
                <c:pt idx="26534">
                  <c:v>409.5496000000004</c:v>
                </c:pt>
                <c:pt idx="26535">
                  <c:v>406.75569999999999</c:v>
                </c:pt>
                <c:pt idx="26536">
                  <c:v>400.27099999999967</c:v>
                </c:pt>
                <c:pt idx="26537">
                  <c:v>394.30720000000002</c:v>
                </c:pt>
                <c:pt idx="26538">
                  <c:v>393.24950000000001</c:v>
                </c:pt>
                <c:pt idx="26539">
                  <c:v>386.82979999999969</c:v>
                </c:pt>
                <c:pt idx="26540">
                  <c:v>384.4554</c:v>
                </c:pt>
                <c:pt idx="26541">
                  <c:v>390.28809999999953</c:v>
                </c:pt>
                <c:pt idx="26542">
                  <c:v>403.89629999999954</c:v>
                </c:pt>
                <c:pt idx="26543">
                  <c:v>410.9896</c:v>
                </c:pt>
                <c:pt idx="26544">
                  <c:v>401.21849999999961</c:v>
                </c:pt>
                <c:pt idx="26545">
                  <c:v>399.45780000000002</c:v>
                </c:pt>
                <c:pt idx="26546">
                  <c:v>401.15530000000001</c:v>
                </c:pt>
                <c:pt idx="26547">
                  <c:v>401.35559999999964</c:v>
                </c:pt>
                <c:pt idx="26548">
                  <c:v>405.46769999999964</c:v>
                </c:pt>
                <c:pt idx="26549">
                  <c:v>409.77229999999969</c:v>
                </c:pt>
                <c:pt idx="26550">
                  <c:v>411.19</c:v>
                </c:pt>
                <c:pt idx="26551">
                  <c:v>407.42669999999936</c:v>
                </c:pt>
                <c:pt idx="26552">
                  <c:v>400.94900000000001</c:v>
                </c:pt>
                <c:pt idx="26553">
                  <c:v>396.11900000000031</c:v>
                </c:pt>
                <c:pt idx="26554">
                  <c:v>403.7072</c:v>
                </c:pt>
                <c:pt idx="26555">
                  <c:v>412.33269999999999</c:v>
                </c:pt>
                <c:pt idx="26556">
                  <c:v>414.25940000000008</c:v>
                </c:pt>
                <c:pt idx="26557">
                  <c:v>419.49829999999935</c:v>
                </c:pt>
                <c:pt idx="26558">
                  <c:v>427.39149999999961</c:v>
                </c:pt>
                <c:pt idx="26559">
                  <c:v>434.02519999999947</c:v>
                </c:pt>
                <c:pt idx="26560">
                  <c:v>435.59429999999969</c:v>
                </c:pt>
                <c:pt idx="26561">
                  <c:v>454.12849999999969</c:v>
                </c:pt>
                <c:pt idx="26562">
                  <c:v>458.11270000000002</c:v>
                </c:pt>
                <c:pt idx="26563">
                  <c:v>455.78619999999933</c:v>
                </c:pt>
                <c:pt idx="26564">
                  <c:v>453.15280000000047</c:v>
                </c:pt>
                <c:pt idx="26565">
                  <c:v>454.89609999999954</c:v>
                </c:pt>
                <c:pt idx="26566">
                  <c:v>456.35149999999999</c:v>
                </c:pt>
                <c:pt idx="26567">
                  <c:v>451.50450000000001</c:v>
                </c:pt>
                <c:pt idx="26568">
                  <c:v>455.35700000000008</c:v>
                </c:pt>
                <c:pt idx="26569">
                  <c:v>481.13849999999968</c:v>
                </c:pt>
                <c:pt idx="26570">
                  <c:v>511.78869999999961</c:v>
                </c:pt>
                <c:pt idx="26571">
                  <c:v>551.38810000000001</c:v>
                </c:pt>
                <c:pt idx="26572">
                  <c:v>584.55370000000005</c:v>
                </c:pt>
                <c:pt idx="26573">
                  <c:v>600.20970000000068</c:v>
                </c:pt>
                <c:pt idx="26574">
                  <c:v>613.40409999999997</c:v>
                </c:pt>
                <c:pt idx="26575">
                  <c:v>644.89749999999947</c:v>
                </c:pt>
                <c:pt idx="26576">
                  <c:v>624.77190000000053</c:v>
                </c:pt>
                <c:pt idx="26577">
                  <c:v>617.59799999999996</c:v>
                </c:pt>
                <c:pt idx="26578">
                  <c:v>623.26940000000002</c:v>
                </c:pt>
                <c:pt idx="26579">
                  <c:v>626.40920000000006</c:v>
                </c:pt>
                <c:pt idx="26580">
                  <c:v>621.65419999999949</c:v>
                </c:pt>
                <c:pt idx="26581">
                  <c:v>614.68400000000054</c:v>
                </c:pt>
                <c:pt idx="26582">
                  <c:v>607.44689999999946</c:v>
                </c:pt>
                <c:pt idx="26583">
                  <c:v>601.0833000000008</c:v>
                </c:pt>
                <c:pt idx="26584">
                  <c:v>603.1816</c:v>
                </c:pt>
                <c:pt idx="26585">
                  <c:v>602.27450000000067</c:v>
                </c:pt>
                <c:pt idx="26586">
                  <c:v>591.95499999999947</c:v>
                </c:pt>
                <c:pt idx="26587">
                  <c:v>584.09780000000001</c:v>
                </c:pt>
                <c:pt idx="26588">
                  <c:v>577.67020000000002</c:v>
                </c:pt>
                <c:pt idx="26589">
                  <c:v>570.02890000000002</c:v>
                </c:pt>
                <c:pt idx="26590">
                  <c:v>563.1046</c:v>
                </c:pt>
                <c:pt idx="26591">
                  <c:v>557.31819999999948</c:v>
                </c:pt>
                <c:pt idx="26592">
                  <c:v>550.70150000000001</c:v>
                </c:pt>
                <c:pt idx="26593">
                  <c:v>553.45859999999948</c:v>
                </c:pt>
                <c:pt idx="26594">
                  <c:v>600.62609999999938</c:v>
                </c:pt>
                <c:pt idx="26595">
                  <c:v>649.37310000000002</c:v>
                </c:pt>
                <c:pt idx="26596">
                  <c:v>688.9434</c:v>
                </c:pt>
                <c:pt idx="26597">
                  <c:v>673.03390000000002</c:v>
                </c:pt>
                <c:pt idx="26598">
                  <c:v>639.73709999999949</c:v>
                </c:pt>
                <c:pt idx="26599">
                  <c:v>617.73099999999999</c:v>
                </c:pt>
                <c:pt idx="26600">
                  <c:v>610.33269999999902</c:v>
                </c:pt>
                <c:pt idx="26601">
                  <c:v>624.63900000000001</c:v>
                </c:pt>
                <c:pt idx="26602">
                  <c:v>640.94699999999921</c:v>
                </c:pt>
                <c:pt idx="26603">
                  <c:v>639.08399999999995</c:v>
                </c:pt>
                <c:pt idx="26604">
                  <c:v>639.29590000000053</c:v>
                </c:pt>
                <c:pt idx="26605">
                  <c:v>631.0308</c:v>
                </c:pt>
                <c:pt idx="26606">
                  <c:v>616.3098</c:v>
                </c:pt>
                <c:pt idx="26607">
                  <c:v>601.94199999999921</c:v>
                </c:pt>
                <c:pt idx="26608">
                  <c:v>591.64919999999938</c:v>
                </c:pt>
                <c:pt idx="26609">
                  <c:v>584.57539999999995</c:v>
                </c:pt>
                <c:pt idx="26610">
                  <c:v>575.73490000000004</c:v>
                </c:pt>
                <c:pt idx="26611">
                  <c:v>641.84849999999949</c:v>
                </c:pt>
                <c:pt idx="26612">
                  <c:v>687.5018</c:v>
                </c:pt>
                <c:pt idx="26613">
                  <c:v>705.83019999999919</c:v>
                </c:pt>
                <c:pt idx="26614">
                  <c:v>670.63259999999946</c:v>
                </c:pt>
                <c:pt idx="26615">
                  <c:v>728.25319999999999</c:v>
                </c:pt>
                <c:pt idx="26616">
                  <c:v>898.86939999999947</c:v>
                </c:pt>
                <c:pt idx="26617">
                  <c:v>999.8595999999992</c:v>
                </c:pt>
                <c:pt idx="26618">
                  <c:v>939.32119999999907</c:v>
                </c:pt>
                <c:pt idx="26619">
                  <c:v>809.93870000000004</c:v>
                </c:pt>
                <c:pt idx="26620">
                  <c:v>924.80380000000002</c:v>
                </c:pt>
                <c:pt idx="26621">
                  <c:v>1318.6869999999999</c:v>
                </c:pt>
                <c:pt idx="26622">
                  <c:v>1444.6489999999999</c:v>
                </c:pt>
                <c:pt idx="26623">
                  <c:v>1184.7529999999999</c:v>
                </c:pt>
                <c:pt idx="26624">
                  <c:v>944.46909999999946</c:v>
                </c:pt>
                <c:pt idx="26625">
                  <c:v>839.41459999999938</c:v>
                </c:pt>
                <c:pt idx="26626">
                  <c:v>782.37649999999996</c:v>
                </c:pt>
                <c:pt idx="26627">
                  <c:v>756.11880000000053</c:v>
                </c:pt>
                <c:pt idx="26628">
                  <c:v>824.21270000000004</c:v>
                </c:pt>
                <c:pt idx="26629">
                  <c:v>980.99800000000005</c:v>
                </c:pt>
                <c:pt idx="26630">
                  <c:v>1103.2270000000001</c:v>
                </c:pt>
                <c:pt idx="26631">
                  <c:v>1044.9290000000001</c:v>
                </c:pt>
                <c:pt idx="26632">
                  <c:v>894.66030000000001</c:v>
                </c:pt>
                <c:pt idx="26633">
                  <c:v>789.80519999999933</c:v>
                </c:pt>
                <c:pt idx="26634">
                  <c:v>745.34559999999919</c:v>
                </c:pt>
                <c:pt idx="26635">
                  <c:v>718.51940000000002</c:v>
                </c:pt>
                <c:pt idx="26636">
                  <c:v>735.24770000000001</c:v>
                </c:pt>
                <c:pt idx="26637">
                  <c:v>722.24450000000002</c:v>
                </c:pt>
                <c:pt idx="26638">
                  <c:v>703.15749999999946</c:v>
                </c:pt>
                <c:pt idx="26639">
                  <c:v>682.68050000000005</c:v>
                </c:pt>
                <c:pt idx="26640">
                  <c:v>668.40109999999947</c:v>
                </c:pt>
                <c:pt idx="26641">
                  <c:v>656.42409999999938</c:v>
                </c:pt>
                <c:pt idx="26642">
                  <c:v>649.13779999999997</c:v>
                </c:pt>
                <c:pt idx="26643">
                  <c:v>639.52909999999997</c:v>
                </c:pt>
                <c:pt idx="26644">
                  <c:v>629.02119999999934</c:v>
                </c:pt>
                <c:pt idx="26645">
                  <c:v>618.35969999999907</c:v>
                </c:pt>
                <c:pt idx="26646">
                  <c:v>618.09529999999938</c:v>
                </c:pt>
                <c:pt idx="26647">
                  <c:v>610.3818</c:v>
                </c:pt>
                <c:pt idx="26648">
                  <c:v>700.63219999999933</c:v>
                </c:pt>
                <c:pt idx="26649">
                  <c:v>693.46909999999946</c:v>
                </c:pt>
                <c:pt idx="26650">
                  <c:v>695.38419999999996</c:v>
                </c:pt>
                <c:pt idx="26651">
                  <c:v>667.87259999999947</c:v>
                </c:pt>
                <c:pt idx="26652">
                  <c:v>650.21680000000003</c:v>
                </c:pt>
                <c:pt idx="26653">
                  <c:v>632.56539999999939</c:v>
                </c:pt>
                <c:pt idx="26654">
                  <c:v>643.72170000000051</c:v>
                </c:pt>
                <c:pt idx="26655">
                  <c:v>647.0634</c:v>
                </c:pt>
                <c:pt idx="26656">
                  <c:v>644.64699999999948</c:v>
                </c:pt>
                <c:pt idx="26657">
                  <c:v>962.79129999999998</c:v>
                </c:pt>
                <c:pt idx="26658">
                  <c:v>1138.6539999999998</c:v>
                </c:pt>
                <c:pt idx="26659">
                  <c:v>993.25319999999999</c:v>
                </c:pt>
                <c:pt idx="26660">
                  <c:v>834.54349999999999</c:v>
                </c:pt>
                <c:pt idx="26661">
                  <c:v>715.44839999999999</c:v>
                </c:pt>
                <c:pt idx="26662">
                  <c:v>656.1182</c:v>
                </c:pt>
                <c:pt idx="26663">
                  <c:v>626.65570000000002</c:v>
                </c:pt>
                <c:pt idx="26664">
                  <c:v>609.18269999999939</c:v>
                </c:pt>
                <c:pt idx="26665">
                  <c:v>598.56219999999905</c:v>
                </c:pt>
                <c:pt idx="26666">
                  <c:v>606.24109999999996</c:v>
                </c:pt>
                <c:pt idx="26667">
                  <c:v>601.36719999999866</c:v>
                </c:pt>
                <c:pt idx="26668">
                  <c:v>588.80539999999996</c:v>
                </c:pt>
                <c:pt idx="26669">
                  <c:v>570.4569999999992</c:v>
                </c:pt>
                <c:pt idx="26670">
                  <c:v>556.14209999999946</c:v>
                </c:pt>
                <c:pt idx="26671">
                  <c:v>619.23159999999996</c:v>
                </c:pt>
                <c:pt idx="26672">
                  <c:v>592.56019999999921</c:v>
                </c:pt>
                <c:pt idx="26673">
                  <c:v>563.56470000000002</c:v>
                </c:pt>
                <c:pt idx="26674">
                  <c:v>550.15779999999938</c:v>
                </c:pt>
                <c:pt idx="26675">
                  <c:v>534.98310000000004</c:v>
                </c:pt>
                <c:pt idx="26676">
                  <c:v>528.42409999999938</c:v>
                </c:pt>
                <c:pt idx="26677">
                  <c:v>580.82569999999919</c:v>
                </c:pt>
                <c:pt idx="26678">
                  <c:v>975.10789999999997</c:v>
                </c:pt>
                <c:pt idx="26679">
                  <c:v>1799.308</c:v>
                </c:pt>
                <c:pt idx="26680">
                  <c:v>2526.692</c:v>
                </c:pt>
                <c:pt idx="26681">
                  <c:v>2373.6289999999967</c:v>
                </c:pt>
                <c:pt idx="26682">
                  <c:v>1946.5060000000001</c:v>
                </c:pt>
                <c:pt idx="26683">
                  <c:v>1731.7160000000001</c:v>
                </c:pt>
                <c:pt idx="26684">
                  <c:v>1671.1499999999999</c:v>
                </c:pt>
                <c:pt idx="26685">
                  <c:v>1362.48</c:v>
                </c:pt>
                <c:pt idx="26686">
                  <c:v>1146.808</c:v>
                </c:pt>
                <c:pt idx="26687">
                  <c:v>1148.251</c:v>
                </c:pt>
                <c:pt idx="26688">
                  <c:v>1075.076</c:v>
                </c:pt>
                <c:pt idx="26689">
                  <c:v>975.39119999999946</c:v>
                </c:pt>
                <c:pt idx="26690">
                  <c:v>941.22320000000002</c:v>
                </c:pt>
                <c:pt idx="26691">
                  <c:v>884.91599999999949</c:v>
                </c:pt>
                <c:pt idx="26692">
                  <c:v>844.61509999999998</c:v>
                </c:pt>
                <c:pt idx="26693">
                  <c:v>820.98860000000002</c:v>
                </c:pt>
                <c:pt idx="26694">
                  <c:v>802.8818</c:v>
                </c:pt>
                <c:pt idx="26695">
                  <c:v>774.53440000000001</c:v>
                </c:pt>
                <c:pt idx="26696">
                  <c:v>743.35989999999947</c:v>
                </c:pt>
                <c:pt idx="26697">
                  <c:v>718.46079999999949</c:v>
                </c:pt>
                <c:pt idx="26698">
                  <c:v>728.86429999999905</c:v>
                </c:pt>
                <c:pt idx="26699">
                  <c:v>931.78129999999999</c:v>
                </c:pt>
                <c:pt idx="26700">
                  <c:v>1402.7860000000001</c:v>
                </c:pt>
                <c:pt idx="26701">
                  <c:v>1590.0450000000001</c:v>
                </c:pt>
                <c:pt idx="26702">
                  <c:v>1559.3919999999998</c:v>
                </c:pt>
                <c:pt idx="26703">
                  <c:v>1225.1909999999998</c:v>
                </c:pt>
                <c:pt idx="26704">
                  <c:v>1062.5919999999999</c:v>
                </c:pt>
                <c:pt idx="26705">
                  <c:v>939.84999999999934</c:v>
                </c:pt>
                <c:pt idx="26706">
                  <c:v>869.88099999999997</c:v>
                </c:pt>
                <c:pt idx="26707">
                  <c:v>820.49300000000005</c:v>
                </c:pt>
                <c:pt idx="26708">
                  <c:v>802.71609999999998</c:v>
                </c:pt>
                <c:pt idx="26709">
                  <c:v>788.9671999999988</c:v>
                </c:pt>
                <c:pt idx="26710">
                  <c:v>777.32799999999907</c:v>
                </c:pt>
                <c:pt idx="26711">
                  <c:v>766.90319999999997</c:v>
                </c:pt>
                <c:pt idx="26712">
                  <c:v>752.49549999999999</c:v>
                </c:pt>
                <c:pt idx="26713">
                  <c:v>735.09880000000055</c:v>
                </c:pt>
                <c:pt idx="26714">
                  <c:v>719.95569999999907</c:v>
                </c:pt>
                <c:pt idx="26715">
                  <c:v>705.70940000000053</c:v>
                </c:pt>
                <c:pt idx="26716">
                  <c:v>693.44370000000004</c:v>
                </c:pt>
                <c:pt idx="26717">
                  <c:v>681.89480000000003</c:v>
                </c:pt>
                <c:pt idx="26718">
                  <c:v>672.90769999999907</c:v>
                </c:pt>
                <c:pt idx="26719">
                  <c:v>667.30959999999948</c:v>
                </c:pt>
                <c:pt idx="26720">
                  <c:v>656.88</c:v>
                </c:pt>
                <c:pt idx="26721">
                  <c:v>644.39559999999949</c:v>
                </c:pt>
                <c:pt idx="26722">
                  <c:v>631.31699999999921</c:v>
                </c:pt>
                <c:pt idx="26723">
                  <c:v>617.72390000000053</c:v>
                </c:pt>
                <c:pt idx="26724">
                  <c:v>609.11410000000001</c:v>
                </c:pt>
                <c:pt idx="26725">
                  <c:v>603.14189999999996</c:v>
                </c:pt>
                <c:pt idx="26726">
                  <c:v>599.25259999999946</c:v>
                </c:pt>
                <c:pt idx="26727">
                  <c:v>595.28240000000005</c:v>
                </c:pt>
                <c:pt idx="26728">
                  <c:v>592.45909999999947</c:v>
                </c:pt>
                <c:pt idx="26729">
                  <c:v>590.86439999999948</c:v>
                </c:pt>
                <c:pt idx="26730">
                  <c:v>593.32839999999999</c:v>
                </c:pt>
                <c:pt idx="26731">
                  <c:v>592.77990000000068</c:v>
                </c:pt>
                <c:pt idx="26732">
                  <c:v>590.63209999999947</c:v>
                </c:pt>
                <c:pt idx="26733">
                  <c:v>593.44099999999946</c:v>
                </c:pt>
                <c:pt idx="26734">
                  <c:v>605.1843000000008</c:v>
                </c:pt>
                <c:pt idx="26735">
                  <c:v>621.57390000000055</c:v>
                </c:pt>
                <c:pt idx="26736">
                  <c:v>651.53149999999948</c:v>
                </c:pt>
                <c:pt idx="26737">
                  <c:v>713.84489999999948</c:v>
                </c:pt>
                <c:pt idx="26738">
                  <c:v>791.92609999999934</c:v>
                </c:pt>
                <c:pt idx="26739">
                  <c:v>801.18870000000095</c:v>
                </c:pt>
                <c:pt idx="26740">
                  <c:v>743.51719999999921</c:v>
                </c:pt>
                <c:pt idx="26741">
                  <c:v>715.16139999999996</c:v>
                </c:pt>
                <c:pt idx="26742">
                  <c:v>717.44669999999905</c:v>
                </c:pt>
                <c:pt idx="26743">
                  <c:v>745.59590000000003</c:v>
                </c:pt>
                <c:pt idx="26744">
                  <c:v>1104.299</c:v>
                </c:pt>
                <c:pt idx="26745">
                  <c:v>2105.7279999999987</c:v>
                </c:pt>
                <c:pt idx="26746">
                  <c:v>2841.259</c:v>
                </c:pt>
                <c:pt idx="26747">
                  <c:v>2264.1329999999998</c:v>
                </c:pt>
                <c:pt idx="26748">
                  <c:v>1504.8789999999999</c:v>
                </c:pt>
                <c:pt idx="26749">
                  <c:v>1355.3150000000001</c:v>
                </c:pt>
                <c:pt idx="26750">
                  <c:v>1206.5329999999999</c:v>
                </c:pt>
                <c:pt idx="26751">
                  <c:v>1070.5060000000001</c:v>
                </c:pt>
                <c:pt idx="26752">
                  <c:v>1080.2460000000001</c:v>
                </c:pt>
                <c:pt idx="26753">
                  <c:v>1021.871</c:v>
                </c:pt>
                <c:pt idx="26754">
                  <c:v>1030.6539999999998</c:v>
                </c:pt>
                <c:pt idx="26755">
                  <c:v>1906.82</c:v>
                </c:pt>
                <c:pt idx="26756">
                  <c:v>3711.2579999999998</c:v>
                </c:pt>
                <c:pt idx="26757">
                  <c:v>5542.7910000000002</c:v>
                </c:pt>
                <c:pt idx="26758">
                  <c:v>4951.7260000000024</c:v>
                </c:pt>
                <c:pt idx="26759">
                  <c:v>2998.6079999999997</c:v>
                </c:pt>
                <c:pt idx="26760">
                  <c:v>2099.2489999999966</c:v>
                </c:pt>
                <c:pt idx="26761">
                  <c:v>2140.8700000000022</c:v>
                </c:pt>
                <c:pt idx="26762">
                  <c:v>1829.2829999999999</c:v>
                </c:pt>
                <c:pt idx="26763">
                  <c:v>1869.82</c:v>
                </c:pt>
                <c:pt idx="26764">
                  <c:v>2187.1239999999998</c:v>
                </c:pt>
                <c:pt idx="26765">
                  <c:v>2330.5129999999999</c:v>
                </c:pt>
                <c:pt idx="26766">
                  <c:v>2099.8940000000002</c:v>
                </c:pt>
                <c:pt idx="26767">
                  <c:v>1920.549</c:v>
                </c:pt>
                <c:pt idx="26768">
                  <c:v>2138.7150000000001</c:v>
                </c:pt>
                <c:pt idx="26769">
                  <c:v>2190.114</c:v>
                </c:pt>
                <c:pt idx="26770">
                  <c:v>2064.0889999999972</c:v>
                </c:pt>
                <c:pt idx="26771">
                  <c:v>2024.866</c:v>
                </c:pt>
                <c:pt idx="26772">
                  <c:v>2022.421</c:v>
                </c:pt>
                <c:pt idx="26773">
                  <c:v>1978.396</c:v>
                </c:pt>
                <c:pt idx="26774">
                  <c:v>2166.0859999999998</c:v>
                </c:pt>
                <c:pt idx="26775">
                  <c:v>2086.9929999999999</c:v>
                </c:pt>
                <c:pt idx="26776">
                  <c:v>1738.93</c:v>
                </c:pt>
                <c:pt idx="26777">
                  <c:v>1514.2460000000001</c:v>
                </c:pt>
                <c:pt idx="26778">
                  <c:v>1433.1489999999999</c:v>
                </c:pt>
                <c:pt idx="26779">
                  <c:v>1392.8789999999999</c:v>
                </c:pt>
                <c:pt idx="26780">
                  <c:v>1369.46</c:v>
                </c:pt>
                <c:pt idx="26781">
                  <c:v>1358.4739999999999</c:v>
                </c:pt>
                <c:pt idx="26782">
                  <c:v>1338.145</c:v>
                </c:pt>
                <c:pt idx="26783">
                  <c:v>1292.5</c:v>
                </c:pt>
                <c:pt idx="26784">
                  <c:v>1244.6289999999999</c:v>
                </c:pt>
                <c:pt idx="26785">
                  <c:v>1263.5450000000001</c:v>
                </c:pt>
                <c:pt idx="26786">
                  <c:v>1625.6889999999999</c:v>
                </c:pt>
                <c:pt idx="26787">
                  <c:v>1594.8879999999999</c:v>
                </c:pt>
                <c:pt idx="26788">
                  <c:v>1460.0439999999999</c:v>
                </c:pt>
                <c:pt idx="26789">
                  <c:v>1270.739</c:v>
                </c:pt>
                <c:pt idx="26790">
                  <c:v>1193.9260000000011</c:v>
                </c:pt>
                <c:pt idx="26791">
                  <c:v>1148.617</c:v>
                </c:pt>
                <c:pt idx="26792">
                  <c:v>1115.3699999999999</c:v>
                </c:pt>
                <c:pt idx="26793">
                  <c:v>1080.9270000000001</c:v>
                </c:pt>
                <c:pt idx="26794">
                  <c:v>1059.4770000000001</c:v>
                </c:pt>
                <c:pt idx="26795">
                  <c:v>1051.71</c:v>
                </c:pt>
                <c:pt idx="26796">
                  <c:v>1059.8809999999999</c:v>
                </c:pt>
                <c:pt idx="26797">
                  <c:v>1060.6669999999999</c:v>
                </c:pt>
                <c:pt idx="26798">
                  <c:v>1049.973</c:v>
                </c:pt>
                <c:pt idx="26799">
                  <c:v>1042.434</c:v>
                </c:pt>
                <c:pt idx="26800">
                  <c:v>1051.8339999999998</c:v>
                </c:pt>
                <c:pt idx="26801">
                  <c:v>1071.453</c:v>
                </c:pt>
                <c:pt idx="26802">
                  <c:v>1080.0029999999999</c:v>
                </c:pt>
                <c:pt idx="26803">
                  <c:v>1077.2619999999999</c:v>
                </c:pt>
                <c:pt idx="26804">
                  <c:v>1071.1799999999998</c:v>
                </c:pt>
                <c:pt idx="26805">
                  <c:v>1039.296</c:v>
                </c:pt>
                <c:pt idx="26806">
                  <c:v>987.04739999999947</c:v>
                </c:pt>
                <c:pt idx="26807">
                  <c:v>963.9646999999992</c:v>
                </c:pt>
                <c:pt idx="26808">
                  <c:v>981.54229999999882</c:v>
                </c:pt>
                <c:pt idx="26809">
                  <c:v>986.76859999999999</c:v>
                </c:pt>
                <c:pt idx="26810">
                  <c:v>965.12719999999933</c:v>
                </c:pt>
                <c:pt idx="26811">
                  <c:v>937.83939999999996</c:v>
                </c:pt>
                <c:pt idx="26812">
                  <c:v>932.90259999999921</c:v>
                </c:pt>
                <c:pt idx="26813">
                  <c:v>935.85359999999946</c:v>
                </c:pt>
                <c:pt idx="26814">
                  <c:v>934.16970000000003</c:v>
                </c:pt>
                <c:pt idx="26815">
                  <c:v>907.07560000000001</c:v>
                </c:pt>
                <c:pt idx="26816">
                  <c:v>822.69759999999997</c:v>
                </c:pt>
                <c:pt idx="26817">
                  <c:v>718.95899999999949</c:v>
                </c:pt>
                <c:pt idx="26818">
                  <c:v>668.87950000000001</c:v>
                </c:pt>
                <c:pt idx="26819">
                  <c:v>637.39340000000004</c:v>
                </c:pt>
                <c:pt idx="26820">
                  <c:v>587.8963</c:v>
                </c:pt>
                <c:pt idx="26821">
                  <c:v>549.38440000000003</c:v>
                </c:pt>
                <c:pt idx="26822">
                  <c:v>527.47850000000005</c:v>
                </c:pt>
                <c:pt idx="26823">
                  <c:v>506.20460000000008</c:v>
                </c:pt>
                <c:pt idx="26824">
                  <c:v>493.42380000000003</c:v>
                </c:pt>
                <c:pt idx="26825">
                  <c:v>482.64950000000033</c:v>
                </c:pt>
                <c:pt idx="26826">
                  <c:v>472.18109999999967</c:v>
                </c:pt>
                <c:pt idx="26827">
                  <c:v>447.84030000000001</c:v>
                </c:pt>
                <c:pt idx="26828">
                  <c:v>417.91090000000003</c:v>
                </c:pt>
                <c:pt idx="26829">
                  <c:v>398.5643</c:v>
                </c:pt>
                <c:pt idx="26830">
                  <c:v>382.6551</c:v>
                </c:pt>
                <c:pt idx="26831">
                  <c:v>374.07429999999999</c:v>
                </c:pt>
                <c:pt idx="26832">
                  <c:v>368.69669999999968</c:v>
                </c:pt>
                <c:pt idx="26833">
                  <c:v>362.75049999999999</c:v>
                </c:pt>
                <c:pt idx="26834">
                  <c:v>347.97039999999947</c:v>
                </c:pt>
                <c:pt idx="26835">
                  <c:v>336.54969999999997</c:v>
                </c:pt>
                <c:pt idx="26836">
                  <c:v>330.84750000000008</c:v>
                </c:pt>
                <c:pt idx="26837">
                  <c:v>338.87939999999969</c:v>
                </c:pt>
                <c:pt idx="26838">
                  <c:v>362.8734</c:v>
                </c:pt>
                <c:pt idx="26839">
                  <c:v>377.51599999999968</c:v>
                </c:pt>
                <c:pt idx="26840">
                  <c:v>399.39980000000008</c:v>
                </c:pt>
                <c:pt idx="26841">
                  <c:v>417.98619999999931</c:v>
                </c:pt>
                <c:pt idx="26842">
                  <c:v>408.58619999999939</c:v>
                </c:pt>
                <c:pt idx="26843">
                  <c:v>398.80419999999964</c:v>
                </c:pt>
                <c:pt idx="26844">
                  <c:v>409.41789999999969</c:v>
                </c:pt>
                <c:pt idx="26845">
                  <c:v>439.46369999999968</c:v>
                </c:pt>
                <c:pt idx="26846">
                  <c:v>463.22019999999935</c:v>
                </c:pt>
                <c:pt idx="26847">
                  <c:v>450.75900000000001</c:v>
                </c:pt>
                <c:pt idx="26848">
                  <c:v>403.25200000000001</c:v>
                </c:pt>
                <c:pt idx="26849">
                  <c:v>365.63109999999961</c:v>
                </c:pt>
                <c:pt idx="26850">
                  <c:v>351.49419999999935</c:v>
                </c:pt>
                <c:pt idx="26851">
                  <c:v>363.51119999999935</c:v>
                </c:pt>
                <c:pt idx="26852">
                  <c:v>415.39179999999953</c:v>
                </c:pt>
                <c:pt idx="26853">
                  <c:v>511.15789999999998</c:v>
                </c:pt>
                <c:pt idx="26854">
                  <c:v>586.76209999999946</c:v>
                </c:pt>
                <c:pt idx="26855">
                  <c:v>574.17729999999949</c:v>
                </c:pt>
                <c:pt idx="26856">
                  <c:v>519.0095</c:v>
                </c:pt>
                <c:pt idx="26857">
                  <c:v>528.28090000000054</c:v>
                </c:pt>
                <c:pt idx="26858">
                  <c:v>596.66880000000003</c:v>
                </c:pt>
                <c:pt idx="26859">
                  <c:v>711.01949999999999</c:v>
                </c:pt>
                <c:pt idx="26860">
                  <c:v>796.4991</c:v>
                </c:pt>
                <c:pt idx="26861">
                  <c:v>765.14619999999934</c:v>
                </c:pt>
                <c:pt idx="26862">
                  <c:v>710.08209999999997</c:v>
                </c:pt>
                <c:pt idx="26863">
                  <c:v>680.95039999999949</c:v>
                </c:pt>
                <c:pt idx="26864">
                  <c:v>659.48900000000003</c:v>
                </c:pt>
                <c:pt idx="26865">
                  <c:v>637.20619999999997</c:v>
                </c:pt>
                <c:pt idx="26866">
                  <c:v>613.51279999999997</c:v>
                </c:pt>
                <c:pt idx="26867">
                  <c:v>594.79930000000081</c:v>
                </c:pt>
                <c:pt idx="26868">
                  <c:v>589.76930000000004</c:v>
                </c:pt>
                <c:pt idx="26869">
                  <c:v>582.50670000000002</c:v>
                </c:pt>
                <c:pt idx="26870">
                  <c:v>547.83919999999921</c:v>
                </c:pt>
                <c:pt idx="26871">
                  <c:v>528.79909999999995</c:v>
                </c:pt>
                <c:pt idx="26872">
                  <c:v>521.96589999999946</c:v>
                </c:pt>
                <c:pt idx="26873">
                  <c:v>517.59890000000053</c:v>
                </c:pt>
                <c:pt idx="26874">
                  <c:v>517.67960000000005</c:v>
                </c:pt>
                <c:pt idx="26875">
                  <c:v>513.44559999999933</c:v>
                </c:pt>
                <c:pt idx="26876">
                  <c:v>498.05360000000002</c:v>
                </c:pt>
                <c:pt idx="26877">
                  <c:v>482.72549999999961</c:v>
                </c:pt>
                <c:pt idx="26878">
                  <c:v>499.88350000000003</c:v>
                </c:pt>
                <c:pt idx="26879">
                  <c:v>506.27649999999954</c:v>
                </c:pt>
                <c:pt idx="26880">
                  <c:v>495.29889999999961</c:v>
                </c:pt>
                <c:pt idx="26881">
                  <c:v>484.73499999999967</c:v>
                </c:pt>
                <c:pt idx="26882">
                  <c:v>484.351</c:v>
                </c:pt>
                <c:pt idx="26883">
                  <c:v>480.54270000000002</c:v>
                </c:pt>
                <c:pt idx="26884">
                  <c:v>482.64699999999999</c:v>
                </c:pt>
                <c:pt idx="26885">
                  <c:v>478.40660000000003</c:v>
                </c:pt>
                <c:pt idx="26886">
                  <c:v>473.11099999999999</c:v>
                </c:pt>
                <c:pt idx="26887">
                  <c:v>473.65440000000041</c:v>
                </c:pt>
                <c:pt idx="26888">
                  <c:v>470.303</c:v>
                </c:pt>
                <c:pt idx="26889">
                  <c:v>452.3023</c:v>
                </c:pt>
                <c:pt idx="26890">
                  <c:v>440.26940000000002</c:v>
                </c:pt>
                <c:pt idx="26891">
                  <c:v>444.87290000000002</c:v>
                </c:pt>
                <c:pt idx="26892">
                  <c:v>445.95240000000001</c:v>
                </c:pt>
                <c:pt idx="26893">
                  <c:v>442.63940000000002</c:v>
                </c:pt>
                <c:pt idx="26894">
                  <c:v>429.97449999999969</c:v>
                </c:pt>
                <c:pt idx="26895">
                  <c:v>425.18729999999999</c:v>
                </c:pt>
                <c:pt idx="26896">
                  <c:v>427.28980000000001</c:v>
                </c:pt>
                <c:pt idx="26897">
                  <c:v>429.37670000000003</c:v>
                </c:pt>
                <c:pt idx="26898">
                  <c:v>428.54480000000041</c:v>
                </c:pt>
                <c:pt idx="26899">
                  <c:v>419.04750000000001</c:v>
                </c:pt>
                <c:pt idx="26900">
                  <c:v>410.84449999999998</c:v>
                </c:pt>
                <c:pt idx="26901">
                  <c:v>407.822</c:v>
                </c:pt>
                <c:pt idx="26902">
                  <c:v>406.41199999999935</c:v>
                </c:pt>
                <c:pt idx="26903">
                  <c:v>402.75560000000002</c:v>
                </c:pt>
                <c:pt idx="26904">
                  <c:v>408.36860000000001</c:v>
                </c:pt>
                <c:pt idx="26905">
                  <c:v>422.89429999999999</c:v>
                </c:pt>
                <c:pt idx="26906">
                  <c:v>427.84190000000001</c:v>
                </c:pt>
                <c:pt idx="26907">
                  <c:v>424.1266</c:v>
                </c:pt>
                <c:pt idx="26908">
                  <c:v>421.46949999999993</c:v>
                </c:pt>
                <c:pt idx="26909">
                  <c:v>434.32809999999961</c:v>
                </c:pt>
                <c:pt idx="26910">
                  <c:v>465.52429999999993</c:v>
                </c:pt>
                <c:pt idx="26911">
                  <c:v>486.80529999999999</c:v>
                </c:pt>
                <c:pt idx="26912">
                  <c:v>487.54320000000001</c:v>
                </c:pt>
                <c:pt idx="26913">
                  <c:v>489.3723</c:v>
                </c:pt>
                <c:pt idx="26914">
                  <c:v>490.2831999999994</c:v>
                </c:pt>
                <c:pt idx="26915">
                  <c:v>487.39189999999968</c:v>
                </c:pt>
                <c:pt idx="26916">
                  <c:v>484.94389999999999</c:v>
                </c:pt>
                <c:pt idx="26917">
                  <c:v>477.03680000000003</c:v>
                </c:pt>
                <c:pt idx="26918">
                  <c:v>478.47139999999939</c:v>
                </c:pt>
                <c:pt idx="26919">
                  <c:v>483.79899999999935</c:v>
                </c:pt>
                <c:pt idx="26920">
                  <c:v>482.36669999999964</c:v>
                </c:pt>
                <c:pt idx="26921">
                  <c:v>485.2996</c:v>
                </c:pt>
                <c:pt idx="26922">
                  <c:v>492.76329999999967</c:v>
                </c:pt>
                <c:pt idx="26923">
                  <c:v>491.42399999999935</c:v>
                </c:pt>
                <c:pt idx="26924">
                  <c:v>484.1182</c:v>
                </c:pt>
                <c:pt idx="26925">
                  <c:v>484.14589999999998</c:v>
                </c:pt>
                <c:pt idx="26926">
                  <c:v>480.0258</c:v>
                </c:pt>
                <c:pt idx="26927">
                  <c:v>473.19720000000001</c:v>
                </c:pt>
                <c:pt idx="26928">
                  <c:v>470.77980000000002</c:v>
                </c:pt>
                <c:pt idx="26929">
                  <c:v>465.90029999999967</c:v>
                </c:pt>
                <c:pt idx="26930">
                  <c:v>458.52349999999967</c:v>
                </c:pt>
                <c:pt idx="26931">
                  <c:v>449.13099999999969</c:v>
                </c:pt>
                <c:pt idx="26932">
                  <c:v>460.52109999999954</c:v>
                </c:pt>
                <c:pt idx="26933">
                  <c:v>463.49469999999968</c:v>
                </c:pt>
                <c:pt idx="26934">
                  <c:v>467.6173</c:v>
                </c:pt>
                <c:pt idx="26935">
                  <c:v>478.19600000000003</c:v>
                </c:pt>
                <c:pt idx="26936">
                  <c:v>487.77140000000003</c:v>
                </c:pt>
                <c:pt idx="26937">
                  <c:v>487.04790000000008</c:v>
                </c:pt>
                <c:pt idx="26938">
                  <c:v>491.8075</c:v>
                </c:pt>
                <c:pt idx="26939">
                  <c:v>521.18169999999998</c:v>
                </c:pt>
                <c:pt idx="26940">
                  <c:v>541.23329999999999</c:v>
                </c:pt>
                <c:pt idx="26941">
                  <c:v>551.60719999999947</c:v>
                </c:pt>
                <c:pt idx="26942">
                  <c:v>550.85799999999892</c:v>
                </c:pt>
                <c:pt idx="26943">
                  <c:v>545.49699999999996</c:v>
                </c:pt>
                <c:pt idx="26944">
                  <c:v>537.7242</c:v>
                </c:pt>
                <c:pt idx="26945">
                  <c:v>538.6155</c:v>
                </c:pt>
                <c:pt idx="26946">
                  <c:v>537.8518999999992</c:v>
                </c:pt>
                <c:pt idx="26947">
                  <c:v>536.38459999999998</c:v>
                </c:pt>
                <c:pt idx="26948">
                  <c:v>528.40759999999921</c:v>
                </c:pt>
                <c:pt idx="26949">
                  <c:v>529.94039999999939</c:v>
                </c:pt>
                <c:pt idx="26950">
                  <c:v>568.73820000000001</c:v>
                </c:pt>
                <c:pt idx="26951">
                  <c:v>709.3809</c:v>
                </c:pt>
                <c:pt idx="26952">
                  <c:v>1029.1809999999998</c:v>
                </c:pt>
                <c:pt idx="26953">
                  <c:v>1416.2939999999999</c:v>
                </c:pt>
                <c:pt idx="26954">
                  <c:v>1716.1659999999999</c:v>
                </c:pt>
                <c:pt idx="26955">
                  <c:v>2023.261</c:v>
                </c:pt>
                <c:pt idx="26956">
                  <c:v>2090.4450000000002</c:v>
                </c:pt>
                <c:pt idx="26957">
                  <c:v>1732.9250000000011</c:v>
                </c:pt>
                <c:pt idx="26958">
                  <c:v>1493.326</c:v>
                </c:pt>
                <c:pt idx="26959">
                  <c:v>1590.43</c:v>
                </c:pt>
                <c:pt idx="26960">
                  <c:v>1691.34</c:v>
                </c:pt>
                <c:pt idx="26961">
                  <c:v>1670.482</c:v>
                </c:pt>
                <c:pt idx="26962">
                  <c:v>1787.509</c:v>
                </c:pt>
                <c:pt idx="26963">
                  <c:v>2024.059</c:v>
                </c:pt>
                <c:pt idx="26964">
                  <c:v>2091.7819999999997</c:v>
                </c:pt>
                <c:pt idx="26965">
                  <c:v>1862.0360000000001</c:v>
                </c:pt>
                <c:pt idx="26966">
                  <c:v>1609.9180000000001</c:v>
                </c:pt>
                <c:pt idx="26967">
                  <c:v>1470.6029999999998</c:v>
                </c:pt>
                <c:pt idx="26968">
                  <c:v>1380.6629999999998</c:v>
                </c:pt>
                <c:pt idx="26969">
                  <c:v>1298.2</c:v>
                </c:pt>
                <c:pt idx="26970">
                  <c:v>1256.6569999999999</c:v>
                </c:pt>
                <c:pt idx="26971">
                  <c:v>1210.4449999999999</c:v>
                </c:pt>
                <c:pt idx="26972">
                  <c:v>1167.8979999999999</c:v>
                </c:pt>
                <c:pt idx="26973">
                  <c:v>1244.9490000000001</c:v>
                </c:pt>
                <c:pt idx="26974">
                  <c:v>1188.0250000000001</c:v>
                </c:pt>
                <c:pt idx="26975">
                  <c:v>1725.4690000000001</c:v>
                </c:pt>
                <c:pt idx="26976">
                  <c:v>2474.828</c:v>
                </c:pt>
                <c:pt idx="26977">
                  <c:v>2770.4870000000001</c:v>
                </c:pt>
                <c:pt idx="26978">
                  <c:v>2238.0520000000001</c:v>
                </c:pt>
                <c:pt idx="26979">
                  <c:v>1637.7460000000001</c:v>
                </c:pt>
                <c:pt idx="26980">
                  <c:v>1463.414</c:v>
                </c:pt>
                <c:pt idx="26981">
                  <c:v>1382.075</c:v>
                </c:pt>
                <c:pt idx="26982">
                  <c:v>1405.1469999999999</c:v>
                </c:pt>
                <c:pt idx="26983">
                  <c:v>1887.825</c:v>
                </c:pt>
                <c:pt idx="26984">
                  <c:v>2676.192</c:v>
                </c:pt>
                <c:pt idx="26985">
                  <c:v>4412.875</c:v>
                </c:pt>
                <c:pt idx="26986">
                  <c:v>6449.9890000000005</c:v>
                </c:pt>
                <c:pt idx="26987">
                  <c:v>6905.5520000000024</c:v>
                </c:pt>
                <c:pt idx="26988">
                  <c:v>4618.3789999999999</c:v>
                </c:pt>
                <c:pt idx="26989">
                  <c:v>2681.8589999999999</c:v>
                </c:pt>
                <c:pt idx="26990">
                  <c:v>2650.7059999999997</c:v>
                </c:pt>
                <c:pt idx="26991">
                  <c:v>2417.3049999999998</c:v>
                </c:pt>
                <c:pt idx="26992">
                  <c:v>2494.7659999999987</c:v>
                </c:pt>
                <c:pt idx="26993">
                  <c:v>2816.6219999999998</c:v>
                </c:pt>
                <c:pt idx="26994">
                  <c:v>2486.3120000000022</c:v>
                </c:pt>
                <c:pt idx="26995">
                  <c:v>1982.6559999999999</c:v>
                </c:pt>
                <c:pt idx="26996">
                  <c:v>2039.498</c:v>
                </c:pt>
                <c:pt idx="26997">
                  <c:v>1824.3809999999999</c:v>
                </c:pt>
                <c:pt idx="26998">
                  <c:v>1643.24</c:v>
                </c:pt>
                <c:pt idx="26999">
                  <c:v>1488.914</c:v>
                </c:pt>
                <c:pt idx="27000">
                  <c:v>1416.3109999999999</c:v>
                </c:pt>
                <c:pt idx="27001">
                  <c:v>1348.6219999999998</c:v>
                </c:pt>
                <c:pt idx="27002">
                  <c:v>1297.4739999999999</c:v>
                </c:pt>
                <c:pt idx="27003">
                  <c:v>1252.3029999999999</c:v>
                </c:pt>
                <c:pt idx="27004">
                  <c:v>1253.7339999999999</c:v>
                </c:pt>
                <c:pt idx="27005">
                  <c:v>1656.2809999999999</c:v>
                </c:pt>
                <c:pt idx="27006">
                  <c:v>2312.9580000000001</c:v>
                </c:pt>
                <c:pt idx="27007">
                  <c:v>2401.7659999999987</c:v>
                </c:pt>
                <c:pt idx="27008">
                  <c:v>2043.0319999999999</c:v>
                </c:pt>
                <c:pt idx="27009">
                  <c:v>1527.5909999999999</c:v>
                </c:pt>
                <c:pt idx="27010">
                  <c:v>1379.6829999999998</c:v>
                </c:pt>
                <c:pt idx="27011">
                  <c:v>1403.027</c:v>
                </c:pt>
                <c:pt idx="27012">
                  <c:v>1457.5339999999999</c:v>
                </c:pt>
                <c:pt idx="27013">
                  <c:v>1510.732</c:v>
                </c:pt>
                <c:pt idx="27014">
                  <c:v>1398.4360000000001</c:v>
                </c:pt>
                <c:pt idx="27015">
                  <c:v>1283.2550000000001</c:v>
                </c:pt>
                <c:pt idx="27016">
                  <c:v>1300.2660000000001</c:v>
                </c:pt>
                <c:pt idx="27017">
                  <c:v>1301.4250000000011</c:v>
                </c:pt>
                <c:pt idx="27018">
                  <c:v>1213.827</c:v>
                </c:pt>
                <c:pt idx="27019">
                  <c:v>1148.396</c:v>
                </c:pt>
                <c:pt idx="27020">
                  <c:v>1111.9170000000001</c:v>
                </c:pt>
                <c:pt idx="27021">
                  <c:v>1095.636</c:v>
                </c:pt>
                <c:pt idx="27022">
                  <c:v>1076.6879999999999</c:v>
                </c:pt>
                <c:pt idx="27023">
                  <c:v>1050.4100000000001</c:v>
                </c:pt>
                <c:pt idx="27024">
                  <c:v>1023.106</c:v>
                </c:pt>
                <c:pt idx="27025">
                  <c:v>998.18370000000095</c:v>
                </c:pt>
                <c:pt idx="27026">
                  <c:v>1003.0650000000001</c:v>
                </c:pt>
                <c:pt idx="27027">
                  <c:v>1086.8</c:v>
                </c:pt>
                <c:pt idx="27028">
                  <c:v>1075.098</c:v>
                </c:pt>
                <c:pt idx="27029">
                  <c:v>1046.1869999999999</c:v>
                </c:pt>
                <c:pt idx="27030">
                  <c:v>1006.4459999999993</c:v>
                </c:pt>
                <c:pt idx="27031">
                  <c:v>1024.3050000000001</c:v>
                </c:pt>
                <c:pt idx="27032">
                  <c:v>1036.6029999999998</c:v>
                </c:pt>
                <c:pt idx="27033">
                  <c:v>1037.3129999999999</c:v>
                </c:pt>
                <c:pt idx="27034">
                  <c:v>998.52779999999996</c:v>
                </c:pt>
                <c:pt idx="27035">
                  <c:v>949.45999999999947</c:v>
                </c:pt>
                <c:pt idx="27036">
                  <c:v>905.16649999999947</c:v>
                </c:pt>
                <c:pt idx="27037">
                  <c:v>873.28459999999995</c:v>
                </c:pt>
                <c:pt idx="27038">
                  <c:v>852.79020000000003</c:v>
                </c:pt>
                <c:pt idx="27039">
                  <c:v>846.01279999999997</c:v>
                </c:pt>
                <c:pt idx="27040">
                  <c:v>847.73569999999938</c:v>
                </c:pt>
                <c:pt idx="27041">
                  <c:v>845.39279999999997</c:v>
                </c:pt>
                <c:pt idx="27042">
                  <c:v>838.92109999999946</c:v>
                </c:pt>
                <c:pt idx="27043">
                  <c:v>842.37789999999939</c:v>
                </c:pt>
                <c:pt idx="27044">
                  <c:v>857.23360000000002</c:v>
                </c:pt>
                <c:pt idx="27045">
                  <c:v>874.08579999999995</c:v>
                </c:pt>
                <c:pt idx="27046">
                  <c:v>983.81799999999919</c:v>
                </c:pt>
                <c:pt idx="27047">
                  <c:v>1828.6529999999998</c:v>
                </c:pt>
                <c:pt idx="27048">
                  <c:v>3797.4349999999999</c:v>
                </c:pt>
                <c:pt idx="27049">
                  <c:v>5023.5450000000001</c:v>
                </c:pt>
                <c:pt idx="27050">
                  <c:v>4001.7939999999999</c:v>
                </c:pt>
                <c:pt idx="27051">
                  <c:v>2346.3140000000012</c:v>
                </c:pt>
                <c:pt idx="27052">
                  <c:v>2031.106</c:v>
                </c:pt>
                <c:pt idx="27053">
                  <c:v>2437.404</c:v>
                </c:pt>
                <c:pt idx="27054">
                  <c:v>2558.9630000000002</c:v>
                </c:pt>
                <c:pt idx="27055">
                  <c:v>2490.569</c:v>
                </c:pt>
                <c:pt idx="27056">
                  <c:v>2932.9609999999998</c:v>
                </c:pt>
                <c:pt idx="27057">
                  <c:v>3204.902</c:v>
                </c:pt>
                <c:pt idx="27058">
                  <c:v>2628.92</c:v>
                </c:pt>
                <c:pt idx="27059">
                  <c:v>1780.329</c:v>
                </c:pt>
                <c:pt idx="27060">
                  <c:v>1510.5519999999999</c:v>
                </c:pt>
                <c:pt idx="27061">
                  <c:v>1434.7329999999999</c:v>
                </c:pt>
                <c:pt idx="27062">
                  <c:v>1270.8979999999999</c:v>
                </c:pt>
                <c:pt idx="27063">
                  <c:v>1224.9360000000001</c:v>
                </c:pt>
                <c:pt idx="27064">
                  <c:v>1390.057</c:v>
                </c:pt>
                <c:pt idx="27065">
                  <c:v>1623.1</c:v>
                </c:pt>
                <c:pt idx="27066">
                  <c:v>1622.087</c:v>
                </c:pt>
                <c:pt idx="27067">
                  <c:v>1369.502</c:v>
                </c:pt>
                <c:pt idx="27068">
                  <c:v>1233.8969999999999</c:v>
                </c:pt>
                <c:pt idx="27069">
                  <c:v>1169.8389999999999</c:v>
                </c:pt>
                <c:pt idx="27070">
                  <c:v>1112.3129999999999</c:v>
                </c:pt>
                <c:pt idx="27071">
                  <c:v>1080.1859999999999</c:v>
                </c:pt>
                <c:pt idx="27072">
                  <c:v>1054.8499999999999</c:v>
                </c:pt>
                <c:pt idx="27073">
                  <c:v>1060.56</c:v>
                </c:pt>
                <c:pt idx="27074">
                  <c:v>1199.2750000000001</c:v>
                </c:pt>
                <c:pt idx="27075">
                  <c:v>1464.1579999999999</c:v>
                </c:pt>
                <c:pt idx="27076">
                  <c:v>1443.269</c:v>
                </c:pt>
                <c:pt idx="27077">
                  <c:v>1273.3919999999998</c:v>
                </c:pt>
                <c:pt idx="27078">
                  <c:v>1158.4549999999999</c:v>
                </c:pt>
                <c:pt idx="27079">
                  <c:v>1090.4349999999999</c:v>
                </c:pt>
                <c:pt idx="27080">
                  <c:v>1282.777</c:v>
                </c:pt>
                <c:pt idx="27081">
                  <c:v>1494.788</c:v>
                </c:pt>
                <c:pt idx="27082">
                  <c:v>1519.1299999999999</c:v>
                </c:pt>
                <c:pt idx="27083">
                  <c:v>1391.059</c:v>
                </c:pt>
                <c:pt idx="27084">
                  <c:v>1334.73</c:v>
                </c:pt>
                <c:pt idx="27085">
                  <c:v>1281.046</c:v>
                </c:pt>
                <c:pt idx="27086">
                  <c:v>1411.6859999999999</c:v>
                </c:pt>
                <c:pt idx="27087">
                  <c:v>1693.796</c:v>
                </c:pt>
                <c:pt idx="27088">
                  <c:v>1715.28</c:v>
                </c:pt>
                <c:pt idx="27089">
                  <c:v>1471.3419999999999</c:v>
                </c:pt>
                <c:pt idx="27090">
                  <c:v>1223.489</c:v>
                </c:pt>
                <c:pt idx="27091">
                  <c:v>1119.971</c:v>
                </c:pt>
                <c:pt idx="27092">
                  <c:v>1069.4939999999999</c:v>
                </c:pt>
                <c:pt idx="27093">
                  <c:v>1039.6279999999999</c:v>
                </c:pt>
                <c:pt idx="27094">
                  <c:v>1038.1499999999999</c:v>
                </c:pt>
                <c:pt idx="27095">
                  <c:v>1017.558</c:v>
                </c:pt>
                <c:pt idx="27096">
                  <c:v>996.48239999999998</c:v>
                </c:pt>
                <c:pt idx="27097">
                  <c:v>973.51059999999939</c:v>
                </c:pt>
                <c:pt idx="27098">
                  <c:v>952.15249999999946</c:v>
                </c:pt>
                <c:pt idx="27099">
                  <c:v>930.95839999999998</c:v>
                </c:pt>
                <c:pt idx="27100">
                  <c:v>974.60469999999998</c:v>
                </c:pt>
                <c:pt idx="27101">
                  <c:v>1061.9849999999999</c:v>
                </c:pt>
                <c:pt idx="27102">
                  <c:v>1101.1429999999998</c:v>
                </c:pt>
                <c:pt idx="27103">
                  <c:v>1013.6930000000007</c:v>
                </c:pt>
                <c:pt idx="27104">
                  <c:v>934.19299999999998</c:v>
                </c:pt>
                <c:pt idx="27105">
                  <c:v>901.08280000000002</c:v>
                </c:pt>
                <c:pt idx="27106">
                  <c:v>877.46279999999933</c:v>
                </c:pt>
                <c:pt idx="27107">
                  <c:v>863.06489999999997</c:v>
                </c:pt>
                <c:pt idx="27108">
                  <c:v>850.44979999999998</c:v>
                </c:pt>
                <c:pt idx="27109">
                  <c:v>857.90070000000003</c:v>
                </c:pt>
                <c:pt idx="27110">
                  <c:v>1118.508</c:v>
                </c:pt>
                <c:pt idx="27111">
                  <c:v>2274.0500000000002</c:v>
                </c:pt>
                <c:pt idx="27112">
                  <c:v>3419.14</c:v>
                </c:pt>
                <c:pt idx="27113">
                  <c:v>3388.114</c:v>
                </c:pt>
                <c:pt idx="27114">
                  <c:v>2570.7459999999987</c:v>
                </c:pt>
                <c:pt idx="27115">
                  <c:v>2643.8380000000002</c:v>
                </c:pt>
                <c:pt idx="27116">
                  <c:v>3025.5149999999999</c:v>
                </c:pt>
                <c:pt idx="27117">
                  <c:v>2445.5279999999998</c:v>
                </c:pt>
                <c:pt idx="27118">
                  <c:v>1764.2439999999999</c:v>
                </c:pt>
                <c:pt idx="27119">
                  <c:v>1741.8519999999999</c:v>
                </c:pt>
                <c:pt idx="27120">
                  <c:v>1652.606</c:v>
                </c:pt>
                <c:pt idx="27121">
                  <c:v>1631.403</c:v>
                </c:pt>
                <c:pt idx="27122">
                  <c:v>1995.788</c:v>
                </c:pt>
                <c:pt idx="27123">
                  <c:v>2110.0140000000001</c:v>
                </c:pt>
                <c:pt idx="27124">
                  <c:v>1884.5839999999998</c:v>
                </c:pt>
                <c:pt idx="27125">
                  <c:v>1783.752</c:v>
                </c:pt>
                <c:pt idx="27126">
                  <c:v>2185.4470000000001</c:v>
                </c:pt>
                <c:pt idx="27127">
                  <c:v>2716.6679999999997</c:v>
                </c:pt>
                <c:pt idx="27128">
                  <c:v>2761.4300000000012</c:v>
                </c:pt>
                <c:pt idx="27129">
                  <c:v>2269.5650000000001</c:v>
                </c:pt>
                <c:pt idx="27130">
                  <c:v>1998.703</c:v>
                </c:pt>
                <c:pt idx="27131">
                  <c:v>1957.7070000000001</c:v>
                </c:pt>
                <c:pt idx="27132">
                  <c:v>1954.1979999999999</c:v>
                </c:pt>
                <c:pt idx="27133">
                  <c:v>2022.9939999999999</c:v>
                </c:pt>
                <c:pt idx="27134">
                  <c:v>2442.0990000000002</c:v>
                </c:pt>
                <c:pt idx="27135">
                  <c:v>2999.5010000000002</c:v>
                </c:pt>
                <c:pt idx="27136">
                  <c:v>3585.4320000000002</c:v>
                </c:pt>
                <c:pt idx="27137">
                  <c:v>3876.6179999999999</c:v>
                </c:pt>
                <c:pt idx="27138">
                  <c:v>4108.2179999999998</c:v>
                </c:pt>
                <c:pt idx="27139">
                  <c:v>3871.616</c:v>
                </c:pt>
                <c:pt idx="27140">
                  <c:v>3331.0610000000001</c:v>
                </c:pt>
                <c:pt idx="27141">
                  <c:v>2926.0419999999999</c:v>
                </c:pt>
                <c:pt idx="27142">
                  <c:v>2573.4969999999998</c:v>
                </c:pt>
                <c:pt idx="27143">
                  <c:v>2089.3510000000028</c:v>
                </c:pt>
                <c:pt idx="27144">
                  <c:v>1803.271</c:v>
                </c:pt>
                <c:pt idx="27145">
                  <c:v>1871.116</c:v>
                </c:pt>
                <c:pt idx="27146">
                  <c:v>2216.3350000000028</c:v>
                </c:pt>
                <c:pt idx="27147">
                  <c:v>2463.9009999999998</c:v>
                </c:pt>
                <c:pt idx="27148">
                  <c:v>2366.308</c:v>
                </c:pt>
                <c:pt idx="27149">
                  <c:v>2186.56</c:v>
                </c:pt>
                <c:pt idx="27150">
                  <c:v>2186.587</c:v>
                </c:pt>
                <c:pt idx="27151">
                  <c:v>2075.712</c:v>
                </c:pt>
                <c:pt idx="27152">
                  <c:v>1904.1899999999998</c:v>
                </c:pt>
                <c:pt idx="27153">
                  <c:v>2226.8200000000002</c:v>
                </c:pt>
                <c:pt idx="27154">
                  <c:v>2763.59</c:v>
                </c:pt>
                <c:pt idx="27155">
                  <c:v>2861.4029999999998</c:v>
                </c:pt>
                <c:pt idx="27156">
                  <c:v>2606.0790000000002</c:v>
                </c:pt>
                <c:pt idx="27157">
                  <c:v>2317.018</c:v>
                </c:pt>
                <c:pt idx="27158">
                  <c:v>2053.1039999999998</c:v>
                </c:pt>
                <c:pt idx="27159">
                  <c:v>1879.5</c:v>
                </c:pt>
                <c:pt idx="27160">
                  <c:v>1845.115</c:v>
                </c:pt>
                <c:pt idx="27161">
                  <c:v>1804.626</c:v>
                </c:pt>
                <c:pt idx="27162">
                  <c:v>1691.6429999999998</c:v>
                </c:pt>
                <c:pt idx="27163">
                  <c:v>1571.6689999999999</c:v>
                </c:pt>
                <c:pt idx="27164">
                  <c:v>1505.421</c:v>
                </c:pt>
                <c:pt idx="27165">
                  <c:v>1478.9</c:v>
                </c:pt>
                <c:pt idx="27166">
                  <c:v>1460.059</c:v>
                </c:pt>
                <c:pt idx="27167">
                  <c:v>1442.8799999999999</c:v>
                </c:pt>
                <c:pt idx="27168">
                  <c:v>1414.6669999999999</c:v>
                </c:pt>
                <c:pt idx="27169">
                  <c:v>1384.444</c:v>
                </c:pt>
                <c:pt idx="27170">
                  <c:v>1400.578</c:v>
                </c:pt>
                <c:pt idx="27171">
                  <c:v>1538.2239999999999</c:v>
                </c:pt>
                <c:pt idx="27172">
                  <c:v>1674.076</c:v>
                </c:pt>
                <c:pt idx="27173">
                  <c:v>1641.605</c:v>
                </c:pt>
                <c:pt idx="27174">
                  <c:v>1540.0260000000001</c:v>
                </c:pt>
                <c:pt idx="27175">
                  <c:v>1539.973</c:v>
                </c:pt>
                <c:pt idx="27176">
                  <c:v>1570.0070000000001</c:v>
                </c:pt>
                <c:pt idx="27177">
                  <c:v>1550.48</c:v>
                </c:pt>
                <c:pt idx="27178">
                  <c:v>1527.5629999999999</c:v>
                </c:pt>
                <c:pt idx="27179">
                  <c:v>1527.751</c:v>
                </c:pt>
                <c:pt idx="27180">
                  <c:v>1565.9849999999999</c:v>
                </c:pt>
                <c:pt idx="27181">
                  <c:v>1678.7909999999999</c:v>
                </c:pt>
                <c:pt idx="27182">
                  <c:v>1900.7660000000001</c:v>
                </c:pt>
                <c:pt idx="27183">
                  <c:v>2066.7739999999999</c:v>
                </c:pt>
                <c:pt idx="27184">
                  <c:v>1995.068</c:v>
                </c:pt>
                <c:pt idx="27185">
                  <c:v>1927.4480000000001</c:v>
                </c:pt>
                <c:pt idx="27186">
                  <c:v>1879.365</c:v>
                </c:pt>
                <c:pt idx="27187">
                  <c:v>1674.5829999999999</c:v>
                </c:pt>
                <c:pt idx="27188">
                  <c:v>1488.308</c:v>
                </c:pt>
                <c:pt idx="27189">
                  <c:v>1406.8739999999998</c:v>
                </c:pt>
                <c:pt idx="27190">
                  <c:v>1319.806</c:v>
                </c:pt>
                <c:pt idx="27191">
                  <c:v>1228.7339999999999</c:v>
                </c:pt>
                <c:pt idx="27192">
                  <c:v>1160.491</c:v>
                </c:pt>
                <c:pt idx="27193">
                  <c:v>1119.77</c:v>
                </c:pt>
                <c:pt idx="27194">
                  <c:v>1100.2460000000001</c:v>
                </c:pt>
                <c:pt idx="27195">
                  <c:v>1080.27</c:v>
                </c:pt>
                <c:pt idx="27196">
                  <c:v>1046.018</c:v>
                </c:pt>
                <c:pt idx="27197">
                  <c:v>994.46299999999906</c:v>
                </c:pt>
                <c:pt idx="27198">
                  <c:v>921.66690000000006</c:v>
                </c:pt>
                <c:pt idx="27199">
                  <c:v>854.03629999999919</c:v>
                </c:pt>
                <c:pt idx="27200">
                  <c:v>827.32059999999933</c:v>
                </c:pt>
                <c:pt idx="27201">
                  <c:v>873.23609999999996</c:v>
                </c:pt>
                <c:pt idx="27202">
                  <c:v>894.07600000000002</c:v>
                </c:pt>
                <c:pt idx="27203">
                  <c:v>840.50990000000002</c:v>
                </c:pt>
                <c:pt idx="27204">
                  <c:v>755.56479999999999</c:v>
                </c:pt>
                <c:pt idx="27205">
                  <c:v>700.27729999999997</c:v>
                </c:pt>
                <c:pt idx="27206">
                  <c:v>664.83359999999948</c:v>
                </c:pt>
                <c:pt idx="27207">
                  <c:v>637.71579999999994</c:v>
                </c:pt>
                <c:pt idx="27208">
                  <c:v>613.60929999999996</c:v>
                </c:pt>
                <c:pt idx="27209">
                  <c:v>586.46959999999933</c:v>
                </c:pt>
                <c:pt idx="27210">
                  <c:v>563.6843000000008</c:v>
                </c:pt>
                <c:pt idx="27211">
                  <c:v>537.45499999999947</c:v>
                </c:pt>
                <c:pt idx="27212">
                  <c:v>500.66370000000001</c:v>
                </c:pt>
                <c:pt idx="27213">
                  <c:v>475.8451</c:v>
                </c:pt>
                <c:pt idx="27214">
                  <c:v>453.2072</c:v>
                </c:pt>
                <c:pt idx="27215">
                  <c:v>436.88599999999968</c:v>
                </c:pt>
                <c:pt idx="27216">
                  <c:v>427.60890000000001</c:v>
                </c:pt>
                <c:pt idx="27217">
                  <c:v>416.57859999999954</c:v>
                </c:pt>
                <c:pt idx="27218">
                  <c:v>404.20440000000002</c:v>
                </c:pt>
                <c:pt idx="27219">
                  <c:v>389.81979999999999</c:v>
                </c:pt>
                <c:pt idx="27220">
                  <c:v>382.08269999999999</c:v>
                </c:pt>
                <c:pt idx="27221">
                  <c:v>391.88659999999953</c:v>
                </c:pt>
                <c:pt idx="27222">
                  <c:v>418.12060000000002</c:v>
                </c:pt>
                <c:pt idx="27223">
                  <c:v>438.26339999999954</c:v>
                </c:pt>
                <c:pt idx="27224">
                  <c:v>432.45490000000001</c:v>
                </c:pt>
                <c:pt idx="27225">
                  <c:v>409.05380000000002</c:v>
                </c:pt>
                <c:pt idx="27226">
                  <c:v>393.61520000000002</c:v>
                </c:pt>
                <c:pt idx="27227">
                  <c:v>392.45509999999967</c:v>
                </c:pt>
                <c:pt idx="27228">
                  <c:v>384.41289999999969</c:v>
                </c:pt>
                <c:pt idx="27229">
                  <c:v>371.93239999999935</c:v>
                </c:pt>
                <c:pt idx="27230">
                  <c:v>362.93909999999954</c:v>
                </c:pt>
                <c:pt idx="27231">
                  <c:v>352.0453</c:v>
                </c:pt>
                <c:pt idx="27232">
                  <c:v>339.47770000000003</c:v>
                </c:pt>
                <c:pt idx="27233">
                  <c:v>332.89569999999969</c:v>
                </c:pt>
                <c:pt idx="27234">
                  <c:v>332.47659999999939</c:v>
                </c:pt>
                <c:pt idx="27235">
                  <c:v>329.82990000000001</c:v>
                </c:pt>
                <c:pt idx="27236">
                  <c:v>328.0924</c:v>
                </c:pt>
                <c:pt idx="27237">
                  <c:v>322.84309999999999</c:v>
                </c:pt>
                <c:pt idx="27238">
                  <c:v>310.57609999999954</c:v>
                </c:pt>
                <c:pt idx="27239">
                  <c:v>295.44929999999999</c:v>
                </c:pt>
                <c:pt idx="27240">
                  <c:v>291.29379999999935</c:v>
                </c:pt>
                <c:pt idx="27241">
                  <c:v>289.8784</c:v>
                </c:pt>
                <c:pt idx="27242">
                  <c:v>290.52549999999968</c:v>
                </c:pt>
                <c:pt idx="27243">
                  <c:v>309.90649999999954</c:v>
                </c:pt>
                <c:pt idx="27244">
                  <c:v>317.25470000000001</c:v>
                </c:pt>
                <c:pt idx="27245">
                  <c:v>313.43699999999939</c:v>
                </c:pt>
                <c:pt idx="27246">
                  <c:v>311.0324</c:v>
                </c:pt>
                <c:pt idx="27247">
                  <c:v>314.62279999999993</c:v>
                </c:pt>
                <c:pt idx="27248">
                  <c:v>322.25659999999954</c:v>
                </c:pt>
                <c:pt idx="27249">
                  <c:v>318.6721</c:v>
                </c:pt>
                <c:pt idx="27250">
                  <c:v>314.67829999999969</c:v>
                </c:pt>
                <c:pt idx="27251">
                  <c:v>309.17720000000008</c:v>
                </c:pt>
                <c:pt idx="27252">
                  <c:v>302.17959999999999</c:v>
                </c:pt>
                <c:pt idx="27253">
                  <c:v>295.43989999999968</c:v>
                </c:pt>
                <c:pt idx="27254">
                  <c:v>316.92929999999961</c:v>
                </c:pt>
                <c:pt idx="27255">
                  <c:v>334.327</c:v>
                </c:pt>
                <c:pt idx="27256">
                  <c:v>348.77339999999936</c:v>
                </c:pt>
                <c:pt idx="27257">
                  <c:v>342.87119999999953</c:v>
                </c:pt>
                <c:pt idx="27258">
                  <c:v>337.24700000000001</c:v>
                </c:pt>
                <c:pt idx="27259">
                  <c:v>338.36239999999964</c:v>
                </c:pt>
                <c:pt idx="27260">
                  <c:v>332.03</c:v>
                </c:pt>
                <c:pt idx="27261">
                  <c:v>327.50669999999968</c:v>
                </c:pt>
                <c:pt idx="27262">
                  <c:v>336.65350000000001</c:v>
                </c:pt>
                <c:pt idx="27263">
                  <c:v>333.50209999999993</c:v>
                </c:pt>
                <c:pt idx="27264">
                  <c:v>332.90940000000001</c:v>
                </c:pt>
                <c:pt idx="27265">
                  <c:v>329.99909999999954</c:v>
                </c:pt>
                <c:pt idx="27266">
                  <c:v>330.1345</c:v>
                </c:pt>
                <c:pt idx="27267">
                  <c:v>326.42589999999967</c:v>
                </c:pt>
                <c:pt idx="27268">
                  <c:v>326.6028000000004</c:v>
                </c:pt>
                <c:pt idx="27269">
                  <c:v>335.15190000000001</c:v>
                </c:pt>
                <c:pt idx="27270">
                  <c:v>336.02069999999969</c:v>
                </c:pt>
                <c:pt idx="27271">
                  <c:v>356.99389999999954</c:v>
                </c:pt>
                <c:pt idx="27272">
                  <c:v>407.51909999999964</c:v>
                </c:pt>
                <c:pt idx="27273">
                  <c:v>480.15879999999999</c:v>
                </c:pt>
                <c:pt idx="27274">
                  <c:v>549.92049999999949</c:v>
                </c:pt>
                <c:pt idx="27275">
                  <c:v>623.56519999999921</c:v>
                </c:pt>
                <c:pt idx="27276">
                  <c:v>653.59950000000003</c:v>
                </c:pt>
                <c:pt idx="27277">
                  <c:v>614.62719999999933</c:v>
                </c:pt>
                <c:pt idx="27278">
                  <c:v>578.51949999999999</c:v>
                </c:pt>
                <c:pt idx="27279">
                  <c:v>564.16739999999947</c:v>
                </c:pt>
                <c:pt idx="27280">
                  <c:v>550.39959999999996</c:v>
                </c:pt>
                <c:pt idx="27281">
                  <c:v>537.1395</c:v>
                </c:pt>
                <c:pt idx="27282">
                  <c:v>536.38659999999948</c:v>
                </c:pt>
                <c:pt idx="27283">
                  <c:v>538.59310000000005</c:v>
                </c:pt>
                <c:pt idx="27284">
                  <c:v>536.00630000000001</c:v>
                </c:pt>
                <c:pt idx="27285">
                  <c:v>529.46189999999933</c:v>
                </c:pt>
                <c:pt idx="27286">
                  <c:v>520.33169999999905</c:v>
                </c:pt>
                <c:pt idx="27287">
                  <c:v>514.75759999999946</c:v>
                </c:pt>
                <c:pt idx="27288">
                  <c:v>511.7182999999996</c:v>
                </c:pt>
                <c:pt idx="27289">
                  <c:v>509.44990000000001</c:v>
                </c:pt>
                <c:pt idx="27290">
                  <c:v>503.87470000000002</c:v>
                </c:pt>
                <c:pt idx="27291">
                  <c:v>502.19139999999953</c:v>
                </c:pt>
                <c:pt idx="27292">
                  <c:v>499.72699999999935</c:v>
                </c:pt>
                <c:pt idx="27293">
                  <c:v>488.59189999999961</c:v>
                </c:pt>
                <c:pt idx="27294">
                  <c:v>482.96859999999936</c:v>
                </c:pt>
                <c:pt idx="27295">
                  <c:v>478.89689999999968</c:v>
                </c:pt>
                <c:pt idx="27296">
                  <c:v>486.7259999999996</c:v>
                </c:pt>
                <c:pt idx="27297">
                  <c:v>487.29559999999935</c:v>
                </c:pt>
                <c:pt idx="27298">
                  <c:v>482.99539999999939</c:v>
                </c:pt>
                <c:pt idx="27299">
                  <c:v>475.24029999999999</c:v>
                </c:pt>
                <c:pt idx="27300">
                  <c:v>467.9066999999996</c:v>
                </c:pt>
                <c:pt idx="27301">
                  <c:v>459.93959999999947</c:v>
                </c:pt>
                <c:pt idx="27302">
                  <c:v>456.10039999999969</c:v>
                </c:pt>
                <c:pt idx="27303">
                  <c:v>468.01459999999969</c:v>
                </c:pt>
                <c:pt idx="27304">
                  <c:v>513.20749999999998</c:v>
                </c:pt>
                <c:pt idx="27305">
                  <c:v>537.42880000000002</c:v>
                </c:pt>
                <c:pt idx="27306">
                  <c:v>539.81970000000001</c:v>
                </c:pt>
                <c:pt idx="27307">
                  <c:v>534.77030000000082</c:v>
                </c:pt>
                <c:pt idx="27308">
                  <c:v>528.67860000000053</c:v>
                </c:pt>
                <c:pt idx="27309">
                  <c:v>523.15480000000002</c:v>
                </c:pt>
                <c:pt idx="27310">
                  <c:v>518.51139999999998</c:v>
                </c:pt>
                <c:pt idx="27311">
                  <c:v>523.46909999999946</c:v>
                </c:pt>
                <c:pt idx="27312">
                  <c:v>522.34089999999946</c:v>
                </c:pt>
                <c:pt idx="27313">
                  <c:v>515.48709999999949</c:v>
                </c:pt>
                <c:pt idx="27314">
                  <c:v>507.94529999999969</c:v>
                </c:pt>
                <c:pt idx="27315">
                  <c:v>501.39099999999968</c:v>
                </c:pt>
                <c:pt idx="27316">
                  <c:v>494.58269999999999</c:v>
                </c:pt>
                <c:pt idx="27317">
                  <c:v>487.84480000000048</c:v>
                </c:pt>
                <c:pt idx="27318">
                  <c:v>481.68560000000002</c:v>
                </c:pt>
                <c:pt idx="27319">
                  <c:v>479.02390000000003</c:v>
                </c:pt>
                <c:pt idx="27320">
                  <c:v>475.26009999999968</c:v>
                </c:pt>
                <c:pt idx="27321">
                  <c:v>462.63459999999969</c:v>
                </c:pt>
                <c:pt idx="27322">
                  <c:v>448.98919999999936</c:v>
                </c:pt>
                <c:pt idx="27323">
                  <c:v>437.92949999999968</c:v>
                </c:pt>
                <c:pt idx="27324">
                  <c:v>427.3057</c:v>
                </c:pt>
                <c:pt idx="27325">
                  <c:v>418.74020000000002</c:v>
                </c:pt>
                <c:pt idx="27326">
                  <c:v>418.81369999999993</c:v>
                </c:pt>
                <c:pt idx="27327">
                  <c:v>436.0204</c:v>
                </c:pt>
                <c:pt idx="27328">
                  <c:v>465.12029999999999</c:v>
                </c:pt>
                <c:pt idx="27329">
                  <c:v>488.94329999999968</c:v>
                </c:pt>
                <c:pt idx="27330">
                  <c:v>499.6617</c:v>
                </c:pt>
                <c:pt idx="27331">
                  <c:v>512.52559999999949</c:v>
                </c:pt>
                <c:pt idx="27332">
                  <c:v>561.05579999999998</c:v>
                </c:pt>
                <c:pt idx="27333">
                  <c:v>622.8011999999992</c:v>
                </c:pt>
                <c:pt idx="27334">
                  <c:v>663.40830000000005</c:v>
                </c:pt>
                <c:pt idx="27335">
                  <c:v>684.96539999999948</c:v>
                </c:pt>
                <c:pt idx="27336">
                  <c:v>705.70669999999996</c:v>
                </c:pt>
                <c:pt idx="27337">
                  <c:v>695.16179999999997</c:v>
                </c:pt>
                <c:pt idx="27338">
                  <c:v>658.36789999999905</c:v>
                </c:pt>
                <c:pt idx="27339">
                  <c:v>637.46639999999934</c:v>
                </c:pt>
                <c:pt idx="27340">
                  <c:v>628.87880000000052</c:v>
                </c:pt>
                <c:pt idx="27341">
                  <c:v>626.87429999999949</c:v>
                </c:pt>
                <c:pt idx="27342">
                  <c:v>618.53739999999948</c:v>
                </c:pt>
                <c:pt idx="27343">
                  <c:v>603.93870000000004</c:v>
                </c:pt>
                <c:pt idx="27344">
                  <c:v>590.94309999999996</c:v>
                </c:pt>
                <c:pt idx="27345">
                  <c:v>601.85469999999907</c:v>
                </c:pt>
                <c:pt idx="27346">
                  <c:v>635.93399999999997</c:v>
                </c:pt>
                <c:pt idx="27347">
                  <c:v>686.13099999999997</c:v>
                </c:pt>
                <c:pt idx="27348">
                  <c:v>753.14599999999996</c:v>
                </c:pt>
                <c:pt idx="27349">
                  <c:v>921.13749999999948</c:v>
                </c:pt>
                <c:pt idx="27350">
                  <c:v>1030.2080000000001</c:v>
                </c:pt>
                <c:pt idx="27351">
                  <c:v>1131.971</c:v>
                </c:pt>
                <c:pt idx="27352">
                  <c:v>1072.0929999999998</c:v>
                </c:pt>
                <c:pt idx="27353">
                  <c:v>987.72469999999998</c:v>
                </c:pt>
                <c:pt idx="27354">
                  <c:v>905.4683</c:v>
                </c:pt>
                <c:pt idx="27355">
                  <c:v>880.75850000000003</c:v>
                </c:pt>
                <c:pt idx="27356">
                  <c:v>899.02559999999949</c:v>
                </c:pt>
                <c:pt idx="27357">
                  <c:v>1000.453</c:v>
                </c:pt>
                <c:pt idx="27358">
                  <c:v>1095.8799999999999</c:v>
                </c:pt>
                <c:pt idx="27359">
                  <c:v>1070.299</c:v>
                </c:pt>
                <c:pt idx="27360">
                  <c:v>968.05759999999907</c:v>
                </c:pt>
                <c:pt idx="27361">
                  <c:v>916.19780000000003</c:v>
                </c:pt>
                <c:pt idx="27362">
                  <c:v>913.21500000000003</c:v>
                </c:pt>
                <c:pt idx="27363">
                  <c:v>935.29330000000095</c:v>
                </c:pt>
                <c:pt idx="27364">
                  <c:v>1049.6979999999999</c:v>
                </c:pt>
                <c:pt idx="27365">
                  <c:v>1431.5650000000001</c:v>
                </c:pt>
                <c:pt idx="27366">
                  <c:v>1682.575</c:v>
                </c:pt>
                <c:pt idx="27367">
                  <c:v>1604.8429999999998</c:v>
                </c:pt>
                <c:pt idx="27368">
                  <c:v>1281.1109999999999</c:v>
                </c:pt>
                <c:pt idx="27369">
                  <c:v>1073.6809999999998</c:v>
                </c:pt>
                <c:pt idx="27370">
                  <c:v>1006.2040000000005</c:v>
                </c:pt>
                <c:pt idx="27371">
                  <c:v>980.46189999999933</c:v>
                </c:pt>
                <c:pt idx="27372">
                  <c:v>948.23919999999998</c:v>
                </c:pt>
                <c:pt idx="27373">
                  <c:v>933.10149999999999</c:v>
                </c:pt>
                <c:pt idx="27374">
                  <c:v>915.51279999999997</c:v>
                </c:pt>
                <c:pt idx="27375">
                  <c:v>892.4778</c:v>
                </c:pt>
                <c:pt idx="27376">
                  <c:v>873.86649999999906</c:v>
                </c:pt>
                <c:pt idx="27377">
                  <c:v>868.80939999999998</c:v>
                </c:pt>
                <c:pt idx="27378">
                  <c:v>863.64619999999934</c:v>
                </c:pt>
                <c:pt idx="27379">
                  <c:v>853.45959999999934</c:v>
                </c:pt>
                <c:pt idx="27380">
                  <c:v>852.73739999999998</c:v>
                </c:pt>
                <c:pt idx="27381">
                  <c:v>866.38130000000001</c:v>
                </c:pt>
                <c:pt idx="27382">
                  <c:v>878.41859999999997</c:v>
                </c:pt>
                <c:pt idx="27383">
                  <c:v>862.94919999999934</c:v>
                </c:pt>
                <c:pt idx="27384">
                  <c:v>829.54779999999948</c:v>
                </c:pt>
                <c:pt idx="27385">
                  <c:v>810.09289999999999</c:v>
                </c:pt>
                <c:pt idx="27386">
                  <c:v>909.024</c:v>
                </c:pt>
                <c:pt idx="27387">
                  <c:v>929.76589999999999</c:v>
                </c:pt>
                <c:pt idx="27388">
                  <c:v>902.19259999999997</c:v>
                </c:pt>
                <c:pt idx="27389">
                  <c:v>837.02549999999997</c:v>
                </c:pt>
                <c:pt idx="27390">
                  <c:v>839.75719999999933</c:v>
                </c:pt>
                <c:pt idx="27391">
                  <c:v>824.11919999999998</c:v>
                </c:pt>
                <c:pt idx="27392">
                  <c:v>811.77140000000054</c:v>
                </c:pt>
                <c:pt idx="27393">
                  <c:v>792.44589999999948</c:v>
                </c:pt>
                <c:pt idx="27394">
                  <c:v>772.46779999999933</c:v>
                </c:pt>
                <c:pt idx="27395">
                  <c:v>758.10599999999999</c:v>
                </c:pt>
                <c:pt idx="27396">
                  <c:v>754.62350000000004</c:v>
                </c:pt>
                <c:pt idx="27397">
                  <c:v>751.63</c:v>
                </c:pt>
                <c:pt idx="27398">
                  <c:v>783.37080000000003</c:v>
                </c:pt>
                <c:pt idx="27399">
                  <c:v>872.54129999999907</c:v>
                </c:pt>
                <c:pt idx="27400">
                  <c:v>987.39609999999948</c:v>
                </c:pt>
                <c:pt idx="27401">
                  <c:v>1134.357</c:v>
                </c:pt>
                <c:pt idx="27402">
                  <c:v>1285.9449999999999</c:v>
                </c:pt>
                <c:pt idx="27403">
                  <c:v>1370.807</c:v>
                </c:pt>
                <c:pt idx="27404">
                  <c:v>1215.2329999999999</c:v>
                </c:pt>
                <c:pt idx="27405">
                  <c:v>954.56909999999948</c:v>
                </c:pt>
                <c:pt idx="27406">
                  <c:v>875.65549999999996</c:v>
                </c:pt>
                <c:pt idx="27407">
                  <c:v>964.90809999999999</c:v>
                </c:pt>
                <c:pt idx="27408">
                  <c:v>1051.6489999999999</c:v>
                </c:pt>
                <c:pt idx="27409">
                  <c:v>1063.1909999999998</c:v>
                </c:pt>
                <c:pt idx="27410">
                  <c:v>972.12350000000004</c:v>
                </c:pt>
                <c:pt idx="27411">
                  <c:v>913.5874</c:v>
                </c:pt>
                <c:pt idx="27412">
                  <c:v>921.10680000000002</c:v>
                </c:pt>
                <c:pt idx="27413">
                  <c:v>908.63480000000004</c:v>
                </c:pt>
                <c:pt idx="27414">
                  <c:v>857.43789999999933</c:v>
                </c:pt>
                <c:pt idx="27415">
                  <c:v>802.74350000000004</c:v>
                </c:pt>
                <c:pt idx="27416">
                  <c:v>765.64119999999946</c:v>
                </c:pt>
                <c:pt idx="27417">
                  <c:v>745.81079999999997</c:v>
                </c:pt>
                <c:pt idx="27418">
                  <c:v>737.82569999999919</c:v>
                </c:pt>
                <c:pt idx="27419">
                  <c:v>734.09340000000054</c:v>
                </c:pt>
                <c:pt idx="27420">
                  <c:v>736.72480000000053</c:v>
                </c:pt>
                <c:pt idx="27421">
                  <c:v>768.56489999999997</c:v>
                </c:pt>
                <c:pt idx="27422">
                  <c:v>900.91380000000004</c:v>
                </c:pt>
                <c:pt idx="27423">
                  <c:v>1265.761</c:v>
                </c:pt>
                <c:pt idx="27424">
                  <c:v>1780.9010000000001</c:v>
                </c:pt>
                <c:pt idx="27425">
                  <c:v>1811.9370000000001</c:v>
                </c:pt>
                <c:pt idx="27426">
                  <c:v>1297.9370000000001</c:v>
                </c:pt>
                <c:pt idx="27427">
                  <c:v>971.87459999999999</c:v>
                </c:pt>
                <c:pt idx="27428">
                  <c:v>935.36939999999947</c:v>
                </c:pt>
                <c:pt idx="27429">
                  <c:v>911.01430000000005</c:v>
                </c:pt>
                <c:pt idx="27430">
                  <c:v>865.30169999999919</c:v>
                </c:pt>
                <c:pt idx="27431">
                  <c:v>822.05840000000001</c:v>
                </c:pt>
                <c:pt idx="27432">
                  <c:v>791.01149999999996</c:v>
                </c:pt>
                <c:pt idx="27433">
                  <c:v>773.50350000000003</c:v>
                </c:pt>
                <c:pt idx="27434">
                  <c:v>758.33370000000002</c:v>
                </c:pt>
                <c:pt idx="27435">
                  <c:v>745.11630000000002</c:v>
                </c:pt>
                <c:pt idx="27436">
                  <c:v>733.07280000000003</c:v>
                </c:pt>
                <c:pt idx="27437">
                  <c:v>721.67150000000004</c:v>
                </c:pt>
                <c:pt idx="27438">
                  <c:v>710.52059999999949</c:v>
                </c:pt>
                <c:pt idx="27439">
                  <c:v>700.49749999999949</c:v>
                </c:pt>
                <c:pt idx="27440">
                  <c:v>690.88670000000002</c:v>
                </c:pt>
                <c:pt idx="27441">
                  <c:v>681.20340000000067</c:v>
                </c:pt>
                <c:pt idx="27442">
                  <c:v>671.89699999999948</c:v>
                </c:pt>
                <c:pt idx="27443">
                  <c:v>662.20640000000003</c:v>
                </c:pt>
                <c:pt idx="27444">
                  <c:v>651.41269999999906</c:v>
                </c:pt>
                <c:pt idx="27445">
                  <c:v>641.11310000000003</c:v>
                </c:pt>
                <c:pt idx="27446">
                  <c:v>631.65890000000002</c:v>
                </c:pt>
                <c:pt idx="27447">
                  <c:v>622.62189999999998</c:v>
                </c:pt>
                <c:pt idx="27448">
                  <c:v>615.00119999999947</c:v>
                </c:pt>
                <c:pt idx="27449">
                  <c:v>607.97130000000004</c:v>
                </c:pt>
                <c:pt idx="27450">
                  <c:v>599.11440000000005</c:v>
                </c:pt>
                <c:pt idx="27451">
                  <c:v>587.7903000000008</c:v>
                </c:pt>
                <c:pt idx="27452">
                  <c:v>576.64</c:v>
                </c:pt>
                <c:pt idx="27453">
                  <c:v>568.09929999999997</c:v>
                </c:pt>
                <c:pt idx="27454">
                  <c:v>563.09219999999948</c:v>
                </c:pt>
                <c:pt idx="27455">
                  <c:v>559.60130000000004</c:v>
                </c:pt>
                <c:pt idx="27456">
                  <c:v>557.13170000000002</c:v>
                </c:pt>
                <c:pt idx="27457">
                  <c:v>555.48770000000002</c:v>
                </c:pt>
                <c:pt idx="27458">
                  <c:v>555.20780000000002</c:v>
                </c:pt>
                <c:pt idx="27459">
                  <c:v>550.86069999999881</c:v>
                </c:pt>
                <c:pt idx="27460">
                  <c:v>543.98940000000005</c:v>
                </c:pt>
                <c:pt idx="27461">
                  <c:v>540.5865</c:v>
                </c:pt>
                <c:pt idx="27462">
                  <c:v>542.34639999999933</c:v>
                </c:pt>
                <c:pt idx="27463">
                  <c:v>538.11109999999996</c:v>
                </c:pt>
                <c:pt idx="27464">
                  <c:v>529.21619999999996</c:v>
                </c:pt>
                <c:pt idx="27465">
                  <c:v>520.54970000000003</c:v>
                </c:pt>
                <c:pt idx="27466">
                  <c:v>517.80970000000002</c:v>
                </c:pt>
                <c:pt idx="27467">
                  <c:v>526.0656999999992</c:v>
                </c:pt>
                <c:pt idx="27468">
                  <c:v>524.19380000000081</c:v>
                </c:pt>
                <c:pt idx="27469">
                  <c:v>524.09469999999999</c:v>
                </c:pt>
                <c:pt idx="27470">
                  <c:v>519.49630000000002</c:v>
                </c:pt>
                <c:pt idx="27471">
                  <c:v>512.00729999999919</c:v>
                </c:pt>
                <c:pt idx="27472">
                  <c:v>502.3347</c:v>
                </c:pt>
                <c:pt idx="27473">
                  <c:v>492.38290000000001</c:v>
                </c:pt>
                <c:pt idx="27474">
                  <c:v>638.40749999999946</c:v>
                </c:pt>
                <c:pt idx="27475">
                  <c:v>799.89850000000001</c:v>
                </c:pt>
                <c:pt idx="27476">
                  <c:v>907.51570000000004</c:v>
                </c:pt>
                <c:pt idx="27477">
                  <c:v>873.10950000000003</c:v>
                </c:pt>
                <c:pt idx="27478">
                  <c:v>808.28160000000003</c:v>
                </c:pt>
                <c:pt idx="27479">
                  <c:v>809.05789999999934</c:v>
                </c:pt>
                <c:pt idx="27480">
                  <c:v>1186.9929999999999</c:v>
                </c:pt>
                <c:pt idx="27481">
                  <c:v>2530.422</c:v>
                </c:pt>
                <c:pt idx="27482">
                  <c:v>4088.9459999999999</c:v>
                </c:pt>
                <c:pt idx="27483">
                  <c:v>3720.8320000000012</c:v>
                </c:pt>
                <c:pt idx="27484">
                  <c:v>2019.8789999999999</c:v>
                </c:pt>
                <c:pt idx="27485">
                  <c:v>1305.9390000000001</c:v>
                </c:pt>
                <c:pt idx="27486">
                  <c:v>1303.528</c:v>
                </c:pt>
                <c:pt idx="27487">
                  <c:v>1141.0629999999999</c:v>
                </c:pt>
                <c:pt idx="27488">
                  <c:v>1106.8919999999998</c:v>
                </c:pt>
                <c:pt idx="27489">
                  <c:v>1114.6859999999999</c:v>
                </c:pt>
                <c:pt idx="27490">
                  <c:v>1075.92</c:v>
                </c:pt>
                <c:pt idx="27491">
                  <c:v>1037.24</c:v>
                </c:pt>
                <c:pt idx="27492">
                  <c:v>990.72929999999997</c:v>
                </c:pt>
                <c:pt idx="27493">
                  <c:v>946.19510000000002</c:v>
                </c:pt>
                <c:pt idx="27494">
                  <c:v>904.03749999999934</c:v>
                </c:pt>
                <c:pt idx="27495">
                  <c:v>880.96729999999877</c:v>
                </c:pt>
                <c:pt idx="27496">
                  <c:v>869.83779999999933</c:v>
                </c:pt>
                <c:pt idx="27497">
                  <c:v>856.20669999999996</c:v>
                </c:pt>
                <c:pt idx="27498">
                  <c:v>834.65699999999947</c:v>
                </c:pt>
                <c:pt idx="27499">
                  <c:v>802.58730000000003</c:v>
                </c:pt>
                <c:pt idx="27500">
                  <c:v>778.62739999999997</c:v>
                </c:pt>
                <c:pt idx="27501">
                  <c:v>759.7509</c:v>
                </c:pt>
                <c:pt idx="27502">
                  <c:v>738.09190000000001</c:v>
                </c:pt>
                <c:pt idx="27503">
                  <c:v>726.93579999999997</c:v>
                </c:pt>
                <c:pt idx="27504">
                  <c:v>760.91109999999946</c:v>
                </c:pt>
                <c:pt idx="27505">
                  <c:v>800.8618999999992</c:v>
                </c:pt>
                <c:pt idx="27506">
                  <c:v>737.428</c:v>
                </c:pt>
                <c:pt idx="27507">
                  <c:v>694.10289999999998</c:v>
                </c:pt>
                <c:pt idx="27508">
                  <c:v>661.33979999999997</c:v>
                </c:pt>
                <c:pt idx="27509">
                  <c:v>637.62390000000005</c:v>
                </c:pt>
                <c:pt idx="27510">
                  <c:v>621.09749999999997</c:v>
                </c:pt>
                <c:pt idx="27511">
                  <c:v>615.29100000000005</c:v>
                </c:pt>
                <c:pt idx="27512">
                  <c:v>603.03159999999946</c:v>
                </c:pt>
                <c:pt idx="27513">
                  <c:v>592.15229999999906</c:v>
                </c:pt>
                <c:pt idx="27514">
                  <c:v>593.69650000000001</c:v>
                </c:pt>
                <c:pt idx="27515">
                  <c:v>612.63019999999949</c:v>
                </c:pt>
                <c:pt idx="27516">
                  <c:v>619.78930000000082</c:v>
                </c:pt>
                <c:pt idx="27517">
                  <c:v>615.86339999999996</c:v>
                </c:pt>
                <c:pt idx="27518">
                  <c:v>632.55959999999948</c:v>
                </c:pt>
                <c:pt idx="27519">
                  <c:v>689.8426999999989</c:v>
                </c:pt>
                <c:pt idx="27520">
                  <c:v>735.53559999999948</c:v>
                </c:pt>
                <c:pt idx="27521">
                  <c:v>700.43899999999996</c:v>
                </c:pt>
                <c:pt idx="27522">
                  <c:v>630.12009999999998</c:v>
                </c:pt>
                <c:pt idx="27523">
                  <c:v>610.37709999999947</c:v>
                </c:pt>
                <c:pt idx="27524">
                  <c:v>627.08109999999999</c:v>
                </c:pt>
                <c:pt idx="27525">
                  <c:v>629.80340000000001</c:v>
                </c:pt>
                <c:pt idx="27526">
                  <c:v>609.27059999999994</c:v>
                </c:pt>
                <c:pt idx="27527">
                  <c:v>574.48209999999949</c:v>
                </c:pt>
                <c:pt idx="27528">
                  <c:v>560.16489999999999</c:v>
                </c:pt>
                <c:pt idx="27529">
                  <c:v>558.65459999999996</c:v>
                </c:pt>
                <c:pt idx="27530">
                  <c:v>554.65249999999946</c:v>
                </c:pt>
                <c:pt idx="27531">
                  <c:v>568.97739999999999</c:v>
                </c:pt>
                <c:pt idx="27532">
                  <c:v>579.76329999999996</c:v>
                </c:pt>
                <c:pt idx="27533">
                  <c:v>568.82059999999933</c:v>
                </c:pt>
                <c:pt idx="27534">
                  <c:v>538.18880000000081</c:v>
                </c:pt>
                <c:pt idx="27535">
                  <c:v>511.7029</c:v>
                </c:pt>
                <c:pt idx="27536">
                  <c:v>508.47579999999954</c:v>
                </c:pt>
                <c:pt idx="27537">
                  <c:v>513.17180000000053</c:v>
                </c:pt>
                <c:pt idx="27538">
                  <c:v>518.5258</c:v>
                </c:pt>
                <c:pt idx="27539">
                  <c:v>527.15300000000002</c:v>
                </c:pt>
                <c:pt idx="27540">
                  <c:v>531.47069999999997</c:v>
                </c:pt>
                <c:pt idx="27541">
                  <c:v>527.92330000000004</c:v>
                </c:pt>
                <c:pt idx="27542">
                  <c:v>549.4348</c:v>
                </c:pt>
                <c:pt idx="27543">
                  <c:v>578.61800000000005</c:v>
                </c:pt>
                <c:pt idx="27544">
                  <c:v>588.15229999999906</c:v>
                </c:pt>
                <c:pt idx="27545">
                  <c:v>588.52009999999996</c:v>
                </c:pt>
                <c:pt idx="27546">
                  <c:v>585.32189999999946</c:v>
                </c:pt>
                <c:pt idx="27547">
                  <c:v>547.28410000000054</c:v>
                </c:pt>
                <c:pt idx="27548">
                  <c:v>506.75349999999969</c:v>
                </c:pt>
                <c:pt idx="27549">
                  <c:v>466.57100000000003</c:v>
                </c:pt>
                <c:pt idx="27550">
                  <c:v>441.39060000000001</c:v>
                </c:pt>
                <c:pt idx="27551">
                  <c:v>426.48739999999935</c:v>
                </c:pt>
                <c:pt idx="27552">
                  <c:v>417.7902999999996</c:v>
                </c:pt>
                <c:pt idx="27553">
                  <c:v>411.81740000000002</c:v>
                </c:pt>
                <c:pt idx="27554">
                  <c:v>405.48019999999946</c:v>
                </c:pt>
                <c:pt idx="27555">
                  <c:v>400.96349999999961</c:v>
                </c:pt>
                <c:pt idx="27556">
                  <c:v>409.24109999999968</c:v>
                </c:pt>
                <c:pt idx="27557">
                  <c:v>437.83089999999999</c:v>
                </c:pt>
                <c:pt idx="27558">
                  <c:v>489.82929999999999</c:v>
                </c:pt>
                <c:pt idx="27559">
                  <c:v>553.02350000000001</c:v>
                </c:pt>
                <c:pt idx="27560">
                  <c:v>606.75519999999949</c:v>
                </c:pt>
                <c:pt idx="27561">
                  <c:v>603.61980000000005</c:v>
                </c:pt>
                <c:pt idx="27562">
                  <c:v>542.27780000000052</c:v>
                </c:pt>
                <c:pt idx="27563">
                  <c:v>511.99669999999935</c:v>
                </c:pt>
                <c:pt idx="27564">
                  <c:v>497.666</c:v>
                </c:pt>
                <c:pt idx="27565">
                  <c:v>520.8654999999992</c:v>
                </c:pt>
                <c:pt idx="27566">
                  <c:v>742.2894000000008</c:v>
                </c:pt>
                <c:pt idx="27567">
                  <c:v>1113.777</c:v>
                </c:pt>
                <c:pt idx="27568">
                  <c:v>1152.3050000000001</c:v>
                </c:pt>
                <c:pt idx="27569">
                  <c:v>826.16959999999949</c:v>
                </c:pt>
                <c:pt idx="27570">
                  <c:v>644.52369999999996</c:v>
                </c:pt>
                <c:pt idx="27571">
                  <c:v>609.54899999999998</c:v>
                </c:pt>
                <c:pt idx="27572">
                  <c:v>541.22490000000005</c:v>
                </c:pt>
                <c:pt idx="27573">
                  <c:v>499.0849</c:v>
                </c:pt>
                <c:pt idx="27574">
                  <c:v>470.55029999999999</c:v>
                </c:pt>
                <c:pt idx="27575">
                  <c:v>442.23169999999953</c:v>
                </c:pt>
                <c:pt idx="27576">
                  <c:v>407.70569999999969</c:v>
                </c:pt>
                <c:pt idx="27577">
                  <c:v>372.02499999999969</c:v>
                </c:pt>
                <c:pt idx="27578">
                  <c:v>349.26400000000001</c:v>
                </c:pt>
                <c:pt idx="27579">
                  <c:v>335.9580999999996</c:v>
                </c:pt>
                <c:pt idx="27580">
                  <c:v>325.64929999999998</c:v>
                </c:pt>
                <c:pt idx="27581">
                  <c:v>312.44920000000002</c:v>
                </c:pt>
                <c:pt idx="27582">
                  <c:v>301.2200999999996</c:v>
                </c:pt>
                <c:pt idx="27583">
                  <c:v>289.2244</c:v>
                </c:pt>
                <c:pt idx="27584">
                  <c:v>279.74740000000008</c:v>
                </c:pt>
                <c:pt idx="27585">
                  <c:v>279.01389999999969</c:v>
                </c:pt>
                <c:pt idx="27586">
                  <c:v>282.70249999999999</c:v>
                </c:pt>
                <c:pt idx="27587">
                  <c:v>273.4854999999996</c:v>
                </c:pt>
                <c:pt idx="27588">
                  <c:v>267.93689999999935</c:v>
                </c:pt>
                <c:pt idx="27589">
                  <c:v>262.48659999999938</c:v>
                </c:pt>
                <c:pt idx="27590">
                  <c:v>257.89529999999968</c:v>
                </c:pt>
                <c:pt idx="27591">
                  <c:v>256.41980000000001</c:v>
                </c:pt>
                <c:pt idx="27592">
                  <c:v>254.71709999999999</c:v>
                </c:pt>
                <c:pt idx="27593">
                  <c:v>251.91130000000001</c:v>
                </c:pt>
                <c:pt idx="27594">
                  <c:v>249.33850000000001</c:v>
                </c:pt>
                <c:pt idx="27595">
                  <c:v>249.59800000000001</c:v>
                </c:pt>
                <c:pt idx="27596">
                  <c:v>249.42710000000017</c:v>
                </c:pt>
                <c:pt idx="27597">
                  <c:v>243.91200000000001</c:v>
                </c:pt>
                <c:pt idx="27598">
                  <c:v>241.0866</c:v>
                </c:pt>
                <c:pt idx="27599">
                  <c:v>240.94810000000001</c:v>
                </c:pt>
                <c:pt idx="27600">
                  <c:v>236.89530000000016</c:v>
                </c:pt>
                <c:pt idx="27601">
                  <c:v>232.13800000000001</c:v>
                </c:pt>
                <c:pt idx="27602">
                  <c:v>229.29</c:v>
                </c:pt>
                <c:pt idx="27603">
                  <c:v>227.28210000000001</c:v>
                </c:pt>
                <c:pt idx="27604">
                  <c:v>227.41919999999999</c:v>
                </c:pt>
                <c:pt idx="27605">
                  <c:v>226.874</c:v>
                </c:pt>
                <c:pt idx="27606">
                  <c:v>245.94759999999999</c:v>
                </c:pt>
                <c:pt idx="27607">
                  <c:v>237.57050000000001</c:v>
                </c:pt>
                <c:pt idx="27608">
                  <c:v>241.15210000000016</c:v>
                </c:pt>
                <c:pt idx="27609">
                  <c:v>240.99830000000017</c:v>
                </c:pt>
                <c:pt idx="27610">
                  <c:v>242.51140000000001</c:v>
                </c:pt>
                <c:pt idx="27611">
                  <c:v>249.50200000000001</c:v>
                </c:pt>
                <c:pt idx="27612">
                  <c:v>252.2354</c:v>
                </c:pt>
                <c:pt idx="27613">
                  <c:v>247.6062</c:v>
                </c:pt>
                <c:pt idx="27614">
                  <c:v>244.07669999999999</c:v>
                </c:pt>
                <c:pt idx="27615">
                  <c:v>243.63339999999999</c:v>
                </c:pt>
                <c:pt idx="27616">
                  <c:v>242.52640000000017</c:v>
                </c:pt>
                <c:pt idx="27617">
                  <c:v>239.49969999999999</c:v>
                </c:pt>
                <c:pt idx="27618">
                  <c:v>241.0951</c:v>
                </c:pt>
                <c:pt idx="27619">
                  <c:v>243.91919999999999</c:v>
                </c:pt>
                <c:pt idx="27620">
                  <c:v>249.71189999999999</c:v>
                </c:pt>
                <c:pt idx="27621">
                  <c:v>259.08640000000003</c:v>
                </c:pt>
                <c:pt idx="27622">
                  <c:v>273.50400000000002</c:v>
                </c:pt>
                <c:pt idx="27623">
                  <c:v>289.82279999999969</c:v>
                </c:pt>
                <c:pt idx="27624">
                  <c:v>294.0847</c:v>
                </c:pt>
                <c:pt idx="27625">
                  <c:v>295.88409999999999</c:v>
                </c:pt>
                <c:pt idx="27626">
                  <c:v>298.60820000000001</c:v>
                </c:pt>
                <c:pt idx="27627">
                  <c:v>289.6909</c:v>
                </c:pt>
                <c:pt idx="27628">
                  <c:v>285.12380000000002</c:v>
                </c:pt>
                <c:pt idx="27629">
                  <c:v>281.03699999999935</c:v>
                </c:pt>
                <c:pt idx="27630">
                  <c:v>283.99199999999939</c:v>
                </c:pt>
                <c:pt idx="27631">
                  <c:v>295.24599999999964</c:v>
                </c:pt>
                <c:pt idx="27632">
                  <c:v>299.51119999999935</c:v>
                </c:pt>
                <c:pt idx="27633">
                  <c:v>305.85590000000002</c:v>
                </c:pt>
                <c:pt idx="27634">
                  <c:v>307.28069999999968</c:v>
                </c:pt>
                <c:pt idx="27635">
                  <c:v>296.6508000000004</c:v>
                </c:pt>
                <c:pt idx="27636">
                  <c:v>296.97129999999953</c:v>
                </c:pt>
                <c:pt idx="27637">
                  <c:v>305.56079999999969</c:v>
                </c:pt>
                <c:pt idx="27638">
                  <c:v>283.2516</c:v>
                </c:pt>
                <c:pt idx="27639">
                  <c:v>280.30919999999969</c:v>
                </c:pt>
                <c:pt idx="27640">
                  <c:v>280.82560000000001</c:v>
                </c:pt>
                <c:pt idx="27641">
                  <c:v>287.92539999999946</c:v>
                </c:pt>
                <c:pt idx="27642">
                  <c:v>294.20549999999969</c:v>
                </c:pt>
                <c:pt idx="27643">
                  <c:v>299.80220000000008</c:v>
                </c:pt>
                <c:pt idx="27644">
                  <c:v>304.5643</c:v>
                </c:pt>
                <c:pt idx="27645">
                  <c:v>300.98999999999961</c:v>
                </c:pt>
                <c:pt idx="27646">
                  <c:v>302.07769999999999</c:v>
                </c:pt>
                <c:pt idx="27647">
                  <c:v>303.55549999999999</c:v>
                </c:pt>
                <c:pt idx="27648">
                  <c:v>300.76949999999999</c:v>
                </c:pt>
                <c:pt idx="27649">
                  <c:v>299.31720000000001</c:v>
                </c:pt>
                <c:pt idx="27650">
                  <c:v>297.166</c:v>
                </c:pt>
                <c:pt idx="27651">
                  <c:v>294.85090000000002</c:v>
                </c:pt>
                <c:pt idx="27652">
                  <c:v>291.81139999999954</c:v>
                </c:pt>
                <c:pt idx="27653">
                  <c:v>295.07979999999969</c:v>
                </c:pt>
                <c:pt idx="27654">
                  <c:v>295.77799999999968</c:v>
                </c:pt>
                <c:pt idx="27655">
                  <c:v>292.10490000000033</c:v>
                </c:pt>
                <c:pt idx="27656">
                  <c:v>289.89109999999954</c:v>
                </c:pt>
                <c:pt idx="27657">
                  <c:v>290.78089999999969</c:v>
                </c:pt>
                <c:pt idx="27658">
                  <c:v>320.84699999999964</c:v>
                </c:pt>
                <c:pt idx="27659">
                  <c:v>526.99990000000003</c:v>
                </c:pt>
                <c:pt idx="27660">
                  <c:v>1171.5739999999998</c:v>
                </c:pt>
                <c:pt idx="27661">
                  <c:v>2041.2950000000001</c:v>
                </c:pt>
                <c:pt idx="27662">
                  <c:v>2367.7809999999972</c:v>
                </c:pt>
                <c:pt idx="27663">
                  <c:v>1920.7439999999999</c:v>
                </c:pt>
                <c:pt idx="27664">
                  <c:v>1569.028</c:v>
                </c:pt>
                <c:pt idx="27665">
                  <c:v>1814.86</c:v>
                </c:pt>
                <c:pt idx="27666">
                  <c:v>2160.13</c:v>
                </c:pt>
                <c:pt idx="27667">
                  <c:v>2301.4050000000002</c:v>
                </c:pt>
                <c:pt idx="27668">
                  <c:v>2146.7539999999999</c:v>
                </c:pt>
                <c:pt idx="27669">
                  <c:v>1818.481</c:v>
                </c:pt>
                <c:pt idx="27670">
                  <c:v>1443.0450000000001</c:v>
                </c:pt>
                <c:pt idx="27671">
                  <c:v>1360.9849999999999</c:v>
                </c:pt>
                <c:pt idx="27672">
                  <c:v>1687.1579999999999</c:v>
                </c:pt>
                <c:pt idx="27673">
                  <c:v>2525.3409999999999</c:v>
                </c:pt>
                <c:pt idx="27674">
                  <c:v>3091.4079999999999</c:v>
                </c:pt>
                <c:pt idx="27675">
                  <c:v>2976.2419999999997</c:v>
                </c:pt>
                <c:pt idx="27676">
                  <c:v>2727.9369999999999</c:v>
                </c:pt>
                <c:pt idx="27677">
                  <c:v>2738.5729999999999</c:v>
                </c:pt>
                <c:pt idx="27678">
                  <c:v>2626.4270000000001</c:v>
                </c:pt>
                <c:pt idx="27679">
                  <c:v>2705.0540000000001</c:v>
                </c:pt>
                <c:pt idx="27680">
                  <c:v>3129.1959999999999</c:v>
                </c:pt>
                <c:pt idx="27681">
                  <c:v>4146.8500000000004</c:v>
                </c:pt>
                <c:pt idx="27682">
                  <c:v>4927.3120000000044</c:v>
                </c:pt>
                <c:pt idx="27683">
                  <c:v>4213.6150000000034</c:v>
                </c:pt>
                <c:pt idx="27684">
                  <c:v>2937.61</c:v>
                </c:pt>
                <c:pt idx="27685">
                  <c:v>3529.0879999999997</c:v>
                </c:pt>
                <c:pt idx="27686">
                  <c:v>4809.38</c:v>
                </c:pt>
                <c:pt idx="27687">
                  <c:v>4591.7270000000017</c:v>
                </c:pt>
                <c:pt idx="27688">
                  <c:v>3505.4490000000001</c:v>
                </c:pt>
                <c:pt idx="27689">
                  <c:v>2619.6509999999998</c:v>
                </c:pt>
                <c:pt idx="27690">
                  <c:v>2359.0360000000001</c:v>
                </c:pt>
                <c:pt idx="27691">
                  <c:v>2257.2719999999999</c:v>
                </c:pt>
                <c:pt idx="27692">
                  <c:v>2089.806</c:v>
                </c:pt>
                <c:pt idx="27693">
                  <c:v>1963.8050000000001</c:v>
                </c:pt>
                <c:pt idx="27694">
                  <c:v>2043.9080000000001</c:v>
                </c:pt>
                <c:pt idx="27695">
                  <c:v>2004.9570000000001</c:v>
                </c:pt>
                <c:pt idx="27696">
                  <c:v>1870.4470000000001</c:v>
                </c:pt>
                <c:pt idx="27697">
                  <c:v>1715.9770000000001</c:v>
                </c:pt>
                <c:pt idx="27698">
                  <c:v>1638.077</c:v>
                </c:pt>
                <c:pt idx="27699">
                  <c:v>1986.5170000000001</c:v>
                </c:pt>
                <c:pt idx="27700">
                  <c:v>2951.7289999999966</c:v>
                </c:pt>
                <c:pt idx="27701">
                  <c:v>3135.0549999999998</c:v>
                </c:pt>
                <c:pt idx="27702">
                  <c:v>2589.107</c:v>
                </c:pt>
                <c:pt idx="27703">
                  <c:v>2056.2669999999966</c:v>
                </c:pt>
                <c:pt idx="27704">
                  <c:v>1965.9939999999999</c:v>
                </c:pt>
                <c:pt idx="27705">
                  <c:v>5382.77</c:v>
                </c:pt>
                <c:pt idx="27706">
                  <c:v>0</c:v>
                </c:pt>
                <c:pt idx="27707">
                  <c:v>0</c:v>
                </c:pt>
                <c:pt idx="27708">
                  <c:v>0</c:v>
                </c:pt>
                <c:pt idx="27709">
                  <c:v>5192.3220000000056</c:v>
                </c:pt>
                <c:pt idx="27710">
                  <c:v>3801.8500000000022</c:v>
                </c:pt>
                <c:pt idx="27711">
                  <c:v>3576.9969999999998</c:v>
                </c:pt>
                <c:pt idx="27712">
                  <c:v>2788.556</c:v>
                </c:pt>
                <c:pt idx="27713">
                  <c:v>2575.7429999999972</c:v>
                </c:pt>
                <c:pt idx="27714">
                  <c:v>2376.0929999999998</c:v>
                </c:pt>
                <c:pt idx="27715">
                  <c:v>2157.8870000000002</c:v>
                </c:pt>
                <c:pt idx="27716">
                  <c:v>2030.0639999999999</c:v>
                </c:pt>
                <c:pt idx="27717">
                  <c:v>1921.221</c:v>
                </c:pt>
                <c:pt idx="27718">
                  <c:v>2366.5569999999998</c:v>
                </c:pt>
                <c:pt idx="27719">
                  <c:v>3004.8249999999998</c:v>
                </c:pt>
                <c:pt idx="27720">
                  <c:v>3143.056</c:v>
                </c:pt>
                <c:pt idx="27721">
                  <c:v>2454.04</c:v>
                </c:pt>
                <c:pt idx="27722">
                  <c:v>1937.556</c:v>
                </c:pt>
                <c:pt idx="27723">
                  <c:v>1839.0519999999999</c:v>
                </c:pt>
                <c:pt idx="27724">
                  <c:v>1733.4570000000001</c:v>
                </c:pt>
                <c:pt idx="27725">
                  <c:v>1656.81</c:v>
                </c:pt>
                <c:pt idx="27726">
                  <c:v>1628.7729999999999</c:v>
                </c:pt>
                <c:pt idx="27727">
                  <c:v>1563.1469999999999</c:v>
                </c:pt>
                <c:pt idx="27728">
                  <c:v>1464.346</c:v>
                </c:pt>
                <c:pt idx="27729">
                  <c:v>1394.8789999999999</c:v>
                </c:pt>
                <c:pt idx="27730">
                  <c:v>1342.4870000000001</c:v>
                </c:pt>
                <c:pt idx="27731">
                  <c:v>1299.7950000000001</c:v>
                </c:pt>
                <c:pt idx="27732">
                  <c:v>1261.5419999999999</c:v>
                </c:pt>
                <c:pt idx="27733">
                  <c:v>1229.4949999999999</c:v>
                </c:pt>
                <c:pt idx="27734">
                  <c:v>1201.9270000000001</c:v>
                </c:pt>
                <c:pt idx="27735">
                  <c:v>1238.0809999999999</c:v>
                </c:pt>
                <c:pt idx="27736">
                  <c:v>1360.768</c:v>
                </c:pt>
                <c:pt idx="27737">
                  <c:v>1412.269</c:v>
                </c:pt>
                <c:pt idx="27738">
                  <c:v>1281.99</c:v>
                </c:pt>
                <c:pt idx="27739">
                  <c:v>1192.2049999999999</c:v>
                </c:pt>
                <c:pt idx="27740">
                  <c:v>1146.105</c:v>
                </c:pt>
                <c:pt idx="27741">
                  <c:v>1125.8739999999998</c:v>
                </c:pt>
                <c:pt idx="27742">
                  <c:v>1108.6679999999999</c:v>
                </c:pt>
                <c:pt idx="27743">
                  <c:v>1091.473</c:v>
                </c:pt>
                <c:pt idx="27744">
                  <c:v>1073.1669999999999</c:v>
                </c:pt>
                <c:pt idx="27745">
                  <c:v>1056.1789999999999</c:v>
                </c:pt>
                <c:pt idx="27746">
                  <c:v>1036.806</c:v>
                </c:pt>
                <c:pt idx="27747">
                  <c:v>1022.636</c:v>
                </c:pt>
                <c:pt idx="27748">
                  <c:v>1012.409</c:v>
                </c:pt>
                <c:pt idx="27749">
                  <c:v>1003.4309999999994</c:v>
                </c:pt>
                <c:pt idx="27750">
                  <c:v>992.82619999999906</c:v>
                </c:pt>
                <c:pt idx="27751">
                  <c:v>983.77040000000068</c:v>
                </c:pt>
                <c:pt idx="27752">
                  <c:v>967.38440000000003</c:v>
                </c:pt>
                <c:pt idx="27753">
                  <c:v>975.86109999999906</c:v>
                </c:pt>
                <c:pt idx="27754">
                  <c:v>1073.326</c:v>
                </c:pt>
                <c:pt idx="27755">
                  <c:v>1150.5889999999999</c:v>
                </c:pt>
                <c:pt idx="27756">
                  <c:v>1110.0060000000001</c:v>
                </c:pt>
                <c:pt idx="27757">
                  <c:v>1042.452</c:v>
                </c:pt>
                <c:pt idx="27758">
                  <c:v>1029.6129999999998</c:v>
                </c:pt>
                <c:pt idx="27759">
                  <c:v>995.5231</c:v>
                </c:pt>
                <c:pt idx="27760">
                  <c:v>970.29169999999999</c:v>
                </c:pt>
                <c:pt idx="27761">
                  <c:v>1040.7260000000001</c:v>
                </c:pt>
                <c:pt idx="27762">
                  <c:v>1088.9060000000011</c:v>
                </c:pt>
                <c:pt idx="27763">
                  <c:v>1042.47</c:v>
                </c:pt>
                <c:pt idx="27764">
                  <c:v>998.45129999999892</c:v>
                </c:pt>
                <c:pt idx="27765">
                  <c:v>968.60850000000005</c:v>
                </c:pt>
                <c:pt idx="27766">
                  <c:v>929.8645999999992</c:v>
                </c:pt>
                <c:pt idx="27767">
                  <c:v>892.93259999999907</c:v>
                </c:pt>
                <c:pt idx="27768">
                  <c:v>870.70090000000005</c:v>
                </c:pt>
                <c:pt idx="27769">
                  <c:v>889.3963</c:v>
                </c:pt>
                <c:pt idx="27770">
                  <c:v>996.74069999999949</c:v>
                </c:pt>
                <c:pt idx="27771">
                  <c:v>1171.998</c:v>
                </c:pt>
                <c:pt idx="27772">
                  <c:v>1565.7529999999999</c:v>
                </c:pt>
                <c:pt idx="27773">
                  <c:v>2153.616</c:v>
                </c:pt>
                <c:pt idx="27774">
                  <c:v>2420.5050000000001</c:v>
                </c:pt>
                <c:pt idx="27775">
                  <c:v>2150.4050000000002</c:v>
                </c:pt>
                <c:pt idx="27776">
                  <c:v>1508.2470000000001</c:v>
                </c:pt>
                <c:pt idx="27777">
                  <c:v>1144.9829999999999</c:v>
                </c:pt>
                <c:pt idx="27778">
                  <c:v>1049.8739999999998</c:v>
                </c:pt>
                <c:pt idx="27779">
                  <c:v>978.70759999999996</c:v>
                </c:pt>
                <c:pt idx="27780">
                  <c:v>932.96409999999946</c:v>
                </c:pt>
                <c:pt idx="27781">
                  <c:v>915.69200000000001</c:v>
                </c:pt>
                <c:pt idx="27782">
                  <c:v>920.67900000000054</c:v>
                </c:pt>
                <c:pt idx="27783">
                  <c:v>975.13219999999933</c:v>
                </c:pt>
                <c:pt idx="27784">
                  <c:v>1121.8139999999999</c:v>
                </c:pt>
                <c:pt idx="27785">
                  <c:v>1092.317</c:v>
                </c:pt>
                <c:pt idx="27786">
                  <c:v>1002.631</c:v>
                </c:pt>
                <c:pt idx="27787">
                  <c:v>952.33309999999949</c:v>
                </c:pt>
                <c:pt idx="27788">
                  <c:v>949.43739999999946</c:v>
                </c:pt>
                <c:pt idx="27789">
                  <c:v>923.77140000000054</c:v>
                </c:pt>
                <c:pt idx="27790">
                  <c:v>880.86919999999907</c:v>
                </c:pt>
                <c:pt idx="27791">
                  <c:v>841.58820000000003</c:v>
                </c:pt>
                <c:pt idx="27792">
                  <c:v>815.48680000000002</c:v>
                </c:pt>
                <c:pt idx="27793">
                  <c:v>794.20950000000005</c:v>
                </c:pt>
                <c:pt idx="27794">
                  <c:v>899.63549999999998</c:v>
                </c:pt>
                <c:pt idx="27795">
                  <c:v>1114.3419999999999</c:v>
                </c:pt>
                <c:pt idx="27796">
                  <c:v>1212.557</c:v>
                </c:pt>
                <c:pt idx="27797">
                  <c:v>1184.527</c:v>
                </c:pt>
                <c:pt idx="27798">
                  <c:v>1022.8119999999993</c:v>
                </c:pt>
                <c:pt idx="27799">
                  <c:v>877.32889999999998</c:v>
                </c:pt>
                <c:pt idx="27800">
                  <c:v>816.94319999999948</c:v>
                </c:pt>
                <c:pt idx="27801">
                  <c:v>787.68080000000054</c:v>
                </c:pt>
                <c:pt idx="27802">
                  <c:v>764.65119999999933</c:v>
                </c:pt>
                <c:pt idx="27803">
                  <c:v>747.88729999999907</c:v>
                </c:pt>
                <c:pt idx="27804">
                  <c:v>730.13</c:v>
                </c:pt>
                <c:pt idx="27805">
                  <c:v>712.1893000000008</c:v>
                </c:pt>
                <c:pt idx="27806">
                  <c:v>703.77390000000082</c:v>
                </c:pt>
                <c:pt idx="27807">
                  <c:v>745.33009999999933</c:v>
                </c:pt>
                <c:pt idx="27808">
                  <c:v>817.03779999999949</c:v>
                </c:pt>
                <c:pt idx="27809">
                  <c:v>839.20910000000003</c:v>
                </c:pt>
                <c:pt idx="27810">
                  <c:v>780.74259999999947</c:v>
                </c:pt>
                <c:pt idx="27811">
                  <c:v>726.10719999999947</c:v>
                </c:pt>
                <c:pt idx="27812">
                  <c:v>692.3107</c:v>
                </c:pt>
                <c:pt idx="27813">
                  <c:v>671.73590000000002</c:v>
                </c:pt>
                <c:pt idx="27814">
                  <c:v>657.47429999999997</c:v>
                </c:pt>
                <c:pt idx="27815">
                  <c:v>642.93519999999921</c:v>
                </c:pt>
                <c:pt idx="27816">
                  <c:v>632.07730000000004</c:v>
                </c:pt>
                <c:pt idx="27817">
                  <c:v>624.93189999999947</c:v>
                </c:pt>
                <c:pt idx="27818">
                  <c:v>661.76890000000003</c:v>
                </c:pt>
                <c:pt idx="27819">
                  <c:v>745.69370000000094</c:v>
                </c:pt>
                <c:pt idx="27820">
                  <c:v>774.90920000000006</c:v>
                </c:pt>
                <c:pt idx="27821">
                  <c:v>719.26639999999998</c:v>
                </c:pt>
                <c:pt idx="27822">
                  <c:v>667.12509999999997</c:v>
                </c:pt>
                <c:pt idx="27823">
                  <c:v>648.2767000000008</c:v>
                </c:pt>
                <c:pt idx="27824">
                  <c:v>665.30539999999996</c:v>
                </c:pt>
                <c:pt idx="27825">
                  <c:v>728.65589999999997</c:v>
                </c:pt>
                <c:pt idx="27826">
                  <c:v>705.77170000000081</c:v>
                </c:pt>
                <c:pt idx="27827">
                  <c:v>943.85139999999933</c:v>
                </c:pt>
                <c:pt idx="27828">
                  <c:v>1055.6609999999998</c:v>
                </c:pt>
                <c:pt idx="27829">
                  <c:v>909.45899999999949</c:v>
                </c:pt>
                <c:pt idx="27830">
                  <c:v>811.61380000000054</c:v>
                </c:pt>
                <c:pt idx="27831">
                  <c:v>721.53300000000002</c:v>
                </c:pt>
                <c:pt idx="27832">
                  <c:v>663.43599999999947</c:v>
                </c:pt>
                <c:pt idx="27833">
                  <c:v>631.51679999999999</c:v>
                </c:pt>
                <c:pt idx="27834">
                  <c:v>615.8971999999992</c:v>
                </c:pt>
                <c:pt idx="27835">
                  <c:v>605.59550000000002</c:v>
                </c:pt>
                <c:pt idx="27836">
                  <c:v>693.20890000000054</c:v>
                </c:pt>
                <c:pt idx="27837">
                  <c:v>1216.8499999999999</c:v>
                </c:pt>
                <c:pt idx="27838">
                  <c:v>2146.384</c:v>
                </c:pt>
                <c:pt idx="27839">
                  <c:v>2588.154</c:v>
                </c:pt>
                <c:pt idx="27840">
                  <c:v>1910.5819999999999</c:v>
                </c:pt>
                <c:pt idx="27841">
                  <c:v>1428.914</c:v>
                </c:pt>
                <c:pt idx="27842">
                  <c:v>1533.4180000000001</c:v>
                </c:pt>
                <c:pt idx="27843">
                  <c:v>1319.1789999999999</c:v>
                </c:pt>
                <c:pt idx="27844">
                  <c:v>986.39099999999996</c:v>
                </c:pt>
                <c:pt idx="27845">
                  <c:v>936.83449999999948</c:v>
                </c:pt>
                <c:pt idx="27846">
                  <c:v>910.86179999999933</c:v>
                </c:pt>
                <c:pt idx="27847">
                  <c:v>867.64430000000004</c:v>
                </c:pt>
                <c:pt idx="27848">
                  <c:v>857.95559999999921</c:v>
                </c:pt>
                <c:pt idx="27849">
                  <c:v>813.37259999999947</c:v>
                </c:pt>
                <c:pt idx="27850">
                  <c:v>770.11749999999938</c:v>
                </c:pt>
                <c:pt idx="27851">
                  <c:v>724.24739999999997</c:v>
                </c:pt>
                <c:pt idx="27852">
                  <c:v>677.59219999999948</c:v>
                </c:pt>
                <c:pt idx="27853">
                  <c:v>641.33069999999907</c:v>
                </c:pt>
                <c:pt idx="27854">
                  <c:v>629.80099999999948</c:v>
                </c:pt>
                <c:pt idx="27855">
                  <c:v>618.69119999999998</c:v>
                </c:pt>
                <c:pt idx="27856">
                  <c:v>618.94470000000001</c:v>
                </c:pt>
                <c:pt idx="27857">
                  <c:v>615.92189999999948</c:v>
                </c:pt>
                <c:pt idx="27858">
                  <c:v>591.90689999999938</c:v>
                </c:pt>
                <c:pt idx="27859">
                  <c:v>583.96499999999946</c:v>
                </c:pt>
                <c:pt idx="27860">
                  <c:v>586.58840000000055</c:v>
                </c:pt>
                <c:pt idx="27861">
                  <c:v>585.73900000000003</c:v>
                </c:pt>
                <c:pt idx="27862">
                  <c:v>590.45089999999948</c:v>
                </c:pt>
                <c:pt idx="27863">
                  <c:v>594.47770000000003</c:v>
                </c:pt>
                <c:pt idx="27864">
                  <c:v>589.87480000000005</c:v>
                </c:pt>
                <c:pt idx="27865">
                  <c:v>570.2645</c:v>
                </c:pt>
                <c:pt idx="27866">
                  <c:v>545.52779999999996</c:v>
                </c:pt>
                <c:pt idx="27867">
                  <c:v>543.21529999999996</c:v>
                </c:pt>
                <c:pt idx="27868">
                  <c:v>633.56559999999934</c:v>
                </c:pt>
                <c:pt idx="27869">
                  <c:v>842.73429999999996</c:v>
                </c:pt>
                <c:pt idx="27870">
                  <c:v>1079.49</c:v>
                </c:pt>
                <c:pt idx="27871">
                  <c:v>1058.5509999999999</c:v>
                </c:pt>
                <c:pt idx="27872">
                  <c:v>923.15449999999998</c:v>
                </c:pt>
                <c:pt idx="27873">
                  <c:v>1324.8119999999999</c:v>
                </c:pt>
                <c:pt idx="27874">
                  <c:v>2368.8870000000002</c:v>
                </c:pt>
                <c:pt idx="27875">
                  <c:v>3007.3130000000028</c:v>
                </c:pt>
                <c:pt idx="27876">
                  <c:v>2496.223</c:v>
                </c:pt>
                <c:pt idx="27877">
                  <c:v>1751.279</c:v>
                </c:pt>
                <c:pt idx="27878">
                  <c:v>1529.47</c:v>
                </c:pt>
                <c:pt idx="27879">
                  <c:v>1573.2529999999999</c:v>
                </c:pt>
                <c:pt idx="27880">
                  <c:v>1871.1439999999998</c:v>
                </c:pt>
                <c:pt idx="27881">
                  <c:v>2560.6779999999999</c:v>
                </c:pt>
                <c:pt idx="27882">
                  <c:v>2683.422</c:v>
                </c:pt>
                <c:pt idx="27883">
                  <c:v>2107.5430000000001</c:v>
                </c:pt>
                <c:pt idx="27884">
                  <c:v>1679.6869999999999</c:v>
                </c:pt>
                <c:pt idx="27885">
                  <c:v>1932.8809999999999</c:v>
                </c:pt>
                <c:pt idx="27886">
                  <c:v>2338.299</c:v>
                </c:pt>
                <c:pt idx="27887">
                  <c:v>3073.9650000000001</c:v>
                </c:pt>
                <c:pt idx="27888">
                  <c:v>4647.8640000000014</c:v>
                </c:pt>
                <c:pt idx="27889">
                  <c:v>5781.808</c:v>
                </c:pt>
                <c:pt idx="27890">
                  <c:v>4441.2260000000024</c:v>
                </c:pt>
                <c:pt idx="27891">
                  <c:v>2813.2069999999967</c:v>
                </c:pt>
                <c:pt idx="27892">
                  <c:v>2634.7039999999997</c:v>
                </c:pt>
                <c:pt idx="27893">
                  <c:v>2734.8290000000002</c:v>
                </c:pt>
                <c:pt idx="27894">
                  <c:v>2829.9369999999999</c:v>
                </c:pt>
                <c:pt idx="27895">
                  <c:v>2799.6909999999998</c:v>
                </c:pt>
                <c:pt idx="27896">
                  <c:v>2382.4140000000002</c:v>
                </c:pt>
                <c:pt idx="27897">
                  <c:v>2061.4079999999999</c:v>
                </c:pt>
                <c:pt idx="27898">
                  <c:v>1916.1909999999998</c:v>
                </c:pt>
                <c:pt idx="27899">
                  <c:v>1797.799</c:v>
                </c:pt>
                <c:pt idx="27900">
                  <c:v>1762.876</c:v>
                </c:pt>
                <c:pt idx="27901">
                  <c:v>1891.3639999999998</c:v>
                </c:pt>
                <c:pt idx="27902">
                  <c:v>2056.5430000000001</c:v>
                </c:pt>
                <c:pt idx="27903">
                  <c:v>1948.876</c:v>
                </c:pt>
                <c:pt idx="27904">
                  <c:v>1747.5989999999999</c:v>
                </c:pt>
                <c:pt idx="27905">
                  <c:v>1733.9690000000001</c:v>
                </c:pt>
                <c:pt idx="27906">
                  <c:v>1699.49</c:v>
                </c:pt>
                <c:pt idx="27907">
                  <c:v>1591.2919999999999</c:v>
                </c:pt>
                <c:pt idx="27908">
                  <c:v>1573.5889999999999</c:v>
                </c:pt>
                <c:pt idx="27909">
                  <c:v>1608.597</c:v>
                </c:pt>
                <c:pt idx="27910">
                  <c:v>1639.546</c:v>
                </c:pt>
                <c:pt idx="27911">
                  <c:v>1642.932</c:v>
                </c:pt>
                <c:pt idx="27912">
                  <c:v>1555.375</c:v>
                </c:pt>
                <c:pt idx="27913">
                  <c:v>1420.8579999999999</c:v>
                </c:pt>
                <c:pt idx="27914">
                  <c:v>1364.248</c:v>
                </c:pt>
                <c:pt idx="27915">
                  <c:v>1371.61</c:v>
                </c:pt>
                <c:pt idx="27916">
                  <c:v>1356.539</c:v>
                </c:pt>
                <c:pt idx="27917">
                  <c:v>1303.4490000000001</c:v>
                </c:pt>
                <c:pt idx="27918">
                  <c:v>1245.095</c:v>
                </c:pt>
                <c:pt idx="27919">
                  <c:v>1177.0139999999999</c:v>
                </c:pt>
                <c:pt idx="27920">
                  <c:v>1113.087</c:v>
                </c:pt>
                <c:pt idx="27921">
                  <c:v>1061.8639999999998</c:v>
                </c:pt>
                <c:pt idx="27922">
                  <c:v>1009.564</c:v>
                </c:pt>
                <c:pt idx="27923">
                  <c:v>956.84229999999877</c:v>
                </c:pt>
                <c:pt idx="27924">
                  <c:v>894.03980000000001</c:v>
                </c:pt>
                <c:pt idx="27925">
                  <c:v>830.14300000000003</c:v>
                </c:pt>
                <c:pt idx="27926">
                  <c:v>778.66970000000003</c:v>
                </c:pt>
                <c:pt idx="27927">
                  <c:v>734.00670000000002</c:v>
                </c:pt>
                <c:pt idx="27928">
                  <c:v>698.64380000000051</c:v>
                </c:pt>
                <c:pt idx="27929">
                  <c:v>672.16059999999948</c:v>
                </c:pt>
                <c:pt idx="27930">
                  <c:v>646.63209999999947</c:v>
                </c:pt>
                <c:pt idx="27931">
                  <c:v>622.96939999999938</c:v>
                </c:pt>
                <c:pt idx="27932">
                  <c:v>604.07929999999999</c:v>
                </c:pt>
                <c:pt idx="27933">
                  <c:v>580.17290000000003</c:v>
                </c:pt>
                <c:pt idx="27934">
                  <c:v>545.32139999999947</c:v>
                </c:pt>
                <c:pt idx="27935">
                  <c:v>514.64440000000002</c:v>
                </c:pt>
                <c:pt idx="27936">
                  <c:v>493.95119999999935</c:v>
                </c:pt>
                <c:pt idx="27937">
                  <c:v>471.74299999999999</c:v>
                </c:pt>
                <c:pt idx="27938">
                  <c:v>457.11460000000034</c:v>
                </c:pt>
                <c:pt idx="27939">
                  <c:v>460.1995</c:v>
                </c:pt>
                <c:pt idx="27940">
                  <c:v>459.08980000000008</c:v>
                </c:pt>
                <c:pt idx="27941">
                  <c:v>439.57420000000002</c:v>
                </c:pt>
                <c:pt idx="27942">
                  <c:v>399.54050000000001</c:v>
                </c:pt>
                <c:pt idx="27943">
                  <c:v>367.84480000000048</c:v>
                </c:pt>
                <c:pt idx="27944">
                  <c:v>361.58829999999961</c:v>
                </c:pt>
                <c:pt idx="27945">
                  <c:v>352.12849999999969</c:v>
                </c:pt>
                <c:pt idx="27946">
                  <c:v>348.81880000000001</c:v>
                </c:pt>
                <c:pt idx="27947">
                  <c:v>337.77409999999969</c:v>
                </c:pt>
                <c:pt idx="27948">
                  <c:v>336.0548000000004</c:v>
                </c:pt>
                <c:pt idx="27949">
                  <c:v>334.16399999999999</c:v>
                </c:pt>
                <c:pt idx="27950">
                  <c:v>326.51909999999964</c:v>
                </c:pt>
                <c:pt idx="27951">
                  <c:v>316.07900000000001</c:v>
                </c:pt>
                <c:pt idx="27952">
                  <c:v>321.54559999999969</c:v>
                </c:pt>
                <c:pt idx="27953">
                  <c:v>356.94869999999969</c:v>
                </c:pt>
                <c:pt idx="27954">
                  <c:v>572.8645999999992</c:v>
                </c:pt>
                <c:pt idx="27955">
                  <c:v>1056.2639999999999</c:v>
                </c:pt>
                <c:pt idx="27956">
                  <c:v>1271.1579999999999</c:v>
                </c:pt>
                <c:pt idx="27957">
                  <c:v>928.0009</c:v>
                </c:pt>
                <c:pt idx="27958">
                  <c:v>664.88980000000004</c:v>
                </c:pt>
                <c:pt idx="27959">
                  <c:v>804.95929999999919</c:v>
                </c:pt>
                <c:pt idx="27960">
                  <c:v>933.85739999999919</c:v>
                </c:pt>
                <c:pt idx="27961">
                  <c:v>899.57980000000055</c:v>
                </c:pt>
                <c:pt idx="27962">
                  <c:v>808.89380000000051</c:v>
                </c:pt>
                <c:pt idx="27963">
                  <c:v>712.97130000000004</c:v>
                </c:pt>
                <c:pt idx="27964">
                  <c:v>626.20940000000053</c:v>
                </c:pt>
                <c:pt idx="27965">
                  <c:v>557.54</c:v>
                </c:pt>
                <c:pt idx="27966">
                  <c:v>521.54939999999999</c:v>
                </c:pt>
                <c:pt idx="27967">
                  <c:v>495.21199999999953</c:v>
                </c:pt>
                <c:pt idx="27968">
                  <c:v>465.06760000000008</c:v>
                </c:pt>
                <c:pt idx="27969">
                  <c:v>448.40199999999953</c:v>
                </c:pt>
                <c:pt idx="27970">
                  <c:v>423.5643</c:v>
                </c:pt>
                <c:pt idx="27971">
                  <c:v>404.90209999999968</c:v>
                </c:pt>
                <c:pt idx="27972">
                  <c:v>391.63549999999969</c:v>
                </c:pt>
                <c:pt idx="27973">
                  <c:v>403.7998</c:v>
                </c:pt>
                <c:pt idx="27974">
                  <c:v>412.3707</c:v>
                </c:pt>
                <c:pt idx="27975">
                  <c:v>411.36520000000002</c:v>
                </c:pt>
                <c:pt idx="27976">
                  <c:v>411.8218</c:v>
                </c:pt>
                <c:pt idx="27977">
                  <c:v>410.9248</c:v>
                </c:pt>
                <c:pt idx="27978">
                  <c:v>412.29869999999954</c:v>
                </c:pt>
                <c:pt idx="27979">
                  <c:v>402.4606</c:v>
                </c:pt>
                <c:pt idx="27980">
                  <c:v>392.02780000000001</c:v>
                </c:pt>
                <c:pt idx="27981">
                  <c:v>390.62909999999999</c:v>
                </c:pt>
                <c:pt idx="27982">
                  <c:v>396.9152999999996</c:v>
                </c:pt>
                <c:pt idx="27983">
                  <c:v>407.76009999999968</c:v>
                </c:pt>
                <c:pt idx="27984">
                  <c:v>404.64929999999998</c:v>
                </c:pt>
                <c:pt idx="27985">
                  <c:v>404.19349999999969</c:v>
                </c:pt>
                <c:pt idx="27986">
                  <c:v>398.48869999999954</c:v>
                </c:pt>
                <c:pt idx="27987">
                  <c:v>395.36410000000001</c:v>
                </c:pt>
                <c:pt idx="27988">
                  <c:v>391.03869999999961</c:v>
                </c:pt>
                <c:pt idx="27989">
                  <c:v>393.0772</c:v>
                </c:pt>
                <c:pt idx="27990">
                  <c:v>404.86079999999993</c:v>
                </c:pt>
                <c:pt idx="27991">
                  <c:v>408.94080000000002</c:v>
                </c:pt>
                <c:pt idx="27992">
                  <c:v>403.73099999999954</c:v>
                </c:pt>
                <c:pt idx="27993">
                  <c:v>392.91460000000001</c:v>
                </c:pt>
                <c:pt idx="27994">
                  <c:v>381.22680000000003</c:v>
                </c:pt>
                <c:pt idx="27995">
                  <c:v>366.66109999999969</c:v>
                </c:pt>
                <c:pt idx="27996">
                  <c:v>370.44439999999969</c:v>
                </c:pt>
                <c:pt idx="27997">
                  <c:v>383.2672</c:v>
                </c:pt>
                <c:pt idx="27998">
                  <c:v>383.43799999999953</c:v>
                </c:pt>
                <c:pt idx="27999">
                  <c:v>386.37419999999969</c:v>
                </c:pt>
                <c:pt idx="28000">
                  <c:v>388.43639999999914</c:v>
                </c:pt>
                <c:pt idx="28001">
                  <c:v>381.33440000000002</c:v>
                </c:pt>
                <c:pt idx="28002">
                  <c:v>369.99549999999954</c:v>
                </c:pt>
                <c:pt idx="28003">
                  <c:v>378.72849999999954</c:v>
                </c:pt>
                <c:pt idx="28004">
                  <c:v>400.49209999999954</c:v>
                </c:pt>
                <c:pt idx="28005">
                  <c:v>415.06970000000001</c:v>
                </c:pt>
                <c:pt idx="28006">
                  <c:v>418.7936999999996</c:v>
                </c:pt>
                <c:pt idx="28007">
                  <c:v>415.94540000000001</c:v>
                </c:pt>
                <c:pt idx="28008">
                  <c:v>413.93549999999954</c:v>
                </c:pt>
                <c:pt idx="28009">
                  <c:v>407.8494000000004</c:v>
                </c:pt>
                <c:pt idx="28010">
                  <c:v>407.56920000000002</c:v>
                </c:pt>
                <c:pt idx="28011">
                  <c:v>406.51229999999993</c:v>
                </c:pt>
                <c:pt idx="28012">
                  <c:v>400.84570000000002</c:v>
                </c:pt>
                <c:pt idx="28013">
                  <c:v>395.23319999999939</c:v>
                </c:pt>
                <c:pt idx="28014">
                  <c:v>389.58769999999993</c:v>
                </c:pt>
                <c:pt idx="28015">
                  <c:v>384.78590000000003</c:v>
                </c:pt>
                <c:pt idx="28016">
                  <c:v>379.91339999999946</c:v>
                </c:pt>
                <c:pt idx="28017">
                  <c:v>381.53399999999954</c:v>
                </c:pt>
                <c:pt idx="28018">
                  <c:v>380.62029999999999</c:v>
                </c:pt>
                <c:pt idx="28019">
                  <c:v>373.2317999999994</c:v>
                </c:pt>
                <c:pt idx="28020">
                  <c:v>370.30869999999999</c:v>
                </c:pt>
                <c:pt idx="28021">
                  <c:v>370.86349999999999</c:v>
                </c:pt>
                <c:pt idx="28022">
                  <c:v>368.05990000000008</c:v>
                </c:pt>
                <c:pt idx="28023">
                  <c:v>360.97749999999968</c:v>
                </c:pt>
                <c:pt idx="28024">
                  <c:v>372.90009999999961</c:v>
                </c:pt>
                <c:pt idx="28025">
                  <c:v>371.2627</c:v>
                </c:pt>
                <c:pt idx="28026">
                  <c:v>366.52449999999999</c:v>
                </c:pt>
                <c:pt idx="28027">
                  <c:v>365.81799999999993</c:v>
                </c:pt>
                <c:pt idx="28028">
                  <c:v>365.11239999999964</c:v>
                </c:pt>
                <c:pt idx="28029">
                  <c:v>363.28339999999935</c:v>
                </c:pt>
                <c:pt idx="28030">
                  <c:v>360.86680000000001</c:v>
                </c:pt>
                <c:pt idx="28031">
                  <c:v>363.42999999999961</c:v>
                </c:pt>
                <c:pt idx="28032">
                  <c:v>379.31420000000008</c:v>
                </c:pt>
                <c:pt idx="28033">
                  <c:v>408.11290000000002</c:v>
                </c:pt>
                <c:pt idx="28034">
                  <c:v>425.45249999999999</c:v>
                </c:pt>
                <c:pt idx="28035">
                  <c:v>456.8109</c:v>
                </c:pt>
                <c:pt idx="28036">
                  <c:v>468.02509999999961</c:v>
                </c:pt>
                <c:pt idx="28037">
                  <c:v>463.21839999999935</c:v>
                </c:pt>
                <c:pt idx="28038">
                  <c:v>458.23649999999935</c:v>
                </c:pt>
                <c:pt idx="28039">
                  <c:v>457.47399999999953</c:v>
                </c:pt>
                <c:pt idx="28040">
                  <c:v>448.16269999999997</c:v>
                </c:pt>
                <c:pt idx="28041">
                  <c:v>438.2552</c:v>
                </c:pt>
                <c:pt idx="28042">
                  <c:v>433.0752</c:v>
                </c:pt>
                <c:pt idx="28043">
                  <c:v>435.0368999999996</c:v>
                </c:pt>
                <c:pt idx="28044">
                  <c:v>435.39429999999999</c:v>
                </c:pt>
                <c:pt idx="28045">
                  <c:v>428.78949999999969</c:v>
                </c:pt>
                <c:pt idx="28046">
                  <c:v>421.17230000000001</c:v>
                </c:pt>
                <c:pt idx="28047">
                  <c:v>419.4220999999996</c:v>
                </c:pt>
                <c:pt idx="28048">
                  <c:v>421.83369999999968</c:v>
                </c:pt>
                <c:pt idx="28049">
                  <c:v>418.34719999999999</c:v>
                </c:pt>
                <c:pt idx="28050">
                  <c:v>412.6798000000004</c:v>
                </c:pt>
                <c:pt idx="28051">
                  <c:v>407.4288999999996</c:v>
                </c:pt>
                <c:pt idx="28052">
                  <c:v>401.43199999999939</c:v>
                </c:pt>
                <c:pt idx="28053">
                  <c:v>397.34210000000002</c:v>
                </c:pt>
                <c:pt idx="28054">
                  <c:v>393.78269999999969</c:v>
                </c:pt>
                <c:pt idx="28055">
                  <c:v>387.11700000000002</c:v>
                </c:pt>
                <c:pt idx="28056">
                  <c:v>382.05889999999999</c:v>
                </c:pt>
                <c:pt idx="28057">
                  <c:v>375.89879999999954</c:v>
                </c:pt>
                <c:pt idx="28058">
                  <c:v>368.71889999999968</c:v>
                </c:pt>
                <c:pt idx="28059">
                  <c:v>365.35890000000001</c:v>
                </c:pt>
                <c:pt idx="28060">
                  <c:v>386.48970000000003</c:v>
                </c:pt>
                <c:pt idx="28061">
                  <c:v>461.5421</c:v>
                </c:pt>
                <c:pt idx="28062">
                  <c:v>549.38729999999907</c:v>
                </c:pt>
                <c:pt idx="28063">
                  <c:v>563.51930000000004</c:v>
                </c:pt>
                <c:pt idx="28064">
                  <c:v>530.18230000000005</c:v>
                </c:pt>
                <c:pt idx="28065">
                  <c:v>514.34299999999905</c:v>
                </c:pt>
                <c:pt idx="28066">
                  <c:v>522.57259999999997</c:v>
                </c:pt>
                <c:pt idx="28067">
                  <c:v>532.73880000000054</c:v>
                </c:pt>
                <c:pt idx="28068">
                  <c:v>542.79740000000004</c:v>
                </c:pt>
                <c:pt idx="28069">
                  <c:v>581.87149999999997</c:v>
                </c:pt>
                <c:pt idx="28070">
                  <c:v>633.64030000000002</c:v>
                </c:pt>
                <c:pt idx="28071">
                  <c:v>649.57850000000053</c:v>
                </c:pt>
                <c:pt idx="28072">
                  <c:v>635.65329999999949</c:v>
                </c:pt>
                <c:pt idx="28073">
                  <c:v>620.59770000000003</c:v>
                </c:pt>
                <c:pt idx="28074">
                  <c:v>614.14749999999947</c:v>
                </c:pt>
                <c:pt idx="28075">
                  <c:v>610.65920000000006</c:v>
                </c:pt>
                <c:pt idx="28076">
                  <c:v>601.44949999999949</c:v>
                </c:pt>
                <c:pt idx="28077">
                  <c:v>597.70069999999998</c:v>
                </c:pt>
                <c:pt idx="28078">
                  <c:v>593.26259999999934</c:v>
                </c:pt>
                <c:pt idx="28079">
                  <c:v>589.2681</c:v>
                </c:pt>
                <c:pt idx="28080">
                  <c:v>582.72429999999997</c:v>
                </c:pt>
                <c:pt idx="28081">
                  <c:v>579.95389999999998</c:v>
                </c:pt>
                <c:pt idx="28082">
                  <c:v>574.93880000000001</c:v>
                </c:pt>
                <c:pt idx="28083">
                  <c:v>573.03229999999905</c:v>
                </c:pt>
                <c:pt idx="28084">
                  <c:v>568.35519999999906</c:v>
                </c:pt>
                <c:pt idx="28085">
                  <c:v>561.07039999999995</c:v>
                </c:pt>
                <c:pt idx="28086">
                  <c:v>553.64840000000004</c:v>
                </c:pt>
                <c:pt idx="28087">
                  <c:v>546.76859999999999</c:v>
                </c:pt>
                <c:pt idx="28088">
                  <c:v>540.04880000000003</c:v>
                </c:pt>
                <c:pt idx="28089">
                  <c:v>539.95319999999947</c:v>
                </c:pt>
                <c:pt idx="28090">
                  <c:v>551.57629999999949</c:v>
                </c:pt>
                <c:pt idx="28091">
                  <c:v>557.08799999999997</c:v>
                </c:pt>
                <c:pt idx="28092">
                  <c:v>543.90779999999938</c:v>
                </c:pt>
                <c:pt idx="28093">
                  <c:v>525.49959999999999</c:v>
                </c:pt>
                <c:pt idx="28094">
                  <c:v>510.1771</c:v>
                </c:pt>
                <c:pt idx="28095">
                  <c:v>496.4649</c:v>
                </c:pt>
                <c:pt idx="28096">
                  <c:v>485.38309999999967</c:v>
                </c:pt>
                <c:pt idx="28097">
                  <c:v>476.61950000000002</c:v>
                </c:pt>
                <c:pt idx="28098">
                  <c:v>467.88490000000002</c:v>
                </c:pt>
                <c:pt idx="28099">
                  <c:v>459.55369999999999</c:v>
                </c:pt>
                <c:pt idx="28100">
                  <c:v>451.3433</c:v>
                </c:pt>
                <c:pt idx="28101">
                  <c:v>444.27519999999947</c:v>
                </c:pt>
                <c:pt idx="28102">
                  <c:v>438.90619999999939</c:v>
                </c:pt>
                <c:pt idx="28103">
                  <c:v>443.62540000000001</c:v>
                </c:pt>
                <c:pt idx="28104">
                  <c:v>449.73880000000003</c:v>
                </c:pt>
                <c:pt idx="28105">
                  <c:v>482.4436</c:v>
                </c:pt>
                <c:pt idx="28106">
                  <c:v>564.73230000000001</c:v>
                </c:pt>
                <c:pt idx="28107">
                  <c:v>615.36729999999875</c:v>
                </c:pt>
                <c:pt idx="28108">
                  <c:v>614.66470000000004</c:v>
                </c:pt>
                <c:pt idx="28109">
                  <c:v>616.28719999999998</c:v>
                </c:pt>
                <c:pt idx="28110">
                  <c:v>626.27160000000003</c:v>
                </c:pt>
                <c:pt idx="28111">
                  <c:v>707.90729999999905</c:v>
                </c:pt>
                <c:pt idx="28112">
                  <c:v>700.72149999999999</c:v>
                </c:pt>
                <c:pt idx="28113">
                  <c:v>676.8441999999992</c:v>
                </c:pt>
                <c:pt idx="28114">
                  <c:v>647.67680000000053</c:v>
                </c:pt>
                <c:pt idx="28115">
                  <c:v>641.37450000000001</c:v>
                </c:pt>
                <c:pt idx="28116">
                  <c:v>631.57640000000004</c:v>
                </c:pt>
                <c:pt idx="28117">
                  <c:v>628.19960000000003</c:v>
                </c:pt>
                <c:pt idx="28118">
                  <c:v>623.4348</c:v>
                </c:pt>
                <c:pt idx="28119">
                  <c:v>619.41059999999948</c:v>
                </c:pt>
                <c:pt idx="28120">
                  <c:v>618.59980000000053</c:v>
                </c:pt>
                <c:pt idx="28121">
                  <c:v>619.78050000000053</c:v>
                </c:pt>
                <c:pt idx="28122">
                  <c:v>615.19080000000054</c:v>
                </c:pt>
                <c:pt idx="28123">
                  <c:v>616.42539999999997</c:v>
                </c:pt>
                <c:pt idx="28124">
                  <c:v>615.11880000000053</c:v>
                </c:pt>
                <c:pt idx="28125">
                  <c:v>621.90259999999921</c:v>
                </c:pt>
                <c:pt idx="28126">
                  <c:v>747.13170000000002</c:v>
                </c:pt>
                <c:pt idx="28127">
                  <c:v>783.06709999999907</c:v>
                </c:pt>
                <c:pt idx="28128">
                  <c:v>772.11270000000002</c:v>
                </c:pt>
                <c:pt idx="28129">
                  <c:v>709.44019999999921</c:v>
                </c:pt>
                <c:pt idx="28130">
                  <c:v>683.76940000000002</c:v>
                </c:pt>
                <c:pt idx="28131">
                  <c:v>829.93380000000002</c:v>
                </c:pt>
                <c:pt idx="28132">
                  <c:v>1050.846</c:v>
                </c:pt>
                <c:pt idx="28133">
                  <c:v>1090.9580000000001</c:v>
                </c:pt>
                <c:pt idx="28134">
                  <c:v>1062.027</c:v>
                </c:pt>
                <c:pt idx="28135">
                  <c:v>899.06739999999934</c:v>
                </c:pt>
                <c:pt idx="28136">
                  <c:v>821.54219999999907</c:v>
                </c:pt>
                <c:pt idx="28137">
                  <c:v>878.94679999999948</c:v>
                </c:pt>
                <c:pt idx="28138">
                  <c:v>881.99789999999996</c:v>
                </c:pt>
                <c:pt idx="28139">
                  <c:v>850.10969999999998</c:v>
                </c:pt>
                <c:pt idx="28140">
                  <c:v>771.75840000000005</c:v>
                </c:pt>
                <c:pt idx="28141">
                  <c:v>725.61699999999996</c:v>
                </c:pt>
                <c:pt idx="28142">
                  <c:v>696.05259999999919</c:v>
                </c:pt>
                <c:pt idx="28143">
                  <c:v>679.79950000000053</c:v>
                </c:pt>
                <c:pt idx="28144">
                  <c:v>661.21109999999999</c:v>
                </c:pt>
                <c:pt idx="28145">
                  <c:v>646.95709999999906</c:v>
                </c:pt>
                <c:pt idx="28146">
                  <c:v>641.5883000000008</c:v>
                </c:pt>
                <c:pt idx="28147">
                  <c:v>680.34469999999919</c:v>
                </c:pt>
                <c:pt idx="28148">
                  <c:v>676.02279999999996</c:v>
                </c:pt>
                <c:pt idx="28149">
                  <c:v>683.56330000000003</c:v>
                </c:pt>
                <c:pt idx="28150">
                  <c:v>673.48440000000005</c:v>
                </c:pt>
                <c:pt idx="28151">
                  <c:v>660.41309999999999</c:v>
                </c:pt>
                <c:pt idx="28152">
                  <c:v>645.76679999999999</c:v>
                </c:pt>
                <c:pt idx="28153">
                  <c:v>637.79590000000053</c:v>
                </c:pt>
                <c:pt idx="28154">
                  <c:v>630.82049999999947</c:v>
                </c:pt>
                <c:pt idx="28155">
                  <c:v>620.71429999999998</c:v>
                </c:pt>
                <c:pt idx="28156">
                  <c:v>609.29570000000081</c:v>
                </c:pt>
                <c:pt idx="28157">
                  <c:v>598.38130000000001</c:v>
                </c:pt>
                <c:pt idx="28158">
                  <c:v>589.17080000000055</c:v>
                </c:pt>
                <c:pt idx="28159">
                  <c:v>581.33359999999948</c:v>
                </c:pt>
                <c:pt idx="28160">
                  <c:v>594.95569999999907</c:v>
                </c:pt>
                <c:pt idx="28161">
                  <c:v>641.69580000000053</c:v>
                </c:pt>
                <c:pt idx="28162">
                  <c:v>619.61119999999949</c:v>
                </c:pt>
                <c:pt idx="28163">
                  <c:v>580.45719999999892</c:v>
                </c:pt>
                <c:pt idx="28164">
                  <c:v>553.47910000000002</c:v>
                </c:pt>
                <c:pt idx="28165">
                  <c:v>539.43739999999946</c:v>
                </c:pt>
                <c:pt idx="28166">
                  <c:v>538.76469999999949</c:v>
                </c:pt>
                <c:pt idx="28167">
                  <c:v>530.2654</c:v>
                </c:pt>
                <c:pt idx="28168">
                  <c:v>517.09219999999948</c:v>
                </c:pt>
                <c:pt idx="28169">
                  <c:v>505.20499999999993</c:v>
                </c:pt>
                <c:pt idx="28170">
                  <c:v>494.14450000000033</c:v>
                </c:pt>
                <c:pt idx="28171">
                  <c:v>483.73299999999961</c:v>
                </c:pt>
                <c:pt idx="28172">
                  <c:v>472.63889999999969</c:v>
                </c:pt>
                <c:pt idx="28173">
                  <c:v>463.57470000000001</c:v>
                </c:pt>
                <c:pt idx="28174">
                  <c:v>455.72749999999968</c:v>
                </c:pt>
                <c:pt idx="28175">
                  <c:v>450.47859999999935</c:v>
                </c:pt>
                <c:pt idx="28176">
                  <c:v>444.07220000000001</c:v>
                </c:pt>
                <c:pt idx="28177">
                  <c:v>438.61750000000001</c:v>
                </c:pt>
                <c:pt idx="28178">
                  <c:v>434.44819999999953</c:v>
                </c:pt>
                <c:pt idx="28179">
                  <c:v>427.92929999999961</c:v>
                </c:pt>
                <c:pt idx="28180">
                  <c:v>419.94200000000001</c:v>
                </c:pt>
                <c:pt idx="28181">
                  <c:v>414.6121</c:v>
                </c:pt>
                <c:pt idx="28182">
                  <c:v>415.21189999999967</c:v>
                </c:pt>
                <c:pt idx="28183">
                  <c:v>411.87869999999964</c:v>
                </c:pt>
                <c:pt idx="28184">
                  <c:v>515.87739999999997</c:v>
                </c:pt>
                <c:pt idx="28185">
                  <c:v>788.68219999999997</c:v>
                </c:pt>
                <c:pt idx="28186">
                  <c:v>1009.163</c:v>
                </c:pt>
                <c:pt idx="28187">
                  <c:v>978.18810000000053</c:v>
                </c:pt>
                <c:pt idx="28188">
                  <c:v>801.95169999999905</c:v>
                </c:pt>
                <c:pt idx="28189">
                  <c:v>1279.5609999999999</c:v>
                </c:pt>
                <c:pt idx="28190">
                  <c:v>1039.57</c:v>
                </c:pt>
                <c:pt idx="28191">
                  <c:v>806.61189999999999</c:v>
                </c:pt>
                <c:pt idx="28192">
                  <c:v>651.74929999999949</c:v>
                </c:pt>
                <c:pt idx="28193">
                  <c:v>627.06029999999919</c:v>
                </c:pt>
                <c:pt idx="28194">
                  <c:v>618.35609999999906</c:v>
                </c:pt>
                <c:pt idx="28195">
                  <c:v>631.65840000000003</c:v>
                </c:pt>
                <c:pt idx="28196">
                  <c:v>643.74599999999998</c:v>
                </c:pt>
                <c:pt idx="28197">
                  <c:v>637.75480000000005</c:v>
                </c:pt>
                <c:pt idx="28198">
                  <c:v>616.16789999999946</c:v>
                </c:pt>
                <c:pt idx="28199">
                  <c:v>621.3768</c:v>
                </c:pt>
                <c:pt idx="28200">
                  <c:v>642.71429999999998</c:v>
                </c:pt>
                <c:pt idx="28201">
                  <c:v>633.14559999999949</c:v>
                </c:pt>
                <c:pt idx="28202">
                  <c:v>605.70429999999999</c:v>
                </c:pt>
                <c:pt idx="28203">
                  <c:v>589.26170000000002</c:v>
                </c:pt>
                <c:pt idx="28204">
                  <c:v>580.66030000000001</c:v>
                </c:pt>
                <c:pt idx="28205">
                  <c:v>574.95859999999948</c:v>
                </c:pt>
                <c:pt idx="28206">
                  <c:v>568.66139999999996</c:v>
                </c:pt>
                <c:pt idx="28207">
                  <c:v>567.61770000000001</c:v>
                </c:pt>
                <c:pt idx="28208">
                  <c:v>557.89639999999997</c:v>
                </c:pt>
                <c:pt idx="28209">
                  <c:v>547.78050000000053</c:v>
                </c:pt>
                <c:pt idx="28210">
                  <c:v>651.44439999999997</c:v>
                </c:pt>
                <c:pt idx="28211">
                  <c:v>1148.222</c:v>
                </c:pt>
                <c:pt idx="28212">
                  <c:v>1486.067</c:v>
                </c:pt>
                <c:pt idx="28213">
                  <c:v>1510.7860000000001</c:v>
                </c:pt>
                <c:pt idx="28214">
                  <c:v>1237.3609999999999</c:v>
                </c:pt>
                <c:pt idx="28215">
                  <c:v>990.80519999999933</c:v>
                </c:pt>
                <c:pt idx="28216">
                  <c:v>831.87310000000002</c:v>
                </c:pt>
                <c:pt idx="28217">
                  <c:v>707.18709999999999</c:v>
                </c:pt>
                <c:pt idx="28218">
                  <c:v>649.11099999999999</c:v>
                </c:pt>
                <c:pt idx="28219">
                  <c:v>617.86679999999933</c:v>
                </c:pt>
                <c:pt idx="28220">
                  <c:v>591.89289999999949</c:v>
                </c:pt>
                <c:pt idx="28221">
                  <c:v>570.01719999999921</c:v>
                </c:pt>
                <c:pt idx="28222">
                  <c:v>555.27780000000052</c:v>
                </c:pt>
                <c:pt idx="28223">
                  <c:v>557.1694</c:v>
                </c:pt>
                <c:pt idx="28224">
                  <c:v>559.02749999999946</c:v>
                </c:pt>
                <c:pt idx="28225">
                  <c:v>558.19990000000053</c:v>
                </c:pt>
                <c:pt idx="28226">
                  <c:v>564.05649999999946</c:v>
                </c:pt>
                <c:pt idx="28227">
                  <c:v>577.42559999999946</c:v>
                </c:pt>
                <c:pt idx="28228">
                  <c:v>584.44779999999946</c:v>
                </c:pt>
                <c:pt idx="28229">
                  <c:v>574.8272999999989</c:v>
                </c:pt>
                <c:pt idx="28230">
                  <c:v>566.69200000000001</c:v>
                </c:pt>
                <c:pt idx="28231">
                  <c:v>586.61990000000003</c:v>
                </c:pt>
                <c:pt idx="28232">
                  <c:v>686.63729999999907</c:v>
                </c:pt>
                <c:pt idx="28233">
                  <c:v>857.31719999999905</c:v>
                </c:pt>
                <c:pt idx="28234">
                  <c:v>975.98689999999999</c:v>
                </c:pt>
                <c:pt idx="28235">
                  <c:v>928.00239999999997</c:v>
                </c:pt>
                <c:pt idx="28236">
                  <c:v>874.34249999999906</c:v>
                </c:pt>
                <c:pt idx="28237">
                  <c:v>978.84709999999882</c:v>
                </c:pt>
                <c:pt idx="28238">
                  <c:v>1195.6519999999998</c:v>
                </c:pt>
                <c:pt idx="28239">
                  <c:v>1223.8229999999999</c:v>
                </c:pt>
                <c:pt idx="28240">
                  <c:v>1059.3150000000001</c:v>
                </c:pt>
                <c:pt idx="28241">
                  <c:v>931.00540000000001</c:v>
                </c:pt>
                <c:pt idx="28242">
                  <c:v>926.30619999999919</c:v>
                </c:pt>
                <c:pt idx="28243">
                  <c:v>1061.4070000000011</c:v>
                </c:pt>
                <c:pt idx="28244">
                  <c:v>1444.885</c:v>
                </c:pt>
                <c:pt idx="28245">
                  <c:v>2035.9080000000001</c:v>
                </c:pt>
                <c:pt idx="28246">
                  <c:v>2761.2839999999997</c:v>
                </c:pt>
                <c:pt idx="28247">
                  <c:v>3566.4450000000002</c:v>
                </c:pt>
                <c:pt idx="28248">
                  <c:v>3414.5839999999998</c:v>
                </c:pt>
                <c:pt idx="28249">
                  <c:v>2649.5410000000002</c:v>
                </c:pt>
                <c:pt idx="28250">
                  <c:v>2468.8530000000028</c:v>
                </c:pt>
                <c:pt idx="28251">
                  <c:v>2442.8170000000027</c:v>
                </c:pt>
                <c:pt idx="28252">
                  <c:v>1960.146</c:v>
                </c:pt>
                <c:pt idx="28253">
                  <c:v>1620.403</c:v>
                </c:pt>
                <c:pt idx="28254">
                  <c:v>1569.4590000000001</c:v>
                </c:pt>
                <c:pt idx="28255">
                  <c:v>1500.078</c:v>
                </c:pt>
                <c:pt idx="28256">
                  <c:v>1462.2750000000001</c:v>
                </c:pt>
                <c:pt idx="28257">
                  <c:v>1464.25</c:v>
                </c:pt>
                <c:pt idx="28258">
                  <c:v>1420.5639999999999</c:v>
                </c:pt>
                <c:pt idx="28259">
                  <c:v>1357.4639999999999</c:v>
                </c:pt>
                <c:pt idx="28260">
                  <c:v>1362.547</c:v>
                </c:pt>
                <c:pt idx="28261">
                  <c:v>1524.0129999999999</c:v>
                </c:pt>
                <c:pt idx="28262">
                  <c:v>1772.49</c:v>
                </c:pt>
                <c:pt idx="28263">
                  <c:v>1851.6289999999999</c:v>
                </c:pt>
                <c:pt idx="28264">
                  <c:v>1650.7270000000001</c:v>
                </c:pt>
                <c:pt idx="28265">
                  <c:v>1382.0619999999999</c:v>
                </c:pt>
                <c:pt idx="28266">
                  <c:v>1257.259</c:v>
                </c:pt>
                <c:pt idx="28267">
                  <c:v>1180.6219999999998</c:v>
                </c:pt>
                <c:pt idx="28268">
                  <c:v>1115.569</c:v>
                </c:pt>
                <c:pt idx="28269">
                  <c:v>1060.299</c:v>
                </c:pt>
                <c:pt idx="28270">
                  <c:v>1016.127</c:v>
                </c:pt>
                <c:pt idx="28271">
                  <c:v>1001.65</c:v>
                </c:pt>
                <c:pt idx="28272">
                  <c:v>1381.5739999999998</c:v>
                </c:pt>
                <c:pt idx="28273">
                  <c:v>2446.096</c:v>
                </c:pt>
                <c:pt idx="28274">
                  <c:v>3454.4780000000001</c:v>
                </c:pt>
                <c:pt idx="28275">
                  <c:v>3027.2489999999966</c:v>
                </c:pt>
                <c:pt idx="28276">
                  <c:v>1863.4690000000001</c:v>
                </c:pt>
                <c:pt idx="28277">
                  <c:v>1334.519</c:v>
                </c:pt>
                <c:pt idx="28278">
                  <c:v>1176.203</c:v>
                </c:pt>
                <c:pt idx="28279">
                  <c:v>1036.963</c:v>
                </c:pt>
                <c:pt idx="28280">
                  <c:v>1021.7790000000007</c:v>
                </c:pt>
                <c:pt idx="28281">
                  <c:v>984.73900000000003</c:v>
                </c:pt>
                <c:pt idx="28282">
                  <c:v>904.36169999999902</c:v>
                </c:pt>
                <c:pt idx="28283">
                  <c:v>835.18150000000003</c:v>
                </c:pt>
                <c:pt idx="28284">
                  <c:v>773.56870000000004</c:v>
                </c:pt>
                <c:pt idx="28285">
                  <c:v>728.4616999999987</c:v>
                </c:pt>
                <c:pt idx="28286">
                  <c:v>682.60469999999998</c:v>
                </c:pt>
                <c:pt idx="28287">
                  <c:v>650.53049999999996</c:v>
                </c:pt>
                <c:pt idx="28288">
                  <c:v>628.75159999999948</c:v>
                </c:pt>
                <c:pt idx="28289">
                  <c:v>605.34609999999907</c:v>
                </c:pt>
                <c:pt idx="28290">
                  <c:v>574.02659999999946</c:v>
                </c:pt>
                <c:pt idx="28291">
                  <c:v>542.62800000000004</c:v>
                </c:pt>
                <c:pt idx="28292">
                  <c:v>519.90830000000005</c:v>
                </c:pt>
                <c:pt idx="28293">
                  <c:v>501.43149999999946</c:v>
                </c:pt>
                <c:pt idx="28294">
                  <c:v>481.04640000000001</c:v>
                </c:pt>
                <c:pt idx="28295">
                  <c:v>459.52719999999954</c:v>
                </c:pt>
                <c:pt idx="28296">
                  <c:v>443.71849999999961</c:v>
                </c:pt>
                <c:pt idx="28297">
                  <c:v>440.47619999999932</c:v>
                </c:pt>
                <c:pt idx="28298">
                  <c:v>501.76159999999953</c:v>
                </c:pt>
                <c:pt idx="28299">
                  <c:v>617.77990000000068</c:v>
                </c:pt>
                <c:pt idx="28300">
                  <c:v>666.09929999999997</c:v>
                </c:pt>
                <c:pt idx="28301">
                  <c:v>613.95309999999949</c:v>
                </c:pt>
                <c:pt idx="28302">
                  <c:v>567.03869999999949</c:v>
                </c:pt>
                <c:pt idx="28303">
                  <c:v>566.08209999999997</c:v>
                </c:pt>
                <c:pt idx="28304">
                  <c:v>552.45099999999934</c:v>
                </c:pt>
                <c:pt idx="28305">
                  <c:v>541.43189999999947</c:v>
                </c:pt>
                <c:pt idx="28306">
                  <c:v>528.71249999999998</c:v>
                </c:pt>
                <c:pt idx="28307">
                  <c:v>502.815</c:v>
                </c:pt>
                <c:pt idx="28308">
                  <c:v>469.39519999999953</c:v>
                </c:pt>
                <c:pt idx="28309">
                  <c:v>448.1875</c:v>
                </c:pt>
                <c:pt idx="28310">
                  <c:v>439.68629999999968</c:v>
                </c:pt>
                <c:pt idx="28311">
                  <c:v>430.50139999999953</c:v>
                </c:pt>
                <c:pt idx="28312">
                  <c:v>422.06720000000001</c:v>
                </c:pt>
                <c:pt idx="28313">
                  <c:v>412.60629999999969</c:v>
                </c:pt>
                <c:pt idx="28314">
                  <c:v>413.43709999999953</c:v>
                </c:pt>
                <c:pt idx="28315">
                  <c:v>399.59449999999993</c:v>
                </c:pt>
                <c:pt idx="28316">
                  <c:v>389.8279</c:v>
                </c:pt>
                <c:pt idx="28317">
                  <c:v>382.09960000000001</c:v>
                </c:pt>
                <c:pt idx="28318">
                  <c:v>374.45949999999999</c:v>
                </c:pt>
                <c:pt idx="28319">
                  <c:v>383.17809999999969</c:v>
                </c:pt>
                <c:pt idx="28320">
                  <c:v>371.55430000000001</c:v>
                </c:pt>
                <c:pt idx="28321">
                  <c:v>366.75220000000002</c:v>
                </c:pt>
                <c:pt idx="28322">
                  <c:v>361.72149999999954</c:v>
                </c:pt>
                <c:pt idx="28323">
                  <c:v>353.77619999999939</c:v>
                </c:pt>
                <c:pt idx="28324">
                  <c:v>339.7756</c:v>
                </c:pt>
                <c:pt idx="28325">
                  <c:v>339.67649999999969</c:v>
                </c:pt>
                <c:pt idx="28326">
                  <c:v>342.04180000000002</c:v>
                </c:pt>
                <c:pt idx="28327">
                  <c:v>355.32740000000001</c:v>
                </c:pt>
                <c:pt idx="28328">
                  <c:v>351.72819999999939</c:v>
                </c:pt>
                <c:pt idx="28329">
                  <c:v>344.34800000000001</c:v>
                </c:pt>
                <c:pt idx="28330">
                  <c:v>341.37979999999999</c:v>
                </c:pt>
                <c:pt idx="28331">
                  <c:v>324.92509999999953</c:v>
                </c:pt>
                <c:pt idx="28332">
                  <c:v>334.14430000000033</c:v>
                </c:pt>
                <c:pt idx="28333">
                  <c:v>334.81880000000001</c:v>
                </c:pt>
                <c:pt idx="28334">
                  <c:v>332.25669999999968</c:v>
                </c:pt>
                <c:pt idx="28335">
                  <c:v>327.53089999999969</c:v>
                </c:pt>
                <c:pt idx="28336">
                  <c:v>323.31229999999999</c:v>
                </c:pt>
                <c:pt idx="28337">
                  <c:v>339.66849999999999</c:v>
                </c:pt>
                <c:pt idx="28338">
                  <c:v>341.75129999999967</c:v>
                </c:pt>
                <c:pt idx="28339">
                  <c:v>350.18209999999999</c:v>
                </c:pt>
                <c:pt idx="28340">
                  <c:v>342.15379999999999</c:v>
                </c:pt>
                <c:pt idx="28341">
                  <c:v>335.61439999999999</c:v>
                </c:pt>
                <c:pt idx="28342">
                  <c:v>334.0872</c:v>
                </c:pt>
                <c:pt idx="28343">
                  <c:v>327.7079</c:v>
                </c:pt>
                <c:pt idx="28344">
                  <c:v>322.19450000000001</c:v>
                </c:pt>
                <c:pt idx="28345">
                  <c:v>315.42959999999954</c:v>
                </c:pt>
                <c:pt idx="28346">
                  <c:v>313.83329999999961</c:v>
                </c:pt>
                <c:pt idx="28347">
                  <c:v>321.99400000000003</c:v>
                </c:pt>
                <c:pt idx="28348">
                  <c:v>324.30990000000008</c:v>
                </c:pt>
                <c:pt idx="28349">
                  <c:v>331.80860000000001</c:v>
                </c:pt>
                <c:pt idx="28350">
                  <c:v>326.67700000000002</c:v>
                </c:pt>
                <c:pt idx="28351">
                  <c:v>322.90769999999969</c:v>
                </c:pt>
                <c:pt idx="28352">
                  <c:v>318.0548000000004</c:v>
                </c:pt>
                <c:pt idx="28353">
                  <c:v>320.8519</c:v>
                </c:pt>
                <c:pt idx="28354">
                  <c:v>330.39179999999953</c:v>
                </c:pt>
                <c:pt idx="28355">
                  <c:v>325.48409999999961</c:v>
                </c:pt>
                <c:pt idx="28356">
                  <c:v>323.34370000000001</c:v>
                </c:pt>
                <c:pt idx="28357">
                  <c:v>320.52820000000003</c:v>
                </c:pt>
                <c:pt idx="28358">
                  <c:v>320.22469999999993</c:v>
                </c:pt>
                <c:pt idx="28359">
                  <c:v>319.43029999999953</c:v>
                </c:pt>
                <c:pt idx="28360">
                  <c:v>305.7320999999996</c:v>
                </c:pt>
                <c:pt idx="28361">
                  <c:v>300.91199999999935</c:v>
                </c:pt>
                <c:pt idx="28362">
                  <c:v>299.93060000000003</c:v>
                </c:pt>
                <c:pt idx="28363">
                  <c:v>300.06319999999954</c:v>
                </c:pt>
                <c:pt idx="28364">
                  <c:v>293.7199</c:v>
                </c:pt>
                <c:pt idx="28365">
                  <c:v>295.55070000000001</c:v>
                </c:pt>
                <c:pt idx="28366">
                  <c:v>324.33429999999993</c:v>
                </c:pt>
                <c:pt idx="28367">
                  <c:v>378.56189999999964</c:v>
                </c:pt>
                <c:pt idx="28368">
                  <c:v>428.1669</c:v>
                </c:pt>
                <c:pt idx="28369">
                  <c:v>441.53189999999961</c:v>
                </c:pt>
                <c:pt idx="28370">
                  <c:v>431.16559999999993</c:v>
                </c:pt>
                <c:pt idx="28371">
                  <c:v>421.38709999999969</c:v>
                </c:pt>
                <c:pt idx="28372">
                  <c:v>429.65570000000002</c:v>
                </c:pt>
                <c:pt idx="28373">
                  <c:v>445.8023</c:v>
                </c:pt>
                <c:pt idx="28374">
                  <c:v>459.7047</c:v>
                </c:pt>
                <c:pt idx="28375">
                  <c:v>454.52709999999968</c:v>
                </c:pt>
                <c:pt idx="28376">
                  <c:v>440.5188</c:v>
                </c:pt>
                <c:pt idx="28377">
                  <c:v>444.98929999999967</c:v>
                </c:pt>
                <c:pt idx="28378">
                  <c:v>453.5428000000004</c:v>
                </c:pt>
                <c:pt idx="28379">
                  <c:v>445.92409999999961</c:v>
                </c:pt>
                <c:pt idx="28380">
                  <c:v>433.57909999999993</c:v>
                </c:pt>
                <c:pt idx="28381">
                  <c:v>430.36849999999993</c:v>
                </c:pt>
                <c:pt idx="28382">
                  <c:v>425.77289999999999</c:v>
                </c:pt>
                <c:pt idx="28383">
                  <c:v>425.97709999999961</c:v>
                </c:pt>
                <c:pt idx="28384">
                  <c:v>430.14080000000047</c:v>
                </c:pt>
                <c:pt idx="28385">
                  <c:v>423.77149999999961</c:v>
                </c:pt>
                <c:pt idx="28386">
                  <c:v>417.32839999999953</c:v>
                </c:pt>
                <c:pt idx="28387">
                  <c:v>413.75799999999964</c:v>
                </c:pt>
                <c:pt idx="28388">
                  <c:v>425.58849999999961</c:v>
                </c:pt>
                <c:pt idx="28389">
                  <c:v>427.6112</c:v>
                </c:pt>
                <c:pt idx="28390">
                  <c:v>453.78579999999954</c:v>
                </c:pt>
                <c:pt idx="28391">
                  <c:v>496.62649999999968</c:v>
                </c:pt>
                <c:pt idx="28392">
                  <c:v>512.95539999999949</c:v>
                </c:pt>
                <c:pt idx="28393">
                  <c:v>506.99629999999934</c:v>
                </c:pt>
                <c:pt idx="28394">
                  <c:v>501.3306</c:v>
                </c:pt>
                <c:pt idx="28395">
                  <c:v>529.39679999999998</c:v>
                </c:pt>
                <c:pt idx="28396">
                  <c:v>725.64269999999919</c:v>
                </c:pt>
                <c:pt idx="28397">
                  <c:v>1271.4100000000001</c:v>
                </c:pt>
                <c:pt idx="28398">
                  <c:v>1786.721</c:v>
                </c:pt>
                <c:pt idx="28399">
                  <c:v>1552.924</c:v>
                </c:pt>
                <c:pt idx="28400">
                  <c:v>1064.4270000000001</c:v>
                </c:pt>
                <c:pt idx="28401">
                  <c:v>977.34389999999996</c:v>
                </c:pt>
                <c:pt idx="28402">
                  <c:v>962.04749999999933</c:v>
                </c:pt>
                <c:pt idx="28403">
                  <c:v>904.62549999999999</c:v>
                </c:pt>
                <c:pt idx="28404">
                  <c:v>1005.6420000000001</c:v>
                </c:pt>
                <c:pt idx="28405">
                  <c:v>1491.2280000000001</c:v>
                </c:pt>
                <c:pt idx="28406">
                  <c:v>2681.9679999999998</c:v>
                </c:pt>
                <c:pt idx="28407">
                  <c:v>3730.1819999999998</c:v>
                </c:pt>
                <c:pt idx="28408">
                  <c:v>3370.2539999999999</c:v>
                </c:pt>
                <c:pt idx="28409">
                  <c:v>2559.2599999999998</c:v>
                </c:pt>
                <c:pt idx="28410">
                  <c:v>2663.0239999999999</c:v>
                </c:pt>
                <c:pt idx="28411">
                  <c:v>3067.5630000000001</c:v>
                </c:pt>
                <c:pt idx="28412">
                  <c:v>3121.8449999999998</c:v>
                </c:pt>
                <c:pt idx="28413">
                  <c:v>2906.864</c:v>
                </c:pt>
                <c:pt idx="28414">
                  <c:v>2527.6239999999998</c:v>
                </c:pt>
                <c:pt idx="28415">
                  <c:v>2230.3580000000002</c:v>
                </c:pt>
                <c:pt idx="28416">
                  <c:v>2031.1799999999998</c:v>
                </c:pt>
                <c:pt idx="28417">
                  <c:v>1861.47</c:v>
                </c:pt>
                <c:pt idx="28418">
                  <c:v>1736.27</c:v>
                </c:pt>
                <c:pt idx="28419">
                  <c:v>1628.6379999999999</c:v>
                </c:pt>
                <c:pt idx="28420">
                  <c:v>1526.0119999999999</c:v>
                </c:pt>
                <c:pt idx="28421">
                  <c:v>1420.0239999999999</c:v>
                </c:pt>
                <c:pt idx="28422">
                  <c:v>1303.953</c:v>
                </c:pt>
                <c:pt idx="28423">
                  <c:v>1201.298</c:v>
                </c:pt>
                <c:pt idx="28424">
                  <c:v>1135.1339999999998</c:v>
                </c:pt>
                <c:pt idx="28425">
                  <c:v>1116.047</c:v>
                </c:pt>
                <c:pt idx="28426">
                  <c:v>1110.9170000000001</c:v>
                </c:pt>
                <c:pt idx="28427">
                  <c:v>1107.6989999999998</c:v>
                </c:pt>
                <c:pt idx="28428">
                  <c:v>1179.3389999999999</c:v>
                </c:pt>
                <c:pt idx="28429">
                  <c:v>1287.7670000000001</c:v>
                </c:pt>
                <c:pt idx="28430">
                  <c:v>1281.5529999999999</c:v>
                </c:pt>
                <c:pt idx="28431">
                  <c:v>1176.2909999999999</c:v>
                </c:pt>
                <c:pt idx="28432">
                  <c:v>1081.4100000000001</c:v>
                </c:pt>
                <c:pt idx="28433">
                  <c:v>1023.575</c:v>
                </c:pt>
                <c:pt idx="28434">
                  <c:v>987.78820000000053</c:v>
                </c:pt>
                <c:pt idx="28435">
                  <c:v>965.58150000000001</c:v>
                </c:pt>
                <c:pt idx="28436">
                  <c:v>983.26419999999996</c:v>
                </c:pt>
                <c:pt idx="28437">
                  <c:v>1005.838</c:v>
                </c:pt>
                <c:pt idx="28438">
                  <c:v>1001.949</c:v>
                </c:pt>
                <c:pt idx="28439">
                  <c:v>977.26390000000004</c:v>
                </c:pt>
                <c:pt idx="28440">
                  <c:v>967.4572999999989</c:v>
                </c:pt>
                <c:pt idx="28441">
                  <c:v>1112.819</c:v>
                </c:pt>
                <c:pt idx="28442">
                  <c:v>1277.558</c:v>
                </c:pt>
                <c:pt idx="28443">
                  <c:v>1250.1979999999999</c:v>
                </c:pt>
                <c:pt idx="28444">
                  <c:v>1077.575</c:v>
                </c:pt>
                <c:pt idx="28445">
                  <c:v>1033.8619999999999</c:v>
                </c:pt>
                <c:pt idx="28446">
                  <c:v>1301.8429999999998</c:v>
                </c:pt>
                <c:pt idx="28447">
                  <c:v>1878.423</c:v>
                </c:pt>
                <c:pt idx="28448">
                  <c:v>2426.3530000000028</c:v>
                </c:pt>
                <c:pt idx="28449">
                  <c:v>2269.9009999999998</c:v>
                </c:pt>
                <c:pt idx="28450">
                  <c:v>1801.4290000000001</c:v>
                </c:pt>
                <c:pt idx="28451">
                  <c:v>1301.317</c:v>
                </c:pt>
                <c:pt idx="28452">
                  <c:v>1101.31</c:v>
                </c:pt>
                <c:pt idx="28453">
                  <c:v>1035.2619999999999</c:v>
                </c:pt>
                <c:pt idx="28454">
                  <c:v>980.07060000000001</c:v>
                </c:pt>
                <c:pt idx="28455">
                  <c:v>944.899</c:v>
                </c:pt>
                <c:pt idx="28456">
                  <c:v>918.37649999999996</c:v>
                </c:pt>
                <c:pt idx="28457">
                  <c:v>895.28009999999995</c:v>
                </c:pt>
                <c:pt idx="28458">
                  <c:v>900.06259999999907</c:v>
                </c:pt>
                <c:pt idx="28459">
                  <c:v>1281.3509999999999</c:v>
                </c:pt>
                <c:pt idx="28460">
                  <c:v>2519.5970000000002</c:v>
                </c:pt>
                <c:pt idx="28461">
                  <c:v>3403.6779999999999</c:v>
                </c:pt>
                <c:pt idx="28462">
                  <c:v>3217.9510000000028</c:v>
                </c:pt>
                <c:pt idx="28463">
                  <c:v>2912.5369999999998</c:v>
                </c:pt>
                <c:pt idx="28464">
                  <c:v>3031.2849999999967</c:v>
                </c:pt>
                <c:pt idx="28465">
                  <c:v>2598.8649999999998</c:v>
                </c:pt>
                <c:pt idx="28466">
                  <c:v>2471.1669999999967</c:v>
                </c:pt>
                <c:pt idx="28467">
                  <c:v>2516.0540000000001</c:v>
                </c:pt>
                <c:pt idx="28468">
                  <c:v>2424.3049999999998</c:v>
                </c:pt>
                <c:pt idx="28469">
                  <c:v>2082.08</c:v>
                </c:pt>
                <c:pt idx="28470">
                  <c:v>1842.0160000000001</c:v>
                </c:pt>
                <c:pt idx="28471">
                  <c:v>1710.6329999999998</c:v>
                </c:pt>
                <c:pt idx="28472">
                  <c:v>1603.771</c:v>
                </c:pt>
                <c:pt idx="28473">
                  <c:v>1455.2170000000001</c:v>
                </c:pt>
                <c:pt idx="28474">
                  <c:v>1347.3319999999999</c:v>
                </c:pt>
                <c:pt idx="28475">
                  <c:v>1271.2329999999999</c:v>
                </c:pt>
                <c:pt idx="28476">
                  <c:v>1225.627</c:v>
                </c:pt>
                <c:pt idx="28477">
                  <c:v>1192.2370000000001</c:v>
                </c:pt>
                <c:pt idx="28478">
                  <c:v>1173.9780000000001</c:v>
                </c:pt>
                <c:pt idx="28479">
                  <c:v>1153.5219999999999</c:v>
                </c:pt>
                <c:pt idx="28480">
                  <c:v>1120.1389999999999</c:v>
                </c:pt>
                <c:pt idx="28481">
                  <c:v>1076.9560000000001</c:v>
                </c:pt>
                <c:pt idx="28482">
                  <c:v>1041.1119999999999</c:v>
                </c:pt>
                <c:pt idx="28483">
                  <c:v>1017.748</c:v>
                </c:pt>
                <c:pt idx="28484">
                  <c:v>1010.192</c:v>
                </c:pt>
                <c:pt idx="28485">
                  <c:v>1001.8359999999993</c:v>
                </c:pt>
                <c:pt idx="28486">
                  <c:v>984.48649999999998</c:v>
                </c:pt>
                <c:pt idx="28487">
                  <c:v>969.1771</c:v>
                </c:pt>
                <c:pt idx="28488">
                  <c:v>1149.7950000000001</c:v>
                </c:pt>
                <c:pt idx="28489">
                  <c:v>1227.0709999999999</c:v>
                </c:pt>
                <c:pt idx="28490">
                  <c:v>1175.2850000000001</c:v>
                </c:pt>
                <c:pt idx="28491">
                  <c:v>1124.1189999999999</c:v>
                </c:pt>
                <c:pt idx="28492">
                  <c:v>1071.6039999999998</c:v>
                </c:pt>
                <c:pt idx="28493">
                  <c:v>1009.0650000000001</c:v>
                </c:pt>
                <c:pt idx="28494">
                  <c:v>985.82119999999907</c:v>
                </c:pt>
                <c:pt idx="28495">
                  <c:v>1296.8679999999999</c:v>
                </c:pt>
                <c:pt idx="28496">
                  <c:v>1809.4090000000001</c:v>
                </c:pt>
                <c:pt idx="28497">
                  <c:v>2052.3809999999999</c:v>
                </c:pt>
                <c:pt idx="28498">
                  <c:v>1650.6079999999999</c:v>
                </c:pt>
                <c:pt idx="28499">
                  <c:v>1221.616</c:v>
                </c:pt>
                <c:pt idx="28500">
                  <c:v>1091.3799999999999</c:v>
                </c:pt>
                <c:pt idx="28501">
                  <c:v>1064.712</c:v>
                </c:pt>
                <c:pt idx="28502">
                  <c:v>1040.7819999999999</c:v>
                </c:pt>
                <c:pt idx="28503">
                  <c:v>1054.0150000000001</c:v>
                </c:pt>
                <c:pt idx="28504">
                  <c:v>1058.76</c:v>
                </c:pt>
                <c:pt idx="28505">
                  <c:v>1051.787</c:v>
                </c:pt>
                <c:pt idx="28506">
                  <c:v>1042.1729999999998</c:v>
                </c:pt>
                <c:pt idx="28507">
                  <c:v>1022.013</c:v>
                </c:pt>
                <c:pt idx="28508">
                  <c:v>991.0570999999992</c:v>
                </c:pt>
                <c:pt idx="28509">
                  <c:v>948.94169999999906</c:v>
                </c:pt>
                <c:pt idx="28510">
                  <c:v>907.88519999999949</c:v>
                </c:pt>
                <c:pt idx="28511">
                  <c:v>877.62540000000001</c:v>
                </c:pt>
                <c:pt idx="28512">
                  <c:v>858.83579999999949</c:v>
                </c:pt>
                <c:pt idx="28513">
                  <c:v>845.32929999999919</c:v>
                </c:pt>
                <c:pt idx="28514">
                  <c:v>827.16970000000003</c:v>
                </c:pt>
                <c:pt idx="28515">
                  <c:v>807.90170000000001</c:v>
                </c:pt>
                <c:pt idx="28516">
                  <c:v>794.36379999999997</c:v>
                </c:pt>
                <c:pt idx="28517">
                  <c:v>787.08659999999998</c:v>
                </c:pt>
                <c:pt idx="28518">
                  <c:v>783.00099999999998</c:v>
                </c:pt>
                <c:pt idx="28519">
                  <c:v>778.98990000000003</c:v>
                </c:pt>
                <c:pt idx="28520">
                  <c:v>772.03819999999996</c:v>
                </c:pt>
                <c:pt idx="28521">
                  <c:v>762.26679999999999</c:v>
                </c:pt>
                <c:pt idx="28522">
                  <c:v>750.428</c:v>
                </c:pt>
                <c:pt idx="28523">
                  <c:v>740.20550000000003</c:v>
                </c:pt>
                <c:pt idx="28524">
                  <c:v>730.66749999999934</c:v>
                </c:pt>
                <c:pt idx="28525">
                  <c:v>723.41539999999998</c:v>
                </c:pt>
                <c:pt idx="28526">
                  <c:v>760.0833000000008</c:v>
                </c:pt>
                <c:pt idx="28527">
                  <c:v>1001.4569999999992</c:v>
                </c:pt>
                <c:pt idx="28528">
                  <c:v>1363.857</c:v>
                </c:pt>
                <c:pt idx="28529">
                  <c:v>1497.5519999999999</c:v>
                </c:pt>
                <c:pt idx="28530">
                  <c:v>1292.903</c:v>
                </c:pt>
                <c:pt idx="28531">
                  <c:v>1289.6669999999999</c:v>
                </c:pt>
                <c:pt idx="28532">
                  <c:v>1382.077</c:v>
                </c:pt>
                <c:pt idx="28533">
                  <c:v>1336.75</c:v>
                </c:pt>
                <c:pt idx="28534">
                  <c:v>1130.239</c:v>
                </c:pt>
                <c:pt idx="28535">
                  <c:v>966.76619999999946</c:v>
                </c:pt>
                <c:pt idx="28536">
                  <c:v>891.97969999999998</c:v>
                </c:pt>
                <c:pt idx="28537">
                  <c:v>897.21390000000054</c:v>
                </c:pt>
                <c:pt idx="28538">
                  <c:v>893.9769</c:v>
                </c:pt>
                <c:pt idx="28539">
                  <c:v>864.81899999999996</c:v>
                </c:pt>
                <c:pt idx="28540">
                  <c:v>817.42249999999933</c:v>
                </c:pt>
                <c:pt idx="28541">
                  <c:v>812.94239999999934</c:v>
                </c:pt>
                <c:pt idx="28542">
                  <c:v>827.93679999999949</c:v>
                </c:pt>
                <c:pt idx="28543">
                  <c:v>838.8645999999992</c:v>
                </c:pt>
                <c:pt idx="28544">
                  <c:v>817.99990000000003</c:v>
                </c:pt>
                <c:pt idx="28545">
                  <c:v>787.13679999999999</c:v>
                </c:pt>
                <c:pt idx="28546">
                  <c:v>813.47889999999995</c:v>
                </c:pt>
                <c:pt idx="28547">
                  <c:v>1121.1329999999998</c:v>
                </c:pt>
                <c:pt idx="28548">
                  <c:v>1491.1429999999998</c:v>
                </c:pt>
                <c:pt idx="28549">
                  <c:v>1484.6819999999998</c:v>
                </c:pt>
                <c:pt idx="28550">
                  <c:v>1143.1879999999999</c:v>
                </c:pt>
                <c:pt idx="28551">
                  <c:v>966.33799999999906</c:v>
                </c:pt>
                <c:pt idx="28552">
                  <c:v>883.26869999999997</c:v>
                </c:pt>
                <c:pt idx="28553">
                  <c:v>958.13350000000003</c:v>
                </c:pt>
                <c:pt idx="28554">
                  <c:v>1910.788</c:v>
                </c:pt>
                <c:pt idx="28555">
                  <c:v>3070.3090000000002</c:v>
                </c:pt>
                <c:pt idx="28556">
                  <c:v>3166.7059999999997</c:v>
                </c:pt>
                <c:pt idx="28557">
                  <c:v>1990.357</c:v>
                </c:pt>
                <c:pt idx="28558">
                  <c:v>1233.239</c:v>
                </c:pt>
                <c:pt idx="28559">
                  <c:v>1161.6819999999998</c:v>
                </c:pt>
                <c:pt idx="28560">
                  <c:v>1088.412</c:v>
                </c:pt>
                <c:pt idx="28561">
                  <c:v>1014.606</c:v>
                </c:pt>
                <c:pt idx="28562">
                  <c:v>1011.9319999999993</c:v>
                </c:pt>
                <c:pt idx="28563">
                  <c:v>992.1997000000008</c:v>
                </c:pt>
                <c:pt idx="28564">
                  <c:v>978.80219999999906</c:v>
                </c:pt>
                <c:pt idx="28565">
                  <c:v>969.38919999999996</c:v>
                </c:pt>
                <c:pt idx="28566">
                  <c:v>949.98249999999996</c:v>
                </c:pt>
                <c:pt idx="28567">
                  <c:v>926.87959999999998</c:v>
                </c:pt>
                <c:pt idx="28568">
                  <c:v>906.39289999999949</c:v>
                </c:pt>
                <c:pt idx="28569">
                  <c:v>890.3595999999992</c:v>
                </c:pt>
                <c:pt idx="28570">
                  <c:v>873.80909999999949</c:v>
                </c:pt>
                <c:pt idx="28571">
                  <c:v>853.62709999999947</c:v>
                </c:pt>
                <c:pt idx="28572">
                  <c:v>831.33119999999906</c:v>
                </c:pt>
                <c:pt idx="28573">
                  <c:v>817.26030000000003</c:v>
                </c:pt>
                <c:pt idx="28574">
                  <c:v>812.26229999999907</c:v>
                </c:pt>
                <c:pt idx="28575">
                  <c:v>804.65509999999949</c:v>
                </c:pt>
                <c:pt idx="28576">
                  <c:v>790.93489999999997</c:v>
                </c:pt>
                <c:pt idx="28577">
                  <c:v>782.1893000000008</c:v>
                </c:pt>
                <c:pt idx="28578">
                  <c:v>778.45859999999948</c:v>
                </c:pt>
                <c:pt idx="28579">
                  <c:v>763.65340000000003</c:v>
                </c:pt>
                <c:pt idx="28580">
                  <c:v>742.41149999999948</c:v>
                </c:pt>
                <c:pt idx="28581">
                  <c:v>743.11800000000005</c:v>
                </c:pt>
                <c:pt idx="28582">
                  <c:v>822.47929999999997</c:v>
                </c:pt>
                <c:pt idx="28583">
                  <c:v>816.81049999999948</c:v>
                </c:pt>
                <c:pt idx="28584">
                  <c:v>801.09519999999998</c:v>
                </c:pt>
                <c:pt idx="28585">
                  <c:v>880.22199999999998</c:v>
                </c:pt>
                <c:pt idx="28586">
                  <c:v>967.52199999999948</c:v>
                </c:pt>
                <c:pt idx="28587">
                  <c:v>1078.502</c:v>
                </c:pt>
                <c:pt idx="28588">
                  <c:v>1002.938</c:v>
                </c:pt>
                <c:pt idx="28589">
                  <c:v>845.99209999999948</c:v>
                </c:pt>
                <c:pt idx="28590">
                  <c:v>760.28550000000052</c:v>
                </c:pt>
                <c:pt idx="28591">
                  <c:v>706.04359999999997</c:v>
                </c:pt>
                <c:pt idx="28592">
                  <c:v>657.23840000000052</c:v>
                </c:pt>
                <c:pt idx="28593">
                  <c:v>642.89109999999948</c:v>
                </c:pt>
                <c:pt idx="28594">
                  <c:v>643.78560000000004</c:v>
                </c:pt>
                <c:pt idx="28595">
                  <c:v>661.07600000000002</c:v>
                </c:pt>
                <c:pt idx="28596">
                  <c:v>1007.992</c:v>
                </c:pt>
                <c:pt idx="28597">
                  <c:v>2223.2370000000001</c:v>
                </c:pt>
                <c:pt idx="28598">
                  <c:v>2854.9560000000001</c:v>
                </c:pt>
                <c:pt idx="28599">
                  <c:v>2485.9389999999999</c:v>
                </c:pt>
                <c:pt idx="28600">
                  <c:v>1761.098</c:v>
                </c:pt>
                <c:pt idx="28601">
                  <c:v>1665.8679999999999</c:v>
                </c:pt>
                <c:pt idx="28602">
                  <c:v>1820.1009999999999</c:v>
                </c:pt>
                <c:pt idx="28603">
                  <c:v>2895.8370000000027</c:v>
                </c:pt>
                <c:pt idx="28604">
                  <c:v>6180.4869999999992</c:v>
                </c:pt>
                <c:pt idx="28605">
                  <c:v>9052.1329999999889</c:v>
                </c:pt>
                <c:pt idx="28606">
                  <c:v>8042.64</c:v>
                </c:pt>
                <c:pt idx="28607">
                  <c:v>4857.1230000000023</c:v>
                </c:pt>
                <c:pt idx="28608">
                  <c:v>3746.654</c:v>
                </c:pt>
                <c:pt idx="28609">
                  <c:v>4125.1670000000004</c:v>
                </c:pt>
                <c:pt idx="28610">
                  <c:v>3117.346</c:v>
                </c:pt>
                <c:pt idx="28611">
                  <c:v>2128.0129999999999</c:v>
                </c:pt>
                <c:pt idx="28612">
                  <c:v>2128.4730000000022</c:v>
                </c:pt>
                <c:pt idx="28613">
                  <c:v>2573.2429999999972</c:v>
                </c:pt>
                <c:pt idx="28614">
                  <c:v>2782.3330000000028</c:v>
                </c:pt>
                <c:pt idx="28615">
                  <c:v>2533.0479999999998</c:v>
                </c:pt>
                <c:pt idx="28616">
                  <c:v>2138.38</c:v>
                </c:pt>
                <c:pt idx="28617">
                  <c:v>2132.7089999999966</c:v>
                </c:pt>
                <c:pt idx="28618">
                  <c:v>2094.0839999999998</c:v>
                </c:pt>
                <c:pt idx="28619">
                  <c:v>1942.52</c:v>
                </c:pt>
                <c:pt idx="28620">
                  <c:v>1974.826</c:v>
                </c:pt>
                <c:pt idx="28621">
                  <c:v>1999.2180000000001</c:v>
                </c:pt>
                <c:pt idx="28622">
                  <c:v>1883.8679999999999</c:v>
                </c:pt>
                <c:pt idx="28623">
                  <c:v>1819.08</c:v>
                </c:pt>
                <c:pt idx="28624">
                  <c:v>1755.413</c:v>
                </c:pt>
                <c:pt idx="28625">
                  <c:v>1700.73</c:v>
                </c:pt>
                <c:pt idx="28626">
                  <c:v>1690.6929999999998</c:v>
                </c:pt>
                <c:pt idx="28627">
                  <c:v>1692.6399999999999</c:v>
                </c:pt>
                <c:pt idx="28628">
                  <c:v>1665.2839999999999</c:v>
                </c:pt>
                <c:pt idx="28629">
                  <c:v>1609.221</c:v>
                </c:pt>
                <c:pt idx="28630">
                  <c:v>1542.2380000000001</c:v>
                </c:pt>
                <c:pt idx="28631">
                  <c:v>1484.277</c:v>
                </c:pt>
                <c:pt idx="28632">
                  <c:v>1398.6439999999998</c:v>
                </c:pt>
                <c:pt idx="28633">
                  <c:v>1296.92</c:v>
                </c:pt>
                <c:pt idx="28634">
                  <c:v>1236.6589999999999</c:v>
                </c:pt>
                <c:pt idx="28635">
                  <c:v>1194.8889999999999</c:v>
                </c:pt>
                <c:pt idx="28636">
                  <c:v>1129.424</c:v>
                </c:pt>
                <c:pt idx="28637">
                  <c:v>1099.6729999999998</c:v>
                </c:pt>
                <c:pt idx="28638">
                  <c:v>1074.9639999999999</c:v>
                </c:pt>
                <c:pt idx="28639">
                  <c:v>1043.1509999999998</c:v>
                </c:pt>
                <c:pt idx="28640">
                  <c:v>977.54139999999938</c:v>
                </c:pt>
                <c:pt idx="28641">
                  <c:v>905.08920000000001</c:v>
                </c:pt>
                <c:pt idx="28642">
                  <c:v>843.34929999999906</c:v>
                </c:pt>
                <c:pt idx="28643">
                  <c:v>775.97119999999938</c:v>
                </c:pt>
                <c:pt idx="28644">
                  <c:v>737.06549999999947</c:v>
                </c:pt>
                <c:pt idx="28645">
                  <c:v>717.6114</c:v>
                </c:pt>
                <c:pt idx="28646">
                  <c:v>701.08940000000052</c:v>
                </c:pt>
                <c:pt idx="28647">
                  <c:v>665.3115999999992</c:v>
                </c:pt>
                <c:pt idx="28648">
                  <c:v>621.15049999999997</c:v>
                </c:pt>
                <c:pt idx="28649">
                  <c:v>589.69650000000001</c:v>
                </c:pt>
                <c:pt idx="28650">
                  <c:v>571.92579999999998</c:v>
                </c:pt>
                <c:pt idx="28651">
                  <c:v>562.63810000000001</c:v>
                </c:pt>
                <c:pt idx="28652">
                  <c:v>551.70890000000054</c:v>
                </c:pt>
                <c:pt idx="28653">
                  <c:v>536.80349999999999</c:v>
                </c:pt>
                <c:pt idx="28654">
                  <c:v>506.5206</c:v>
                </c:pt>
                <c:pt idx="28655">
                  <c:v>474.81799999999993</c:v>
                </c:pt>
                <c:pt idx="28656">
                  <c:v>453.42529999999954</c:v>
                </c:pt>
                <c:pt idx="28657">
                  <c:v>437.83460000000002</c:v>
                </c:pt>
                <c:pt idx="28658">
                  <c:v>422.99859999999939</c:v>
                </c:pt>
                <c:pt idx="28659">
                  <c:v>410.31319999999954</c:v>
                </c:pt>
                <c:pt idx="28660">
                  <c:v>398.41619999999932</c:v>
                </c:pt>
                <c:pt idx="28661">
                  <c:v>384.08859999999953</c:v>
                </c:pt>
                <c:pt idx="28662">
                  <c:v>372.66140000000001</c:v>
                </c:pt>
                <c:pt idx="28663">
                  <c:v>360.40879999999953</c:v>
                </c:pt>
                <c:pt idx="28664">
                  <c:v>360.06129999999968</c:v>
                </c:pt>
                <c:pt idx="28665">
                  <c:v>358.27799999999968</c:v>
                </c:pt>
                <c:pt idx="28666">
                  <c:v>368.16629999999969</c:v>
                </c:pt>
                <c:pt idx="28667">
                  <c:v>362.75799999999964</c:v>
                </c:pt>
                <c:pt idx="28668">
                  <c:v>353.72869999999961</c:v>
                </c:pt>
                <c:pt idx="28669">
                  <c:v>351.48499999999967</c:v>
                </c:pt>
                <c:pt idx="28670">
                  <c:v>344.77209999999968</c:v>
                </c:pt>
                <c:pt idx="28671">
                  <c:v>346.73299999999961</c:v>
                </c:pt>
                <c:pt idx="28672">
                  <c:v>345.19720000000001</c:v>
                </c:pt>
                <c:pt idx="28673">
                  <c:v>339.0316999999996</c:v>
                </c:pt>
                <c:pt idx="28674">
                  <c:v>339.45679999999953</c:v>
                </c:pt>
                <c:pt idx="28675">
                  <c:v>326.71980000000002</c:v>
                </c:pt>
                <c:pt idx="28676">
                  <c:v>315.71929999999969</c:v>
                </c:pt>
                <c:pt idx="28677">
                  <c:v>306.65539999999999</c:v>
                </c:pt>
                <c:pt idx="28678">
                  <c:v>312.48349999999954</c:v>
                </c:pt>
                <c:pt idx="28679">
                  <c:v>331.98789999999968</c:v>
                </c:pt>
                <c:pt idx="28680">
                  <c:v>330.53339999999935</c:v>
                </c:pt>
                <c:pt idx="28681">
                  <c:v>313.20169999999968</c:v>
                </c:pt>
                <c:pt idx="28682">
                  <c:v>305.84829999999999</c:v>
                </c:pt>
                <c:pt idx="28683">
                  <c:v>300.0847</c:v>
                </c:pt>
                <c:pt idx="28684">
                  <c:v>294.78059999999954</c:v>
                </c:pt>
                <c:pt idx="28685">
                  <c:v>288.47749999999968</c:v>
                </c:pt>
                <c:pt idx="28686">
                  <c:v>278.45490000000001</c:v>
                </c:pt>
                <c:pt idx="28687">
                  <c:v>273.6628000000004</c:v>
                </c:pt>
                <c:pt idx="28688">
                  <c:v>269.84930000000008</c:v>
                </c:pt>
                <c:pt idx="28689">
                  <c:v>267.25360000000001</c:v>
                </c:pt>
                <c:pt idx="28690">
                  <c:v>268.00609999999961</c:v>
                </c:pt>
                <c:pt idx="28691">
                  <c:v>268.27420000000001</c:v>
                </c:pt>
                <c:pt idx="28692">
                  <c:v>265.45940000000002</c:v>
                </c:pt>
                <c:pt idx="28693">
                  <c:v>261.72280000000001</c:v>
                </c:pt>
                <c:pt idx="28694">
                  <c:v>258.45859999999954</c:v>
                </c:pt>
                <c:pt idx="28695">
                  <c:v>254.58260000000001</c:v>
                </c:pt>
                <c:pt idx="28696">
                  <c:v>252.37459999999999</c:v>
                </c:pt>
                <c:pt idx="28697">
                  <c:v>251.8717</c:v>
                </c:pt>
                <c:pt idx="28698">
                  <c:v>251.38590000000016</c:v>
                </c:pt>
                <c:pt idx="28699">
                  <c:v>248.74959999999979</c:v>
                </c:pt>
                <c:pt idx="28700">
                  <c:v>245.96979999999999</c:v>
                </c:pt>
                <c:pt idx="28701">
                  <c:v>243.11049999999997</c:v>
                </c:pt>
                <c:pt idx="28702">
                  <c:v>256.7448000000004</c:v>
                </c:pt>
                <c:pt idx="28703">
                  <c:v>246.36950000000002</c:v>
                </c:pt>
                <c:pt idx="28704">
                  <c:v>256.3603</c:v>
                </c:pt>
                <c:pt idx="28705">
                  <c:v>265.51900000000001</c:v>
                </c:pt>
                <c:pt idx="28706">
                  <c:v>276.48579999999947</c:v>
                </c:pt>
                <c:pt idx="28707">
                  <c:v>267.93629999999933</c:v>
                </c:pt>
                <c:pt idx="28708">
                  <c:v>254.2079</c:v>
                </c:pt>
                <c:pt idx="28709">
                  <c:v>262.9676</c:v>
                </c:pt>
                <c:pt idx="28710">
                  <c:v>273.59969999999993</c:v>
                </c:pt>
                <c:pt idx="28711">
                  <c:v>276.35449999999997</c:v>
                </c:pt>
                <c:pt idx="28712">
                  <c:v>275.80680000000001</c:v>
                </c:pt>
                <c:pt idx="28713">
                  <c:v>270.41589999999968</c:v>
                </c:pt>
                <c:pt idx="28714">
                  <c:v>261.15949999999998</c:v>
                </c:pt>
                <c:pt idx="28715">
                  <c:v>233.39660000000001</c:v>
                </c:pt>
                <c:pt idx="28716">
                  <c:v>252.41159999999999</c:v>
                </c:pt>
                <c:pt idx="28717">
                  <c:v>251.17250000000001</c:v>
                </c:pt>
                <c:pt idx="28718">
                  <c:v>237.27329999999998</c:v>
                </c:pt>
                <c:pt idx="28719">
                  <c:v>251.21619999999999</c:v>
                </c:pt>
                <c:pt idx="28720">
                  <c:v>249.58450000000002</c:v>
                </c:pt>
                <c:pt idx="28721">
                  <c:v>251.24939999999998</c:v>
                </c:pt>
                <c:pt idx="28722">
                  <c:v>252.65170000000001</c:v>
                </c:pt>
                <c:pt idx="28723">
                  <c:v>248.22309999999999</c:v>
                </c:pt>
                <c:pt idx="28724">
                  <c:v>250.99030000000016</c:v>
                </c:pt>
                <c:pt idx="28725">
                  <c:v>264.87819999999954</c:v>
                </c:pt>
                <c:pt idx="28726">
                  <c:v>285.33679999999936</c:v>
                </c:pt>
                <c:pt idx="28727">
                  <c:v>290.36290000000002</c:v>
                </c:pt>
                <c:pt idx="28728">
                  <c:v>278.69049999999999</c:v>
                </c:pt>
                <c:pt idx="28729">
                  <c:v>276.09189999999961</c:v>
                </c:pt>
                <c:pt idx="28730">
                  <c:v>272.60210000000001</c:v>
                </c:pt>
                <c:pt idx="28731">
                  <c:v>269.61649999999969</c:v>
                </c:pt>
                <c:pt idx="28732">
                  <c:v>268.56540000000001</c:v>
                </c:pt>
                <c:pt idx="28733">
                  <c:v>261.31009999999969</c:v>
                </c:pt>
                <c:pt idx="28734">
                  <c:v>245.32190000000017</c:v>
                </c:pt>
                <c:pt idx="28735">
                  <c:v>240.15379999999999</c:v>
                </c:pt>
                <c:pt idx="28736">
                  <c:v>256.82870000000003</c:v>
                </c:pt>
                <c:pt idx="28737">
                  <c:v>276.01260000000002</c:v>
                </c:pt>
                <c:pt idx="28738">
                  <c:v>277.3503</c:v>
                </c:pt>
                <c:pt idx="28739">
                  <c:v>270.29129999999935</c:v>
                </c:pt>
                <c:pt idx="28740">
                  <c:v>254.10140000000001</c:v>
                </c:pt>
                <c:pt idx="28741">
                  <c:v>264.57299999999969</c:v>
                </c:pt>
                <c:pt idx="28742">
                  <c:v>292.16989999999998</c:v>
                </c:pt>
                <c:pt idx="28743">
                  <c:v>333.80739999999969</c:v>
                </c:pt>
                <c:pt idx="28744">
                  <c:v>375.23759999999953</c:v>
                </c:pt>
                <c:pt idx="28745">
                  <c:v>396.28309999999954</c:v>
                </c:pt>
                <c:pt idx="28746">
                  <c:v>408.46480000000008</c:v>
                </c:pt>
                <c:pt idx="28747">
                  <c:v>422.62220000000002</c:v>
                </c:pt>
                <c:pt idx="28748">
                  <c:v>433.61860000000001</c:v>
                </c:pt>
                <c:pt idx="28749">
                  <c:v>422.3023</c:v>
                </c:pt>
                <c:pt idx="28750">
                  <c:v>407.84949999999998</c:v>
                </c:pt>
                <c:pt idx="28751">
                  <c:v>401.34789999999998</c:v>
                </c:pt>
                <c:pt idx="28752">
                  <c:v>405.27149999999961</c:v>
                </c:pt>
                <c:pt idx="28753">
                  <c:v>408.13010000000003</c:v>
                </c:pt>
                <c:pt idx="28754">
                  <c:v>405.12389999999999</c:v>
                </c:pt>
                <c:pt idx="28755">
                  <c:v>401.6737</c:v>
                </c:pt>
                <c:pt idx="28756">
                  <c:v>402.55790000000002</c:v>
                </c:pt>
                <c:pt idx="28757">
                  <c:v>400.65120000000002</c:v>
                </c:pt>
                <c:pt idx="28758">
                  <c:v>393.51900000000001</c:v>
                </c:pt>
                <c:pt idx="28759">
                  <c:v>410.59780000000001</c:v>
                </c:pt>
                <c:pt idx="28760">
                  <c:v>418.73619999999931</c:v>
                </c:pt>
                <c:pt idx="28761">
                  <c:v>415.10329999999999</c:v>
                </c:pt>
                <c:pt idx="28762">
                  <c:v>408.38780000000008</c:v>
                </c:pt>
                <c:pt idx="28763">
                  <c:v>418.81760000000008</c:v>
                </c:pt>
                <c:pt idx="28764">
                  <c:v>444.1327</c:v>
                </c:pt>
                <c:pt idx="28765">
                  <c:v>465.59969999999993</c:v>
                </c:pt>
                <c:pt idx="28766">
                  <c:v>519.26749999999947</c:v>
                </c:pt>
                <c:pt idx="28767">
                  <c:v>567.40729999999905</c:v>
                </c:pt>
                <c:pt idx="28768">
                  <c:v>617.60979999999995</c:v>
                </c:pt>
                <c:pt idx="28769">
                  <c:v>621.8759</c:v>
                </c:pt>
                <c:pt idx="28770">
                  <c:v>600.88440000000003</c:v>
                </c:pt>
                <c:pt idx="28771">
                  <c:v>579.00099999999998</c:v>
                </c:pt>
                <c:pt idx="28772">
                  <c:v>565.6471999999992</c:v>
                </c:pt>
                <c:pt idx="28773">
                  <c:v>568.91109999999946</c:v>
                </c:pt>
                <c:pt idx="28774">
                  <c:v>601.38689999999997</c:v>
                </c:pt>
                <c:pt idx="28775">
                  <c:v>628.31679999999949</c:v>
                </c:pt>
                <c:pt idx="28776">
                  <c:v>622.39670000000001</c:v>
                </c:pt>
                <c:pt idx="28777">
                  <c:v>599.92370000000005</c:v>
                </c:pt>
                <c:pt idx="28778">
                  <c:v>585.86089999999933</c:v>
                </c:pt>
                <c:pt idx="28779">
                  <c:v>575.05319999999949</c:v>
                </c:pt>
                <c:pt idx="28780">
                  <c:v>568.83239999999921</c:v>
                </c:pt>
                <c:pt idx="28781">
                  <c:v>568.6223</c:v>
                </c:pt>
                <c:pt idx="28782">
                  <c:v>576.57100000000003</c:v>
                </c:pt>
                <c:pt idx="28783">
                  <c:v>657.8421999999988</c:v>
                </c:pt>
                <c:pt idx="28784">
                  <c:v>854.4676999999989</c:v>
                </c:pt>
                <c:pt idx="28785">
                  <c:v>1011.764</c:v>
                </c:pt>
                <c:pt idx="28786">
                  <c:v>1023.3599999999993</c:v>
                </c:pt>
                <c:pt idx="28787">
                  <c:v>909.05639999999948</c:v>
                </c:pt>
                <c:pt idx="28788">
                  <c:v>824.1354</c:v>
                </c:pt>
                <c:pt idx="28789">
                  <c:v>770.81209999999919</c:v>
                </c:pt>
                <c:pt idx="28790">
                  <c:v>790.33889999999997</c:v>
                </c:pt>
                <c:pt idx="28791">
                  <c:v>822.57500000000005</c:v>
                </c:pt>
                <c:pt idx="28792">
                  <c:v>816.57320000000004</c:v>
                </c:pt>
                <c:pt idx="28793">
                  <c:v>784.70069999999998</c:v>
                </c:pt>
                <c:pt idx="28794">
                  <c:v>762.01059999999939</c:v>
                </c:pt>
                <c:pt idx="28795">
                  <c:v>743.47789999999998</c:v>
                </c:pt>
                <c:pt idx="28796">
                  <c:v>732.91</c:v>
                </c:pt>
                <c:pt idx="28797">
                  <c:v>726.67769999999996</c:v>
                </c:pt>
                <c:pt idx="28798">
                  <c:v>722.85429999999906</c:v>
                </c:pt>
                <c:pt idx="28799">
                  <c:v>721.74019999999996</c:v>
                </c:pt>
                <c:pt idx="28800">
                  <c:v>717.55519999999933</c:v>
                </c:pt>
                <c:pt idx="28801">
                  <c:v>709.97109999999998</c:v>
                </c:pt>
                <c:pt idx="28802">
                  <c:v>703.44409999999948</c:v>
                </c:pt>
                <c:pt idx="28803">
                  <c:v>695.35349999999949</c:v>
                </c:pt>
                <c:pt idx="28804">
                  <c:v>690.47450000000003</c:v>
                </c:pt>
                <c:pt idx="28805">
                  <c:v>687.90209999999934</c:v>
                </c:pt>
                <c:pt idx="28806">
                  <c:v>682.79600000000005</c:v>
                </c:pt>
                <c:pt idx="28807">
                  <c:v>675.95929999999919</c:v>
                </c:pt>
                <c:pt idx="28808">
                  <c:v>670.34879999999998</c:v>
                </c:pt>
                <c:pt idx="28809">
                  <c:v>666.88300000000004</c:v>
                </c:pt>
                <c:pt idx="28810">
                  <c:v>666.3143</c:v>
                </c:pt>
                <c:pt idx="28811">
                  <c:v>658.27070000000094</c:v>
                </c:pt>
                <c:pt idx="28812">
                  <c:v>651.17740000000003</c:v>
                </c:pt>
                <c:pt idx="28813">
                  <c:v>642.1191</c:v>
                </c:pt>
                <c:pt idx="28814">
                  <c:v>634.09659999999997</c:v>
                </c:pt>
                <c:pt idx="28815">
                  <c:v>625.12270000000001</c:v>
                </c:pt>
                <c:pt idx="28816">
                  <c:v>619.82479999999998</c:v>
                </c:pt>
                <c:pt idx="28817">
                  <c:v>612.37310000000002</c:v>
                </c:pt>
                <c:pt idx="28818">
                  <c:v>625.20140000000004</c:v>
                </c:pt>
                <c:pt idx="28819">
                  <c:v>830.1123</c:v>
                </c:pt>
                <c:pt idx="28820">
                  <c:v>1003.2880000000008</c:v>
                </c:pt>
                <c:pt idx="28821">
                  <c:v>903.11940000000004</c:v>
                </c:pt>
                <c:pt idx="28822">
                  <c:v>760.40409999999997</c:v>
                </c:pt>
                <c:pt idx="28823">
                  <c:v>697.24709999999948</c:v>
                </c:pt>
                <c:pt idx="28824">
                  <c:v>664.48310000000004</c:v>
                </c:pt>
                <c:pt idx="28825">
                  <c:v>650.67750000000001</c:v>
                </c:pt>
                <c:pt idx="28826">
                  <c:v>650.82029999999907</c:v>
                </c:pt>
                <c:pt idx="28827">
                  <c:v>657.27860000000055</c:v>
                </c:pt>
                <c:pt idx="28828">
                  <c:v>659.64890000000003</c:v>
                </c:pt>
                <c:pt idx="28829">
                  <c:v>653.23609999999996</c:v>
                </c:pt>
                <c:pt idx="28830">
                  <c:v>726.05189999999948</c:v>
                </c:pt>
                <c:pt idx="28831">
                  <c:v>1118.933</c:v>
                </c:pt>
                <c:pt idx="28832">
                  <c:v>1712.972</c:v>
                </c:pt>
                <c:pt idx="28833">
                  <c:v>1481.7160000000001</c:v>
                </c:pt>
                <c:pt idx="28834">
                  <c:v>1182.0989999999999</c:v>
                </c:pt>
                <c:pt idx="28835">
                  <c:v>1051.3519999999999</c:v>
                </c:pt>
                <c:pt idx="28836">
                  <c:v>981.9374999999992</c:v>
                </c:pt>
                <c:pt idx="28837">
                  <c:v>936.06539999999939</c:v>
                </c:pt>
                <c:pt idx="28838">
                  <c:v>864.26480000000004</c:v>
                </c:pt>
                <c:pt idx="28839">
                  <c:v>806.35539999999946</c:v>
                </c:pt>
                <c:pt idx="28840">
                  <c:v>777.94599999999946</c:v>
                </c:pt>
                <c:pt idx="28841">
                  <c:v>919.10329999999999</c:v>
                </c:pt>
                <c:pt idx="28842">
                  <c:v>927.27860000000055</c:v>
                </c:pt>
                <c:pt idx="28843">
                  <c:v>870.96299999999906</c:v>
                </c:pt>
                <c:pt idx="28844">
                  <c:v>812.4434</c:v>
                </c:pt>
                <c:pt idx="28845">
                  <c:v>778.73219999999947</c:v>
                </c:pt>
                <c:pt idx="28846">
                  <c:v>1080.5160000000001</c:v>
                </c:pt>
                <c:pt idx="28847">
                  <c:v>1203.1789999999999</c:v>
                </c:pt>
                <c:pt idx="28848">
                  <c:v>1156.077</c:v>
                </c:pt>
                <c:pt idx="28849">
                  <c:v>976.36289999999906</c:v>
                </c:pt>
                <c:pt idx="28850">
                  <c:v>853.05789999999934</c:v>
                </c:pt>
                <c:pt idx="28851">
                  <c:v>763.47519999999997</c:v>
                </c:pt>
                <c:pt idx="28852">
                  <c:v>724.35609999999906</c:v>
                </c:pt>
                <c:pt idx="28853">
                  <c:v>699.36509999999919</c:v>
                </c:pt>
                <c:pt idx="28854">
                  <c:v>679.35639999999921</c:v>
                </c:pt>
                <c:pt idx="28855">
                  <c:v>663.13040000000001</c:v>
                </c:pt>
                <c:pt idx="28856">
                  <c:v>652.76179999999999</c:v>
                </c:pt>
                <c:pt idx="28857">
                  <c:v>650.79129999999998</c:v>
                </c:pt>
                <c:pt idx="28858">
                  <c:v>655.13319999999999</c:v>
                </c:pt>
                <c:pt idx="28859">
                  <c:v>665.14070000000004</c:v>
                </c:pt>
                <c:pt idx="28860">
                  <c:v>672.40749999999946</c:v>
                </c:pt>
                <c:pt idx="28861">
                  <c:v>777.45769999999902</c:v>
                </c:pt>
                <c:pt idx="28862">
                  <c:v>1063.9180000000001</c:v>
                </c:pt>
                <c:pt idx="28863">
                  <c:v>1347.732</c:v>
                </c:pt>
                <c:pt idx="28864">
                  <c:v>1531.6509999999998</c:v>
                </c:pt>
                <c:pt idx="28865">
                  <c:v>1528.6869999999999</c:v>
                </c:pt>
                <c:pt idx="28866">
                  <c:v>1332.3150000000001</c:v>
                </c:pt>
                <c:pt idx="28867">
                  <c:v>1128.3399999999999</c:v>
                </c:pt>
                <c:pt idx="28868">
                  <c:v>1084.4680000000001</c:v>
                </c:pt>
                <c:pt idx="28869">
                  <c:v>1066.6589999999999</c:v>
                </c:pt>
                <c:pt idx="28870">
                  <c:v>1028.6899999999998</c:v>
                </c:pt>
                <c:pt idx="28871">
                  <c:v>967.92840000000001</c:v>
                </c:pt>
                <c:pt idx="28872">
                  <c:v>887.46299999999906</c:v>
                </c:pt>
                <c:pt idx="28873">
                  <c:v>815.125</c:v>
                </c:pt>
                <c:pt idx="28874">
                  <c:v>771.80419999999947</c:v>
                </c:pt>
                <c:pt idx="28875">
                  <c:v>737.05749999999921</c:v>
                </c:pt>
                <c:pt idx="28876">
                  <c:v>710.54749999999933</c:v>
                </c:pt>
                <c:pt idx="28877">
                  <c:v>692.56199999999933</c:v>
                </c:pt>
                <c:pt idx="28878">
                  <c:v>675.19850000000054</c:v>
                </c:pt>
                <c:pt idx="28879">
                  <c:v>657.16199999999947</c:v>
                </c:pt>
                <c:pt idx="28880">
                  <c:v>656.33209999999906</c:v>
                </c:pt>
                <c:pt idx="28881">
                  <c:v>827.20090000000005</c:v>
                </c:pt>
                <c:pt idx="28882">
                  <c:v>1112.338</c:v>
                </c:pt>
                <c:pt idx="28883">
                  <c:v>1500.44</c:v>
                </c:pt>
                <c:pt idx="28884">
                  <c:v>1539.7060000000001</c:v>
                </c:pt>
                <c:pt idx="28885">
                  <c:v>1208.1679999999999</c:v>
                </c:pt>
                <c:pt idx="28886">
                  <c:v>972.83499999999947</c:v>
                </c:pt>
                <c:pt idx="28887">
                  <c:v>884.90890000000002</c:v>
                </c:pt>
                <c:pt idx="28888">
                  <c:v>825.13699999999949</c:v>
                </c:pt>
                <c:pt idx="28889">
                  <c:v>769.87149999999997</c:v>
                </c:pt>
                <c:pt idx="28890">
                  <c:v>732.94889999999998</c:v>
                </c:pt>
                <c:pt idx="28891">
                  <c:v>709.78269999999998</c:v>
                </c:pt>
                <c:pt idx="28892">
                  <c:v>1005.818</c:v>
                </c:pt>
                <c:pt idx="28893">
                  <c:v>1972.499</c:v>
                </c:pt>
                <c:pt idx="28894">
                  <c:v>2184.5129999999999</c:v>
                </c:pt>
                <c:pt idx="28895">
                  <c:v>1545.98</c:v>
                </c:pt>
                <c:pt idx="28896">
                  <c:v>1047.9010000000001</c:v>
                </c:pt>
                <c:pt idx="28897">
                  <c:v>915.60199999999998</c:v>
                </c:pt>
                <c:pt idx="28898">
                  <c:v>829.93149999999946</c:v>
                </c:pt>
                <c:pt idx="28899">
                  <c:v>785.90390000000002</c:v>
                </c:pt>
                <c:pt idx="28900">
                  <c:v>761.91579999999999</c:v>
                </c:pt>
                <c:pt idx="28901">
                  <c:v>748.71469999999999</c:v>
                </c:pt>
                <c:pt idx="28902">
                  <c:v>1020.682</c:v>
                </c:pt>
                <c:pt idx="28903">
                  <c:v>1967.201</c:v>
                </c:pt>
                <c:pt idx="28904">
                  <c:v>3127.3110000000029</c:v>
                </c:pt>
                <c:pt idx="28905">
                  <c:v>3494.5650000000001</c:v>
                </c:pt>
                <c:pt idx="28906">
                  <c:v>2546.9380000000001</c:v>
                </c:pt>
                <c:pt idx="28907">
                  <c:v>1633.7360000000001</c:v>
                </c:pt>
                <c:pt idx="28908">
                  <c:v>1240.52</c:v>
                </c:pt>
                <c:pt idx="28909">
                  <c:v>1097.3329999999999</c:v>
                </c:pt>
                <c:pt idx="28910">
                  <c:v>1148.951</c:v>
                </c:pt>
                <c:pt idx="28911">
                  <c:v>1948.7529999999999</c:v>
                </c:pt>
                <c:pt idx="28912">
                  <c:v>2875.4760000000001</c:v>
                </c:pt>
                <c:pt idx="28913">
                  <c:v>2568.3320000000012</c:v>
                </c:pt>
                <c:pt idx="28914">
                  <c:v>1712.712</c:v>
                </c:pt>
                <c:pt idx="28915">
                  <c:v>1413.4</c:v>
                </c:pt>
                <c:pt idx="28916">
                  <c:v>1361.789</c:v>
                </c:pt>
                <c:pt idx="28917">
                  <c:v>1424.742</c:v>
                </c:pt>
                <c:pt idx="28918">
                  <c:v>1970.491</c:v>
                </c:pt>
                <c:pt idx="28919">
                  <c:v>2304.1729999999998</c:v>
                </c:pt>
                <c:pt idx="28920">
                  <c:v>1887.8209999999999</c:v>
                </c:pt>
                <c:pt idx="28921">
                  <c:v>1613.721</c:v>
                </c:pt>
                <c:pt idx="28922">
                  <c:v>1712.3009999999999</c:v>
                </c:pt>
                <c:pt idx="28923">
                  <c:v>1545.77</c:v>
                </c:pt>
                <c:pt idx="28924">
                  <c:v>1258.1639999999998</c:v>
                </c:pt>
                <c:pt idx="28925">
                  <c:v>1177.4270000000001</c:v>
                </c:pt>
                <c:pt idx="28926">
                  <c:v>1145.6429999999998</c:v>
                </c:pt>
                <c:pt idx="28927">
                  <c:v>1093.328</c:v>
                </c:pt>
                <c:pt idx="28928">
                  <c:v>1072.788</c:v>
                </c:pt>
                <c:pt idx="28929">
                  <c:v>1075.442</c:v>
                </c:pt>
                <c:pt idx="28930">
                  <c:v>1086.3109999999999</c:v>
                </c:pt>
                <c:pt idx="28931">
                  <c:v>1078.5809999999999</c:v>
                </c:pt>
                <c:pt idx="28932">
                  <c:v>1082.3439999999998</c:v>
                </c:pt>
                <c:pt idx="28933">
                  <c:v>1188.8039999999999</c:v>
                </c:pt>
                <c:pt idx="28934">
                  <c:v>1353.018</c:v>
                </c:pt>
                <c:pt idx="28935">
                  <c:v>1331.2360000000001</c:v>
                </c:pt>
                <c:pt idx="28936">
                  <c:v>1166.9560000000001</c:v>
                </c:pt>
                <c:pt idx="28937">
                  <c:v>1100.211</c:v>
                </c:pt>
                <c:pt idx="28938">
                  <c:v>1088.53</c:v>
                </c:pt>
                <c:pt idx="28939">
                  <c:v>1060.9960000000001</c:v>
                </c:pt>
                <c:pt idx="28940">
                  <c:v>1062.3689999999999</c:v>
                </c:pt>
                <c:pt idx="28941">
                  <c:v>1352.018</c:v>
                </c:pt>
                <c:pt idx="28942">
                  <c:v>2147.4320000000002</c:v>
                </c:pt>
                <c:pt idx="28943">
                  <c:v>2630.7750000000001</c:v>
                </c:pt>
                <c:pt idx="28944">
                  <c:v>2147.7570000000001</c:v>
                </c:pt>
                <c:pt idx="28945">
                  <c:v>1980.6469999999999</c:v>
                </c:pt>
                <c:pt idx="28946">
                  <c:v>3047.7910000000002</c:v>
                </c:pt>
                <c:pt idx="28947">
                  <c:v>3721.0259999999998</c:v>
                </c:pt>
                <c:pt idx="28948">
                  <c:v>2827.1570000000002</c:v>
                </c:pt>
                <c:pt idx="28949">
                  <c:v>1814.9470000000001</c:v>
                </c:pt>
                <c:pt idx="28950">
                  <c:v>1645.931</c:v>
                </c:pt>
                <c:pt idx="28951">
                  <c:v>1665.5609999999999</c:v>
                </c:pt>
                <c:pt idx="28952">
                  <c:v>1669.278</c:v>
                </c:pt>
                <c:pt idx="28953">
                  <c:v>1674.067</c:v>
                </c:pt>
                <c:pt idx="28954">
                  <c:v>1701.085</c:v>
                </c:pt>
                <c:pt idx="28955">
                  <c:v>1908.1089999999999</c:v>
                </c:pt>
                <c:pt idx="28956">
                  <c:v>2058.5940000000001</c:v>
                </c:pt>
                <c:pt idx="28957">
                  <c:v>1927.3150000000001</c:v>
                </c:pt>
                <c:pt idx="28958">
                  <c:v>1699.6769999999999</c:v>
                </c:pt>
                <c:pt idx="28959">
                  <c:v>1507.3509999999999</c:v>
                </c:pt>
                <c:pt idx="28960">
                  <c:v>1391.277</c:v>
                </c:pt>
                <c:pt idx="28961">
                  <c:v>1327.3239999999998</c:v>
                </c:pt>
                <c:pt idx="28962">
                  <c:v>1280.3139999999999</c:v>
                </c:pt>
                <c:pt idx="28963">
                  <c:v>1250.5929999999998</c:v>
                </c:pt>
                <c:pt idx="28964">
                  <c:v>1243.2560000000001</c:v>
                </c:pt>
                <c:pt idx="28965">
                  <c:v>1263.598</c:v>
                </c:pt>
                <c:pt idx="28966">
                  <c:v>1262.5319999999999</c:v>
                </c:pt>
                <c:pt idx="28967">
                  <c:v>1209.4160000000011</c:v>
                </c:pt>
                <c:pt idx="28968">
                  <c:v>1150.7719999999999</c:v>
                </c:pt>
                <c:pt idx="28969">
                  <c:v>1126.2260000000001</c:v>
                </c:pt>
                <c:pt idx="28970">
                  <c:v>1129.0419999999999</c:v>
                </c:pt>
                <c:pt idx="28971">
                  <c:v>1148.269</c:v>
                </c:pt>
                <c:pt idx="28972">
                  <c:v>1373.2160000000001</c:v>
                </c:pt>
                <c:pt idx="28973">
                  <c:v>1918.9780000000001</c:v>
                </c:pt>
                <c:pt idx="28974">
                  <c:v>2250.8090000000002</c:v>
                </c:pt>
                <c:pt idx="28975">
                  <c:v>2035.489</c:v>
                </c:pt>
                <c:pt idx="28976">
                  <c:v>1713.471</c:v>
                </c:pt>
                <c:pt idx="28977">
                  <c:v>1587.635</c:v>
                </c:pt>
                <c:pt idx="28978">
                  <c:v>1507.1569999999999</c:v>
                </c:pt>
                <c:pt idx="28979">
                  <c:v>1424.6329999999998</c:v>
                </c:pt>
                <c:pt idx="28980">
                  <c:v>1374.655</c:v>
                </c:pt>
                <c:pt idx="28981">
                  <c:v>1306.0929999999998</c:v>
                </c:pt>
                <c:pt idx="28982">
                  <c:v>1275.056</c:v>
                </c:pt>
                <c:pt idx="28983">
                  <c:v>1242.367</c:v>
                </c:pt>
                <c:pt idx="28984">
                  <c:v>1211.1279999999999</c:v>
                </c:pt>
                <c:pt idx="28985">
                  <c:v>1295.6509999999998</c:v>
                </c:pt>
                <c:pt idx="28986">
                  <c:v>1531.972</c:v>
                </c:pt>
                <c:pt idx="28987">
                  <c:v>1697.6469999999999</c:v>
                </c:pt>
                <c:pt idx="28988">
                  <c:v>1549.2839999999999</c:v>
                </c:pt>
                <c:pt idx="28989">
                  <c:v>1338.6389999999999</c:v>
                </c:pt>
                <c:pt idx="28990">
                  <c:v>1455.856</c:v>
                </c:pt>
                <c:pt idx="28991">
                  <c:v>2124.3220000000001</c:v>
                </c:pt>
                <c:pt idx="28992">
                  <c:v>3049.152</c:v>
                </c:pt>
                <c:pt idx="28993">
                  <c:v>3103.8540000000012</c:v>
                </c:pt>
                <c:pt idx="28994">
                  <c:v>2359.3180000000002</c:v>
                </c:pt>
                <c:pt idx="28995">
                  <c:v>2187.8649999999998</c:v>
                </c:pt>
                <c:pt idx="28996">
                  <c:v>2531.654</c:v>
                </c:pt>
                <c:pt idx="28997">
                  <c:v>2535.19</c:v>
                </c:pt>
                <c:pt idx="28998">
                  <c:v>2294.8820000000001</c:v>
                </c:pt>
                <c:pt idx="28999">
                  <c:v>2043.9260000000011</c:v>
                </c:pt>
                <c:pt idx="29000">
                  <c:v>1800.1179999999999</c:v>
                </c:pt>
                <c:pt idx="29001">
                  <c:v>1737.395</c:v>
                </c:pt>
                <c:pt idx="29002">
                  <c:v>1854.1669999999999</c:v>
                </c:pt>
                <c:pt idx="29003">
                  <c:v>1890.2629999999999</c:v>
                </c:pt>
                <c:pt idx="29004">
                  <c:v>1831.0250000000001</c:v>
                </c:pt>
                <c:pt idx="29005">
                  <c:v>1827.3229999999999</c:v>
                </c:pt>
                <c:pt idx="29006">
                  <c:v>1751.597</c:v>
                </c:pt>
                <c:pt idx="29007">
                  <c:v>1502.7619999999999</c:v>
                </c:pt>
                <c:pt idx="29008">
                  <c:v>1299.8599999999999</c:v>
                </c:pt>
                <c:pt idx="29009">
                  <c:v>1245.5229999999999</c:v>
                </c:pt>
                <c:pt idx="29010">
                  <c:v>1202.4970000000001</c:v>
                </c:pt>
                <c:pt idx="29011">
                  <c:v>1142.0899999999999</c:v>
                </c:pt>
                <c:pt idx="29012">
                  <c:v>1085.9060000000011</c:v>
                </c:pt>
                <c:pt idx="29013">
                  <c:v>1045.72</c:v>
                </c:pt>
                <c:pt idx="29014">
                  <c:v>1015.828</c:v>
                </c:pt>
                <c:pt idx="29015">
                  <c:v>979.81189999999947</c:v>
                </c:pt>
                <c:pt idx="29016">
                  <c:v>946.03159999999946</c:v>
                </c:pt>
                <c:pt idx="29017">
                  <c:v>913.43449999999996</c:v>
                </c:pt>
                <c:pt idx="29018">
                  <c:v>865.02729999999906</c:v>
                </c:pt>
                <c:pt idx="29019">
                  <c:v>826.60050000000001</c:v>
                </c:pt>
                <c:pt idx="29020">
                  <c:v>811.88900000000001</c:v>
                </c:pt>
                <c:pt idx="29021">
                  <c:v>802.51880000000051</c:v>
                </c:pt>
                <c:pt idx="29022">
                  <c:v>820.72340000000054</c:v>
                </c:pt>
                <c:pt idx="29023">
                  <c:v>863.13829999999996</c:v>
                </c:pt>
                <c:pt idx="29024">
                  <c:v>859.23590000000002</c:v>
                </c:pt>
                <c:pt idx="29025">
                  <c:v>808.77560000000005</c:v>
                </c:pt>
                <c:pt idx="29026">
                  <c:v>767.43219999999906</c:v>
                </c:pt>
                <c:pt idx="29027">
                  <c:v>753.97490000000005</c:v>
                </c:pt>
                <c:pt idx="29028">
                  <c:v>728.84999999999934</c:v>
                </c:pt>
                <c:pt idx="29029">
                  <c:v>694.60719999999947</c:v>
                </c:pt>
                <c:pt idx="29030">
                  <c:v>686.83629999999914</c:v>
                </c:pt>
                <c:pt idx="29031">
                  <c:v>720.91269999999906</c:v>
                </c:pt>
                <c:pt idx="29032">
                  <c:v>721.85359999999946</c:v>
                </c:pt>
                <c:pt idx="29033">
                  <c:v>670.32599999999934</c:v>
                </c:pt>
                <c:pt idx="29034">
                  <c:v>640.00380000000052</c:v>
                </c:pt>
                <c:pt idx="29035">
                  <c:v>618.35659999999905</c:v>
                </c:pt>
                <c:pt idx="29036">
                  <c:v>590.03639999999996</c:v>
                </c:pt>
                <c:pt idx="29037">
                  <c:v>540.59860000000003</c:v>
                </c:pt>
                <c:pt idx="29038">
                  <c:v>479.08329999999961</c:v>
                </c:pt>
                <c:pt idx="29039">
                  <c:v>445.29069999999967</c:v>
                </c:pt>
                <c:pt idx="29040">
                  <c:v>442.93319999999932</c:v>
                </c:pt>
                <c:pt idx="29041">
                  <c:v>427.59</c:v>
                </c:pt>
                <c:pt idx="29042">
                  <c:v>409.04660000000001</c:v>
                </c:pt>
                <c:pt idx="29043">
                  <c:v>397.80680000000001</c:v>
                </c:pt>
                <c:pt idx="29044">
                  <c:v>387.40379999999953</c:v>
                </c:pt>
                <c:pt idx="29045">
                  <c:v>377.32829999999967</c:v>
                </c:pt>
                <c:pt idx="29046">
                  <c:v>366.31330000000003</c:v>
                </c:pt>
                <c:pt idx="29047">
                  <c:v>357.79199999999935</c:v>
                </c:pt>
                <c:pt idx="29048">
                  <c:v>351.27249999999964</c:v>
                </c:pt>
                <c:pt idx="29049">
                  <c:v>347.80799999999999</c:v>
                </c:pt>
                <c:pt idx="29050">
                  <c:v>336.6216</c:v>
                </c:pt>
                <c:pt idx="29051">
                  <c:v>327.45509999999967</c:v>
                </c:pt>
                <c:pt idx="29052">
                  <c:v>313.6934</c:v>
                </c:pt>
                <c:pt idx="29053">
                  <c:v>299.72529999999961</c:v>
                </c:pt>
                <c:pt idx="29054">
                  <c:v>294.49929999999961</c:v>
                </c:pt>
                <c:pt idx="29055">
                  <c:v>302.20339999999953</c:v>
                </c:pt>
                <c:pt idx="29056">
                  <c:v>293.54149999999993</c:v>
                </c:pt>
                <c:pt idx="29057">
                  <c:v>288.76529999999968</c:v>
                </c:pt>
                <c:pt idx="29058">
                  <c:v>282.02249999999964</c:v>
                </c:pt>
                <c:pt idx="29059">
                  <c:v>270.34300000000002</c:v>
                </c:pt>
                <c:pt idx="29060">
                  <c:v>268.27029999999968</c:v>
                </c:pt>
                <c:pt idx="29061">
                  <c:v>264.92329999999947</c:v>
                </c:pt>
                <c:pt idx="29062">
                  <c:v>265.28680000000003</c:v>
                </c:pt>
                <c:pt idx="29063">
                  <c:v>266.17149999999964</c:v>
                </c:pt>
                <c:pt idx="29064">
                  <c:v>268.31180000000001</c:v>
                </c:pt>
                <c:pt idx="29065">
                  <c:v>270.3082</c:v>
                </c:pt>
                <c:pt idx="29066">
                  <c:v>266.6902</c:v>
                </c:pt>
                <c:pt idx="29067">
                  <c:v>265.08460000000002</c:v>
                </c:pt>
                <c:pt idx="29068">
                  <c:v>268.97809999999947</c:v>
                </c:pt>
                <c:pt idx="29069">
                  <c:v>276.755</c:v>
                </c:pt>
                <c:pt idx="29070">
                  <c:v>281.78879999999936</c:v>
                </c:pt>
                <c:pt idx="29071">
                  <c:v>269.4402</c:v>
                </c:pt>
                <c:pt idx="29072">
                  <c:v>257.36930000000001</c:v>
                </c:pt>
                <c:pt idx="29073">
                  <c:v>259.0566</c:v>
                </c:pt>
                <c:pt idx="29074">
                  <c:v>265.72489999999999</c:v>
                </c:pt>
                <c:pt idx="29075">
                  <c:v>274.99099999999953</c:v>
                </c:pt>
                <c:pt idx="29076">
                  <c:v>286.81549999999999</c:v>
                </c:pt>
                <c:pt idx="29077">
                  <c:v>299.87639999999953</c:v>
                </c:pt>
                <c:pt idx="29078">
                  <c:v>289.69729999999993</c:v>
                </c:pt>
                <c:pt idx="29079">
                  <c:v>285.29329999999953</c:v>
                </c:pt>
                <c:pt idx="29080">
                  <c:v>279.87220000000002</c:v>
                </c:pt>
                <c:pt idx="29081">
                  <c:v>275.91929999999968</c:v>
                </c:pt>
                <c:pt idx="29082">
                  <c:v>280.90960000000001</c:v>
                </c:pt>
                <c:pt idx="29083">
                  <c:v>302.5179</c:v>
                </c:pt>
                <c:pt idx="29084">
                  <c:v>307.0992</c:v>
                </c:pt>
                <c:pt idx="29085">
                  <c:v>305.90679999999935</c:v>
                </c:pt>
                <c:pt idx="29086">
                  <c:v>305.404</c:v>
                </c:pt>
                <c:pt idx="29087">
                  <c:v>299.56369999999993</c:v>
                </c:pt>
                <c:pt idx="29088">
                  <c:v>298.96699999999947</c:v>
                </c:pt>
                <c:pt idx="29089">
                  <c:v>305.67829999999969</c:v>
                </c:pt>
                <c:pt idx="29090">
                  <c:v>305.8673</c:v>
                </c:pt>
                <c:pt idx="29091">
                  <c:v>301.52480000000008</c:v>
                </c:pt>
                <c:pt idx="29092">
                  <c:v>294.54219999999964</c:v>
                </c:pt>
                <c:pt idx="29093">
                  <c:v>298.41359999999935</c:v>
                </c:pt>
                <c:pt idx="29094">
                  <c:v>291.55430000000001</c:v>
                </c:pt>
                <c:pt idx="29095">
                  <c:v>287.1705</c:v>
                </c:pt>
                <c:pt idx="29096">
                  <c:v>289.6576000000004</c:v>
                </c:pt>
                <c:pt idx="29097">
                  <c:v>280.98829999999936</c:v>
                </c:pt>
                <c:pt idx="29098">
                  <c:v>283.90189999999961</c:v>
                </c:pt>
                <c:pt idx="29099">
                  <c:v>287.0052</c:v>
                </c:pt>
                <c:pt idx="29100">
                  <c:v>285.02549999999968</c:v>
                </c:pt>
                <c:pt idx="29101">
                  <c:v>285.26849999999968</c:v>
                </c:pt>
                <c:pt idx="29102">
                  <c:v>314.84190000000001</c:v>
                </c:pt>
                <c:pt idx="29103">
                  <c:v>391.65809999999999</c:v>
                </c:pt>
                <c:pt idx="29104">
                  <c:v>462.55619999999954</c:v>
                </c:pt>
                <c:pt idx="29105">
                  <c:v>507.18150000000003</c:v>
                </c:pt>
                <c:pt idx="29106">
                  <c:v>522.26179999999999</c:v>
                </c:pt>
                <c:pt idx="29107">
                  <c:v>515.41699999999946</c:v>
                </c:pt>
                <c:pt idx="29108">
                  <c:v>528.67600000000004</c:v>
                </c:pt>
                <c:pt idx="29109">
                  <c:v>587.99469999999997</c:v>
                </c:pt>
                <c:pt idx="29110">
                  <c:v>622.43639999999948</c:v>
                </c:pt>
                <c:pt idx="29111">
                  <c:v>618.85429999999906</c:v>
                </c:pt>
                <c:pt idx="29112">
                  <c:v>626.61440000000005</c:v>
                </c:pt>
                <c:pt idx="29113">
                  <c:v>630.75789999999949</c:v>
                </c:pt>
                <c:pt idx="29114">
                  <c:v>633.5674999999992</c:v>
                </c:pt>
                <c:pt idx="29115">
                  <c:v>676.67930000000081</c:v>
                </c:pt>
                <c:pt idx="29116">
                  <c:v>730.32639999999947</c:v>
                </c:pt>
                <c:pt idx="29117">
                  <c:v>733.56259999999907</c:v>
                </c:pt>
                <c:pt idx="29118">
                  <c:v>690.64509999999996</c:v>
                </c:pt>
                <c:pt idx="29119">
                  <c:v>641.86719999999866</c:v>
                </c:pt>
                <c:pt idx="29120">
                  <c:v>614.20890000000054</c:v>
                </c:pt>
                <c:pt idx="29121">
                  <c:v>601.80159999999921</c:v>
                </c:pt>
                <c:pt idx="29122">
                  <c:v>592.11090000000002</c:v>
                </c:pt>
                <c:pt idx="29123">
                  <c:v>605.495</c:v>
                </c:pt>
                <c:pt idx="29124">
                  <c:v>607.9941</c:v>
                </c:pt>
                <c:pt idx="29125">
                  <c:v>600.38119999999947</c:v>
                </c:pt>
                <c:pt idx="29126">
                  <c:v>587.49689999999998</c:v>
                </c:pt>
                <c:pt idx="29127">
                  <c:v>575.25360000000001</c:v>
                </c:pt>
                <c:pt idx="29128">
                  <c:v>564.31149999999946</c:v>
                </c:pt>
                <c:pt idx="29129">
                  <c:v>558.86269999999877</c:v>
                </c:pt>
                <c:pt idx="29130">
                  <c:v>579.98180000000002</c:v>
                </c:pt>
                <c:pt idx="29131">
                  <c:v>610.47799999999938</c:v>
                </c:pt>
                <c:pt idx="29132">
                  <c:v>635.77030000000082</c:v>
                </c:pt>
                <c:pt idx="29133">
                  <c:v>639.01009999999997</c:v>
                </c:pt>
                <c:pt idx="29134">
                  <c:v>635.09140000000002</c:v>
                </c:pt>
                <c:pt idx="29135">
                  <c:v>629.3338</c:v>
                </c:pt>
                <c:pt idx="29136">
                  <c:v>627.3981</c:v>
                </c:pt>
                <c:pt idx="29137">
                  <c:v>643.55669999999907</c:v>
                </c:pt>
                <c:pt idx="29138">
                  <c:v>678.58569999999997</c:v>
                </c:pt>
                <c:pt idx="29139">
                  <c:v>708.80370000000005</c:v>
                </c:pt>
                <c:pt idx="29140">
                  <c:v>725.87019999999939</c:v>
                </c:pt>
                <c:pt idx="29141">
                  <c:v>761.31599999999946</c:v>
                </c:pt>
                <c:pt idx="29142">
                  <c:v>876.51699999999948</c:v>
                </c:pt>
                <c:pt idx="29143">
                  <c:v>1074.809</c:v>
                </c:pt>
                <c:pt idx="29144">
                  <c:v>1324.7190000000001</c:v>
                </c:pt>
                <c:pt idx="29145">
                  <c:v>1567.3979999999999</c:v>
                </c:pt>
                <c:pt idx="29146">
                  <c:v>1643.2439999999999</c:v>
                </c:pt>
                <c:pt idx="29147">
                  <c:v>1644.4549999999999</c:v>
                </c:pt>
                <c:pt idx="29148">
                  <c:v>1733.875</c:v>
                </c:pt>
                <c:pt idx="29149">
                  <c:v>1820.2380000000001</c:v>
                </c:pt>
                <c:pt idx="29150">
                  <c:v>1887.2639999999999</c:v>
                </c:pt>
                <c:pt idx="29151">
                  <c:v>1917.2</c:v>
                </c:pt>
                <c:pt idx="29152">
                  <c:v>1861.8039999999999</c:v>
                </c:pt>
                <c:pt idx="29153">
                  <c:v>1793.018</c:v>
                </c:pt>
                <c:pt idx="29154">
                  <c:v>1763.96</c:v>
                </c:pt>
                <c:pt idx="29155">
                  <c:v>1729.9929999999999</c:v>
                </c:pt>
                <c:pt idx="29156">
                  <c:v>1675.817</c:v>
                </c:pt>
                <c:pt idx="29157">
                  <c:v>1649.461</c:v>
                </c:pt>
                <c:pt idx="29158">
                  <c:v>1744.4660000000001</c:v>
                </c:pt>
                <c:pt idx="29159">
                  <c:v>2004.2850000000001</c:v>
                </c:pt>
                <c:pt idx="29160">
                  <c:v>2009.7550000000001</c:v>
                </c:pt>
                <c:pt idx="29161">
                  <c:v>1875.2819999999999</c:v>
                </c:pt>
                <c:pt idx="29162">
                  <c:v>1691.3509999999999</c:v>
                </c:pt>
                <c:pt idx="29163">
                  <c:v>1651.826</c:v>
                </c:pt>
                <c:pt idx="29164">
                  <c:v>1662.7670000000001</c:v>
                </c:pt>
                <c:pt idx="29165">
                  <c:v>1800.3689999999999</c:v>
                </c:pt>
                <c:pt idx="29166">
                  <c:v>1995.8050000000001</c:v>
                </c:pt>
                <c:pt idx="29167">
                  <c:v>1850.799</c:v>
                </c:pt>
                <c:pt idx="29168">
                  <c:v>1583.0439999999999</c:v>
                </c:pt>
                <c:pt idx="29169">
                  <c:v>1496.6639999999998</c:v>
                </c:pt>
                <c:pt idx="29170">
                  <c:v>1445.4470000000001</c:v>
                </c:pt>
                <c:pt idx="29171">
                  <c:v>1343.9849999999999</c:v>
                </c:pt>
                <c:pt idx="29172">
                  <c:v>1371.8969999999999</c:v>
                </c:pt>
                <c:pt idx="29173">
                  <c:v>1411.3939999999998</c:v>
                </c:pt>
                <c:pt idx="29174">
                  <c:v>1424.3789999999999</c:v>
                </c:pt>
                <c:pt idx="29175">
                  <c:v>1435.808</c:v>
                </c:pt>
                <c:pt idx="29176">
                  <c:v>1445.721</c:v>
                </c:pt>
                <c:pt idx="29177">
                  <c:v>1439.797</c:v>
                </c:pt>
                <c:pt idx="29178">
                  <c:v>1405.635</c:v>
                </c:pt>
                <c:pt idx="29179">
                  <c:v>1334.0809999999999</c:v>
                </c:pt>
                <c:pt idx="29180">
                  <c:v>1250.914</c:v>
                </c:pt>
                <c:pt idx="29181">
                  <c:v>1302.2639999999999</c:v>
                </c:pt>
                <c:pt idx="29182">
                  <c:v>1623.6039999999998</c:v>
                </c:pt>
                <c:pt idx="29183">
                  <c:v>2315.201</c:v>
                </c:pt>
                <c:pt idx="29184">
                  <c:v>3307.5129999999999</c:v>
                </c:pt>
                <c:pt idx="29185">
                  <c:v>4132.8270000000002</c:v>
                </c:pt>
                <c:pt idx="29186">
                  <c:v>3840.6289999999967</c:v>
                </c:pt>
                <c:pt idx="29187">
                  <c:v>2803.085</c:v>
                </c:pt>
                <c:pt idx="29188">
                  <c:v>2157.8150000000028</c:v>
                </c:pt>
                <c:pt idx="29189">
                  <c:v>1977.1819999999998</c:v>
                </c:pt>
                <c:pt idx="29190">
                  <c:v>1776.4639999999999</c:v>
                </c:pt>
                <c:pt idx="29191">
                  <c:v>1662.586</c:v>
                </c:pt>
                <c:pt idx="29192">
                  <c:v>1626.1739999999998</c:v>
                </c:pt>
                <c:pt idx="29193">
                  <c:v>1590.12</c:v>
                </c:pt>
                <c:pt idx="29194">
                  <c:v>1558.2439999999999</c:v>
                </c:pt>
                <c:pt idx="29195">
                  <c:v>1500.9260000000011</c:v>
                </c:pt>
                <c:pt idx="29196">
                  <c:v>1433.318</c:v>
                </c:pt>
                <c:pt idx="29197">
                  <c:v>1710.6799999999998</c:v>
                </c:pt>
                <c:pt idx="29198">
                  <c:v>2473.0390000000002</c:v>
                </c:pt>
                <c:pt idx="29199">
                  <c:v>2822.1729999999998</c:v>
                </c:pt>
                <c:pt idx="29200">
                  <c:v>2259.6879999999987</c:v>
                </c:pt>
                <c:pt idx="29201">
                  <c:v>1850.7329999999999</c:v>
                </c:pt>
                <c:pt idx="29202">
                  <c:v>2001.4680000000001</c:v>
                </c:pt>
                <c:pt idx="29203">
                  <c:v>2223.4389999999999</c:v>
                </c:pt>
                <c:pt idx="29204">
                  <c:v>2559.8700000000022</c:v>
                </c:pt>
                <c:pt idx="29205">
                  <c:v>2651.9580000000001</c:v>
                </c:pt>
                <c:pt idx="29206">
                  <c:v>2257.5149999999999</c:v>
                </c:pt>
                <c:pt idx="29207">
                  <c:v>1882.2429999999999</c:v>
                </c:pt>
                <c:pt idx="29208">
                  <c:v>1791.5450000000001</c:v>
                </c:pt>
                <c:pt idx="29209">
                  <c:v>1684.9880000000001</c:v>
                </c:pt>
                <c:pt idx="29210">
                  <c:v>1532.2470000000001</c:v>
                </c:pt>
                <c:pt idx="29211">
                  <c:v>1404.0719999999999</c:v>
                </c:pt>
                <c:pt idx="29212">
                  <c:v>1304.146</c:v>
                </c:pt>
                <c:pt idx="29213">
                  <c:v>1250.165</c:v>
                </c:pt>
                <c:pt idx="29214">
                  <c:v>1226.027</c:v>
                </c:pt>
                <c:pt idx="29215">
                  <c:v>1205.741</c:v>
                </c:pt>
                <c:pt idx="29216">
                  <c:v>1199.2819999999999</c:v>
                </c:pt>
                <c:pt idx="29217">
                  <c:v>1203.5029999999999</c:v>
                </c:pt>
                <c:pt idx="29218">
                  <c:v>1213.6879999999999</c:v>
                </c:pt>
                <c:pt idx="29219">
                  <c:v>1194.33</c:v>
                </c:pt>
                <c:pt idx="29220">
                  <c:v>1146.316</c:v>
                </c:pt>
                <c:pt idx="29221">
                  <c:v>1113.9110000000001</c:v>
                </c:pt>
                <c:pt idx="29222">
                  <c:v>1083.5919999999999</c:v>
                </c:pt>
                <c:pt idx="29223">
                  <c:v>1058.2280000000001</c:v>
                </c:pt>
                <c:pt idx="29224">
                  <c:v>1042.232</c:v>
                </c:pt>
                <c:pt idx="29225">
                  <c:v>1031.2149999999999</c:v>
                </c:pt>
                <c:pt idx="29226">
                  <c:v>1019.135</c:v>
                </c:pt>
                <c:pt idx="29227">
                  <c:v>1002.2780000000008</c:v>
                </c:pt>
                <c:pt idx="29228">
                  <c:v>983.50559999999996</c:v>
                </c:pt>
                <c:pt idx="29229">
                  <c:v>965.02949999999998</c:v>
                </c:pt>
                <c:pt idx="29230">
                  <c:v>948.33449999999948</c:v>
                </c:pt>
                <c:pt idx="29231">
                  <c:v>931.86979999999949</c:v>
                </c:pt>
                <c:pt idx="29232">
                  <c:v>945.12900000000002</c:v>
                </c:pt>
                <c:pt idx="29233">
                  <c:v>1274.856</c:v>
                </c:pt>
                <c:pt idx="29234">
                  <c:v>1999.8119999999999</c:v>
                </c:pt>
                <c:pt idx="29235">
                  <c:v>2342.46</c:v>
                </c:pt>
                <c:pt idx="29236">
                  <c:v>1795.502</c:v>
                </c:pt>
                <c:pt idx="29237">
                  <c:v>1221.31</c:v>
                </c:pt>
                <c:pt idx="29238">
                  <c:v>1115.385</c:v>
                </c:pt>
                <c:pt idx="29239">
                  <c:v>1057.7650000000001</c:v>
                </c:pt>
                <c:pt idx="29240">
                  <c:v>973.06489999999997</c:v>
                </c:pt>
                <c:pt idx="29241">
                  <c:v>946.04019999999946</c:v>
                </c:pt>
                <c:pt idx="29242">
                  <c:v>973.39789999999948</c:v>
                </c:pt>
                <c:pt idx="29243">
                  <c:v>1047.107</c:v>
                </c:pt>
                <c:pt idx="29244">
                  <c:v>1120.2639999999999</c:v>
                </c:pt>
                <c:pt idx="29245">
                  <c:v>1112.261</c:v>
                </c:pt>
                <c:pt idx="29246">
                  <c:v>1048.646</c:v>
                </c:pt>
                <c:pt idx="29247">
                  <c:v>1026.625</c:v>
                </c:pt>
                <c:pt idx="29248">
                  <c:v>1283.2570000000001</c:v>
                </c:pt>
                <c:pt idx="29249">
                  <c:v>1712.84</c:v>
                </c:pt>
                <c:pt idx="29250">
                  <c:v>2714.5160000000001</c:v>
                </c:pt>
                <c:pt idx="29251">
                  <c:v>3972.3150000000028</c:v>
                </c:pt>
                <c:pt idx="29252">
                  <c:v>4527.6640000000034</c:v>
                </c:pt>
                <c:pt idx="29253">
                  <c:v>4791.3110000000024</c:v>
                </c:pt>
                <c:pt idx="29254">
                  <c:v>4691.0550000000003</c:v>
                </c:pt>
                <c:pt idx="29255">
                  <c:v>3707.5819999999999</c:v>
                </c:pt>
                <c:pt idx="29256">
                  <c:v>2141.8150000000028</c:v>
                </c:pt>
                <c:pt idx="29257">
                  <c:v>1515.444</c:v>
                </c:pt>
                <c:pt idx="29258">
                  <c:v>1494.8509999999999</c:v>
                </c:pt>
                <c:pt idx="29259">
                  <c:v>1446.1609999999998</c:v>
                </c:pt>
                <c:pt idx="29260">
                  <c:v>1428.921</c:v>
                </c:pt>
                <c:pt idx="29261">
                  <c:v>1424.1399999999999</c:v>
                </c:pt>
                <c:pt idx="29262">
                  <c:v>1365.866</c:v>
                </c:pt>
                <c:pt idx="29263">
                  <c:v>1324.8639999999998</c:v>
                </c:pt>
                <c:pt idx="29264">
                  <c:v>1284.837</c:v>
                </c:pt>
                <c:pt idx="29265">
                  <c:v>1224.0999999999999</c:v>
                </c:pt>
                <c:pt idx="29266">
                  <c:v>1159.1759999999999</c:v>
                </c:pt>
                <c:pt idx="29267">
                  <c:v>1105.7729999999999</c:v>
                </c:pt>
                <c:pt idx="29268">
                  <c:v>1068.8239999999998</c:v>
                </c:pt>
                <c:pt idx="29269">
                  <c:v>1238.6909999999998</c:v>
                </c:pt>
                <c:pt idx="29270">
                  <c:v>1577.84</c:v>
                </c:pt>
                <c:pt idx="29271">
                  <c:v>2205.0430000000001</c:v>
                </c:pt>
                <c:pt idx="29272">
                  <c:v>2193.4380000000001</c:v>
                </c:pt>
                <c:pt idx="29273">
                  <c:v>1781.6129999999998</c:v>
                </c:pt>
                <c:pt idx="29274">
                  <c:v>1437.56</c:v>
                </c:pt>
                <c:pt idx="29275">
                  <c:v>1392.8309999999999</c:v>
                </c:pt>
                <c:pt idx="29276">
                  <c:v>1343.37</c:v>
                </c:pt>
                <c:pt idx="29277">
                  <c:v>1318.4860000000001</c:v>
                </c:pt>
                <c:pt idx="29278">
                  <c:v>1377.3979999999999</c:v>
                </c:pt>
                <c:pt idx="29279">
                  <c:v>1824.1419999999998</c:v>
                </c:pt>
                <c:pt idx="29280">
                  <c:v>2201.4520000000002</c:v>
                </c:pt>
                <c:pt idx="29281">
                  <c:v>2161.4569999999999</c:v>
                </c:pt>
                <c:pt idx="29282">
                  <c:v>1748.6589999999999</c:v>
                </c:pt>
                <c:pt idx="29283">
                  <c:v>1491.325</c:v>
                </c:pt>
                <c:pt idx="29284">
                  <c:v>1433.4639999999999</c:v>
                </c:pt>
                <c:pt idx="29285">
                  <c:v>1416.7619999999999</c:v>
                </c:pt>
                <c:pt idx="29286">
                  <c:v>1374.9060000000011</c:v>
                </c:pt>
                <c:pt idx="29287">
                  <c:v>1295.06</c:v>
                </c:pt>
                <c:pt idx="29288">
                  <c:v>1233.3979999999999</c:v>
                </c:pt>
                <c:pt idx="29289">
                  <c:v>1202.502</c:v>
                </c:pt>
                <c:pt idx="29290">
                  <c:v>1626.8929999999998</c:v>
                </c:pt>
                <c:pt idx="29291">
                  <c:v>2006.4690000000001</c:v>
                </c:pt>
                <c:pt idx="29292">
                  <c:v>2133.9720000000002</c:v>
                </c:pt>
                <c:pt idx="29293">
                  <c:v>1722.289</c:v>
                </c:pt>
                <c:pt idx="29294">
                  <c:v>1352.6409999999998</c:v>
                </c:pt>
                <c:pt idx="29295">
                  <c:v>1267.6079999999999</c:v>
                </c:pt>
                <c:pt idx="29296">
                  <c:v>1213.367</c:v>
                </c:pt>
                <c:pt idx="29297">
                  <c:v>1160.126</c:v>
                </c:pt>
                <c:pt idx="29298">
                  <c:v>1191.4460000000001</c:v>
                </c:pt>
                <c:pt idx="29299">
                  <c:v>1288.1849999999986</c:v>
                </c:pt>
                <c:pt idx="29300">
                  <c:v>1328.5719999999999</c:v>
                </c:pt>
                <c:pt idx="29301">
                  <c:v>1250.962</c:v>
                </c:pt>
                <c:pt idx="29302">
                  <c:v>1157.4260000000011</c:v>
                </c:pt>
                <c:pt idx="29303">
                  <c:v>1267.5150000000001</c:v>
                </c:pt>
                <c:pt idx="29304">
                  <c:v>1162.2190000000001</c:v>
                </c:pt>
                <c:pt idx="29305">
                  <c:v>1103.8779999999999</c:v>
                </c:pt>
                <c:pt idx="29306">
                  <c:v>1058.221</c:v>
                </c:pt>
                <c:pt idx="29307">
                  <c:v>1131.577</c:v>
                </c:pt>
                <c:pt idx="29308">
                  <c:v>1066.942</c:v>
                </c:pt>
                <c:pt idx="29309">
                  <c:v>1039.1019999999999</c:v>
                </c:pt>
                <c:pt idx="29310">
                  <c:v>1153.2060000000001</c:v>
                </c:pt>
                <c:pt idx="29311">
                  <c:v>1296.742</c:v>
                </c:pt>
                <c:pt idx="29312">
                  <c:v>1345.0939999999998</c:v>
                </c:pt>
                <c:pt idx="29313">
                  <c:v>1250.76</c:v>
                </c:pt>
                <c:pt idx="29314">
                  <c:v>1161.529</c:v>
                </c:pt>
                <c:pt idx="29315">
                  <c:v>1036.848</c:v>
                </c:pt>
                <c:pt idx="29316">
                  <c:v>988.27000000000055</c:v>
                </c:pt>
                <c:pt idx="29317">
                  <c:v>1028.8589999999999</c:v>
                </c:pt>
                <c:pt idx="29318">
                  <c:v>1034.7380000000001</c:v>
                </c:pt>
                <c:pt idx="29319">
                  <c:v>1018.477</c:v>
                </c:pt>
                <c:pt idx="29320">
                  <c:v>948.9519999999992</c:v>
                </c:pt>
                <c:pt idx="29321">
                  <c:v>917.19680000000005</c:v>
                </c:pt>
                <c:pt idx="29322">
                  <c:v>916.78080000000068</c:v>
                </c:pt>
                <c:pt idx="29323">
                  <c:v>891.52670000000001</c:v>
                </c:pt>
                <c:pt idx="29324">
                  <c:v>869.06729999999902</c:v>
                </c:pt>
                <c:pt idx="29325">
                  <c:v>874.18370000000095</c:v>
                </c:pt>
                <c:pt idx="29326">
                  <c:v>901.7971</c:v>
                </c:pt>
                <c:pt idx="29327">
                  <c:v>937.20370000000082</c:v>
                </c:pt>
                <c:pt idx="29328">
                  <c:v>1474.2380000000001</c:v>
                </c:pt>
                <c:pt idx="29329">
                  <c:v>1755.921</c:v>
                </c:pt>
                <c:pt idx="29330">
                  <c:v>1892.009</c:v>
                </c:pt>
                <c:pt idx="29331">
                  <c:v>1450.6339999999998</c:v>
                </c:pt>
                <c:pt idx="29332">
                  <c:v>1187.479</c:v>
                </c:pt>
                <c:pt idx="29333">
                  <c:v>1242.857</c:v>
                </c:pt>
                <c:pt idx="29334">
                  <c:v>1236.3509999999999</c:v>
                </c:pt>
                <c:pt idx="29335">
                  <c:v>1087.6629999999998</c:v>
                </c:pt>
                <c:pt idx="29336">
                  <c:v>1003.035</c:v>
                </c:pt>
                <c:pt idx="29337">
                  <c:v>951.77059999999994</c:v>
                </c:pt>
                <c:pt idx="29338">
                  <c:v>927.81409999999948</c:v>
                </c:pt>
                <c:pt idx="29339">
                  <c:v>1013.9690000000001</c:v>
                </c:pt>
                <c:pt idx="29340">
                  <c:v>1374.0339999999999</c:v>
                </c:pt>
                <c:pt idx="29341">
                  <c:v>1822.8489999999999</c:v>
                </c:pt>
                <c:pt idx="29342">
                  <c:v>1735.433</c:v>
                </c:pt>
                <c:pt idx="29343">
                  <c:v>1286.1409999999998</c:v>
                </c:pt>
                <c:pt idx="29344">
                  <c:v>1086.1939999999986</c:v>
                </c:pt>
                <c:pt idx="29345">
                  <c:v>1123.8939999999998</c:v>
                </c:pt>
                <c:pt idx="29346">
                  <c:v>1189.357</c:v>
                </c:pt>
                <c:pt idx="29347">
                  <c:v>1489.896</c:v>
                </c:pt>
                <c:pt idx="29348">
                  <c:v>1907.2729999999999</c:v>
                </c:pt>
                <c:pt idx="29349">
                  <c:v>1910.7260000000001</c:v>
                </c:pt>
                <c:pt idx="29350">
                  <c:v>1608.4849999999999</c:v>
                </c:pt>
                <c:pt idx="29351">
                  <c:v>1522.337</c:v>
                </c:pt>
                <c:pt idx="29352">
                  <c:v>1580.1599999999999</c:v>
                </c:pt>
                <c:pt idx="29353">
                  <c:v>1833.0219999999999</c:v>
                </c:pt>
                <c:pt idx="29354">
                  <c:v>2588.52</c:v>
                </c:pt>
                <c:pt idx="29355">
                  <c:v>3105.645</c:v>
                </c:pt>
                <c:pt idx="29356">
                  <c:v>2809.2799999999997</c:v>
                </c:pt>
                <c:pt idx="29357">
                  <c:v>2475.0509999999999</c:v>
                </c:pt>
                <c:pt idx="29358">
                  <c:v>2577.6019999999999</c:v>
                </c:pt>
                <c:pt idx="29359">
                  <c:v>2828.8900000000012</c:v>
                </c:pt>
                <c:pt idx="29360">
                  <c:v>2917.0839999999998</c:v>
                </c:pt>
                <c:pt idx="29361">
                  <c:v>2561.4580000000001</c:v>
                </c:pt>
                <c:pt idx="29362">
                  <c:v>2220.4290000000001</c:v>
                </c:pt>
                <c:pt idx="29363">
                  <c:v>2176.7429999999972</c:v>
                </c:pt>
                <c:pt idx="29364">
                  <c:v>2178.8760000000002</c:v>
                </c:pt>
                <c:pt idx="29365">
                  <c:v>2189.4659999999999</c:v>
                </c:pt>
                <c:pt idx="29366">
                  <c:v>2273.799</c:v>
                </c:pt>
                <c:pt idx="29367">
                  <c:v>2377.8570000000022</c:v>
                </c:pt>
                <c:pt idx="29368">
                  <c:v>2441.8420000000001</c:v>
                </c:pt>
                <c:pt idx="29369">
                  <c:v>2388.2719999999999</c:v>
                </c:pt>
                <c:pt idx="29370">
                  <c:v>2322.4740000000002</c:v>
                </c:pt>
                <c:pt idx="29371">
                  <c:v>2316.0659999999998</c:v>
                </c:pt>
                <c:pt idx="29372">
                  <c:v>2209.0079999999998</c:v>
                </c:pt>
                <c:pt idx="29373">
                  <c:v>1912.99</c:v>
                </c:pt>
                <c:pt idx="29374">
                  <c:v>1619.509</c:v>
                </c:pt>
                <c:pt idx="29375">
                  <c:v>1486.7819999999999</c:v>
                </c:pt>
                <c:pt idx="29376">
                  <c:v>1462.829</c:v>
                </c:pt>
                <c:pt idx="29377">
                  <c:v>1449.4360000000001</c:v>
                </c:pt>
                <c:pt idx="29378">
                  <c:v>1447.847</c:v>
                </c:pt>
                <c:pt idx="29379">
                  <c:v>1460.7160000000001</c:v>
                </c:pt>
                <c:pt idx="29380">
                  <c:v>1435.6189999999999</c:v>
                </c:pt>
                <c:pt idx="29381">
                  <c:v>1374.5409999999999</c:v>
                </c:pt>
                <c:pt idx="29382">
                  <c:v>1307.6939999999986</c:v>
                </c:pt>
                <c:pt idx="29383">
                  <c:v>1252.3139999999999</c:v>
                </c:pt>
                <c:pt idx="29384">
                  <c:v>1213.481</c:v>
                </c:pt>
                <c:pt idx="29385">
                  <c:v>1198.8679999999999</c:v>
                </c:pt>
                <c:pt idx="29386">
                  <c:v>1184.097</c:v>
                </c:pt>
                <c:pt idx="29387">
                  <c:v>1126.461</c:v>
                </c:pt>
                <c:pt idx="29388">
                  <c:v>1046.3619999999999</c:v>
                </c:pt>
                <c:pt idx="29389">
                  <c:v>981.27910000000054</c:v>
                </c:pt>
                <c:pt idx="29390">
                  <c:v>941.4538</c:v>
                </c:pt>
                <c:pt idx="29391">
                  <c:v>905.10479999999995</c:v>
                </c:pt>
                <c:pt idx="29392">
                  <c:v>854.40089999999998</c:v>
                </c:pt>
                <c:pt idx="29393">
                  <c:v>794.8482999999992</c:v>
                </c:pt>
                <c:pt idx="29394">
                  <c:v>735.25840000000005</c:v>
                </c:pt>
                <c:pt idx="29395">
                  <c:v>688.23140000000001</c:v>
                </c:pt>
                <c:pt idx="29396">
                  <c:v>645.45949999999948</c:v>
                </c:pt>
                <c:pt idx="29397">
                  <c:v>603.82269999999914</c:v>
                </c:pt>
                <c:pt idx="29398">
                  <c:v>578.88249999999948</c:v>
                </c:pt>
                <c:pt idx="29399">
                  <c:v>568.30009999999947</c:v>
                </c:pt>
                <c:pt idx="29400">
                  <c:v>553.54739999999947</c:v>
                </c:pt>
                <c:pt idx="29401">
                  <c:v>527.36769999999876</c:v>
                </c:pt>
                <c:pt idx="29402">
                  <c:v>509.44809999999961</c:v>
                </c:pt>
                <c:pt idx="29403">
                  <c:v>527.96939999999938</c:v>
                </c:pt>
                <c:pt idx="29404">
                  <c:v>566.05259999999919</c:v>
                </c:pt>
                <c:pt idx="29405">
                  <c:v>572.51729999999907</c:v>
                </c:pt>
                <c:pt idx="29406">
                  <c:v>542.84859999999946</c:v>
                </c:pt>
                <c:pt idx="29407">
                  <c:v>506.40649999999954</c:v>
                </c:pt>
                <c:pt idx="29408">
                  <c:v>489.77749999999969</c:v>
                </c:pt>
                <c:pt idx="29409">
                  <c:v>487.92469999999969</c:v>
                </c:pt>
                <c:pt idx="29410">
                  <c:v>469.02629999999954</c:v>
                </c:pt>
                <c:pt idx="29411">
                  <c:v>454.29349999999954</c:v>
                </c:pt>
                <c:pt idx="29412">
                  <c:v>451.6388</c:v>
                </c:pt>
                <c:pt idx="29413">
                  <c:v>448.30309999999969</c:v>
                </c:pt>
                <c:pt idx="29414">
                  <c:v>438.25619999999935</c:v>
                </c:pt>
                <c:pt idx="29415">
                  <c:v>429.09389999999968</c:v>
                </c:pt>
                <c:pt idx="29416">
                  <c:v>423.06939999999969</c:v>
                </c:pt>
                <c:pt idx="29417">
                  <c:v>416.11109999999968</c:v>
                </c:pt>
                <c:pt idx="29418">
                  <c:v>414.90209999999968</c:v>
                </c:pt>
                <c:pt idx="29419">
                  <c:v>417.15000000000032</c:v>
                </c:pt>
                <c:pt idx="29420">
                  <c:v>418.30410000000001</c:v>
                </c:pt>
                <c:pt idx="29421">
                  <c:v>419.07380000000001</c:v>
                </c:pt>
                <c:pt idx="29422">
                  <c:v>408.07920000000001</c:v>
                </c:pt>
                <c:pt idx="29423">
                  <c:v>399.45329999999967</c:v>
                </c:pt>
                <c:pt idx="29424">
                  <c:v>397.12740000000002</c:v>
                </c:pt>
                <c:pt idx="29425">
                  <c:v>400.64859999999999</c:v>
                </c:pt>
                <c:pt idx="29426">
                  <c:v>406.74</c:v>
                </c:pt>
                <c:pt idx="29427">
                  <c:v>399.66239999999999</c:v>
                </c:pt>
                <c:pt idx="29428">
                  <c:v>389.8347</c:v>
                </c:pt>
                <c:pt idx="29429">
                  <c:v>373.43209999999954</c:v>
                </c:pt>
                <c:pt idx="29430">
                  <c:v>368.2056</c:v>
                </c:pt>
                <c:pt idx="29431">
                  <c:v>365.19709999999969</c:v>
                </c:pt>
                <c:pt idx="29432">
                  <c:v>369.50329999999968</c:v>
                </c:pt>
                <c:pt idx="29433">
                  <c:v>372.2244</c:v>
                </c:pt>
                <c:pt idx="29434">
                  <c:v>373.36090000000002</c:v>
                </c:pt>
                <c:pt idx="29435">
                  <c:v>392.60079999999999</c:v>
                </c:pt>
                <c:pt idx="29436">
                  <c:v>389.76960000000008</c:v>
                </c:pt>
                <c:pt idx="29437">
                  <c:v>381.07040000000001</c:v>
                </c:pt>
                <c:pt idx="29438">
                  <c:v>375.43259999999935</c:v>
                </c:pt>
                <c:pt idx="29439">
                  <c:v>370.47269999999969</c:v>
                </c:pt>
                <c:pt idx="29440">
                  <c:v>367.02549999999968</c:v>
                </c:pt>
                <c:pt idx="29441">
                  <c:v>363.04199999999969</c:v>
                </c:pt>
                <c:pt idx="29442">
                  <c:v>355.91989999999993</c:v>
                </c:pt>
                <c:pt idx="29443">
                  <c:v>350.54</c:v>
                </c:pt>
                <c:pt idx="29444">
                  <c:v>346.62799999999999</c:v>
                </c:pt>
                <c:pt idx="29445">
                  <c:v>345.6651</c:v>
                </c:pt>
                <c:pt idx="29446">
                  <c:v>353.60169999999999</c:v>
                </c:pt>
                <c:pt idx="29447">
                  <c:v>349.74360000000001</c:v>
                </c:pt>
                <c:pt idx="29448">
                  <c:v>349.53489999999999</c:v>
                </c:pt>
                <c:pt idx="29449">
                  <c:v>344.63740000000001</c:v>
                </c:pt>
                <c:pt idx="29450">
                  <c:v>340.78519999999935</c:v>
                </c:pt>
                <c:pt idx="29451">
                  <c:v>335.52269999999999</c:v>
                </c:pt>
                <c:pt idx="29452">
                  <c:v>335.94040000000001</c:v>
                </c:pt>
                <c:pt idx="29453">
                  <c:v>344.60700000000008</c:v>
                </c:pt>
                <c:pt idx="29454">
                  <c:v>343.2516</c:v>
                </c:pt>
                <c:pt idx="29455">
                  <c:v>341.80450000000002</c:v>
                </c:pt>
                <c:pt idx="29456">
                  <c:v>350.06700000000001</c:v>
                </c:pt>
                <c:pt idx="29457">
                  <c:v>372.98929999999967</c:v>
                </c:pt>
                <c:pt idx="29458">
                  <c:v>396.65890000000002</c:v>
                </c:pt>
                <c:pt idx="29459">
                  <c:v>414.56439999999969</c:v>
                </c:pt>
                <c:pt idx="29460">
                  <c:v>430.8014</c:v>
                </c:pt>
                <c:pt idx="29461">
                  <c:v>435.53299999999967</c:v>
                </c:pt>
                <c:pt idx="29462">
                  <c:v>428.56349999999969</c:v>
                </c:pt>
                <c:pt idx="29463">
                  <c:v>417.36939999999993</c:v>
                </c:pt>
                <c:pt idx="29464">
                  <c:v>413.39829999999961</c:v>
                </c:pt>
                <c:pt idx="29465">
                  <c:v>401.53869999999961</c:v>
                </c:pt>
                <c:pt idx="29466">
                  <c:v>401.18259999999964</c:v>
                </c:pt>
                <c:pt idx="29467">
                  <c:v>417.61759999999964</c:v>
                </c:pt>
                <c:pt idx="29468">
                  <c:v>425.55450000000002</c:v>
                </c:pt>
                <c:pt idx="29469">
                  <c:v>419.16660000000002</c:v>
                </c:pt>
                <c:pt idx="29470">
                  <c:v>407.57609999999954</c:v>
                </c:pt>
                <c:pt idx="29471">
                  <c:v>401.6404000000004</c:v>
                </c:pt>
                <c:pt idx="29472">
                  <c:v>394.82609999999954</c:v>
                </c:pt>
                <c:pt idx="29473">
                  <c:v>393.9700999999996</c:v>
                </c:pt>
                <c:pt idx="29474">
                  <c:v>391.39189999999968</c:v>
                </c:pt>
                <c:pt idx="29475">
                  <c:v>383.85789999999997</c:v>
                </c:pt>
                <c:pt idx="29476">
                  <c:v>379.75639999999953</c:v>
                </c:pt>
                <c:pt idx="29477">
                  <c:v>373.65879999999999</c:v>
                </c:pt>
                <c:pt idx="29478">
                  <c:v>365.2706</c:v>
                </c:pt>
                <c:pt idx="29479">
                  <c:v>355.77639999999946</c:v>
                </c:pt>
                <c:pt idx="29480">
                  <c:v>353.78089999999969</c:v>
                </c:pt>
                <c:pt idx="29481">
                  <c:v>352.13339999999954</c:v>
                </c:pt>
                <c:pt idx="29482">
                  <c:v>347.1189</c:v>
                </c:pt>
                <c:pt idx="29483">
                  <c:v>343.00839999999954</c:v>
                </c:pt>
                <c:pt idx="29484">
                  <c:v>335.47729999999967</c:v>
                </c:pt>
                <c:pt idx="29485">
                  <c:v>327.70819999999935</c:v>
                </c:pt>
                <c:pt idx="29486">
                  <c:v>322.48909999999961</c:v>
                </c:pt>
                <c:pt idx="29487">
                  <c:v>336.2388999999996</c:v>
                </c:pt>
                <c:pt idx="29488">
                  <c:v>337.03980000000001</c:v>
                </c:pt>
                <c:pt idx="29489">
                  <c:v>337.6960999999996</c:v>
                </c:pt>
                <c:pt idx="29490">
                  <c:v>344.94349999999969</c:v>
                </c:pt>
                <c:pt idx="29491">
                  <c:v>347.95909999999969</c:v>
                </c:pt>
                <c:pt idx="29492">
                  <c:v>334.75779999999969</c:v>
                </c:pt>
                <c:pt idx="29493">
                  <c:v>318.70030000000003</c:v>
                </c:pt>
                <c:pt idx="29494">
                  <c:v>313.59659999999946</c:v>
                </c:pt>
                <c:pt idx="29495">
                  <c:v>413.62020000000001</c:v>
                </c:pt>
                <c:pt idx="29496">
                  <c:v>1049.1189999999999</c:v>
                </c:pt>
                <c:pt idx="29497">
                  <c:v>2503.9740000000002</c:v>
                </c:pt>
                <c:pt idx="29498">
                  <c:v>3229.3409999999999</c:v>
                </c:pt>
                <c:pt idx="29499">
                  <c:v>1993.799</c:v>
                </c:pt>
                <c:pt idx="29500">
                  <c:v>892.17780000000005</c:v>
                </c:pt>
                <c:pt idx="29501">
                  <c:v>1000.2980000000007</c:v>
                </c:pt>
                <c:pt idx="29502">
                  <c:v>1062.896</c:v>
                </c:pt>
                <c:pt idx="29503">
                  <c:v>1147.1029999999998</c:v>
                </c:pt>
                <c:pt idx="29504">
                  <c:v>1495.6809999999998</c:v>
                </c:pt>
                <c:pt idx="29505">
                  <c:v>1564.5889999999999</c:v>
                </c:pt>
                <c:pt idx="29506">
                  <c:v>1628.8019999999999</c:v>
                </c:pt>
                <c:pt idx="29507">
                  <c:v>1774.8889999999999</c:v>
                </c:pt>
                <c:pt idx="29508">
                  <c:v>1656.0829999999999</c:v>
                </c:pt>
                <c:pt idx="29509">
                  <c:v>1478.7170000000001</c:v>
                </c:pt>
                <c:pt idx="29510">
                  <c:v>1558.7260000000001</c:v>
                </c:pt>
                <c:pt idx="29511">
                  <c:v>1715.4360000000001</c:v>
                </c:pt>
                <c:pt idx="29512">
                  <c:v>1762.8239999999998</c:v>
                </c:pt>
                <c:pt idx="29513">
                  <c:v>1711.32</c:v>
                </c:pt>
                <c:pt idx="29514">
                  <c:v>1622.8409999999999</c:v>
                </c:pt>
                <c:pt idx="29515">
                  <c:v>1695.7370000000001</c:v>
                </c:pt>
                <c:pt idx="29516">
                  <c:v>1819.345</c:v>
                </c:pt>
                <c:pt idx="29517">
                  <c:v>1726.4929999999999</c:v>
                </c:pt>
                <c:pt idx="29518">
                  <c:v>1604.6179999999999</c:v>
                </c:pt>
                <c:pt idx="29519">
                  <c:v>2081.77</c:v>
                </c:pt>
                <c:pt idx="29520">
                  <c:v>3362.777</c:v>
                </c:pt>
                <c:pt idx="29521">
                  <c:v>4875.6530000000002</c:v>
                </c:pt>
                <c:pt idx="29522">
                  <c:v>5341.0050000000001</c:v>
                </c:pt>
                <c:pt idx="29523">
                  <c:v>5728.732</c:v>
                </c:pt>
                <c:pt idx="29524">
                  <c:v>5990.2349999999997</c:v>
                </c:pt>
                <c:pt idx="29525">
                  <c:v>5197.7760000000007</c:v>
                </c:pt>
                <c:pt idx="29526">
                  <c:v>4092.596</c:v>
                </c:pt>
                <c:pt idx="29527">
                  <c:v>4289.0640000000003</c:v>
                </c:pt>
                <c:pt idx="29528">
                  <c:v>5404.4520000000002</c:v>
                </c:pt>
                <c:pt idx="29529">
                  <c:v>6547.7220000000034</c:v>
                </c:pt>
                <c:pt idx="29530">
                  <c:v>6969.4489999999996</c:v>
                </c:pt>
                <c:pt idx="29531">
                  <c:v>6976.3680000000004</c:v>
                </c:pt>
                <c:pt idx="29532">
                  <c:v>5264.3670000000002</c:v>
                </c:pt>
                <c:pt idx="29533">
                  <c:v>3964.5540000000001</c:v>
                </c:pt>
                <c:pt idx="29534">
                  <c:v>3693.3090000000002</c:v>
                </c:pt>
                <c:pt idx="29535">
                  <c:v>4179.0420000000004</c:v>
                </c:pt>
                <c:pt idx="29536">
                  <c:v>4103.1320000000014</c:v>
                </c:pt>
                <c:pt idx="29537">
                  <c:v>3649.9450000000002</c:v>
                </c:pt>
                <c:pt idx="29538">
                  <c:v>2881.4059999999999</c:v>
                </c:pt>
                <c:pt idx="29539">
                  <c:v>2451.201</c:v>
                </c:pt>
                <c:pt idx="29540">
                  <c:v>2257.2310000000002</c:v>
                </c:pt>
                <c:pt idx="29541">
                  <c:v>2069.5059999999999</c:v>
                </c:pt>
                <c:pt idx="29542">
                  <c:v>2084.64</c:v>
                </c:pt>
                <c:pt idx="29543">
                  <c:v>3814.297</c:v>
                </c:pt>
                <c:pt idx="29544">
                  <c:v>8354.2309999999889</c:v>
                </c:pt>
                <c:pt idx="29545">
                  <c:v>0</c:v>
                </c:pt>
                <c:pt idx="29546">
                  <c:v>0</c:v>
                </c:pt>
                <c:pt idx="29547">
                  <c:v>0</c:v>
                </c:pt>
                <c:pt idx="29548">
                  <c:v>7655.5790000000006</c:v>
                </c:pt>
                <c:pt idx="29549">
                  <c:v>6614.1290000000054</c:v>
                </c:pt>
                <c:pt idx="29550">
                  <c:v>7208.6130000000003</c:v>
                </c:pt>
                <c:pt idx="29551">
                  <c:v>8550.7559999999794</c:v>
                </c:pt>
                <c:pt idx="29552">
                  <c:v>8004.6650000000054</c:v>
                </c:pt>
                <c:pt idx="29553">
                  <c:v>6576.741</c:v>
                </c:pt>
                <c:pt idx="29554">
                  <c:v>4938.8879999999999</c:v>
                </c:pt>
                <c:pt idx="29555">
                  <c:v>3788.8829999999998</c:v>
                </c:pt>
                <c:pt idx="29556">
                  <c:v>3136.567</c:v>
                </c:pt>
                <c:pt idx="29557">
                  <c:v>2771.6459999999997</c:v>
                </c:pt>
                <c:pt idx="29558">
                  <c:v>2497.998</c:v>
                </c:pt>
                <c:pt idx="29559">
                  <c:v>2304.3409999999999</c:v>
                </c:pt>
                <c:pt idx="29560">
                  <c:v>2143.3930000000028</c:v>
                </c:pt>
                <c:pt idx="29561">
                  <c:v>1995.5150000000001</c:v>
                </c:pt>
                <c:pt idx="29562">
                  <c:v>1840.8409999999999</c:v>
                </c:pt>
                <c:pt idx="29563">
                  <c:v>1702.309</c:v>
                </c:pt>
                <c:pt idx="29564">
                  <c:v>1605.8129999999999</c:v>
                </c:pt>
                <c:pt idx="29565">
                  <c:v>1548.61</c:v>
                </c:pt>
                <c:pt idx="29566">
                  <c:v>1499.9780000000001</c:v>
                </c:pt>
                <c:pt idx="29567">
                  <c:v>1458.1029999999998</c:v>
                </c:pt>
                <c:pt idx="29568">
                  <c:v>1418.779</c:v>
                </c:pt>
                <c:pt idx="29569">
                  <c:v>1381.721</c:v>
                </c:pt>
                <c:pt idx="29570">
                  <c:v>1341.9780000000001</c:v>
                </c:pt>
                <c:pt idx="29571">
                  <c:v>1305.202</c:v>
                </c:pt>
                <c:pt idx="29572">
                  <c:v>1271.0419999999999</c:v>
                </c:pt>
                <c:pt idx="29573">
                  <c:v>1249.1619999999998</c:v>
                </c:pt>
                <c:pt idx="29574">
                  <c:v>1238.1419999999998</c:v>
                </c:pt>
                <c:pt idx="29575">
                  <c:v>1237.4870000000001</c:v>
                </c:pt>
                <c:pt idx="29576">
                  <c:v>1231.3989999999999</c:v>
                </c:pt>
                <c:pt idx="29577">
                  <c:v>1205.82</c:v>
                </c:pt>
                <c:pt idx="29578">
                  <c:v>1189.258</c:v>
                </c:pt>
                <c:pt idx="29579">
                  <c:v>1171.529</c:v>
                </c:pt>
                <c:pt idx="29580">
                  <c:v>1153.4060000000011</c:v>
                </c:pt>
                <c:pt idx="29581">
                  <c:v>1136.76</c:v>
                </c:pt>
                <c:pt idx="29582">
                  <c:v>1118.972</c:v>
                </c:pt>
                <c:pt idx="29583">
                  <c:v>1100.299</c:v>
                </c:pt>
                <c:pt idx="29584">
                  <c:v>1095.5650000000001</c:v>
                </c:pt>
                <c:pt idx="29585">
                  <c:v>1082.1239999999998</c:v>
                </c:pt>
                <c:pt idx="29586">
                  <c:v>1066.31</c:v>
                </c:pt>
                <c:pt idx="29587">
                  <c:v>1052.1699999999998</c:v>
                </c:pt>
                <c:pt idx="29588">
                  <c:v>1039.1009999999999</c:v>
                </c:pt>
                <c:pt idx="29589">
                  <c:v>1025.2160000000001</c:v>
                </c:pt>
                <c:pt idx="29590">
                  <c:v>1011.9259999999994</c:v>
                </c:pt>
                <c:pt idx="29591">
                  <c:v>1000.068</c:v>
                </c:pt>
                <c:pt idx="29592">
                  <c:v>990.23130000000003</c:v>
                </c:pt>
                <c:pt idx="29593">
                  <c:v>1022.631</c:v>
                </c:pt>
                <c:pt idx="29594">
                  <c:v>1025.1849999999986</c:v>
                </c:pt>
                <c:pt idx="29595">
                  <c:v>1016.4619999999992</c:v>
                </c:pt>
                <c:pt idx="29596">
                  <c:v>994.36009999999919</c:v>
                </c:pt>
                <c:pt idx="29597">
                  <c:v>972.41279999999949</c:v>
                </c:pt>
                <c:pt idx="29598">
                  <c:v>946.64639999999997</c:v>
                </c:pt>
                <c:pt idx="29599">
                  <c:v>922.85459999999921</c:v>
                </c:pt>
                <c:pt idx="29600">
                  <c:v>907.32679999999948</c:v>
                </c:pt>
                <c:pt idx="29601">
                  <c:v>897.11569999999949</c:v>
                </c:pt>
                <c:pt idx="29602">
                  <c:v>886.93599999999947</c:v>
                </c:pt>
                <c:pt idx="29603">
                  <c:v>875.57400000000052</c:v>
                </c:pt>
                <c:pt idx="29604">
                  <c:v>863.07500000000005</c:v>
                </c:pt>
                <c:pt idx="29605">
                  <c:v>856.6037000000008</c:v>
                </c:pt>
                <c:pt idx="29606">
                  <c:v>902.84169999999892</c:v>
                </c:pt>
                <c:pt idx="29607">
                  <c:v>1052.943</c:v>
                </c:pt>
                <c:pt idx="29608">
                  <c:v>1383.6319999999998</c:v>
                </c:pt>
                <c:pt idx="29609">
                  <c:v>2039.0060000000001</c:v>
                </c:pt>
                <c:pt idx="29610">
                  <c:v>2710.9459999999999</c:v>
                </c:pt>
                <c:pt idx="29611">
                  <c:v>2750.1210000000001</c:v>
                </c:pt>
                <c:pt idx="29612">
                  <c:v>2023.575</c:v>
                </c:pt>
                <c:pt idx="29613">
                  <c:v>1464.912</c:v>
                </c:pt>
                <c:pt idx="29614">
                  <c:v>1308.498</c:v>
                </c:pt>
                <c:pt idx="29615">
                  <c:v>1322.921</c:v>
                </c:pt>
                <c:pt idx="29616">
                  <c:v>1476.6429999999998</c:v>
                </c:pt>
                <c:pt idx="29617">
                  <c:v>1461.434</c:v>
                </c:pt>
                <c:pt idx="29618">
                  <c:v>1347.0650000000001</c:v>
                </c:pt>
                <c:pt idx="29619">
                  <c:v>1178.2049999999999</c:v>
                </c:pt>
                <c:pt idx="29620">
                  <c:v>1079.2449999999999</c:v>
                </c:pt>
                <c:pt idx="29621">
                  <c:v>1021.009</c:v>
                </c:pt>
                <c:pt idx="29622">
                  <c:v>992.26219999999921</c:v>
                </c:pt>
                <c:pt idx="29623">
                  <c:v>972.05830000000003</c:v>
                </c:pt>
                <c:pt idx="29624">
                  <c:v>955.16249999999934</c:v>
                </c:pt>
                <c:pt idx="29625">
                  <c:v>939.79080000000067</c:v>
                </c:pt>
                <c:pt idx="29626">
                  <c:v>925.4855</c:v>
                </c:pt>
                <c:pt idx="29627">
                  <c:v>934.17370000000096</c:v>
                </c:pt>
                <c:pt idx="29628">
                  <c:v>1041.2249999999999</c:v>
                </c:pt>
                <c:pt idx="29629">
                  <c:v>1160.7170000000001</c:v>
                </c:pt>
                <c:pt idx="29630">
                  <c:v>1186.0260000000001</c:v>
                </c:pt>
                <c:pt idx="29631">
                  <c:v>1072.29</c:v>
                </c:pt>
                <c:pt idx="29632">
                  <c:v>961.91430000000003</c:v>
                </c:pt>
                <c:pt idx="29633">
                  <c:v>907.78590000000054</c:v>
                </c:pt>
                <c:pt idx="29634">
                  <c:v>874.55380000000002</c:v>
                </c:pt>
                <c:pt idx="29635">
                  <c:v>853.51400000000001</c:v>
                </c:pt>
                <c:pt idx="29636">
                  <c:v>839.81599999999946</c:v>
                </c:pt>
                <c:pt idx="29637">
                  <c:v>833.90340000000003</c:v>
                </c:pt>
                <c:pt idx="29638">
                  <c:v>833.65170000000001</c:v>
                </c:pt>
                <c:pt idx="29639">
                  <c:v>821.08529999999996</c:v>
                </c:pt>
                <c:pt idx="29640">
                  <c:v>803.65139999999997</c:v>
                </c:pt>
                <c:pt idx="29641">
                  <c:v>783.74649999999997</c:v>
                </c:pt>
                <c:pt idx="29642">
                  <c:v>767.44330000000002</c:v>
                </c:pt>
                <c:pt idx="29643">
                  <c:v>793.05109999999934</c:v>
                </c:pt>
                <c:pt idx="29644">
                  <c:v>778.86609999999905</c:v>
                </c:pt>
                <c:pt idx="29645">
                  <c:v>754.43399999999997</c:v>
                </c:pt>
                <c:pt idx="29646">
                  <c:v>730.52229999999906</c:v>
                </c:pt>
                <c:pt idx="29647">
                  <c:v>711.08119999999997</c:v>
                </c:pt>
                <c:pt idx="29648">
                  <c:v>695.53369999999938</c:v>
                </c:pt>
                <c:pt idx="29649">
                  <c:v>684.1712</c:v>
                </c:pt>
                <c:pt idx="29650">
                  <c:v>671.14769999999919</c:v>
                </c:pt>
                <c:pt idx="29651">
                  <c:v>658.029</c:v>
                </c:pt>
                <c:pt idx="29652">
                  <c:v>645.80959999999948</c:v>
                </c:pt>
                <c:pt idx="29653">
                  <c:v>635.38400000000001</c:v>
                </c:pt>
                <c:pt idx="29654">
                  <c:v>652.14269999999919</c:v>
                </c:pt>
                <c:pt idx="29655">
                  <c:v>705.09340000000054</c:v>
                </c:pt>
                <c:pt idx="29656">
                  <c:v>735.69200000000001</c:v>
                </c:pt>
                <c:pt idx="29657">
                  <c:v>742.25599999999997</c:v>
                </c:pt>
                <c:pt idx="29658">
                  <c:v>695.33759999999882</c:v>
                </c:pt>
                <c:pt idx="29659">
                  <c:v>668.34469999999919</c:v>
                </c:pt>
                <c:pt idx="29660">
                  <c:v>649.75919999999996</c:v>
                </c:pt>
                <c:pt idx="29661">
                  <c:v>697.17190000000005</c:v>
                </c:pt>
                <c:pt idx="29662">
                  <c:v>663.99009999999998</c:v>
                </c:pt>
                <c:pt idx="29663">
                  <c:v>640.45909999999947</c:v>
                </c:pt>
                <c:pt idx="29664">
                  <c:v>622.83479999999997</c:v>
                </c:pt>
                <c:pt idx="29665">
                  <c:v>612.72029999999938</c:v>
                </c:pt>
                <c:pt idx="29666">
                  <c:v>602.24300000000005</c:v>
                </c:pt>
                <c:pt idx="29667">
                  <c:v>591.15949999999998</c:v>
                </c:pt>
                <c:pt idx="29668">
                  <c:v>581.93819999999948</c:v>
                </c:pt>
                <c:pt idx="29669">
                  <c:v>576.31939999999997</c:v>
                </c:pt>
                <c:pt idx="29670">
                  <c:v>576.53300000000002</c:v>
                </c:pt>
                <c:pt idx="29671">
                  <c:v>571.15409999999997</c:v>
                </c:pt>
                <c:pt idx="29672">
                  <c:v>559.66380000000004</c:v>
                </c:pt>
                <c:pt idx="29673">
                  <c:v>559.04789999999946</c:v>
                </c:pt>
                <c:pt idx="29674">
                  <c:v>559.72029999999938</c:v>
                </c:pt>
                <c:pt idx="29675">
                  <c:v>542.55699999999933</c:v>
                </c:pt>
                <c:pt idx="29676">
                  <c:v>527.86799999999914</c:v>
                </c:pt>
                <c:pt idx="29677">
                  <c:v>474.30399999999969</c:v>
                </c:pt>
                <c:pt idx="29678">
                  <c:v>440.38560000000001</c:v>
                </c:pt>
                <c:pt idx="29679">
                  <c:v>433.37009999999964</c:v>
                </c:pt>
                <c:pt idx="29680">
                  <c:v>434.20800000000003</c:v>
                </c:pt>
                <c:pt idx="29681">
                  <c:v>437.017</c:v>
                </c:pt>
                <c:pt idx="29682">
                  <c:v>461.45609999999954</c:v>
                </c:pt>
                <c:pt idx="29683">
                  <c:v>582.2989000000008</c:v>
                </c:pt>
                <c:pt idx="29684">
                  <c:v>788.62149999999997</c:v>
                </c:pt>
                <c:pt idx="29685">
                  <c:v>950.11279999999999</c:v>
                </c:pt>
                <c:pt idx="29686">
                  <c:v>938.98019999999997</c:v>
                </c:pt>
                <c:pt idx="29687">
                  <c:v>899.20840000000055</c:v>
                </c:pt>
                <c:pt idx="29688">
                  <c:v>1106.1759999999999</c:v>
                </c:pt>
                <c:pt idx="29689">
                  <c:v>1522.6519999999998</c:v>
                </c:pt>
                <c:pt idx="29690">
                  <c:v>1652.0070000000001</c:v>
                </c:pt>
                <c:pt idx="29691">
                  <c:v>1607.9480000000001</c:v>
                </c:pt>
                <c:pt idx="29692">
                  <c:v>2255.69</c:v>
                </c:pt>
                <c:pt idx="29693">
                  <c:v>3115.98</c:v>
                </c:pt>
                <c:pt idx="29694">
                  <c:v>2664.0160000000001</c:v>
                </c:pt>
                <c:pt idx="29695">
                  <c:v>1919.731</c:v>
                </c:pt>
                <c:pt idx="29696">
                  <c:v>2439.5349999999999</c:v>
                </c:pt>
                <c:pt idx="29697">
                  <c:v>3133.1190000000001</c:v>
                </c:pt>
                <c:pt idx="29698">
                  <c:v>3195.0720000000001</c:v>
                </c:pt>
                <c:pt idx="29699">
                  <c:v>3241.8740000000012</c:v>
                </c:pt>
                <c:pt idx="29700">
                  <c:v>3255.8320000000012</c:v>
                </c:pt>
                <c:pt idx="29701">
                  <c:v>2805.3629999999998</c:v>
                </c:pt>
                <c:pt idx="29702">
                  <c:v>2359.2599999999998</c:v>
                </c:pt>
                <c:pt idx="29703">
                  <c:v>2015.7270000000001</c:v>
                </c:pt>
                <c:pt idx="29704">
                  <c:v>1728.6819999999998</c:v>
                </c:pt>
                <c:pt idx="29705">
                  <c:v>1659.1559999999999</c:v>
                </c:pt>
                <c:pt idx="29706">
                  <c:v>1639.7190000000001</c:v>
                </c:pt>
                <c:pt idx="29707">
                  <c:v>1548.3929999999998</c:v>
                </c:pt>
                <c:pt idx="29708">
                  <c:v>1443.37</c:v>
                </c:pt>
                <c:pt idx="29709">
                  <c:v>1361.1519999999998</c:v>
                </c:pt>
                <c:pt idx="29710">
                  <c:v>1330.9660000000001</c:v>
                </c:pt>
                <c:pt idx="29711">
                  <c:v>1310.508</c:v>
                </c:pt>
                <c:pt idx="29712">
                  <c:v>1284.345</c:v>
                </c:pt>
                <c:pt idx="29713">
                  <c:v>1259.8629999999998</c:v>
                </c:pt>
                <c:pt idx="29714">
                  <c:v>1242.1329999999998</c:v>
                </c:pt>
                <c:pt idx="29715">
                  <c:v>1247.1899999999998</c:v>
                </c:pt>
                <c:pt idx="29716">
                  <c:v>1276.752</c:v>
                </c:pt>
                <c:pt idx="29717">
                  <c:v>1318.289</c:v>
                </c:pt>
                <c:pt idx="29718">
                  <c:v>1333.097</c:v>
                </c:pt>
                <c:pt idx="29719">
                  <c:v>1298.6139999999998</c:v>
                </c:pt>
                <c:pt idx="29720">
                  <c:v>1296.961</c:v>
                </c:pt>
                <c:pt idx="29721">
                  <c:v>1454.203</c:v>
                </c:pt>
                <c:pt idx="29722">
                  <c:v>1991.5529999999999</c:v>
                </c:pt>
                <c:pt idx="29723">
                  <c:v>2709.6709999999998</c:v>
                </c:pt>
                <c:pt idx="29724">
                  <c:v>2810.8940000000002</c:v>
                </c:pt>
                <c:pt idx="29725">
                  <c:v>2233.7289999999966</c:v>
                </c:pt>
                <c:pt idx="29726">
                  <c:v>1879.6129999999998</c:v>
                </c:pt>
                <c:pt idx="29727">
                  <c:v>1982</c:v>
                </c:pt>
                <c:pt idx="29728">
                  <c:v>2349.723</c:v>
                </c:pt>
                <c:pt idx="29729">
                  <c:v>2864.5129999999999</c:v>
                </c:pt>
                <c:pt idx="29730">
                  <c:v>2865.0479999999998</c:v>
                </c:pt>
                <c:pt idx="29731">
                  <c:v>2436.154</c:v>
                </c:pt>
                <c:pt idx="29732">
                  <c:v>2364.1219999999998</c:v>
                </c:pt>
                <c:pt idx="29733">
                  <c:v>2591.8290000000002</c:v>
                </c:pt>
                <c:pt idx="29734">
                  <c:v>2917.9580000000001</c:v>
                </c:pt>
                <c:pt idx="29735">
                  <c:v>3360.598</c:v>
                </c:pt>
                <c:pt idx="29736">
                  <c:v>3581.5529999999999</c:v>
                </c:pt>
                <c:pt idx="29737">
                  <c:v>3556.6849999999972</c:v>
                </c:pt>
                <c:pt idx="29738">
                  <c:v>3465.652</c:v>
                </c:pt>
                <c:pt idx="29739">
                  <c:v>3264.1759999999999</c:v>
                </c:pt>
                <c:pt idx="29740">
                  <c:v>2901.2559999999999</c:v>
                </c:pt>
                <c:pt idx="29741">
                  <c:v>2417.1129999999998</c:v>
                </c:pt>
                <c:pt idx="29742">
                  <c:v>2024.596</c:v>
                </c:pt>
                <c:pt idx="29743">
                  <c:v>1882.078</c:v>
                </c:pt>
                <c:pt idx="29744">
                  <c:v>1790.0429999999999</c:v>
                </c:pt>
                <c:pt idx="29745">
                  <c:v>1672.1489999999999</c:v>
                </c:pt>
                <c:pt idx="29746">
                  <c:v>1594.84</c:v>
                </c:pt>
                <c:pt idx="29747">
                  <c:v>1561.027</c:v>
                </c:pt>
                <c:pt idx="29748">
                  <c:v>1517.3929999999998</c:v>
                </c:pt>
                <c:pt idx="29749">
                  <c:v>1448.7950000000001</c:v>
                </c:pt>
                <c:pt idx="29750">
                  <c:v>1390.6959999999999</c:v>
                </c:pt>
                <c:pt idx="29751">
                  <c:v>1329.1599999999999</c:v>
                </c:pt>
                <c:pt idx="29752">
                  <c:v>1261.799</c:v>
                </c:pt>
                <c:pt idx="29753">
                  <c:v>1202.4929999999999</c:v>
                </c:pt>
                <c:pt idx="29754">
                  <c:v>1169.931</c:v>
                </c:pt>
                <c:pt idx="29755">
                  <c:v>1144.24</c:v>
                </c:pt>
                <c:pt idx="29756">
                  <c:v>1081.287</c:v>
                </c:pt>
                <c:pt idx="29757">
                  <c:v>1007.9399999999994</c:v>
                </c:pt>
                <c:pt idx="29758">
                  <c:v>969.33219999999892</c:v>
                </c:pt>
                <c:pt idx="29759">
                  <c:v>943.04579999999999</c:v>
                </c:pt>
                <c:pt idx="29760">
                  <c:v>893.73219999999947</c:v>
                </c:pt>
                <c:pt idx="29761">
                  <c:v>836.93789999999933</c:v>
                </c:pt>
                <c:pt idx="29762">
                  <c:v>785.81590000000006</c:v>
                </c:pt>
                <c:pt idx="29763">
                  <c:v>738.55599999999947</c:v>
                </c:pt>
                <c:pt idx="29764">
                  <c:v>705.68810000000053</c:v>
                </c:pt>
                <c:pt idx="29765">
                  <c:v>686.23500000000001</c:v>
                </c:pt>
                <c:pt idx="29766">
                  <c:v>660.85079999999948</c:v>
                </c:pt>
                <c:pt idx="29767">
                  <c:v>618.48</c:v>
                </c:pt>
                <c:pt idx="29768">
                  <c:v>557.15329999999949</c:v>
                </c:pt>
                <c:pt idx="29769">
                  <c:v>495.90809999999954</c:v>
                </c:pt>
                <c:pt idx="29770">
                  <c:v>465.34899999999999</c:v>
                </c:pt>
                <c:pt idx="29771">
                  <c:v>447.0616</c:v>
                </c:pt>
                <c:pt idx="29772">
                  <c:v>427.88889999999969</c:v>
                </c:pt>
                <c:pt idx="29773">
                  <c:v>411.89649999999961</c:v>
                </c:pt>
                <c:pt idx="29774">
                  <c:v>396.62470000000002</c:v>
                </c:pt>
                <c:pt idx="29775">
                  <c:v>387.81900000000002</c:v>
                </c:pt>
                <c:pt idx="29776">
                  <c:v>387.52369999999968</c:v>
                </c:pt>
                <c:pt idx="29777">
                  <c:v>376.49429999999961</c:v>
                </c:pt>
                <c:pt idx="29778">
                  <c:v>361.50549999999993</c:v>
                </c:pt>
                <c:pt idx="29779">
                  <c:v>354.74689999999993</c:v>
                </c:pt>
                <c:pt idx="29780">
                  <c:v>347.38749999999999</c:v>
                </c:pt>
                <c:pt idx="29781">
                  <c:v>337.40769999999969</c:v>
                </c:pt>
                <c:pt idx="29782">
                  <c:v>325.30329999999969</c:v>
                </c:pt>
                <c:pt idx="29783">
                  <c:v>317.88900000000001</c:v>
                </c:pt>
                <c:pt idx="29784">
                  <c:v>308.54219999999964</c:v>
                </c:pt>
                <c:pt idx="29785">
                  <c:v>299.4820999999996</c:v>
                </c:pt>
                <c:pt idx="29786">
                  <c:v>297.72719999999936</c:v>
                </c:pt>
                <c:pt idx="29787">
                  <c:v>300.93089999999961</c:v>
                </c:pt>
                <c:pt idx="29788">
                  <c:v>293.60210000000001</c:v>
                </c:pt>
                <c:pt idx="29789">
                  <c:v>288.81909999999999</c:v>
                </c:pt>
                <c:pt idx="29790">
                  <c:v>292.22369999999961</c:v>
                </c:pt>
                <c:pt idx="29791">
                  <c:v>289.95649999999961</c:v>
                </c:pt>
                <c:pt idx="29792">
                  <c:v>284.14580000000041</c:v>
                </c:pt>
                <c:pt idx="29793">
                  <c:v>279.80200000000002</c:v>
                </c:pt>
                <c:pt idx="29794">
                  <c:v>284.29819999999933</c:v>
                </c:pt>
                <c:pt idx="29795">
                  <c:v>291.35059999999999</c:v>
                </c:pt>
                <c:pt idx="29796">
                  <c:v>287.56670000000003</c:v>
                </c:pt>
                <c:pt idx="29797">
                  <c:v>286.09559999999954</c:v>
                </c:pt>
                <c:pt idx="29798">
                  <c:v>289.80250000000001</c:v>
                </c:pt>
                <c:pt idx="29799">
                  <c:v>298.13869999999969</c:v>
                </c:pt>
                <c:pt idx="29800">
                  <c:v>292.91289999999969</c:v>
                </c:pt>
                <c:pt idx="29801">
                  <c:v>288.87560000000002</c:v>
                </c:pt>
                <c:pt idx="29802">
                  <c:v>294.6936</c:v>
                </c:pt>
                <c:pt idx="29803">
                  <c:v>300.11290000000002</c:v>
                </c:pt>
                <c:pt idx="29804">
                  <c:v>295.50470000000001</c:v>
                </c:pt>
                <c:pt idx="29805">
                  <c:v>289.18779999999964</c:v>
                </c:pt>
                <c:pt idx="29806">
                  <c:v>282.73759999999953</c:v>
                </c:pt>
                <c:pt idx="29807">
                  <c:v>281.44470000000001</c:v>
                </c:pt>
                <c:pt idx="29808">
                  <c:v>275.9554</c:v>
                </c:pt>
                <c:pt idx="29809">
                  <c:v>272.42799999999954</c:v>
                </c:pt>
                <c:pt idx="29810">
                  <c:v>279.58519999999953</c:v>
                </c:pt>
                <c:pt idx="29811">
                  <c:v>278.47799999999961</c:v>
                </c:pt>
                <c:pt idx="29812">
                  <c:v>277.04129999999969</c:v>
                </c:pt>
                <c:pt idx="29813">
                  <c:v>277.46469999999999</c:v>
                </c:pt>
                <c:pt idx="29814">
                  <c:v>275.81020000000001</c:v>
                </c:pt>
                <c:pt idx="29815">
                  <c:v>273.29089999999968</c:v>
                </c:pt>
                <c:pt idx="29816">
                  <c:v>273.0394</c:v>
                </c:pt>
                <c:pt idx="29817">
                  <c:v>273.0162999999996</c:v>
                </c:pt>
                <c:pt idx="29818">
                  <c:v>272.03569999999968</c:v>
                </c:pt>
                <c:pt idx="29819">
                  <c:v>272.00779999999969</c:v>
                </c:pt>
                <c:pt idx="29820">
                  <c:v>280.584</c:v>
                </c:pt>
                <c:pt idx="29821">
                  <c:v>288.10750000000002</c:v>
                </c:pt>
                <c:pt idx="29822">
                  <c:v>285.99189999999953</c:v>
                </c:pt>
                <c:pt idx="29823">
                  <c:v>284.65800000000002</c:v>
                </c:pt>
                <c:pt idx="29824">
                  <c:v>274.17509999999999</c:v>
                </c:pt>
                <c:pt idx="29825">
                  <c:v>264.8304</c:v>
                </c:pt>
                <c:pt idx="29826">
                  <c:v>264.83640000000003</c:v>
                </c:pt>
                <c:pt idx="29827">
                  <c:v>268.52529999999967</c:v>
                </c:pt>
                <c:pt idx="29828">
                  <c:v>276.84559999999999</c:v>
                </c:pt>
                <c:pt idx="29829">
                  <c:v>277.04160000000002</c:v>
                </c:pt>
                <c:pt idx="29830">
                  <c:v>274.72909999999968</c:v>
                </c:pt>
                <c:pt idx="29831">
                  <c:v>282.78039999999953</c:v>
                </c:pt>
                <c:pt idx="29832">
                  <c:v>294.96629999999953</c:v>
                </c:pt>
                <c:pt idx="29833">
                  <c:v>295.67540000000002</c:v>
                </c:pt>
                <c:pt idx="29834">
                  <c:v>291.64770000000033</c:v>
                </c:pt>
                <c:pt idx="29835">
                  <c:v>290.20710000000003</c:v>
                </c:pt>
                <c:pt idx="29836">
                  <c:v>288.81109999999961</c:v>
                </c:pt>
                <c:pt idx="29837">
                  <c:v>294.5162999999996</c:v>
                </c:pt>
                <c:pt idx="29838">
                  <c:v>300.10329999999999</c:v>
                </c:pt>
                <c:pt idx="29839">
                  <c:v>299.0147</c:v>
                </c:pt>
                <c:pt idx="29840">
                  <c:v>295.33280000000002</c:v>
                </c:pt>
                <c:pt idx="29841">
                  <c:v>289.20760000000001</c:v>
                </c:pt>
                <c:pt idx="29842">
                  <c:v>287.23609999999934</c:v>
                </c:pt>
                <c:pt idx="29843">
                  <c:v>296.02649999999954</c:v>
                </c:pt>
                <c:pt idx="29844">
                  <c:v>329.60320000000002</c:v>
                </c:pt>
                <c:pt idx="29845">
                  <c:v>363.77589999999969</c:v>
                </c:pt>
                <c:pt idx="29846">
                  <c:v>373.4128</c:v>
                </c:pt>
                <c:pt idx="29847">
                  <c:v>366.15120000000002</c:v>
                </c:pt>
                <c:pt idx="29848">
                  <c:v>349.11649999999969</c:v>
                </c:pt>
                <c:pt idx="29849">
                  <c:v>334.20920000000001</c:v>
                </c:pt>
                <c:pt idx="29850">
                  <c:v>332.767</c:v>
                </c:pt>
                <c:pt idx="29851">
                  <c:v>351.00450000000001</c:v>
                </c:pt>
                <c:pt idx="29852">
                  <c:v>351.73299999999961</c:v>
                </c:pt>
                <c:pt idx="29853">
                  <c:v>350.92649999999935</c:v>
                </c:pt>
                <c:pt idx="29854">
                  <c:v>350.21899999999954</c:v>
                </c:pt>
                <c:pt idx="29855">
                  <c:v>347.48649999999935</c:v>
                </c:pt>
                <c:pt idx="29856">
                  <c:v>345.1909</c:v>
                </c:pt>
                <c:pt idx="29857">
                  <c:v>344.32149999999967</c:v>
                </c:pt>
                <c:pt idx="29858">
                  <c:v>346.267</c:v>
                </c:pt>
                <c:pt idx="29859">
                  <c:v>365.0043</c:v>
                </c:pt>
                <c:pt idx="29860">
                  <c:v>403.14710000000002</c:v>
                </c:pt>
                <c:pt idx="29861">
                  <c:v>431.0686</c:v>
                </c:pt>
                <c:pt idx="29862">
                  <c:v>447.93039999999939</c:v>
                </c:pt>
                <c:pt idx="29863">
                  <c:v>441.5505</c:v>
                </c:pt>
                <c:pt idx="29864">
                  <c:v>437.93519999999933</c:v>
                </c:pt>
                <c:pt idx="29865">
                  <c:v>434.93849999999935</c:v>
                </c:pt>
                <c:pt idx="29866">
                  <c:v>432.70580000000001</c:v>
                </c:pt>
                <c:pt idx="29867">
                  <c:v>428.34199999999993</c:v>
                </c:pt>
                <c:pt idx="29868">
                  <c:v>421.75819999999953</c:v>
                </c:pt>
                <c:pt idx="29869">
                  <c:v>417.4306999999996</c:v>
                </c:pt>
                <c:pt idx="29870">
                  <c:v>414.69439999999969</c:v>
                </c:pt>
                <c:pt idx="29871">
                  <c:v>416.65710000000001</c:v>
                </c:pt>
                <c:pt idx="29872">
                  <c:v>421.47469999999993</c:v>
                </c:pt>
                <c:pt idx="29873">
                  <c:v>423.66149999999999</c:v>
                </c:pt>
                <c:pt idx="29874">
                  <c:v>426.16910000000001</c:v>
                </c:pt>
                <c:pt idx="29875">
                  <c:v>426.69880000000001</c:v>
                </c:pt>
                <c:pt idx="29876">
                  <c:v>423.44240000000002</c:v>
                </c:pt>
                <c:pt idx="29877">
                  <c:v>422.44389999999999</c:v>
                </c:pt>
                <c:pt idx="29878">
                  <c:v>423.07119999999935</c:v>
                </c:pt>
                <c:pt idx="29879">
                  <c:v>424.1841</c:v>
                </c:pt>
                <c:pt idx="29880">
                  <c:v>426.12809999999968</c:v>
                </c:pt>
                <c:pt idx="29881">
                  <c:v>424.59769999999969</c:v>
                </c:pt>
                <c:pt idx="29882">
                  <c:v>420.86959999999999</c:v>
                </c:pt>
                <c:pt idx="29883">
                  <c:v>416.42779999999954</c:v>
                </c:pt>
                <c:pt idx="29884">
                  <c:v>409.52109999999954</c:v>
                </c:pt>
                <c:pt idx="29885">
                  <c:v>403.97659999999939</c:v>
                </c:pt>
                <c:pt idx="29886">
                  <c:v>399.23329999999953</c:v>
                </c:pt>
                <c:pt idx="29887">
                  <c:v>392.98059999999936</c:v>
                </c:pt>
                <c:pt idx="29888">
                  <c:v>386.95349999999968</c:v>
                </c:pt>
                <c:pt idx="29889">
                  <c:v>382.43909999999954</c:v>
                </c:pt>
                <c:pt idx="29890">
                  <c:v>377.59980000000002</c:v>
                </c:pt>
                <c:pt idx="29891">
                  <c:v>375.03549999999967</c:v>
                </c:pt>
                <c:pt idx="29892">
                  <c:v>380.41759999999954</c:v>
                </c:pt>
                <c:pt idx="29893">
                  <c:v>399.50529999999969</c:v>
                </c:pt>
                <c:pt idx="29894">
                  <c:v>423.39659999999935</c:v>
                </c:pt>
                <c:pt idx="29895">
                  <c:v>429.52209999999968</c:v>
                </c:pt>
                <c:pt idx="29896">
                  <c:v>421.34390000000002</c:v>
                </c:pt>
                <c:pt idx="29897">
                  <c:v>414.84230000000002</c:v>
                </c:pt>
                <c:pt idx="29898">
                  <c:v>411.3141</c:v>
                </c:pt>
                <c:pt idx="29899">
                  <c:v>409.12220000000002</c:v>
                </c:pt>
                <c:pt idx="29900">
                  <c:v>412.55430000000001</c:v>
                </c:pt>
                <c:pt idx="29901">
                  <c:v>420.31509999999969</c:v>
                </c:pt>
                <c:pt idx="29902">
                  <c:v>418.9389999999994</c:v>
                </c:pt>
                <c:pt idx="29903">
                  <c:v>410.00819999999953</c:v>
                </c:pt>
                <c:pt idx="29904">
                  <c:v>404.8535</c:v>
                </c:pt>
                <c:pt idx="29905">
                  <c:v>399.92639999999932</c:v>
                </c:pt>
                <c:pt idx="29906">
                  <c:v>397.49509999999935</c:v>
                </c:pt>
                <c:pt idx="29907">
                  <c:v>397.07909999999993</c:v>
                </c:pt>
                <c:pt idx="29908">
                  <c:v>395.20440000000002</c:v>
                </c:pt>
                <c:pt idx="29909">
                  <c:v>391.09780000000001</c:v>
                </c:pt>
                <c:pt idx="29910">
                  <c:v>386.09879999999936</c:v>
                </c:pt>
                <c:pt idx="29911">
                  <c:v>383.25619999999935</c:v>
                </c:pt>
                <c:pt idx="29912">
                  <c:v>379.60329999999999</c:v>
                </c:pt>
                <c:pt idx="29913">
                  <c:v>379.97129999999953</c:v>
                </c:pt>
                <c:pt idx="29914">
                  <c:v>379.80090000000001</c:v>
                </c:pt>
                <c:pt idx="29915">
                  <c:v>379.79399999999936</c:v>
                </c:pt>
                <c:pt idx="29916">
                  <c:v>378.697</c:v>
                </c:pt>
                <c:pt idx="29917">
                  <c:v>383.28909999999968</c:v>
                </c:pt>
                <c:pt idx="29918">
                  <c:v>393.08859999999953</c:v>
                </c:pt>
                <c:pt idx="29919">
                  <c:v>395.6635</c:v>
                </c:pt>
                <c:pt idx="29920">
                  <c:v>388.12240000000008</c:v>
                </c:pt>
                <c:pt idx="29921">
                  <c:v>379.7878</c:v>
                </c:pt>
                <c:pt idx="29922">
                  <c:v>382.82369999999969</c:v>
                </c:pt>
                <c:pt idx="29923">
                  <c:v>384.68220000000002</c:v>
                </c:pt>
                <c:pt idx="29924">
                  <c:v>382.21499999999969</c:v>
                </c:pt>
                <c:pt idx="29925">
                  <c:v>374.3775</c:v>
                </c:pt>
                <c:pt idx="29926">
                  <c:v>367.21179999999936</c:v>
                </c:pt>
                <c:pt idx="29927">
                  <c:v>359.279</c:v>
                </c:pt>
                <c:pt idx="29928">
                  <c:v>353.62099999999964</c:v>
                </c:pt>
                <c:pt idx="29929">
                  <c:v>355.78069999999968</c:v>
                </c:pt>
                <c:pt idx="29930">
                  <c:v>424.16579999999999</c:v>
                </c:pt>
                <c:pt idx="29931">
                  <c:v>496.60250000000002</c:v>
                </c:pt>
                <c:pt idx="29932">
                  <c:v>491.59549999999967</c:v>
                </c:pt>
                <c:pt idx="29933">
                  <c:v>453.31389999999999</c:v>
                </c:pt>
                <c:pt idx="29934">
                  <c:v>605.67290000000003</c:v>
                </c:pt>
                <c:pt idx="29935">
                  <c:v>624.2106</c:v>
                </c:pt>
                <c:pt idx="29936">
                  <c:v>587.24040000000002</c:v>
                </c:pt>
                <c:pt idx="29937">
                  <c:v>528.77360000000067</c:v>
                </c:pt>
                <c:pt idx="29938">
                  <c:v>576.71799999999996</c:v>
                </c:pt>
                <c:pt idx="29939">
                  <c:v>629.67880000000082</c:v>
                </c:pt>
                <c:pt idx="29940">
                  <c:v>660.17450000000053</c:v>
                </c:pt>
                <c:pt idx="29941">
                  <c:v>584.15009999999938</c:v>
                </c:pt>
                <c:pt idx="29942">
                  <c:v>547.98140000000001</c:v>
                </c:pt>
                <c:pt idx="29943">
                  <c:v>527.42819999999949</c:v>
                </c:pt>
                <c:pt idx="29944">
                  <c:v>548.68600000000004</c:v>
                </c:pt>
                <c:pt idx="29945">
                  <c:v>654.34479999999996</c:v>
                </c:pt>
                <c:pt idx="29946">
                  <c:v>959.74619999999948</c:v>
                </c:pt>
                <c:pt idx="29947">
                  <c:v>1125.9470000000001</c:v>
                </c:pt>
                <c:pt idx="29948">
                  <c:v>997.99239999999998</c:v>
                </c:pt>
                <c:pt idx="29949">
                  <c:v>772.96749999999906</c:v>
                </c:pt>
                <c:pt idx="29950">
                  <c:v>666.92019999999934</c:v>
                </c:pt>
                <c:pt idx="29951">
                  <c:v>628.87369999999999</c:v>
                </c:pt>
                <c:pt idx="29952">
                  <c:v>611.58849999999995</c:v>
                </c:pt>
                <c:pt idx="29953">
                  <c:v>602.41249999999934</c:v>
                </c:pt>
                <c:pt idx="29954">
                  <c:v>610.82709999999906</c:v>
                </c:pt>
                <c:pt idx="29955">
                  <c:v>710.05529999999919</c:v>
                </c:pt>
                <c:pt idx="29956">
                  <c:v>862.51480000000004</c:v>
                </c:pt>
                <c:pt idx="29957">
                  <c:v>878.61829999999998</c:v>
                </c:pt>
                <c:pt idx="29958">
                  <c:v>763.78640000000053</c:v>
                </c:pt>
                <c:pt idx="29959">
                  <c:v>684.5271999999992</c:v>
                </c:pt>
                <c:pt idx="29960">
                  <c:v>676.24659999999949</c:v>
                </c:pt>
                <c:pt idx="29961">
                  <c:v>765.00930000000005</c:v>
                </c:pt>
                <c:pt idx="29962">
                  <c:v>777.12540000000001</c:v>
                </c:pt>
                <c:pt idx="29963">
                  <c:v>717.59890000000053</c:v>
                </c:pt>
                <c:pt idx="29964">
                  <c:v>653.8971999999992</c:v>
                </c:pt>
                <c:pt idx="29965">
                  <c:v>626.01499999999999</c:v>
                </c:pt>
                <c:pt idx="29966">
                  <c:v>604.30949999999996</c:v>
                </c:pt>
                <c:pt idx="29967">
                  <c:v>603.05719999999906</c:v>
                </c:pt>
                <c:pt idx="29968">
                  <c:v>673.08500000000004</c:v>
                </c:pt>
                <c:pt idx="29969">
                  <c:v>808.4270999999992</c:v>
                </c:pt>
                <c:pt idx="29970">
                  <c:v>868.17909999999995</c:v>
                </c:pt>
                <c:pt idx="29971">
                  <c:v>766.75509999999997</c:v>
                </c:pt>
                <c:pt idx="29972">
                  <c:v>652.95459999999946</c:v>
                </c:pt>
                <c:pt idx="29973">
                  <c:v>600.52800000000002</c:v>
                </c:pt>
                <c:pt idx="29974">
                  <c:v>575.80679999999938</c:v>
                </c:pt>
                <c:pt idx="29975">
                  <c:v>556.65449999999998</c:v>
                </c:pt>
                <c:pt idx="29976">
                  <c:v>541.38779999999997</c:v>
                </c:pt>
                <c:pt idx="29977">
                  <c:v>529.73759999999947</c:v>
                </c:pt>
                <c:pt idx="29978">
                  <c:v>522.26930000000004</c:v>
                </c:pt>
                <c:pt idx="29979">
                  <c:v>519.4737000000008</c:v>
                </c:pt>
                <c:pt idx="29980">
                  <c:v>515.22059999999999</c:v>
                </c:pt>
                <c:pt idx="29981">
                  <c:v>505.78699999999935</c:v>
                </c:pt>
                <c:pt idx="29982">
                  <c:v>495.63959999999969</c:v>
                </c:pt>
                <c:pt idx="29983">
                  <c:v>488.20440000000002</c:v>
                </c:pt>
                <c:pt idx="29984">
                  <c:v>480.73509999999953</c:v>
                </c:pt>
                <c:pt idx="29985">
                  <c:v>472.54059999999993</c:v>
                </c:pt>
                <c:pt idx="29986">
                  <c:v>466.51009999999968</c:v>
                </c:pt>
                <c:pt idx="29987">
                  <c:v>465.27390000000003</c:v>
                </c:pt>
                <c:pt idx="29988">
                  <c:v>464.36380000000008</c:v>
                </c:pt>
                <c:pt idx="29989">
                  <c:v>457.69479999999999</c:v>
                </c:pt>
                <c:pt idx="29990">
                  <c:v>449.87189999999993</c:v>
                </c:pt>
                <c:pt idx="29991">
                  <c:v>441.57309999999961</c:v>
                </c:pt>
                <c:pt idx="29992">
                  <c:v>465.15219999999999</c:v>
                </c:pt>
                <c:pt idx="29993">
                  <c:v>458.46249999999969</c:v>
                </c:pt>
                <c:pt idx="29994">
                  <c:v>445.92449999999968</c:v>
                </c:pt>
                <c:pt idx="29995">
                  <c:v>434.5292</c:v>
                </c:pt>
                <c:pt idx="29996">
                  <c:v>423.95139999999935</c:v>
                </c:pt>
                <c:pt idx="29997">
                  <c:v>410.62220000000002</c:v>
                </c:pt>
                <c:pt idx="29998">
                  <c:v>403.91839999999939</c:v>
                </c:pt>
                <c:pt idx="29999">
                  <c:v>398.27669999999961</c:v>
                </c:pt>
                <c:pt idx="30000">
                  <c:v>392.53189999999961</c:v>
                </c:pt>
                <c:pt idx="30001">
                  <c:v>387.24779999999993</c:v>
                </c:pt>
                <c:pt idx="30002">
                  <c:v>540.56019999999921</c:v>
                </c:pt>
                <c:pt idx="30003">
                  <c:v>549.87369999999999</c:v>
                </c:pt>
                <c:pt idx="30004">
                  <c:v>571.40959999999939</c:v>
                </c:pt>
                <c:pt idx="30005">
                  <c:v>576.64949999999999</c:v>
                </c:pt>
                <c:pt idx="30006">
                  <c:v>606.61959999999999</c:v>
                </c:pt>
                <c:pt idx="30007">
                  <c:v>622.28040000000055</c:v>
                </c:pt>
                <c:pt idx="30008">
                  <c:v>612.99259999999947</c:v>
                </c:pt>
                <c:pt idx="30009">
                  <c:v>594.69100000000003</c:v>
                </c:pt>
                <c:pt idx="30010">
                  <c:v>594.14279999999997</c:v>
                </c:pt>
                <c:pt idx="30011">
                  <c:v>644.1644</c:v>
                </c:pt>
                <c:pt idx="30012">
                  <c:v>910.81919999999946</c:v>
                </c:pt>
                <c:pt idx="30013">
                  <c:v>1293.268</c:v>
                </c:pt>
                <c:pt idx="30014">
                  <c:v>1860.77</c:v>
                </c:pt>
                <c:pt idx="30015">
                  <c:v>1714.607</c:v>
                </c:pt>
                <c:pt idx="30016">
                  <c:v>1378.6949999999986</c:v>
                </c:pt>
                <c:pt idx="30017">
                  <c:v>1057.412</c:v>
                </c:pt>
                <c:pt idx="30018">
                  <c:v>876.02390000000003</c:v>
                </c:pt>
                <c:pt idx="30019">
                  <c:v>781.97270000000003</c:v>
                </c:pt>
                <c:pt idx="30020">
                  <c:v>755.43399999999997</c:v>
                </c:pt>
                <c:pt idx="30021">
                  <c:v>734.2989000000008</c:v>
                </c:pt>
                <c:pt idx="30022">
                  <c:v>721.07840000000067</c:v>
                </c:pt>
                <c:pt idx="30023">
                  <c:v>790.6354</c:v>
                </c:pt>
                <c:pt idx="30024">
                  <c:v>819.59029999999996</c:v>
                </c:pt>
                <c:pt idx="30025">
                  <c:v>864.39519999999948</c:v>
                </c:pt>
                <c:pt idx="30026">
                  <c:v>992.6807000000008</c:v>
                </c:pt>
                <c:pt idx="30027">
                  <c:v>1285.6599999999999</c:v>
                </c:pt>
                <c:pt idx="30028">
                  <c:v>1342.6369999999999</c:v>
                </c:pt>
                <c:pt idx="30029">
                  <c:v>1169.914</c:v>
                </c:pt>
                <c:pt idx="30030">
                  <c:v>990.18259999999998</c:v>
                </c:pt>
                <c:pt idx="30031">
                  <c:v>951.6155</c:v>
                </c:pt>
                <c:pt idx="30032">
                  <c:v>1095.5919999999999</c:v>
                </c:pt>
                <c:pt idx="30033">
                  <c:v>1250.221</c:v>
                </c:pt>
                <c:pt idx="30034">
                  <c:v>1313.9560000000001</c:v>
                </c:pt>
                <c:pt idx="30035">
                  <c:v>1298.895</c:v>
                </c:pt>
                <c:pt idx="30036">
                  <c:v>1168.904</c:v>
                </c:pt>
                <c:pt idx="30037">
                  <c:v>1082.855</c:v>
                </c:pt>
                <c:pt idx="30038">
                  <c:v>1012.4829999999994</c:v>
                </c:pt>
                <c:pt idx="30039">
                  <c:v>956.19650000000001</c:v>
                </c:pt>
                <c:pt idx="30040">
                  <c:v>914.64670000000001</c:v>
                </c:pt>
                <c:pt idx="30041">
                  <c:v>887.74619999999948</c:v>
                </c:pt>
                <c:pt idx="30042">
                  <c:v>873.96129999999914</c:v>
                </c:pt>
                <c:pt idx="30043">
                  <c:v>852.18540000000053</c:v>
                </c:pt>
                <c:pt idx="30044">
                  <c:v>987.40940000000001</c:v>
                </c:pt>
                <c:pt idx="30045">
                  <c:v>1134.4929999999999</c:v>
                </c:pt>
                <c:pt idx="30046">
                  <c:v>1122.5329999999999</c:v>
                </c:pt>
                <c:pt idx="30047">
                  <c:v>1035.953</c:v>
                </c:pt>
                <c:pt idx="30048">
                  <c:v>899.03549999999996</c:v>
                </c:pt>
                <c:pt idx="30049">
                  <c:v>814.36019999999905</c:v>
                </c:pt>
                <c:pt idx="30050">
                  <c:v>777.63040000000001</c:v>
                </c:pt>
                <c:pt idx="30051">
                  <c:v>749.77960000000053</c:v>
                </c:pt>
                <c:pt idx="30052">
                  <c:v>724.74929999999949</c:v>
                </c:pt>
                <c:pt idx="30053">
                  <c:v>707.25369999999998</c:v>
                </c:pt>
                <c:pt idx="30054">
                  <c:v>691.11659999999949</c:v>
                </c:pt>
                <c:pt idx="30055">
                  <c:v>669.97260000000006</c:v>
                </c:pt>
                <c:pt idx="30056">
                  <c:v>643.53409999999997</c:v>
                </c:pt>
                <c:pt idx="30057">
                  <c:v>627.33749999999907</c:v>
                </c:pt>
                <c:pt idx="30058">
                  <c:v>633.51909999999998</c:v>
                </c:pt>
                <c:pt idx="30059">
                  <c:v>636.31849999999997</c:v>
                </c:pt>
                <c:pt idx="30060">
                  <c:v>621.03309999999999</c:v>
                </c:pt>
                <c:pt idx="30061">
                  <c:v>597.39229999999907</c:v>
                </c:pt>
                <c:pt idx="30062">
                  <c:v>581.17540000000054</c:v>
                </c:pt>
                <c:pt idx="30063">
                  <c:v>571.23519999999996</c:v>
                </c:pt>
                <c:pt idx="30064">
                  <c:v>559.52350000000001</c:v>
                </c:pt>
                <c:pt idx="30065">
                  <c:v>540.33809999999949</c:v>
                </c:pt>
                <c:pt idx="30066">
                  <c:v>514.11540000000002</c:v>
                </c:pt>
                <c:pt idx="30067">
                  <c:v>534.70940000000053</c:v>
                </c:pt>
                <c:pt idx="30068">
                  <c:v>551.77290000000005</c:v>
                </c:pt>
                <c:pt idx="30069">
                  <c:v>572.86679999999933</c:v>
                </c:pt>
                <c:pt idx="30070">
                  <c:v>586.57560000000001</c:v>
                </c:pt>
                <c:pt idx="30071">
                  <c:v>601.4357</c:v>
                </c:pt>
                <c:pt idx="30072">
                  <c:v>582.99380000000053</c:v>
                </c:pt>
                <c:pt idx="30073">
                  <c:v>558.91369999999949</c:v>
                </c:pt>
                <c:pt idx="30074">
                  <c:v>553.94999999999948</c:v>
                </c:pt>
                <c:pt idx="30075">
                  <c:v>550.36599999999919</c:v>
                </c:pt>
                <c:pt idx="30076">
                  <c:v>543.30739999999946</c:v>
                </c:pt>
                <c:pt idx="30077">
                  <c:v>543.61719999999946</c:v>
                </c:pt>
                <c:pt idx="30078">
                  <c:v>558.29549999999995</c:v>
                </c:pt>
                <c:pt idx="30079">
                  <c:v>590.63019999999949</c:v>
                </c:pt>
                <c:pt idx="30080">
                  <c:v>631.80249999999921</c:v>
                </c:pt>
                <c:pt idx="30081">
                  <c:v>657.4058</c:v>
                </c:pt>
                <c:pt idx="30082">
                  <c:v>634.95089999999948</c:v>
                </c:pt>
                <c:pt idx="30083">
                  <c:v>597.11400000000003</c:v>
                </c:pt>
                <c:pt idx="30084">
                  <c:v>583.91419999999948</c:v>
                </c:pt>
                <c:pt idx="30085">
                  <c:v>598.09280000000001</c:v>
                </c:pt>
                <c:pt idx="30086">
                  <c:v>651.15199999999948</c:v>
                </c:pt>
                <c:pt idx="30087">
                  <c:v>786.30759999999907</c:v>
                </c:pt>
                <c:pt idx="30088">
                  <c:v>1008.717</c:v>
                </c:pt>
                <c:pt idx="30089">
                  <c:v>1088.4880000000001</c:v>
                </c:pt>
                <c:pt idx="30090">
                  <c:v>958.89380000000051</c:v>
                </c:pt>
                <c:pt idx="30091">
                  <c:v>836.12980000000005</c:v>
                </c:pt>
                <c:pt idx="30092">
                  <c:v>800.40089999999998</c:v>
                </c:pt>
                <c:pt idx="30093">
                  <c:v>781.1512999999992</c:v>
                </c:pt>
                <c:pt idx="30094">
                  <c:v>764.60609999999997</c:v>
                </c:pt>
                <c:pt idx="30095">
                  <c:v>752.47</c:v>
                </c:pt>
                <c:pt idx="30096">
                  <c:v>787.13209999999947</c:v>
                </c:pt>
                <c:pt idx="30097">
                  <c:v>865.60090000000002</c:v>
                </c:pt>
                <c:pt idx="30098">
                  <c:v>928.76619999999946</c:v>
                </c:pt>
                <c:pt idx="30099">
                  <c:v>905.40649999999948</c:v>
                </c:pt>
                <c:pt idx="30100">
                  <c:v>852.82539999999949</c:v>
                </c:pt>
                <c:pt idx="30101">
                  <c:v>842.62339999999995</c:v>
                </c:pt>
                <c:pt idx="30102">
                  <c:v>832.80279999999948</c:v>
                </c:pt>
                <c:pt idx="30103">
                  <c:v>756.31819999999948</c:v>
                </c:pt>
                <c:pt idx="30104">
                  <c:v>656.91239999999948</c:v>
                </c:pt>
                <c:pt idx="30105">
                  <c:v>596.95569999999907</c:v>
                </c:pt>
                <c:pt idx="30106">
                  <c:v>565.29719999999998</c:v>
                </c:pt>
                <c:pt idx="30107">
                  <c:v>563.02249999999947</c:v>
                </c:pt>
                <c:pt idx="30108">
                  <c:v>573.69949999999994</c:v>
                </c:pt>
                <c:pt idx="30109">
                  <c:v>686.27000000000055</c:v>
                </c:pt>
                <c:pt idx="30110">
                  <c:v>1035.258</c:v>
                </c:pt>
                <c:pt idx="30111">
                  <c:v>1366.1639999999998</c:v>
                </c:pt>
                <c:pt idx="30112">
                  <c:v>1227.1759999999999</c:v>
                </c:pt>
                <c:pt idx="30113">
                  <c:v>879.08069999999998</c:v>
                </c:pt>
                <c:pt idx="30114">
                  <c:v>788.29580000000055</c:v>
                </c:pt>
                <c:pt idx="30115">
                  <c:v>800.68100000000004</c:v>
                </c:pt>
                <c:pt idx="30116">
                  <c:v>751.56669999999906</c:v>
                </c:pt>
                <c:pt idx="30117">
                  <c:v>723.73709999999949</c:v>
                </c:pt>
                <c:pt idx="30118">
                  <c:v>747.30489999999998</c:v>
                </c:pt>
                <c:pt idx="30119">
                  <c:v>801.32689999999934</c:v>
                </c:pt>
                <c:pt idx="30120">
                  <c:v>785.31899999999996</c:v>
                </c:pt>
                <c:pt idx="30121">
                  <c:v>685.803</c:v>
                </c:pt>
                <c:pt idx="30122">
                  <c:v>631.60569999999996</c:v>
                </c:pt>
                <c:pt idx="30123">
                  <c:v>622.85799999999892</c:v>
                </c:pt>
                <c:pt idx="30124">
                  <c:v>596.40139999999997</c:v>
                </c:pt>
                <c:pt idx="30125">
                  <c:v>586.154</c:v>
                </c:pt>
                <c:pt idx="30126">
                  <c:v>590.88130000000001</c:v>
                </c:pt>
                <c:pt idx="30127">
                  <c:v>573.0761</c:v>
                </c:pt>
                <c:pt idx="30128">
                  <c:v>545.26059999999939</c:v>
                </c:pt>
                <c:pt idx="30129">
                  <c:v>525.07860000000005</c:v>
                </c:pt>
                <c:pt idx="30130">
                  <c:v>519.58929999999998</c:v>
                </c:pt>
                <c:pt idx="30131">
                  <c:v>505.56029999999993</c:v>
                </c:pt>
                <c:pt idx="30132">
                  <c:v>473.51589999999999</c:v>
                </c:pt>
                <c:pt idx="30133">
                  <c:v>428.68129999999968</c:v>
                </c:pt>
                <c:pt idx="30134">
                  <c:v>378.22019999999935</c:v>
                </c:pt>
                <c:pt idx="30135">
                  <c:v>355.88839999999954</c:v>
                </c:pt>
                <c:pt idx="30136">
                  <c:v>349.49099999999953</c:v>
                </c:pt>
                <c:pt idx="30137">
                  <c:v>340.35059999999999</c:v>
                </c:pt>
                <c:pt idx="30138">
                  <c:v>330.07119999999935</c:v>
                </c:pt>
                <c:pt idx="30139">
                  <c:v>325.6628000000004</c:v>
                </c:pt>
                <c:pt idx="30140">
                  <c:v>320.57060000000001</c:v>
                </c:pt>
                <c:pt idx="30141">
                  <c:v>318.04570000000001</c:v>
                </c:pt>
                <c:pt idx="30142">
                  <c:v>309.56279999999964</c:v>
                </c:pt>
                <c:pt idx="30143">
                  <c:v>298.90589999999969</c:v>
                </c:pt>
                <c:pt idx="30144">
                  <c:v>290.16329999999999</c:v>
                </c:pt>
                <c:pt idx="30145">
                  <c:v>286.01349999999968</c:v>
                </c:pt>
                <c:pt idx="30146">
                  <c:v>301.06349999999969</c:v>
                </c:pt>
                <c:pt idx="30147">
                  <c:v>324.5718</c:v>
                </c:pt>
                <c:pt idx="30148">
                  <c:v>325.43799999999953</c:v>
                </c:pt>
                <c:pt idx="30149">
                  <c:v>302.9820999999996</c:v>
                </c:pt>
                <c:pt idx="30150">
                  <c:v>281.37</c:v>
                </c:pt>
                <c:pt idx="30151">
                  <c:v>269.11930000000001</c:v>
                </c:pt>
                <c:pt idx="30152">
                  <c:v>263.63819999999947</c:v>
                </c:pt>
                <c:pt idx="30153">
                  <c:v>268.77499999999969</c:v>
                </c:pt>
                <c:pt idx="30154">
                  <c:v>294.18709999999999</c:v>
                </c:pt>
                <c:pt idx="30155">
                  <c:v>319.98309999999935</c:v>
                </c:pt>
                <c:pt idx="30156">
                  <c:v>332.38929999999999</c:v>
                </c:pt>
                <c:pt idx="30157">
                  <c:v>328.81490000000002</c:v>
                </c:pt>
                <c:pt idx="30158">
                  <c:v>315.8809</c:v>
                </c:pt>
                <c:pt idx="30159">
                  <c:v>341.3877</c:v>
                </c:pt>
                <c:pt idx="30160">
                  <c:v>357.66829999999999</c:v>
                </c:pt>
                <c:pt idx="30161">
                  <c:v>333.40980000000002</c:v>
                </c:pt>
                <c:pt idx="30162">
                  <c:v>322.8279</c:v>
                </c:pt>
                <c:pt idx="30163">
                  <c:v>319.28899999999953</c:v>
                </c:pt>
                <c:pt idx="30164">
                  <c:v>329.2636</c:v>
                </c:pt>
                <c:pt idx="30165">
                  <c:v>353.06729999999999</c:v>
                </c:pt>
                <c:pt idx="30166">
                  <c:v>355.20229999999964</c:v>
                </c:pt>
                <c:pt idx="30167">
                  <c:v>354.93609999999927</c:v>
                </c:pt>
                <c:pt idx="30168">
                  <c:v>351.6857</c:v>
                </c:pt>
                <c:pt idx="30169">
                  <c:v>353.19459999999964</c:v>
                </c:pt>
                <c:pt idx="30170">
                  <c:v>350.91649999999947</c:v>
                </c:pt>
                <c:pt idx="30171">
                  <c:v>342.21769999999964</c:v>
                </c:pt>
                <c:pt idx="30172">
                  <c:v>342.55900000000008</c:v>
                </c:pt>
                <c:pt idx="30173">
                  <c:v>353.46140000000003</c:v>
                </c:pt>
                <c:pt idx="30174">
                  <c:v>375.16079999999999</c:v>
                </c:pt>
                <c:pt idx="30175">
                  <c:v>383.14240000000041</c:v>
                </c:pt>
                <c:pt idx="30176">
                  <c:v>401.91489999999999</c:v>
                </c:pt>
                <c:pt idx="30177">
                  <c:v>462.2758</c:v>
                </c:pt>
                <c:pt idx="30178">
                  <c:v>506.88159999999954</c:v>
                </c:pt>
                <c:pt idx="30179">
                  <c:v>482.53349999999961</c:v>
                </c:pt>
                <c:pt idx="30180">
                  <c:v>450.9452</c:v>
                </c:pt>
                <c:pt idx="30181">
                  <c:v>441.3793</c:v>
                </c:pt>
                <c:pt idx="30182">
                  <c:v>435.4058</c:v>
                </c:pt>
                <c:pt idx="30183">
                  <c:v>430.97949999999969</c:v>
                </c:pt>
                <c:pt idx="30184">
                  <c:v>419.49740000000003</c:v>
                </c:pt>
                <c:pt idx="30185">
                  <c:v>410.82080000000002</c:v>
                </c:pt>
                <c:pt idx="30186">
                  <c:v>412.8938</c:v>
                </c:pt>
                <c:pt idx="30187">
                  <c:v>429.70179999999954</c:v>
                </c:pt>
                <c:pt idx="30188">
                  <c:v>437.3775</c:v>
                </c:pt>
                <c:pt idx="30189">
                  <c:v>429.2602</c:v>
                </c:pt>
                <c:pt idx="30190">
                  <c:v>426.10309999999993</c:v>
                </c:pt>
                <c:pt idx="30191">
                  <c:v>417.79729999999961</c:v>
                </c:pt>
                <c:pt idx="30192">
                  <c:v>407.31709999999993</c:v>
                </c:pt>
                <c:pt idx="30193">
                  <c:v>396.09299999999968</c:v>
                </c:pt>
                <c:pt idx="30194">
                  <c:v>399.77019999999953</c:v>
                </c:pt>
                <c:pt idx="30195">
                  <c:v>421.42919999999935</c:v>
                </c:pt>
                <c:pt idx="30196">
                  <c:v>440.83539999999954</c:v>
                </c:pt>
                <c:pt idx="30197">
                  <c:v>455.4058</c:v>
                </c:pt>
                <c:pt idx="30198">
                  <c:v>466.49699999999939</c:v>
                </c:pt>
                <c:pt idx="30199">
                  <c:v>474.39679999999947</c:v>
                </c:pt>
                <c:pt idx="30200">
                  <c:v>476.86239999999964</c:v>
                </c:pt>
                <c:pt idx="30201">
                  <c:v>477.53629999999936</c:v>
                </c:pt>
                <c:pt idx="30202">
                  <c:v>468.2758</c:v>
                </c:pt>
                <c:pt idx="30203">
                  <c:v>458.9726</c:v>
                </c:pt>
                <c:pt idx="30204">
                  <c:v>454.1576000000004</c:v>
                </c:pt>
                <c:pt idx="30205">
                  <c:v>446.46249999999969</c:v>
                </c:pt>
                <c:pt idx="30206">
                  <c:v>442.28629999999936</c:v>
                </c:pt>
                <c:pt idx="30207">
                  <c:v>446.32279999999969</c:v>
                </c:pt>
                <c:pt idx="30208">
                  <c:v>462.00189999999969</c:v>
                </c:pt>
                <c:pt idx="30209">
                  <c:v>467.57829999999967</c:v>
                </c:pt>
                <c:pt idx="30210">
                  <c:v>458.274</c:v>
                </c:pt>
                <c:pt idx="30211">
                  <c:v>452.99969999999968</c:v>
                </c:pt>
                <c:pt idx="30212">
                  <c:v>459.18959999999993</c:v>
                </c:pt>
                <c:pt idx="30213">
                  <c:v>463.65980000000047</c:v>
                </c:pt>
                <c:pt idx="30214">
                  <c:v>455.86509999999993</c:v>
                </c:pt>
                <c:pt idx="30215">
                  <c:v>470.63679999999954</c:v>
                </c:pt>
                <c:pt idx="30216">
                  <c:v>478.392</c:v>
                </c:pt>
                <c:pt idx="30217">
                  <c:v>480.08</c:v>
                </c:pt>
                <c:pt idx="30218">
                  <c:v>487.4196</c:v>
                </c:pt>
                <c:pt idx="30219">
                  <c:v>503.18549999999999</c:v>
                </c:pt>
                <c:pt idx="30220">
                  <c:v>509.78119999999939</c:v>
                </c:pt>
                <c:pt idx="30221">
                  <c:v>503.48929999999967</c:v>
                </c:pt>
                <c:pt idx="30222">
                  <c:v>510.09750000000003</c:v>
                </c:pt>
                <c:pt idx="30223">
                  <c:v>532.80519999999933</c:v>
                </c:pt>
                <c:pt idx="30224">
                  <c:v>541.99950000000001</c:v>
                </c:pt>
                <c:pt idx="30225">
                  <c:v>554.3768</c:v>
                </c:pt>
                <c:pt idx="30226">
                  <c:v>562.12789999999939</c:v>
                </c:pt>
                <c:pt idx="30227">
                  <c:v>568.62570000000005</c:v>
                </c:pt>
                <c:pt idx="30228">
                  <c:v>581.03489999999999</c:v>
                </c:pt>
                <c:pt idx="30229">
                  <c:v>573.25850000000003</c:v>
                </c:pt>
                <c:pt idx="30230">
                  <c:v>584.21500000000003</c:v>
                </c:pt>
                <c:pt idx="30231">
                  <c:v>589.83749999999907</c:v>
                </c:pt>
                <c:pt idx="30232">
                  <c:v>609.14949999999999</c:v>
                </c:pt>
                <c:pt idx="30233">
                  <c:v>659.03649999999948</c:v>
                </c:pt>
                <c:pt idx="30234">
                  <c:v>769.03959999999938</c:v>
                </c:pt>
                <c:pt idx="30235">
                  <c:v>893.69539999999995</c:v>
                </c:pt>
                <c:pt idx="30236">
                  <c:v>983.19690000000003</c:v>
                </c:pt>
                <c:pt idx="30237">
                  <c:v>1007.609</c:v>
                </c:pt>
                <c:pt idx="30238">
                  <c:v>1004.624</c:v>
                </c:pt>
                <c:pt idx="30239">
                  <c:v>1072.433</c:v>
                </c:pt>
                <c:pt idx="30240">
                  <c:v>1200.1479999999999</c:v>
                </c:pt>
                <c:pt idx="30241">
                  <c:v>1242.96</c:v>
                </c:pt>
                <c:pt idx="30242">
                  <c:v>1121.454</c:v>
                </c:pt>
                <c:pt idx="30243">
                  <c:v>1001.9319999999993</c:v>
                </c:pt>
                <c:pt idx="30244">
                  <c:v>983.48810000000003</c:v>
                </c:pt>
                <c:pt idx="30245">
                  <c:v>1202.875</c:v>
                </c:pt>
                <c:pt idx="30246">
                  <c:v>1570.5119999999999</c:v>
                </c:pt>
                <c:pt idx="30247">
                  <c:v>1690.3029999999999</c:v>
                </c:pt>
                <c:pt idx="30248">
                  <c:v>1609.3539999999998</c:v>
                </c:pt>
                <c:pt idx="30249">
                  <c:v>1498.6659999999999</c:v>
                </c:pt>
                <c:pt idx="30250">
                  <c:v>1419.5829999999999</c:v>
                </c:pt>
                <c:pt idx="30251">
                  <c:v>1378.86</c:v>
                </c:pt>
                <c:pt idx="30252">
                  <c:v>1342.326</c:v>
                </c:pt>
                <c:pt idx="30253">
                  <c:v>1293.941</c:v>
                </c:pt>
                <c:pt idx="30254">
                  <c:v>1224.0829999999999</c:v>
                </c:pt>
                <c:pt idx="30255">
                  <c:v>1135.558</c:v>
                </c:pt>
                <c:pt idx="30256">
                  <c:v>1056.0999999999999</c:v>
                </c:pt>
                <c:pt idx="30257">
                  <c:v>1012.519</c:v>
                </c:pt>
                <c:pt idx="30258">
                  <c:v>1004.03</c:v>
                </c:pt>
                <c:pt idx="30259">
                  <c:v>1012.5369999999994</c:v>
                </c:pt>
                <c:pt idx="30260">
                  <c:v>1006.107</c:v>
                </c:pt>
                <c:pt idx="30261">
                  <c:v>963.08109999999999</c:v>
                </c:pt>
                <c:pt idx="30262">
                  <c:v>913.45859999999948</c:v>
                </c:pt>
                <c:pt idx="30263">
                  <c:v>908.40599999999949</c:v>
                </c:pt>
                <c:pt idx="30264">
                  <c:v>1559.8809999999999</c:v>
                </c:pt>
                <c:pt idx="30265">
                  <c:v>2126.1759999999999</c:v>
                </c:pt>
                <c:pt idx="30266">
                  <c:v>2098.4209999999998</c:v>
                </c:pt>
                <c:pt idx="30267">
                  <c:v>1472.277</c:v>
                </c:pt>
                <c:pt idx="30268">
                  <c:v>1197.3599999999999</c:v>
                </c:pt>
                <c:pt idx="30269">
                  <c:v>1105.067</c:v>
                </c:pt>
                <c:pt idx="30270">
                  <c:v>1043.546</c:v>
                </c:pt>
                <c:pt idx="30271">
                  <c:v>995.86909999999921</c:v>
                </c:pt>
                <c:pt idx="30272">
                  <c:v>959.53209999999933</c:v>
                </c:pt>
                <c:pt idx="30273">
                  <c:v>929.49699999999996</c:v>
                </c:pt>
                <c:pt idx="30274">
                  <c:v>913.697</c:v>
                </c:pt>
                <c:pt idx="30275">
                  <c:v>894.00099999999998</c:v>
                </c:pt>
                <c:pt idx="30276">
                  <c:v>878.28430000000094</c:v>
                </c:pt>
                <c:pt idx="30277">
                  <c:v>864.803</c:v>
                </c:pt>
                <c:pt idx="30278">
                  <c:v>853.59109999999998</c:v>
                </c:pt>
                <c:pt idx="30279">
                  <c:v>838.5335</c:v>
                </c:pt>
                <c:pt idx="30280">
                  <c:v>833.15699999999947</c:v>
                </c:pt>
                <c:pt idx="30281">
                  <c:v>871.8491999999992</c:v>
                </c:pt>
                <c:pt idx="30282">
                  <c:v>857.86589999999933</c:v>
                </c:pt>
                <c:pt idx="30283">
                  <c:v>885.82709999999906</c:v>
                </c:pt>
                <c:pt idx="30284">
                  <c:v>1206.6389999999999</c:v>
                </c:pt>
                <c:pt idx="30285">
                  <c:v>1172.9110000000001</c:v>
                </c:pt>
                <c:pt idx="30286">
                  <c:v>1201.8109999999999</c:v>
                </c:pt>
                <c:pt idx="30287">
                  <c:v>1086.912</c:v>
                </c:pt>
                <c:pt idx="30288">
                  <c:v>940.11440000000005</c:v>
                </c:pt>
                <c:pt idx="30289">
                  <c:v>870.03119999999933</c:v>
                </c:pt>
                <c:pt idx="30290">
                  <c:v>851.91739999999947</c:v>
                </c:pt>
                <c:pt idx="30291">
                  <c:v>961.23789999999997</c:v>
                </c:pt>
                <c:pt idx="30292">
                  <c:v>1197.7939999999999</c:v>
                </c:pt>
                <c:pt idx="30293">
                  <c:v>1914.93</c:v>
                </c:pt>
                <c:pt idx="30294">
                  <c:v>2524.2570000000001</c:v>
                </c:pt>
                <c:pt idx="30295">
                  <c:v>2525.0030000000002</c:v>
                </c:pt>
                <c:pt idx="30296">
                  <c:v>1871.7929999999999</c:v>
                </c:pt>
                <c:pt idx="30297">
                  <c:v>2158.1170000000002</c:v>
                </c:pt>
                <c:pt idx="30298">
                  <c:v>2768.8879999999999</c:v>
                </c:pt>
                <c:pt idx="30299">
                  <c:v>2689.067</c:v>
                </c:pt>
                <c:pt idx="30300">
                  <c:v>2447.9459999999999</c:v>
                </c:pt>
                <c:pt idx="30301">
                  <c:v>2114.2419999999997</c:v>
                </c:pt>
                <c:pt idx="30302">
                  <c:v>1905.12</c:v>
                </c:pt>
                <c:pt idx="30303">
                  <c:v>1576.1959999999999</c:v>
                </c:pt>
                <c:pt idx="30304">
                  <c:v>1392.6679999999999</c:v>
                </c:pt>
                <c:pt idx="30305">
                  <c:v>1545.6909999999998</c:v>
                </c:pt>
                <c:pt idx="30306">
                  <c:v>1435.5829999999999</c:v>
                </c:pt>
                <c:pt idx="30307">
                  <c:v>1312.2839999999999</c:v>
                </c:pt>
                <c:pt idx="30308">
                  <c:v>1193.204</c:v>
                </c:pt>
                <c:pt idx="30309">
                  <c:v>1254.7080000000001</c:v>
                </c:pt>
                <c:pt idx="30310">
                  <c:v>1186.74</c:v>
                </c:pt>
                <c:pt idx="30311">
                  <c:v>1108.068</c:v>
                </c:pt>
                <c:pt idx="30312">
                  <c:v>1045.481</c:v>
                </c:pt>
                <c:pt idx="30313">
                  <c:v>1015.2140000000005</c:v>
                </c:pt>
                <c:pt idx="30314">
                  <c:v>990.70749999999998</c:v>
                </c:pt>
                <c:pt idx="30315">
                  <c:v>973.66470000000004</c:v>
                </c:pt>
                <c:pt idx="30316">
                  <c:v>962.78210000000001</c:v>
                </c:pt>
                <c:pt idx="30317">
                  <c:v>1068.6289999999999</c:v>
                </c:pt>
                <c:pt idx="30318">
                  <c:v>1334.521</c:v>
                </c:pt>
                <c:pt idx="30319">
                  <c:v>1513.2060000000001</c:v>
                </c:pt>
                <c:pt idx="30320">
                  <c:v>1309.8589999999999</c:v>
                </c:pt>
                <c:pt idx="30321">
                  <c:v>1041.7760000000001</c:v>
                </c:pt>
                <c:pt idx="30322">
                  <c:v>964.47880000000055</c:v>
                </c:pt>
                <c:pt idx="30323">
                  <c:v>944.50400000000002</c:v>
                </c:pt>
                <c:pt idx="30324">
                  <c:v>976.96149999999921</c:v>
                </c:pt>
                <c:pt idx="30325">
                  <c:v>1084.4349999999999</c:v>
                </c:pt>
                <c:pt idx="30326">
                  <c:v>1207.0809999999999</c:v>
                </c:pt>
                <c:pt idx="30327">
                  <c:v>1670.9749999999999</c:v>
                </c:pt>
                <c:pt idx="30328">
                  <c:v>1973.6619999999998</c:v>
                </c:pt>
                <c:pt idx="30329">
                  <c:v>1764.8899999999999</c:v>
                </c:pt>
                <c:pt idx="30330">
                  <c:v>1422.904</c:v>
                </c:pt>
                <c:pt idx="30331">
                  <c:v>1314.4849999999999</c:v>
                </c:pt>
                <c:pt idx="30332">
                  <c:v>1431.796</c:v>
                </c:pt>
                <c:pt idx="30333">
                  <c:v>1813.365</c:v>
                </c:pt>
                <c:pt idx="30334">
                  <c:v>1797.069</c:v>
                </c:pt>
                <c:pt idx="30335">
                  <c:v>1625.345</c:v>
                </c:pt>
                <c:pt idx="30336">
                  <c:v>1342.3679999999999</c:v>
                </c:pt>
                <c:pt idx="30337">
                  <c:v>1172.3909999999998</c:v>
                </c:pt>
                <c:pt idx="30338">
                  <c:v>1116.4090000000001</c:v>
                </c:pt>
                <c:pt idx="30339">
                  <c:v>1047.3879999999999</c:v>
                </c:pt>
                <c:pt idx="30340">
                  <c:v>1227.7429999999999</c:v>
                </c:pt>
                <c:pt idx="30341">
                  <c:v>1565.4839999999999</c:v>
                </c:pt>
                <c:pt idx="30342">
                  <c:v>2376.3190000000022</c:v>
                </c:pt>
                <c:pt idx="30343">
                  <c:v>2732.181</c:v>
                </c:pt>
                <c:pt idx="30344">
                  <c:v>2587.8850000000002</c:v>
                </c:pt>
                <c:pt idx="30345">
                  <c:v>2050.21</c:v>
                </c:pt>
                <c:pt idx="30346">
                  <c:v>2015.048</c:v>
                </c:pt>
                <c:pt idx="30347">
                  <c:v>3420.9110000000028</c:v>
                </c:pt>
                <c:pt idx="30348">
                  <c:v>3548.848</c:v>
                </c:pt>
                <c:pt idx="30349">
                  <c:v>2833.2479999999987</c:v>
                </c:pt>
                <c:pt idx="30350">
                  <c:v>1794.6959999999999</c:v>
                </c:pt>
                <c:pt idx="30351">
                  <c:v>1306.4010000000001</c:v>
                </c:pt>
                <c:pt idx="30352">
                  <c:v>1195.3119999999999</c:v>
                </c:pt>
                <c:pt idx="30353">
                  <c:v>1135.29</c:v>
                </c:pt>
                <c:pt idx="30354">
                  <c:v>1072.9080000000001</c:v>
                </c:pt>
                <c:pt idx="30355">
                  <c:v>1051.9050000000011</c:v>
                </c:pt>
                <c:pt idx="30356">
                  <c:v>1022.8150000000001</c:v>
                </c:pt>
                <c:pt idx="30357">
                  <c:v>1002.725</c:v>
                </c:pt>
                <c:pt idx="30358">
                  <c:v>1037.577</c:v>
                </c:pt>
                <c:pt idx="30359">
                  <c:v>1264.046</c:v>
                </c:pt>
                <c:pt idx="30360">
                  <c:v>1477.326</c:v>
                </c:pt>
                <c:pt idx="30361">
                  <c:v>1386.6479999999999</c:v>
                </c:pt>
                <c:pt idx="30362">
                  <c:v>1399.5919999999999</c:v>
                </c:pt>
                <c:pt idx="30363">
                  <c:v>1457.2460000000001</c:v>
                </c:pt>
                <c:pt idx="30364">
                  <c:v>1419.825</c:v>
                </c:pt>
                <c:pt idx="30365">
                  <c:v>1221.097</c:v>
                </c:pt>
                <c:pt idx="30366">
                  <c:v>1087.2060000000001</c:v>
                </c:pt>
                <c:pt idx="30367">
                  <c:v>998.21699999999998</c:v>
                </c:pt>
                <c:pt idx="30368">
                  <c:v>1038.251</c:v>
                </c:pt>
                <c:pt idx="30369">
                  <c:v>1163.472</c:v>
                </c:pt>
                <c:pt idx="30370">
                  <c:v>1366.817</c:v>
                </c:pt>
                <c:pt idx="30371">
                  <c:v>1363.424</c:v>
                </c:pt>
                <c:pt idx="30372">
                  <c:v>1186.2539999999999</c:v>
                </c:pt>
                <c:pt idx="30373">
                  <c:v>1097.365</c:v>
                </c:pt>
                <c:pt idx="30374">
                  <c:v>1170.7439999999999</c:v>
                </c:pt>
                <c:pt idx="30375">
                  <c:v>1192.356</c:v>
                </c:pt>
                <c:pt idx="30376">
                  <c:v>1146.422</c:v>
                </c:pt>
                <c:pt idx="30377">
                  <c:v>1074.239</c:v>
                </c:pt>
                <c:pt idx="30378">
                  <c:v>1429.9070000000011</c:v>
                </c:pt>
                <c:pt idx="30379">
                  <c:v>1601.79</c:v>
                </c:pt>
                <c:pt idx="30380">
                  <c:v>1682.396</c:v>
                </c:pt>
                <c:pt idx="30381">
                  <c:v>1518.2139999999999</c:v>
                </c:pt>
                <c:pt idx="30382">
                  <c:v>1250.931</c:v>
                </c:pt>
                <c:pt idx="30383">
                  <c:v>1092.6279999999999</c:v>
                </c:pt>
                <c:pt idx="30384">
                  <c:v>1115.432</c:v>
                </c:pt>
                <c:pt idx="30385">
                  <c:v>1155.01</c:v>
                </c:pt>
                <c:pt idx="30386">
                  <c:v>1118.011</c:v>
                </c:pt>
                <c:pt idx="30387">
                  <c:v>1006.886</c:v>
                </c:pt>
                <c:pt idx="30388">
                  <c:v>927.91199999999947</c:v>
                </c:pt>
                <c:pt idx="30389">
                  <c:v>883.197</c:v>
                </c:pt>
                <c:pt idx="30390">
                  <c:v>872.86329999999907</c:v>
                </c:pt>
                <c:pt idx="30391">
                  <c:v>893.76789999999949</c:v>
                </c:pt>
                <c:pt idx="30392">
                  <c:v>838.79080000000067</c:v>
                </c:pt>
                <c:pt idx="30393">
                  <c:v>801.90380000000005</c:v>
                </c:pt>
                <c:pt idx="30394">
                  <c:v>784.37339999999995</c:v>
                </c:pt>
                <c:pt idx="30395">
                  <c:v>775.71619999999996</c:v>
                </c:pt>
                <c:pt idx="30396">
                  <c:v>766.94019999999921</c:v>
                </c:pt>
                <c:pt idx="30397">
                  <c:v>756.05669999999907</c:v>
                </c:pt>
                <c:pt idx="30398">
                  <c:v>749.2522999999992</c:v>
                </c:pt>
                <c:pt idx="30399">
                  <c:v>736.30669999999907</c:v>
                </c:pt>
                <c:pt idx="30400">
                  <c:v>713.91390000000001</c:v>
                </c:pt>
                <c:pt idx="30401">
                  <c:v>700.08360000000005</c:v>
                </c:pt>
                <c:pt idx="30402">
                  <c:v>695.93409999999949</c:v>
                </c:pt>
                <c:pt idx="30403">
                  <c:v>699.16499999999996</c:v>
                </c:pt>
                <c:pt idx="30404">
                  <c:v>698.36169999999902</c:v>
                </c:pt>
                <c:pt idx="30405">
                  <c:v>675.33099999999934</c:v>
                </c:pt>
                <c:pt idx="30406">
                  <c:v>654.13319999999999</c:v>
                </c:pt>
                <c:pt idx="30407">
                  <c:v>634.53689999999949</c:v>
                </c:pt>
                <c:pt idx="30408">
                  <c:v>614.36769999999876</c:v>
                </c:pt>
                <c:pt idx="30409">
                  <c:v>649.87570000000005</c:v>
                </c:pt>
                <c:pt idx="30410">
                  <c:v>652.40880000000004</c:v>
                </c:pt>
                <c:pt idx="30411">
                  <c:v>638.32009999999946</c:v>
                </c:pt>
                <c:pt idx="30412">
                  <c:v>611.28729999999996</c:v>
                </c:pt>
                <c:pt idx="30413">
                  <c:v>624.13310000000001</c:v>
                </c:pt>
                <c:pt idx="30414">
                  <c:v>830.0598</c:v>
                </c:pt>
                <c:pt idx="30415">
                  <c:v>1028.4570000000001</c:v>
                </c:pt>
                <c:pt idx="30416">
                  <c:v>1272.922</c:v>
                </c:pt>
                <c:pt idx="30417">
                  <c:v>1525.8429999999998</c:v>
                </c:pt>
                <c:pt idx="30418">
                  <c:v>1459.703</c:v>
                </c:pt>
                <c:pt idx="30419">
                  <c:v>1171.711</c:v>
                </c:pt>
                <c:pt idx="30420">
                  <c:v>1017.949</c:v>
                </c:pt>
                <c:pt idx="30421">
                  <c:v>910.68949999999995</c:v>
                </c:pt>
                <c:pt idx="30422">
                  <c:v>854.17900000000054</c:v>
                </c:pt>
                <c:pt idx="30423">
                  <c:v>818.29810000000055</c:v>
                </c:pt>
                <c:pt idx="30424">
                  <c:v>806.81689999999946</c:v>
                </c:pt>
                <c:pt idx="30425">
                  <c:v>801.51580000000001</c:v>
                </c:pt>
                <c:pt idx="30426">
                  <c:v>803.00469999999996</c:v>
                </c:pt>
                <c:pt idx="30427">
                  <c:v>831.03380000000004</c:v>
                </c:pt>
                <c:pt idx="30428">
                  <c:v>915.99959999999999</c:v>
                </c:pt>
                <c:pt idx="30429">
                  <c:v>1079.4170000000001</c:v>
                </c:pt>
                <c:pt idx="30430">
                  <c:v>1551.296</c:v>
                </c:pt>
                <c:pt idx="30431">
                  <c:v>1935.3529999999998</c:v>
                </c:pt>
                <c:pt idx="30432">
                  <c:v>2288.518</c:v>
                </c:pt>
                <c:pt idx="30433">
                  <c:v>2138.4279999999999</c:v>
                </c:pt>
                <c:pt idx="30434">
                  <c:v>1664.242</c:v>
                </c:pt>
                <c:pt idx="30435">
                  <c:v>1440.9939999999999</c:v>
                </c:pt>
                <c:pt idx="30436">
                  <c:v>1431.1809999999998</c:v>
                </c:pt>
                <c:pt idx="30437">
                  <c:v>1347.971</c:v>
                </c:pt>
                <c:pt idx="30438">
                  <c:v>1305.83</c:v>
                </c:pt>
                <c:pt idx="30439">
                  <c:v>1275.23</c:v>
                </c:pt>
                <c:pt idx="30440">
                  <c:v>1233.3539999999998</c:v>
                </c:pt>
                <c:pt idx="30441">
                  <c:v>1429.1499999999999</c:v>
                </c:pt>
                <c:pt idx="30442">
                  <c:v>2007.3339999999998</c:v>
                </c:pt>
                <c:pt idx="30443">
                  <c:v>2308.5079999999998</c:v>
                </c:pt>
                <c:pt idx="30444">
                  <c:v>2038.424</c:v>
                </c:pt>
                <c:pt idx="30445">
                  <c:v>1723.3919999999998</c:v>
                </c:pt>
                <c:pt idx="30446">
                  <c:v>1672.4670000000001</c:v>
                </c:pt>
                <c:pt idx="30447">
                  <c:v>1716.5809999999999</c:v>
                </c:pt>
                <c:pt idx="30448">
                  <c:v>1737.1399999999999</c:v>
                </c:pt>
                <c:pt idx="30449">
                  <c:v>1759.6779999999999</c:v>
                </c:pt>
                <c:pt idx="30450">
                  <c:v>1754.298</c:v>
                </c:pt>
                <c:pt idx="30451">
                  <c:v>1710.1909999999998</c:v>
                </c:pt>
                <c:pt idx="30452">
                  <c:v>1652.704</c:v>
                </c:pt>
                <c:pt idx="30453">
                  <c:v>1582.3979999999999</c:v>
                </c:pt>
                <c:pt idx="30454">
                  <c:v>1519.1599999999999</c:v>
                </c:pt>
                <c:pt idx="30455">
                  <c:v>1448.818</c:v>
                </c:pt>
                <c:pt idx="30456">
                  <c:v>1368.4280000000001</c:v>
                </c:pt>
                <c:pt idx="30457">
                  <c:v>1302.4070000000011</c:v>
                </c:pt>
                <c:pt idx="30458">
                  <c:v>1274.25</c:v>
                </c:pt>
                <c:pt idx="30459">
                  <c:v>1281.0329999999999</c:v>
                </c:pt>
                <c:pt idx="30460">
                  <c:v>1290.8409999999999</c:v>
                </c:pt>
                <c:pt idx="30461">
                  <c:v>1330.92</c:v>
                </c:pt>
                <c:pt idx="30462">
                  <c:v>1401.4570000000001</c:v>
                </c:pt>
                <c:pt idx="30463">
                  <c:v>1400.518</c:v>
                </c:pt>
                <c:pt idx="30464">
                  <c:v>1286.711</c:v>
                </c:pt>
                <c:pt idx="30465">
                  <c:v>1172.7670000000001</c:v>
                </c:pt>
                <c:pt idx="30466">
                  <c:v>1124.636</c:v>
                </c:pt>
                <c:pt idx="30467">
                  <c:v>1101.799</c:v>
                </c:pt>
                <c:pt idx="30468">
                  <c:v>1103.8239999999998</c:v>
                </c:pt>
                <c:pt idx="30469">
                  <c:v>1087.6389999999999</c:v>
                </c:pt>
                <c:pt idx="30470">
                  <c:v>1021.443</c:v>
                </c:pt>
                <c:pt idx="30471">
                  <c:v>928.70500000000004</c:v>
                </c:pt>
                <c:pt idx="30472">
                  <c:v>868.09140000000002</c:v>
                </c:pt>
                <c:pt idx="30473">
                  <c:v>833.03689999999949</c:v>
                </c:pt>
                <c:pt idx="30474">
                  <c:v>783.76719999999921</c:v>
                </c:pt>
                <c:pt idx="30475">
                  <c:v>739.39319999999998</c:v>
                </c:pt>
                <c:pt idx="30476">
                  <c:v>712.47270000000003</c:v>
                </c:pt>
                <c:pt idx="30477">
                  <c:v>682.74090000000001</c:v>
                </c:pt>
                <c:pt idx="30478">
                  <c:v>647.18219999999997</c:v>
                </c:pt>
                <c:pt idx="30479">
                  <c:v>611.33809999999949</c:v>
                </c:pt>
                <c:pt idx="30480">
                  <c:v>584.15840000000003</c:v>
                </c:pt>
                <c:pt idx="30481">
                  <c:v>556.56709999999907</c:v>
                </c:pt>
                <c:pt idx="30482">
                  <c:v>532.69069999999999</c:v>
                </c:pt>
                <c:pt idx="30483">
                  <c:v>515.06079999999997</c:v>
                </c:pt>
                <c:pt idx="30484">
                  <c:v>498.09960000000001</c:v>
                </c:pt>
                <c:pt idx="30485">
                  <c:v>482.74349999999993</c:v>
                </c:pt>
                <c:pt idx="30486">
                  <c:v>468.79480000000001</c:v>
                </c:pt>
                <c:pt idx="30487">
                  <c:v>455.3330999999996</c:v>
                </c:pt>
                <c:pt idx="30488">
                  <c:v>430.0093</c:v>
                </c:pt>
                <c:pt idx="30489">
                  <c:v>407.11579999999969</c:v>
                </c:pt>
                <c:pt idx="30490">
                  <c:v>408.077</c:v>
                </c:pt>
                <c:pt idx="30491">
                  <c:v>405.67129999999969</c:v>
                </c:pt>
                <c:pt idx="30492">
                  <c:v>386.59179999999935</c:v>
                </c:pt>
                <c:pt idx="30493">
                  <c:v>368.5009</c:v>
                </c:pt>
                <c:pt idx="30494">
                  <c:v>357.74609999999967</c:v>
                </c:pt>
                <c:pt idx="30495">
                  <c:v>349.89479999999969</c:v>
                </c:pt>
                <c:pt idx="30496">
                  <c:v>339.14319999999969</c:v>
                </c:pt>
                <c:pt idx="30497">
                  <c:v>320.827</c:v>
                </c:pt>
                <c:pt idx="30498">
                  <c:v>313.17899999999969</c:v>
                </c:pt>
                <c:pt idx="30499">
                  <c:v>342.38920000000002</c:v>
                </c:pt>
                <c:pt idx="30500">
                  <c:v>355.49209999999954</c:v>
                </c:pt>
                <c:pt idx="30501">
                  <c:v>349.55450000000002</c:v>
                </c:pt>
                <c:pt idx="30502">
                  <c:v>328.36860000000001</c:v>
                </c:pt>
                <c:pt idx="30503">
                  <c:v>309.78309999999954</c:v>
                </c:pt>
                <c:pt idx="30504">
                  <c:v>307.303</c:v>
                </c:pt>
                <c:pt idx="30505">
                  <c:v>303.69690000000003</c:v>
                </c:pt>
                <c:pt idx="30506">
                  <c:v>306.19479999999999</c:v>
                </c:pt>
                <c:pt idx="30507">
                  <c:v>311.77089999999993</c:v>
                </c:pt>
                <c:pt idx="30508">
                  <c:v>311.10340000000002</c:v>
                </c:pt>
                <c:pt idx="30509">
                  <c:v>303.23689999999954</c:v>
                </c:pt>
                <c:pt idx="30510">
                  <c:v>293.50779999999969</c:v>
                </c:pt>
                <c:pt idx="30511">
                  <c:v>291.11</c:v>
                </c:pt>
                <c:pt idx="30512">
                  <c:v>290.4599</c:v>
                </c:pt>
                <c:pt idx="30513">
                  <c:v>285.72319999999939</c:v>
                </c:pt>
                <c:pt idx="30514">
                  <c:v>276.47739999999953</c:v>
                </c:pt>
                <c:pt idx="30515">
                  <c:v>271.95659999999936</c:v>
                </c:pt>
                <c:pt idx="30516">
                  <c:v>268.17039999999969</c:v>
                </c:pt>
                <c:pt idx="30517">
                  <c:v>268.24129999999968</c:v>
                </c:pt>
                <c:pt idx="30518">
                  <c:v>261.87329999999969</c:v>
                </c:pt>
                <c:pt idx="30519">
                  <c:v>255.869</c:v>
                </c:pt>
                <c:pt idx="30520">
                  <c:v>251.77369999999982</c:v>
                </c:pt>
                <c:pt idx="30521">
                  <c:v>247.44989999999999</c:v>
                </c:pt>
                <c:pt idx="30522">
                  <c:v>249.46130000000016</c:v>
                </c:pt>
                <c:pt idx="30523">
                  <c:v>249.1808</c:v>
                </c:pt>
                <c:pt idx="30524">
                  <c:v>246.59690000000001</c:v>
                </c:pt>
                <c:pt idx="30525">
                  <c:v>247.5557</c:v>
                </c:pt>
                <c:pt idx="30526">
                  <c:v>247.4906</c:v>
                </c:pt>
                <c:pt idx="30527">
                  <c:v>242.95920000000001</c:v>
                </c:pt>
                <c:pt idx="30528">
                  <c:v>254.23230000000001</c:v>
                </c:pt>
                <c:pt idx="30529">
                  <c:v>241.7841</c:v>
                </c:pt>
                <c:pt idx="30530">
                  <c:v>249.16679999999999</c:v>
                </c:pt>
                <c:pt idx="30531">
                  <c:v>243.33170000000001</c:v>
                </c:pt>
                <c:pt idx="30532">
                  <c:v>237.71169999999998</c:v>
                </c:pt>
                <c:pt idx="30533">
                  <c:v>247.14949999999999</c:v>
                </c:pt>
                <c:pt idx="30534">
                  <c:v>250.2243</c:v>
                </c:pt>
                <c:pt idx="30535">
                  <c:v>252.88630000000023</c:v>
                </c:pt>
                <c:pt idx="30536">
                  <c:v>254.8091</c:v>
                </c:pt>
                <c:pt idx="30537">
                  <c:v>252.87810000000007</c:v>
                </c:pt>
                <c:pt idx="30538">
                  <c:v>252.34240000000017</c:v>
                </c:pt>
                <c:pt idx="30539">
                  <c:v>252.3674000000002</c:v>
                </c:pt>
                <c:pt idx="30540">
                  <c:v>250.53319999999999</c:v>
                </c:pt>
                <c:pt idx="30541">
                  <c:v>245.87720000000004</c:v>
                </c:pt>
                <c:pt idx="30542">
                  <c:v>247.53389999999999</c:v>
                </c:pt>
                <c:pt idx="30543">
                  <c:v>248.61949999999999</c:v>
                </c:pt>
                <c:pt idx="30544">
                  <c:v>248.73549999999997</c:v>
                </c:pt>
                <c:pt idx="30545">
                  <c:v>251.10459999999998</c:v>
                </c:pt>
                <c:pt idx="30546">
                  <c:v>252.06280000000001</c:v>
                </c:pt>
                <c:pt idx="30547">
                  <c:v>252.10989999999998</c:v>
                </c:pt>
                <c:pt idx="30548">
                  <c:v>251.81489999999999</c:v>
                </c:pt>
                <c:pt idx="30549">
                  <c:v>251.54850000000002</c:v>
                </c:pt>
                <c:pt idx="30550">
                  <c:v>247.54499999999999</c:v>
                </c:pt>
                <c:pt idx="30551">
                  <c:v>249.34059999999999</c:v>
                </c:pt>
                <c:pt idx="30552">
                  <c:v>254.17179999999999</c:v>
                </c:pt>
                <c:pt idx="30553">
                  <c:v>257.06580000000002</c:v>
                </c:pt>
                <c:pt idx="30554">
                  <c:v>255.78550000000001</c:v>
                </c:pt>
                <c:pt idx="30555">
                  <c:v>254.93170000000001</c:v>
                </c:pt>
                <c:pt idx="30556">
                  <c:v>254.19659999999999</c:v>
                </c:pt>
                <c:pt idx="30557">
                  <c:v>249.08260000000001</c:v>
                </c:pt>
                <c:pt idx="30558">
                  <c:v>243.22069999999999</c:v>
                </c:pt>
                <c:pt idx="30559">
                  <c:v>245.47409999999999</c:v>
                </c:pt>
                <c:pt idx="30560">
                  <c:v>224.80520000000001</c:v>
                </c:pt>
                <c:pt idx="30561">
                  <c:v>250.6482</c:v>
                </c:pt>
                <c:pt idx="30562">
                  <c:v>254.74629999999999</c:v>
                </c:pt>
                <c:pt idx="30563">
                  <c:v>253.04179999999999</c:v>
                </c:pt>
                <c:pt idx="30564">
                  <c:v>258.26149999999961</c:v>
                </c:pt>
                <c:pt idx="30565">
                  <c:v>270.45529999999968</c:v>
                </c:pt>
                <c:pt idx="30566">
                  <c:v>267.57560000000001</c:v>
                </c:pt>
                <c:pt idx="30567">
                  <c:v>265.89780000000002</c:v>
                </c:pt>
                <c:pt idx="30568">
                  <c:v>262.55829999999969</c:v>
                </c:pt>
                <c:pt idx="30569">
                  <c:v>260.02639999999946</c:v>
                </c:pt>
                <c:pt idx="30570">
                  <c:v>257.86090000000002</c:v>
                </c:pt>
                <c:pt idx="30571">
                  <c:v>254.71349999999995</c:v>
                </c:pt>
                <c:pt idx="30572">
                  <c:v>260.08210000000003</c:v>
                </c:pt>
                <c:pt idx="30573">
                  <c:v>261.74900000000002</c:v>
                </c:pt>
                <c:pt idx="30574">
                  <c:v>256.56959999999964</c:v>
                </c:pt>
                <c:pt idx="30575">
                  <c:v>255.8777</c:v>
                </c:pt>
                <c:pt idx="30576">
                  <c:v>260.73899999999935</c:v>
                </c:pt>
                <c:pt idx="30577">
                  <c:v>268.38400000000001</c:v>
                </c:pt>
                <c:pt idx="30578">
                  <c:v>273.40639999999939</c:v>
                </c:pt>
                <c:pt idx="30579">
                  <c:v>292.21329999999961</c:v>
                </c:pt>
                <c:pt idx="30580">
                  <c:v>310.94380000000001</c:v>
                </c:pt>
                <c:pt idx="30581">
                  <c:v>401.66340000000002</c:v>
                </c:pt>
                <c:pt idx="30582">
                  <c:v>548.65659999999946</c:v>
                </c:pt>
                <c:pt idx="30583">
                  <c:v>598.0403</c:v>
                </c:pt>
                <c:pt idx="30584">
                  <c:v>516.07669999999996</c:v>
                </c:pt>
                <c:pt idx="30585">
                  <c:v>447.94380000000001</c:v>
                </c:pt>
                <c:pt idx="30586">
                  <c:v>448.88400000000001</c:v>
                </c:pt>
                <c:pt idx="30587">
                  <c:v>466.73049999999961</c:v>
                </c:pt>
                <c:pt idx="30588">
                  <c:v>563.3396999999992</c:v>
                </c:pt>
                <c:pt idx="30589">
                  <c:v>874.92749999999921</c:v>
                </c:pt>
                <c:pt idx="30590">
                  <c:v>1154.43</c:v>
                </c:pt>
                <c:pt idx="30591">
                  <c:v>1140.33</c:v>
                </c:pt>
                <c:pt idx="30592">
                  <c:v>1007.62</c:v>
                </c:pt>
                <c:pt idx="30593">
                  <c:v>886.21830000000068</c:v>
                </c:pt>
                <c:pt idx="30594">
                  <c:v>880.52689999999996</c:v>
                </c:pt>
                <c:pt idx="30595">
                  <c:v>885.24300000000005</c:v>
                </c:pt>
                <c:pt idx="30596">
                  <c:v>839.44559999999933</c:v>
                </c:pt>
                <c:pt idx="30597">
                  <c:v>849.25259999999946</c:v>
                </c:pt>
                <c:pt idx="30598">
                  <c:v>952.27980000000082</c:v>
                </c:pt>
                <c:pt idx="30599">
                  <c:v>1159.6119999999999</c:v>
                </c:pt>
                <c:pt idx="30600">
                  <c:v>1478.8209999999999</c:v>
                </c:pt>
                <c:pt idx="30601">
                  <c:v>1520.202</c:v>
                </c:pt>
                <c:pt idx="30602">
                  <c:v>1323.2370000000001</c:v>
                </c:pt>
                <c:pt idx="30603">
                  <c:v>1180.1209999999999</c:v>
                </c:pt>
                <c:pt idx="30604">
                  <c:v>1173.8439999999998</c:v>
                </c:pt>
                <c:pt idx="30605">
                  <c:v>1680.961</c:v>
                </c:pt>
                <c:pt idx="30606">
                  <c:v>2204.645</c:v>
                </c:pt>
                <c:pt idx="30607">
                  <c:v>2268.3570000000022</c:v>
                </c:pt>
                <c:pt idx="30608">
                  <c:v>1656.7260000000001</c:v>
                </c:pt>
                <c:pt idx="30609">
                  <c:v>1224.8869999999999</c:v>
                </c:pt>
                <c:pt idx="30610">
                  <c:v>1171.357</c:v>
                </c:pt>
                <c:pt idx="30611">
                  <c:v>1133.7239999999999</c:v>
                </c:pt>
                <c:pt idx="30612">
                  <c:v>1070.6589999999999</c:v>
                </c:pt>
                <c:pt idx="30613">
                  <c:v>1058.933</c:v>
                </c:pt>
                <c:pt idx="30614">
                  <c:v>1064.828</c:v>
                </c:pt>
                <c:pt idx="30615">
                  <c:v>1071.5819999999999</c:v>
                </c:pt>
                <c:pt idx="30616">
                  <c:v>1056.0899999999999</c:v>
                </c:pt>
                <c:pt idx="30617">
                  <c:v>1164.809</c:v>
                </c:pt>
                <c:pt idx="30618">
                  <c:v>1384.934</c:v>
                </c:pt>
                <c:pt idx="30619">
                  <c:v>1613.059</c:v>
                </c:pt>
                <c:pt idx="30620">
                  <c:v>2897.2190000000001</c:v>
                </c:pt>
                <c:pt idx="30621">
                  <c:v>4775.6230000000023</c:v>
                </c:pt>
                <c:pt idx="30622">
                  <c:v>5487.5389999999998</c:v>
                </c:pt>
                <c:pt idx="30623">
                  <c:v>3873.06</c:v>
                </c:pt>
                <c:pt idx="30624">
                  <c:v>2375.627</c:v>
                </c:pt>
                <c:pt idx="30625">
                  <c:v>2166.998</c:v>
                </c:pt>
                <c:pt idx="30626">
                  <c:v>1983.479</c:v>
                </c:pt>
                <c:pt idx="30627">
                  <c:v>1625.4160000000011</c:v>
                </c:pt>
                <c:pt idx="30628">
                  <c:v>1797.8509999999999</c:v>
                </c:pt>
                <c:pt idx="30629">
                  <c:v>1665.3119999999999</c:v>
                </c:pt>
                <c:pt idx="30630">
                  <c:v>1561.806</c:v>
                </c:pt>
                <c:pt idx="30631">
                  <c:v>1451.1409999999998</c:v>
                </c:pt>
                <c:pt idx="30632">
                  <c:v>1377.9370000000001</c:v>
                </c:pt>
                <c:pt idx="30633">
                  <c:v>1321.356</c:v>
                </c:pt>
                <c:pt idx="30634">
                  <c:v>1296.6679999999999</c:v>
                </c:pt>
                <c:pt idx="30635">
                  <c:v>1286.3050000000001</c:v>
                </c:pt>
                <c:pt idx="30636">
                  <c:v>1217.2660000000001</c:v>
                </c:pt>
                <c:pt idx="30637">
                  <c:v>1148.03</c:v>
                </c:pt>
                <c:pt idx="30638">
                  <c:v>1095.8519999999999</c:v>
                </c:pt>
                <c:pt idx="30639">
                  <c:v>1056.1689999999999</c:v>
                </c:pt>
                <c:pt idx="30640">
                  <c:v>1037.4639999999999</c:v>
                </c:pt>
                <c:pt idx="30641">
                  <c:v>1041.0309999999999</c:v>
                </c:pt>
                <c:pt idx="30642">
                  <c:v>1139.635</c:v>
                </c:pt>
                <c:pt idx="30643">
                  <c:v>1747.451</c:v>
                </c:pt>
                <c:pt idx="30644">
                  <c:v>3114.2710000000002</c:v>
                </c:pt>
                <c:pt idx="30645">
                  <c:v>3730.924</c:v>
                </c:pt>
                <c:pt idx="30646">
                  <c:v>2817.32</c:v>
                </c:pt>
                <c:pt idx="30647">
                  <c:v>2329.3069999999998</c:v>
                </c:pt>
                <c:pt idx="30648">
                  <c:v>2507.0500000000002</c:v>
                </c:pt>
                <c:pt idx="30649">
                  <c:v>2211.0459999999998</c:v>
                </c:pt>
                <c:pt idx="30650">
                  <c:v>1726.547</c:v>
                </c:pt>
                <c:pt idx="30651">
                  <c:v>1561.1579999999999</c:v>
                </c:pt>
                <c:pt idx="30652">
                  <c:v>1426.078</c:v>
                </c:pt>
                <c:pt idx="30653">
                  <c:v>1306.366</c:v>
                </c:pt>
                <c:pt idx="30654">
                  <c:v>1269.7739999999999</c:v>
                </c:pt>
                <c:pt idx="30655">
                  <c:v>1250.903</c:v>
                </c:pt>
                <c:pt idx="30656">
                  <c:v>1342.499</c:v>
                </c:pt>
                <c:pt idx="30657">
                  <c:v>1261.7639999999999</c:v>
                </c:pt>
                <c:pt idx="30658">
                  <c:v>1191.7449999999999</c:v>
                </c:pt>
                <c:pt idx="30659">
                  <c:v>1157.306</c:v>
                </c:pt>
                <c:pt idx="30660">
                  <c:v>1635.05</c:v>
                </c:pt>
                <c:pt idx="30661">
                  <c:v>1830.625</c:v>
                </c:pt>
                <c:pt idx="30662">
                  <c:v>2295.3879999999999</c:v>
                </c:pt>
                <c:pt idx="30663">
                  <c:v>2684.9690000000001</c:v>
                </c:pt>
                <c:pt idx="30664">
                  <c:v>3330.82</c:v>
                </c:pt>
                <c:pt idx="30665">
                  <c:v>3455.2639999999997</c:v>
                </c:pt>
                <c:pt idx="30666">
                  <c:v>2867.3440000000001</c:v>
                </c:pt>
                <c:pt idx="30667">
                  <c:v>1969.403</c:v>
                </c:pt>
                <c:pt idx="30668">
                  <c:v>1960.73</c:v>
                </c:pt>
                <c:pt idx="30669">
                  <c:v>2839.4690000000001</c:v>
                </c:pt>
                <c:pt idx="30670">
                  <c:v>3107.0509999999999</c:v>
                </c:pt>
                <c:pt idx="30671">
                  <c:v>2509.8040000000001</c:v>
                </c:pt>
                <c:pt idx="30672">
                  <c:v>1727.932</c:v>
                </c:pt>
                <c:pt idx="30673">
                  <c:v>1384.1309999999999</c:v>
                </c:pt>
                <c:pt idx="30674">
                  <c:v>1308.059</c:v>
                </c:pt>
                <c:pt idx="30675">
                  <c:v>1243.9470000000001</c:v>
                </c:pt>
                <c:pt idx="30676">
                  <c:v>1477.829</c:v>
                </c:pt>
                <c:pt idx="30677">
                  <c:v>1569.3869999999999</c:v>
                </c:pt>
                <c:pt idx="30678">
                  <c:v>1542.998</c:v>
                </c:pt>
                <c:pt idx="30679">
                  <c:v>1503.308</c:v>
                </c:pt>
                <c:pt idx="30680">
                  <c:v>2359.3170000000027</c:v>
                </c:pt>
                <c:pt idx="30681">
                  <c:v>3916.7350000000001</c:v>
                </c:pt>
                <c:pt idx="30682">
                  <c:v>5527.0910000000003</c:v>
                </c:pt>
                <c:pt idx="30683">
                  <c:v>5763.31</c:v>
                </c:pt>
                <c:pt idx="30684">
                  <c:v>4197.0530000000008</c:v>
                </c:pt>
                <c:pt idx="30685">
                  <c:v>2559.7710000000002</c:v>
                </c:pt>
                <c:pt idx="30686">
                  <c:v>2209.2150000000001</c:v>
                </c:pt>
                <c:pt idx="30687">
                  <c:v>2368.7179999999998</c:v>
                </c:pt>
                <c:pt idx="30688">
                  <c:v>2289.0679999999998</c:v>
                </c:pt>
                <c:pt idx="30689">
                  <c:v>2181.3690000000001</c:v>
                </c:pt>
                <c:pt idx="30690">
                  <c:v>2512.3760000000002</c:v>
                </c:pt>
                <c:pt idx="30691">
                  <c:v>2732.0859999999998</c:v>
                </c:pt>
                <c:pt idx="30692">
                  <c:v>2363.7199999999998</c:v>
                </c:pt>
                <c:pt idx="30693">
                  <c:v>1834.9849999999999</c:v>
                </c:pt>
                <c:pt idx="30694">
                  <c:v>1569.8939999999998</c:v>
                </c:pt>
                <c:pt idx="30695">
                  <c:v>1467.578</c:v>
                </c:pt>
                <c:pt idx="30696">
                  <c:v>1424.432</c:v>
                </c:pt>
                <c:pt idx="30697">
                  <c:v>1438.846</c:v>
                </c:pt>
                <c:pt idx="30698">
                  <c:v>1435.2839999999999</c:v>
                </c:pt>
                <c:pt idx="30699">
                  <c:v>1364.23</c:v>
                </c:pt>
                <c:pt idx="30700">
                  <c:v>1307.0419999999999</c:v>
                </c:pt>
                <c:pt idx="30701">
                  <c:v>1274.8819999999998</c:v>
                </c:pt>
                <c:pt idx="30702">
                  <c:v>1243.0450000000001</c:v>
                </c:pt>
                <c:pt idx="30703">
                  <c:v>1221.5309999999999</c:v>
                </c:pt>
                <c:pt idx="30704">
                  <c:v>1196.845</c:v>
                </c:pt>
                <c:pt idx="30705">
                  <c:v>1178.2639999999999</c:v>
                </c:pt>
                <c:pt idx="30706">
                  <c:v>1168.7249999999999</c:v>
                </c:pt>
                <c:pt idx="30707">
                  <c:v>1159.1319999999998</c:v>
                </c:pt>
                <c:pt idx="30708">
                  <c:v>1150.491</c:v>
                </c:pt>
                <c:pt idx="30709">
                  <c:v>1121.6909999999998</c:v>
                </c:pt>
                <c:pt idx="30710">
                  <c:v>1093.441</c:v>
                </c:pt>
                <c:pt idx="30711">
                  <c:v>1070.201</c:v>
                </c:pt>
                <c:pt idx="30712">
                  <c:v>1043.6679999999999</c:v>
                </c:pt>
                <c:pt idx="30713">
                  <c:v>1024.7370000000001</c:v>
                </c:pt>
                <c:pt idx="30714">
                  <c:v>1280.5809999999999</c:v>
                </c:pt>
                <c:pt idx="30715">
                  <c:v>1723.451</c:v>
                </c:pt>
                <c:pt idx="30716">
                  <c:v>1879.1869999999999</c:v>
                </c:pt>
                <c:pt idx="30717">
                  <c:v>1554.97</c:v>
                </c:pt>
                <c:pt idx="30718">
                  <c:v>1295.7460000000001</c:v>
                </c:pt>
                <c:pt idx="30719">
                  <c:v>1158.067</c:v>
                </c:pt>
                <c:pt idx="30720">
                  <c:v>1085.4010000000001</c:v>
                </c:pt>
                <c:pt idx="30721">
                  <c:v>1055.9190000000001</c:v>
                </c:pt>
                <c:pt idx="30722">
                  <c:v>1029.0889999999999</c:v>
                </c:pt>
                <c:pt idx="30723">
                  <c:v>1170.8699999999999</c:v>
                </c:pt>
                <c:pt idx="30724">
                  <c:v>1119.6479999999999</c:v>
                </c:pt>
                <c:pt idx="30725">
                  <c:v>1034.8419999999999</c:v>
                </c:pt>
                <c:pt idx="30726">
                  <c:v>1005.5980000000005</c:v>
                </c:pt>
                <c:pt idx="30727">
                  <c:v>963.31699999999921</c:v>
                </c:pt>
                <c:pt idx="30728">
                  <c:v>931.77370000000099</c:v>
                </c:pt>
                <c:pt idx="30729">
                  <c:v>966.66589999999997</c:v>
                </c:pt>
                <c:pt idx="30730">
                  <c:v>1122.4360000000001</c:v>
                </c:pt>
                <c:pt idx="30731">
                  <c:v>1071.0239999999999</c:v>
                </c:pt>
                <c:pt idx="30732">
                  <c:v>1009.206</c:v>
                </c:pt>
                <c:pt idx="30733">
                  <c:v>933.54049999999938</c:v>
                </c:pt>
                <c:pt idx="30734">
                  <c:v>892.76969999999949</c:v>
                </c:pt>
                <c:pt idx="30735">
                  <c:v>870.37090000000001</c:v>
                </c:pt>
                <c:pt idx="30736">
                  <c:v>852.79639999999995</c:v>
                </c:pt>
                <c:pt idx="30737">
                  <c:v>837.4819</c:v>
                </c:pt>
                <c:pt idx="30738">
                  <c:v>843.91089999999997</c:v>
                </c:pt>
                <c:pt idx="30739">
                  <c:v>1083.211</c:v>
                </c:pt>
                <c:pt idx="30740">
                  <c:v>1562.41</c:v>
                </c:pt>
                <c:pt idx="30741">
                  <c:v>1862.5050000000001</c:v>
                </c:pt>
                <c:pt idx="30742">
                  <c:v>1509.395</c:v>
                </c:pt>
                <c:pt idx="30743">
                  <c:v>1101.932</c:v>
                </c:pt>
                <c:pt idx="30744">
                  <c:v>1012.958</c:v>
                </c:pt>
                <c:pt idx="30745">
                  <c:v>1354.1869999999999</c:v>
                </c:pt>
                <c:pt idx="30746">
                  <c:v>2004.6279999999999</c:v>
                </c:pt>
                <c:pt idx="30747">
                  <c:v>2225.636</c:v>
                </c:pt>
                <c:pt idx="30748">
                  <c:v>1576.982</c:v>
                </c:pt>
                <c:pt idx="30749">
                  <c:v>1119.6619999999998</c:v>
                </c:pt>
                <c:pt idx="30750">
                  <c:v>1108.615</c:v>
                </c:pt>
                <c:pt idx="30751">
                  <c:v>1643.5309999999999</c:v>
                </c:pt>
                <c:pt idx="30752">
                  <c:v>3435.8449999999998</c:v>
                </c:pt>
                <c:pt idx="30753">
                  <c:v>4965.9879999999994</c:v>
                </c:pt>
                <c:pt idx="30754">
                  <c:v>4947.0039999999999</c:v>
                </c:pt>
                <c:pt idx="30755">
                  <c:v>3161.05</c:v>
                </c:pt>
                <c:pt idx="30756">
                  <c:v>1926.98</c:v>
                </c:pt>
                <c:pt idx="30757">
                  <c:v>1685.7249999999999</c:v>
                </c:pt>
                <c:pt idx="30758">
                  <c:v>1483.298</c:v>
                </c:pt>
                <c:pt idx="30759">
                  <c:v>1314.913</c:v>
                </c:pt>
                <c:pt idx="30760">
                  <c:v>1305.328</c:v>
                </c:pt>
                <c:pt idx="30761">
                  <c:v>1417.8329999999999</c:v>
                </c:pt>
                <c:pt idx="30762">
                  <c:v>1682.8609999999999</c:v>
                </c:pt>
                <c:pt idx="30763">
                  <c:v>1826.6769999999999</c:v>
                </c:pt>
                <c:pt idx="30764">
                  <c:v>1613.442</c:v>
                </c:pt>
                <c:pt idx="30765">
                  <c:v>1595.288</c:v>
                </c:pt>
                <c:pt idx="30766">
                  <c:v>1455.6499999999999</c:v>
                </c:pt>
                <c:pt idx="30767">
                  <c:v>1373.788</c:v>
                </c:pt>
                <c:pt idx="30768">
                  <c:v>1305.932</c:v>
                </c:pt>
                <c:pt idx="30769">
                  <c:v>1267.95</c:v>
                </c:pt>
                <c:pt idx="30770">
                  <c:v>1189.8150000000001</c:v>
                </c:pt>
                <c:pt idx="30771">
                  <c:v>1152.7180000000001</c:v>
                </c:pt>
                <c:pt idx="30772">
                  <c:v>1144.3489999999999</c:v>
                </c:pt>
                <c:pt idx="30773">
                  <c:v>1128.6529999999998</c:v>
                </c:pt>
                <c:pt idx="30774">
                  <c:v>1103.0050000000001</c:v>
                </c:pt>
                <c:pt idx="30775">
                  <c:v>1851.5989999999999</c:v>
                </c:pt>
                <c:pt idx="30776">
                  <c:v>4045.163</c:v>
                </c:pt>
                <c:pt idx="30777">
                  <c:v>6696.558</c:v>
                </c:pt>
                <c:pt idx="30778">
                  <c:v>6912.99</c:v>
                </c:pt>
                <c:pt idx="30779">
                  <c:v>4016.4120000000012</c:v>
                </c:pt>
                <c:pt idx="30780">
                  <c:v>1854.9490000000001</c:v>
                </c:pt>
                <c:pt idx="30781">
                  <c:v>1729.0939999999998</c:v>
                </c:pt>
                <c:pt idx="30782">
                  <c:v>1648.155</c:v>
                </c:pt>
                <c:pt idx="30783">
                  <c:v>1415.4150000000011</c:v>
                </c:pt>
                <c:pt idx="30784">
                  <c:v>1408.8229999999999</c:v>
                </c:pt>
                <c:pt idx="30785">
                  <c:v>1336.06</c:v>
                </c:pt>
                <c:pt idx="30786">
                  <c:v>1307.6479999999999</c:v>
                </c:pt>
                <c:pt idx="30787">
                  <c:v>1292.9780000000001</c:v>
                </c:pt>
                <c:pt idx="30788">
                  <c:v>1262.779</c:v>
                </c:pt>
                <c:pt idx="30789">
                  <c:v>1257.1379999999999</c:v>
                </c:pt>
                <c:pt idx="30790">
                  <c:v>1230.451</c:v>
                </c:pt>
                <c:pt idx="30791">
                  <c:v>1209.6609999999998</c:v>
                </c:pt>
                <c:pt idx="30792">
                  <c:v>1193.835</c:v>
                </c:pt>
                <c:pt idx="30793">
                  <c:v>1201.6279999999999</c:v>
                </c:pt>
                <c:pt idx="30794">
                  <c:v>1226.473</c:v>
                </c:pt>
                <c:pt idx="30795">
                  <c:v>1228.4880000000001</c:v>
                </c:pt>
                <c:pt idx="30796">
                  <c:v>1220.2139999999999</c:v>
                </c:pt>
                <c:pt idx="30797">
                  <c:v>1228.6099999999999</c:v>
                </c:pt>
                <c:pt idx="30798">
                  <c:v>1309.2370000000001</c:v>
                </c:pt>
                <c:pt idx="30799">
                  <c:v>1383.94</c:v>
                </c:pt>
                <c:pt idx="30800">
                  <c:v>1372.8219999999999</c:v>
                </c:pt>
                <c:pt idx="30801">
                  <c:v>1274.1699999999998</c:v>
                </c:pt>
                <c:pt idx="30802">
                  <c:v>1211.721</c:v>
                </c:pt>
                <c:pt idx="30803">
                  <c:v>1198.2360000000001</c:v>
                </c:pt>
                <c:pt idx="30804">
                  <c:v>1188.3719999999998</c:v>
                </c:pt>
                <c:pt idx="30805">
                  <c:v>1290.8539999999998</c:v>
                </c:pt>
                <c:pt idx="30806">
                  <c:v>1614.0260000000001</c:v>
                </c:pt>
                <c:pt idx="30807">
                  <c:v>2011.777</c:v>
                </c:pt>
                <c:pt idx="30808">
                  <c:v>2010.5119999999999</c:v>
                </c:pt>
                <c:pt idx="30809">
                  <c:v>1684.201</c:v>
                </c:pt>
                <c:pt idx="30810">
                  <c:v>1538.2929999999999</c:v>
                </c:pt>
                <c:pt idx="30811">
                  <c:v>1655.5319999999999</c:v>
                </c:pt>
                <c:pt idx="30812">
                  <c:v>1910.9849999999999</c:v>
                </c:pt>
                <c:pt idx="30813">
                  <c:v>2169.5729999999999</c:v>
                </c:pt>
                <c:pt idx="30814">
                  <c:v>2179.826</c:v>
                </c:pt>
                <c:pt idx="30815">
                  <c:v>2035.471</c:v>
                </c:pt>
                <c:pt idx="30816">
                  <c:v>1966.1</c:v>
                </c:pt>
                <c:pt idx="30817">
                  <c:v>2129.1930000000002</c:v>
                </c:pt>
                <c:pt idx="30818">
                  <c:v>2602.9279999999999</c:v>
                </c:pt>
                <c:pt idx="30819">
                  <c:v>2701.0110000000022</c:v>
                </c:pt>
                <c:pt idx="30820">
                  <c:v>2239.9699999999998</c:v>
                </c:pt>
                <c:pt idx="30821">
                  <c:v>1989.1579999999999</c:v>
                </c:pt>
                <c:pt idx="30822">
                  <c:v>2005.761</c:v>
                </c:pt>
                <c:pt idx="30823">
                  <c:v>1921.3419999999999</c:v>
                </c:pt>
                <c:pt idx="30824">
                  <c:v>1798.1139999999998</c:v>
                </c:pt>
                <c:pt idx="30825">
                  <c:v>1773.258</c:v>
                </c:pt>
                <c:pt idx="30826">
                  <c:v>1776.1589999999999</c:v>
                </c:pt>
                <c:pt idx="30827">
                  <c:v>1732.9760000000001</c:v>
                </c:pt>
                <c:pt idx="30828">
                  <c:v>1668.8419999999999</c:v>
                </c:pt>
                <c:pt idx="30829">
                  <c:v>1642.1659999999999</c:v>
                </c:pt>
                <c:pt idx="30830">
                  <c:v>1694.1819999999998</c:v>
                </c:pt>
                <c:pt idx="30831">
                  <c:v>1778.0150000000001</c:v>
                </c:pt>
                <c:pt idx="30832">
                  <c:v>1839.6969999999999</c:v>
                </c:pt>
                <c:pt idx="30833">
                  <c:v>1792.6479999999999</c:v>
                </c:pt>
                <c:pt idx="30834">
                  <c:v>1628.9660000000001</c:v>
                </c:pt>
                <c:pt idx="30835">
                  <c:v>1521.3799999999999</c:v>
                </c:pt>
                <c:pt idx="30836">
                  <c:v>1502.078</c:v>
                </c:pt>
                <c:pt idx="30837">
                  <c:v>1519.145</c:v>
                </c:pt>
                <c:pt idx="30838">
                  <c:v>1538.1229999999998</c:v>
                </c:pt>
                <c:pt idx="30839">
                  <c:v>1502.5070000000001</c:v>
                </c:pt>
                <c:pt idx="30840">
                  <c:v>1420.404</c:v>
                </c:pt>
                <c:pt idx="30841">
                  <c:v>1383.3719999999998</c:v>
                </c:pt>
                <c:pt idx="30842">
                  <c:v>1373.2939999999999</c:v>
                </c:pt>
                <c:pt idx="30843">
                  <c:v>1298.348</c:v>
                </c:pt>
                <c:pt idx="30844">
                  <c:v>1194.8</c:v>
                </c:pt>
                <c:pt idx="30845">
                  <c:v>1134.203</c:v>
                </c:pt>
                <c:pt idx="30846">
                  <c:v>1106.93</c:v>
                </c:pt>
                <c:pt idx="30847">
                  <c:v>1086.1909999999998</c:v>
                </c:pt>
                <c:pt idx="30848">
                  <c:v>1047.2860000000001</c:v>
                </c:pt>
                <c:pt idx="30849">
                  <c:v>968.09380000000067</c:v>
                </c:pt>
                <c:pt idx="30850">
                  <c:v>880.6277</c:v>
                </c:pt>
                <c:pt idx="30851">
                  <c:v>828.96359999999947</c:v>
                </c:pt>
                <c:pt idx="30852">
                  <c:v>801.40659999999946</c:v>
                </c:pt>
                <c:pt idx="30853">
                  <c:v>808.21780000000001</c:v>
                </c:pt>
                <c:pt idx="30854">
                  <c:v>854.06399999999996</c:v>
                </c:pt>
                <c:pt idx="30855">
                  <c:v>886.57920000000001</c:v>
                </c:pt>
                <c:pt idx="30856">
                  <c:v>847.70870000000082</c:v>
                </c:pt>
                <c:pt idx="30857">
                  <c:v>769.83059999999921</c:v>
                </c:pt>
                <c:pt idx="30858">
                  <c:v>729.06779999999947</c:v>
                </c:pt>
                <c:pt idx="30859">
                  <c:v>711.20590000000004</c:v>
                </c:pt>
                <c:pt idx="30860">
                  <c:v>689.00909999999999</c:v>
                </c:pt>
                <c:pt idx="30861">
                  <c:v>678.38749999999948</c:v>
                </c:pt>
                <c:pt idx="30862">
                  <c:v>658.4701</c:v>
                </c:pt>
                <c:pt idx="30863">
                  <c:v>614.41070000000002</c:v>
                </c:pt>
                <c:pt idx="30864">
                  <c:v>576.96569999999906</c:v>
                </c:pt>
                <c:pt idx="30865">
                  <c:v>563.4220999999992</c:v>
                </c:pt>
                <c:pt idx="30866">
                  <c:v>545.25400000000002</c:v>
                </c:pt>
                <c:pt idx="30867">
                  <c:v>515.88919999999996</c:v>
                </c:pt>
                <c:pt idx="30868">
                  <c:v>491.82279999999969</c:v>
                </c:pt>
                <c:pt idx="30869">
                  <c:v>490.47469999999993</c:v>
                </c:pt>
                <c:pt idx="30870">
                  <c:v>506.69639999999936</c:v>
                </c:pt>
                <c:pt idx="30871">
                  <c:v>501.91549999999961</c:v>
                </c:pt>
                <c:pt idx="30872">
                  <c:v>486.29219999999935</c:v>
                </c:pt>
                <c:pt idx="30873">
                  <c:v>477.15320000000008</c:v>
                </c:pt>
                <c:pt idx="30874">
                  <c:v>480.80489999999998</c:v>
                </c:pt>
                <c:pt idx="30875">
                  <c:v>471.15190000000001</c:v>
                </c:pt>
                <c:pt idx="30876">
                  <c:v>459.84440000000041</c:v>
                </c:pt>
                <c:pt idx="30877">
                  <c:v>466.44119999999936</c:v>
                </c:pt>
                <c:pt idx="30878">
                  <c:v>455.53539999999936</c:v>
                </c:pt>
                <c:pt idx="30879">
                  <c:v>444.6352</c:v>
                </c:pt>
                <c:pt idx="30880">
                  <c:v>429.69569999999999</c:v>
                </c:pt>
                <c:pt idx="30881">
                  <c:v>423.84309999999999</c:v>
                </c:pt>
                <c:pt idx="30882">
                  <c:v>400.12259999999969</c:v>
                </c:pt>
                <c:pt idx="30883">
                  <c:v>392.00209999999993</c:v>
                </c:pt>
                <c:pt idx="30884">
                  <c:v>382.20729999999969</c:v>
                </c:pt>
                <c:pt idx="30885">
                  <c:v>377.64780000000047</c:v>
                </c:pt>
                <c:pt idx="30886">
                  <c:v>375.23099999999954</c:v>
                </c:pt>
                <c:pt idx="30887">
                  <c:v>360.36430000000001</c:v>
                </c:pt>
                <c:pt idx="30888">
                  <c:v>343.4486</c:v>
                </c:pt>
                <c:pt idx="30889">
                  <c:v>341.48659999999938</c:v>
                </c:pt>
                <c:pt idx="30890">
                  <c:v>336.65069999999997</c:v>
                </c:pt>
                <c:pt idx="30891">
                  <c:v>328.08909999999969</c:v>
                </c:pt>
                <c:pt idx="30892">
                  <c:v>323.00700000000001</c:v>
                </c:pt>
                <c:pt idx="30893">
                  <c:v>315.21879999999953</c:v>
                </c:pt>
                <c:pt idx="30894">
                  <c:v>313.31209999999999</c:v>
                </c:pt>
                <c:pt idx="30895">
                  <c:v>334.33619999999939</c:v>
                </c:pt>
                <c:pt idx="30896">
                  <c:v>330.86790000000002</c:v>
                </c:pt>
                <c:pt idx="30897">
                  <c:v>327.16750000000002</c:v>
                </c:pt>
                <c:pt idx="30898">
                  <c:v>327.22389999999967</c:v>
                </c:pt>
                <c:pt idx="30899">
                  <c:v>331.82040000000001</c:v>
                </c:pt>
                <c:pt idx="30900">
                  <c:v>317.8254</c:v>
                </c:pt>
                <c:pt idx="30901">
                  <c:v>315.31129999999968</c:v>
                </c:pt>
                <c:pt idx="30902">
                  <c:v>314.58460000000002</c:v>
                </c:pt>
                <c:pt idx="30903">
                  <c:v>308.58829999999961</c:v>
                </c:pt>
                <c:pt idx="30904">
                  <c:v>303.69119999999936</c:v>
                </c:pt>
                <c:pt idx="30905">
                  <c:v>302.15089999999998</c:v>
                </c:pt>
                <c:pt idx="30906">
                  <c:v>306.05290000000002</c:v>
                </c:pt>
                <c:pt idx="30907">
                  <c:v>304.48859999999939</c:v>
                </c:pt>
                <c:pt idx="30908">
                  <c:v>303.80029999999999</c:v>
                </c:pt>
                <c:pt idx="30909">
                  <c:v>339.40019999999947</c:v>
                </c:pt>
                <c:pt idx="30910">
                  <c:v>384.73049999999961</c:v>
                </c:pt>
                <c:pt idx="30911">
                  <c:v>403.67149999999964</c:v>
                </c:pt>
                <c:pt idx="30912">
                  <c:v>402.15449999999998</c:v>
                </c:pt>
                <c:pt idx="30913">
                  <c:v>389.7577</c:v>
                </c:pt>
                <c:pt idx="30914">
                  <c:v>395.45710000000003</c:v>
                </c:pt>
                <c:pt idx="30915">
                  <c:v>403.42599999999953</c:v>
                </c:pt>
                <c:pt idx="30916">
                  <c:v>401.21099999999967</c:v>
                </c:pt>
                <c:pt idx="30917">
                  <c:v>389.57819999999936</c:v>
                </c:pt>
                <c:pt idx="30918">
                  <c:v>383.84879999999993</c:v>
                </c:pt>
                <c:pt idx="30919">
                  <c:v>378.58809999999954</c:v>
                </c:pt>
                <c:pt idx="30920">
                  <c:v>382.5736</c:v>
                </c:pt>
                <c:pt idx="30921">
                  <c:v>388.22059999999954</c:v>
                </c:pt>
                <c:pt idx="30922">
                  <c:v>397.52519999999947</c:v>
                </c:pt>
                <c:pt idx="30923">
                  <c:v>408.1318</c:v>
                </c:pt>
                <c:pt idx="30924">
                  <c:v>408.89799999999968</c:v>
                </c:pt>
                <c:pt idx="30925">
                  <c:v>412.72529999999961</c:v>
                </c:pt>
                <c:pt idx="30926">
                  <c:v>413.13529999999969</c:v>
                </c:pt>
                <c:pt idx="30927">
                  <c:v>407.56420000000008</c:v>
                </c:pt>
                <c:pt idx="30928">
                  <c:v>415.70370000000003</c:v>
                </c:pt>
                <c:pt idx="30929">
                  <c:v>498.31799999999993</c:v>
                </c:pt>
                <c:pt idx="30930">
                  <c:v>642.16</c:v>
                </c:pt>
                <c:pt idx="30931">
                  <c:v>699.1961</c:v>
                </c:pt>
                <c:pt idx="30932">
                  <c:v>621.79470000000094</c:v>
                </c:pt>
                <c:pt idx="30933">
                  <c:v>543.58870000000081</c:v>
                </c:pt>
                <c:pt idx="30934">
                  <c:v>534.33870000000002</c:v>
                </c:pt>
                <c:pt idx="30935">
                  <c:v>541.23099999999999</c:v>
                </c:pt>
                <c:pt idx="30936">
                  <c:v>546.52139999999997</c:v>
                </c:pt>
                <c:pt idx="30937">
                  <c:v>541.76639999999998</c:v>
                </c:pt>
                <c:pt idx="30938">
                  <c:v>537.51959999999997</c:v>
                </c:pt>
                <c:pt idx="30939">
                  <c:v>539.83639999999946</c:v>
                </c:pt>
                <c:pt idx="30940">
                  <c:v>532.25300000000004</c:v>
                </c:pt>
                <c:pt idx="30941">
                  <c:v>523.57320000000004</c:v>
                </c:pt>
                <c:pt idx="30942">
                  <c:v>517.6567</c:v>
                </c:pt>
                <c:pt idx="30943">
                  <c:v>589.36799999999914</c:v>
                </c:pt>
                <c:pt idx="30944">
                  <c:v>1048.585</c:v>
                </c:pt>
                <c:pt idx="30945">
                  <c:v>1932.7839999999999</c:v>
                </c:pt>
                <c:pt idx="30946">
                  <c:v>2179.2190000000001</c:v>
                </c:pt>
                <c:pt idx="30947">
                  <c:v>1423.9939999999999</c:v>
                </c:pt>
                <c:pt idx="30948">
                  <c:v>1042.7729999999999</c:v>
                </c:pt>
                <c:pt idx="30949">
                  <c:v>1439.8389999999999</c:v>
                </c:pt>
                <c:pt idx="30950">
                  <c:v>1659.27</c:v>
                </c:pt>
                <c:pt idx="30951">
                  <c:v>1544.097</c:v>
                </c:pt>
                <c:pt idx="30952">
                  <c:v>1568.9639999999999</c:v>
                </c:pt>
                <c:pt idx="30953">
                  <c:v>1665.4580000000001</c:v>
                </c:pt>
                <c:pt idx="30954">
                  <c:v>1583.2739999999999</c:v>
                </c:pt>
                <c:pt idx="30955">
                  <c:v>1442.8519999999999</c:v>
                </c:pt>
                <c:pt idx="30956">
                  <c:v>1434.8239999999998</c:v>
                </c:pt>
                <c:pt idx="30957">
                  <c:v>1408.913</c:v>
                </c:pt>
                <c:pt idx="30958">
                  <c:v>1320.7260000000001</c:v>
                </c:pt>
                <c:pt idx="30959">
                  <c:v>1247.078</c:v>
                </c:pt>
                <c:pt idx="30960">
                  <c:v>1154.018</c:v>
                </c:pt>
                <c:pt idx="30961">
                  <c:v>1060.2070000000001</c:v>
                </c:pt>
                <c:pt idx="30962">
                  <c:v>1006.981</c:v>
                </c:pt>
                <c:pt idx="30963">
                  <c:v>1005.572</c:v>
                </c:pt>
                <c:pt idx="30964">
                  <c:v>1060.992</c:v>
                </c:pt>
                <c:pt idx="30965">
                  <c:v>1220.979</c:v>
                </c:pt>
                <c:pt idx="30966">
                  <c:v>1503.597</c:v>
                </c:pt>
                <c:pt idx="30967">
                  <c:v>1824.7360000000001</c:v>
                </c:pt>
                <c:pt idx="30968">
                  <c:v>1813.7829999999999</c:v>
                </c:pt>
                <c:pt idx="30969">
                  <c:v>1605.4390000000001</c:v>
                </c:pt>
                <c:pt idx="30970">
                  <c:v>1455.4</c:v>
                </c:pt>
                <c:pt idx="30971">
                  <c:v>1379.6759999999999</c:v>
                </c:pt>
                <c:pt idx="30972">
                  <c:v>1291.847</c:v>
                </c:pt>
                <c:pt idx="30973">
                  <c:v>1233.0619999999999</c:v>
                </c:pt>
                <c:pt idx="30974">
                  <c:v>1189.3029999999999</c:v>
                </c:pt>
                <c:pt idx="30975">
                  <c:v>1137.807</c:v>
                </c:pt>
                <c:pt idx="30976">
                  <c:v>1099.1389999999999</c:v>
                </c:pt>
                <c:pt idx="30977">
                  <c:v>1082.422</c:v>
                </c:pt>
                <c:pt idx="30978">
                  <c:v>1117.8969999999999</c:v>
                </c:pt>
                <c:pt idx="30979">
                  <c:v>1212.4580000000001</c:v>
                </c:pt>
                <c:pt idx="30980">
                  <c:v>1230.106</c:v>
                </c:pt>
                <c:pt idx="30981">
                  <c:v>1144.8209999999999</c:v>
                </c:pt>
                <c:pt idx="30982">
                  <c:v>1129.511</c:v>
                </c:pt>
                <c:pt idx="30983">
                  <c:v>1103.54</c:v>
                </c:pt>
                <c:pt idx="30984">
                  <c:v>1080.0129999999999</c:v>
                </c:pt>
                <c:pt idx="30985">
                  <c:v>1035.46</c:v>
                </c:pt>
                <c:pt idx="30986">
                  <c:v>1034.076</c:v>
                </c:pt>
                <c:pt idx="30987">
                  <c:v>1161.8579999999999</c:v>
                </c:pt>
                <c:pt idx="30988">
                  <c:v>1722.011</c:v>
                </c:pt>
                <c:pt idx="30989">
                  <c:v>2360.605</c:v>
                </c:pt>
                <c:pt idx="30990">
                  <c:v>2408.9029999999998</c:v>
                </c:pt>
                <c:pt idx="30991">
                  <c:v>2067.6129999999998</c:v>
                </c:pt>
                <c:pt idx="30992">
                  <c:v>2049.4589999999998</c:v>
                </c:pt>
                <c:pt idx="30993">
                  <c:v>2085.5590000000002</c:v>
                </c:pt>
                <c:pt idx="30994">
                  <c:v>1986.1779999999999</c:v>
                </c:pt>
                <c:pt idx="30995">
                  <c:v>1918.1779999999999</c:v>
                </c:pt>
                <c:pt idx="30996">
                  <c:v>1848.357</c:v>
                </c:pt>
                <c:pt idx="30997">
                  <c:v>1747.86</c:v>
                </c:pt>
                <c:pt idx="30998">
                  <c:v>1650.2460000000001</c:v>
                </c:pt>
                <c:pt idx="30999">
                  <c:v>1548.646</c:v>
                </c:pt>
                <c:pt idx="31000">
                  <c:v>1457.454</c:v>
                </c:pt>
                <c:pt idx="31001">
                  <c:v>1364.6879999999999</c:v>
                </c:pt>
                <c:pt idx="31002">
                  <c:v>1254.5709999999999</c:v>
                </c:pt>
                <c:pt idx="31003">
                  <c:v>1157.2470000000001</c:v>
                </c:pt>
                <c:pt idx="31004">
                  <c:v>1085.4080000000001</c:v>
                </c:pt>
                <c:pt idx="31005">
                  <c:v>1039.078</c:v>
                </c:pt>
                <c:pt idx="31006">
                  <c:v>1012.134</c:v>
                </c:pt>
                <c:pt idx="31007">
                  <c:v>985.41409999999996</c:v>
                </c:pt>
                <c:pt idx="31008">
                  <c:v>977.52470000000005</c:v>
                </c:pt>
                <c:pt idx="31009">
                  <c:v>947.9222999999987</c:v>
                </c:pt>
                <c:pt idx="31010">
                  <c:v>926.73950000000002</c:v>
                </c:pt>
                <c:pt idx="31011">
                  <c:v>931.1807000000008</c:v>
                </c:pt>
                <c:pt idx="31012">
                  <c:v>1009.491</c:v>
                </c:pt>
                <c:pt idx="31013">
                  <c:v>1019.071</c:v>
                </c:pt>
                <c:pt idx="31014">
                  <c:v>1037.069</c:v>
                </c:pt>
                <c:pt idx="31015">
                  <c:v>990.09069999999997</c:v>
                </c:pt>
                <c:pt idx="31016">
                  <c:v>924.27140000000054</c:v>
                </c:pt>
                <c:pt idx="31017">
                  <c:v>925.1046</c:v>
                </c:pt>
                <c:pt idx="31018">
                  <c:v>905.29480000000081</c:v>
                </c:pt>
                <c:pt idx="31019">
                  <c:v>911.03030000000001</c:v>
                </c:pt>
                <c:pt idx="31020">
                  <c:v>907.52249999999947</c:v>
                </c:pt>
                <c:pt idx="31021">
                  <c:v>869.08929999999998</c:v>
                </c:pt>
                <c:pt idx="31022">
                  <c:v>845.27030000000082</c:v>
                </c:pt>
                <c:pt idx="31023">
                  <c:v>827.0375999999992</c:v>
                </c:pt>
                <c:pt idx="31024">
                  <c:v>812.42459999999949</c:v>
                </c:pt>
                <c:pt idx="31025">
                  <c:v>882.99759999999947</c:v>
                </c:pt>
                <c:pt idx="31026">
                  <c:v>1156.4100000000001</c:v>
                </c:pt>
                <c:pt idx="31027">
                  <c:v>1151.0039999999999</c:v>
                </c:pt>
                <c:pt idx="31028">
                  <c:v>1334.31</c:v>
                </c:pt>
                <c:pt idx="31029">
                  <c:v>1063.3599999999999</c:v>
                </c:pt>
                <c:pt idx="31030">
                  <c:v>950.1644</c:v>
                </c:pt>
                <c:pt idx="31031">
                  <c:v>873.25369999999998</c:v>
                </c:pt>
                <c:pt idx="31032">
                  <c:v>853.37289999999996</c:v>
                </c:pt>
                <c:pt idx="31033">
                  <c:v>854.26229999999907</c:v>
                </c:pt>
                <c:pt idx="31034">
                  <c:v>981.69129999999996</c:v>
                </c:pt>
                <c:pt idx="31035">
                  <c:v>1346.9170000000001</c:v>
                </c:pt>
                <c:pt idx="31036">
                  <c:v>1657.2650000000001</c:v>
                </c:pt>
                <c:pt idx="31037">
                  <c:v>1600.588</c:v>
                </c:pt>
                <c:pt idx="31038">
                  <c:v>1426.116</c:v>
                </c:pt>
                <c:pt idx="31039">
                  <c:v>1349.5329999999999</c:v>
                </c:pt>
                <c:pt idx="31040">
                  <c:v>1173.6329999999998</c:v>
                </c:pt>
              </c:numCache>
            </c:numRef>
          </c:yVal>
          <c:smooth val="0"/>
          <c:extLst>
            <c:ext xmlns:c16="http://schemas.microsoft.com/office/drawing/2014/chart" uri="{C3380CC4-5D6E-409C-BE32-E72D297353CC}">
              <c16:uniqueId val="{00000000-67A9-41DF-83A3-0507AE82D2FB}"/>
            </c:ext>
          </c:extLst>
        </c:ser>
        <c:dLbls>
          <c:showLegendKey val="0"/>
          <c:showVal val="0"/>
          <c:showCatName val="0"/>
          <c:showSerName val="0"/>
          <c:showPercent val="0"/>
          <c:showBubbleSize val="0"/>
        </c:dLbls>
        <c:axId val="121917824"/>
        <c:axId val="121919744"/>
      </c:scatterChart>
      <c:scatterChart>
        <c:scatterStyle val="lineMarker"/>
        <c:varyColors val="0"/>
        <c:ser>
          <c:idx val="0"/>
          <c:order val="0"/>
          <c:tx>
            <c:strRef>
              <c:f>BorettoRCP45!$B$2</c:f>
              <c:strCache>
                <c:ptCount val="1"/>
                <c:pt idx="0">
                  <c:v>Tair_obs</c:v>
                </c:pt>
              </c:strCache>
            </c:strRef>
          </c:tx>
          <c:marker>
            <c:symbol val="none"/>
          </c:marker>
          <c:xVal>
            <c:numRef>
              <c:f>BorettoRCP45!$A$3:$A$32873</c:f>
              <c:numCache>
                <c:formatCode>m/d/yyyy</c:formatCode>
                <c:ptCount val="32871"/>
                <c:pt idx="0">
                  <c:v>42370</c:v>
                </c:pt>
                <c:pt idx="1">
                  <c:v>42371</c:v>
                </c:pt>
                <c:pt idx="2">
                  <c:v>42372</c:v>
                </c:pt>
                <c:pt idx="3">
                  <c:v>42373</c:v>
                </c:pt>
                <c:pt idx="4">
                  <c:v>42374</c:v>
                </c:pt>
                <c:pt idx="5">
                  <c:v>42375</c:v>
                </c:pt>
                <c:pt idx="6">
                  <c:v>42376</c:v>
                </c:pt>
                <c:pt idx="7">
                  <c:v>42377</c:v>
                </c:pt>
                <c:pt idx="8">
                  <c:v>42378</c:v>
                </c:pt>
                <c:pt idx="9">
                  <c:v>42379</c:v>
                </c:pt>
                <c:pt idx="10">
                  <c:v>42380</c:v>
                </c:pt>
                <c:pt idx="11">
                  <c:v>42381</c:v>
                </c:pt>
                <c:pt idx="12">
                  <c:v>42382</c:v>
                </c:pt>
                <c:pt idx="13">
                  <c:v>42383</c:v>
                </c:pt>
                <c:pt idx="14">
                  <c:v>42384</c:v>
                </c:pt>
                <c:pt idx="15">
                  <c:v>42385</c:v>
                </c:pt>
                <c:pt idx="16">
                  <c:v>42386</c:v>
                </c:pt>
                <c:pt idx="17">
                  <c:v>42387</c:v>
                </c:pt>
                <c:pt idx="18">
                  <c:v>42388</c:v>
                </c:pt>
                <c:pt idx="19">
                  <c:v>42389</c:v>
                </c:pt>
                <c:pt idx="20">
                  <c:v>42390</c:v>
                </c:pt>
                <c:pt idx="21">
                  <c:v>42391</c:v>
                </c:pt>
                <c:pt idx="22">
                  <c:v>42392</c:v>
                </c:pt>
                <c:pt idx="23">
                  <c:v>42393</c:v>
                </c:pt>
                <c:pt idx="24">
                  <c:v>42394</c:v>
                </c:pt>
                <c:pt idx="25">
                  <c:v>42395</c:v>
                </c:pt>
                <c:pt idx="26">
                  <c:v>42396</c:v>
                </c:pt>
                <c:pt idx="27">
                  <c:v>42397</c:v>
                </c:pt>
                <c:pt idx="28">
                  <c:v>42398</c:v>
                </c:pt>
                <c:pt idx="29">
                  <c:v>42399</c:v>
                </c:pt>
                <c:pt idx="30">
                  <c:v>42400</c:v>
                </c:pt>
                <c:pt idx="31">
                  <c:v>42401</c:v>
                </c:pt>
                <c:pt idx="32">
                  <c:v>42402</c:v>
                </c:pt>
                <c:pt idx="33">
                  <c:v>42403</c:v>
                </c:pt>
                <c:pt idx="34">
                  <c:v>42404</c:v>
                </c:pt>
                <c:pt idx="35">
                  <c:v>42405</c:v>
                </c:pt>
                <c:pt idx="36">
                  <c:v>42406</c:v>
                </c:pt>
                <c:pt idx="37">
                  <c:v>42407</c:v>
                </c:pt>
                <c:pt idx="38">
                  <c:v>42408</c:v>
                </c:pt>
                <c:pt idx="39">
                  <c:v>42409</c:v>
                </c:pt>
                <c:pt idx="40">
                  <c:v>42410</c:v>
                </c:pt>
                <c:pt idx="41">
                  <c:v>42411</c:v>
                </c:pt>
                <c:pt idx="42">
                  <c:v>42412</c:v>
                </c:pt>
                <c:pt idx="43">
                  <c:v>42413</c:v>
                </c:pt>
                <c:pt idx="44">
                  <c:v>42414</c:v>
                </c:pt>
                <c:pt idx="45">
                  <c:v>42415</c:v>
                </c:pt>
                <c:pt idx="46">
                  <c:v>42416</c:v>
                </c:pt>
                <c:pt idx="47">
                  <c:v>42417</c:v>
                </c:pt>
                <c:pt idx="48">
                  <c:v>42418</c:v>
                </c:pt>
                <c:pt idx="49">
                  <c:v>42419</c:v>
                </c:pt>
                <c:pt idx="50">
                  <c:v>42420</c:v>
                </c:pt>
                <c:pt idx="51">
                  <c:v>42421</c:v>
                </c:pt>
                <c:pt idx="52">
                  <c:v>42422</c:v>
                </c:pt>
                <c:pt idx="53">
                  <c:v>42423</c:v>
                </c:pt>
                <c:pt idx="54">
                  <c:v>42424</c:v>
                </c:pt>
                <c:pt idx="55">
                  <c:v>42425</c:v>
                </c:pt>
                <c:pt idx="56">
                  <c:v>42426</c:v>
                </c:pt>
                <c:pt idx="57">
                  <c:v>42427</c:v>
                </c:pt>
                <c:pt idx="58">
                  <c:v>42428</c:v>
                </c:pt>
                <c:pt idx="59">
                  <c:v>42429</c:v>
                </c:pt>
                <c:pt idx="60">
                  <c:v>42430</c:v>
                </c:pt>
                <c:pt idx="61">
                  <c:v>42431</c:v>
                </c:pt>
                <c:pt idx="62">
                  <c:v>42432</c:v>
                </c:pt>
                <c:pt idx="63">
                  <c:v>42433</c:v>
                </c:pt>
                <c:pt idx="64">
                  <c:v>42434</c:v>
                </c:pt>
                <c:pt idx="65">
                  <c:v>42435</c:v>
                </c:pt>
                <c:pt idx="66">
                  <c:v>42436</c:v>
                </c:pt>
                <c:pt idx="67">
                  <c:v>42437</c:v>
                </c:pt>
                <c:pt idx="68">
                  <c:v>42438</c:v>
                </c:pt>
                <c:pt idx="69">
                  <c:v>42439</c:v>
                </c:pt>
                <c:pt idx="70">
                  <c:v>42440</c:v>
                </c:pt>
                <c:pt idx="71">
                  <c:v>42441</c:v>
                </c:pt>
                <c:pt idx="72">
                  <c:v>42442</c:v>
                </c:pt>
                <c:pt idx="73">
                  <c:v>42443</c:v>
                </c:pt>
                <c:pt idx="74">
                  <c:v>42444</c:v>
                </c:pt>
                <c:pt idx="75">
                  <c:v>42445</c:v>
                </c:pt>
                <c:pt idx="76">
                  <c:v>42446</c:v>
                </c:pt>
                <c:pt idx="77">
                  <c:v>42447</c:v>
                </c:pt>
                <c:pt idx="78">
                  <c:v>42448</c:v>
                </c:pt>
                <c:pt idx="79">
                  <c:v>42449</c:v>
                </c:pt>
                <c:pt idx="80">
                  <c:v>42450</c:v>
                </c:pt>
                <c:pt idx="81">
                  <c:v>42451</c:v>
                </c:pt>
                <c:pt idx="82">
                  <c:v>42452</c:v>
                </c:pt>
                <c:pt idx="83">
                  <c:v>42453</c:v>
                </c:pt>
                <c:pt idx="84">
                  <c:v>42454</c:v>
                </c:pt>
                <c:pt idx="85">
                  <c:v>42455</c:v>
                </c:pt>
                <c:pt idx="86">
                  <c:v>42456</c:v>
                </c:pt>
                <c:pt idx="87">
                  <c:v>42457</c:v>
                </c:pt>
                <c:pt idx="88">
                  <c:v>42458</c:v>
                </c:pt>
                <c:pt idx="89">
                  <c:v>42459</c:v>
                </c:pt>
                <c:pt idx="90">
                  <c:v>42460</c:v>
                </c:pt>
                <c:pt idx="91">
                  <c:v>42461</c:v>
                </c:pt>
                <c:pt idx="92">
                  <c:v>42462</c:v>
                </c:pt>
                <c:pt idx="93">
                  <c:v>42463</c:v>
                </c:pt>
                <c:pt idx="94">
                  <c:v>42464</c:v>
                </c:pt>
                <c:pt idx="95">
                  <c:v>42465</c:v>
                </c:pt>
                <c:pt idx="96">
                  <c:v>42466</c:v>
                </c:pt>
                <c:pt idx="97">
                  <c:v>42467</c:v>
                </c:pt>
                <c:pt idx="98">
                  <c:v>42468</c:v>
                </c:pt>
                <c:pt idx="99">
                  <c:v>42469</c:v>
                </c:pt>
                <c:pt idx="100">
                  <c:v>42470</c:v>
                </c:pt>
                <c:pt idx="101">
                  <c:v>42471</c:v>
                </c:pt>
                <c:pt idx="102">
                  <c:v>42472</c:v>
                </c:pt>
                <c:pt idx="103">
                  <c:v>42473</c:v>
                </c:pt>
                <c:pt idx="104">
                  <c:v>42474</c:v>
                </c:pt>
                <c:pt idx="105">
                  <c:v>42475</c:v>
                </c:pt>
                <c:pt idx="106">
                  <c:v>42476</c:v>
                </c:pt>
                <c:pt idx="107">
                  <c:v>42477</c:v>
                </c:pt>
                <c:pt idx="108">
                  <c:v>42478</c:v>
                </c:pt>
                <c:pt idx="109">
                  <c:v>42479</c:v>
                </c:pt>
                <c:pt idx="110">
                  <c:v>42480</c:v>
                </c:pt>
                <c:pt idx="111">
                  <c:v>42481</c:v>
                </c:pt>
                <c:pt idx="112">
                  <c:v>42482</c:v>
                </c:pt>
                <c:pt idx="113">
                  <c:v>42483</c:v>
                </c:pt>
                <c:pt idx="114">
                  <c:v>42484</c:v>
                </c:pt>
                <c:pt idx="115">
                  <c:v>42485</c:v>
                </c:pt>
                <c:pt idx="116">
                  <c:v>42486</c:v>
                </c:pt>
                <c:pt idx="117">
                  <c:v>42487</c:v>
                </c:pt>
                <c:pt idx="118">
                  <c:v>42488</c:v>
                </c:pt>
                <c:pt idx="119">
                  <c:v>42489</c:v>
                </c:pt>
                <c:pt idx="120">
                  <c:v>42490</c:v>
                </c:pt>
                <c:pt idx="121">
                  <c:v>42491</c:v>
                </c:pt>
                <c:pt idx="122">
                  <c:v>42492</c:v>
                </c:pt>
                <c:pt idx="123">
                  <c:v>42493</c:v>
                </c:pt>
                <c:pt idx="124">
                  <c:v>42494</c:v>
                </c:pt>
                <c:pt idx="125">
                  <c:v>42495</c:v>
                </c:pt>
                <c:pt idx="126">
                  <c:v>42496</c:v>
                </c:pt>
                <c:pt idx="127">
                  <c:v>42497</c:v>
                </c:pt>
                <c:pt idx="128">
                  <c:v>42498</c:v>
                </c:pt>
                <c:pt idx="129">
                  <c:v>42499</c:v>
                </c:pt>
                <c:pt idx="130">
                  <c:v>42500</c:v>
                </c:pt>
                <c:pt idx="131">
                  <c:v>42501</c:v>
                </c:pt>
                <c:pt idx="132">
                  <c:v>42502</c:v>
                </c:pt>
                <c:pt idx="133">
                  <c:v>42503</c:v>
                </c:pt>
                <c:pt idx="134">
                  <c:v>42504</c:v>
                </c:pt>
                <c:pt idx="135">
                  <c:v>42505</c:v>
                </c:pt>
                <c:pt idx="136">
                  <c:v>42506</c:v>
                </c:pt>
                <c:pt idx="137">
                  <c:v>42507</c:v>
                </c:pt>
                <c:pt idx="138">
                  <c:v>42508</c:v>
                </c:pt>
                <c:pt idx="139">
                  <c:v>42509</c:v>
                </c:pt>
                <c:pt idx="140">
                  <c:v>42510</c:v>
                </c:pt>
                <c:pt idx="141">
                  <c:v>42511</c:v>
                </c:pt>
                <c:pt idx="142">
                  <c:v>42512</c:v>
                </c:pt>
                <c:pt idx="143">
                  <c:v>42513</c:v>
                </c:pt>
                <c:pt idx="144">
                  <c:v>42514</c:v>
                </c:pt>
                <c:pt idx="145">
                  <c:v>42515</c:v>
                </c:pt>
                <c:pt idx="146">
                  <c:v>42516</c:v>
                </c:pt>
                <c:pt idx="147">
                  <c:v>42517</c:v>
                </c:pt>
                <c:pt idx="148">
                  <c:v>42518</c:v>
                </c:pt>
                <c:pt idx="149">
                  <c:v>42519</c:v>
                </c:pt>
                <c:pt idx="150">
                  <c:v>42520</c:v>
                </c:pt>
                <c:pt idx="151">
                  <c:v>42521</c:v>
                </c:pt>
                <c:pt idx="152">
                  <c:v>42522</c:v>
                </c:pt>
                <c:pt idx="153">
                  <c:v>42523</c:v>
                </c:pt>
                <c:pt idx="154">
                  <c:v>42524</c:v>
                </c:pt>
                <c:pt idx="155">
                  <c:v>42525</c:v>
                </c:pt>
                <c:pt idx="156">
                  <c:v>42526</c:v>
                </c:pt>
                <c:pt idx="157">
                  <c:v>42527</c:v>
                </c:pt>
                <c:pt idx="158">
                  <c:v>42528</c:v>
                </c:pt>
                <c:pt idx="159">
                  <c:v>42529</c:v>
                </c:pt>
                <c:pt idx="160">
                  <c:v>42530</c:v>
                </c:pt>
                <c:pt idx="161">
                  <c:v>42531</c:v>
                </c:pt>
                <c:pt idx="162">
                  <c:v>42532</c:v>
                </c:pt>
                <c:pt idx="163">
                  <c:v>42533</c:v>
                </c:pt>
                <c:pt idx="164">
                  <c:v>42534</c:v>
                </c:pt>
                <c:pt idx="165">
                  <c:v>42535</c:v>
                </c:pt>
                <c:pt idx="166">
                  <c:v>42536</c:v>
                </c:pt>
                <c:pt idx="167">
                  <c:v>42537</c:v>
                </c:pt>
                <c:pt idx="168">
                  <c:v>42538</c:v>
                </c:pt>
                <c:pt idx="169">
                  <c:v>42539</c:v>
                </c:pt>
                <c:pt idx="170">
                  <c:v>42540</c:v>
                </c:pt>
                <c:pt idx="171">
                  <c:v>42541</c:v>
                </c:pt>
                <c:pt idx="172">
                  <c:v>42542</c:v>
                </c:pt>
                <c:pt idx="173">
                  <c:v>42543</c:v>
                </c:pt>
                <c:pt idx="174">
                  <c:v>42544</c:v>
                </c:pt>
                <c:pt idx="175">
                  <c:v>42545</c:v>
                </c:pt>
                <c:pt idx="176">
                  <c:v>42546</c:v>
                </c:pt>
                <c:pt idx="177">
                  <c:v>42547</c:v>
                </c:pt>
                <c:pt idx="178">
                  <c:v>42548</c:v>
                </c:pt>
                <c:pt idx="179">
                  <c:v>42549</c:v>
                </c:pt>
                <c:pt idx="180">
                  <c:v>42550</c:v>
                </c:pt>
                <c:pt idx="181">
                  <c:v>42551</c:v>
                </c:pt>
                <c:pt idx="182">
                  <c:v>42552</c:v>
                </c:pt>
                <c:pt idx="183">
                  <c:v>42553</c:v>
                </c:pt>
                <c:pt idx="184">
                  <c:v>42554</c:v>
                </c:pt>
                <c:pt idx="185">
                  <c:v>42555</c:v>
                </c:pt>
                <c:pt idx="186">
                  <c:v>42556</c:v>
                </c:pt>
                <c:pt idx="187">
                  <c:v>42557</c:v>
                </c:pt>
                <c:pt idx="188">
                  <c:v>42558</c:v>
                </c:pt>
                <c:pt idx="189">
                  <c:v>42559</c:v>
                </c:pt>
                <c:pt idx="190">
                  <c:v>42560</c:v>
                </c:pt>
                <c:pt idx="191">
                  <c:v>42561</c:v>
                </c:pt>
                <c:pt idx="192">
                  <c:v>42562</c:v>
                </c:pt>
                <c:pt idx="193">
                  <c:v>42563</c:v>
                </c:pt>
                <c:pt idx="194">
                  <c:v>42564</c:v>
                </c:pt>
                <c:pt idx="195">
                  <c:v>42565</c:v>
                </c:pt>
                <c:pt idx="196">
                  <c:v>42566</c:v>
                </c:pt>
                <c:pt idx="197">
                  <c:v>42567</c:v>
                </c:pt>
                <c:pt idx="198">
                  <c:v>42568</c:v>
                </c:pt>
                <c:pt idx="199">
                  <c:v>42569</c:v>
                </c:pt>
                <c:pt idx="200">
                  <c:v>42570</c:v>
                </c:pt>
                <c:pt idx="201">
                  <c:v>42571</c:v>
                </c:pt>
                <c:pt idx="202">
                  <c:v>42572</c:v>
                </c:pt>
                <c:pt idx="203">
                  <c:v>42573</c:v>
                </c:pt>
                <c:pt idx="204">
                  <c:v>42574</c:v>
                </c:pt>
                <c:pt idx="205">
                  <c:v>42575</c:v>
                </c:pt>
                <c:pt idx="206">
                  <c:v>42576</c:v>
                </c:pt>
                <c:pt idx="207">
                  <c:v>42577</c:v>
                </c:pt>
                <c:pt idx="208">
                  <c:v>42578</c:v>
                </c:pt>
                <c:pt idx="209">
                  <c:v>42579</c:v>
                </c:pt>
                <c:pt idx="210">
                  <c:v>42580</c:v>
                </c:pt>
                <c:pt idx="211">
                  <c:v>42581</c:v>
                </c:pt>
                <c:pt idx="212">
                  <c:v>42582</c:v>
                </c:pt>
                <c:pt idx="213">
                  <c:v>42583</c:v>
                </c:pt>
                <c:pt idx="214">
                  <c:v>42584</c:v>
                </c:pt>
                <c:pt idx="215">
                  <c:v>42585</c:v>
                </c:pt>
                <c:pt idx="216">
                  <c:v>42586</c:v>
                </c:pt>
                <c:pt idx="217">
                  <c:v>42587</c:v>
                </c:pt>
                <c:pt idx="218">
                  <c:v>42588</c:v>
                </c:pt>
                <c:pt idx="219">
                  <c:v>42589</c:v>
                </c:pt>
                <c:pt idx="220">
                  <c:v>42590</c:v>
                </c:pt>
                <c:pt idx="221">
                  <c:v>42591</c:v>
                </c:pt>
                <c:pt idx="222">
                  <c:v>42592</c:v>
                </c:pt>
                <c:pt idx="223">
                  <c:v>42593</c:v>
                </c:pt>
                <c:pt idx="224">
                  <c:v>42594</c:v>
                </c:pt>
                <c:pt idx="225">
                  <c:v>42595</c:v>
                </c:pt>
                <c:pt idx="226">
                  <c:v>42596</c:v>
                </c:pt>
                <c:pt idx="227">
                  <c:v>42597</c:v>
                </c:pt>
                <c:pt idx="228">
                  <c:v>42598</c:v>
                </c:pt>
                <c:pt idx="229">
                  <c:v>42599</c:v>
                </c:pt>
                <c:pt idx="230">
                  <c:v>42600</c:v>
                </c:pt>
                <c:pt idx="231">
                  <c:v>42601</c:v>
                </c:pt>
                <c:pt idx="232">
                  <c:v>42602</c:v>
                </c:pt>
                <c:pt idx="233">
                  <c:v>42603</c:v>
                </c:pt>
                <c:pt idx="234">
                  <c:v>42604</c:v>
                </c:pt>
                <c:pt idx="235">
                  <c:v>42605</c:v>
                </c:pt>
                <c:pt idx="236">
                  <c:v>42606</c:v>
                </c:pt>
                <c:pt idx="237">
                  <c:v>42607</c:v>
                </c:pt>
                <c:pt idx="238">
                  <c:v>42608</c:v>
                </c:pt>
                <c:pt idx="239">
                  <c:v>42609</c:v>
                </c:pt>
                <c:pt idx="240">
                  <c:v>42610</c:v>
                </c:pt>
                <c:pt idx="241">
                  <c:v>42611</c:v>
                </c:pt>
                <c:pt idx="242">
                  <c:v>42612</c:v>
                </c:pt>
                <c:pt idx="243">
                  <c:v>42613</c:v>
                </c:pt>
                <c:pt idx="244">
                  <c:v>42614</c:v>
                </c:pt>
                <c:pt idx="245">
                  <c:v>42615</c:v>
                </c:pt>
                <c:pt idx="246">
                  <c:v>42616</c:v>
                </c:pt>
                <c:pt idx="247">
                  <c:v>42617</c:v>
                </c:pt>
                <c:pt idx="248">
                  <c:v>42618</c:v>
                </c:pt>
                <c:pt idx="249">
                  <c:v>42619</c:v>
                </c:pt>
                <c:pt idx="250">
                  <c:v>42620</c:v>
                </c:pt>
                <c:pt idx="251">
                  <c:v>42621</c:v>
                </c:pt>
                <c:pt idx="252">
                  <c:v>42622</c:v>
                </c:pt>
                <c:pt idx="253">
                  <c:v>42623</c:v>
                </c:pt>
                <c:pt idx="254">
                  <c:v>42624</c:v>
                </c:pt>
                <c:pt idx="255">
                  <c:v>42625</c:v>
                </c:pt>
                <c:pt idx="256">
                  <c:v>42626</c:v>
                </c:pt>
                <c:pt idx="257">
                  <c:v>42627</c:v>
                </c:pt>
                <c:pt idx="258">
                  <c:v>42628</c:v>
                </c:pt>
                <c:pt idx="259">
                  <c:v>42629</c:v>
                </c:pt>
                <c:pt idx="260">
                  <c:v>42630</c:v>
                </c:pt>
                <c:pt idx="261">
                  <c:v>42631</c:v>
                </c:pt>
                <c:pt idx="262">
                  <c:v>42632</c:v>
                </c:pt>
                <c:pt idx="263">
                  <c:v>42633</c:v>
                </c:pt>
                <c:pt idx="264">
                  <c:v>42634</c:v>
                </c:pt>
                <c:pt idx="265">
                  <c:v>42635</c:v>
                </c:pt>
                <c:pt idx="266">
                  <c:v>42636</c:v>
                </c:pt>
                <c:pt idx="267">
                  <c:v>42637</c:v>
                </c:pt>
                <c:pt idx="268">
                  <c:v>42638</c:v>
                </c:pt>
                <c:pt idx="269">
                  <c:v>42639</c:v>
                </c:pt>
                <c:pt idx="270">
                  <c:v>42640</c:v>
                </c:pt>
                <c:pt idx="271">
                  <c:v>42641</c:v>
                </c:pt>
                <c:pt idx="272">
                  <c:v>42642</c:v>
                </c:pt>
                <c:pt idx="273">
                  <c:v>42643</c:v>
                </c:pt>
                <c:pt idx="274">
                  <c:v>42644</c:v>
                </c:pt>
                <c:pt idx="275">
                  <c:v>42645</c:v>
                </c:pt>
                <c:pt idx="276">
                  <c:v>42646</c:v>
                </c:pt>
                <c:pt idx="277">
                  <c:v>42647</c:v>
                </c:pt>
                <c:pt idx="278">
                  <c:v>42648</c:v>
                </c:pt>
                <c:pt idx="279">
                  <c:v>42649</c:v>
                </c:pt>
                <c:pt idx="280">
                  <c:v>42650</c:v>
                </c:pt>
                <c:pt idx="281">
                  <c:v>42651</c:v>
                </c:pt>
                <c:pt idx="282">
                  <c:v>42652</c:v>
                </c:pt>
                <c:pt idx="283">
                  <c:v>42653</c:v>
                </c:pt>
                <c:pt idx="284">
                  <c:v>42654</c:v>
                </c:pt>
                <c:pt idx="285">
                  <c:v>42655</c:v>
                </c:pt>
                <c:pt idx="286">
                  <c:v>42656</c:v>
                </c:pt>
                <c:pt idx="287">
                  <c:v>42657</c:v>
                </c:pt>
                <c:pt idx="288">
                  <c:v>42658</c:v>
                </c:pt>
                <c:pt idx="289">
                  <c:v>42659</c:v>
                </c:pt>
                <c:pt idx="290">
                  <c:v>42660</c:v>
                </c:pt>
                <c:pt idx="291">
                  <c:v>42661</c:v>
                </c:pt>
                <c:pt idx="292">
                  <c:v>42662</c:v>
                </c:pt>
                <c:pt idx="293">
                  <c:v>42663</c:v>
                </c:pt>
                <c:pt idx="294">
                  <c:v>42664</c:v>
                </c:pt>
                <c:pt idx="295">
                  <c:v>42665</c:v>
                </c:pt>
                <c:pt idx="296">
                  <c:v>42666</c:v>
                </c:pt>
                <c:pt idx="297">
                  <c:v>42667</c:v>
                </c:pt>
                <c:pt idx="298">
                  <c:v>42668</c:v>
                </c:pt>
                <c:pt idx="299">
                  <c:v>42669</c:v>
                </c:pt>
                <c:pt idx="300">
                  <c:v>42670</c:v>
                </c:pt>
                <c:pt idx="301">
                  <c:v>42671</c:v>
                </c:pt>
                <c:pt idx="302">
                  <c:v>42672</c:v>
                </c:pt>
                <c:pt idx="303">
                  <c:v>42673</c:v>
                </c:pt>
                <c:pt idx="304">
                  <c:v>42674</c:v>
                </c:pt>
                <c:pt idx="305">
                  <c:v>42675</c:v>
                </c:pt>
                <c:pt idx="306">
                  <c:v>42676</c:v>
                </c:pt>
                <c:pt idx="307">
                  <c:v>42677</c:v>
                </c:pt>
                <c:pt idx="308">
                  <c:v>42678</c:v>
                </c:pt>
                <c:pt idx="309">
                  <c:v>42679</c:v>
                </c:pt>
                <c:pt idx="310">
                  <c:v>42680</c:v>
                </c:pt>
                <c:pt idx="311">
                  <c:v>42681</c:v>
                </c:pt>
                <c:pt idx="312">
                  <c:v>42682</c:v>
                </c:pt>
                <c:pt idx="313">
                  <c:v>42683</c:v>
                </c:pt>
                <c:pt idx="314">
                  <c:v>42684</c:v>
                </c:pt>
                <c:pt idx="315">
                  <c:v>42685</c:v>
                </c:pt>
                <c:pt idx="316">
                  <c:v>42686</c:v>
                </c:pt>
                <c:pt idx="317">
                  <c:v>42687</c:v>
                </c:pt>
                <c:pt idx="318">
                  <c:v>42688</c:v>
                </c:pt>
                <c:pt idx="319">
                  <c:v>42689</c:v>
                </c:pt>
                <c:pt idx="320">
                  <c:v>42690</c:v>
                </c:pt>
                <c:pt idx="321">
                  <c:v>42691</c:v>
                </c:pt>
                <c:pt idx="322">
                  <c:v>42692</c:v>
                </c:pt>
                <c:pt idx="323">
                  <c:v>42693</c:v>
                </c:pt>
                <c:pt idx="324">
                  <c:v>42694</c:v>
                </c:pt>
                <c:pt idx="325">
                  <c:v>42695</c:v>
                </c:pt>
                <c:pt idx="326">
                  <c:v>42696</c:v>
                </c:pt>
                <c:pt idx="327">
                  <c:v>42697</c:v>
                </c:pt>
                <c:pt idx="328">
                  <c:v>42698</c:v>
                </c:pt>
                <c:pt idx="329">
                  <c:v>42699</c:v>
                </c:pt>
                <c:pt idx="330">
                  <c:v>42700</c:v>
                </c:pt>
                <c:pt idx="331">
                  <c:v>42701</c:v>
                </c:pt>
                <c:pt idx="332">
                  <c:v>42702</c:v>
                </c:pt>
                <c:pt idx="333">
                  <c:v>42703</c:v>
                </c:pt>
                <c:pt idx="334">
                  <c:v>42704</c:v>
                </c:pt>
                <c:pt idx="335">
                  <c:v>42705</c:v>
                </c:pt>
                <c:pt idx="336">
                  <c:v>42706</c:v>
                </c:pt>
                <c:pt idx="337">
                  <c:v>42707</c:v>
                </c:pt>
                <c:pt idx="338">
                  <c:v>42708</c:v>
                </c:pt>
                <c:pt idx="339">
                  <c:v>42709</c:v>
                </c:pt>
                <c:pt idx="340">
                  <c:v>42710</c:v>
                </c:pt>
                <c:pt idx="341">
                  <c:v>42711</c:v>
                </c:pt>
                <c:pt idx="342">
                  <c:v>42712</c:v>
                </c:pt>
                <c:pt idx="343">
                  <c:v>42713</c:v>
                </c:pt>
                <c:pt idx="344">
                  <c:v>42714</c:v>
                </c:pt>
                <c:pt idx="345">
                  <c:v>42715</c:v>
                </c:pt>
                <c:pt idx="346">
                  <c:v>42716</c:v>
                </c:pt>
                <c:pt idx="347">
                  <c:v>42717</c:v>
                </c:pt>
                <c:pt idx="348">
                  <c:v>42718</c:v>
                </c:pt>
                <c:pt idx="349">
                  <c:v>42719</c:v>
                </c:pt>
                <c:pt idx="350">
                  <c:v>42720</c:v>
                </c:pt>
                <c:pt idx="351">
                  <c:v>42721</c:v>
                </c:pt>
                <c:pt idx="352">
                  <c:v>42722</c:v>
                </c:pt>
                <c:pt idx="353">
                  <c:v>42723</c:v>
                </c:pt>
                <c:pt idx="354">
                  <c:v>42724</c:v>
                </c:pt>
                <c:pt idx="355">
                  <c:v>42725</c:v>
                </c:pt>
                <c:pt idx="356">
                  <c:v>42726</c:v>
                </c:pt>
                <c:pt idx="357">
                  <c:v>42727</c:v>
                </c:pt>
                <c:pt idx="358">
                  <c:v>42728</c:v>
                </c:pt>
                <c:pt idx="359">
                  <c:v>42729</c:v>
                </c:pt>
                <c:pt idx="360">
                  <c:v>42730</c:v>
                </c:pt>
                <c:pt idx="361">
                  <c:v>42731</c:v>
                </c:pt>
                <c:pt idx="362">
                  <c:v>42732</c:v>
                </c:pt>
                <c:pt idx="363">
                  <c:v>42733</c:v>
                </c:pt>
                <c:pt idx="364">
                  <c:v>42734</c:v>
                </c:pt>
                <c:pt idx="365">
                  <c:v>42735</c:v>
                </c:pt>
                <c:pt idx="366">
                  <c:v>42736</c:v>
                </c:pt>
                <c:pt idx="367">
                  <c:v>42737</c:v>
                </c:pt>
                <c:pt idx="368">
                  <c:v>42738</c:v>
                </c:pt>
                <c:pt idx="369">
                  <c:v>42739</c:v>
                </c:pt>
                <c:pt idx="370">
                  <c:v>42740</c:v>
                </c:pt>
                <c:pt idx="371">
                  <c:v>42741</c:v>
                </c:pt>
                <c:pt idx="372">
                  <c:v>42742</c:v>
                </c:pt>
                <c:pt idx="373">
                  <c:v>42743</c:v>
                </c:pt>
                <c:pt idx="374">
                  <c:v>42744</c:v>
                </c:pt>
                <c:pt idx="375">
                  <c:v>42745</c:v>
                </c:pt>
                <c:pt idx="376">
                  <c:v>42746</c:v>
                </c:pt>
                <c:pt idx="377">
                  <c:v>42747</c:v>
                </c:pt>
                <c:pt idx="378">
                  <c:v>42748</c:v>
                </c:pt>
                <c:pt idx="379">
                  <c:v>42749</c:v>
                </c:pt>
                <c:pt idx="380">
                  <c:v>42750</c:v>
                </c:pt>
                <c:pt idx="381">
                  <c:v>42751</c:v>
                </c:pt>
                <c:pt idx="382">
                  <c:v>42752</c:v>
                </c:pt>
                <c:pt idx="383">
                  <c:v>42753</c:v>
                </c:pt>
                <c:pt idx="384">
                  <c:v>42754</c:v>
                </c:pt>
                <c:pt idx="385">
                  <c:v>42755</c:v>
                </c:pt>
                <c:pt idx="386">
                  <c:v>42756</c:v>
                </c:pt>
                <c:pt idx="387">
                  <c:v>42757</c:v>
                </c:pt>
                <c:pt idx="388">
                  <c:v>42758</c:v>
                </c:pt>
                <c:pt idx="389">
                  <c:v>42759</c:v>
                </c:pt>
                <c:pt idx="390">
                  <c:v>42760</c:v>
                </c:pt>
                <c:pt idx="391">
                  <c:v>42761</c:v>
                </c:pt>
                <c:pt idx="392">
                  <c:v>42762</c:v>
                </c:pt>
                <c:pt idx="393">
                  <c:v>42763</c:v>
                </c:pt>
                <c:pt idx="394">
                  <c:v>42764</c:v>
                </c:pt>
                <c:pt idx="395">
                  <c:v>42765</c:v>
                </c:pt>
                <c:pt idx="396">
                  <c:v>42766</c:v>
                </c:pt>
                <c:pt idx="397">
                  <c:v>42767</c:v>
                </c:pt>
                <c:pt idx="398">
                  <c:v>42768</c:v>
                </c:pt>
                <c:pt idx="399">
                  <c:v>42769</c:v>
                </c:pt>
                <c:pt idx="400">
                  <c:v>42770</c:v>
                </c:pt>
                <c:pt idx="401">
                  <c:v>42771</c:v>
                </c:pt>
                <c:pt idx="402">
                  <c:v>42772</c:v>
                </c:pt>
                <c:pt idx="403">
                  <c:v>42773</c:v>
                </c:pt>
                <c:pt idx="404">
                  <c:v>42774</c:v>
                </c:pt>
                <c:pt idx="405">
                  <c:v>42775</c:v>
                </c:pt>
                <c:pt idx="406">
                  <c:v>42776</c:v>
                </c:pt>
                <c:pt idx="407">
                  <c:v>42777</c:v>
                </c:pt>
                <c:pt idx="408">
                  <c:v>42778</c:v>
                </c:pt>
                <c:pt idx="409">
                  <c:v>42779</c:v>
                </c:pt>
                <c:pt idx="410">
                  <c:v>42780</c:v>
                </c:pt>
                <c:pt idx="411">
                  <c:v>42781</c:v>
                </c:pt>
                <c:pt idx="412">
                  <c:v>42782</c:v>
                </c:pt>
                <c:pt idx="413">
                  <c:v>42783</c:v>
                </c:pt>
                <c:pt idx="414">
                  <c:v>42784</c:v>
                </c:pt>
                <c:pt idx="415">
                  <c:v>42785</c:v>
                </c:pt>
                <c:pt idx="416">
                  <c:v>42786</c:v>
                </c:pt>
                <c:pt idx="417">
                  <c:v>42787</c:v>
                </c:pt>
                <c:pt idx="418">
                  <c:v>42788</c:v>
                </c:pt>
                <c:pt idx="419">
                  <c:v>42789</c:v>
                </c:pt>
                <c:pt idx="420">
                  <c:v>42790</c:v>
                </c:pt>
                <c:pt idx="421">
                  <c:v>42791</c:v>
                </c:pt>
                <c:pt idx="422">
                  <c:v>42792</c:v>
                </c:pt>
                <c:pt idx="423">
                  <c:v>42793</c:v>
                </c:pt>
                <c:pt idx="424">
                  <c:v>42794</c:v>
                </c:pt>
                <c:pt idx="425">
                  <c:v>42795</c:v>
                </c:pt>
                <c:pt idx="426">
                  <c:v>42796</c:v>
                </c:pt>
                <c:pt idx="427">
                  <c:v>42797</c:v>
                </c:pt>
                <c:pt idx="428">
                  <c:v>42798</c:v>
                </c:pt>
                <c:pt idx="429">
                  <c:v>42799</c:v>
                </c:pt>
                <c:pt idx="430">
                  <c:v>42800</c:v>
                </c:pt>
                <c:pt idx="431">
                  <c:v>42801</c:v>
                </c:pt>
                <c:pt idx="432">
                  <c:v>42802</c:v>
                </c:pt>
                <c:pt idx="433">
                  <c:v>42803</c:v>
                </c:pt>
                <c:pt idx="434">
                  <c:v>42804</c:v>
                </c:pt>
                <c:pt idx="435">
                  <c:v>42805</c:v>
                </c:pt>
                <c:pt idx="436">
                  <c:v>42806</c:v>
                </c:pt>
                <c:pt idx="437">
                  <c:v>42807</c:v>
                </c:pt>
                <c:pt idx="438">
                  <c:v>42808</c:v>
                </c:pt>
                <c:pt idx="439">
                  <c:v>42809</c:v>
                </c:pt>
                <c:pt idx="440">
                  <c:v>42810</c:v>
                </c:pt>
                <c:pt idx="441">
                  <c:v>42811</c:v>
                </c:pt>
                <c:pt idx="442">
                  <c:v>42812</c:v>
                </c:pt>
                <c:pt idx="443">
                  <c:v>42813</c:v>
                </c:pt>
                <c:pt idx="444">
                  <c:v>42814</c:v>
                </c:pt>
                <c:pt idx="445">
                  <c:v>42815</c:v>
                </c:pt>
                <c:pt idx="446">
                  <c:v>42816</c:v>
                </c:pt>
                <c:pt idx="447">
                  <c:v>42817</c:v>
                </c:pt>
                <c:pt idx="448">
                  <c:v>42818</c:v>
                </c:pt>
                <c:pt idx="449">
                  <c:v>42819</c:v>
                </c:pt>
                <c:pt idx="450">
                  <c:v>42820</c:v>
                </c:pt>
                <c:pt idx="451">
                  <c:v>42821</c:v>
                </c:pt>
                <c:pt idx="452">
                  <c:v>42822</c:v>
                </c:pt>
                <c:pt idx="453">
                  <c:v>42823</c:v>
                </c:pt>
                <c:pt idx="454">
                  <c:v>42824</c:v>
                </c:pt>
                <c:pt idx="455">
                  <c:v>42825</c:v>
                </c:pt>
                <c:pt idx="456">
                  <c:v>42826</c:v>
                </c:pt>
                <c:pt idx="457">
                  <c:v>42827</c:v>
                </c:pt>
                <c:pt idx="458">
                  <c:v>42828</c:v>
                </c:pt>
                <c:pt idx="459">
                  <c:v>42829</c:v>
                </c:pt>
                <c:pt idx="460">
                  <c:v>42830</c:v>
                </c:pt>
                <c:pt idx="461">
                  <c:v>42831</c:v>
                </c:pt>
                <c:pt idx="462">
                  <c:v>42832</c:v>
                </c:pt>
                <c:pt idx="463">
                  <c:v>42833</c:v>
                </c:pt>
                <c:pt idx="464">
                  <c:v>42834</c:v>
                </c:pt>
                <c:pt idx="465">
                  <c:v>42835</c:v>
                </c:pt>
                <c:pt idx="466">
                  <c:v>42836</c:v>
                </c:pt>
                <c:pt idx="467">
                  <c:v>42837</c:v>
                </c:pt>
                <c:pt idx="468">
                  <c:v>42838</c:v>
                </c:pt>
                <c:pt idx="469">
                  <c:v>42839</c:v>
                </c:pt>
                <c:pt idx="470">
                  <c:v>42840</c:v>
                </c:pt>
                <c:pt idx="471">
                  <c:v>42841</c:v>
                </c:pt>
                <c:pt idx="472">
                  <c:v>42842</c:v>
                </c:pt>
                <c:pt idx="473">
                  <c:v>42843</c:v>
                </c:pt>
                <c:pt idx="474">
                  <c:v>42844</c:v>
                </c:pt>
                <c:pt idx="475">
                  <c:v>42845</c:v>
                </c:pt>
                <c:pt idx="476">
                  <c:v>42846</c:v>
                </c:pt>
                <c:pt idx="477">
                  <c:v>42847</c:v>
                </c:pt>
                <c:pt idx="478">
                  <c:v>42848</c:v>
                </c:pt>
                <c:pt idx="479">
                  <c:v>42849</c:v>
                </c:pt>
                <c:pt idx="480">
                  <c:v>42850</c:v>
                </c:pt>
                <c:pt idx="481">
                  <c:v>42851</c:v>
                </c:pt>
                <c:pt idx="482">
                  <c:v>42852</c:v>
                </c:pt>
                <c:pt idx="483">
                  <c:v>42853</c:v>
                </c:pt>
                <c:pt idx="484">
                  <c:v>42854</c:v>
                </c:pt>
                <c:pt idx="485">
                  <c:v>42855</c:v>
                </c:pt>
                <c:pt idx="486">
                  <c:v>42856</c:v>
                </c:pt>
                <c:pt idx="487">
                  <c:v>42857</c:v>
                </c:pt>
                <c:pt idx="488">
                  <c:v>42858</c:v>
                </c:pt>
                <c:pt idx="489">
                  <c:v>42859</c:v>
                </c:pt>
                <c:pt idx="490">
                  <c:v>42860</c:v>
                </c:pt>
                <c:pt idx="491">
                  <c:v>42861</c:v>
                </c:pt>
                <c:pt idx="492">
                  <c:v>42862</c:v>
                </c:pt>
                <c:pt idx="493">
                  <c:v>42863</c:v>
                </c:pt>
                <c:pt idx="494">
                  <c:v>42864</c:v>
                </c:pt>
                <c:pt idx="495">
                  <c:v>42865</c:v>
                </c:pt>
                <c:pt idx="496">
                  <c:v>42866</c:v>
                </c:pt>
                <c:pt idx="497">
                  <c:v>42867</c:v>
                </c:pt>
                <c:pt idx="498">
                  <c:v>42868</c:v>
                </c:pt>
                <c:pt idx="499">
                  <c:v>42869</c:v>
                </c:pt>
                <c:pt idx="500">
                  <c:v>42870</c:v>
                </c:pt>
                <c:pt idx="501">
                  <c:v>42871</c:v>
                </c:pt>
                <c:pt idx="502">
                  <c:v>42872</c:v>
                </c:pt>
                <c:pt idx="503">
                  <c:v>42873</c:v>
                </c:pt>
                <c:pt idx="504">
                  <c:v>42874</c:v>
                </c:pt>
                <c:pt idx="505">
                  <c:v>42875</c:v>
                </c:pt>
                <c:pt idx="506">
                  <c:v>42876</c:v>
                </c:pt>
                <c:pt idx="507">
                  <c:v>42877</c:v>
                </c:pt>
                <c:pt idx="508">
                  <c:v>42878</c:v>
                </c:pt>
                <c:pt idx="509">
                  <c:v>42879</c:v>
                </c:pt>
                <c:pt idx="510">
                  <c:v>42880</c:v>
                </c:pt>
                <c:pt idx="511">
                  <c:v>42881</c:v>
                </c:pt>
                <c:pt idx="512">
                  <c:v>42882</c:v>
                </c:pt>
                <c:pt idx="513">
                  <c:v>42883</c:v>
                </c:pt>
                <c:pt idx="514">
                  <c:v>42884</c:v>
                </c:pt>
                <c:pt idx="515">
                  <c:v>42885</c:v>
                </c:pt>
                <c:pt idx="516">
                  <c:v>42886</c:v>
                </c:pt>
                <c:pt idx="517">
                  <c:v>42887</c:v>
                </c:pt>
                <c:pt idx="518">
                  <c:v>42888</c:v>
                </c:pt>
                <c:pt idx="519">
                  <c:v>42889</c:v>
                </c:pt>
                <c:pt idx="520">
                  <c:v>42890</c:v>
                </c:pt>
                <c:pt idx="521">
                  <c:v>42891</c:v>
                </c:pt>
                <c:pt idx="522">
                  <c:v>42892</c:v>
                </c:pt>
                <c:pt idx="523">
                  <c:v>42893</c:v>
                </c:pt>
                <c:pt idx="524">
                  <c:v>42894</c:v>
                </c:pt>
                <c:pt idx="525">
                  <c:v>42895</c:v>
                </c:pt>
                <c:pt idx="526">
                  <c:v>42896</c:v>
                </c:pt>
                <c:pt idx="527">
                  <c:v>42897</c:v>
                </c:pt>
                <c:pt idx="528">
                  <c:v>42898</c:v>
                </c:pt>
                <c:pt idx="529">
                  <c:v>42899</c:v>
                </c:pt>
                <c:pt idx="530">
                  <c:v>42900</c:v>
                </c:pt>
                <c:pt idx="531">
                  <c:v>42901</c:v>
                </c:pt>
                <c:pt idx="532">
                  <c:v>42902</c:v>
                </c:pt>
                <c:pt idx="533">
                  <c:v>42903</c:v>
                </c:pt>
                <c:pt idx="534">
                  <c:v>42904</c:v>
                </c:pt>
                <c:pt idx="535">
                  <c:v>42905</c:v>
                </c:pt>
                <c:pt idx="536">
                  <c:v>42906</c:v>
                </c:pt>
                <c:pt idx="537">
                  <c:v>42907</c:v>
                </c:pt>
                <c:pt idx="538">
                  <c:v>42908</c:v>
                </c:pt>
                <c:pt idx="539">
                  <c:v>42909</c:v>
                </c:pt>
                <c:pt idx="540">
                  <c:v>42910</c:v>
                </c:pt>
                <c:pt idx="541">
                  <c:v>42911</c:v>
                </c:pt>
                <c:pt idx="542">
                  <c:v>42912</c:v>
                </c:pt>
                <c:pt idx="543">
                  <c:v>42913</c:v>
                </c:pt>
                <c:pt idx="544">
                  <c:v>42914</c:v>
                </c:pt>
                <c:pt idx="545">
                  <c:v>42915</c:v>
                </c:pt>
                <c:pt idx="546">
                  <c:v>42916</c:v>
                </c:pt>
                <c:pt idx="547">
                  <c:v>42917</c:v>
                </c:pt>
                <c:pt idx="548">
                  <c:v>42918</c:v>
                </c:pt>
                <c:pt idx="549">
                  <c:v>42919</c:v>
                </c:pt>
                <c:pt idx="550">
                  <c:v>42920</c:v>
                </c:pt>
                <c:pt idx="551">
                  <c:v>42921</c:v>
                </c:pt>
                <c:pt idx="552">
                  <c:v>42922</c:v>
                </c:pt>
                <c:pt idx="553">
                  <c:v>42923</c:v>
                </c:pt>
                <c:pt idx="554">
                  <c:v>42924</c:v>
                </c:pt>
                <c:pt idx="555">
                  <c:v>42925</c:v>
                </c:pt>
                <c:pt idx="556">
                  <c:v>42926</c:v>
                </c:pt>
                <c:pt idx="557">
                  <c:v>42927</c:v>
                </c:pt>
                <c:pt idx="558">
                  <c:v>42928</c:v>
                </c:pt>
                <c:pt idx="559">
                  <c:v>42929</c:v>
                </c:pt>
                <c:pt idx="560">
                  <c:v>42930</c:v>
                </c:pt>
                <c:pt idx="561">
                  <c:v>42931</c:v>
                </c:pt>
                <c:pt idx="562">
                  <c:v>42932</c:v>
                </c:pt>
                <c:pt idx="563">
                  <c:v>42933</c:v>
                </c:pt>
                <c:pt idx="564">
                  <c:v>42934</c:v>
                </c:pt>
                <c:pt idx="565">
                  <c:v>42935</c:v>
                </c:pt>
                <c:pt idx="566">
                  <c:v>42936</c:v>
                </c:pt>
                <c:pt idx="567">
                  <c:v>42937</c:v>
                </c:pt>
                <c:pt idx="568">
                  <c:v>42938</c:v>
                </c:pt>
                <c:pt idx="569">
                  <c:v>42939</c:v>
                </c:pt>
                <c:pt idx="570">
                  <c:v>42940</c:v>
                </c:pt>
                <c:pt idx="571">
                  <c:v>42941</c:v>
                </c:pt>
                <c:pt idx="572">
                  <c:v>42942</c:v>
                </c:pt>
                <c:pt idx="573">
                  <c:v>42943</c:v>
                </c:pt>
                <c:pt idx="574">
                  <c:v>42944</c:v>
                </c:pt>
                <c:pt idx="575">
                  <c:v>42945</c:v>
                </c:pt>
                <c:pt idx="576">
                  <c:v>42946</c:v>
                </c:pt>
                <c:pt idx="577">
                  <c:v>42947</c:v>
                </c:pt>
                <c:pt idx="578">
                  <c:v>42948</c:v>
                </c:pt>
                <c:pt idx="579">
                  <c:v>42949</c:v>
                </c:pt>
                <c:pt idx="580">
                  <c:v>42950</c:v>
                </c:pt>
                <c:pt idx="581">
                  <c:v>42951</c:v>
                </c:pt>
                <c:pt idx="582">
                  <c:v>42952</c:v>
                </c:pt>
                <c:pt idx="583">
                  <c:v>42953</c:v>
                </c:pt>
                <c:pt idx="584">
                  <c:v>42954</c:v>
                </c:pt>
                <c:pt idx="585">
                  <c:v>42955</c:v>
                </c:pt>
                <c:pt idx="586">
                  <c:v>42956</c:v>
                </c:pt>
                <c:pt idx="587">
                  <c:v>42957</c:v>
                </c:pt>
                <c:pt idx="588">
                  <c:v>42958</c:v>
                </c:pt>
                <c:pt idx="589">
                  <c:v>42959</c:v>
                </c:pt>
                <c:pt idx="590">
                  <c:v>42960</c:v>
                </c:pt>
                <c:pt idx="591">
                  <c:v>42961</c:v>
                </c:pt>
                <c:pt idx="592">
                  <c:v>42962</c:v>
                </c:pt>
                <c:pt idx="593">
                  <c:v>42963</c:v>
                </c:pt>
                <c:pt idx="594">
                  <c:v>42964</c:v>
                </c:pt>
                <c:pt idx="595">
                  <c:v>42965</c:v>
                </c:pt>
                <c:pt idx="596">
                  <c:v>42966</c:v>
                </c:pt>
                <c:pt idx="597">
                  <c:v>42967</c:v>
                </c:pt>
                <c:pt idx="598">
                  <c:v>42968</c:v>
                </c:pt>
                <c:pt idx="599">
                  <c:v>42969</c:v>
                </c:pt>
                <c:pt idx="600">
                  <c:v>42970</c:v>
                </c:pt>
                <c:pt idx="601">
                  <c:v>42971</c:v>
                </c:pt>
                <c:pt idx="602">
                  <c:v>42972</c:v>
                </c:pt>
                <c:pt idx="603">
                  <c:v>42973</c:v>
                </c:pt>
                <c:pt idx="604">
                  <c:v>42974</c:v>
                </c:pt>
                <c:pt idx="605">
                  <c:v>42975</c:v>
                </c:pt>
                <c:pt idx="606">
                  <c:v>42976</c:v>
                </c:pt>
                <c:pt idx="607">
                  <c:v>42977</c:v>
                </c:pt>
                <c:pt idx="608">
                  <c:v>42978</c:v>
                </c:pt>
                <c:pt idx="609">
                  <c:v>42979</c:v>
                </c:pt>
                <c:pt idx="610">
                  <c:v>42980</c:v>
                </c:pt>
                <c:pt idx="611">
                  <c:v>42981</c:v>
                </c:pt>
                <c:pt idx="612">
                  <c:v>42982</c:v>
                </c:pt>
                <c:pt idx="613">
                  <c:v>42983</c:v>
                </c:pt>
                <c:pt idx="614">
                  <c:v>42984</c:v>
                </c:pt>
                <c:pt idx="615">
                  <c:v>42985</c:v>
                </c:pt>
                <c:pt idx="616">
                  <c:v>42986</c:v>
                </c:pt>
                <c:pt idx="617">
                  <c:v>42987</c:v>
                </c:pt>
                <c:pt idx="618">
                  <c:v>42988</c:v>
                </c:pt>
                <c:pt idx="619">
                  <c:v>42989</c:v>
                </c:pt>
                <c:pt idx="620">
                  <c:v>42990</c:v>
                </c:pt>
                <c:pt idx="621">
                  <c:v>42991</c:v>
                </c:pt>
                <c:pt idx="622">
                  <c:v>42992</c:v>
                </c:pt>
                <c:pt idx="623">
                  <c:v>42993</c:v>
                </c:pt>
                <c:pt idx="624">
                  <c:v>42994</c:v>
                </c:pt>
                <c:pt idx="625">
                  <c:v>42995</c:v>
                </c:pt>
                <c:pt idx="626">
                  <c:v>42996</c:v>
                </c:pt>
                <c:pt idx="627">
                  <c:v>42997</c:v>
                </c:pt>
                <c:pt idx="628">
                  <c:v>42998</c:v>
                </c:pt>
                <c:pt idx="629">
                  <c:v>42999</c:v>
                </c:pt>
                <c:pt idx="630">
                  <c:v>43000</c:v>
                </c:pt>
                <c:pt idx="631">
                  <c:v>43001</c:v>
                </c:pt>
                <c:pt idx="632">
                  <c:v>43002</c:v>
                </c:pt>
                <c:pt idx="633">
                  <c:v>43003</c:v>
                </c:pt>
                <c:pt idx="634">
                  <c:v>43004</c:v>
                </c:pt>
                <c:pt idx="635">
                  <c:v>43005</c:v>
                </c:pt>
                <c:pt idx="636">
                  <c:v>43006</c:v>
                </c:pt>
                <c:pt idx="637">
                  <c:v>43007</c:v>
                </c:pt>
                <c:pt idx="638">
                  <c:v>43008</c:v>
                </c:pt>
                <c:pt idx="639">
                  <c:v>43009</c:v>
                </c:pt>
                <c:pt idx="640">
                  <c:v>43010</c:v>
                </c:pt>
                <c:pt idx="641">
                  <c:v>43011</c:v>
                </c:pt>
                <c:pt idx="642">
                  <c:v>43012</c:v>
                </c:pt>
                <c:pt idx="643">
                  <c:v>43013</c:v>
                </c:pt>
                <c:pt idx="644">
                  <c:v>43014</c:v>
                </c:pt>
                <c:pt idx="645">
                  <c:v>43015</c:v>
                </c:pt>
                <c:pt idx="646">
                  <c:v>43016</c:v>
                </c:pt>
                <c:pt idx="647">
                  <c:v>43017</c:v>
                </c:pt>
                <c:pt idx="648">
                  <c:v>43018</c:v>
                </c:pt>
                <c:pt idx="649">
                  <c:v>43019</c:v>
                </c:pt>
                <c:pt idx="650">
                  <c:v>43020</c:v>
                </c:pt>
                <c:pt idx="651">
                  <c:v>43021</c:v>
                </c:pt>
                <c:pt idx="652">
                  <c:v>43022</c:v>
                </c:pt>
                <c:pt idx="653">
                  <c:v>43023</c:v>
                </c:pt>
                <c:pt idx="654">
                  <c:v>43024</c:v>
                </c:pt>
                <c:pt idx="655">
                  <c:v>43025</c:v>
                </c:pt>
                <c:pt idx="656">
                  <c:v>43026</c:v>
                </c:pt>
                <c:pt idx="657">
                  <c:v>43027</c:v>
                </c:pt>
                <c:pt idx="658">
                  <c:v>43028</c:v>
                </c:pt>
                <c:pt idx="659">
                  <c:v>43029</c:v>
                </c:pt>
                <c:pt idx="660">
                  <c:v>43030</c:v>
                </c:pt>
                <c:pt idx="661">
                  <c:v>43031</c:v>
                </c:pt>
                <c:pt idx="662">
                  <c:v>43032</c:v>
                </c:pt>
                <c:pt idx="663">
                  <c:v>43033</c:v>
                </c:pt>
                <c:pt idx="664">
                  <c:v>43034</c:v>
                </c:pt>
                <c:pt idx="665">
                  <c:v>43035</c:v>
                </c:pt>
                <c:pt idx="666">
                  <c:v>43036</c:v>
                </c:pt>
                <c:pt idx="667">
                  <c:v>43037</c:v>
                </c:pt>
                <c:pt idx="668">
                  <c:v>43038</c:v>
                </c:pt>
                <c:pt idx="669">
                  <c:v>43039</c:v>
                </c:pt>
                <c:pt idx="670">
                  <c:v>43040</c:v>
                </c:pt>
                <c:pt idx="671">
                  <c:v>43041</c:v>
                </c:pt>
                <c:pt idx="672">
                  <c:v>43042</c:v>
                </c:pt>
                <c:pt idx="673">
                  <c:v>43043</c:v>
                </c:pt>
                <c:pt idx="674">
                  <c:v>43044</c:v>
                </c:pt>
                <c:pt idx="675">
                  <c:v>43045</c:v>
                </c:pt>
                <c:pt idx="676">
                  <c:v>43046</c:v>
                </c:pt>
                <c:pt idx="677">
                  <c:v>43047</c:v>
                </c:pt>
                <c:pt idx="678">
                  <c:v>43048</c:v>
                </c:pt>
                <c:pt idx="679">
                  <c:v>43049</c:v>
                </c:pt>
                <c:pt idx="680">
                  <c:v>43050</c:v>
                </c:pt>
                <c:pt idx="681">
                  <c:v>43051</c:v>
                </c:pt>
                <c:pt idx="682">
                  <c:v>43052</c:v>
                </c:pt>
                <c:pt idx="683">
                  <c:v>43053</c:v>
                </c:pt>
                <c:pt idx="684">
                  <c:v>43054</c:v>
                </c:pt>
                <c:pt idx="685">
                  <c:v>43055</c:v>
                </c:pt>
                <c:pt idx="686">
                  <c:v>43056</c:v>
                </c:pt>
                <c:pt idx="687">
                  <c:v>43057</c:v>
                </c:pt>
                <c:pt idx="688">
                  <c:v>43058</c:v>
                </c:pt>
                <c:pt idx="689">
                  <c:v>43059</c:v>
                </c:pt>
                <c:pt idx="690">
                  <c:v>43060</c:v>
                </c:pt>
                <c:pt idx="691">
                  <c:v>43061</c:v>
                </c:pt>
                <c:pt idx="692">
                  <c:v>43062</c:v>
                </c:pt>
                <c:pt idx="693">
                  <c:v>43063</c:v>
                </c:pt>
                <c:pt idx="694">
                  <c:v>43064</c:v>
                </c:pt>
                <c:pt idx="695">
                  <c:v>43065</c:v>
                </c:pt>
                <c:pt idx="696">
                  <c:v>43066</c:v>
                </c:pt>
                <c:pt idx="697">
                  <c:v>43067</c:v>
                </c:pt>
                <c:pt idx="698">
                  <c:v>43068</c:v>
                </c:pt>
                <c:pt idx="699">
                  <c:v>43069</c:v>
                </c:pt>
                <c:pt idx="700">
                  <c:v>43070</c:v>
                </c:pt>
                <c:pt idx="701">
                  <c:v>43071</c:v>
                </c:pt>
                <c:pt idx="702">
                  <c:v>43072</c:v>
                </c:pt>
                <c:pt idx="703">
                  <c:v>43073</c:v>
                </c:pt>
                <c:pt idx="704">
                  <c:v>43074</c:v>
                </c:pt>
                <c:pt idx="705">
                  <c:v>43075</c:v>
                </c:pt>
                <c:pt idx="706">
                  <c:v>43076</c:v>
                </c:pt>
                <c:pt idx="707">
                  <c:v>43077</c:v>
                </c:pt>
                <c:pt idx="708">
                  <c:v>43078</c:v>
                </c:pt>
                <c:pt idx="709">
                  <c:v>43079</c:v>
                </c:pt>
                <c:pt idx="710">
                  <c:v>43080</c:v>
                </c:pt>
                <c:pt idx="711">
                  <c:v>43081</c:v>
                </c:pt>
                <c:pt idx="712">
                  <c:v>43082</c:v>
                </c:pt>
                <c:pt idx="713">
                  <c:v>43083</c:v>
                </c:pt>
                <c:pt idx="714">
                  <c:v>43084</c:v>
                </c:pt>
                <c:pt idx="715">
                  <c:v>43085</c:v>
                </c:pt>
                <c:pt idx="716">
                  <c:v>43086</c:v>
                </c:pt>
                <c:pt idx="717">
                  <c:v>43087</c:v>
                </c:pt>
                <c:pt idx="718">
                  <c:v>43088</c:v>
                </c:pt>
                <c:pt idx="719">
                  <c:v>43089</c:v>
                </c:pt>
                <c:pt idx="720">
                  <c:v>43090</c:v>
                </c:pt>
                <c:pt idx="721">
                  <c:v>43091</c:v>
                </c:pt>
                <c:pt idx="722">
                  <c:v>43092</c:v>
                </c:pt>
                <c:pt idx="723">
                  <c:v>43093</c:v>
                </c:pt>
                <c:pt idx="724">
                  <c:v>43094</c:v>
                </c:pt>
                <c:pt idx="725">
                  <c:v>43095</c:v>
                </c:pt>
                <c:pt idx="726">
                  <c:v>43096</c:v>
                </c:pt>
                <c:pt idx="727">
                  <c:v>43097</c:v>
                </c:pt>
                <c:pt idx="728">
                  <c:v>43098</c:v>
                </c:pt>
                <c:pt idx="729">
                  <c:v>43099</c:v>
                </c:pt>
                <c:pt idx="730">
                  <c:v>43100</c:v>
                </c:pt>
                <c:pt idx="731">
                  <c:v>43101</c:v>
                </c:pt>
                <c:pt idx="732">
                  <c:v>43102</c:v>
                </c:pt>
                <c:pt idx="733">
                  <c:v>43103</c:v>
                </c:pt>
                <c:pt idx="734">
                  <c:v>43104</c:v>
                </c:pt>
                <c:pt idx="735">
                  <c:v>43105</c:v>
                </c:pt>
                <c:pt idx="736">
                  <c:v>43106</c:v>
                </c:pt>
                <c:pt idx="737">
                  <c:v>43107</c:v>
                </c:pt>
                <c:pt idx="738">
                  <c:v>43108</c:v>
                </c:pt>
                <c:pt idx="739">
                  <c:v>43109</c:v>
                </c:pt>
                <c:pt idx="740">
                  <c:v>43110</c:v>
                </c:pt>
                <c:pt idx="741">
                  <c:v>43111</c:v>
                </c:pt>
                <c:pt idx="742">
                  <c:v>43112</c:v>
                </c:pt>
                <c:pt idx="743">
                  <c:v>43113</c:v>
                </c:pt>
                <c:pt idx="744">
                  <c:v>43114</c:v>
                </c:pt>
                <c:pt idx="745">
                  <c:v>43115</c:v>
                </c:pt>
                <c:pt idx="746">
                  <c:v>43116</c:v>
                </c:pt>
                <c:pt idx="747">
                  <c:v>43117</c:v>
                </c:pt>
                <c:pt idx="748">
                  <c:v>43118</c:v>
                </c:pt>
                <c:pt idx="749">
                  <c:v>43119</c:v>
                </c:pt>
                <c:pt idx="750">
                  <c:v>43120</c:v>
                </c:pt>
                <c:pt idx="751">
                  <c:v>43121</c:v>
                </c:pt>
                <c:pt idx="752">
                  <c:v>43122</c:v>
                </c:pt>
                <c:pt idx="753">
                  <c:v>43123</c:v>
                </c:pt>
                <c:pt idx="754">
                  <c:v>43124</c:v>
                </c:pt>
                <c:pt idx="755">
                  <c:v>43125</c:v>
                </c:pt>
                <c:pt idx="756">
                  <c:v>43126</c:v>
                </c:pt>
                <c:pt idx="757">
                  <c:v>43127</c:v>
                </c:pt>
                <c:pt idx="758">
                  <c:v>43128</c:v>
                </c:pt>
                <c:pt idx="759">
                  <c:v>43129</c:v>
                </c:pt>
                <c:pt idx="760">
                  <c:v>43130</c:v>
                </c:pt>
                <c:pt idx="761">
                  <c:v>43131</c:v>
                </c:pt>
                <c:pt idx="762">
                  <c:v>43132</c:v>
                </c:pt>
                <c:pt idx="763">
                  <c:v>43133</c:v>
                </c:pt>
                <c:pt idx="764">
                  <c:v>43134</c:v>
                </c:pt>
                <c:pt idx="765">
                  <c:v>43135</c:v>
                </c:pt>
                <c:pt idx="766">
                  <c:v>43136</c:v>
                </c:pt>
                <c:pt idx="767">
                  <c:v>43137</c:v>
                </c:pt>
                <c:pt idx="768">
                  <c:v>43138</c:v>
                </c:pt>
                <c:pt idx="769">
                  <c:v>43139</c:v>
                </c:pt>
                <c:pt idx="770">
                  <c:v>43140</c:v>
                </c:pt>
                <c:pt idx="771">
                  <c:v>43141</c:v>
                </c:pt>
                <c:pt idx="772">
                  <c:v>43142</c:v>
                </c:pt>
                <c:pt idx="773">
                  <c:v>43143</c:v>
                </c:pt>
                <c:pt idx="774">
                  <c:v>43144</c:v>
                </c:pt>
                <c:pt idx="775">
                  <c:v>43145</c:v>
                </c:pt>
                <c:pt idx="776">
                  <c:v>43146</c:v>
                </c:pt>
                <c:pt idx="777">
                  <c:v>43147</c:v>
                </c:pt>
                <c:pt idx="778">
                  <c:v>43148</c:v>
                </c:pt>
                <c:pt idx="779">
                  <c:v>43149</c:v>
                </c:pt>
                <c:pt idx="780">
                  <c:v>43150</c:v>
                </c:pt>
                <c:pt idx="781">
                  <c:v>43151</c:v>
                </c:pt>
                <c:pt idx="782">
                  <c:v>43152</c:v>
                </c:pt>
                <c:pt idx="783">
                  <c:v>43153</c:v>
                </c:pt>
                <c:pt idx="784">
                  <c:v>43154</c:v>
                </c:pt>
                <c:pt idx="785">
                  <c:v>43155</c:v>
                </c:pt>
                <c:pt idx="786">
                  <c:v>43156</c:v>
                </c:pt>
                <c:pt idx="787">
                  <c:v>43157</c:v>
                </c:pt>
                <c:pt idx="788">
                  <c:v>43158</c:v>
                </c:pt>
                <c:pt idx="789">
                  <c:v>43159</c:v>
                </c:pt>
                <c:pt idx="790">
                  <c:v>43160</c:v>
                </c:pt>
                <c:pt idx="791">
                  <c:v>43161</c:v>
                </c:pt>
                <c:pt idx="792">
                  <c:v>43162</c:v>
                </c:pt>
                <c:pt idx="793">
                  <c:v>43163</c:v>
                </c:pt>
                <c:pt idx="794">
                  <c:v>43164</c:v>
                </c:pt>
                <c:pt idx="795">
                  <c:v>43165</c:v>
                </c:pt>
                <c:pt idx="796">
                  <c:v>43166</c:v>
                </c:pt>
                <c:pt idx="797">
                  <c:v>43167</c:v>
                </c:pt>
                <c:pt idx="798">
                  <c:v>43168</c:v>
                </c:pt>
                <c:pt idx="799">
                  <c:v>43169</c:v>
                </c:pt>
                <c:pt idx="800">
                  <c:v>43170</c:v>
                </c:pt>
                <c:pt idx="801">
                  <c:v>43171</c:v>
                </c:pt>
                <c:pt idx="802">
                  <c:v>43172</c:v>
                </c:pt>
                <c:pt idx="803">
                  <c:v>43173</c:v>
                </c:pt>
                <c:pt idx="804">
                  <c:v>43174</c:v>
                </c:pt>
                <c:pt idx="805">
                  <c:v>43175</c:v>
                </c:pt>
                <c:pt idx="806">
                  <c:v>43176</c:v>
                </c:pt>
                <c:pt idx="807">
                  <c:v>43177</c:v>
                </c:pt>
                <c:pt idx="808">
                  <c:v>43178</c:v>
                </c:pt>
                <c:pt idx="809">
                  <c:v>43179</c:v>
                </c:pt>
                <c:pt idx="810">
                  <c:v>43180</c:v>
                </c:pt>
                <c:pt idx="811">
                  <c:v>43181</c:v>
                </c:pt>
                <c:pt idx="812">
                  <c:v>43182</c:v>
                </c:pt>
                <c:pt idx="813">
                  <c:v>43183</c:v>
                </c:pt>
                <c:pt idx="814">
                  <c:v>43184</c:v>
                </c:pt>
                <c:pt idx="815">
                  <c:v>43185</c:v>
                </c:pt>
                <c:pt idx="816">
                  <c:v>43186</c:v>
                </c:pt>
                <c:pt idx="817">
                  <c:v>43187</c:v>
                </c:pt>
                <c:pt idx="818">
                  <c:v>43188</c:v>
                </c:pt>
                <c:pt idx="819">
                  <c:v>43189</c:v>
                </c:pt>
                <c:pt idx="820">
                  <c:v>43190</c:v>
                </c:pt>
                <c:pt idx="821">
                  <c:v>43191</c:v>
                </c:pt>
                <c:pt idx="822">
                  <c:v>43192</c:v>
                </c:pt>
                <c:pt idx="823">
                  <c:v>43193</c:v>
                </c:pt>
                <c:pt idx="824">
                  <c:v>43194</c:v>
                </c:pt>
                <c:pt idx="825">
                  <c:v>43195</c:v>
                </c:pt>
                <c:pt idx="826">
                  <c:v>43196</c:v>
                </c:pt>
                <c:pt idx="827">
                  <c:v>43197</c:v>
                </c:pt>
                <c:pt idx="828">
                  <c:v>43198</c:v>
                </c:pt>
                <c:pt idx="829">
                  <c:v>43199</c:v>
                </c:pt>
                <c:pt idx="830">
                  <c:v>43200</c:v>
                </c:pt>
                <c:pt idx="831">
                  <c:v>43201</c:v>
                </c:pt>
                <c:pt idx="832">
                  <c:v>43202</c:v>
                </c:pt>
                <c:pt idx="833">
                  <c:v>43203</c:v>
                </c:pt>
                <c:pt idx="834">
                  <c:v>43204</c:v>
                </c:pt>
                <c:pt idx="835">
                  <c:v>43205</c:v>
                </c:pt>
                <c:pt idx="836">
                  <c:v>43206</c:v>
                </c:pt>
                <c:pt idx="837">
                  <c:v>43207</c:v>
                </c:pt>
                <c:pt idx="838">
                  <c:v>43208</c:v>
                </c:pt>
                <c:pt idx="839">
                  <c:v>43209</c:v>
                </c:pt>
                <c:pt idx="840">
                  <c:v>43210</c:v>
                </c:pt>
                <c:pt idx="841">
                  <c:v>43211</c:v>
                </c:pt>
                <c:pt idx="842">
                  <c:v>43212</c:v>
                </c:pt>
                <c:pt idx="843">
                  <c:v>43213</c:v>
                </c:pt>
                <c:pt idx="844">
                  <c:v>43214</c:v>
                </c:pt>
                <c:pt idx="845">
                  <c:v>43215</c:v>
                </c:pt>
                <c:pt idx="846">
                  <c:v>43216</c:v>
                </c:pt>
                <c:pt idx="847">
                  <c:v>43217</c:v>
                </c:pt>
                <c:pt idx="848">
                  <c:v>43218</c:v>
                </c:pt>
                <c:pt idx="849">
                  <c:v>43219</c:v>
                </c:pt>
                <c:pt idx="850">
                  <c:v>43220</c:v>
                </c:pt>
                <c:pt idx="851">
                  <c:v>43221</c:v>
                </c:pt>
                <c:pt idx="852">
                  <c:v>43222</c:v>
                </c:pt>
                <c:pt idx="853">
                  <c:v>43223</c:v>
                </c:pt>
                <c:pt idx="854">
                  <c:v>43224</c:v>
                </c:pt>
                <c:pt idx="855">
                  <c:v>43225</c:v>
                </c:pt>
                <c:pt idx="856">
                  <c:v>43226</c:v>
                </c:pt>
                <c:pt idx="857">
                  <c:v>43227</c:v>
                </c:pt>
                <c:pt idx="858">
                  <c:v>43228</c:v>
                </c:pt>
                <c:pt idx="859">
                  <c:v>43229</c:v>
                </c:pt>
                <c:pt idx="860">
                  <c:v>43230</c:v>
                </c:pt>
                <c:pt idx="861">
                  <c:v>43231</c:v>
                </c:pt>
                <c:pt idx="862">
                  <c:v>43232</c:v>
                </c:pt>
                <c:pt idx="863">
                  <c:v>43233</c:v>
                </c:pt>
                <c:pt idx="864">
                  <c:v>43234</c:v>
                </c:pt>
                <c:pt idx="865">
                  <c:v>43235</c:v>
                </c:pt>
                <c:pt idx="866">
                  <c:v>43236</c:v>
                </c:pt>
                <c:pt idx="867">
                  <c:v>43237</c:v>
                </c:pt>
                <c:pt idx="868">
                  <c:v>43238</c:v>
                </c:pt>
                <c:pt idx="869">
                  <c:v>43239</c:v>
                </c:pt>
                <c:pt idx="870">
                  <c:v>43240</c:v>
                </c:pt>
                <c:pt idx="871">
                  <c:v>43241</c:v>
                </c:pt>
                <c:pt idx="872">
                  <c:v>43242</c:v>
                </c:pt>
                <c:pt idx="873">
                  <c:v>43243</c:v>
                </c:pt>
                <c:pt idx="874">
                  <c:v>43244</c:v>
                </c:pt>
                <c:pt idx="875">
                  <c:v>43245</c:v>
                </c:pt>
                <c:pt idx="876">
                  <c:v>43246</c:v>
                </c:pt>
                <c:pt idx="877">
                  <c:v>43247</c:v>
                </c:pt>
                <c:pt idx="878">
                  <c:v>43248</c:v>
                </c:pt>
                <c:pt idx="879">
                  <c:v>43249</c:v>
                </c:pt>
                <c:pt idx="880">
                  <c:v>43250</c:v>
                </c:pt>
                <c:pt idx="881">
                  <c:v>43251</c:v>
                </c:pt>
                <c:pt idx="882">
                  <c:v>43252</c:v>
                </c:pt>
                <c:pt idx="883">
                  <c:v>43253</c:v>
                </c:pt>
                <c:pt idx="884">
                  <c:v>43254</c:v>
                </c:pt>
                <c:pt idx="885">
                  <c:v>43255</c:v>
                </c:pt>
                <c:pt idx="886">
                  <c:v>43256</c:v>
                </c:pt>
                <c:pt idx="887">
                  <c:v>43257</c:v>
                </c:pt>
                <c:pt idx="888">
                  <c:v>43258</c:v>
                </c:pt>
                <c:pt idx="889">
                  <c:v>43259</c:v>
                </c:pt>
                <c:pt idx="890">
                  <c:v>43260</c:v>
                </c:pt>
                <c:pt idx="891">
                  <c:v>43261</c:v>
                </c:pt>
                <c:pt idx="892">
                  <c:v>43262</c:v>
                </c:pt>
                <c:pt idx="893">
                  <c:v>43263</c:v>
                </c:pt>
                <c:pt idx="894">
                  <c:v>43264</c:v>
                </c:pt>
                <c:pt idx="895">
                  <c:v>43265</c:v>
                </c:pt>
                <c:pt idx="896">
                  <c:v>43266</c:v>
                </c:pt>
                <c:pt idx="897">
                  <c:v>43267</c:v>
                </c:pt>
                <c:pt idx="898">
                  <c:v>43268</c:v>
                </c:pt>
                <c:pt idx="899">
                  <c:v>43269</c:v>
                </c:pt>
                <c:pt idx="900">
                  <c:v>43270</c:v>
                </c:pt>
                <c:pt idx="901">
                  <c:v>43271</c:v>
                </c:pt>
                <c:pt idx="902">
                  <c:v>43272</c:v>
                </c:pt>
                <c:pt idx="903">
                  <c:v>43273</c:v>
                </c:pt>
                <c:pt idx="904">
                  <c:v>43274</c:v>
                </c:pt>
                <c:pt idx="905">
                  <c:v>43275</c:v>
                </c:pt>
                <c:pt idx="906">
                  <c:v>43276</c:v>
                </c:pt>
                <c:pt idx="907">
                  <c:v>43277</c:v>
                </c:pt>
                <c:pt idx="908">
                  <c:v>43278</c:v>
                </c:pt>
                <c:pt idx="909">
                  <c:v>43279</c:v>
                </c:pt>
                <c:pt idx="910">
                  <c:v>43280</c:v>
                </c:pt>
                <c:pt idx="911">
                  <c:v>43281</c:v>
                </c:pt>
                <c:pt idx="912">
                  <c:v>43282</c:v>
                </c:pt>
                <c:pt idx="913">
                  <c:v>43283</c:v>
                </c:pt>
                <c:pt idx="914">
                  <c:v>43284</c:v>
                </c:pt>
                <c:pt idx="915">
                  <c:v>43285</c:v>
                </c:pt>
                <c:pt idx="916">
                  <c:v>43286</c:v>
                </c:pt>
                <c:pt idx="917">
                  <c:v>43287</c:v>
                </c:pt>
                <c:pt idx="918">
                  <c:v>43288</c:v>
                </c:pt>
                <c:pt idx="919">
                  <c:v>43289</c:v>
                </c:pt>
                <c:pt idx="920">
                  <c:v>43290</c:v>
                </c:pt>
                <c:pt idx="921">
                  <c:v>43291</c:v>
                </c:pt>
                <c:pt idx="922">
                  <c:v>43292</c:v>
                </c:pt>
                <c:pt idx="923">
                  <c:v>43293</c:v>
                </c:pt>
                <c:pt idx="924">
                  <c:v>43294</c:v>
                </c:pt>
                <c:pt idx="925">
                  <c:v>43295</c:v>
                </c:pt>
                <c:pt idx="926">
                  <c:v>43296</c:v>
                </c:pt>
                <c:pt idx="927">
                  <c:v>43297</c:v>
                </c:pt>
                <c:pt idx="928">
                  <c:v>43298</c:v>
                </c:pt>
                <c:pt idx="929">
                  <c:v>43299</c:v>
                </c:pt>
                <c:pt idx="930">
                  <c:v>43300</c:v>
                </c:pt>
                <c:pt idx="931">
                  <c:v>43301</c:v>
                </c:pt>
                <c:pt idx="932">
                  <c:v>43302</c:v>
                </c:pt>
                <c:pt idx="933">
                  <c:v>43303</c:v>
                </c:pt>
                <c:pt idx="934">
                  <c:v>43304</c:v>
                </c:pt>
                <c:pt idx="935">
                  <c:v>43305</c:v>
                </c:pt>
                <c:pt idx="936">
                  <c:v>43306</c:v>
                </c:pt>
                <c:pt idx="937">
                  <c:v>43307</c:v>
                </c:pt>
                <c:pt idx="938">
                  <c:v>43308</c:v>
                </c:pt>
                <c:pt idx="939">
                  <c:v>43309</c:v>
                </c:pt>
                <c:pt idx="940">
                  <c:v>43310</c:v>
                </c:pt>
                <c:pt idx="941">
                  <c:v>43311</c:v>
                </c:pt>
                <c:pt idx="942">
                  <c:v>43312</c:v>
                </c:pt>
                <c:pt idx="943">
                  <c:v>43313</c:v>
                </c:pt>
                <c:pt idx="944">
                  <c:v>43314</c:v>
                </c:pt>
                <c:pt idx="945">
                  <c:v>43315</c:v>
                </c:pt>
                <c:pt idx="946">
                  <c:v>43316</c:v>
                </c:pt>
                <c:pt idx="947">
                  <c:v>43317</c:v>
                </c:pt>
                <c:pt idx="948">
                  <c:v>43318</c:v>
                </c:pt>
                <c:pt idx="949">
                  <c:v>43319</c:v>
                </c:pt>
                <c:pt idx="950">
                  <c:v>43320</c:v>
                </c:pt>
                <c:pt idx="951">
                  <c:v>43321</c:v>
                </c:pt>
                <c:pt idx="952">
                  <c:v>43322</c:v>
                </c:pt>
                <c:pt idx="953">
                  <c:v>43323</c:v>
                </c:pt>
                <c:pt idx="954">
                  <c:v>43324</c:v>
                </c:pt>
                <c:pt idx="955">
                  <c:v>43325</c:v>
                </c:pt>
                <c:pt idx="956">
                  <c:v>43326</c:v>
                </c:pt>
                <c:pt idx="957">
                  <c:v>43327</c:v>
                </c:pt>
                <c:pt idx="958">
                  <c:v>43328</c:v>
                </c:pt>
                <c:pt idx="959">
                  <c:v>43329</c:v>
                </c:pt>
                <c:pt idx="960">
                  <c:v>43330</c:v>
                </c:pt>
                <c:pt idx="961">
                  <c:v>43331</c:v>
                </c:pt>
                <c:pt idx="962">
                  <c:v>43332</c:v>
                </c:pt>
                <c:pt idx="963">
                  <c:v>43333</c:v>
                </c:pt>
                <c:pt idx="964">
                  <c:v>43334</c:v>
                </c:pt>
                <c:pt idx="965">
                  <c:v>43335</c:v>
                </c:pt>
                <c:pt idx="966">
                  <c:v>43336</c:v>
                </c:pt>
                <c:pt idx="967">
                  <c:v>43337</c:v>
                </c:pt>
                <c:pt idx="968">
                  <c:v>43338</c:v>
                </c:pt>
                <c:pt idx="969">
                  <c:v>43339</c:v>
                </c:pt>
                <c:pt idx="970">
                  <c:v>43340</c:v>
                </c:pt>
                <c:pt idx="971">
                  <c:v>43341</c:v>
                </c:pt>
                <c:pt idx="972">
                  <c:v>43342</c:v>
                </c:pt>
                <c:pt idx="973">
                  <c:v>43343</c:v>
                </c:pt>
                <c:pt idx="974">
                  <c:v>43344</c:v>
                </c:pt>
                <c:pt idx="975">
                  <c:v>43345</c:v>
                </c:pt>
                <c:pt idx="976">
                  <c:v>43346</c:v>
                </c:pt>
                <c:pt idx="977">
                  <c:v>43347</c:v>
                </c:pt>
                <c:pt idx="978">
                  <c:v>43348</c:v>
                </c:pt>
                <c:pt idx="979">
                  <c:v>43349</c:v>
                </c:pt>
                <c:pt idx="980">
                  <c:v>43350</c:v>
                </c:pt>
                <c:pt idx="981">
                  <c:v>43351</c:v>
                </c:pt>
                <c:pt idx="982">
                  <c:v>43352</c:v>
                </c:pt>
                <c:pt idx="983">
                  <c:v>43353</c:v>
                </c:pt>
                <c:pt idx="984">
                  <c:v>43354</c:v>
                </c:pt>
                <c:pt idx="985">
                  <c:v>43355</c:v>
                </c:pt>
                <c:pt idx="986">
                  <c:v>43356</c:v>
                </c:pt>
                <c:pt idx="987">
                  <c:v>43357</c:v>
                </c:pt>
                <c:pt idx="988">
                  <c:v>43358</c:v>
                </c:pt>
                <c:pt idx="989">
                  <c:v>43359</c:v>
                </c:pt>
                <c:pt idx="990">
                  <c:v>43360</c:v>
                </c:pt>
                <c:pt idx="991">
                  <c:v>43361</c:v>
                </c:pt>
                <c:pt idx="992">
                  <c:v>43362</c:v>
                </c:pt>
                <c:pt idx="993">
                  <c:v>43363</c:v>
                </c:pt>
                <c:pt idx="994">
                  <c:v>43364</c:v>
                </c:pt>
                <c:pt idx="995">
                  <c:v>43365</c:v>
                </c:pt>
                <c:pt idx="996">
                  <c:v>43366</c:v>
                </c:pt>
                <c:pt idx="997">
                  <c:v>43367</c:v>
                </c:pt>
                <c:pt idx="998">
                  <c:v>43368</c:v>
                </c:pt>
                <c:pt idx="999">
                  <c:v>43369</c:v>
                </c:pt>
                <c:pt idx="1000">
                  <c:v>43370</c:v>
                </c:pt>
                <c:pt idx="1001">
                  <c:v>43371</c:v>
                </c:pt>
                <c:pt idx="1002">
                  <c:v>43372</c:v>
                </c:pt>
                <c:pt idx="1003">
                  <c:v>43373</c:v>
                </c:pt>
                <c:pt idx="1004">
                  <c:v>43374</c:v>
                </c:pt>
                <c:pt idx="1005">
                  <c:v>43375</c:v>
                </c:pt>
                <c:pt idx="1006">
                  <c:v>43376</c:v>
                </c:pt>
                <c:pt idx="1007">
                  <c:v>43377</c:v>
                </c:pt>
                <c:pt idx="1008">
                  <c:v>43378</c:v>
                </c:pt>
                <c:pt idx="1009">
                  <c:v>43379</c:v>
                </c:pt>
                <c:pt idx="1010">
                  <c:v>43380</c:v>
                </c:pt>
                <c:pt idx="1011">
                  <c:v>43381</c:v>
                </c:pt>
                <c:pt idx="1012">
                  <c:v>43382</c:v>
                </c:pt>
                <c:pt idx="1013">
                  <c:v>43383</c:v>
                </c:pt>
                <c:pt idx="1014">
                  <c:v>43384</c:v>
                </c:pt>
                <c:pt idx="1015">
                  <c:v>43385</c:v>
                </c:pt>
                <c:pt idx="1016">
                  <c:v>43386</c:v>
                </c:pt>
                <c:pt idx="1017">
                  <c:v>43387</c:v>
                </c:pt>
                <c:pt idx="1018">
                  <c:v>43388</c:v>
                </c:pt>
                <c:pt idx="1019">
                  <c:v>43389</c:v>
                </c:pt>
                <c:pt idx="1020">
                  <c:v>43390</c:v>
                </c:pt>
                <c:pt idx="1021">
                  <c:v>43391</c:v>
                </c:pt>
                <c:pt idx="1022">
                  <c:v>43392</c:v>
                </c:pt>
                <c:pt idx="1023">
                  <c:v>43393</c:v>
                </c:pt>
                <c:pt idx="1024">
                  <c:v>43394</c:v>
                </c:pt>
                <c:pt idx="1025">
                  <c:v>43395</c:v>
                </c:pt>
                <c:pt idx="1026">
                  <c:v>43396</c:v>
                </c:pt>
                <c:pt idx="1027">
                  <c:v>43397</c:v>
                </c:pt>
                <c:pt idx="1028">
                  <c:v>43398</c:v>
                </c:pt>
                <c:pt idx="1029">
                  <c:v>43399</c:v>
                </c:pt>
                <c:pt idx="1030">
                  <c:v>43400</c:v>
                </c:pt>
                <c:pt idx="1031">
                  <c:v>43401</c:v>
                </c:pt>
                <c:pt idx="1032">
                  <c:v>43402</c:v>
                </c:pt>
                <c:pt idx="1033">
                  <c:v>43403</c:v>
                </c:pt>
                <c:pt idx="1034">
                  <c:v>43404</c:v>
                </c:pt>
                <c:pt idx="1035">
                  <c:v>43405</c:v>
                </c:pt>
                <c:pt idx="1036">
                  <c:v>43406</c:v>
                </c:pt>
                <c:pt idx="1037">
                  <c:v>43407</c:v>
                </c:pt>
                <c:pt idx="1038">
                  <c:v>43408</c:v>
                </c:pt>
                <c:pt idx="1039">
                  <c:v>43409</c:v>
                </c:pt>
                <c:pt idx="1040">
                  <c:v>43410</c:v>
                </c:pt>
                <c:pt idx="1041">
                  <c:v>43411</c:v>
                </c:pt>
                <c:pt idx="1042">
                  <c:v>43412</c:v>
                </c:pt>
                <c:pt idx="1043">
                  <c:v>43413</c:v>
                </c:pt>
                <c:pt idx="1044">
                  <c:v>43414</c:v>
                </c:pt>
                <c:pt idx="1045">
                  <c:v>43415</c:v>
                </c:pt>
                <c:pt idx="1046">
                  <c:v>43416</c:v>
                </c:pt>
                <c:pt idx="1047">
                  <c:v>43417</c:v>
                </c:pt>
                <c:pt idx="1048">
                  <c:v>43418</c:v>
                </c:pt>
                <c:pt idx="1049">
                  <c:v>43419</c:v>
                </c:pt>
                <c:pt idx="1050">
                  <c:v>43420</c:v>
                </c:pt>
                <c:pt idx="1051">
                  <c:v>43421</c:v>
                </c:pt>
                <c:pt idx="1052">
                  <c:v>43422</c:v>
                </c:pt>
                <c:pt idx="1053">
                  <c:v>43423</c:v>
                </c:pt>
                <c:pt idx="1054">
                  <c:v>43424</c:v>
                </c:pt>
                <c:pt idx="1055">
                  <c:v>43425</c:v>
                </c:pt>
                <c:pt idx="1056">
                  <c:v>43426</c:v>
                </c:pt>
                <c:pt idx="1057">
                  <c:v>43427</c:v>
                </c:pt>
                <c:pt idx="1058">
                  <c:v>43428</c:v>
                </c:pt>
                <c:pt idx="1059">
                  <c:v>43429</c:v>
                </c:pt>
                <c:pt idx="1060">
                  <c:v>43430</c:v>
                </c:pt>
                <c:pt idx="1061">
                  <c:v>43431</c:v>
                </c:pt>
                <c:pt idx="1062">
                  <c:v>43432</c:v>
                </c:pt>
                <c:pt idx="1063">
                  <c:v>43433</c:v>
                </c:pt>
                <c:pt idx="1064">
                  <c:v>43434</c:v>
                </c:pt>
                <c:pt idx="1065">
                  <c:v>43435</c:v>
                </c:pt>
                <c:pt idx="1066">
                  <c:v>43436</c:v>
                </c:pt>
                <c:pt idx="1067">
                  <c:v>43437</c:v>
                </c:pt>
                <c:pt idx="1068">
                  <c:v>43438</c:v>
                </c:pt>
                <c:pt idx="1069">
                  <c:v>43439</c:v>
                </c:pt>
                <c:pt idx="1070">
                  <c:v>43440</c:v>
                </c:pt>
                <c:pt idx="1071">
                  <c:v>43441</c:v>
                </c:pt>
                <c:pt idx="1072">
                  <c:v>43442</c:v>
                </c:pt>
                <c:pt idx="1073">
                  <c:v>43443</c:v>
                </c:pt>
                <c:pt idx="1074">
                  <c:v>43444</c:v>
                </c:pt>
                <c:pt idx="1075">
                  <c:v>43445</c:v>
                </c:pt>
                <c:pt idx="1076">
                  <c:v>43446</c:v>
                </c:pt>
                <c:pt idx="1077">
                  <c:v>43447</c:v>
                </c:pt>
                <c:pt idx="1078">
                  <c:v>43448</c:v>
                </c:pt>
                <c:pt idx="1079">
                  <c:v>43449</c:v>
                </c:pt>
                <c:pt idx="1080">
                  <c:v>43450</c:v>
                </c:pt>
                <c:pt idx="1081">
                  <c:v>43451</c:v>
                </c:pt>
                <c:pt idx="1082">
                  <c:v>43452</c:v>
                </c:pt>
                <c:pt idx="1083">
                  <c:v>43453</c:v>
                </c:pt>
                <c:pt idx="1084">
                  <c:v>43454</c:v>
                </c:pt>
                <c:pt idx="1085">
                  <c:v>43455</c:v>
                </c:pt>
                <c:pt idx="1086">
                  <c:v>43456</c:v>
                </c:pt>
                <c:pt idx="1087">
                  <c:v>43457</c:v>
                </c:pt>
                <c:pt idx="1088">
                  <c:v>43458</c:v>
                </c:pt>
                <c:pt idx="1089">
                  <c:v>43459</c:v>
                </c:pt>
                <c:pt idx="1090">
                  <c:v>43460</c:v>
                </c:pt>
                <c:pt idx="1091">
                  <c:v>43461</c:v>
                </c:pt>
                <c:pt idx="1092">
                  <c:v>43462</c:v>
                </c:pt>
                <c:pt idx="1093">
                  <c:v>43463</c:v>
                </c:pt>
                <c:pt idx="1094">
                  <c:v>43464</c:v>
                </c:pt>
                <c:pt idx="1095">
                  <c:v>43465</c:v>
                </c:pt>
                <c:pt idx="1096">
                  <c:v>43466</c:v>
                </c:pt>
                <c:pt idx="1097">
                  <c:v>43467</c:v>
                </c:pt>
                <c:pt idx="1098">
                  <c:v>43468</c:v>
                </c:pt>
                <c:pt idx="1099">
                  <c:v>43469</c:v>
                </c:pt>
                <c:pt idx="1100">
                  <c:v>43470</c:v>
                </c:pt>
                <c:pt idx="1101">
                  <c:v>43471</c:v>
                </c:pt>
                <c:pt idx="1102">
                  <c:v>43472</c:v>
                </c:pt>
                <c:pt idx="1103">
                  <c:v>43473</c:v>
                </c:pt>
                <c:pt idx="1104">
                  <c:v>43474</c:v>
                </c:pt>
                <c:pt idx="1105">
                  <c:v>43475</c:v>
                </c:pt>
                <c:pt idx="1106">
                  <c:v>43476</c:v>
                </c:pt>
                <c:pt idx="1107">
                  <c:v>43477</c:v>
                </c:pt>
                <c:pt idx="1108">
                  <c:v>43478</c:v>
                </c:pt>
                <c:pt idx="1109">
                  <c:v>43479</c:v>
                </c:pt>
                <c:pt idx="1110">
                  <c:v>43480</c:v>
                </c:pt>
                <c:pt idx="1111">
                  <c:v>43481</c:v>
                </c:pt>
                <c:pt idx="1112">
                  <c:v>43482</c:v>
                </c:pt>
                <c:pt idx="1113">
                  <c:v>43483</c:v>
                </c:pt>
                <c:pt idx="1114">
                  <c:v>43484</c:v>
                </c:pt>
                <c:pt idx="1115">
                  <c:v>43485</c:v>
                </c:pt>
                <c:pt idx="1116">
                  <c:v>43486</c:v>
                </c:pt>
                <c:pt idx="1117">
                  <c:v>43487</c:v>
                </c:pt>
                <c:pt idx="1118">
                  <c:v>43488</c:v>
                </c:pt>
                <c:pt idx="1119">
                  <c:v>43489</c:v>
                </c:pt>
                <c:pt idx="1120">
                  <c:v>43490</c:v>
                </c:pt>
                <c:pt idx="1121">
                  <c:v>43491</c:v>
                </c:pt>
                <c:pt idx="1122">
                  <c:v>43492</c:v>
                </c:pt>
                <c:pt idx="1123">
                  <c:v>43493</c:v>
                </c:pt>
                <c:pt idx="1124">
                  <c:v>43494</c:v>
                </c:pt>
                <c:pt idx="1125">
                  <c:v>43495</c:v>
                </c:pt>
                <c:pt idx="1126">
                  <c:v>43496</c:v>
                </c:pt>
                <c:pt idx="1127">
                  <c:v>43497</c:v>
                </c:pt>
                <c:pt idx="1128">
                  <c:v>43498</c:v>
                </c:pt>
                <c:pt idx="1129">
                  <c:v>43499</c:v>
                </c:pt>
                <c:pt idx="1130">
                  <c:v>43500</c:v>
                </c:pt>
                <c:pt idx="1131">
                  <c:v>43501</c:v>
                </c:pt>
                <c:pt idx="1132">
                  <c:v>43502</c:v>
                </c:pt>
                <c:pt idx="1133">
                  <c:v>43503</c:v>
                </c:pt>
                <c:pt idx="1134">
                  <c:v>43504</c:v>
                </c:pt>
                <c:pt idx="1135">
                  <c:v>43505</c:v>
                </c:pt>
                <c:pt idx="1136">
                  <c:v>43506</c:v>
                </c:pt>
                <c:pt idx="1137">
                  <c:v>43507</c:v>
                </c:pt>
                <c:pt idx="1138">
                  <c:v>43508</c:v>
                </c:pt>
                <c:pt idx="1139">
                  <c:v>43509</c:v>
                </c:pt>
                <c:pt idx="1140">
                  <c:v>43510</c:v>
                </c:pt>
                <c:pt idx="1141">
                  <c:v>43511</c:v>
                </c:pt>
                <c:pt idx="1142">
                  <c:v>43512</c:v>
                </c:pt>
                <c:pt idx="1143">
                  <c:v>43513</c:v>
                </c:pt>
                <c:pt idx="1144">
                  <c:v>43514</c:v>
                </c:pt>
                <c:pt idx="1145">
                  <c:v>43515</c:v>
                </c:pt>
                <c:pt idx="1146">
                  <c:v>43516</c:v>
                </c:pt>
                <c:pt idx="1147">
                  <c:v>43517</c:v>
                </c:pt>
                <c:pt idx="1148">
                  <c:v>43518</c:v>
                </c:pt>
                <c:pt idx="1149">
                  <c:v>43519</c:v>
                </c:pt>
                <c:pt idx="1150">
                  <c:v>43520</c:v>
                </c:pt>
                <c:pt idx="1151">
                  <c:v>43521</c:v>
                </c:pt>
                <c:pt idx="1152">
                  <c:v>43522</c:v>
                </c:pt>
                <c:pt idx="1153">
                  <c:v>43523</c:v>
                </c:pt>
                <c:pt idx="1154">
                  <c:v>43524</c:v>
                </c:pt>
                <c:pt idx="1155">
                  <c:v>43525</c:v>
                </c:pt>
                <c:pt idx="1156">
                  <c:v>43526</c:v>
                </c:pt>
                <c:pt idx="1157">
                  <c:v>43527</c:v>
                </c:pt>
                <c:pt idx="1158">
                  <c:v>43528</c:v>
                </c:pt>
                <c:pt idx="1159">
                  <c:v>43529</c:v>
                </c:pt>
                <c:pt idx="1160">
                  <c:v>43530</c:v>
                </c:pt>
                <c:pt idx="1161">
                  <c:v>43531</c:v>
                </c:pt>
                <c:pt idx="1162">
                  <c:v>43532</c:v>
                </c:pt>
                <c:pt idx="1163">
                  <c:v>43533</c:v>
                </c:pt>
                <c:pt idx="1164">
                  <c:v>43534</c:v>
                </c:pt>
                <c:pt idx="1165">
                  <c:v>43535</c:v>
                </c:pt>
                <c:pt idx="1166">
                  <c:v>43536</c:v>
                </c:pt>
                <c:pt idx="1167">
                  <c:v>43537</c:v>
                </c:pt>
                <c:pt idx="1168">
                  <c:v>43538</c:v>
                </c:pt>
                <c:pt idx="1169">
                  <c:v>43539</c:v>
                </c:pt>
                <c:pt idx="1170">
                  <c:v>43540</c:v>
                </c:pt>
                <c:pt idx="1171">
                  <c:v>43541</c:v>
                </c:pt>
                <c:pt idx="1172">
                  <c:v>43542</c:v>
                </c:pt>
                <c:pt idx="1173">
                  <c:v>43543</c:v>
                </c:pt>
                <c:pt idx="1174">
                  <c:v>43544</c:v>
                </c:pt>
                <c:pt idx="1175">
                  <c:v>43545</c:v>
                </c:pt>
                <c:pt idx="1176">
                  <c:v>43546</c:v>
                </c:pt>
                <c:pt idx="1177">
                  <c:v>43547</c:v>
                </c:pt>
                <c:pt idx="1178">
                  <c:v>43548</c:v>
                </c:pt>
                <c:pt idx="1179">
                  <c:v>43549</c:v>
                </c:pt>
                <c:pt idx="1180">
                  <c:v>43550</c:v>
                </c:pt>
                <c:pt idx="1181">
                  <c:v>43551</c:v>
                </c:pt>
                <c:pt idx="1182">
                  <c:v>43552</c:v>
                </c:pt>
                <c:pt idx="1183">
                  <c:v>43553</c:v>
                </c:pt>
                <c:pt idx="1184">
                  <c:v>43554</c:v>
                </c:pt>
                <c:pt idx="1185">
                  <c:v>43555</c:v>
                </c:pt>
                <c:pt idx="1186">
                  <c:v>43556</c:v>
                </c:pt>
                <c:pt idx="1187">
                  <c:v>43557</c:v>
                </c:pt>
                <c:pt idx="1188">
                  <c:v>43558</c:v>
                </c:pt>
                <c:pt idx="1189">
                  <c:v>43559</c:v>
                </c:pt>
                <c:pt idx="1190">
                  <c:v>43560</c:v>
                </c:pt>
                <c:pt idx="1191">
                  <c:v>43561</c:v>
                </c:pt>
                <c:pt idx="1192">
                  <c:v>43562</c:v>
                </c:pt>
                <c:pt idx="1193">
                  <c:v>43563</c:v>
                </c:pt>
                <c:pt idx="1194">
                  <c:v>43564</c:v>
                </c:pt>
                <c:pt idx="1195">
                  <c:v>43565</c:v>
                </c:pt>
                <c:pt idx="1196">
                  <c:v>43566</c:v>
                </c:pt>
                <c:pt idx="1197">
                  <c:v>43567</c:v>
                </c:pt>
                <c:pt idx="1198">
                  <c:v>43568</c:v>
                </c:pt>
                <c:pt idx="1199">
                  <c:v>43569</c:v>
                </c:pt>
                <c:pt idx="1200">
                  <c:v>43570</c:v>
                </c:pt>
                <c:pt idx="1201">
                  <c:v>43571</c:v>
                </c:pt>
                <c:pt idx="1202">
                  <c:v>43572</c:v>
                </c:pt>
                <c:pt idx="1203">
                  <c:v>43573</c:v>
                </c:pt>
                <c:pt idx="1204">
                  <c:v>43574</c:v>
                </c:pt>
                <c:pt idx="1205">
                  <c:v>43575</c:v>
                </c:pt>
                <c:pt idx="1206">
                  <c:v>43576</c:v>
                </c:pt>
                <c:pt idx="1207">
                  <c:v>43577</c:v>
                </c:pt>
                <c:pt idx="1208">
                  <c:v>43578</c:v>
                </c:pt>
                <c:pt idx="1209">
                  <c:v>43579</c:v>
                </c:pt>
                <c:pt idx="1210">
                  <c:v>43580</c:v>
                </c:pt>
                <c:pt idx="1211">
                  <c:v>43581</c:v>
                </c:pt>
                <c:pt idx="1212">
                  <c:v>43582</c:v>
                </c:pt>
                <c:pt idx="1213">
                  <c:v>43583</c:v>
                </c:pt>
                <c:pt idx="1214">
                  <c:v>43584</c:v>
                </c:pt>
                <c:pt idx="1215">
                  <c:v>43585</c:v>
                </c:pt>
                <c:pt idx="1216">
                  <c:v>43586</c:v>
                </c:pt>
                <c:pt idx="1217">
                  <c:v>43587</c:v>
                </c:pt>
                <c:pt idx="1218">
                  <c:v>43588</c:v>
                </c:pt>
                <c:pt idx="1219">
                  <c:v>43589</c:v>
                </c:pt>
                <c:pt idx="1220">
                  <c:v>43590</c:v>
                </c:pt>
                <c:pt idx="1221">
                  <c:v>43591</c:v>
                </c:pt>
                <c:pt idx="1222">
                  <c:v>43592</c:v>
                </c:pt>
                <c:pt idx="1223">
                  <c:v>43593</c:v>
                </c:pt>
                <c:pt idx="1224">
                  <c:v>43594</c:v>
                </c:pt>
                <c:pt idx="1225">
                  <c:v>43595</c:v>
                </c:pt>
                <c:pt idx="1226">
                  <c:v>43596</c:v>
                </c:pt>
                <c:pt idx="1227">
                  <c:v>43597</c:v>
                </c:pt>
                <c:pt idx="1228">
                  <c:v>43598</c:v>
                </c:pt>
                <c:pt idx="1229">
                  <c:v>43599</c:v>
                </c:pt>
                <c:pt idx="1230">
                  <c:v>43600</c:v>
                </c:pt>
                <c:pt idx="1231">
                  <c:v>43601</c:v>
                </c:pt>
                <c:pt idx="1232">
                  <c:v>43602</c:v>
                </c:pt>
                <c:pt idx="1233">
                  <c:v>43603</c:v>
                </c:pt>
                <c:pt idx="1234">
                  <c:v>43604</c:v>
                </c:pt>
                <c:pt idx="1235">
                  <c:v>43605</c:v>
                </c:pt>
                <c:pt idx="1236">
                  <c:v>43606</c:v>
                </c:pt>
                <c:pt idx="1237">
                  <c:v>43607</c:v>
                </c:pt>
                <c:pt idx="1238">
                  <c:v>43608</c:v>
                </c:pt>
                <c:pt idx="1239">
                  <c:v>43609</c:v>
                </c:pt>
                <c:pt idx="1240">
                  <c:v>43610</c:v>
                </c:pt>
                <c:pt idx="1241">
                  <c:v>43611</c:v>
                </c:pt>
                <c:pt idx="1242">
                  <c:v>43612</c:v>
                </c:pt>
                <c:pt idx="1243">
                  <c:v>43613</c:v>
                </c:pt>
                <c:pt idx="1244">
                  <c:v>43614</c:v>
                </c:pt>
                <c:pt idx="1245">
                  <c:v>43615</c:v>
                </c:pt>
                <c:pt idx="1246">
                  <c:v>43616</c:v>
                </c:pt>
                <c:pt idx="1247">
                  <c:v>43617</c:v>
                </c:pt>
                <c:pt idx="1248">
                  <c:v>43618</c:v>
                </c:pt>
                <c:pt idx="1249">
                  <c:v>43619</c:v>
                </c:pt>
                <c:pt idx="1250">
                  <c:v>43620</c:v>
                </c:pt>
                <c:pt idx="1251">
                  <c:v>43621</c:v>
                </c:pt>
                <c:pt idx="1252">
                  <c:v>43622</c:v>
                </c:pt>
                <c:pt idx="1253">
                  <c:v>43623</c:v>
                </c:pt>
                <c:pt idx="1254">
                  <c:v>43624</c:v>
                </c:pt>
                <c:pt idx="1255">
                  <c:v>43625</c:v>
                </c:pt>
                <c:pt idx="1256">
                  <c:v>43626</c:v>
                </c:pt>
                <c:pt idx="1257">
                  <c:v>43627</c:v>
                </c:pt>
                <c:pt idx="1258">
                  <c:v>43628</c:v>
                </c:pt>
                <c:pt idx="1259">
                  <c:v>43629</c:v>
                </c:pt>
                <c:pt idx="1260">
                  <c:v>43630</c:v>
                </c:pt>
                <c:pt idx="1261">
                  <c:v>43631</c:v>
                </c:pt>
                <c:pt idx="1262">
                  <c:v>43632</c:v>
                </c:pt>
                <c:pt idx="1263">
                  <c:v>43633</c:v>
                </c:pt>
                <c:pt idx="1264">
                  <c:v>43634</c:v>
                </c:pt>
                <c:pt idx="1265">
                  <c:v>43635</c:v>
                </c:pt>
                <c:pt idx="1266">
                  <c:v>43636</c:v>
                </c:pt>
                <c:pt idx="1267">
                  <c:v>43637</c:v>
                </c:pt>
                <c:pt idx="1268">
                  <c:v>43638</c:v>
                </c:pt>
                <c:pt idx="1269">
                  <c:v>43639</c:v>
                </c:pt>
                <c:pt idx="1270">
                  <c:v>43640</c:v>
                </c:pt>
                <c:pt idx="1271">
                  <c:v>43641</c:v>
                </c:pt>
                <c:pt idx="1272">
                  <c:v>43642</c:v>
                </c:pt>
                <c:pt idx="1273">
                  <c:v>43643</c:v>
                </c:pt>
                <c:pt idx="1274">
                  <c:v>43644</c:v>
                </c:pt>
                <c:pt idx="1275">
                  <c:v>43645</c:v>
                </c:pt>
                <c:pt idx="1276">
                  <c:v>43646</c:v>
                </c:pt>
                <c:pt idx="1277">
                  <c:v>43647</c:v>
                </c:pt>
                <c:pt idx="1278">
                  <c:v>43648</c:v>
                </c:pt>
                <c:pt idx="1279">
                  <c:v>43649</c:v>
                </c:pt>
                <c:pt idx="1280">
                  <c:v>43650</c:v>
                </c:pt>
                <c:pt idx="1281">
                  <c:v>43651</c:v>
                </c:pt>
                <c:pt idx="1282">
                  <c:v>43652</c:v>
                </c:pt>
                <c:pt idx="1283">
                  <c:v>43653</c:v>
                </c:pt>
                <c:pt idx="1284">
                  <c:v>43654</c:v>
                </c:pt>
                <c:pt idx="1285">
                  <c:v>43655</c:v>
                </c:pt>
                <c:pt idx="1286">
                  <c:v>43656</c:v>
                </c:pt>
                <c:pt idx="1287">
                  <c:v>43657</c:v>
                </c:pt>
                <c:pt idx="1288">
                  <c:v>43658</c:v>
                </c:pt>
                <c:pt idx="1289">
                  <c:v>43659</c:v>
                </c:pt>
                <c:pt idx="1290">
                  <c:v>43660</c:v>
                </c:pt>
                <c:pt idx="1291">
                  <c:v>43661</c:v>
                </c:pt>
                <c:pt idx="1292">
                  <c:v>43662</c:v>
                </c:pt>
                <c:pt idx="1293">
                  <c:v>43663</c:v>
                </c:pt>
                <c:pt idx="1294">
                  <c:v>43664</c:v>
                </c:pt>
                <c:pt idx="1295">
                  <c:v>43665</c:v>
                </c:pt>
                <c:pt idx="1296">
                  <c:v>43666</c:v>
                </c:pt>
                <c:pt idx="1297">
                  <c:v>43667</c:v>
                </c:pt>
                <c:pt idx="1298">
                  <c:v>43668</c:v>
                </c:pt>
                <c:pt idx="1299">
                  <c:v>43669</c:v>
                </c:pt>
                <c:pt idx="1300">
                  <c:v>43670</c:v>
                </c:pt>
                <c:pt idx="1301">
                  <c:v>43671</c:v>
                </c:pt>
                <c:pt idx="1302">
                  <c:v>43672</c:v>
                </c:pt>
                <c:pt idx="1303">
                  <c:v>43673</c:v>
                </c:pt>
                <c:pt idx="1304">
                  <c:v>43674</c:v>
                </c:pt>
                <c:pt idx="1305">
                  <c:v>43675</c:v>
                </c:pt>
                <c:pt idx="1306">
                  <c:v>43676</c:v>
                </c:pt>
                <c:pt idx="1307">
                  <c:v>43677</c:v>
                </c:pt>
                <c:pt idx="1308">
                  <c:v>43678</c:v>
                </c:pt>
                <c:pt idx="1309">
                  <c:v>43679</c:v>
                </c:pt>
                <c:pt idx="1310">
                  <c:v>43680</c:v>
                </c:pt>
                <c:pt idx="1311">
                  <c:v>43681</c:v>
                </c:pt>
                <c:pt idx="1312">
                  <c:v>43682</c:v>
                </c:pt>
                <c:pt idx="1313">
                  <c:v>43683</c:v>
                </c:pt>
                <c:pt idx="1314">
                  <c:v>43684</c:v>
                </c:pt>
                <c:pt idx="1315">
                  <c:v>43685</c:v>
                </c:pt>
                <c:pt idx="1316">
                  <c:v>43686</c:v>
                </c:pt>
                <c:pt idx="1317">
                  <c:v>43687</c:v>
                </c:pt>
                <c:pt idx="1318">
                  <c:v>43688</c:v>
                </c:pt>
                <c:pt idx="1319">
                  <c:v>43689</c:v>
                </c:pt>
                <c:pt idx="1320">
                  <c:v>43690</c:v>
                </c:pt>
                <c:pt idx="1321">
                  <c:v>43691</c:v>
                </c:pt>
                <c:pt idx="1322">
                  <c:v>43692</c:v>
                </c:pt>
                <c:pt idx="1323">
                  <c:v>43693</c:v>
                </c:pt>
                <c:pt idx="1324">
                  <c:v>43694</c:v>
                </c:pt>
                <c:pt idx="1325">
                  <c:v>43695</c:v>
                </c:pt>
                <c:pt idx="1326">
                  <c:v>43696</c:v>
                </c:pt>
                <c:pt idx="1327">
                  <c:v>43697</c:v>
                </c:pt>
                <c:pt idx="1328">
                  <c:v>43698</c:v>
                </c:pt>
                <c:pt idx="1329">
                  <c:v>43699</c:v>
                </c:pt>
                <c:pt idx="1330">
                  <c:v>43700</c:v>
                </c:pt>
                <c:pt idx="1331">
                  <c:v>43701</c:v>
                </c:pt>
                <c:pt idx="1332">
                  <c:v>43702</c:v>
                </c:pt>
                <c:pt idx="1333">
                  <c:v>43703</c:v>
                </c:pt>
                <c:pt idx="1334">
                  <c:v>43704</c:v>
                </c:pt>
                <c:pt idx="1335">
                  <c:v>43705</c:v>
                </c:pt>
                <c:pt idx="1336">
                  <c:v>43706</c:v>
                </c:pt>
                <c:pt idx="1337">
                  <c:v>43707</c:v>
                </c:pt>
                <c:pt idx="1338">
                  <c:v>43708</c:v>
                </c:pt>
                <c:pt idx="1339">
                  <c:v>43709</c:v>
                </c:pt>
                <c:pt idx="1340">
                  <c:v>43710</c:v>
                </c:pt>
                <c:pt idx="1341">
                  <c:v>43711</c:v>
                </c:pt>
                <c:pt idx="1342">
                  <c:v>43712</c:v>
                </c:pt>
                <c:pt idx="1343">
                  <c:v>43713</c:v>
                </c:pt>
                <c:pt idx="1344">
                  <c:v>43714</c:v>
                </c:pt>
                <c:pt idx="1345">
                  <c:v>43715</c:v>
                </c:pt>
                <c:pt idx="1346">
                  <c:v>43716</c:v>
                </c:pt>
                <c:pt idx="1347">
                  <c:v>43717</c:v>
                </c:pt>
                <c:pt idx="1348">
                  <c:v>43718</c:v>
                </c:pt>
                <c:pt idx="1349">
                  <c:v>43719</c:v>
                </c:pt>
                <c:pt idx="1350">
                  <c:v>43720</c:v>
                </c:pt>
                <c:pt idx="1351">
                  <c:v>43721</c:v>
                </c:pt>
                <c:pt idx="1352">
                  <c:v>43722</c:v>
                </c:pt>
                <c:pt idx="1353">
                  <c:v>43723</c:v>
                </c:pt>
                <c:pt idx="1354">
                  <c:v>43724</c:v>
                </c:pt>
                <c:pt idx="1355">
                  <c:v>43725</c:v>
                </c:pt>
                <c:pt idx="1356">
                  <c:v>43726</c:v>
                </c:pt>
                <c:pt idx="1357">
                  <c:v>43727</c:v>
                </c:pt>
                <c:pt idx="1358">
                  <c:v>43728</c:v>
                </c:pt>
                <c:pt idx="1359">
                  <c:v>43729</c:v>
                </c:pt>
                <c:pt idx="1360">
                  <c:v>43730</c:v>
                </c:pt>
                <c:pt idx="1361">
                  <c:v>43731</c:v>
                </c:pt>
                <c:pt idx="1362">
                  <c:v>43732</c:v>
                </c:pt>
                <c:pt idx="1363">
                  <c:v>43733</c:v>
                </c:pt>
                <c:pt idx="1364">
                  <c:v>43734</c:v>
                </c:pt>
                <c:pt idx="1365">
                  <c:v>43735</c:v>
                </c:pt>
                <c:pt idx="1366">
                  <c:v>43736</c:v>
                </c:pt>
                <c:pt idx="1367">
                  <c:v>43737</c:v>
                </c:pt>
                <c:pt idx="1368">
                  <c:v>43738</c:v>
                </c:pt>
                <c:pt idx="1369">
                  <c:v>43739</c:v>
                </c:pt>
                <c:pt idx="1370">
                  <c:v>43740</c:v>
                </c:pt>
                <c:pt idx="1371">
                  <c:v>43741</c:v>
                </c:pt>
                <c:pt idx="1372">
                  <c:v>43742</c:v>
                </c:pt>
                <c:pt idx="1373">
                  <c:v>43743</c:v>
                </c:pt>
                <c:pt idx="1374">
                  <c:v>43744</c:v>
                </c:pt>
                <c:pt idx="1375">
                  <c:v>43745</c:v>
                </c:pt>
                <c:pt idx="1376">
                  <c:v>43746</c:v>
                </c:pt>
                <c:pt idx="1377">
                  <c:v>43747</c:v>
                </c:pt>
                <c:pt idx="1378">
                  <c:v>43748</c:v>
                </c:pt>
                <c:pt idx="1379">
                  <c:v>43749</c:v>
                </c:pt>
                <c:pt idx="1380">
                  <c:v>43750</c:v>
                </c:pt>
                <c:pt idx="1381">
                  <c:v>43751</c:v>
                </c:pt>
                <c:pt idx="1382">
                  <c:v>43752</c:v>
                </c:pt>
                <c:pt idx="1383">
                  <c:v>43753</c:v>
                </c:pt>
                <c:pt idx="1384">
                  <c:v>43754</c:v>
                </c:pt>
                <c:pt idx="1385">
                  <c:v>43755</c:v>
                </c:pt>
                <c:pt idx="1386">
                  <c:v>43756</c:v>
                </c:pt>
                <c:pt idx="1387">
                  <c:v>43757</c:v>
                </c:pt>
                <c:pt idx="1388">
                  <c:v>43758</c:v>
                </c:pt>
                <c:pt idx="1389">
                  <c:v>43759</c:v>
                </c:pt>
                <c:pt idx="1390">
                  <c:v>43760</c:v>
                </c:pt>
                <c:pt idx="1391">
                  <c:v>43761</c:v>
                </c:pt>
                <c:pt idx="1392">
                  <c:v>43762</c:v>
                </c:pt>
                <c:pt idx="1393">
                  <c:v>43763</c:v>
                </c:pt>
                <c:pt idx="1394">
                  <c:v>43764</c:v>
                </c:pt>
                <c:pt idx="1395">
                  <c:v>43765</c:v>
                </c:pt>
                <c:pt idx="1396">
                  <c:v>43766</c:v>
                </c:pt>
                <c:pt idx="1397">
                  <c:v>43767</c:v>
                </c:pt>
                <c:pt idx="1398">
                  <c:v>43768</c:v>
                </c:pt>
                <c:pt idx="1399">
                  <c:v>43769</c:v>
                </c:pt>
                <c:pt idx="1400">
                  <c:v>43770</c:v>
                </c:pt>
                <c:pt idx="1401">
                  <c:v>43771</c:v>
                </c:pt>
                <c:pt idx="1402">
                  <c:v>43772</c:v>
                </c:pt>
                <c:pt idx="1403">
                  <c:v>43773</c:v>
                </c:pt>
                <c:pt idx="1404">
                  <c:v>43774</c:v>
                </c:pt>
                <c:pt idx="1405">
                  <c:v>43775</c:v>
                </c:pt>
                <c:pt idx="1406">
                  <c:v>43776</c:v>
                </c:pt>
                <c:pt idx="1407">
                  <c:v>43777</c:v>
                </c:pt>
                <c:pt idx="1408">
                  <c:v>43778</c:v>
                </c:pt>
                <c:pt idx="1409">
                  <c:v>43779</c:v>
                </c:pt>
                <c:pt idx="1410">
                  <c:v>43780</c:v>
                </c:pt>
                <c:pt idx="1411">
                  <c:v>43781</c:v>
                </c:pt>
                <c:pt idx="1412">
                  <c:v>43782</c:v>
                </c:pt>
                <c:pt idx="1413">
                  <c:v>43783</c:v>
                </c:pt>
                <c:pt idx="1414">
                  <c:v>43784</c:v>
                </c:pt>
                <c:pt idx="1415">
                  <c:v>43785</c:v>
                </c:pt>
                <c:pt idx="1416">
                  <c:v>43786</c:v>
                </c:pt>
                <c:pt idx="1417">
                  <c:v>43787</c:v>
                </c:pt>
                <c:pt idx="1418">
                  <c:v>43788</c:v>
                </c:pt>
                <c:pt idx="1419">
                  <c:v>43789</c:v>
                </c:pt>
                <c:pt idx="1420">
                  <c:v>43790</c:v>
                </c:pt>
                <c:pt idx="1421">
                  <c:v>43791</c:v>
                </c:pt>
                <c:pt idx="1422">
                  <c:v>43792</c:v>
                </c:pt>
                <c:pt idx="1423">
                  <c:v>43793</c:v>
                </c:pt>
                <c:pt idx="1424">
                  <c:v>43794</c:v>
                </c:pt>
                <c:pt idx="1425">
                  <c:v>43795</c:v>
                </c:pt>
                <c:pt idx="1426">
                  <c:v>43796</c:v>
                </c:pt>
                <c:pt idx="1427">
                  <c:v>43797</c:v>
                </c:pt>
                <c:pt idx="1428">
                  <c:v>43798</c:v>
                </c:pt>
                <c:pt idx="1429">
                  <c:v>43799</c:v>
                </c:pt>
                <c:pt idx="1430">
                  <c:v>43800</c:v>
                </c:pt>
                <c:pt idx="1431">
                  <c:v>43801</c:v>
                </c:pt>
                <c:pt idx="1432">
                  <c:v>43802</c:v>
                </c:pt>
                <c:pt idx="1433">
                  <c:v>43803</c:v>
                </c:pt>
                <c:pt idx="1434">
                  <c:v>43804</c:v>
                </c:pt>
                <c:pt idx="1435">
                  <c:v>43805</c:v>
                </c:pt>
                <c:pt idx="1436">
                  <c:v>43806</c:v>
                </c:pt>
                <c:pt idx="1437">
                  <c:v>43807</c:v>
                </c:pt>
                <c:pt idx="1438">
                  <c:v>43808</c:v>
                </c:pt>
                <c:pt idx="1439">
                  <c:v>43809</c:v>
                </c:pt>
                <c:pt idx="1440">
                  <c:v>43810</c:v>
                </c:pt>
                <c:pt idx="1441">
                  <c:v>43811</c:v>
                </c:pt>
                <c:pt idx="1442">
                  <c:v>43812</c:v>
                </c:pt>
                <c:pt idx="1443">
                  <c:v>43813</c:v>
                </c:pt>
                <c:pt idx="1444">
                  <c:v>43814</c:v>
                </c:pt>
                <c:pt idx="1445">
                  <c:v>43815</c:v>
                </c:pt>
                <c:pt idx="1446">
                  <c:v>43816</c:v>
                </c:pt>
                <c:pt idx="1447">
                  <c:v>43817</c:v>
                </c:pt>
                <c:pt idx="1448">
                  <c:v>43818</c:v>
                </c:pt>
                <c:pt idx="1449">
                  <c:v>43819</c:v>
                </c:pt>
                <c:pt idx="1450">
                  <c:v>43820</c:v>
                </c:pt>
                <c:pt idx="1451">
                  <c:v>43821</c:v>
                </c:pt>
                <c:pt idx="1452">
                  <c:v>43822</c:v>
                </c:pt>
                <c:pt idx="1453">
                  <c:v>43823</c:v>
                </c:pt>
                <c:pt idx="1454">
                  <c:v>43824</c:v>
                </c:pt>
                <c:pt idx="1455">
                  <c:v>43825</c:v>
                </c:pt>
                <c:pt idx="1456">
                  <c:v>43826</c:v>
                </c:pt>
                <c:pt idx="1457">
                  <c:v>43827</c:v>
                </c:pt>
                <c:pt idx="1458">
                  <c:v>43828</c:v>
                </c:pt>
                <c:pt idx="1459">
                  <c:v>43829</c:v>
                </c:pt>
                <c:pt idx="1460">
                  <c:v>43830</c:v>
                </c:pt>
                <c:pt idx="1461">
                  <c:v>43831</c:v>
                </c:pt>
                <c:pt idx="1462">
                  <c:v>43832</c:v>
                </c:pt>
                <c:pt idx="1463">
                  <c:v>43833</c:v>
                </c:pt>
                <c:pt idx="1464">
                  <c:v>43834</c:v>
                </c:pt>
                <c:pt idx="1465">
                  <c:v>43835</c:v>
                </c:pt>
                <c:pt idx="1466">
                  <c:v>43836</c:v>
                </c:pt>
                <c:pt idx="1467">
                  <c:v>43837</c:v>
                </c:pt>
                <c:pt idx="1468">
                  <c:v>43838</c:v>
                </c:pt>
                <c:pt idx="1469">
                  <c:v>43839</c:v>
                </c:pt>
                <c:pt idx="1470">
                  <c:v>43840</c:v>
                </c:pt>
                <c:pt idx="1471">
                  <c:v>43841</c:v>
                </c:pt>
                <c:pt idx="1472">
                  <c:v>43842</c:v>
                </c:pt>
                <c:pt idx="1473">
                  <c:v>43843</c:v>
                </c:pt>
                <c:pt idx="1474">
                  <c:v>43844</c:v>
                </c:pt>
                <c:pt idx="1475">
                  <c:v>43845</c:v>
                </c:pt>
                <c:pt idx="1476">
                  <c:v>43846</c:v>
                </c:pt>
                <c:pt idx="1477">
                  <c:v>43847</c:v>
                </c:pt>
                <c:pt idx="1478">
                  <c:v>43848</c:v>
                </c:pt>
                <c:pt idx="1479">
                  <c:v>43849</c:v>
                </c:pt>
                <c:pt idx="1480">
                  <c:v>43850</c:v>
                </c:pt>
                <c:pt idx="1481">
                  <c:v>43851</c:v>
                </c:pt>
                <c:pt idx="1482">
                  <c:v>43852</c:v>
                </c:pt>
                <c:pt idx="1483">
                  <c:v>43853</c:v>
                </c:pt>
                <c:pt idx="1484">
                  <c:v>43854</c:v>
                </c:pt>
                <c:pt idx="1485">
                  <c:v>43855</c:v>
                </c:pt>
                <c:pt idx="1486">
                  <c:v>43856</c:v>
                </c:pt>
                <c:pt idx="1487">
                  <c:v>43857</c:v>
                </c:pt>
                <c:pt idx="1488">
                  <c:v>43858</c:v>
                </c:pt>
                <c:pt idx="1489">
                  <c:v>43859</c:v>
                </c:pt>
                <c:pt idx="1490">
                  <c:v>43860</c:v>
                </c:pt>
                <c:pt idx="1491">
                  <c:v>43861</c:v>
                </c:pt>
                <c:pt idx="1492">
                  <c:v>43862</c:v>
                </c:pt>
                <c:pt idx="1493">
                  <c:v>43863</c:v>
                </c:pt>
                <c:pt idx="1494">
                  <c:v>43864</c:v>
                </c:pt>
                <c:pt idx="1495">
                  <c:v>43865</c:v>
                </c:pt>
                <c:pt idx="1496">
                  <c:v>43866</c:v>
                </c:pt>
                <c:pt idx="1497">
                  <c:v>43867</c:v>
                </c:pt>
                <c:pt idx="1498">
                  <c:v>43868</c:v>
                </c:pt>
                <c:pt idx="1499">
                  <c:v>43869</c:v>
                </c:pt>
                <c:pt idx="1500">
                  <c:v>43870</c:v>
                </c:pt>
                <c:pt idx="1501">
                  <c:v>43871</c:v>
                </c:pt>
                <c:pt idx="1502">
                  <c:v>43872</c:v>
                </c:pt>
                <c:pt idx="1503">
                  <c:v>43873</c:v>
                </c:pt>
                <c:pt idx="1504">
                  <c:v>43874</c:v>
                </c:pt>
                <c:pt idx="1505">
                  <c:v>43875</c:v>
                </c:pt>
                <c:pt idx="1506">
                  <c:v>43876</c:v>
                </c:pt>
                <c:pt idx="1507">
                  <c:v>43877</c:v>
                </c:pt>
                <c:pt idx="1508">
                  <c:v>43878</c:v>
                </c:pt>
                <c:pt idx="1509">
                  <c:v>43879</c:v>
                </c:pt>
                <c:pt idx="1510">
                  <c:v>43880</c:v>
                </c:pt>
                <c:pt idx="1511">
                  <c:v>43881</c:v>
                </c:pt>
                <c:pt idx="1512">
                  <c:v>43882</c:v>
                </c:pt>
                <c:pt idx="1513">
                  <c:v>43883</c:v>
                </c:pt>
                <c:pt idx="1514">
                  <c:v>43884</c:v>
                </c:pt>
                <c:pt idx="1515">
                  <c:v>43885</c:v>
                </c:pt>
                <c:pt idx="1516">
                  <c:v>43886</c:v>
                </c:pt>
                <c:pt idx="1517">
                  <c:v>43887</c:v>
                </c:pt>
                <c:pt idx="1518">
                  <c:v>43888</c:v>
                </c:pt>
                <c:pt idx="1519">
                  <c:v>43889</c:v>
                </c:pt>
                <c:pt idx="1520">
                  <c:v>43890</c:v>
                </c:pt>
                <c:pt idx="1521">
                  <c:v>43891</c:v>
                </c:pt>
                <c:pt idx="1522">
                  <c:v>43892</c:v>
                </c:pt>
                <c:pt idx="1523">
                  <c:v>43893</c:v>
                </c:pt>
                <c:pt idx="1524">
                  <c:v>43894</c:v>
                </c:pt>
                <c:pt idx="1525">
                  <c:v>43895</c:v>
                </c:pt>
                <c:pt idx="1526">
                  <c:v>43896</c:v>
                </c:pt>
                <c:pt idx="1527">
                  <c:v>43897</c:v>
                </c:pt>
                <c:pt idx="1528">
                  <c:v>43898</c:v>
                </c:pt>
                <c:pt idx="1529">
                  <c:v>43899</c:v>
                </c:pt>
                <c:pt idx="1530">
                  <c:v>43900</c:v>
                </c:pt>
                <c:pt idx="1531">
                  <c:v>43901</c:v>
                </c:pt>
                <c:pt idx="1532">
                  <c:v>43902</c:v>
                </c:pt>
                <c:pt idx="1533">
                  <c:v>43903</c:v>
                </c:pt>
                <c:pt idx="1534">
                  <c:v>43904</c:v>
                </c:pt>
                <c:pt idx="1535">
                  <c:v>43905</c:v>
                </c:pt>
                <c:pt idx="1536">
                  <c:v>43906</c:v>
                </c:pt>
                <c:pt idx="1537">
                  <c:v>43907</c:v>
                </c:pt>
                <c:pt idx="1538">
                  <c:v>43908</c:v>
                </c:pt>
                <c:pt idx="1539">
                  <c:v>43909</c:v>
                </c:pt>
                <c:pt idx="1540">
                  <c:v>43910</c:v>
                </c:pt>
                <c:pt idx="1541">
                  <c:v>43911</c:v>
                </c:pt>
                <c:pt idx="1542">
                  <c:v>43912</c:v>
                </c:pt>
                <c:pt idx="1543">
                  <c:v>43913</c:v>
                </c:pt>
                <c:pt idx="1544">
                  <c:v>43914</c:v>
                </c:pt>
                <c:pt idx="1545">
                  <c:v>43915</c:v>
                </c:pt>
                <c:pt idx="1546">
                  <c:v>43916</c:v>
                </c:pt>
                <c:pt idx="1547">
                  <c:v>43917</c:v>
                </c:pt>
                <c:pt idx="1548">
                  <c:v>43918</c:v>
                </c:pt>
                <c:pt idx="1549">
                  <c:v>43919</c:v>
                </c:pt>
                <c:pt idx="1550">
                  <c:v>43920</c:v>
                </c:pt>
                <c:pt idx="1551">
                  <c:v>43921</c:v>
                </c:pt>
                <c:pt idx="1552">
                  <c:v>43922</c:v>
                </c:pt>
                <c:pt idx="1553">
                  <c:v>43923</c:v>
                </c:pt>
                <c:pt idx="1554">
                  <c:v>43924</c:v>
                </c:pt>
                <c:pt idx="1555">
                  <c:v>43925</c:v>
                </c:pt>
                <c:pt idx="1556">
                  <c:v>43926</c:v>
                </c:pt>
                <c:pt idx="1557">
                  <c:v>43927</c:v>
                </c:pt>
                <c:pt idx="1558">
                  <c:v>43928</c:v>
                </c:pt>
                <c:pt idx="1559">
                  <c:v>43929</c:v>
                </c:pt>
                <c:pt idx="1560">
                  <c:v>43930</c:v>
                </c:pt>
                <c:pt idx="1561">
                  <c:v>43931</c:v>
                </c:pt>
                <c:pt idx="1562">
                  <c:v>43932</c:v>
                </c:pt>
                <c:pt idx="1563">
                  <c:v>43933</c:v>
                </c:pt>
                <c:pt idx="1564">
                  <c:v>43934</c:v>
                </c:pt>
                <c:pt idx="1565">
                  <c:v>43935</c:v>
                </c:pt>
                <c:pt idx="1566">
                  <c:v>43936</c:v>
                </c:pt>
                <c:pt idx="1567">
                  <c:v>43937</c:v>
                </c:pt>
                <c:pt idx="1568">
                  <c:v>43938</c:v>
                </c:pt>
                <c:pt idx="1569">
                  <c:v>43939</c:v>
                </c:pt>
                <c:pt idx="1570">
                  <c:v>43940</c:v>
                </c:pt>
                <c:pt idx="1571">
                  <c:v>43941</c:v>
                </c:pt>
                <c:pt idx="1572">
                  <c:v>43942</c:v>
                </c:pt>
                <c:pt idx="1573">
                  <c:v>43943</c:v>
                </c:pt>
                <c:pt idx="1574">
                  <c:v>43944</c:v>
                </c:pt>
                <c:pt idx="1575">
                  <c:v>43945</c:v>
                </c:pt>
                <c:pt idx="1576">
                  <c:v>43946</c:v>
                </c:pt>
                <c:pt idx="1577">
                  <c:v>43947</c:v>
                </c:pt>
                <c:pt idx="1578">
                  <c:v>43948</c:v>
                </c:pt>
                <c:pt idx="1579">
                  <c:v>43949</c:v>
                </c:pt>
                <c:pt idx="1580">
                  <c:v>43950</c:v>
                </c:pt>
                <c:pt idx="1581">
                  <c:v>43951</c:v>
                </c:pt>
                <c:pt idx="1582">
                  <c:v>43952</c:v>
                </c:pt>
                <c:pt idx="1583">
                  <c:v>43953</c:v>
                </c:pt>
                <c:pt idx="1584">
                  <c:v>43954</c:v>
                </c:pt>
                <c:pt idx="1585">
                  <c:v>43955</c:v>
                </c:pt>
                <c:pt idx="1586">
                  <c:v>43956</c:v>
                </c:pt>
                <c:pt idx="1587">
                  <c:v>43957</c:v>
                </c:pt>
                <c:pt idx="1588">
                  <c:v>43958</c:v>
                </c:pt>
                <c:pt idx="1589">
                  <c:v>43959</c:v>
                </c:pt>
                <c:pt idx="1590">
                  <c:v>43960</c:v>
                </c:pt>
                <c:pt idx="1591">
                  <c:v>43961</c:v>
                </c:pt>
                <c:pt idx="1592">
                  <c:v>43962</c:v>
                </c:pt>
                <c:pt idx="1593">
                  <c:v>43963</c:v>
                </c:pt>
                <c:pt idx="1594">
                  <c:v>43964</c:v>
                </c:pt>
                <c:pt idx="1595">
                  <c:v>43965</c:v>
                </c:pt>
                <c:pt idx="1596">
                  <c:v>43966</c:v>
                </c:pt>
                <c:pt idx="1597">
                  <c:v>43967</c:v>
                </c:pt>
                <c:pt idx="1598">
                  <c:v>43968</c:v>
                </c:pt>
                <c:pt idx="1599">
                  <c:v>43969</c:v>
                </c:pt>
                <c:pt idx="1600">
                  <c:v>43970</c:v>
                </c:pt>
                <c:pt idx="1601">
                  <c:v>43971</c:v>
                </c:pt>
                <c:pt idx="1602">
                  <c:v>43972</c:v>
                </c:pt>
                <c:pt idx="1603">
                  <c:v>43973</c:v>
                </c:pt>
                <c:pt idx="1604">
                  <c:v>43974</c:v>
                </c:pt>
                <c:pt idx="1605">
                  <c:v>43975</c:v>
                </c:pt>
                <c:pt idx="1606">
                  <c:v>43976</c:v>
                </c:pt>
                <c:pt idx="1607">
                  <c:v>43977</c:v>
                </c:pt>
                <c:pt idx="1608">
                  <c:v>43978</c:v>
                </c:pt>
                <c:pt idx="1609">
                  <c:v>43979</c:v>
                </c:pt>
                <c:pt idx="1610">
                  <c:v>43980</c:v>
                </c:pt>
                <c:pt idx="1611">
                  <c:v>43981</c:v>
                </c:pt>
                <c:pt idx="1612">
                  <c:v>43982</c:v>
                </c:pt>
                <c:pt idx="1613">
                  <c:v>43983</c:v>
                </c:pt>
                <c:pt idx="1614">
                  <c:v>43984</c:v>
                </c:pt>
                <c:pt idx="1615">
                  <c:v>43985</c:v>
                </c:pt>
                <c:pt idx="1616">
                  <c:v>43986</c:v>
                </c:pt>
                <c:pt idx="1617">
                  <c:v>43987</c:v>
                </c:pt>
                <c:pt idx="1618">
                  <c:v>43988</c:v>
                </c:pt>
                <c:pt idx="1619">
                  <c:v>43989</c:v>
                </c:pt>
                <c:pt idx="1620">
                  <c:v>43990</c:v>
                </c:pt>
                <c:pt idx="1621">
                  <c:v>43991</c:v>
                </c:pt>
                <c:pt idx="1622">
                  <c:v>43992</c:v>
                </c:pt>
                <c:pt idx="1623">
                  <c:v>43993</c:v>
                </c:pt>
                <c:pt idx="1624">
                  <c:v>43994</c:v>
                </c:pt>
                <c:pt idx="1625">
                  <c:v>43995</c:v>
                </c:pt>
                <c:pt idx="1626">
                  <c:v>43996</c:v>
                </c:pt>
                <c:pt idx="1627">
                  <c:v>43997</c:v>
                </c:pt>
                <c:pt idx="1628">
                  <c:v>43998</c:v>
                </c:pt>
                <c:pt idx="1629">
                  <c:v>43999</c:v>
                </c:pt>
                <c:pt idx="1630">
                  <c:v>44000</c:v>
                </c:pt>
                <c:pt idx="1631">
                  <c:v>44001</c:v>
                </c:pt>
                <c:pt idx="1632">
                  <c:v>44002</c:v>
                </c:pt>
                <c:pt idx="1633">
                  <c:v>44003</c:v>
                </c:pt>
                <c:pt idx="1634">
                  <c:v>44004</c:v>
                </c:pt>
                <c:pt idx="1635">
                  <c:v>44005</c:v>
                </c:pt>
                <c:pt idx="1636">
                  <c:v>44006</c:v>
                </c:pt>
                <c:pt idx="1637">
                  <c:v>44007</c:v>
                </c:pt>
                <c:pt idx="1638">
                  <c:v>44008</c:v>
                </c:pt>
                <c:pt idx="1639">
                  <c:v>44009</c:v>
                </c:pt>
                <c:pt idx="1640">
                  <c:v>44010</c:v>
                </c:pt>
                <c:pt idx="1641">
                  <c:v>44011</c:v>
                </c:pt>
                <c:pt idx="1642">
                  <c:v>44012</c:v>
                </c:pt>
                <c:pt idx="1643">
                  <c:v>44013</c:v>
                </c:pt>
                <c:pt idx="1644">
                  <c:v>44014</c:v>
                </c:pt>
                <c:pt idx="1645">
                  <c:v>44015</c:v>
                </c:pt>
                <c:pt idx="1646">
                  <c:v>44016</c:v>
                </c:pt>
                <c:pt idx="1647">
                  <c:v>44017</c:v>
                </c:pt>
                <c:pt idx="1648">
                  <c:v>44018</c:v>
                </c:pt>
                <c:pt idx="1649">
                  <c:v>44019</c:v>
                </c:pt>
                <c:pt idx="1650">
                  <c:v>44020</c:v>
                </c:pt>
                <c:pt idx="1651">
                  <c:v>44021</c:v>
                </c:pt>
                <c:pt idx="1652">
                  <c:v>44022</c:v>
                </c:pt>
                <c:pt idx="1653">
                  <c:v>44023</c:v>
                </c:pt>
                <c:pt idx="1654">
                  <c:v>44024</c:v>
                </c:pt>
                <c:pt idx="1655">
                  <c:v>44025</c:v>
                </c:pt>
                <c:pt idx="1656">
                  <c:v>44026</c:v>
                </c:pt>
                <c:pt idx="1657">
                  <c:v>44027</c:v>
                </c:pt>
                <c:pt idx="1658">
                  <c:v>44028</c:v>
                </c:pt>
                <c:pt idx="1659">
                  <c:v>44029</c:v>
                </c:pt>
                <c:pt idx="1660">
                  <c:v>44030</c:v>
                </c:pt>
                <c:pt idx="1661">
                  <c:v>44031</c:v>
                </c:pt>
                <c:pt idx="1662">
                  <c:v>44032</c:v>
                </c:pt>
                <c:pt idx="1663">
                  <c:v>44033</c:v>
                </c:pt>
                <c:pt idx="1664">
                  <c:v>44034</c:v>
                </c:pt>
                <c:pt idx="1665">
                  <c:v>44035</c:v>
                </c:pt>
                <c:pt idx="1666">
                  <c:v>44036</c:v>
                </c:pt>
                <c:pt idx="1667">
                  <c:v>44037</c:v>
                </c:pt>
                <c:pt idx="1668">
                  <c:v>44038</c:v>
                </c:pt>
                <c:pt idx="1669">
                  <c:v>44039</c:v>
                </c:pt>
                <c:pt idx="1670">
                  <c:v>44040</c:v>
                </c:pt>
                <c:pt idx="1671">
                  <c:v>44041</c:v>
                </c:pt>
                <c:pt idx="1672">
                  <c:v>44042</c:v>
                </c:pt>
                <c:pt idx="1673">
                  <c:v>44043</c:v>
                </c:pt>
                <c:pt idx="1674">
                  <c:v>44044</c:v>
                </c:pt>
                <c:pt idx="1675">
                  <c:v>44045</c:v>
                </c:pt>
                <c:pt idx="1676">
                  <c:v>44046</c:v>
                </c:pt>
                <c:pt idx="1677">
                  <c:v>44047</c:v>
                </c:pt>
                <c:pt idx="1678">
                  <c:v>44048</c:v>
                </c:pt>
                <c:pt idx="1679">
                  <c:v>44049</c:v>
                </c:pt>
                <c:pt idx="1680">
                  <c:v>44050</c:v>
                </c:pt>
                <c:pt idx="1681">
                  <c:v>44051</c:v>
                </c:pt>
                <c:pt idx="1682">
                  <c:v>44052</c:v>
                </c:pt>
                <c:pt idx="1683">
                  <c:v>44053</c:v>
                </c:pt>
                <c:pt idx="1684">
                  <c:v>44054</c:v>
                </c:pt>
                <c:pt idx="1685">
                  <c:v>44055</c:v>
                </c:pt>
                <c:pt idx="1686">
                  <c:v>44056</c:v>
                </c:pt>
                <c:pt idx="1687">
                  <c:v>44057</c:v>
                </c:pt>
                <c:pt idx="1688">
                  <c:v>44058</c:v>
                </c:pt>
                <c:pt idx="1689">
                  <c:v>44059</c:v>
                </c:pt>
                <c:pt idx="1690">
                  <c:v>44060</c:v>
                </c:pt>
                <c:pt idx="1691">
                  <c:v>44061</c:v>
                </c:pt>
                <c:pt idx="1692">
                  <c:v>44062</c:v>
                </c:pt>
                <c:pt idx="1693">
                  <c:v>44063</c:v>
                </c:pt>
                <c:pt idx="1694">
                  <c:v>44064</c:v>
                </c:pt>
                <c:pt idx="1695">
                  <c:v>44065</c:v>
                </c:pt>
                <c:pt idx="1696">
                  <c:v>44066</c:v>
                </c:pt>
                <c:pt idx="1697">
                  <c:v>44067</c:v>
                </c:pt>
                <c:pt idx="1698">
                  <c:v>44068</c:v>
                </c:pt>
                <c:pt idx="1699">
                  <c:v>44069</c:v>
                </c:pt>
                <c:pt idx="1700">
                  <c:v>44070</c:v>
                </c:pt>
                <c:pt idx="1701">
                  <c:v>44071</c:v>
                </c:pt>
                <c:pt idx="1702">
                  <c:v>44072</c:v>
                </c:pt>
                <c:pt idx="1703">
                  <c:v>44073</c:v>
                </c:pt>
                <c:pt idx="1704">
                  <c:v>44074</c:v>
                </c:pt>
                <c:pt idx="1705">
                  <c:v>44075</c:v>
                </c:pt>
                <c:pt idx="1706">
                  <c:v>44076</c:v>
                </c:pt>
                <c:pt idx="1707">
                  <c:v>44077</c:v>
                </c:pt>
                <c:pt idx="1708">
                  <c:v>44078</c:v>
                </c:pt>
                <c:pt idx="1709">
                  <c:v>44079</c:v>
                </c:pt>
                <c:pt idx="1710">
                  <c:v>44080</c:v>
                </c:pt>
                <c:pt idx="1711">
                  <c:v>44081</c:v>
                </c:pt>
                <c:pt idx="1712">
                  <c:v>44082</c:v>
                </c:pt>
                <c:pt idx="1713">
                  <c:v>44083</c:v>
                </c:pt>
                <c:pt idx="1714">
                  <c:v>44084</c:v>
                </c:pt>
                <c:pt idx="1715">
                  <c:v>44085</c:v>
                </c:pt>
                <c:pt idx="1716">
                  <c:v>44086</c:v>
                </c:pt>
                <c:pt idx="1717">
                  <c:v>44087</c:v>
                </c:pt>
                <c:pt idx="1718">
                  <c:v>44088</c:v>
                </c:pt>
                <c:pt idx="1719">
                  <c:v>44089</c:v>
                </c:pt>
                <c:pt idx="1720">
                  <c:v>44090</c:v>
                </c:pt>
                <c:pt idx="1721">
                  <c:v>44091</c:v>
                </c:pt>
                <c:pt idx="1722">
                  <c:v>44092</c:v>
                </c:pt>
                <c:pt idx="1723">
                  <c:v>44093</c:v>
                </c:pt>
                <c:pt idx="1724">
                  <c:v>44094</c:v>
                </c:pt>
                <c:pt idx="1725">
                  <c:v>44095</c:v>
                </c:pt>
                <c:pt idx="1726">
                  <c:v>44096</c:v>
                </c:pt>
                <c:pt idx="1727">
                  <c:v>44097</c:v>
                </c:pt>
                <c:pt idx="1728">
                  <c:v>44098</c:v>
                </c:pt>
                <c:pt idx="1729">
                  <c:v>44099</c:v>
                </c:pt>
                <c:pt idx="1730">
                  <c:v>44100</c:v>
                </c:pt>
                <c:pt idx="1731">
                  <c:v>44101</c:v>
                </c:pt>
                <c:pt idx="1732">
                  <c:v>44102</c:v>
                </c:pt>
                <c:pt idx="1733">
                  <c:v>44103</c:v>
                </c:pt>
                <c:pt idx="1734">
                  <c:v>44104</c:v>
                </c:pt>
                <c:pt idx="1735">
                  <c:v>44105</c:v>
                </c:pt>
                <c:pt idx="1736">
                  <c:v>44106</c:v>
                </c:pt>
                <c:pt idx="1737">
                  <c:v>44107</c:v>
                </c:pt>
                <c:pt idx="1738">
                  <c:v>44108</c:v>
                </c:pt>
                <c:pt idx="1739">
                  <c:v>44109</c:v>
                </c:pt>
                <c:pt idx="1740">
                  <c:v>44110</c:v>
                </c:pt>
                <c:pt idx="1741">
                  <c:v>44111</c:v>
                </c:pt>
                <c:pt idx="1742">
                  <c:v>44112</c:v>
                </c:pt>
                <c:pt idx="1743">
                  <c:v>44113</c:v>
                </c:pt>
                <c:pt idx="1744">
                  <c:v>44114</c:v>
                </c:pt>
                <c:pt idx="1745">
                  <c:v>44115</c:v>
                </c:pt>
                <c:pt idx="1746">
                  <c:v>44116</c:v>
                </c:pt>
                <c:pt idx="1747">
                  <c:v>44117</c:v>
                </c:pt>
                <c:pt idx="1748">
                  <c:v>44118</c:v>
                </c:pt>
                <c:pt idx="1749">
                  <c:v>44119</c:v>
                </c:pt>
                <c:pt idx="1750">
                  <c:v>44120</c:v>
                </c:pt>
                <c:pt idx="1751">
                  <c:v>44121</c:v>
                </c:pt>
                <c:pt idx="1752">
                  <c:v>44122</c:v>
                </c:pt>
                <c:pt idx="1753">
                  <c:v>44123</c:v>
                </c:pt>
                <c:pt idx="1754">
                  <c:v>44124</c:v>
                </c:pt>
                <c:pt idx="1755">
                  <c:v>44125</c:v>
                </c:pt>
                <c:pt idx="1756">
                  <c:v>44126</c:v>
                </c:pt>
                <c:pt idx="1757">
                  <c:v>44127</c:v>
                </c:pt>
                <c:pt idx="1758">
                  <c:v>44128</c:v>
                </c:pt>
                <c:pt idx="1759">
                  <c:v>44129</c:v>
                </c:pt>
                <c:pt idx="1760">
                  <c:v>44130</c:v>
                </c:pt>
                <c:pt idx="1761">
                  <c:v>44131</c:v>
                </c:pt>
                <c:pt idx="1762">
                  <c:v>44132</c:v>
                </c:pt>
                <c:pt idx="1763">
                  <c:v>44133</c:v>
                </c:pt>
                <c:pt idx="1764">
                  <c:v>44134</c:v>
                </c:pt>
                <c:pt idx="1765">
                  <c:v>44135</c:v>
                </c:pt>
                <c:pt idx="1766">
                  <c:v>44136</c:v>
                </c:pt>
                <c:pt idx="1767">
                  <c:v>44137</c:v>
                </c:pt>
                <c:pt idx="1768">
                  <c:v>44138</c:v>
                </c:pt>
                <c:pt idx="1769">
                  <c:v>44139</c:v>
                </c:pt>
                <c:pt idx="1770">
                  <c:v>44140</c:v>
                </c:pt>
                <c:pt idx="1771">
                  <c:v>44141</c:v>
                </c:pt>
                <c:pt idx="1772">
                  <c:v>44142</c:v>
                </c:pt>
                <c:pt idx="1773">
                  <c:v>44143</c:v>
                </c:pt>
                <c:pt idx="1774">
                  <c:v>44144</c:v>
                </c:pt>
                <c:pt idx="1775">
                  <c:v>44145</c:v>
                </c:pt>
                <c:pt idx="1776">
                  <c:v>44146</c:v>
                </c:pt>
                <c:pt idx="1777">
                  <c:v>44147</c:v>
                </c:pt>
                <c:pt idx="1778">
                  <c:v>44148</c:v>
                </c:pt>
                <c:pt idx="1779">
                  <c:v>44149</c:v>
                </c:pt>
                <c:pt idx="1780">
                  <c:v>44150</c:v>
                </c:pt>
                <c:pt idx="1781">
                  <c:v>44151</c:v>
                </c:pt>
                <c:pt idx="1782">
                  <c:v>44152</c:v>
                </c:pt>
                <c:pt idx="1783">
                  <c:v>44153</c:v>
                </c:pt>
                <c:pt idx="1784">
                  <c:v>44154</c:v>
                </c:pt>
                <c:pt idx="1785">
                  <c:v>44155</c:v>
                </c:pt>
                <c:pt idx="1786">
                  <c:v>44156</c:v>
                </c:pt>
                <c:pt idx="1787">
                  <c:v>44157</c:v>
                </c:pt>
                <c:pt idx="1788">
                  <c:v>44158</c:v>
                </c:pt>
                <c:pt idx="1789">
                  <c:v>44159</c:v>
                </c:pt>
                <c:pt idx="1790">
                  <c:v>44160</c:v>
                </c:pt>
                <c:pt idx="1791">
                  <c:v>44161</c:v>
                </c:pt>
                <c:pt idx="1792">
                  <c:v>44162</c:v>
                </c:pt>
                <c:pt idx="1793">
                  <c:v>44163</c:v>
                </c:pt>
                <c:pt idx="1794">
                  <c:v>44164</c:v>
                </c:pt>
                <c:pt idx="1795">
                  <c:v>44165</c:v>
                </c:pt>
                <c:pt idx="1796">
                  <c:v>44166</c:v>
                </c:pt>
                <c:pt idx="1797">
                  <c:v>44167</c:v>
                </c:pt>
                <c:pt idx="1798">
                  <c:v>44168</c:v>
                </c:pt>
                <c:pt idx="1799">
                  <c:v>44169</c:v>
                </c:pt>
                <c:pt idx="1800">
                  <c:v>44170</c:v>
                </c:pt>
                <c:pt idx="1801">
                  <c:v>44171</c:v>
                </c:pt>
                <c:pt idx="1802">
                  <c:v>44172</c:v>
                </c:pt>
                <c:pt idx="1803">
                  <c:v>44173</c:v>
                </c:pt>
                <c:pt idx="1804">
                  <c:v>44174</c:v>
                </c:pt>
                <c:pt idx="1805">
                  <c:v>44175</c:v>
                </c:pt>
                <c:pt idx="1806">
                  <c:v>44176</c:v>
                </c:pt>
                <c:pt idx="1807">
                  <c:v>44177</c:v>
                </c:pt>
                <c:pt idx="1808">
                  <c:v>44178</c:v>
                </c:pt>
                <c:pt idx="1809">
                  <c:v>44179</c:v>
                </c:pt>
                <c:pt idx="1810">
                  <c:v>44180</c:v>
                </c:pt>
                <c:pt idx="1811">
                  <c:v>44181</c:v>
                </c:pt>
                <c:pt idx="1812">
                  <c:v>44182</c:v>
                </c:pt>
                <c:pt idx="1813">
                  <c:v>44183</c:v>
                </c:pt>
                <c:pt idx="1814">
                  <c:v>44184</c:v>
                </c:pt>
                <c:pt idx="1815">
                  <c:v>44185</c:v>
                </c:pt>
                <c:pt idx="1816">
                  <c:v>44186</c:v>
                </c:pt>
                <c:pt idx="1817">
                  <c:v>44187</c:v>
                </c:pt>
                <c:pt idx="1818">
                  <c:v>44188</c:v>
                </c:pt>
                <c:pt idx="1819">
                  <c:v>44189</c:v>
                </c:pt>
                <c:pt idx="1820">
                  <c:v>44190</c:v>
                </c:pt>
                <c:pt idx="1821">
                  <c:v>44191</c:v>
                </c:pt>
                <c:pt idx="1822">
                  <c:v>44192</c:v>
                </c:pt>
                <c:pt idx="1823">
                  <c:v>44193</c:v>
                </c:pt>
                <c:pt idx="1824">
                  <c:v>44194</c:v>
                </c:pt>
                <c:pt idx="1825">
                  <c:v>44195</c:v>
                </c:pt>
                <c:pt idx="1826">
                  <c:v>44196</c:v>
                </c:pt>
                <c:pt idx="1827">
                  <c:v>44197</c:v>
                </c:pt>
                <c:pt idx="1828">
                  <c:v>44198</c:v>
                </c:pt>
                <c:pt idx="1829">
                  <c:v>44199</c:v>
                </c:pt>
                <c:pt idx="1830">
                  <c:v>44200</c:v>
                </c:pt>
                <c:pt idx="1831">
                  <c:v>44201</c:v>
                </c:pt>
                <c:pt idx="1832">
                  <c:v>44202</c:v>
                </c:pt>
                <c:pt idx="1833">
                  <c:v>44203</c:v>
                </c:pt>
                <c:pt idx="1834">
                  <c:v>44204</c:v>
                </c:pt>
                <c:pt idx="1835">
                  <c:v>44205</c:v>
                </c:pt>
                <c:pt idx="1836">
                  <c:v>44206</c:v>
                </c:pt>
                <c:pt idx="1837">
                  <c:v>44207</c:v>
                </c:pt>
                <c:pt idx="1838">
                  <c:v>44208</c:v>
                </c:pt>
                <c:pt idx="1839">
                  <c:v>44209</c:v>
                </c:pt>
                <c:pt idx="1840">
                  <c:v>44210</c:v>
                </c:pt>
                <c:pt idx="1841">
                  <c:v>44211</c:v>
                </c:pt>
                <c:pt idx="1842">
                  <c:v>44212</c:v>
                </c:pt>
                <c:pt idx="1843">
                  <c:v>44213</c:v>
                </c:pt>
                <c:pt idx="1844">
                  <c:v>44214</c:v>
                </c:pt>
                <c:pt idx="1845">
                  <c:v>44215</c:v>
                </c:pt>
                <c:pt idx="1846">
                  <c:v>44216</c:v>
                </c:pt>
                <c:pt idx="1847">
                  <c:v>44217</c:v>
                </c:pt>
                <c:pt idx="1848">
                  <c:v>44218</c:v>
                </c:pt>
                <c:pt idx="1849">
                  <c:v>44219</c:v>
                </c:pt>
                <c:pt idx="1850">
                  <c:v>44220</c:v>
                </c:pt>
                <c:pt idx="1851">
                  <c:v>44221</c:v>
                </c:pt>
                <c:pt idx="1852">
                  <c:v>44222</c:v>
                </c:pt>
                <c:pt idx="1853">
                  <c:v>44223</c:v>
                </c:pt>
                <c:pt idx="1854">
                  <c:v>44224</c:v>
                </c:pt>
                <c:pt idx="1855">
                  <c:v>44225</c:v>
                </c:pt>
                <c:pt idx="1856">
                  <c:v>44226</c:v>
                </c:pt>
                <c:pt idx="1857">
                  <c:v>44227</c:v>
                </c:pt>
                <c:pt idx="1858">
                  <c:v>44228</c:v>
                </c:pt>
                <c:pt idx="1859">
                  <c:v>44229</c:v>
                </c:pt>
                <c:pt idx="1860">
                  <c:v>44230</c:v>
                </c:pt>
                <c:pt idx="1861">
                  <c:v>44231</c:v>
                </c:pt>
                <c:pt idx="1862">
                  <c:v>44232</c:v>
                </c:pt>
                <c:pt idx="1863">
                  <c:v>44233</c:v>
                </c:pt>
                <c:pt idx="1864">
                  <c:v>44234</c:v>
                </c:pt>
                <c:pt idx="1865">
                  <c:v>44235</c:v>
                </c:pt>
                <c:pt idx="1866">
                  <c:v>44236</c:v>
                </c:pt>
                <c:pt idx="1867">
                  <c:v>44237</c:v>
                </c:pt>
                <c:pt idx="1868">
                  <c:v>44238</c:v>
                </c:pt>
                <c:pt idx="1869">
                  <c:v>44239</c:v>
                </c:pt>
                <c:pt idx="1870">
                  <c:v>44240</c:v>
                </c:pt>
                <c:pt idx="1871">
                  <c:v>44241</c:v>
                </c:pt>
                <c:pt idx="1872">
                  <c:v>44242</c:v>
                </c:pt>
                <c:pt idx="1873">
                  <c:v>44243</c:v>
                </c:pt>
                <c:pt idx="1874">
                  <c:v>44244</c:v>
                </c:pt>
                <c:pt idx="1875">
                  <c:v>44245</c:v>
                </c:pt>
                <c:pt idx="1876">
                  <c:v>44246</c:v>
                </c:pt>
                <c:pt idx="1877">
                  <c:v>44247</c:v>
                </c:pt>
                <c:pt idx="1878">
                  <c:v>44248</c:v>
                </c:pt>
                <c:pt idx="1879">
                  <c:v>44249</c:v>
                </c:pt>
                <c:pt idx="1880">
                  <c:v>44250</c:v>
                </c:pt>
                <c:pt idx="1881">
                  <c:v>44251</c:v>
                </c:pt>
                <c:pt idx="1882">
                  <c:v>44252</c:v>
                </c:pt>
                <c:pt idx="1883">
                  <c:v>44253</c:v>
                </c:pt>
                <c:pt idx="1884">
                  <c:v>44254</c:v>
                </c:pt>
                <c:pt idx="1885">
                  <c:v>44255</c:v>
                </c:pt>
                <c:pt idx="1886">
                  <c:v>44256</c:v>
                </c:pt>
                <c:pt idx="1887">
                  <c:v>44257</c:v>
                </c:pt>
                <c:pt idx="1888">
                  <c:v>44258</c:v>
                </c:pt>
                <c:pt idx="1889">
                  <c:v>44259</c:v>
                </c:pt>
                <c:pt idx="1890">
                  <c:v>44260</c:v>
                </c:pt>
                <c:pt idx="1891">
                  <c:v>44261</c:v>
                </c:pt>
                <c:pt idx="1892">
                  <c:v>44262</c:v>
                </c:pt>
                <c:pt idx="1893">
                  <c:v>44263</c:v>
                </c:pt>
                <c:pt idx="1894">
                  <c:v>44264</c:v>
                </c:pt>
                <c:pt idx="1895">
                  <c:v>44265</c:v>
                </c:pt>
                <c:pt idx="1896">
                  <c:v>44266</c:v>
                </c:pt>
                <c:pt idx="1897">
                  <c:v>44267</c:v>
                </c:pt>
                <c:pt idx="1898">
                  <c:v>44268</c:v>
                </c:pt>
                <c:pt idx="1899">
                  <c:v>44269</c:v>
                </c:pt>
                <c:pt idx="1900">
                  <c:v>44270</c:v>
                </c:pt>
                <c:pt idx="1901">
                  <c:v>44271</c:v>
                </c:pt>
                <c:pt idx="1902">
                  <c:v>44272</c:v>
                </c:pt>
                <c:pt idx="1903">
                  <c:v>44273</c:v>
                </c:pt>
                <c:pt idx="1904">
                  <c:v>44274</c:v>
                </c:pt>
                <c:pt idx="1905">
                  <c:v>44275</c:v>
                </c:pt>
                <c:pt idx="1906">
                  <c:v>44276</c:v>
                </c:pt>
                <c:pt idx="1907">
                  <c:v>44277</c:v>
                </c:pt>
                <c:pt idx="1908">
                  <c:v>44278</c:v>
                </c:pt>
                <c:pt idx="1909">
                  <c:v>44279</c:v>
                </c:pt>
                <c:pt idx="1910">
                  <c:v>44280</c:v>
                </c:pt>
                <c:pt idx="1911">
                  <c:v>44281</c:v>
                </c:pt>
                <c:pt idx="1912">
                  <c:v>44282</c:v>
                </c:pt>
                <c:pt idx="1913">
                  <c:v>44283</c:v>
                </c:pt>
                <c:pt idx="1914">
                  <c:v>44284</c:v>
                </c:pt>
                <c:pt idx="1915">
                  <c:v>44285</c:v>
                </c:pt>
                <c:pt idx="1916">
                  <c:v>44286</c:v>
                </c:pt>
                <c:pt idx="1917">
                  <c:v>44287</c:v>
                </c:pt>
                <c:pt idx="1918">
                  <c:v>44288</c:v>
                </c:pt>
                <c:pt idx="1919">
                  <c:v>44289</c:v>
                </c:pt>
                <c:pt idx="1920">
                  <c:v>44290</c:v>
                </c:pt>
                <c:pt idx="1921">
                  <c:v>44291</c:v>
                </c:pt>
                <c:pt idx="1922">
                  <c:v>44292</c:v>
                </c:pt>
                <c:pt idx="1923">
                  <c:v>44293</c:v>
                </c:pt>
                <c:pt idx="1924">
                  <c:v>44294</c:v>
                </c:pt>
                <c:pt idx="1925">
                  <c:v>44295</c:v>
                </c:pt>
                <c:pt idx="1926">
                  <c:v>44296</c:v>
                </c:pt>
                <c:pt idx="1927">
                  <c:v>44297</c:v>
                </c:pt>
                <c:pt idx="1928">
                  <c:v>44298</c:v>
                </c:pt>
                <c:pt idx="1929">
                  <c:v>44299</c:v>
                </c:pt>
                <c:pt idx="1930">
                  <c:v>44300</c:v>
                </c:pt>
                <c:pt idx="1931">
                  <c:v>44301</c:v>
                </c:pt>
                <c:pt idx="1932">
                  <c:v>44302</c:v>
                </c:pt>
                <c:pt idx="1933">
                  <c:v>44303</c:v>
                </c:pt>
                <c:pt idx="1934">
                  <c:v>44304</c:v>
                </c:pt>
                <c:pt idx="1935">
                  <c:v>44305</c:v>
                </c:pt>
                <c:pt idx="1936">
                  <c:v>44306</c:v>
                </c:pt>
                <c:pt idx="1937">
                  <c:v>44307</c:v>
                </c:pt>
                <c:pt idx="1938">
                  <c:v>44308</c:v>
                </c:pt>
                <c:pt idx="1939">
                  <c:v>44309</c:v>
                </c:pt>
                <c:pt idx="1940">
                  <c:v>44310</c:v>
                </c:pt>
                <c:pt idx="1941">
                  <c:v>44311</c:v>
                </c:pt>
                <c:pt idx="1942">
                  <c:v>44312</c:v>
                </c:pt>
                <c:pt idx="1943">
                  <c:v>44313</c:v>
                </c:pt>
                <c:pt idx="1944">
                  <c:v>44314</c:v>
                </c:pt>
                <c:pt idx="1945">
                  <c:v>44315</c:v>
                </c:pt>
                <c:pt idx="1946">
                  <c:v>44316</c:v>
                </c:pt>
                <c:pt idx="1947">
                  <c:v>44317</c:v>
                </c:pt>
                <c:pt idx="1948">
                  <c:v>44318</c:v>
                </c:pt>
                <c:pt idx="1949">
                  <c:v>44319</c:v>
                </c:pt>
                <c:pt idx="1950">
                  <c:v>44320</c:v>
                </c:pt>
                <c:pt idx="1951">
                  <c:v>44321</c:v>
                </c:pt>
                <c:pt idx="1952">
                  <c:v>44322</c:v>
                </c:pt>
                <c:pt idx="1953">
                  <c:v>44323</c:v>
                </c:pt>
                <c:pt idx="1954">
                  <c:v>44324</c:v>
                </c:pt>
                <c:pt idx="1955">
                  <c:v>44325</c:v>
                </c:pt>
                <c:pt idx="1956">
                  <c:v>44326</c:v>
                </c:pt>
                <c:pt idx="1957">
                  <c:v>44327</c:v>
                </c:pt>
                <c:pt idx="1958">
                  <c:v>44328</c:v>
                </c:pt>
                <c:pt idx="1959">
                  <c:v>44329</c:v>
                </c:pt>
                <c:pt idx="1960">
                  <c:v>44330</c:v>
                </c:pt>
                <c:pt idx="1961">
                  <c:v>44331</c:v>
                </c:pt>
                <c:pt idx="1962">
                  <c:v>44332</c:v>
                </c:pt>
                <c:pt idx="1963">
                  <c:v>44333</c:v>
                </c:pt>
                <c:pt idx="1964">
                  <c:v>44334</c:v>
                </c:pt>
                <c:pt idx="1965">
                  <c:v>44335</c:v>
                </c:pt>
                <c:pt idx="1966">
                  <c:v>44336</c:v>
                </c:pt>
                <c:pt idx="1967">
                  <c:v>44337</c:v>
                </c:pt>
                <c:pt idx="1968">
                  <c:v>44338</c:v>
                </c:pt>
                <c:pt idx="1969">
                  <c:v>44339</c:v>
                </c:pt>
                <c:pt idx="1970">
                  <c:v>44340</c:v>
                </c:pt>
                <c:pt idx="1971">
                  <c:v>44341</c:v>
                </c:pt>
                <c:pt idx="1972">
                  <c:v>44342</c:v>
                </c:pt>
                <c:pt idx="1973">
                  <c:v>44343</c:v>
                </c:pt>
                <c:pt idx="1974">
                  <c:v>44344</c:v>
                </c:pt>
                <c:pt idx="1975">
                  <c:v>44345</c:v>
                </c:pt>
                <c:pt idx="1976">
                  <c:v>44346</c:v>
                </c:pt>
                <c:pt idx="1977">
                  <c:v>44347</c:v>
                </c:pt>
                <c:pt idx="1978">
                  <c:v>44348</c:v>
                </c:pt>
                <c:pt idx="1979">
                  <c:v>44349</c:v>
                </c:pt>
                <c:pt idx="1980">
                  <c:v>44350</c:v>
                </c:pt>
                <c:pt idx="1981">
                  <c:v>44351</c:v>
                </c:pt>
                <c:pt idx="1982">
                  <c:v>44352</c:v>
                </c:pt>
                <c:pt idx="1983">
                  <c:v>44353</c:v>
                </c:pt>
                <c:pt idx="1984">
                  <c:v>44354</c:v>
                </c:pt>
                <c:pt idx="1985">
                  <c:v>44355</c:v>
                </c:pt>
                <c:pt idx="1986">
                  <c:v>44356</c:v>
                </c:pt>
                <c:pt idx="1987">
                  <c:v>44357</c:v>
                </c:pt>
                <c:pt idx="1988">
                  <c:v>44358</c:v>
                </c:pt>
                <c:pt idx="1989">
                  <c:v>44359</c:v>
                </c:pt>
                <c:pt idx="1990">
                  <c:v>44360</c:v>
                </c:pt>
                <c:pt idx="1991">
                  <c:v>44361</c:v>
                </c:pt>
                <c:pt idx="1992">
                  <c:v>44362</c:v>
                </c:pt>
                <c:pt idx="1993">
                  <c:v>44363</c:v>
                </c:pt>
                <c:pt idx="1994">
                  <c:v>44364</c:v>
                </c:pt>
                <c:pt idx="1995">
                  <c:v>44365</c:v>
                </c:pt>
                <c:pt idx="1996">
                  <c:v>44366</c:v>
                </c:pt>
                <c:pt idx="1997">
                  <c:v>44367</c:v>
                </c:pt>
                <c:pt idx="1998">
                  <c:v>44368</c:v>
                </c:pt>
                <c:pt idx="1999">
                  <c:v>44369</c:v>
                </c:pt>
                <c:pt idx="2000">
                  <c:v>44370</c:v>
                </c:pt>
                <c:pt idx="2001">
                  <c:v>44371</c:v>
                </c:pt>
                <c:pt idx="2002">
                  <c:v>44372</c:v>
                </c:pt>
                <c:pt idx="2003">
                  <c:v>44373</c:v>
                </c:pt>
                <c:pt idx="2004">
                  <c:v>44374</c:v>
                </c:pt>
                <c:pt idx="2005">
                  <c:v>44375</c:v>
                </c:pt>
                <c:pt idx="2006">
                  <c:v>44376</c:v>
                </c:pt>
                <c:pt idx="2007">
                  <c:v>44377</c:v>
                </c:pt>
                <c:pt idx="2008">
                  <c:v>44378</c:v>
                </c:pt>
                <c:pt idx="2009">
                  <c:v>44379</c:v>
                </c:pt>
                <c:pt idx="2010">
                  <c:v>44380</c:v>
                </c:pt>
                <c:pt idx="2011">
                  <c:v>44381</c:v>
                </c:pt>
                <c:pt idx="2012">
                  <c:v>44382</c:v>
                </c:pt>
                <c:pt idx="2013">
                  <c:v>44383</c:v>
                </c:pt>
                <c:pt idx="2014">
                  <c:v>44384</c:v>
                </c:pt>
                <c:pt idx="2015">
                  <c:v>44385</c:v>
                </c:pt>
                <c:pt idx="2016">
                  <c:v>44386</c:v>
                </c:pt>
                <c:pt idx="2017">
                  <c:v>44387</c:v>
                </c:pt>
                <c:pt idx="2018">
                  <c:v>44388</c:v>
                </c:pt>
                <c:pt idx="2019">
                  <c:v>44389</c:v>
                </c:pt>
                <c:pt idx="2020">
                  <c:v>44390</c:v>
                </c:pt>
                <c:pt idx="2021">
                  <c:v>44391</c:v>
                </c:pt>
                <c:pt idx="2022">
                  <c:v>44392</c:v>
                </c:pt>
                <c:pt idx="2023">
                  <c:v>44393</c:v>
                </c:pt>
                <c:pt idx="2024">
                  <c:v>44394</c:v>
                </c:pt>
                <c:pt idx="2025">
                  <c:v>44395</c:v>
                </c:pt>
                <c:pt idx="2026">
                  <c:v>44396</c:v>
                </c:pt>
                <c:pt idx="2027">
                  <c:v>44397</c:v>
                </c:pt>
                <c:pt idx="2028">
                  <c:v>44398</c:v>
                </c:pt>
                <c:pt idx="2029">
                  <c:v>44399</c:v>
                </c:pt>
                <c:pt idx="2030">
                  <c:v>44400</c:v>
                </c:pt>
                <c:pt idx="2031">
                  <c:v>44401</c:v>
                </c:pt>
                <c:pt idx="2032">
                  <c:v>44402</c:v>
                </c:pt>
                <c:pt idx="2033">
                  <c:v>44403</c:v>
                </c:pt>
                <c:pt idx="2034">
                  <c:v>44404</c:v>
                </c:pt>
                <c:pt idx="2035">
                  <c:v>44405</c:v>
                </c:pt>
                <c:pt idx="2036">
                  <c:v>44406</c:v>
                </c:pt>
                <c:pt idx="2037">
                  <c:v>44407</c:v>
                </c:pt>
                <c:pt idx="2038">
                  <c:v>44408</c:v>
                </c:pt>
                <c:pt idx="2039">
                  <c:v>44409</c:v>
                </c:pt>
                <c:pt idx="2040">
                  <c:v>44410</c:v>
                </c:pt>
                <c:pt idx="2041">
                  <c:v>44411</c:v>
                </c:pt>
                <c:pt idx="2042">
                  <c:v>44412</c:v>
                </c:pt>
                <c:pt idx="2043">
                  <c:v>44413</c:v>
                </c:pt>
                <c:pt idx="2044">
                  <c:v>44414</c:v>
                </c:pt>
                <c:pt idx="2045">
                  <c:v>44415</c:v>
                </c:pt>
                <c:pt idx="2046">
                  <c:v>44416</c:v>
                </c:pt>
                <c:pt idx="2047">
                  <c:v>44417</c:v>
                </c:pt>
                <c:pt idx="2048">
                  <c:v>44418</c:v>
                </c:pt>
                <c:pt idx="2049">
                  <c:v>44419</c:v>
                </c:pt>
                <c:pt idx="2050">
                  <c:v>44420</c:v>
                </c:pt>
                <c:pt idx="2051">
                  <c:v>44421</c:v>
                </c:pt>
                <c:pt idx="2052">
                  <c:v>44422</c:v>
                </c:pt>
                <c:pt idx="2053">
                  <c:v>44423</c:v>
                </c:pt>
                <c:pt idx="2054">
                  <c:v>44424</c:v>
                </c:pt>
                <c:pt idx="2055">
                  <c:v>44425</c:v>
                </c:pt>
                <c:pt idx="2056">
                  <c:v>44426</c:v>
                </c:pt>
                <c:pt idx="2057">
                  <c:v>44427</c:v>
                </c:pt>
                <c:pt idx="2058">
                  <c:v>44428</c:v>
                </c:pt>
                <c:pt idx="2059">
                  <c:v>44429</c:v>
                </c:pt>
                <c:pt idx="2060">
                  <c:v>44430</c:v>
                </c:pt>
                <c:pt idx="2061">
                  <c:v>44431</c:v>
                </c:pt>
                <c:pt idx="2062">
                  <c:v>44432</c:v>
                </c:pt>
                <c:pt idx="2063">
                  <c:v>44433</c:v>
                </c:pt>
                <c:pt idx="2064">
                  <c:v>44434</c:v>
                </c:pt>
                <c:pt idx="2065">
                  <c:v>44435</c:v>
                </c:pt>
                <c:pt idx="2066">
                  <c:v>44436</c:v>
                </c:pt>
                <c:pt idx="2067">
                  <c:v>44437</c:v>
                </c:pt>
                <c:pt idx="2068">
                  <c:v>44438</c:v>
                </c:pt>
                <c:pt idx="2069">
                  <c:v>44439</c:v>
                </c:pt>
                <c:pt idx="2070">
                  <c:v>44440</c:v>
                </c:pt>
                <c:pt idx="2071">
                  <c:v>44441</c:v>
                </c:pt>
                <c:pt idx="2072">
                  <c:v>44442</c:v>
                </c:pt>
                <c:pt idx="2073">
                  <c:v>44443</c:v>
                </c:pt>
                <c:pt idx="2074">
                  <c:v>44444</c:v>
                </c:pt>
                <c:pt idx="2075">
                  <c:v>44445</c:v>
                </c:pt>
                <c:pt idx="2076">
                  <c:v>44446</c:v>
                </c:pt>
                <c:pt idx="2077">
                  <c:v>44447</c:v>
                </c:pt>
                <c:pt idx="2078">
                  <c:v>44448</c:v>
                </c:pt>
                <c:pt idx="2079">
                  <c:v>44449</c:v>
                </c:pt>
                <c:pt idx="2080">
                  <c:v>44450</c:v>
                </c:pt>
                <c:pt idx="2081">
                  <c:v>44451</c:v>
                </c:pt>
                <c:pt idx="2082">
                  <c:v>44452</c:v>
                </c:pt>
                <c:pt idx="2083">
                  <c:v>44453</c:v>
                </c:pt>
                <c:pt idx="2084">
                  <c:v>44454</c:v>
                </c:pt>
                <c:pt idx="2085">
                  <c:v>44455</c:v>
                </c:pt>
                <c:pt idx="2086">
                  <c:v>44456</c:v>
                </c:pt>
                <c:pt idx="2087">
                  <c:v>44457</c:v>
                </c:pt>
                <c:pt idx="2088">
                  <c:v>44458</c:v>
                </c:pt>
                <c:pt idx="2089">
                  <c:v>44459</c:v>
                </c:pt>
                <c:pt idx="2090">
                  <c:v>44460</c:v>
                </c:pt>
                <c:pt idx="2091">
                  <c:v>44461</c:v>
                </c:pt>
                <c:pt idx="2092">
                  <c:v>44462</c:v>
                </c:pt>
                <c:pt idx="2093">
                  <c:v>44463</c:v>
                </c:pt>
                <c:pt idx="2094">
                  <c:v>44464</c:v>
                </c:pt>
                <c:pt idx="2095">
                  <c:v>44465</c:v>
                </c:pt>
                <c:pt idx="2096">
                  <c:v>44466</c:v>
                </c:pt>
                <c:pt idx="2097">
                  <c:v>44467</c:v>
                </c:pt>
                <c:pt idx="2098">
                  <c:v>44468</c:v>
                </c:pt>
                <c:pt idx="2099">
                  <c:v>44469</c:v>
                </c:pt>
                <c:pt idx="2100">
                  <c:v>44470</c:v>
                </c:pt>
                <c:pt idx="2101">
                  <c:v>44471</c:v>
                </c:pt>
                <c:pt idx="2102">
                  <c:v>44472</c:v>
                </c:pt>
                <c:pt idx="2103">
                  <c:v>44473</c:v>
                </c:pt>
                <c:pt idx="2104">
                  <c:v>44474</c:v>
                </c:pt>
                <c:pt idx="2105">
                  <c:v>44475</c:v>
                </c:pt>
                <c:pt idx="2106">
                  <c:v>44476</c:v>
                </c:pt>
                <c:pt idx="2107">
                  <c:v>44477</c:v>
                </c:pt>
                <c:pt idx="2108">
                  <c:v>44478</c:v>
                </c:pt>
                <c:pt idx="2109">
                  <c:v>44479</c:v>
                </c:pt>
                <c:pt idx="2110">
                  <c:v>44480</c:v>
                </c:pt>
                <c:pt idx="2111">
                  <c:v>44481</c:v>
                </c:pt>
                <c:pt idx="2112">
                  <c:v>44482</c:v>
                </c:pt>
                <c:pt idx="2113">
                  <c:v>44483</c:v>
                </c:pt>
                <c:pt idx="2114">
                  <c:v>44484</c:v>
                </c:pt>
                <c:pt idx="2115">
                  <c:v>44485</c:v>
                </c:pt>
                <c:pt idx="2116">
                  <c:v>44486</c:v>
                </c:pt>
                <c:pt idx="2117">
                  <c:v>44487</c:v>
                </c:pt>
                <c:pt idx="2118">
                  <c:v>44488</c:v>
                </c:pt>
                <c:pt idx="2119">
                  <c:v>44489</c:v>
                </c:pt>
                <c:pt idx="2120">
                  <c:v>44490</c:v>
                </c:pt>
                <c:pt idx="2121">
                  <c:v>44491</c:v>
                </c:pt>
                <c:pt idx="2122">
                  <c:v>44492</c:v>
                </c:pt>
                <c:pt idx="2123">
                  <c:v>44493</c:v>
                </c:pt>
                <c:pt idx="2124">
                  <c:v>44494</c:v>
                </c:pt>
                <c:pt idx="2125">
                  <c:v>44495</c:v>
                </c:pt>
                <c:pt idx="2126">
                  <c:v>44496</c:v>
                </c:pt>
                <c:pt idx="2127">
                  <c:v>44497</c:v>
                </c:pt>
                <c:pt idx="2128">
                  <c:v>44498</c:v>
                </c:pt>
                <c:pt idx="2129">
                  <c:v>44499</c:v>
                </c:pt>
                <c:pt idx="2130">
                  <c:v>44500</c:v>
                </c:pt>
                <c:pt idx="2131">
                  <c:v>44501</c:v>
                </c:pt>
                <c:pt idx="2132">
                  <c:v>44502</c:v>
                </c:pt>
                <c:pt idx="2133">
                  <c:v>44503</c:v>
                </c:pt>
                <c:pt idx="2134">
                  <c:v>44504</c:v>
                </c:pt>
                <c:pt idx="2135">
                  <c:v>44505</c:v>
                </c:pt>
                <c:pt idx="2136">
                  <c:v>44506</c:v>
                </c:pt>
                <c:pt idx="2137">
                  <c:v>44507</c:v>
                </c:pt>
                <c:pt idx="2138">
                  <c:v>44508</c:v>
                </c:pt>
                <c:pt idx="2139">
                  <c:v>44509</c:v>
                </c:pt>
                <c:pt idx="2140">
                  <c:v>44510</c:v>
                </c:pt>
                <c:pt idx="2141">
                  <c:v>44511</c:v>
                </c:pt>
                <c:pt idx="2142">
                  <c:v>44512</c:v>
                </c:pt>
                <c:pt idx="2143">
                  <c:v>44513</c:v>
                </c:pt>
                <c:pt idx="2144">
                  <c:v>44514</c:v>
                </c:pt>
                <c:pt idx="2145">
                  <c:v>44515</c:v>
                </c:pt>
                <c:pt idx="2146">
                  <c:v>44516</c:v>
                </c:pt>
                <c:pt idx="2147">
                  <c:v>44517</c:v>
                </c:pt>
                <c:pt idx="2148">
                  <c:v>44518</c:v>
                </c:pt>
                <c:pt idx="2149">
                  <c:v>44519</c:v>
                </c:pt>
                <c:pt idx="2150">
                  <c:v>44520</c:v>
                </c:pt>
                <c:pt idx="2151">
                  <c:v>44521</c:v>
                </c:pt>
                <c:pt idx="2152">
                  <c:v>44522</c:v>
                </c:pt>
                <c:pt idx="2153">
                  <c:v>44523</c:v>
                </c:pt>
                <c:pt idx="2154">
                  <c:v>44524</c:v>
                </c:pt>
                <c:pt idx="2155">
                  <c:v>44525</c:v>
                </c:pt>
                <c:pt idx="2156">
                  <c:v>44526</c:v>
                </c:pt>
                <c:pt idx="2157">
                  <c:v>44527</c:v>
                </c:pt>
                <c:pt idx="2158">
                  <c:v>44528</c:v>
                </c:pt>
                <c:pt idx="2159">
                  <c:v>44529</c:v>
                </c:pt>
                <c:pt idx="2160">
                  <c:v>44530</c:v>
                </c:pt>
                <c:pt idx="2161">
                  <c:v>44531</c:v>
                </c:pt>
                <c:pt idx="2162">
                  <c:v>44532</c:v>
                </c:pt>
                <c:pt idx="2163">
                  <c:v>44533</c:v>
                </c:pt>
                <c:pt idx="2164">
                  <c:v>44534</c:v>
                </c:pt>
                <c:pt idx="2165">
                  <c:v>44535</c:v>
                </c:pt>
                <c:pt idx="2166">
                  <c:v>44536</c:v>
                </c:pt>
                <c:pt idx="2167">
                  <c:v>44537</c:v>
                </c:pt>
                <c:pt idx="2168">
                  <c:v>44538</c:v>
                </c:pt>
                <c:pt idx="2169">
                  <c:v>44539</c:v>
                </c:pt>
                <c:pt idx="2170">
                  <c:v>44540</c:v>
                </c:pt>
                <c:pt idx="2171">
                  <c:v>44541</c:v>
                </c:pt>
                <c:pt idx="2172">
                  <c:v>44542</c:v>
                </c:pt>
                <c:pt idx="2173">
                  <c:v>44543</c:v>
                </c:pt>
                <c:pt idx="2174">
                  <c:v>44544</c:v>
                </c:pt>
                <c:pt idx="2175">
                  <c:v>44545</c:v>
                </c:pt>
                <c:pt idx="2176">
                  <c:v>44546</c:v>
                </c:pt>
                <c:pt idx="2177">
                  <c:v>44547</c:v>
                </c:pt>
                <c:pt idx="2178">
                  <c:v>44548</c:v>
                </c:pt>
                <c:pt idx="2179">
                  <c:v>44549</c:v>
                </c:pt>
                <c:pt idx="2180">
                  <c:v>44550</c:v>
                </c:pt>
                <c:pt idx="2181">
                  <c:v>44551</c:v>
                </c:pt>
                <c:pt idx="2182">
                  <c:v>44552</c:v>
                </c:pt>
                <c:pt idx="2183">
                  <c:v>44553</c:v>
                </c:pt>
                <c:pt idx="2184">
                  <c:v>44554</c:v>
                </c:pt>
                <c:pt idx="2185">
                  <c:v>44555</c:v>
                </c:pt>
                <c:pt idx="2186">
                  <c:v>44556</c:v>
                </c:pt>
                <c:pt idx="2187">
                  <c:v>44557</c:v>
                </c:pt>
                <c:pt idx="2188">
                  <c:v>44558</c:v>
                </c:pt>
                <c:pt idx="2189">
                  <c:v>44559</c:v>
                </c:pt>
                <c:pt idx="2190">
                  <c:v>44560</c:v>
                </c:pt>
                <c:pt idx="2191">
                  <c:v>44561</c:v>
                </c:pt>
                <c:pt idx="2192">
                  <c:v>44562</c:v>
                </c:pt>
                <c:pt idx="2193">
                  <c:v>44563</c:v>
                </c:pt>
                <c:pt idx="2194">
                  <c:v>44564</c:v>
                </c:pt>
                <c:pt idx="2195">
                  <c:v>44565</c:v>
                </c:pt>
                <c:pt idx="2196">
                  <c:v>44566</c:v>
                </c:pt>
                <c:pt idx="2197">
                  <c:v>44567</c:v>
                </c:pt>
                <c:pt idx="2198">
                  <c:v>44568</c:v>
                </c:pt>
                <c:pt idx="2199">
                  <c:v>44569</c:v>
                </c:pt>
                <c:pt idx="2200">
                  <c:v>44570</c:v>
                </c:pt>
                <c:pt idx="2201">
                  <c:v>44571</c:v>
                </c:pt>
                <c:pt idx="2202">
                  <c:v>44572</c:v>
                </c:pt>
                <c:pt idx="2203">
                  <c:v>44573</c:v>
                </c:pt>
                <c:pt idx="2204">
                  <c:v>44574</c:v>
                </c:pt>
                <c:pt idx="2205">
                  <c:v>44575</c:v>
                </c:pt>
                <c:pt idx="2206">
                  <c:v>44576</c:v>
                </c:pt>
                <c:pt idx="2207">
                  <c:v>44577</c:v>
                </c:pt>
                <c:pt idx="2208">
                  <c:v>44578</c:v>
                </c:pt>
                <c:pt idx="2209">
                  <c:v>44579</c:v>
                </c:pt>
                <c:pt idx="2210">
                  <c:v>44580</c:v>
                </c:pt>
                <c:pt idx="2211">
                  <c:v>44581</c:v>
                </c:pt>
                <c:pt idx="2212">
                  <c:v>44582</c:v>
                </c:pt>
                <c:pt idx="2213">
                  <c:v>44583</c:v>
                </c:pt>
                <c:pt idx="2214">
                  <c:v>44584</c:v>
                </c:pt>
                <c:pt idx="2215">
                  <c:v>44585</c:v>
                </c:pt>
                <c:pt idx="2216">
                  <c:v>44586</c:v>
                </c:pt>
                <c:pt idx="2217">
                  <c:v>44587</c:v>
                </c:pt>
                <c:pt idx="2218">
                  <c:v>44588</c:v>
                </c:pt>
                <c:pt idx="2219">
                  <c:v>44589</c:v>
                </c:pt>
                <c:pt idx="2220">
                  <c:v>44590</c:v>
                </c:pt>
                <c:pt idx="2221">
                  <c:v>44591</c:v>
                </c:pt>
                <c:pt idx="2222">
                  <c:v>44592</c:v>
                </c:pt>
                <c:pt idx="2223">
                  <c:v>44593</c:v>
                </c:pt>
                <c:pt idx="2224">
                  <c:v>44594</c:v>
                </c:pt>
                <c:pt idx="2225">
                  <c:v>44595</c:v>
                </c:pt>
                <c:pt idx="2226">
                  <c:v>44596</c:v>
                </c:pt>
                <c:pt idx="2227">
                  <c:v>44597</c:v>
                </c:pt>
                <c:pt idx="2228">
                  <c:v>44598</c:v>
                </c:pt>
                <c:pt idx="2229">
                  <c:v>44599</c:v>
                </c:pt>
                <c:pt idx="2230">
                  <c:v>44600</c:v>
                </c:pt>
                <c:pt idx="2231">
                  <c:v>44601</c:v>
                </c:pt>
                <c:pt idx="2232">
                  <c:v>44602</c:v>
                </c:pt>
                <c:pt idx="2233">
                  <c:v>44603</c:v>
                </c:pt>
                <c:pt idx="2234">
                  <c:v>44604</c:v>
                </c:pt>
                <c:pt idx="2235">
                  <c:v>44605</c:v>
                </c:pt>
                <c:pt idx="2236">
                  <c:v>44606</c:v>
                </c:pt>
                <c:pt idx="2237">
                  <c:v>44607</c:v>
                </c:pt>
                <c:pt idx="2238">
                  <c:v>44608</c:v>
                </c:pt>
                <c:pt idx="2239">
                  <c:v>44609</c:v>
                </c:pt>
                <c:pt idx="2240">
                  <c:v>44610</c:v>
                </c:pt>
                <c:pt idx="2241">
                  <c:v>44611</c:v>
                </c:pt>
                <c:pt idx="2242">
                  <c:v>44612</c:v>
                </c:pt>
                <c:pt idx="2243">
                  <c:v>44613</c:v>
                </c:pt>
                <c:pt idx="2244">
                  <c:v>44614</c:v>
                </c:pt>
                <c:pt idx="2245">
                  <c:v>44615</c:v>
                </c:pt>
                <c:pt idx="2246">
                  <c:v>44616</c:v>
                </c:pt>
                <c:pt idx="2247">
                  <c:v>44617</c:v>
                </c:pt>
                <c:pt idx="2248">
                  <c:v>44618</c:v>
                </c:pt>
                <c:pt idx="2249">
                  <c:v>44619</c:v>
                </c:pt>
                <c:pt idx="2250">
                  <c:v>44620</c:v>
                </c:pt>
                <c:pt idx="2251">
                  <c:v>44621</c:v>
                </c:pt>
                <c:pt idx="2252">
                  <c:v>44622</c:v>
                </c:pt>
                <c:pt idx="2253">
                  <c:v>44623</c:v>
                </c:pt>
                <c:pt idx="2254">
                  <c:v>44624</c:v>
                </c:pt>
                <c:pt idx="2255">
                  <c:v>44625</c:v>
                </c:pt>
                <c:pt idx="2256">
                  <c:v>44626</c:v>
                </c:pt>
                <c:pt idx="2257">
                  <c:v>44627</c:v>
                </c:pt>
                <c:pt idx="2258">
                  <c:v>44628</c:v>
                </c:pt>
                <c:pt idx="2259">
                  <c:v>44629</c:v>
                </c:pt>
                <c:pt idx="2260">
                  <c:v>44630</c:v>
                </c:pt>
                <c:pt idx="2261">
                  <c:v>44631</c:v>
                </c:pt>
                <c:pt idx="2262">
                  <c:v>44632</c:v>
                </c:pt>
                <c:pt idx="2263">
                  <c:v>44633</c:v>
                </c:pt>
                <c:pt idx="2264">
                  <c:v>44634</c:v>
                </c:pt>
                <c:pt idx="2265">
                  <c:v>44635</c:v>
                </c:pt>
                <c:pt idx="2266">
                  <c:v>44636</c:v>
                </c:pt>
                <c:pt idx="2267">
                  <c:v>44637</c:v>
                </c:pt>
                <c:pt idx="2268">
                  <c:v>44638</c:v>
                </c:pt>
                <c:pt idx="2269">
                  <c:v>44639</c:v>
                </c:pt>
                <c:pt idx="2270">
                  <c:v>44640</c:v>
                </c:pt>
                <c:pt idx="2271">
                  <c:v>44641</c:v>
                </c:pt>
                <c:pt idx="2272">
                  <c:v>44642</c:v>
                </c:pt>
                <c:pt idx="2273">
                  <c:v>44643</c:v>
                </c:pt>
                <c:pt idx="2274">
                  <c:v>44644</c:v>
                </c:pt>
                <c:pt idx="2275">
                  <c:v>44645</c:v>
                </c:pt>
                <c:pt idx="2276">
                  <c:v>44646</c:v>
                </c:pt>
                <c:pt idx="2277">
                  <c:v>44647</c:v>
                </c:pt>
                <c:pt idx="2278">
                  <c:v>44648</c:v>
                </c:pt>
                <c:pt idx="2279">
                  <c:v>44649</c:v>
                </c:pt>
                <c:pt idx="2280">
                  <c:v>44650</c:v>
                </c:pt>
                <c:pt idx="2281">
                  <c:v>44651</c:v>
                </c:pt>
                <c:pt idx="2282">
                  <c:v>44652</c:v>
                </c:pt>
                <c:pt idx="2283">
                  <c:v>44653</c:v>
                </c:pt>
                <c:pt idx="2284">
                  <c:v>44654</c:v>
                </c:pt>
                <c:pt idx="2285">
                  <c:v>44655</c:v>
                </c:pt>
                <c:pt idx="2286">
                  <c:v>44656</c:v>
                </c:pt>
                <c:pt idx="2287">
                  <c:v>44657</c:v>
                </c:pt>
                <c:pt idx="2288">
                  <c:v>44658</c:v>
                </c:pt>
                <c:pt idx="2289">
                  <c:v>44659</c:v>
                </c:pt>
                <c:pt idx="2290">
                  <c:v>44660</c:v>
                </c:pt>
                <c:pt idx="2291">
                  <c:v>44661</c:v>
                </c:pt>
                <c:pt idx="2292">
                  <c:v>44662</c:v>
                </c:pt>
                <c:pt idx="2293">
                  <c:v>44663</c:v>
                </c:pt>
                <c:pt idx="2294">
                  <c:v>44664</c:v>
                </c:pt>
                <c:pt idx="2295">
                  <c:v>44665</c:v>
                </c:pt>
                <c:pt idx="2296">
                  <c:v>44666</c:v>
                </c:pt>
                <c:pt idx="2297">
                  <c:v>44667</c:v>
                </c:pt>
                <c:pt idx="2298">
                  <c:v>44668</c:v>
                </c:pt>
                <c:pt idx="2299">
                  <c:v>44669</c:v>
                </c:pt>
                <c:pt idx="2300">
                  <c:v>44670</c:v>
                </c:pt>
                <c:pt idx="2301">
                  <c:v>44671</c:v>
                </c:pt>
                <c:pt idx="2302">
                  <c:v>44672</c:v>
                </c:pt>
                <c:pt idx="2303">
                  <c:v>44673</c:v>
                </c:pt>
                <c:pt idx="2304">
                  <c:v>44674</c:v>
                </c:pt>
                <c:pt idx="2305">
                  <c:v>44675</c:v>
                </c:pt>
                <c:pt idx="2306">
                  <c:v>44676</c:v>
                </c:pt>
                <c:pt idx="2307">
                  <c:v>44677</c:v>
                </c:pt>
                <c:pt idx="2308">
                  <c:v>44678</c:v>
                </c:pt>
                <c:pt idx="2309">
                  <c:v>44679</c:v>
                </c:pt>
                <c:pt idx="2310">
                  <c:v>44680</c:v>
                </c:pt>
                <c:pt idx="2311">
                  <c:v>44681</c:v>
                </c:pt>
                <c:pt idx="2312">
                  <c:v>44682</c:v>
                </c:pt>
                <c:pt idx="2313">
                  <c:v>44683</c:v>
                </c:pt>
                <c:pt idx="2314">
                  <c:v>44684</c:v>
                </c:pt>
                <c:pt idx="2315">
                  <c:v>44685</c:v>
                </c:pt>
                <c:pt idx="2316">
                  <c:v>44686</c:v>
                </c:pt>
                <c:pt idx="2317">
                  <c:v>44687</c:v>
                </c:pt>
                <c:pt idx="2318">
                  <c:v>44688</c:v>
                </c:pt>
                <c:pt idx="2319">
                  <c:v>44689</c:v>
                </c:pt>
                <c:pt idx="2320">
                  <c:v>44690</c:v>
                </c:pt>
                <c:pt idx="2321">
                  <c:v>44691</c:v>
                </c:pt>
                <c:pt idx="2322">
                  <c:v>44692</c:v>
                </c:pt>
                <c:pt idx="2323">
                  <c:v>44693</c:v>
                </c:pt>
                <c:pt idx="2324">
                  <c:v>44694</c:v>
                </c:pt>
                <c:pt idx="2325">
                  <c:v>44695</c:v>
                </c:pt>
                <c:pt idx="2326">
                  <c:v>44696</c:v>
                </c:pt>
                <c:pt idx="2327">
                  <c:v>44697</c:v>
                </c:pt>
                <c:pt idx="2328">
                  <c:v>44698</c:v>
                </c:pt>
                <c:pt idx="2329">
                  <c:v>44699</c:v>
                </c:pt>
                <c:pt idx="2330">
                  <c:v>44700</c:v>
                </c:pt>
                <c:pt idx="2331">
                  <c:v>44701</c:v>
                </c:pt>
                <c:pt idx="2332">
                  <c:v>44702</c:v>
                </c:pt>
                <c:pt idx="2333">
                  <c:v>44703</c:v>
                </c:pt>
                <c:pt idx="2334">
                  <c:v>44704</c:v>
                </c:pt>
                <c:pt idx="2335">
                  <c:v>44705</c:v>
                </c:pt>
                <c:pt idx="2336">
                  <c:v>44706</c:v>
                </c:pt>
                <c:pt idx="2337">
                  <c:v>44707</c:v>
                </c:pt>
                <c:pt idx="2338">
                  <c:v>44708</c:v>
                </c:pt>
                <c:pt idx="2339">
                  <c:v>44709</c:v>
                </c:pt>
                <c:pt idx="2340">
                  <c:v>44710</c:v>
                </c:pt>
                <c:pt idx="2341">
                  <c:v>44711</c:v>
                </c:pt>
                <c:pt idx="2342">
                  <c:v>44712</c:v>
                </c:pt>
                <c:pt idx="2343">
                  <c:v>44713</c:v>
                </c:pt>
                <c:pt idx="2344">
                  <c:v>44714</c:v>
                </c:pt>
                <c:pt idx="2345">
                  <c:v>44715</c:v>
                </c:pt>
                <c:pt idx="2346">
                  <c:v>44716</c:v>
                </c:pt>
                <c:pt idx="2347">
                  <c:v>44717</c:v>
                </c:pt>
                <c:pt idx="2348">
                  <c:v>44718</c:v>
                </c:pt>
                <c:pt idx="2349">
                  <c:v>44719</c:v>
                </c:pt>
                <c:pt idx="2350">
                  <c:v>44720</c:v>
                </c:pt>
                <c:pt idx="2351">
                  <c:v>44721</c:v>
                </c:pt>
                <c:pt idx="2352">
                  <c:v>44722</c:v>
                </c:pt>
                <c:pt idx="2353">
                  <c:v>44723</c:v>
                </c:pt>
                <c:pt idx="2354">
                  <c:v>44724</c:v>
                </c:pt>
                <c:pt idx="2355">
                  <c:v>44725</c:v>
                </c:pt>
                <c:pt idx="2356">
                  <c:v>44726</c:v>
                </c:pt>
                <c:pt idx="2357">
                  <c:v>44727</c:v>
                </c:pt>
                <c:pt idx="2358">
                  <c:v>44728</c:v>
                </c:pt>
                <c:pt idx="2359">
                  <c:v>44729</c:v>
                </c:pt>
                <c:pt idx="2360">
                  <c:v>44730</c:v>
                </c:pt>
                <c:pt idx="2361">
                  <c:v>44731</c:v>
                </c:pt>
                <c:pt idx="2362">
                  <c:v>44732</c:v>
                </c:pt>
                <c:pt idx="2363">
                  <c:v>44733</c:v>
                </c:pt>
                <c:pt idx="2364">
                  <c:v>44734</c:v>
                </c:pt>
                <c:pt idx="2365">
                  <c:v>44735</c:v>
                </c:pt>
                <c:pt idx="2366">
                  <c:v>44736</c:v>
                </c:pt>
                <c:pt idx="2367">
                  <c:v>44737</c:v>
                </c:pt>
                <c:pt idx="2368">
                  <c:v>44738</c:v>
                </c:pt>
                <c:pt idx="2369">
                  <c:v>44739</c:v>
                </c:pt>
                <c:pt idx="2370">
                  <c:v>44740</c:v>
                </c:pt>
                <c:pt idx="2371">
                  <c:v>44741</c:v>
                </c:pt>
                <c:pt idx="2372">
                  <c:v>44742</c:v>
                </c:pt>
                <c:pt idx="2373">
                  <c:v>44743</c:v>
                </c:pt>
                <c:pt idx="2374">
                  <c:v>44744</c:v>
                </c:pt>
                <c:pt idx="2375">
                  <c:v>44745</c:v>
                </c:pt>
                <c:pt idx="2376">
                  <c:v>44746</c:v>
                </c:pt>
                <c:pt idx="2377">
                  <c:v>44747</c:v>
                </c:pt>
                <c:pt idx="2378">
                  <c:v>44748</c:v>
                </c:pt>
                <c:pt idx="2379">
                  <c:v>44749</c:v>
                </c:pt>
                <c:pt idx="2380">
                  <c:v>44750</c:v>
                </c:pt>
                <c:pt idx="2381">
                  <c:v>44751</c:v>
                </c:pt>
                <c:pt idx="2382">
                  <c:v>44752</c:v>
                </c:pt>
                <c:pt idx="2383">
                  <c:v>44753</c:v>
                </c:pt>
                <c:pt idx="2384">
                  <c:v>44754</c:v>
                </c:pt>
                <c:pt idx="2385">
                  <c:v>44755</c:v>
                </c:pt>
                <c:pt idx="2386">
                  <c:v>44756</c:v>
                </c:pt>
                <c:pt idx="2387">
                  <c:v>44757</c:v>
                </c:pt>
                <c:pt idx="2388">
                  <c:v>44758</c:v>
                </c:pt>
                <c:pt idx="2389">
                  <c:v>44759</c:v>
                </c:pt>
                <c:pt idx="2390">
                  <c:v>44760</c:v>
                </c:pt>
                <c:pt idx="2391">
                  <c:v>44761</c:v>
                </c:pt>
                <c:pt idx="2392">
                  <c:v>44762</c:v>
                </c:pt>
                <c:pt idx="2393">
                  <c:v>44763</c:v>
                </c:pt>
                <c:pt idx="2394">
                  <c:v>44764</c:v>
                </c:pt>
                <c:pt idx="2395">
                  <c:v>44765</c:v>
                </c:pt>
                <c:pt idx="2396">
                  <c:v>44766</c:v>
                </c:pt>
                <c:pt idx="2397">
                  <c:v>44767</c:v>
                </c:pt>
                <c:pt idx="2398">
                  <c:v>44768</c:v>
                </c:pt>
                <c:pt idx="2399">
                  <c:v>44769</c:v>
                </c:pt>
                <c:pt idx="2400">
                  <c:v>44770</c:v>
                </c:pt>
                <c:pt idx="2401">
                  <c:v>44771</c:v>
                </c:pt>
                <c:pt idx="2402">
                  <c:v>44772</c:v>
                </c:pt>
                <c:pt idx="2403">
                  <c:v>44773</c:v>
                </c:pt>
                <c:pt idx="2404">
                  <c:v>44774</c:v>
                </c:pt>
                <c:pt idx="2405">
                  <c:v>44775</c:v>
                </c:pt>
                <c:pt idx="2406">
                  <c:v>44776</c:v>
                </c:pt>
                <c:pt idx="2407">
                  <c:v>44777</c:v>
                </c:pt>
                <c:pt idx="2408">
                  <c:v>44778</c:v>
                </c:pt>
                <c:pt idx="2409">
                  <c:v>44779</c:v>
                </c:pt>
                <c:pt idx="2410">
                  <c:v>44780</c:v>
                </c:pt>
                <c:pt idx="2411">
                  <c:v>44781</c:v>
                </c:pt>
                <c:pt idx="2412">
                  <c:v>44782</c:v>
                </c:pt>
                <c:pt idx="2413">
                  <c:v>44783</c:v>
                </c:pt>
                <c:pt idx="2414">
                  <c:v>44784</c:v>
                </c:pt>
                <c:pt idx="2415">
                  <c:v>44785</c:v>
                </c:pt>
                <c:pt idx="2416">
                  <c:v>44786</c:v>
                </c:pt>
                <c:pt idx="2417">
                  <c:v>44787</c:v>
                </c:pt>
                <c:pt idx="2418">
                  <c:v>44788</c:v>
                </c:pt>
                <c:pt idx="2419">
                  <c:v>44789</c:v>
                </c:pt>
                <c:pt idx="2420">
                  <c:v>44790</c:v>
                </c:pt>
                <c:pt idx="2421">
                  <c:v>44791</c:v>
                </c:pt>
                <c:pt idx="2422">
                  <c:v>44792</c:v>
                </c:pt>
                <c:pt idx="2423">
                  <c:v>44793</c:v>
                </c:pt>
                <c:pt idx="2424">
                  <c:v>44794</c:v>
                </c:pt>
                <c:pt idx="2425">
                  <c:v>44795</c:v>
                </c:pt>
                <c:pt idx="2426">
                  <c:v>44796</c:v>
                </c:pt>
                <c:pt idx="2427">
                  <c:v>44797</c:v>
                </c:pt>
                <c:pt idx="2428">
                  <c:v>44798</c:v>
                </c:pt>
                <c:pt idx="2429">
                  <c:v>44799</c:v>
                </c:pt>
                <c:pt idx="2430">
                  <c:v>44800</c:v>
                </c:pt>
                <c:pt idx="2431">
                  <c:v>44801</c:v>
                </c:pt>
                <c:pt idx="2432">
                  <c:v>44802</c:v>
                </c:pt>
                <c:pt idx="2433">
                  <c:v>44803</c:v>
                </c:pt>
                <c:pt idx="2434">
                  <c:v>44804</c:v>
                </c:pt>
                <c:pt idx="2435">
                  <c:v>44805</c:v>
                </c:pt>
                <c:pt idx="2436">
                  <c:v>44806</c:v>
                </c:pt>
                <c:pt idx="2437">
                  <c:v>44807</c:v>
                </c:pt>
                <c:pt idx="2438">
                  <c:v>44808</c:v>
                </c:pt>
                <c:pt idx="2439">
                  <c:v>44809</c:v>
                </c:pt>
                <c:pt idx="2440">
                  <c:v>44810</c:v>
                </c:pt>
                <c:pt idx="2441">
                  <c:v>44811</c:v>
                </c:pt>
                <c:pt idx="2442">
                  <c:v>44812</c:v>
                </c:pt>
                <c:pt idx="2443">
                  <c:v>44813</c:v>
                </c:pt>
                <c:pt idx="2444">
                  <c:v>44814</c:v>
                </c:pt>
                <c:pt idx="2445">
                  <c:v>44815</c:v>
                </c:pt>
                <c:pt idx="2446">
                  <c:v>44816</c:v>
                </c:pt>
                <c:pt idx="2447">
                  <c:v>44817</c:v>
                </c:pt>
                <c:pt idx="2448">
                  <c:v>44818</c:v>
                </c:pt>
                <c:pt idx="2449">
                  <c:v>44819</c:v>
                </c:pt>
                <c:pt idx="2450">
                  <c:v>44820</c:v>
                </c:pt>
                <c:pt idx="2451">
                  <c:v>44821</c:v>
                </c:pt>
                <c:pt idx="2452">
                  <c:v>44822</c:v>
                </c:pt>
                <c:pt idx="2453">
                  <c:v>44823</c:v>
                </c:pt>
                <c:pt idx="2454">
                  <c:v>44824</c:v>
                </c:pt>
                <c:pt idx="2455">
                  <c:v>44825</c:v>
                </c:pt>
                <c:pt idx="2456">
                  <c:v>44826</c:v>
                </c:pt>
                <c:pt idx="2457">
                  <c:v>44827</c:v>
                </c:pt>
                <c:pt idx="2458">
                  <c:v>44828</c:v>
                </c:pt>
                <c:pt idx="2459">
                  <c:v>44829</c:v>
                </c:pt>
                <c:pt idx="2460">
                  <c:v>44830</c:v>
                </c:pt>
                <c:pt idx="2461">
                  <c:v>44831</c:v>
                </c:pt>
                <c:pt idx="2462">
                  <c:v>44832</c:v>
                </c:pt>
                <c:pt idx="2463">
                  <c:v>44833</c:v>
                </c:pt>
                <c:pt idx="2464">
                  <c:v>44834</c:v>
                </c:pt>
                <c:pt idx="2465">
                  <c:v>44835</c:v>
                </c:pt>
                <c:pt idx="2466">
                  <c:v>44836</c:v>
                </c:pt>
                <c:pt idx="2467">
                  <c:v>44837</c:v>
                </c:pt>
                <c:pt idx="2468">
                  <c:v>44838</c:v>
                </c:pt>
                <c:pt idx="2469">
                  <c:v>44839</c:v>
                </c:pt>
                <c:pt idx="2470">
                  <c:v>44840</c:v>
                </c:pt>
                <c:pt idx="2471">
                  <c:v>44841</c:v>
                </c:pt>
                <c:pt idx="2472">
                  <c:v>44842</c:v>
                </c:pt>
                <c:pt idx="2473">
                  <c:v>44843</c:v>
                </c:pt>
                <c:pt idx="2474">
                  <c:v>44844</c:v>
                </c:pt>
                <c:pt idx="2475">
                  <c:v>44845</c:v>
                </c:pt>
                <c:pt idx="2476">
                  <c:v>44846</c:v>
                </c:pt>
                <c:pt idx="2477">
                  <c:v>44847</c:v>
                </c:pt>
                <c:pt idx="2478">
                  <c:v>44848</c:v>
                </c:pt>
                <c:pt idx="2479">
                  <c:v>44849</c:v>
                </c:pt>
                <c:pt idx="2480">
                  <c:v>44850</c:v>
                </c:pt>
                <c:pt idx="2481">
                  <c:v>44851</c:v>
                </c:pt>
                <c:pt idx="2482">
                  <c:v>44852</c:v>
                </c:pt>
                <c:pt idx="2483">
                  <c:v>44853</c:v>
                </c:pt>
                <c:pt idx="2484">
                  <c:v>44854</c:v>
                </c:pt>
                <c:pt idx="2485">
                  <c:v>44855</c:v>
                </c:pt>
                <c:pt idx="2486">
                  <c:v>44856</c:v>
                </c:pt>
                <c:pt idx="2487">
                  <c:v>44857</c:v>
                </c:pt>
                <c:pt idx="2488">
                  <c:v>44858</c:v>
                </c:pt>
                <c:pt idx="2489">
                  <c:v>44859</c:v>
                </c:pt>
                <c:pt idx="2490">
                  <c:v>44860</c:v>
                </c:pt>
                <c:pt idx="2491">
                  <c:v>44861</c:v>
                </c:pt>
                <c:pt idx="2492">
                  <c:v>44862</c:v>
                </c:pt>
                <c:pt idx="2493">
                  <c:v>44863</c:v>
                </c:pt>
                <c:pt idx="2494">
                  <c:v>44864</c:v>
                </c:pt>
                <c:pt idx="2495">
                  <c:v>44865</c:v>
                </c:pt>
                <c:pt idx="2496">
                  <c:v>44866</c:v>
                </c:pt>
                <c:pt idx="2497">
                  <c:v>44867</c:v>
                </c:pt>
                <c:pt idx="2498">
                  <c:v>44868</c:v>
                </c:pt>
                <c:pt idx="2499">
                  <c:v>44869</c:v>
                </c:pt>
                <c:pt idx="2500">
                  <c:v>44870</c:v>
                </c:pt>
                <c:pt idx="2501">
                  <c:v>44871</c:v>
                </c:pt>
                <c:pt idx="2502">
                  <c:v>44872</c:v>
                </c:pt>
                <c:pt idx="2503">
                  <c:v>44873</c:v>
                </c:pt>
                <c:pt idx="2504">
                  <c:v>44874</c:v>
                </c:pt>
                <c:pt idx="2505">
                  <c:v>44875</c:v>
                </c:pt>
                <c:pt idx="2506">
                  <c:v>44876</c:v>
                </c:pt>
                <c:pt idx="2507">
                  <c:v>44877</c:v>
                </c:pt>
                <c:pt idx="2508">
                  <c:v>44878</c:v>
                </c:pt>
                <c:pt idx="2509">
                  <c:v>44879</c:v>
                </c:pt>
                <c:pt idx="2510">
                  <c:v>44880</c:v>
                </c:pt>
                <c:pt idx="2511">
                  <c:v>44881</c:v>
                </c:pt>
                <c:pt idx="2512">
                  <c:v>44882</c:v>
                </c:pt>
                <c:pt idx="2513">
                  <c:v>44883</c:v>
                </c:pt>
                <c:pt idx="2514">
                  <c:v>44884</c:v>
                </c:pt>
                <c:pt idx="2515">
                  <c:v>44885</c:v>
                </c:pt>
                <c:pt idx="2516">
                  <c:v>44886</c:v>
                </c:pt>
                <c:pt idx="2517">
                  <c:v>44887</c:v>
                </c:pt>
                <c:pt idx="2518">
                  <c:v>44888</c:v>
                </c:pt>
                <c:pt idx="2519">
                  <c:v>44889</c:v>
                </c:pt>
                <c:pt idx="2520">
                  <c:v>44890</c:v>
                </c:pt>
                <c:pt idx="2521">
                  <c:v>44891</c:v>
                </c:pt>
                <c:pt idx="2522">
                  <c:v>44892</c:v>
                </c:pt>
                <c:pt idx="2523">
                  <c:v>44893</c:v>
                </c:pt>
                <c:pt idx="2524">
                  <c:v>44894</c:v>
                </c:pt>
                <c:pt idx="2525">
                  <c:v>44895</c:v>
                </c:pt>
                <c:pt idx="2526">
                  <c:v>44896</c:v>
                </c:pt>
                <c:pt idx="2527">
                  <c:v>44897</c:v>
                </c:pt>
                <c:pt idx="2528">
                  <c:v>44898</c:v>
                </c:pt>
                <c:pt idx="2529">
                  <c:v>44899</c:v>
                </c:pt>
                <c:pt idx="2530">
                  <c:v>44900</c:v>
                </c:pt>
                <c:pt idx="2531">
                  <c:v>44901</c:v>
                </c:pt>
                <c:pt idx="2532">
                  <c:v>44902</c:v>
                </c:pt>
                <c:pt idx="2533">
                  <c:v>44903</c:v>
                </c:pt>
                <c:pt idx="2534">
                  <c:v>44904</c:v>
                </c:pt>
                <c:pt idx="2535">
                  <c:v>44905</c:v>
                </c:pt>
                <c:pt idx="2536">
                  <c:v>44906</c:v>
                </c:pt>
                <c:pt idx="2537">
                  <c:v>44907</c:v>
                </c:pt>
                <c:pt idx="2538">
                  <c:v>44908</c:v>
                </c:pt>
                <c:pt idx="2539">
                  <c:v>44909</c:v>
                </c:pt>
                <c:pt idx="2540">
                  <c:v>44910</c:v>
                </c:pt>
                <c:pt idx="2541">
                  <c:v>44911</c:v>
                </c:pt>
                <c:pt idx="2542">
                  <c:v>44912</c:v>
                </c:pt>
                <c:pt idx="2543">
                  <c:v>44913</c:v>
                </c:pt>
                <c:pt idx="2544">
                  <c:v>44914</c:v>
                </c:pt>
                <c:pt idx="2545">
                  <c:v>44915</c:v>
                </c:pt>
                <c:pt idx="2546">
                  <c:v>44916</c:v>
                </c:pt>
                <c:pt idx="2547">
                  <c:v>44917</c:v>
                </c:pt>
                <c:pt idx="2548">
                  <c:v>44918</c:v>
                </c:pt>
                <c:pt idx="2549">
                  <c:v>44919</c:v>
                </c:pt>
                <c:pt idx="2550">
                  <c:v>44920</c:v>
                </c:pt>
                <c:pt idx="2551">
                  <c:v>44921</c:v>
                </c:pt>
                <c:pt idx="2552">
                  <c:v>44922</c:v>
                </c:pt>
                <c:pt idx="2553">
                  <c:v>44923</c:v>
                </c:pt>
                <c:pt idx="2554">
                  <c:v>44924</c:v>
                </c:pt>
                <c:pt idx="2555">
                  <c:v>44925</c:v>
                </c:pt>
                <c:pt idx="2556">
                  <c:v>44926</c:v>
                </c:pt>
                <c:pt idx="2557">
                  <c:v>44927</c:v>
                </c:pt>
                <c:pt idx="2558">
                  <c:v>44928</c:v>
                </c:pt>
                <c:pt idx="2559">
                  <c:v>44929</c:v>
                </c:pt>
                <c:pt idx="2560">
                  <c:v>44930</c:v>
                </c:pt>
                <c:pt idx="2561">
                  <c:v>44931</c:v>
                </c:pt>
                <c:pt idx="2562">
                  <c:v>44932</c:v>
                </c:pt>
                <c:pt idx="2563">
                  <c:v>44933</c:v>
                </c:pt>
                <c:pt idx="2564">
                  <c:v>44934</c:v>
                </c:pt>
                <c:pt idx="2565">
                  <c:v>44935</c:v>
                </c:pt>
                <c:pt idx="2566">
                  <c:v>44936</c:v>
                </c:pt>
                <c:pt idx="2567">
                  <c:v>44937</c:v>
                </c:pt>
                <c:pt idx="2568">
                  <c:v>44938</c:v>
                </c:pt>
                <c:pt idx="2569">
                  <c:v>44939</c:v>
                </c:pt>
                <c:pt idx="2570">
                  <c:v>44940</c:v>
                </c:pt>
                <c:pt idx="2571">
                  <c:v>44941</c:v>
                </c:pt>
                <c:pt idx="2572">
                  <c:v>44942</c:v>
                </c:pt>
                <c:pt idx="2573">
                  <c:v>44943</c:v>
                </c:pt>
                <c:pt idx="2574">
                  <c:v>44944</c:v>
                </c:pt>
                <c:pt idx="2575">
                  <c:v>44945</c:v>
                </c:pt>
                <c:pt idx="2576">
                  <c:v>44946</c:v>
                </c:pt>
                <c:pt idx="2577">
                  <c:v>44947</c:v>
                </c:pt>
                <c:pt idx="2578">
                  <c:v>44948</c:v>
                </c:pt>
                <c:pt idx="2579">
                  <c:v>44949</c:v>
                </c:pt>
                <c:pt idx="2580">
                  <c:v>44950</c:v>
                </c:pt>
                <c:pt idx="2581">
                  <c:v>44951</c:v>
                </c:pt>
                <c:pt idx="2582">
                  <c:v>44952</c:v>
                </c:pt>
                <c:pt idx="2583">
                  <c:v>44953</c:v>
                </c:pt>
                <c:pt idx="2584">
                  <c:v>44954</c:v>
                </c:pt>
                <c:pt idx="2585">
                  <c:v>44955</c:v>
                </c:pt>
                <c:pt idx="2586">
                  <c:v>44956</c:v>
                </c:pt>
                <c:pt idx="2587">
                  <c:v>44957</c:v>
                </c:pt>
                <c:pt idx="2588">
                  <c:v>44958</c:v>
                </c:pt>
                <c:pt idx="2589">
                  <c:v>44959</c:v>
                </c:pt>
                <c:pt idx="2590">
                  <c:v>44960</c:v>
                </c:pt>
                <c:pt idx="2591">
                  <c:v>44961</c:v>
                </c:pt>
                <c:pt idx="2592">
                  <c:v>44962</c:v>
                </c:pt>
                <c:pt idx="2593">
                  <c:v>44963</c:v>
                </c:pt>
                <c:pt idx="2594">
                  <c:v>44964</c:v>
                </c:pt>
                <c:pt idx="2595">
                  <c:v>44965</c:v>
                </c:pt>
                <c:pt idx="2596">
                  <c:v>44966</c:v>
                </c:pt>
                <c:pt idx="2597">
                  <c:v>44967</c:v>
                </c:pt>
                <c:pt idx="2598">
                  <c:v>44968</c:v>
                </c:pt>
                <c:pt idx="2599">
                  <c:v>44969</c:v>
                </c:pt>
                <c:pt idx="2600">
                  <c:v>44970</c:v>
                </c:pt>
                <c:pt idx="2601">
                  <c:v>44971</c:v>
                </c:pt>
                <c:pt idx="2602">
                  <c:v>44972</c:v>
                </c:pt>
                <c:pt idx="2603">
                  <c:v>44973</c:v>
                </c:pt>
                <c:pt idx="2604">
                  <c:v>44974</c:v>
                </c:pt>
                <c:pt idx="2605">
                  <c:v>44975</c:v>
                </c:pt>
                <c:pt idx="2606">
                  <c:v>44976</c:v>
                </c:pt>
                <c:pt idx="2607">
                  <c:v>44977</c:v>
                </c:pt>
                <c:pt idx="2608">
                  <c:v>44978</c:v>
                </c:pt>
                <c:pt idx="2609">
                  <c:v>44979</c:v>
                </c:pt>
                <c:pt idx="2610">
                  <c:v>44980</c:v>
                </c:pt>
                <c:pt idx="2611">
                  <c:v>44981</c:v>
                </c:pt>
                <c:pt idx="2612">
                  <c:v>44982</c:v>
                </c:pt>
                <c:pt idx="2613">
                  <c:v>44983</c:v>
                </c:pt>
                <c:pt idx="2614">
                  <c:v>44984</c:v>
                </c:pt>
                <c:pt idx="2615">
                  <c:v>44985</c:v>
                </c:pt>
                <c:pt idx="2616">
                  <c:v>44986</c:v>
                </c:pt>
                <c:pt idx="2617">
                  <c:v>44987</c:v>
                </c:pt>
                <c:pt idx="2618">
                  <c:v>44988</c:v>
                </c:pt>
                <c:pt idx="2619">
                  <c:v>44989</c:v>
                </c:pt>
                <c:pt idx="2620">
                  <c:v>44990</c:v>
                </c:pt>
                <c:pt idx="2621">
                  <c:v>44991</c:v>
                </c:pt>
                <c:pt idx="2622">
                  <c:v>44992</c:v>
                </c:pt>
                <c:pt idx="2623">
                  <c:v>44993</c:v>
                </c:pt>
                <c:pt idx="2624">
                  <c:v>44994</c:v>
                </c:pt>
                <c:pt idx="2625">
                  <c:v>44995</c:v>
                </c:pt>
                <c:pt idx="2626">
                  <c:v>44996</c:v>
                </c:pt>
                <c:pt idx="2627">
                  <c:v>44997</c:v>
                </c:pt>
                <c:pt idx="2628">
                  <c:v>44998</c:v>
                </c:pt>
                <c:pt idx="2629">
                  <c:v>44999</c:v>
                </c:pt>
                <c:pt idx="2630">
                  <c:v>45000</c:v>
                </c:pt>
                <c:pt idx="2631">
                  <c:v>45001</c:v>
                </c:pt>
                <c:pt idx="2632">
                  <c:v>45002</c:v>
                </c:pt>
                <c:pt idx="2633">
                  <c:v>45003</c:v>
                </c:pt>
                <c:pt idx="2634">
                  <c:v>45004</c:v>
                </c:pt>
                <c:pt idx="2635">
                  <c:v>45005</c:v>
                </c:pt>
                <c:pt idx="2636">
                  <c:v>45006</c:v>
                </c:pt>
                <c:pt idx="2637">
                  <c:v>45007</c:v>
                </c:pt>
                <c:pt idx="2638">
                  <c:v>45008</c:v>
                </c:pt>
                <c:pt idx="2639">
                  <c:v>45009</c:v>
                </c:pt>
                <c:pt idx="2640">
                  <c:v>45010</c:v>
                </c:pt>
                <c:pt idx="2641">
                  <c:v>45011</c:v>
                </c:pt>
                <c:pt idx="2642">
                  <c:v>45012</c:v>
                </c:pt>
                <c:pt idx="2643">
                  <c:v>45013</c:v>
                </c:pt>
                <c:pt idx="2644">
                  <c:v>45014</c:v>
                </c:pt>
                <c:pt idx="2645">
                  <c:v>45015</c:v>
                </c:pt>
                <c:pt idx="2646">
                  <c:v>45016</c:v>
                </c:pt>
                <c:pt idx="2647">
                  <c:v>45017</c:v>
                </c:pt>
                <c:pt idx="2648">
                  <c:v>45018</c:v>
                </c:pt>
                <c:pt idx="2649">
                  <c:v>45019</c:v>
                </c:pt>
                <c:pt idx="2650">
                  <c:v>45020</c:v>
                </c:pt>
                <c:pt idx="2651">
                  <c:v>45021</c:v>
                </c:pt>
                <c:pt idx="2652">
                  <c:v>45022</c:v>
                </c:pt>
                <c:pt idx="2653">
                  <c:v>45023</c:v>
                </c:pt>
                <c:pt idx="2654">
                  <c:v>45024</c:v>
                </c:pt>
                <c:pt idx="2655">
                  <c:v>45025</c:v>
                </c:pt>
                <c:pt idx="2656">
                  <c:v>45026</c:v>
                </c:pt>
                <c:pt idx="2657">
                  <c:v>45027</c:v>
                </c:pt>
                <c:pt idx="2658">
                  <c:v>45028</c:v>
                </c:pt>
                <c:pt idx="2659">
                  <c:v>45029</c:v>
                </c:pt>
                <c:pt idx="2660">
                  <c:v>45030</c:v>
                </c:pt>
                <c:pt idx="2661">
                  <c:v>45031</c:v>
                </c:pt>
                <c:pt idx="2662">
                  <c:v>45032</c:v>
                </c:pt>
                <c:pt idx="2663">
                  <c:v>45033</c:v>
                </c:pt>
                <c:pt idx="2664">
                  <c:v>45034</c:v>
                </c:pt>
                <c:pt idx="2665">
                  <c:v>45035</c:v>
                </c:pt>
                <c:pt idx="2666">
                  <c:v>45036</c:v>
                </c:pt>
                <c:pt idx="2667">
                  <c:v>45037</c:v>
                </c:pt>
                <c:pt idx="2668">
                  <c:v>45038</c:v>
                </c:pt>
                <c:pt idx="2669">
                  <c:v>45039</c:v>
                </c:pt>
                <c:pt idx="2670">
                  <c:v>45040</c:v>
                </c:pt>
                <c:pt idx="2671">
                  <c:v>45041</c:v>
                </c:pt>
                <c:pt idx="2672">
                  <c:v>45042</c:v>
                </c:pt>
                <c:pt idx="2673">
                  <c:v>45043</c:v>
                </c:pt>
                <c:pt idx="2674">
                  <c:v>45044</c:v>
                </c:pt>
                <c:pt idx="2675">
                  <c:v>45045</c:v>
                </c:pt>
                <c:pt idx="2676">
                  <c:v>45046</c:v>
                </c:pt>
                <c:pt idx="2677">
                  <c:v>45047</c:v>
                </c:pt>
                <c:pt idx="2678">
                  <c:v>45048</c:v>
                </c:pt>
                <c:pt idx="2679">
                  <c:v>45049</c:v>
                </c:pt>
                <c:pt idx="2680">
                  <c:v>45050</c:v>
                </c:pt>
                <c:pt idx="2681">
                  <c:v>45051</c:v>
                </c:pt>
                <c:pt idx="2682">
                  <c:v>45052</c:v>
                </c:pt>
                <c:pt idx="2683">
                  <c:v>45053</c:v>
                </c:pt>
                <c:pt idx="2684">
                  <c:v>45054</c:v>
                </c:pt>
                <c:pt idx="2685">
                  <c:v>45055</c:v>
                </c:pt>
                <c:pt idx="2686">
                  <c:v>45056</c:v>
                </c:pt>
                <c:pt idx="2687">
                  <c:v>45057</c:v>
                </c:pt>
                <c:pt idx="2688">
                  <c:v>45058</c:v>
                </c:pt>
                <c:pt idx="2689">
                  <c:v>45059</c:v>
                </c:pt>
                <c:pt idx="2690">
                  <c:v>45060</c:v>
                </c:pt>
                <c:pt idx="2691">
                  <c:v>45061</c:v>
                </c:pt>
                <c:pt idx="2692">
                  <c:v>45062</c:v>
                </c:pt>
                <c:pt idx="2693">
                  <c:v>45063</c:v>
                </c:pt>
                <c:pt idx="2694">
                  <c:v>45064</c:v>
                </c:pt>
                <c:pt idx="2695">
                  <c:v>45065</c:v>
                </c:pt>
                <c:pt idx="2696">
                  <c:v>45066</c:v>
                </c:pt>
                <c:pt idx="2697">
                  <c:v>45067</c:v>
                </c:pt>
                <c:pt idx="2698">
                  <c:v>45068</c:v>
                </c:pt>
                <c:pt idx="2699">
                  <c:v>45069</c:v>
                </c:pt>
                <c:pt idx="2700">
                  <c:v>45070</c:v>
                </c:pt>
                <c:pt idx="2701">
                  <c:v>45071</c:v>
                </c:pt>
                <c:pt idx="2702">
                  <c:v>45072</c:v>
                </c:pt>
                <c:pt idx="2703">
                  <c:v>45073</c:v>
                </c:pt>
                <c:pt idx="2704">
                  <c:v>45074</c:v>
                </c:pt>
                <c:pt idx="2705">
                  <c:v>45075</c:v>
                </c:pt>
                <c:pt idx="2706">
                  <c:v>45076</c:v>
                </c:pt>
                <c:pt idx="2707">
                  <c:v>45077</c:v>
                </c:pt>
                <c:pt idx="2708">
                  <c:v>45078</c:v>
                </c:pt>
                <c:pt idx="2709">
                  <c:v>45079</c:v>
                </c:pt>
                <c:pt idx="2710">
                  <c:v>45080</c:v>
                </c:pt>
                <c:pt idx="2711">
                  <c:v>45081</c:v>
                </c:pt>
                <c:pt idx="2712">
                  <c:v>45082</c:v>
                </c:pt>
                <c:pt idx="2713">
                  <c:v>45083</c:v>
                </c:pt>
                <c:pt idx="2714">
                  <c:v>45084</c:v>
                </c:pt>
                <c:pt idx="2715">
                  <c:v>45085</c:v>
                </c:pt>
                <c:pt idx="2716">
                  <c:v>45086</c:v>
                </c:pt>
                <c:pt idx="2717">
                  <c:v>45087</c:v>
                </c:pt>
                <c:pt idx="2718">
                  <c:v>45088</c:v>
                </c:pt>
                <c:pt idx="2719">
                  <c:v>45089</c:v>
                </c:pt>
                <c:pt idx="2720">
                  <c:v>45090</c:v>
                </c:pt>
                <c:pt idx="2721">
                  <c:v>45091</c:v>
                </c:pt>
                <c:pt idx="2722">
                  <c:v>45092</c:v>
                </c:pt>
                <c:pt idx="2723">
                  <c:v>45093</c:v>
                </c:pt>
                <c:pt idx="2724">
                  <c:v>45094</c:v>
                </c:pt>
                <c:pt idx="2725">
                  <c:v>45095</c:v>
                </c:pt>
                <c:pt idx="2726">
                  <c:v>45096</c:v>
                </c:pt>
                <c:pt idx="2727">
                  <c:v>45097</c:v>
                </c:pt>
                <c:pt idx="2728">
                  <c:v>45098</c:v>
                </c:pt>
                <c:pt idx="2729">
                  <c:v>45099</c:v>
                </c:pt>
                <c:pt idx="2730">
                  <c:v>45100</c:v>
                </c:pt>
                <c:pt idx="2731">
                  <c:v>45101</c:v>
                </c:pt>
                <c:pt idx="2732">
                  <c:v>45102</c:v>
                </c:pt>
                <c:pt idx="2733">
                  <c:v>45103</c:v>
                </c:pt>
                <c:pt idx="2734">
                  <c:v>45104</c:v>
                </c:pt>
                <c:pt idx="2735">
                  <c:v>45105</c:v>
                </c:pt>
                <c:pt idx="2736">
                  <c:v>45106</c:v>
                </c:pt>
                <c:pt idx="2737">
                  <c:v>45107</c:v>
                </c:pt>
                <c:pt idx="2738">
                  <c:v>45108</c:v>
                </c:pt>
                <c:pt idx="2739">
                  <c:v>45109</c:v>
                </c:pt>
                <c:pt idx="2740">
                  <c:v>45110</c:v>
                </c:pt>
                <c:pt idx="2741">
                  <c:v>45111</c:v>
                </c:pt>
                <c:pt idx="2742">
                  <c:v>45112</c:v>
                </c:pt>
                <c:pt idx="2743">
                  <c:v>45113</c:v>
                </c:pt>
                <c:pt idx="2744">
                  <c:v>45114</c:v>
                </c:pt>
                <c:pt idx="2745">
                  <c:v>45115</c:v>
                </c:pt>
                <c:pt idx="2746">
                  <c:v>45116</c:v>
                </c:pt>
                <c:pt idx="2747">
                  <c:v>45117</c:v>
                </c:pt>
                <c:pt idx="2748">
                  <c:v>45118</c:v>
                </c:pt>
                <c:pt idx="2749">
                  <c:v>45119</c:v>
                </c:pt>
                <c:pt idx="2750">
                  <c:v>45120</c:v>
                </c:pt>
                <c:pt idx="2751">
                  <c:v>45121</c:v>
                </c:pt>
                <c:pt idx="2752">
                  <c:v>45122</c:v>
                </c:pt>
                <c:pt idx="2753">
                  <c:v>45123</c:v>
                </c:pt>
                <c:pt idx="2754">
                  <c:v>45124</c:v>
                </c:pt>
                <c:pt idx="2755">
                  <c:v>45125</c:v>
                </c:pt>
                <c:pt idx="2756">
                  <c:v>45126</c:v>
                </c:pt>
                <c:pt idx="2757">
                  <c:v>45127</c:v>
                </c:pt>
                <c:pt idx="2758">
                  <c:v>45128</c:v>
                </c:pt>
                <c:pt idx="2759">
                  <c:v>45129</c:v>
                </c:pt>
                <c:pt idx="2760">
                  <c:v>45130</c:v>
                </c:pt>
                <c:pt idx="2761">
                  <c:v>45131</c:v>
                </c:pt>
                <c:pt idx="2762">
                  <c:v>45132</c:v>
                </c:pt>
                <c:pt idx="2763">
                  <c:v>45133</c:v>
                </c:pt>
                <c:pt idx="2764">
                  <c:v>45134</c:v>
                </c:pt>
                <c:pt idx="2765">
                  <c:v>45135</c:v>
                </c:pt>
                <c:pt idx="2766">
                  <c:v>45136</c:v>
                </c:pt>
                <c:pt idx="2767">
                  <c:v>45137</c:v>
                </c:pt>
                <c:pt idx="2768">
                  <c:v>45138</c:v>
                </c:pt>
                <c:pt idx="2769">
                  <c:v>45139</c:v>
                </c:pt>
                <c:pt idx="2770">
                  <c:v>45140</c:v>
                </c:pt>
                <c:pt idx="2771">
                  <c:v>45141</c:v>
                </c:pt>
                <c:pt idx="2772">
                  <c:v>45142</c:v>
                </c:pt>
                <c:pt idx="2773">
                  <c:v>45143</c:v>
                </c:pt>
                <c:pt idx="2774">
                  <c:v>45144</c:v>
                </c:pt>
                <c:pt idx="2775">
                  <c:v>45145</c:v>
                </c:pt>
                <c:pt idx="2776">
                  <c:v>45146</c:v>
                </c:pt>
                <c:pt idx="2777">
                  <c:v>45147</c:v>
                </c:pt>
                <c:pt idx="2778">
                  <c:v>45148</c:v>
                </c:pt>
                <c:pt idx="2779">
                  <c:v>45149</c:v>
                </c:pt>
                <c:pt idx="2780">
                  <c:v>45150</c:v>
                </c:pt>
                <c:pt idx="2781">
                  <c:v>45151</c:v>
                </c:pt>
                <c:pt idx="2782">
                  <c:v>45152</c:v>
                </c:pt>
                <c:pt idx="2783">
                  <c:v>45153</c:v>
                </c:pt>
                <c:pt idx="2784">
                  <c:v>45154</c:v>
                </c:pt>
                <c:pt idx="2785">
                  <c:v>45155</c:v>
                </c:pt>
                <c:pt idx="2786">
                  <c:v>45156</c:v>
                </c:pt>
                <c:pt idx="2787">
                  <c:v>45157</c:v>
                </c:pt>
                <c:pt idx="2788">
                  <c:v>45158</c:v>
                </c:pt>
                <c:pt idx="2789">
                  <c:v>45159</c:v>
                </c:pt>
                <c:pt idx="2790">
                  <c:v>45160</c:v>
                </c:pt>
                <c:pt idx="2791">
                  <c:v>45161</c:v>
                </c:pt>
                <c:pt idx="2792">
                  <c:v>45162</c:v>
                </c:pt>
                <c:pt idx="2793">
                  <c:v>45163</c:v>
                </c:pt>
                <c:pt idx="2794">
                  <c:v>45164</c:v>
                </c:pt>
                <c:pt idx="2795">
                  <c:v>45165</c:v>
                </c:pt>
                <c:pt idx="2796">
                  <c:v>45166</c:v>
                </c:pt>
                <c:pt idx="2797">
                  <c:v>45167</c:v>
                </c:pt>
                <c:pt idx="2798">
                  <c:v>45168</c:v>
                </c:pt>
                <c:pt idx="2799">
                  <c:v>45169</c:v>
                </c:pt>
                <c:pt idx="2800">
                  <c:v>45170</c:v>
                </c:pt>
                <c:pt idx="2801">
                  <c:v>45171</c:v>
                </c:pt>
                <c:pt idx="2802">
                  <c:v>45172</c:v>
                </c:pt>
                <c:pt idx="2803">
                  <c:v>45173</c:v>
                </c:pt>
                <c:pt idx="2804">
                  <c:v>45174</c:v>
                </c:pt>
                <c:pt idx="2805">
                  <c:v>45175</c:v>
                </c:pt>
                <c:pt idx="2806">
                  <c:v>45176</c:v>
                </c:pt>
                <c:pt idx="2807">
                  <c:v>45177</c:v>
                </c:pt>
                <c:pt idx="2808">
                  <c:v>45178</c:v>
                </c:pt>
                <c:pt idx="2809">
                  <c:v>45179</c:v>
                </c:pt>
                <c:pt idx="2810">
                  <c:v>45180</c:v>
                </c:pt>
                <c:pt idx="2811">
                  <c:v>45181</c:v>
                </c:pt>
                <c:pt idx="2812">
                  <c:v>45182</c:v>
                </c:pt>
                <c:pt idx="2813">
                  <c:v>45183</c:v>
                </c:pt>
                <c:pt idx="2814">
                  <c:v>45184</c:v>
                </c:pt>
                <c:pt idx="2815">
                  <c:v>45185</c:v>
                </c:pt>
                <c:pt idx="2816">
                  <c:v>45186</c:v>
                </c:pt>
                <c:pt idx="2817">
                  <c:v>45187</c:v>
                </c:pt>
                <c:pt idx="2818">
                  <c:v>45188</c:v>
                </c:pt>
                <c:pt idx="2819">
                  <c:v>45189</c:v>
                </c:pt>
                <c:pt idx="2820">
                  <c:v>45190</c:v>
                </c:pt>
                <c:pt idx="2821">
                  <c:v>45191</c:v>
                </c:pt>
                <c:pt idx="2822">
                  <c:v>45192</c:v>
                </c:pt>
                <c:pt idx="2823">
                  <c:v>45193</c:v>
                </c:pt>
                <c:pt idx="2824">
                  <c:v>45194</c:v>
                </c:pt>
                <c:pt idx="2825">
                  <c:v>45195</c:v>
                </c:pt>
                <c:pt idx="2826">
                  <c:v>45196</c:v>
                </c:pt>
                <c:pt idx="2827">
                  <c:v>45197</c:v>
                </c:pt>
                <c:pt idx="2828">
                  <c:v>45198</c:v>
                </c:pt>
                <c:pt idx="2829">
                  <c:v>45199</c:v>
                </c:pt>
                <c:pt idx="2830">
                  <c:v>45200</c:v>
                </c:pt>
                <c:pt idx="2831">
                  <c:v>45201</c:v>
                </c:pt>
                <c:pt idx="2832">
                  <c:v>45202</c:v>
                </c:pt>
                <c:pt idx="2833">
                  <c:v>45203</c:v>
                </c:pt>
                <c:pt idx="2834">
                  <c:v>45204</c:v>
                </c:pt>
                <c:pt idx="2835">
                  <c:v>45205</c:v>
                </c:pt>
                <c:pt idx="2836">
                  <c:v>45206</c:v>
                </c:pt>
                <c:pt idx="2837">
                  <c:v>45207</c:v>
                </c:pt>
                <c:pt idx="2838">
                  <c:v>45208</c:v>
                </c:pt>
                <c:pt idx="2839">
                  <c:v>45209</c:v>
                </c:pt>
                <c:pt idx="2840">
                  <c:v>45210</c:v>
                </c:pt>
                <c:pt idx="2841">
                  <c:v>45211</c:v>
                </c:pt>
                <c:pt idx="2842">
                  <c:v>45212</c:v>
                </c:pt>
                <c:pt idx="2843">
                  <c:v>45213</c:v>
                </c:pt>
                <c:pt idx="2844">
                  <c:v>45214</c:v>
                </c:pt>
                <c:pt idx="2845">
                  <c:v>45215</c:v>
                </c:pt>
                <c:pt idx="2846">
                  <c:v>45216</c:v>
                </c:pt>
                <c:pt idx="2847">
                  <c:v>45217</c:v>
                </c:pt>
                <c:pt idx="2848">
                  <c:v>45218</c:v>
                </c:pt>
                <c:pt idx="2849">
                  <c:v>45219</c:v>
                </c:pt>
                <c:pt idx="2850">
                  <c:v>45220</c:v>
                </c:pt>
                <c:pt idx="2851">
                  <c:v>45221</c:v>
                </c:pt>
                <c:pt idx="2852">
                  <c:v>45222</c:v>
                </c:pt>
                <c:pt idx="2853">
                  <c:v>45223</c:v>
                </c:pt>
                <c:pt idx="2854">
                  <c:v>45224</c:v>
                </c:pt>
                <c:pt idx="2855">
                  <c:v>45225</c:v>
                </c:pt>
                <c:pt idx="2856">
                  <c:v>45226</c:v>
                </c:pt>
                <c:pt idx="2857">
                  <c:v>45227</c:v>
                </c:pt>
                <c:pt idx="2858">
                  <c:v>45228</c:v>
                </c:pt>
                <c:pt idx="2859">
                  <c:v>45229</c:v>
                </c:pt>
                <c:pt idx="2860">
                  <c:v>45230</c:v>
                </c:pt>
                <c:pt idx="2861">
                  <c:v>45231</c:v>
                </c:pt>
                <c:pt idx="2862">
                  <c:v>45232</c:v>
                </c:pt>
                <c:pt idx="2863">
                  <c:v>45233</c:v>
                </c:pt>
                <c:pt idx="2864">
                  <c:v>45234</c:v>
                </c:pt>
                <c:pt idx="2865">
                  <c:v>45235</c:v>
                </c:pt>
                <c:pt idx="2866">
                  <c:v>45236</c:v>
                </c:pt>
                <c:pt idx="2867">
                  <c:v>45237</c:v>
                </c:pt>
                <c:pt idx="2868">
                  <c:v>45238</c:v>
                </c:pt>
                <c:pt idx="2869">
                  <c:v>45239</c:v>
                </c:pt>
                <c:pt idx="2870">
                  <c:v>45240</c:v>
                </c:pt>
                <c:pt idx="2871">
                  <c:v>45241</c:v>
                </c:pt>
                <c:pt idx="2872">
                  <c:v>45242</c:v>
                </c:pt>
                <c:pt idx="2873">
                  <c:v>45243</c:v>
                </c:pt>
                <c:pt idx="2874">
                  <c:v>45244</c:v>
                </c:pt>
                <c:pt idx="2875">
                  <c:v>45245</c:v>
                </c:pt>
                <c:pt idx="2876">
                  <c:v>45246</c:v>
                </c:pt>
                <c:pt idx="2877">
                  <c:v>45247</c:v>
                </c:pt>
                <c:pt idx="2878">
                  <c:v>45248</c:v>
                </c:pt>
                <c:pt idx="2879">
                  <c:v>45249</c:v>
                </c:pt>
                <c:pt idx="2880">
                  <c:v>45250</c:v>
                </c:pt>
                <c:pt idx="2881">
                  <c:v>45251</c:v>
                </c:pt>
                <c:pt idx="2882">
                  <c:v>45252</c:v>
                </c:pt>
                <c:pt idx="2883">
                  <c:v>45253</c:v>
                </c:pt>
                <c:pt idx="2884">
                  <c:v>45254</c:v>
                </c:pt>
                <c:pt idx="2885">
                  <c:v>45255</c:v>
                </c:pt>
                <c:pt idx="2886">
                  <c:v>45256</c:v>
                </c:pt>
                <c:pt idx="2887">
                  <c:v>45257</c:v>
                </c:pt>
                <c:pt idx="2888">
                  <c:v>45258</c:v>
                </c:pt>
                <c:pt idx="2889">
                  <c:v>45259</c:v>
                </c:pt>
                <c:pt idx="2890">
                  <c:v>45260</c:v>
                </c:pt>
                <c:pt idx="2891">
                  <c:v>45261</c:v>
                </c:pt>
                <c:pt idx="2892">
                  <c:v>45262</c:v>
                </c:pt>
                <c:pt idx="2893">
                  <c:v>45263</c:v>
                </c:pt>
                <c:pt idx="2894">
                  <c:v>45264</c:v>
                </c:pt>
                <c:pt idx="2895">
                  <c:v>45265</c:v>
                </c:pt>
                <c:pt idx="2896">
                  <c:v>45266</c:v>
                </c:pt>
                <c:pt idx="2897">
                  <c:v>45267</c:v>
                </c:pt>
                <c:pt idx="2898">
                  <c:v>45268</c:v>
                </c:pt>
                <c:pt idx="2899">
                  <c:v>45269</c:v>
                </c:pt>
                <c:pt idx="2900">
                  <c:v>45270</c:v>
                </c:pt>
                <c:pt idx="2901">
                  <c:v>45271</c:v>
                </c:pt>
                <c:pt idx="2902">
                  <c:v>45272</c:v>
                </c:pt>
                <c:pt idx="2903">
                  <c:v>45273</c:v>
                </c:pt>
                <c:pt idx="2904">
                  <c:v>45274</c:v>
                </c:pt>
                <c:pt idx="2905">
                  <c:v>45275</c:v>
                </c:pt>
                <c:pt idx="2906">
                  <c:v>45276</c:v>
                </c:pt>
                <c:pt idx="2907">
                  <c:v>45277</c:v>
                </c:pt>
                <c:pt idx="2908">
                  <c:v>45278</c:v>
                </c:pt>
                <c:pt idx="2909">
                  <c:v>45279</c:v>
                </c:pt>
                <c:pt idx="2910">
                  <c:v>45280</c:v>
                </c:pt>
                <c:pt idx="2911">
                  <c:v>45281</c:v>
                </c:pt>
                <c:pt idx="2912">
                  <c:v>45282</c:v>
                </c:pt>
                <c:pt idx="2913">
                  <c:v>45283</c:v>
                </c:pt>
                <c:pt idx="2914">
                  <c:v>45284</c:v>
                </c:pt>
                <c:pt idx="2915">
                  <c:v>45285</c:v>
                </c:pt>
                <c:pt idx="2916">
                  <c:v>45286</c:v>
                </c:pt>
                <c:pt idx="2917">
                  <c:v>45287</c:v>
                </c:pt>
                <c:pt idx="2918">
                  <c:v>45288</c:v>
                </c:pt>
                <c:pt idx="2919">
                  <c:v>45289</c:v>
                </c:pt>
                <c:pt idx="2920">
                  <c:v>45290</c:v>
                </c:pt>
                <c:pt idx="2921">
                  <c:v>45291</c:v>
                </c:pt>
                <c:pt idx="2922">
                  <c:v>45292</c:v>
                </c:pt>
                <c:pt idx="2923">
                  <c:v>45293</c:v>
                </c:pt>
                <c:pt idx="2924">
                  <c:v>45294</c:v>
                </c:pt>
                <c:pt idx="2925">
                  <c:v>45295</c:v>
                </c:pt>
                <c:pt idx="2926">
                  <c:v>45296</c:v>
                </c:pt>
                <c:pt idx="2927">
                  <c:v>45297</c:v>
                </c:pt>
                <c:pt idx="2928">
                  <c:v>45298</c:v>
                </c:pt>
                <c:pt idx="2929">
                  <c:v>45299</c:v>
                </c:pt>
                <c:pt idx="2930">
                  <c:v>45300</c:v>
                </c:pt>
                <c:pt idx="2931">
                  <c:v>45301</c:v>
                </c:pt>
                <c:pt idx="2932">
                  <c:v>45302</c:v>
                </c:pt>
                <c:pt idx="2933">
                  <c:v>45303</c:v>
                </c:pt>
                <c:pt idx="2934">
                  <c:v>45304</c:v>
                </c:pt>
                <c:pt idx="2935">
                  <c:v>45305</c:v>
                </c:pt>
                <c:pt idx="2936">
                  <c:v>45306</c:v>
                </c:pt>
                <c:pt idx="2937">
                  <c:v>45307</c:v>
                </c:pt>
                <c:pt idx="2938">
                  <c:v>45308</c:v>
                </c:pt>
                <c:pt idx="2939">
                  <c:v>45309</c:v>
                </c:pt>
                <c:pt idx="2940">
                  <c:v>45310</c:v>
                </c:pt>
                <c:pt idx="2941">
                  <c:v>45311</c:v>
                </c:pt>
                <c:pt idx="2942">
                  <c:v>45312</c:v>
                </c:pt>
                <c:pt idx="2943">
                  <c:v>45313</c:v>
                </c:pt>
                <c:pt idx="2944">
                  <c:v>45314</c:v>
                </c:pt>
                <c:pt idx="2945">
                  <c:v>45315</c:v>
                </c:pt>
                <c:pt idx="2946">
                  <c:v>45316</c:v>
                </c:pt>
                <c:pt idx="2947">
                  <c:v>45317</c:v>
                </c:pt>
                <c:pt idx="2948">
                  <c:v>45318</c:v>
                </c:pt>
                <c:pt idx="2949">
                  <c:v>45319</c:v>
                </c:pt>
                <c:pt idx="2950">
                  <c:v>45320</c:v>
                </c:pt>
                <c:pt idx="2951">
                  <c:v>45321</c:v>
                </c:pt>
                <c:pt idx="2952">
                  <c:v>45322</c:v>
                </c:pt>
                <c:pt idx="2953">
                  <c:v>45323</c:v>
                </c:pt>
                <c:pt idx="2954">
                  <c:v>45324</c:v>
                </c:pt>
                <c:pt idx="2955">
                  <c:v>45325</c:v>
                </c:pt>
                <c:pt idx="2956">
                  <c:v>45326</c:v>
                </c:pt>
                <c:pt idx="2957">
                  <c:v>45327</c:v>
                </c:pt>
                <c:pt idx="2958">
                  <c:v>45328</c:v>
                </c:pt>
                <c:pt idx="2959">
                  <c:v>45329</c:v>
                </c:pt>
                <c:pt idx="2960">
                  <c:v>45330</c:v>
                </c:pt>
                <c:pt idx="2961">
                  <c:v>45331</c:v>
                </c:pt>
                <c:pt idx="2962">
                  <c:v>45332</c:v>
                </c:pt>
                <c:pt idx="2963">
                  <c:v>45333</c:v>
                </c:pt>
                <c:pt idx="2964">
                  <c:v>45334</c:v>
                </c:pt>
                <c:pt idx="2965">
                  <c:v>45335</c:v>
                </c:pt>
                <c:pt idx="2966">
                  <c:v>45336</c:v>
                </c:pt>
                <c:pt idx="2967">
                  <c:v>45337</c:v>
                </c:pt>
                <c:pt idx="2968">
                  <c:v>45338</c:v>
                </c:pt>
                <c:pt idx="2969">
                  <c:v>45339</c:v>
                </c:pt>
                <c:pt idx="2970">
                  <c:v>45340</c:v>
                </c:pt>
                <c:pt idx="2971">
                  <c:v>45341</c:v>
                </c:pt>
                <c:pt idx="2972">
                  <c:v>45342</c:v>
                </c:pt>
                <c:pt idx="2973">
                  <c:v>45343</c:v>
                </c:pt>
                <c:pt idx="2974">
                  <c:v>45344</c:v>
                </c:pt>
                <c:pt idx="2975">
                  <c:v>45345</c:v>
                </c:pt>
                <c:pt idx="2976">
                  <c:v>45346</c:v>
                </c:pt>
                <c:pt idx="2977">
                  <c:v>45347</c:v>
                </c:pt>
                <c:pt idx="2978">
                  <c:v>45348</c:v>
                </c:pt>
                <c:pt idx="2979">
                  <c:v>45349</c:v>
                </c:pt>
                <c:pt idx="2980">
                  <c:v>45350</c:v>
                </c:pt>
                <c:pt idx="2981">
                  <c:v>45351</c:v>
                </c:pt>
                <c:pt idx="2982">
                  <c:v>45352</c:v>
                </c:pt>
                <c:pt idx="2983">
                  <c:v>45353</c:v>
                </c:pt>
                <c:pt idx="2984">
                  <c:v>45354</c:v>
                </c:pt>
                <c:pt idx="2985">
                  <c:v>45355</c:v>
                </c:pt>
                <c:pt idx="2986">
                  <c:v>45356</c:v>
                </c:pt>
                <c:pt idx="2987">
                  <c:v>45357</c:v>
                </c:pt>
                <c:pt idx="2988">
                  <c:v>45358</c:v>
                </c:pt>
                <c:pt idx="2989">
                  <c:v>45359</c:v>
                </c:pt>
                <c:pt idx="2990">
                  <c:v>45360</c:v>
                </c:pt>
                <c:pt idx="2991">
                  <c:v>45361</c:v>
                </c:pt>
                <c:pt idx="2992">
                  <c:v>45362</c:v>
                </c:pt>
                <c:pt idx="2993">
                  <c:v>45363</c:v>
                </c:pt>
                <c:pt idx="2994">
                  <c:v>45364</c:v>
                </c:pt>
                <c:pt idx="2995">
                  <c:v>45365</c:v>
                </c:pt>
                <c:pt idx="2996">
                  <c:v>45366</c:v>
                </c:pt>
                <c:pt idx="2997">
                  <c:v>45367</c:v>
                </c:pt>
                <c:pt idx="2998">
                  <c:v>45368</c:v>
                </c:pt>
                <c:pt idx="2999">
                  <c:v>45369</c:v>
                </c:pt>
                <c:pt idx="3000">
                  <c:v>45370</c:v>
                </c:pt>
                <c:pt idx="3001">
                  <c:v>45371</c:v>
                </c:pt>
                <c:pt idx="3002">
                  <c:v>45372</c:v>
                </c:pt>
                <c:pt idx="3003">
                  <c:v>45373</c:v>
                </c:pt>
                <c:pt idx="3004">
                  <c:v>45374</c:v>
                </c:pt>
                <c:pt idx="3005">
                  <c:v>45375</c:v>
                </c:pt>
                <c:pt idx="3006">
                  <c:v>45376</c:v>
                </c:pt>
                <c:pt idx="3007">
                  <c:v>45377</c:v>
                </c:pt>
                <c:pt idx="3008">
                  <c:v>45378</c:v>
                </c:pt>
                <c:pt idx="3009">
                  <c:v>45379</c:v>
                </c:pt>
                <c:pt idx="3010">
                  <c:v>45380</c:v>
                </c:pt>
                <c:pt idx="3011">
                  <c:v>45381</c:v>
                </c:pt>
                <c:pt idx="3012">
                  <c:v>45382</c:v>
                </c:pt>
                <c:pt idx="3013">
                  <c:v>45383</c:v>
                </c:pt>
                <c:pt idx="3014">
                  <c:v>45384</c:v>
                </c:pt>
                <c:pt idx="3015">
                  <c:v>45385</c:v>
                </c:pt>
                <c:pt idx="3016">
                  <c:v>45386</c:v>
                </c:pt>
                <c:pt idx="3017">
                  <c:v>45387</c:v>
                </c:pt>
                <c:pt idx="3018">
                  <c:v>45388</c:v>
                </c:pt>
                <c:pt idx="3019">
                  <c:v>45389</c:v>
                </c:pt>
                <c:pt idx="3020">
                  <c:v>45390</c:v>
                </c:pt>
                <c:pt idx="3021">
                  <c:v>45391</c:v>
                </c:pt>
                <c:pt idx="3022">
                  <c:v>45392</c:v>
                </c:pt>
                <c:pt idx="3023">
                  <c:v>45393</c:v>
                </c:pt>
                <c:pt idx="3024">
                  <c:v>45394</c:v>
                </c:pt>
                <c:pt idx="3025">
                  <c:v>45395</c:v>
                </c:pt>
                <c:pt idx="3026">
                  <c:v>45396</c:v>
                </c:pt>
                <c:pt idx="3027">
                  <c:v>45397</c:v>
                </c:pt>
                <c:pt idx="3028">
                  <c:v>45398</c:v>
                </c:pt>
                <c:pt idx="3029">
                  <c:v>45399</c:v>
                </c:pt>
                <c:pt idx="3030">
                  <c:v>45400</c:v>
                </c:pt>
                <c:pt idx="3031">
                  <c:v>45401</c:v>
                </c:pt>
                <c:pt idx="3032">
                  <c:v>45402</c:v>
                </c:pt>
                <c:pt idx="3033">
                  <c:v>45403</c:v>
                </c:pt>
                <c:pt idx="3034">
                  <c:v>45404</c:v>
                </c:pt>
                <c:pt idx="3035">
                  <c:v>45405</c:v>
                </c:pt>
                <c:pt idx="3036">
                  <c:v>45406</c:v>
                </c:pt>
                <c:pt idx="3037">
                  <c:v>45407</c:v>
                </c:pt>
                <c:pt idx="3038">
                  <c:v>45408</c:v>
                </c:pt>
                <c:pt idx="3039">
                  <c:v>45409</c:v>
                </c:pt>
                <c:pt idx="3040">
                  <c:v>45410</c:v>
                </c:pt>
                <c:pt idx="3041">
                  <c:v>45411</c:v>
                </c:pt>
                <c:pt idx="3042">
                  <c:v>45412</c:v>
                </c:pt>
                <c:pt idx="3043">
                  <c:v>45413</c:v>
                </c:pt>
                <c:pt idx="3044">
                  <c:v>45414</c:v>
                </c:pt>
                <c:pt idx="3045">
                  <c:v>45415</c:v>
                </c:pt>
                <c:pt idx="3046">
                  <c:v>45416</c:v>
                </c:pt>
                <c:pt idx="3047">
                  <c:v>45417</c:v>
                </c:pt>
                <c:pt idx="3048">
                  <c:v>45418</c:v>
                </c:pt>
                <c:pt idx="3049">
                  <c:v>45419</c:v>
                </c:pt>
                <c:pt idx="3050">
                  <c:v>45420</c:v>
                </c:pt>
                <c:pt idx="3051">
                  <c:v>45421</c:v>
                </c:pt>
                <c:pt idx="3052">
                  <c:v>45422</c:v>
                </c:pt>
                <c:pt idx="3053">
                  <c:v>45423</c:v>
                </c:pt>
                <c:pt idx="3054">
                  <c:v>45424</c:v>
                </c:pt>
                <c:pt idx="3055">
                  <c:v>45425</c:v>
                </c:pt>
                <c:pt idx="3056">
                  <c:v>45426</c:v>
                </c:pt>
                <c:pt idx="3057">
                  <c:v>45427</c:v>
                </c:pt>
                <c:pt idx="3058">
                  <c:v>45428</c:v>
                </c:pt>
                <c:pt idx="3059">
                  <c:v>45429</c:v>
                </c:pt>
                <c:pt idx="3060">
                  <c:v>45430</c:v>
                </c:pt>
                <c:pt idx="3061">
                  <c:v>45431</c:v>
                </c:pt>
                <c:pt idx="3062">
                  <c:v>45432</c:v>
                </c:pt>
                <c:pt idx="3063">
                  <c:v>45433</c:v>
                </c:pt>
                <c:pt idx="3064">
                  <c:v>45434</c:v>
                </c:pt>
                <c:pt idx="3065">
                  <c:v>45435</c:v>
                </c:pt>
                <c:pt idx="3066">
                  <c:v>45436</c:v>
                </c:pt>
                <c:pt idx="3067">
                  <c:v>45437</c:v>
                </c:pt>
                <c:pt idx="3068">
                  <c:v>45438</c:v>
                </c:pt>
                <c:pt idx="3069">
                  <c:v>45439</c:v>
                </c:pt>
                <c:pt idx="3070">
                  <c:v>45440</c:v>
                </c:pt>
                <c:pt idx="3071">
                  <c:v>45441</c:v>
                </c:pt>
                <c:pt idx="3072">
                  <c:v>45442</c:v>
                </c:pt>
                <c:pt idx="3073">
                  <c:v>45443</c:v>
                </c:pt>
                <c:pt idx="3074">
                  <c:v>45444</c:v>
                </c:pt>
                <c:pt idx="3075">
                  <c:v>45445</c:v>
                </c:pt>
                <c:pt idx="3076">
                  <c:v>45446</c:v>
                </c:pt>
                <c:pt idx="3077">
                  <c:v>45447</c:v>
                </c:pt>
                <c:pt idx="3078">
                  <c:v>45448</c:v>
                </c:pt>
                <c:pt idx="3079">
                  <c:v>45449</c:v>
                </c:pt>
                <c:pt idx="3080">
                  <c:v>45450</c:v>
                </c:pt>
                <c:pt idx="3081">
                  <c:v>45451</c:v>
                </c:pt>
                <c:pt idx="3082">
                  <c:v>45452</c:v>
                </c:pt>
                <c:pt idx="3083">
                  <c:v>45453</c:v>
                </c:pt>
                <c:pt idx="3084">
                  <c:v>45454</c:v>
                </c:pt>
                <c:pt idx="3085">
                  <c:v>45455</c:v>
                </c:pt>
                <c:pt idx="3086">
                  <c:v>45456</c:v>
                </c:pt>
                <c:pt idx="3087">
                  <c:v>45457</c:v>
                </c:pt>
                <c:pt idx="3088">
                  <c:v>45458</c:v>
                </c:pt>
                <c:pt idx="3089">
                  <c:v>45459</c:v>
                </c:pt>
                <c:pt idx="3090">
                  <c:v>45460</c:v>
                </c:pt>
                <c:pt idx="3091">
                  <c:v>45461</c:v>
                </c:pt>
                <c:pt idx="3092">
                  <c:v>45462</c:v>
                </c:pt>
                <c:pt idx="3093">
                  <c:v>45463</c:v>
                </c:pt>
                <c:pt idx="3094">
                  <c:v>45464</c:v>
                </c:pt>
                <c:pt idx="3095">
                  <c:v>45465</c:v>
                </c:pt>
                <c:pt idx="3096">
                  <c:v>45466</c:v>
                </c:pt>
                <c:pt idx="3097">
                  <c:v>45467</c:v>
                </c:pt>
                <c:pt idx="3098">
                  <c:v>45468</c:v>
                </c:pt>
                <c:pt idx="3099">
                  <c:v>45469</c:v>
                </c:pt>
                <c:pt idx="3100">
                  <c:v>45470</c:v>
                </c:pt>
                <c:pt idx="3101">
                  <c:v>45471</c:v>
                </c:pt>
                <c:pt idx="3102">
                  <c:v>45472</c:v>
                </c:pt>
                <c:pt idx="3103">
                  <c:v>45473</c:v>
                </c:pt>
                <c:pt idx="3104">
                  <c:v>45474</c:v>
                </c:pt>
                <c:pt idx="3105">
                  <c:v>45475</c:v>
                </c:pt>
                <c:pt idx="3106">
                  <c:v>45476</c:v>
                </c:pt>
                <c:pt idx="3107">
                  <c:v>45477</c:v>
                </c:pt>
                <c:pt idx="3108">
                  <c:v>45478</c:v>
                </c:pt>
                <c:pt idx="3109">
                  <c:v>45479</c:v>
                </c:pt>
                <c:pt idx="3110">
                  <c:v>45480</c:v>
                </c:pt>
                <c:pt idx="3111">
                  <c:v>45481</c:v>
                </c:pt>
                <c:pt idx="3112">
                  <c:v>45482</c:v>
                </c:pt>
                <c:pt idx="3113">
                  <c:v>45483</c:v>
                </c:pt>
                <c:pt idx="3114">
                  <c:v>45484</c:v>
                </c:pt>
                <c:pt idx="3115">
                  <c:v>45485</c:v>
                </c:pt>
                <c:pt idx="3116">
                  <c:v>45486</c:v>
                </c:pt>
                <c:pt idx="3117">
                  <c:v>45487</c:v>
                </c:pt>
                <c:pt idx="3118">
                  <c:v>45488</c:v>
                </c:pt>
                <c:pt idx="3119">
                  <c:v>45489</c:v>
                </c:pt>
                <c:pt idx="3120">
                  <c:v>45490</c:v>
                </c:pt>
                <c:pt idx="3121">
                  <c:v>45491</c:v>
                </c:pt>
                <c:pt idx="3122">
                  <c:v>45492</c:v>
                </c:pt>
                <c:pt idx="3123">
                  <c:v>45493</c:v>
                </c:pt>
                <c:pt idx="3124">
                  <c:v>45494</c:v>
                </c:pt>
                <c:pt idx="3125">
                  <c:v>45495</c:v>
                </c:pt>
                <c:pt idx="3126">
                  <c:v>45496</c:v>
                </c:pt>
                <c:pt idx="3127">
                  <c:v>45497</c:v>
                </c:pt>
                <c:pt idx="3128">
                  <c:v>45498</c:v>
                </c:pt>
                <c:pt idx="3129">
                  <c:v>45499</c:v>
                </c:pt>
                <c:pt idx="3130">
                  <c:v>45500</c:v>
                </c:pt>
                <c:pt idx="3131">
                  <c:v>45501</c:v>
                </c:pt>
                <c:pt idx="3132">
                  <c:v>45502</c:v>
                </c:pt>
                <c:pt idx="3133">
                  <c:v>45503</c:v>
                </c:pt>
                <c:pt idx="3134">
                  <c:v>45504</c:v>
                </c:pt>
                <c:pt idx="3135">
                  <c:v>45505</c:v>
                </c:pt>
                <c:pt idx="3136">
                  <c:v>45506</c:v>
                </c:pt>
                <c:pt idx="3137">
                  <c:v>45507</c:v>
                </c:pt>
                <c:pt idx="3138">
                  <c:v>45508</c:v>
                </c:pt>
                <c:pt idx="3139">
                  <c:v>45509</c:v>
                </c:pt>
                <c:pt idx="3140">
                  <c:v>45510</c:v>
                </c:pt>
                <c:pt idx="3141">
                  <c:v>45511</c:v>
                </c:pt>
                <c:pt idx="3142">
                  <c:v>45512</c:v>
                </c:pt>
                <c:pt idx="3143">
                  <c:v>45513</c:v>
                </c:pt>
                <c:pt idx="3144">
                  <c:v>45514</c:v>
                </c:pt>
                <c:pt idx="3145">
                  <c:v>45515</c:v>
                </c:pt>
                <c:pt idx="3146">
                  <c:v>45516</c:v>
                </c:pt>
                <c:pt idx="3147">
                  <c:v>45517</c:v>
                </c:pt>
                <c:pt idx="3148">
                  <c:v>45518</c:v>
                </c:pt>
                <c:pt idx="3149">
                  <c:v>45519</c:v>
                </c:pt>
                <c:pt idx="3150">
                  <c:v>45520</c:v>
                </c:pt>
                <c:pt idx="3151">
                  <c:v>45521</c:v>
                </c:pt>
                <c:pt idx="3152">
                  <c:v>45522</c:v>
                </c:pt>
                <c:pt idx="3153">
                  <c:v>45523</c:v>
                </c:pt>
                <c:pt idx="3154">
                  <c:v>45524</c:v>
                </c:pt>
                <c:pt idx="3155">
                  <c:v>45525</c:v>
                </c:pt>
                <c:pt idx="3156">
                  <c:v>45526</c:v>
                </c:pt>
                <c:pt idx="3157">
                  <c:v>45527</c:v>
                </c:pt>
                <c:pt idx="3158">
                  <c:v>45528</c:v>
                </c:pt>
                <c:pt idx="3159">
                  <c:v>45529</c:v>
                </c:pt>
                <c:pt idx="3160">
                  <c:v>45530</c:v>
                </c:pt>
                <c:pt idx="3161">
                  <c:v>45531</c:v>
                </c:pt>
                <c:pt idx="3162">
                  <c:v>45532</c:v>
                </c:pt>
                <c:pt idx="3163">
                  <c:v>45533</c:v>
                </c:pt>
                <c:pt idx="3164">
                  <c:v>45534</c:v>
                </c:pt>
                <c:pt idx="3165">
                  <c:v>45535</c:v>
                </c:pt>
                <c:pt idx="3166">
                  <c:v>45536</c:v>
                </c:pt>
                <c:pt idx="3167">
                  <c:v>45537</c:v>
                </c:pt>
                <c:pt idx="3168">
                  <c:v>45538</c:v>
                </c:pt>
                <c:pt idx="3169">
                  <c:v>45539</c:v>
                </c:pt>
                <c:pt idx="3170">
                  <c:v>45540</c:v>
                </c:pt>
                <c:pt idx="3171">
                  <c:v>45541</c:v>
                </c:pt>
                <c:pt idx="3172">
                  <c:v>45542</c:v>
                </c:pt>
                <c:pt idx="3173">
                  <c:v>45543</c:v>
                </c:pt>
                <c:pt idx="3174">
                  <c:v>45544</c:v>
                </c:pt>
                <c:pt idx="3175">
                  <c:v>45545</c:v>
                </c:pt>
                <c:pt idx="3176">
                  <c:v>45546</c:v>
                </c:pt>
                <c:pt idx="3177">
                  <c:v>45547</c:v>
                </c:pt>
                <c:pt idx="3178">
                  <c:v>45548</c:v>
                </c:pt>
                <c:pt idx="3179">
                  <c:v>45549</c:v>
                </c:pt>
                <c:pt idx="3180">
                  <c:v>45550</c:v>
                </c:pt>
                <c:pt idx="3181">
                  <c:v>45551</c:v>
                </c:pt>
                <c:pt idx="3182">
                  <c:v>45552</c:v>
                </c:pt>
                <c:pt idx="3183">
                  <c:v>45553</c:v>
                </c:pt>
                <c:pt idx="3184">
                  <c:v>45554</c:v>
                </c:pt>
                <c:pt idx="3185">
                  <c:v>45555</c:v>
                </c:pt>
                <c:pt idx="3186">
                  <c:v>45556</c:v>
                </c:pt>
                <c:pt idx="3187">
                  <c:v>45557</c:v>
                </c:pt>
                <c:pt idx="3188">
                  <c:v>45558</c:v>
                </c:pt>
                <c:pt idx="3189">
                  <c:v>45559</c:v>
                </c:pt>
                <c:pt idx="3190">
                  <c:v>45560</c:v>
                </c:pt>
                <c:pt idx="3191">
                  <c:v>45561</c:v>
                </c:pt>
                <c:pt idx="3192">
                  <c:v>45562</c:v>
                </c:pt>
                <c:pt idx="3193">
                  <c:v>45563</c:v>
                </c:pt>
                <c:pt idx="3194">
                  <c:v>45564</c:v>
                </c:pt>
                <c:pt idx="3195">
                  <c:v>45565</c:v>
                </c:pt>
                <c:pt idx="3196">
                  <c:v>45566</c:v>
                </c:pt>
                <c:pt idx="3197">
                  <c:v>45567</c:v>
                </c:pt>
                <c:pt idx="3198">
                  <c:v>45568</c:v>
                </c:pt>
                <c:pt idx="3199">
                  <c:v>45569</c:v>
                </c:pt>
                <c:pt idx="3200">
                  <c:v>45570</c:v>
                </c:pt>
                <c:pt idx="3201">
                  <c:v>45571</c:v>
                </c:pt>
                <c:pt idx="3202">
                  <c:v>45572</c:v>
                </c:pt>
                <c:pt idx="3203">
                  <c:v>45573</c:v>
                </c:pt>
                <c:pt idx="3204">
                  <c:v>45574</c:v>
                </c:pt>
                <c:pt idx="3205">
                  <c:v>45575</c:v>
                </c:pt>
                <c:pt idx="3206">
                  <c:v>45576</c:v>
                </c:pt>
                <c:pt idx="3207">
                  <c:v>45577</c:v>
                </c:pt>
                <c:pt idx="3208">
                  <c:v>45578</c:v>
                </c:pt>
                <c:pt idx="3209">
                  <c:v>45579</c:v>
                </c:pt>
                <c:pt idx="3210">
                  <c:v>45580</c:v>
                </c:pt>
                <c:pt idx="3211">
                  <c:v>45581</c:v>
                </c:pt>
                <c:pt idx="3212">
                  <c:v>45582</c:v>
                </c:pt>
                <c:pt idx="3213">
                  <c:v>45583</c:v>
                </c:pt>
                <c:pt idx="3214">
                  <c:v>45584</c:v>
                </c:pt>
                <c:pt idx="3215">
                  <c:v>45585</c:v>
                </c:pt>
                <c:pt idx="3216">
                  <c:v>45586</c:v>
                </c:pt>
                <c:pt idx="3217">
                  <c:v>45587</c:v>
                </c:pt>
                <c:pt idx="3218">
                  <c:v>45588</c:v>
                </c:pt>
                <c:pt idx="3219">
                  <c:v>45589</c:v>
                </c:pt>
                <c:pt idx="3220">
                  <c:v>45590</c:v>
                </c:pt>
                <c:pt idx="3221">
                  <c:v>45591</c:v>
                </c:pt>
                <c:pt idx="3222">
                  <c:v>45592</c:v>
                </c:pt>
                <c:pt idx="3223">
                  <c:v>45593</c:v>
                </c:pt>
                <c:pt idx="3224">
                  <c:v>45594</c:v>
                </c:pt>
                <c:pt idx="3225">
                  <c:v>45595</c:v>
                </c:pt>
                <c:pt idx="3226">
                  <c:v>45596</c:v>
                </c:pt>
                <c:pt idx="3227">
                  <c:v>45597</c:v>
                </c:pt>
                <c:pt idx="3228">
                  <c:v>45598</c:v>
                </c:pt>
                <c:pt idx="3229">
                  <c:v>45599</c:v>
                </c:pt>
                <c:pt idx="3230">
                  <c:v>45600</c:v>
                </c:pt>
                <c:pt idx="3231">
                  <c:v>45601</c:v>
                </c:pt>
                <c:pt idx="3232">
                  <c:v>45602</c:v>
                </c:pt>
                <c:pt idx="3233">
                  <c:v>45603</c:v>
                </c:pt>
                <c:pt idx="3234">
                  <c:v>45604</c:v>
                </c:pt>
                <c:pt idx="3235">
                  <c:v>45605</c:v>
                </c:pt>
                <c:pt idx="3236">
                  <c:v>45606</c:v>
                </c:pt>
                <c:pt idx="3237">
                  <c:v>45607</c:v>
                </c:pt>
                <c:pt idx="3238">
                  <c:v>45608</c:v>
                </c:pt>
                <c:pt idx="3239">
                  <c:v>45609</c:v>
                </c:pt>
                <c:pt idx="3240">
                  <c:v>45610</c:v>
                </c:pt>
                <c:pt idx="3241">
                  <c:v>45611</c:v>
                </c:pt>
                <c:pt idx="3242">
                  <c:v>45612</c:v>
                </c:pt>
                <c:pt idx="3243">
                  <c:v>45613</c:v>
                </c:pt>
                <c:pt idx="3244">
                  <c:v>45614</c:v>
                </c:pt>
                <c:pt idx="3245">
                  <c:v>45615</c:v>
                </c:pt>
                <c:pt idx="3246">
                  <c:v>45616</c:v>
                </c:pt>
                <c:pt idx="3247">
                  <c:v>45617</c:v>
                </c:pt>
                <c:pt idx="3248">
                  <c:v>45618</c:v>
                </c:pt>
                <c:pt idx="3249">
                  <c:v>45619</c:v>
                </c:pt>
                <c:pt idx="3250">
                  <c:v>45620</c:v>
                </c:pt>
                <c:pt idx="3251">
                  <c:v>45621</c:v>
                </c:pt>
                <c:pt idx="3252">
                  <c:v>45622</c:v>
                </c:pt>
                <c:pt idx="3253">
                  <c:v>45623</c:v>
                </c:pt>
                <c:pt idx="3254">
                  <c:v>45624</c:v>
                </c:pt>
                <c:pt idx="3255">
                  <c:v>45625</c:v>
                </c:pt>
                <c:pt idx="3256">
                  <c:v>45626</c:v>
                </c:pt>
                <c:pt idx="3257">
                  <c:v>45627</c:v>
                </c:pt>
                <c:pt idx="3258">
                  <c:v>45628</c:v>
                </c:pt>
                <c:pt idx="3259">
                  <c:v>45629</c:v>
                </c:pt>
                <c:pt idx="3260">
                  <c:v>45630</c:v>
                </c:pt>
                <c:pt idx="3261">
                  <c:v>45631</c:v>
                </c:pt>
                <c:pt idx="3262">
                  <c:v>45632</c:v>
                </c:pt>
                <c:pt idx="3263">
                  <c:v>45633</c:v>
                </c:pt>
                <c:pt idx="3264">
                  <c:v>45634</c:v>
                </c:pt>
                <c:pt idx="3265">
                  <c:v>45635</c:v>
                </c:pt>
                <c:pt idx="3266">
                  <c:v>45636</c:v>
                </c:pt>
                <c:pt idx="3267">
                  <c:v>45637</c:v>
                </c:pt>
                <c:pt idx="3268">
                  <c:v>45638</c:v>
                </c:pt>
                <c:pt idx="3269">
                  <c:v>45639</c:v>
                </c:pt>
                <c:pt idx="3270">
                  <c:v>45640</c:v>
                </c:pt>
                <c:pt idx="3271">
                  <c:v>45641</c:v>
                </c:pt>
                <c:pt idx="3272">
                  <c:v>45642</c:v>
                </c:pt>
                <c:pt idx="3273">
                  <c:v>45643</c:v>
                </c:pt>
                <c:pt idx="3274">
                  <c:v>45644</c:v>
                </c:pt>
                <c:pt idx="3275">
                  <c:v>45645</c:v>
                </c:pt>
                <c:pt idx="3276">
                  <c:v>45646</c:v>
                </c:pt>
                <c:pt idx="3277">
                  <c:v>45647</c:v>
                </c:pt>
                <c:pt idx="3278">
                  <c:v>45648</c:v>
                </c:pt>
                <c:pt idx="3279">
                  <c:v>45649</c:v>
                </c:pt>
                <c:pt idx="3280">
                  <c:v>45650</c:v>
                </c:pt>
                <c:pt idx="3281">
                  <c:v>45651</c:v>
                </c:pt>
                <c:pt idx="3282">
                  <c:v>45652</c:v>
                </c:pt>
                <c:pt idx="3283">
                  <c:v>45653</c:v>
                </c:pt>
                <c:pt idx="3284">
                  <c:v>45654</c:v>
                </c:pt>
                <c:pt idx="3285">
                  <c:v>45655</c:v>
                </c:pt>
                <c:pt idx="3286">
                  <c:v>45656</c:v>
                </c:pt>
                <c:pt idx="3287">
                  <c:v>45657</c:v>
                </c:pt>
                <c:pt idx="3288">
                  <c:v>45658</c:v>
                </c:pt>
                <c:pt idx="3289">
                  <c:v>45659</c:v>
                </c:pt>
                <c:pt idx="3290">
                  <c:v>45660</c:v>
                </c:pt>
                <c:pt idx="3291">
                  <c:v>45661</c:v>
                </c:pt>
                <c:pt idx="3292">
                  <c:v>45662</c:v>
                </c:pt>
                <c:pt idx="3293">
                  <c:v>45663</c:v>
                </c:pt>
                <c:pt idx="3294">
                  <c:v>45664</c:v>
                </c:pt>
                <c:pt idx="3295">
                  <c:v>45665</c:v>
                </c:pt>
                <c:pt idx="3296">
                  <c:v>45666</c:v>
                </c:pt>
                <c:pt idx="3297">
                  <c:v>45667</c:v>
                </c:pt>
                <c:pt idx="3298">
                  <c:v>45668</c:v>
                </c:pt>
                <c:pt idx="3299">
                  <c:v>45669</c:v>
                </c:pt>
                <c:pt idx="3300">
                  <c:v>45670</c:v>
                </c:pt>
                <c:pt idx="3301">
                  <c:v>45671</c:v>
                </c:pt>
                <c:pt idx="3302">
                  <c:v>45672</c:v>
                </c:pt>
                <c:pt idx="3303">
                  <c:v>45673</c:v>
                </c:pt>
                <c:pt idx="3304">
                  <c:v>45674</c:v>
                </c:pt>
                <c:pt idx="3305">
                  <c:v>45675</c:v>
                </c:pt>
                <c:pt idx="3306">
                  <c:v>45676</c:v>
                </c:pt>
                <c:pt idx="3307">
                  <c:v>45677</c:v>
                </c:pt>
                <c:pt idx="3308">
                  <c:v>45678</c:v>
                </c:pt>
                <c:pt idx="3309">
                  <c:v>45679</c:v>
                </c:pt>
                <c:pt idx="3310">
                  <c:v>45680</c:v>
                </c:pt>
                <c:pt idx="3311">
                  <c:v>45681</c:v>
                </c:pt>
                <c:pt idx="3312">
                  <c:v>45682</c:v>
                </c:pt>
                <c:pt idx="3313">
                  <c:v>45683</c:v>
                </c:pt>
                <c:pt idx="3314">
                  <c:v>45684</c:v>
                </c:pt>
                <c:pt idx="3315">
                  <c:v>45685</c:v>
                </c:pt>
                <c:pt idx="3316">
                  <c:v>45686</c:v>
                </c:pt>
                <c:pt idx="3317">
                  <c:v>45687</c:v>
                </c:pt>
                <c:pt idx="3318">
                  <c:v>45688</c:v>
                </c:pt>
                <c:pt idx="3319">
                  <c:v>45689</c:v>
                </c:pt>
                <c:pt idx="3320">
                  <c:v>45690</c:v>
                </c:pt>
                <c:pt idx="3321">
                  <c:v>45691</c:v>
                </c:pt>
                <c:pt idx="3322">
                  <c:v>45692</c:v>
                </c:pt>
                <c:pt idx="3323">
                  <c:v>45693</c:v>
                </c:pt>
                <c:pt idx="3324">
                  <c:v>45694</c:v>
                </c:pt>
                <c:pt idx="3325">
                  <c:v>45695</c:v>
                </c:pt>
                <c:pt idx="3326">
                  <c:v>45696</c:v>
                </c:pt>
                <c:pt idx="3327">
                  <c:v>45697</c:v>
                </c:pt>
                <c:pt idx="3328">
                  <c:v>45698</c:v>
                </c:pt>
                <c:pt idx="3329">
                  <c:v>45699</c:v>
                </c:pt>
                <c:pt idx="3330">
                  <c:v>45700</c:v>
                </c:pt>
                <c:pt idx="3331">
                  <c:v>45701</c:v>
                </c:pt>
                <c:pt idx="3332">
                  <c:v>45702</c:v>
                </c:pt>
                <c:pt idx="3333">
                  <c:v>45703</c:v>
                </c:pt>
                <c:pt idx="3334">
                  <c:v>45704</c:v>
                </c:pt>
                <c:pt idx="3335">
                  <c:v>45705</c:v>
                </c:pt>
                <c:pt idx="3336">
                  <c:v>45706</c:v>
                </c:pt>
                <c:pt idx="3337">
                  <c:v>45707</c:v>
                </c:pt>
                <c:pt idx="3338">
                  <c:v>45708</c:v>
                </c:pt>
                <c:pt idx="3339">
                  <c:v>45709</c:v>
                </c:pt>
                <c:pt idx="3340">
                  <c:v>45710</c:v>
                </c:pt>
                <c:pt idx="3341">
                  <c:v>45711</c:v>
                </c:pt>
                <c:pt idx="3342">
                  <c:v>45712</c:v>
                </c:pt>
                <c:pt idx="3343">
                  <c:v>45713</c:v>
                </c:pt>
                <c:pt idx="3344">
                  <c:v>45714</c:v>
                </c:pt>
                <c:pt idx="3345">
                  <c:v>45715</c:v>
                </c:pt>
                <c:pt idx="3346">
                  <c:v>45716</c:v>
                </c:pt>
                <c:pt idx="3347">
                  <c:v>45717</c:v>
                </c:pt>
                <c:pt idx="3348">
                  <c:v>45718</c:v>
                </c:pt>
                <c:pt idx="3349">
                  <c:v>45719</c:v>
                </c:pt>
                <c:pt idx="3350">
                  <c:v>45720</c:v>
                </c:pt>
                <c:pt idx="3351">
                  <c:v>45721</c:v>
                </c:pt>
                <c:pt idx="3352">
                  <c:v>45722</c:v>
                </c:pt>
                <c:pt idx="3353">
                  <c:v>45723</c:v>
                </c:pt>
                <c:pt idx="3354">
                  <c:v>45724</c:v>
                </c:pt>
                <c:pt idx="3355">
                  <c:v>45725</c:v>
                </c:pt>
                <c:pt idx="3356">
                  <c:v>45726</c:v>
                </c:pt>
                <c:pt idx="3357">
                  <c:v>45727</c:v>
                </c:pt>
                <c:pt idx="3358">
                  <c:v>45728</c:v>
                </c:pt>
                <c:pt idx="3359">
                  <c:v>45729</c:v>
                </c:pt>
                <c:pt idx="3360">
                  <c:v>45730</c:v>
                </c:pt>
                <c:pt idx="3361">
                  <c:v>45731</c:v>
                </c:pt>
                <c:pt idx="3362">
                  <c:v>45732</c:v>
                </c:pt>
                <c:pt idx="3363">
                  <c:v>45733</c:v>
                </c:pt>
                <c:pt idx="3364">
                  <c:v>45734</c:v>
                </c:pt>
                <c:pt idx="3365">
                  <c:v>45735</c:v>
                </c:pt>
                <c:pt idx="3366">
                  <c:v>45736</c:v>
                </c:pt>
                <c:pt idx="3367">
                  <c:v>45737</c:v>
                </c:pt>
                <c:pt idx="3368">
                  <c:v>45738</c:v>
                </c:pt>
                <c:pt idx="3369">
                  <c:v>45739</c:v>
                </c:pt>
                <c:pt idx="3370">
                  <c:v>45740</c:v>
                </c:pt>
                <c:pt idx="3371">
                  <c:v>45741</c:v>
                </c:pt>
                <c:pt idx="3372">
                  <c:v>45742</c:v>
                </c:pt>
                <c:pt idx="3373">
                  <c:v>45743</c:v>
                </c:pt>
                <c:pt idx="3374">
                  <c:v>45744</c:v>
                </c:pt>
                <c:pt idx="3375">
                  <c:v>45745</c:v>
                </c:pt>
                <c:pt idx="3376">
                  <c:v>45746</c:v>
                </c:pt>
                <c:pt idx="3377">
                  <c:v>45747</c:v>
                </c:pt>
                <c:pt idx="3378">
                  <c:v>45748</c:v>
                </c:pt>
                <c:pt idx="3379">
                  <c:v>45749</c:v>
                </c:pt>
                <c:pt idx="3380">
                  <c:v>45750</c:v>
                </c:pt>
                <c:pt idx="3381">
                  <c:v>45751</c:v>
                </c:pt>
                <c:pt idx="3382">
                  <c:v>45752</c:v>
                </c:pt>
                <c:pt idx="3383">
                  <c:v>45753</c:v>
                </c:pt>
                <c:pt idx="3384">
                  <c:v>45754</c:v>
                </c:pt>
                <c:pt idx="3385">
                  <c:v>45755</c:v>
                </c:pt>
                <c:pt idx="3386">
                  <c:v>45756</c:v>
                </c:pt>
                <c:pt idx="3387">
                  <c:v>45757</c:v>
                </c:pt>
                <c:pt idx="3388">
                  <c:v>45758</c:v>
                </c:pt>
                <c:pt idx="3389">
                  <c:v>45759</c:v>
                </c:pt>
                <c:pt idx="3390">
                  <c:v>45760</c:v>
                </c:pt>
                <c:pt idx="3391">
                  <c:v>45761</c:v>
                </c:pt>
                <c:pt idx="3392">
                  <c:v>45762</c:v>
                </c:pt>
                <c:pt idx="3393">
                  <c:v>45763</c:v>
                </c:pt>
                <c:pt idx="3394">
                  <c:v>45764</c:v>
                </c:pt>
                <c:pt idx="3395">
                  <c:v>45765</c:v>
                </c:pt>
                <c:pt idx="3396">
                  <c:v>45766</c:v>
                </c:pt>
                <c:pt idx="3397">
                  <c:v>45767</c:v>
                </c:pt>
                <c:pt idx="3398">
                  <c:v>45768</c:v>
                </c:pt>
                <c:pt idx="3399">
                  <c:v>45769</c:v>
                </c:pt>
                <c:pt idx="3400">
                  <c:v>45770</c:v>
                </c:pt>
                <c:pt idx="3401">
                  <c:v>45771</c:v>
                </c:pt>
                <c:pt idx="3402">
                  <c:v>45772</c:v>
                </c:pt>
                <c:pt idx="3403">
                  <c:v>45773</c:v>
                </c:pt>
                <c:pt idx="3404">
                  <c:v>45774</c:v>
                </c:pt>
                <c:pt idx="3405">
                  <c:v>45775</c:v>
                </c:pt>
                <c:pt idx="3406">
                  <c:v>45776</c:v>
                </c:pt>
                <c:pt idx="3407">
                  <c:v>45777</c:v>
                </c:pt>
                <c:pt idx="3408">
                  <c:v>45778</c:v>
                </c:pt>
                <c:pt idx="3409">
                  <c:v>45779</c:v>
                </c:pt>
                <c:pt idx="3410">
                  <c:v>45780</c:v>
                </c:pt>
                <c:pt idx="3411">
                  <c:v>45781</c:v>
                </c:pt>
                <c:pt idx="3412">
                  <c:v>45782</c:v>
                </c:pt>
                <c:pt idx="3413">
                  <c:v>45783</c:v>
                </c:pt>
                <c:pt idx="3414">
                  <c:v>45784</c:v>
                </c:pt>
                <c:pt idx="3415">
                  <c:v>45785</c:v>
                </c:pt>
                <c:pt idx="3416">
                  <c:v>45786</c:v>
                </c:pt>
                <c:pt idx="3417">
                  <c:v>45787</c:v>
                </c:pt>
                <c:pt idx="3418">
                  <c:v>45788</c:v>
                </c:pt>
                <c:pt idx="3419">
                  <c:v>45789</c:v>
                </c:pt>
                <c:pt idx="3420">
                  <c:v>45790</c:v>
                </c:pt>
                <c:pt idx="3421">
                  <c:v>45791</c:v>
                </c:pt>
                <c:pt idx="3422">
                  <c:v>45792</c:v>
                </c:pt>
                <c:pt idx="3423">
                  <c:v>45793</c:v>
                </c:pt>
                <c:pt idx="3424">
                  <c:v>45794</c:v>
                </c:pt>
                <c:pt idx="3425">
                  <c:v>45795</c:v>
                </c:pt>
                <c:pt idx="3426">
                  <c:v>45796</c:v>
                </c:pt>
                <c:pt idx="3427">
                  <c:v>45797</c:v>
                </c:pt>
                <c:pt idx="3428">
                  <c:v>45798</c:v>
                </c:pt>
                <c:pt idx="3429">
                  <c:v>45799</c:v>
                </c:pt>
                <c:pt idx="3430">
                  <c:v>45800</c:v>
                </c:pt>
                <c:pt idx="3431">
                  <c:v>45801</c:v>
                </c:pt>
                <c:pt idx="3432">
                  <c:v>45802</c:v>
                </c:pt>
                <c:pt idx="3433">
                  <c:v>45803</c:v>
                </c:pt>
                <c:pt idx="3434">
                  <c:v>45804</c:v>
                </c:pt>
                <c:pt idx="3435">
                  <c:v>45805</c:v>
                </c:pt>
                <c:pt idx="3436">
                  <c:v>45806</c:v>
                </c:pt>
                <c:pt idx="3437">
                  <c:v>45807</c:v>
                </c:pt>
                <c:pt idx="3438">
                  <c:v>45808</c:v>
                </c:pt>
                <c:pt idx="3439">
                  <c:v>45809</c:v>
                </c:pt>
                <c:pt idx="3440">
                  <c:v>45810</c:v>
                </c:pt>
                <c:pt idx="3441">
                  <c:v>45811</c:v>
                </c:pt>
                <c:pt idx="3442">
                  <c:v>45812</c:v>
                </c:pt>
                <c:pt idx="3443">
                  <c:v>45813</c:v>
                </c:pt>
                <c:pt idx="3444">
                  <c:v>45814</c:v>
                </c:pt>
                <c:pt idx="3445">
                  <c:v>45815</c:v>
                </c:pt>
                <c:pt idx="3446">
                  <c:v>45816</c:v>
                </c:pt>
                <c:pt idx="3447">
                  <c:v>45817</c:v>
                </c:pt>
                <c:pt idx="3448">
                  <c:v>45818</c:v>
                </c:pt>
                <c:pt idx="3449">
                  <c:v>45819</c:v>
                </c:pt>
                <c:pt idx="3450">
                  <c:v>45820</c:v>
                </c:pt>
                <c:pt idx="3451">
                  <c:v>45821</c:v>
                </c:pt>
                <c:pt idx="3452">
                  <c:v>45822</c:v>
                </c:pt>
                <c:pt idx="3453">
                  <c:v>45823</c:v>
                </c:pt>
                <c:pt idx="3454">
                  <c:v>45824</c:v>
                </c:pt>
                <c:pt idx="3455">
                  <c:v>45825</c:v>
                </c:pt>
                <c:pt idx="3456">
                  <c:v>45826</c:v>
                </c:pt>
                <c:pt idx="3457">
                  <c:v>45827</c:v>
                </c:pt>
                <c:pt idx="3458">
                  <c:v>45828</c:v>
                </c:pt>
                <c:pt idx="3459">
                  <c:v>45829</c:v>
                </c:pt>
                <c:pt idx="3460">
                  <c:v>45830</c:v>
                </c:pt>
                <c:pt idx="3461">
                  <c:v>45831</c:v>
                </c:pt>
                <c:pt idx="3462">
                  <c:v>45832</c:v>
                </c:pt>
                <c:pt idx="3463">
                  <c:v>45833</c:v>
                </c:pt>
                <c:pt idx="3464">
                  <c:v>45834</c:v>
                </c:pt>
                <c:pt idx="3465">
                  <c:v>45835</c:v>
                </c:pt>
                <c:pt idx="3466">
                  <c:v>45836</c:v>
                </c:pt>
                <c:pt idx="3467">
                  <c:v>45837</c:v>
                </c:pt>
                <c:pt idx="3468">
                  <c:v>45838</c:v>
                </c:pt>
                <c:pt idx="3469">
                  <c:v>45839</c:v>
                </c:pt>
                <c:pt idx="3470">
                  <c:v>45840</c:v>
                </c:pt>
                <c:pt idx="3471">
                  <c:v>45841</c:v>
                </c:pt>
                <c:pt idx="3472">
                  <c:v>45842</c:v>
                </c:pt>
                <c:pt idx="3473">
                  <c:v>45843</c:v>
                </c:pt>
                <c:pt idx="3474">
                  <c:v>45844</c:v>
                </c:pt>
                <c:pt idx="3475">
                  <c:v>45845</c:v>
                </c:pt>
                <c:pt idx="3476">
                  <c:v>45846</c:v>
                </c:pt>
                <c:pt idx="3477">
                  <c:v>45847</c:v>
                </c:pt>
                <c:pt idx="3478">
                  <c:v>45848</c:v>
                </c:pt>
                <c:pt idx="3479">
                  <c:v>45849</c:v>
                </c:pt>
                <c:pt idx="3480">
                  <c:v>45850</c:v>
                </c:pt>
                <c:pt idx="3481">
                  <c:v>45851</c:v>
                </c:pt>
                <c:pt idx="3482">
                  <c:v>45852</c:v>
                </c:pt>
                <c:pt idx="3483">
                  <c:v>45853</c:v>
                </c:pt>
                <c:pt idx="3484">
                  <c:v>45854</c:v>
                </c:pt>
                <c:pt idx="3485">
                  <c:v>45855</c:v>
                </c:pt>
                <c:pt idx="3486">
                  <c:v>45856</c:v>
                </c:pt>
                <c:pt idx="3487">
                  <c:v>45857</c:v>
                </c:pt>
                <c:pt idx="3488">
                  <c:v>45858</c:v>
                </c:pt>
                <c:pt idx="3489">
                  <c:v>45859</c:v>
                </c:pt>
                <c:pt idx="3490">
                  <c:v>45860</c:v>
                </c:pt>
                <c:pt idx="3491">
                  <c:v>45861</c:v>
                </c:pt>
                <c:pt idx="3492">
                  <c:v>45862</c:v>
                </c:pt>
                <c:pt idx="3493">
                  <c:v>45863</c:v>
                </c:pt>
                <c:pt idx="3494">
                  <c:v>45864</c:v>
                </c:pt>
                <c:pt idx="3495">
                  <c:v>45865</c:v>
                </c:pt>
                <c:pt idx="3496">
                  <c:v>45866</c:v>
                </c:pt>
                <c:pt idx="3497">
                  <c:v>45867</c:v>
                </c:pt>
                <c:pt idx="3498">
                  <c:v>45868</c:v>
                </c:pt>
                <c:pt idx="3499">
                  <c:v>45869</c:v>
                </c:pt>
                <c:pt idx="3500">
                  <c:v>45870</c:v>
                </c:pt>
                <c:pt idx="3501">
                  <c:v>45871</c:v>
                </c:pt>
                <c:pt idx="3502">
                  <c:v>45872</c:v>
                </c:pt>
                <c:pt idx="3503">
                  <c:v>45873</c:v>
                </c:pt>
                <c:pt idx="3504">
                  <c:v>45874</c:v>
                </c:pt>
                <c:pt idx="3505">
                  <c:v>45875</c:v>
                </c:pt>
                <c:pt idx="3506">
                  <c:v>45876</c:v>
                </c:pt>
                <c:pt idx="3507">
                  <c:v>45877</c:v>
                </c:pt>
                <c:pt idx="3508">
                  <c:v>45878</c:v>
                </c:pt>
                <c:pt idx="3509">
                  <c:v>45879</c:v>
                </c:pt>
                <c:pt idx="3510">
                  <c:v>45880</c:v>
                </c:pt>
                <c:pt idx="3511">
                  <c:v>45881</c:v>
                </c:pt>
                <c:pt idx="3512">
                  <c:v>45882</c:v>
                </c:pt>
                <c:pt idx="3513">
                  <c:v>45883</c:v>
                </c:pt>
                <c:pt idx="3514">
                  <c:v>45884</c:v>
                </c:pt>
                <c:pt idx="3515">
                  <c:v>45885</c:v>
                </c:pt>
                <c:pt idx="3516">
                  <c:v>45886</c:v>
                </c:pt>
                <c:pt idx="3517">
                  <c:v>45887</c:v>
                </c:pt>
                <c:pt idx="3518">
                  <c:v>45888</c:v>
                </c:pt>
                <c:pt idx="3519">
                  <c:v>45889</c:v>
                </c:pt>
                <c:pt idx="3520">
                  <c:v>45890</c:v>
                </c:pt>
                <c:pt idx="3521">
                  <c:v>45891</c:v>
                </c:pt>
                <c:pt idx="3522">
                  <c:v>45892</c:v>
                </c:pt>
                <c:pt idx="3523">
                  <c:v>45893</c:v>
                </c:pt>
                <c:pt idx="3524">
                  <c:v>45894</c:v>
                </c:pt>
                <c:pt idx="3525">
                  <c:v>45895</c:v>
                </c:pt>
                <c:pt idx="3526">
                  <c:v>45896</c:v>
                </c:pt>
                <c:pt idx="3527">
                  <c:v>45897</c:v>
                </c:pt>
                <c:pt idx="3528">
                  <c:v>45898</c:v>
                </c:pt>
                <c:pt idx="3529">
                  <c:v>45899</c:v>
                </c:pt>
                <c:pt idx="3530">
                  <c:v>45900</c:v>
                </c:pt>
                <c:pt idx="3531">
                  <c:v>45901</c:v>
                </c:pt>
                <c:pt idx="3532">
                  <c:v>45902</c:v>
                </c:pt>
                <c:pt idx="3533">
                  <c:v>45903</c:v>
                </c:pt>
                <c:pt idx="3534">
                  <c:v>45904</c:v>
                </c:pt>
                <c:pt idx="3535">
                  <c:v>45905</c:v>
                </c:pt>
                <c:pt idx="3536">
                  <c:v>45906</c:v>
                </c:pt>
                <c:pt idx="3537">
                  <c:v>45907</c:v>
                </c:pt>
                <c:pt idx="3538">
                  <c:v>45908</c:v>
                </c:pt>
                <c:pt idx="3539">
                  <c:v>45909</c:v>
                </c:pt>
                <c:pt idx="3540">
                  <c:v>45910</c:v>
                </c:pt>
                <c:pt idx="3541">
                  <c:v>45911</c:v>
                </c:pt>
                <c:pt idx="3542">
                  <c:v>45912</c:v>
                </c:pt>
                <c:pt idx="3543">
                  <c:v>45913</c:v>
                </c:pt>
                <c:pt idx="3544">
                  <c:v>45914</c:v>
                </c:pt>
                <c:pt idx="3545">
                  <c:v>45915</c:v>
                </c:pt>
                <c:pt idx="3546">
                  <c:v>45916</c:v>
                </c:pt>
                <c:pt idx="3547">
                  <c:v>45917</c:v>
                </c:pt>
                <c:pt idx="3548">
                  <c:v>45918</c:v>
                </c:pt>
                <c:pt idx="3549">
                  <c:v>45919</c:v>
                </c:pt>
                <c:pt idx="3550">
                  <c:v>45920</c:v>
                </c:pt>
                <c:pt idx="3551">
                  <c:v>45921</c:v>
                </c:pt>
                <c:pt idx="3552">
                  <c:v>45922</c:v>
                </c:pt>
                <c:pt idx="3553">
                  <c:v>45923</c:v>
                </c:pt>
                <c:pt idx="3554">
                  <c:v>45924</c:v>
                </c:pt>
                <c:pt idx="3555">
                  <c:v>45925</c:v>
                </c:pt>
                <c:pt idx="3556">
                  <c:v>45926</c:v>
                </c:pt>
                <c:pt idx="3557">
                  <c:v>45927</c:v>
                </c:pt>
                <c:pt idx="3558">
                  <c:v>45928</c:v>
                </c:pt>
                <c:pt idx="3559">
                  <c:v>45929</c:v>
                </c:pt>
                <c:pt idx="3560">
                  <c:v>45930</c:v>
                </c:pt>
                <c:pt idx="3561">
                  <c:v>45931</c:v>
                </c:pt>
                <c:pt idx="3562">
                  <c:v>45932</c:v>
                </c:pt>
                <c:pt idx="3563">
                  <c:v>45933</c:v>
                </c:pt>
                <c:pt idx="3564">
                  <c:v>45934</c:v>
                </c:pt>
                <c:pt idx="3565">
                  <c:v>45935</c:v>
                </c:pt>
                <c:pt idx="3566">
                  <c:v>45936</c:v>
                </c:pt>
                <c:pt idx="3567">
                  <c:v>45937</c:v>
                </c:pt>
                <c:pt idx="3568">
                  <c:v>45938</c:v>
                </c:pt>
                <c:pt idx="3569">
                  <c:v>45939</c:v>
                </c:pt>
                <c:pt idx="3570">
                  <c:v>45940</c:v>
                </c:pt>
                <c:pt idx="3571">
                  <c:v>45941</c:v>
                </c:pt>
                <c:pt idx="3572">
                  <c:v>45942</c:v>
                </c:pt>
                <c:pt idx="3573">
                  <c:v>45943</c:v>
                </c:pt>
                <c:pt idx="3574">
                  <c:v>45944</c:v>
                </c:pt>
                <c:pt idx="3575">
                  <c:v>45945</c:v>
                </c:pt>
                <c:pt idx="3576">
                  <c:v>45946</c:v>
                </c:pt>
                <c:pt idx="3577">
                  <c:v>45947</c:v>
                </c:pt>
                <c:pt idx="3578">
                  <c:v>45948</c:v>
                </c:pt>
                <c:pt idx="3579">
                  <c:v>45949</c:v>
                </c:pt>
                <c:pt idx="3580">
                  <c:v>45950</c:v>
                </c:pt>
                <c:pt idx="3581">
                  <c:v>45951</c:v>
                </c:pt>
                <c:pt idx="3582">
                  <c:v>45952</c:v>
                </c:pt>
                <c:pt idx="3583">
                  <c:v>45953</c:v>
                </c:pt>
                <c:pt idx="3584">
                  <c:v>45954</c:v>
                </c:pt>
                <c:pt idx="3585">
                  <c:v>45955</c:v>
                </c:pt>
                <c:pt idx="3586">
                  <c:v>45956</c:v>
                </c:pt>
                <c:pt idx="3587">
                  <c:v>45957</c:v>
                </c:pt>
                <c:pt idx="3588">
                  <c:v>45958</c:v>
                </c:pt>
                <c:pt idx="3589">
                  <c:v>45959</c:v>
                </c:pt>
                <c:pt idx="3590">
                  <c:v>45960</c:v>
                </c:pt>
                <c:pt idx="3591">
                  <c:v>45961</c:v>
                </c:pt>
                <c:pt idx="3592">
                  <c:v>45962</c:v>
                </c:pt>
                <c:pt idx="3593">
                  <c:v>45963</c:v>
                </c:pt>
                <c:pt idx="3594">
                  <c:v>45964</c:v>
                </c:pt>
                <c:pt idx="3595">
                  <c:v>45965</c:v>
                </c:pt>
                <c:pt idx="3596">
                  <c:v>45966</c:v>
                </c:pt>
                <c:pt idx="3597">
                  <c:v>45967</c:v>
                </c:pt>
                <c:pt idx="3598">
                  <c:v>45968</c:v>
                </c:pt>
                <c:pt idx="3599">
                  <c:v>45969</c:v>
                </c:pt>
                <c:pt idx="3600">
                  <c:v>45970</c:v>
                </c:pt>
                <c:pt idx="3601">
                  <c:v>45971</c:v>
                </c:pt>
                <c:pt idx="3602">
                  <c:v>45972</c:v>
                </c:pt>
                <c:pt idx="3603">
                  <c:v>45973</c:v>
                </c:pt>
                <c:pt idx="3604">
                  <c:v>45974</c:v>
                </c:pt>
                <c:pt idx="3605">
                  <c:v>45975</c:v>
                </c:pt>
                <c:pt idx="3606">
                  <c:v>45976</c:v>
                </c:pt>
                <c:pt idx="3607">
                  <c:v>45977</c:v>
                </c:pt>
                <c:pt idx="3608">
                  <c:v>45978</c:v>
                </c:pt>
                <c:pt idx="3609">
                  <c:v>45979</c:v>
                </c:pt>
                <c:pt idx="3610">
                  <c:v>45980</c:v>
                </c:pt>
                <c:pt idx="3611">
                  <c:v>45981</c:v>
                </c:pt>
                <c:pt idx="3612">
                  <c:v>45982</c:v>
                </c:pt>
                <c:pt idx="3613">
                  <c:v>45983</c:v>
                </c:pt>
                <c:pt idx="3614">
                  <c:v>45984</c:v>
                </c:pt>
                <c:pt idx="3615">
                  <c:v>45985</c:v>
                </c:pt>
                <c:pt idx="3616">
                  <c:v>45986</c:v>
                </c:pt>
                <c:pt idx="3617">
                  <c:v>45987</c:v>
                </c:pt>
                <c:pt idx="3618">
                  <c:v>45988</c:v>
                </c:pt>
                <c:pt idx="3619">
                  <c:v>45989</c:v>
                </c:pt>
                <c:pt idx="3620">
                  <c:v>45990</c:v>
                </c:pt>
                <c:pt idx="3621">
                  <c:v>45991</c:v>
                </c:pt>
                <c:pt idx="3622">
                  <c:v>45992</c:v>
                </c:pt>
                <c:pt idx="3623">
                  <c:v>45993</c:v>
                </c:pt>
                <c:pt idx="3624">
                  <c:v>45994</c:v>
                </c:pt>
                <c:pt idx="3625">
                  <c:v>45995</c:v>
                </c:pt>
                <c:pt idx="3626">
                  <c:v>45996</c:v>
                </c:pt>
                <c:pt idx="3627">
                  <c:v>45997</c:v>
                </c:pt>
                <c:pt idx="3628">
                  <c:v>45998</c:v>
                </c:pt>
                <c:pt idx="3629">
                  <c:v>45999</c:v>
                </c:pt>
                <c:pt idx="3630">
                  <c:v>46000</c:v>
                </c:pt>
                <c:pt idx="3631">
                  <c:v>46001</c:v>
                </c:pt>
                <c:pt idx="3632">
                  <c:v>46002</c:v>
                </c:pt>
                <c:pt idx="3633">
                  <c:v>46003</c:v>
                </c:pt>
                <c:pt idx="3634">
                  <c:v>46004</c:v>
                </c:pt>
                <c:pt idx="3635">
                  <c:v>46005</c:v>
                </c:pt>
                <c:pt idx="3636">
                  <c:v>46006</c:v>
                </c:pt>
                <c:pt idx="3637">
                  <c:v>46007</c:v>
                </c:pt>
                <c:pt idx="3638">
                  <c:v>46008</c:v>
                </c:pt>
                <c:pt idx="3639">
                  <c:v>46009</c:v>
                </c:pt>
                <c:pt idx="3640">
                  <c:v>46010</c:v>
                </c:pt>
                <c:pt idx="3641">
                  <c:v>46011</c:v>
                </c:pt>
                <c:pt idx="3642">
                  <c:v>46012</c:v>
                </c:pt>
                <c:pt idx="3643">
                  <c:v>46013</c:v>
                </c:pt>
                <c:pt idx="3644">
                  <c:v>46014</c:v>
                </c:pt>
                <c:pt idx="3645">
                  <c:v>46015</c:v>
                </c:pt>
                <c:pt idx="3646">
                  <c:v>46016</c:v>
                </c:pt>
                <c:pt idx="3647">
                  <c:v>46017</c:v>
                </c:pt>
                <c:pt idx="3648">
                  <c:v>46018</c:v>
                </c:pt>
                <c:pt idx="3649">
                  <c:v>46019</c:v>
                </c:pt>
                <c:pt idx="3650">
                  <c:v>46020</c:v>
                </c:pt>
                <c:pt idx="3651">
                  <c:v>46021</c:v>
                </c:pt>
                <c:pt idx="3652">
                  <c:v>46022</c:v>
                </c:pt>
                <c:pt idx="3653">
                  <c:v>46023</c:v>
                </c:pt>
                <c:pt idx="3654">
                  <c:v>46024</c:v>
                </c:pt>
                <c:pt idx="3655">
                  <c:v>46025</c:v>
                </c:pt>
                <c:pt idx="3656">
                  <c:v>46026</c:v>
                </c:pt>
                <c:pt idx="3657">
                  <c:v>46027</c:v>
                </c:pt>
                <c:pt idx="3658">
                  <c:v>46028</c:v>
                </c:pt>
                <c:pt idx="3659">
                  <c:v>46029</c:v>
                </c:pt>
                <c:pt idx="3660">
                  <c:v>46030</c:v>
                </c:pt>
                <c:pt idx="3661">
                  <c:v>46031</c:v>
                </c:pt>
                <c:pt idx="3662">
                  <c:v>46032</c:v>
                </c:pt>
                <c:pt idx="3663">
                  <c:v>46033</c:v>
                </c:pt>
                <c:pt idx="3664">
                  <c:v>46034</c:v>
                </c:pt>
                <c:pt idx="3665">
                  <c:v>46035</c:v>
                </c:pt>
                <c:pt idx="3666">
                  <c:v>46036</c:v>
                </c:pt>
                <c:pt idx="3667">
                  <c:v>46037</c:v>
                </c:pt>
                <c:pt idx="3668">
                  <c:v>46038</c:v>
                </c:pt>
                <c:pt idx="3669">
                  <c:v>46039</c:v>
                </c:pt>
                <c:pt idx="3670">
                  <c:v>46040</c:v>
                </c:pt>
                <c:pt idx="3671">
                  <c:v>46041</c:v>
                </c:pt>
                <c:pt idx="3672">
                  <c:v>46042</c:v>
                </c:pt>
                <c:pt idx="3673">
                  <c:v>46043</c:v>
                </c:pt>
                <c:pt idx="3674">
                  <c:v>46044</c:v>
                </c:pt>
                <c:pt idx="3675">
                  <c:v>46045</c:v>
                </c:pt>
                <c:pt idx="3676">
                  <c:v>46046</c:v>
                </c:pt>
                <c:pt idx="3677">
                  <c:v>46047</c:v>
                </c:pt>
                <c:pt idx="3678">
                  <c:v>46048</c:v>
                </c:pt>
                <c:pt idx="3679">
                  <c:v>46049</c:v>
                </c:pt>
                <c:pt idx="3680">
                  <c:v>46050</c:v>
                </c:pt>
                <c:pt idx="3681">
                  <c:v>46051</c:v>
                </c:pt>
                <c:pt idx="3682">
                  <c:v>46052</c:v>
                </c:pt>
                <c:pt idx="3683">
                  <c:v>46053</c:v>
                </c:pt>
                <c:pt idx="3684">
                  <c:v>46054</c:v>
                </c:pt>
                <c:pt idx="3685">
                  <c:v>46055</c:v>
                </c:pt>
                <c:pt idx="3686">
                  <c:v>46056</c:v>
                </c:pt>
                <c:pt idx="3687">
                  <c:v>46057</c:v>
                </c:pt>
                <c:pt idx="3688">
                  <c:v>46058</c:v>
                </c:pt>
                <c:pt idx="3689">
                  <c:v>46059</c:v>
                </c:pt>
                <c:pt idx="3690">
                  <c:v>46060</c:v>
                </c:pt>
                <c:pt idx="3691">
                  <c:v>46061</c:v>
                </c:pt>
                <c:pt idx="3692">
                  <c:v>46062</c:v>
                </c:pt>
                <c:pt idx="3693">
                  <c:v>46063</c:v>
                </c:pt>
                <c:pt idx="3694">
                  <c:v>46064</c:v>
                </c:pt>
                <c:pt idx="3695">
                  <c:v>46065</c:v>
                </c:pt>
                <c:pt idx="3696">
                  <c:v>46066</c:v>
                </c:pt>
                <c:pt idx="3697">
                  <c:v>46067</c:v>
                </c:pt>
                <c:pt idx="3698">
                  <c:v>46068</c:v>
                </c:pt>
                <c:pt idx="3699">
                  <c:v>46069</c:v>
                </c:pt>
                <c:pt idx="3700">
                  <c:v>46070</c:v>
                </c:pt>
                <c:pt idx="3701">
                  <c:v>46071</c:v>
                </c:pt>
                <c:pt idx="3702">
                  <c:v>46072</c:v>
                </c:pt>
                <c:pt idx="3703">
                  <c:v>46073</c:v>
                </c:pt>
                <c:pt idx="3704">
                  <c:v>46074</c:v>
                </c:pt>
                <c:pt idx="3705">
                  <c:v>46075</c:v>
                </c:pt>
                <c:pt idx="3706">
                  <c:v>46076</c:v>
                </c:pt>
                <c:pt idx="3707">
                  <c:v>46077</c:v>
                </c:pt>
                <c:pt idx="3708">
                  <c:v>46078</c:v>
                </c:pt>
                <c:pt idx="3709">
                  <c:v>46079</c:v>
                </c:pt>
                <c:pt idx="3710">
                  <c:v>46080</c:v>
                </c:pt>
                <c:pt idx="3711">
                  <c:v>46081</c:v>
                </c:pt>
                <c:pt idx="3712">
                  <c:v>46082</c:v>
                </c:pt>
                <c:pt idx="3713">
                  <c:v>46083</c:v>
                </c:pt>
                <c:pt idx="3714">
                  <c:v>46084</c:v>
                </c:pt>
                <c:pt idx="3715">
                  <c:v>46085</c:v>
                </c:pt>
                <c:pt idx="3716">
                  <c:v>46086</c:v>
                </c:pt>
                <c:pt idx="3717">
                  <c:v>46087</c:v>
                </c:pt>
                <c:pt idx="3718">
                  <c:v>46088</c:v>
                </c:pt>
                <c:pt idx="3719">
                  <c:v>46089</c:v>
                </c:pt>
                <c:pt idx="3720">
                  <c:v>46090</c:v>
                </c:pt>
                <c:pt idx="3721">
                  <c:v>46091</c:v>
                </c:pt>
                <c:pt idx="3722">
                  <c:v>46092</c:v>
                </c:pt>
                <c:pt idx="3723">
                  <c:v>46093</c:v>
                </c:pt>
                <c:pt idx="3724">
                  <c:v>46094</c:v>
                </c:pt>
                <c:pt idx="3725">
                  <c:v>46095</c:v>
                </c:pt>
                <c:pt idx="3726">
                  <c:v>46096</c:v>
                </c:pt>
                <c:pt idx="3727">
                  <c:v>46097</c:v>
                </c:pt>
                <c:pt idx="3728">
                  <c:v>46098</c:v>
                </c:pt>
                <c:pt idx="3729">
                  <c:v>46099</c:v>
                </c:pt>
                <c:pt idx="3730">
                  <c:v>46100</c:v>
                </c:pt>
                <c:pt idx="3731">
                  <c:v>46101</c:v>
                </c:pt>
                <c:pt idx="3732">
                  <c:v>46102</c:v>
                </c:pt>
                <c:pt idx="3733">
                  <c:v>46103</c:v>
                </c:pt>
                <c:pt idx="3734">
                  <c:v>46104</c:v>
                </c:pt>
                <c:pt idx="3735">
                  <c:v>46105</c:v>
                </c:pt>
                <c:pt idx="3736">
                  <c:v>46106</c:v>
                </c:pt>
                <c:pt idx="3737">
                  <c:v>46107</c:v>
                </c:pt>
                <c:pt idx="3738">
                  <c:v>46108</c:v>
                </c:pt>
                <c:pt idx="3739">
                  <c:v>46109</c:v>
                </c:pt>
                <c:pt idx="3740">
                  <c:v>46110</c:v>
                </c:pt>
                <c:pt idx="3741">
                  <c:v>46111</c:v>
                </c:pt>
                <c:pt idx="3742">
                  <c:v>46112</c:v>
                </c:pt>
                <c:pt idx="3743">
                  <c:v>46113</c:v>
                </c:pt>
                <c:pt idx="3744">
                  <c:v>46114</c:v>
                </c:pt>
                <c:pt idx="3745">
                  <c:v>46115</c:v>
                </c:pt>
                <c:pt idx="3746">
                  <c:v>46116</c:v>
                </c:pt>
                <c:pt idx="3747">
                  <c:v>46117</c:v>
                </c:pt>
                <c:pt idx="3748">
                  <c:v>46118</c:v>
                </c:pt>
                <c:pt idx="3749">
                  <c:v>46119</c:v>
                </c:pt>
                <c:pt idx="3750">
                  <c:v>46120</c:v>
                </c:pt>
                <c:pt idx="3751">
                  <c:v>46121</c:v>
                </c:pt>
                <c:pt idx="3752">
                  <c:v>46122</c:v>
                </c:pt>
                <c:pt idx="3753">
                  <c:v>46123</c:v>
                </c:pt>
                <c:pt idx="3754">
                  <c:v>46124</c:v>
                </c:pt>
                <c:pt idx="3755">
                  <c:v>46125</c:v>
                </c:pt>
                <c:pt idx="3756">
                  <c:v>46126</c:v>
                </c:pt>
                <c:pt idx="3757">
                  <c:v>46127</c:v>
                </c:pt>
                <c:pt idx="3758">
                  <c:v>46128</c:v>
                </c:pt>
                <c:pt idx="3759">
                  <c:v>46129</c:v>
                </c:pt>
                <c:pt idx="3760">
                  <c:v>46130</c:v>
                </c:pt>
                <c:pt idx="3761">
                  <c:v>46131</c:v>
                </c:pt>
                <c:pt idx="3762">
                  <c:v>46132</c:v>
                </c:pt>
                <c:pt idx="3763">
                  <c:v>46133</c:v>
                </c:pt>
                <c:pt idx="3764">
                  <c:v>46134</c:v>
                </c:pt>
                <c:pt idx="3765">
                  <c:v>46135</c:v>
                </c:pt>
                <c:pt idx="3766">
                  <c:v>46136</c:v>
                </c:pt>
                <c:pt idx="3767">
                  <c:v>46137</c:v>
                </c:pt>
                <c:pt idx="3768">
                  <c:v>46138</c:v>
                </c:pt>
                <c:pt idx="3769">
                  <c:v>46139</c:v>
                </c:pt>
                <c:pt idx="3770">
                  <c:v>46140</c:v>
                </c:pt>
                <c:pt idx="3771">
                  <c:v>46141</c:v>
                </c:pt>
                <c:pt idx="3772">
                  <c:v>46142</c:v>
                </c:pt>
                <c:pt idx="3773">
                  <c:v>46143</c:v>
                </c:pt>
                <c:pt idx="3774">
                  <c:v>46144</c:v>
                </c:pt>
                <c:pt idx="3775">
                  <c:v>46145</c:v>
                </c:pt>
                <c:pt idx="3776">
                  <c:v>46146</c:v>
                </c:pt>
                <c:pt idx="3777">
                  <c:v>46147</c:v>
                </c:pt>
                <c:pt idx="3778">
                  <c:v>46148</c:v>
                </c:pt>
                <c:pt idx="3779">
                  <c:v>46149</c:v>
                </c:pt>
                <c:pt idx="3780">
                  <c:v>46150</c:v>
                </c:pt>
                <c:pt idx="3781">
                  <c:v>46151</c:v>
                </c:pt>
                <c:pt idx="3782">
                  <c:v>46152</c:v>
                </c:pt>
                <c:pt idx="3783">
                  <c:v>46153</c:v>
                </c:pt>
                <c:pt idx="3784">
                  <c:v>46154</c:v>
                </c:pt>
                <c:pt idx="3785">
                  <c:v>46155</c:v>
                </c:pt>
                <c:pt idx="3786">
                  <c:v>46156</c:v>
                </c:pt>
                <c:pt idx="3787">
                  <c:v>46157</c:v>
                </c:pt>
                <c:pt idx="3788">
                  <c:v>46158</c:v>
                </c:pt>
                <c:pt idx="3789">
                  <c:v>46159</c:v>
                </c:pt>
                <c:pt idx="3790">
                  <c:v>46160</c:v>
                </c:pt>
                <c:pt idx="3791">
                  <c:v>46161</c:v>
                </c:pt>
                <c:pt idx="3792">
                  <c:v>46162</c:v>
                </c:pt>
                <c:pt idx="3793">
                  <c:v>46163</c:v>
                </c:pt>
                <c:pt idx="3794">
                  <c:v>46164</c:v>
                </c:pt>
                <c:pt idx="3795">
                  <c:v>46165</c:v>
                </c:pt>
                <c:pt idx="3796">
                  <c:v>46166</c:v>
                </c:pt>
                <c:pt idx="3797">
                  <c:v>46167</c:v>
                </c:pt>
                <c:pt idx="3798">
                  <c:v>46168</c:v>
                </c:pt>
                <c:pt idx="3799">
                  <c:v>46169</c:v>
                </c:pt>
                <c:pt idx="3800">
                  <c:v>46170</c:v>
                </c:pt>
                <c:pt idx="3801">
                  <c:v>46171</c:v>
                </c:pt>
                <c:pt idx="3802">
                  <c:v>46172</c:v>
                </c:pt>
                <c:pt idx="3803">
                  <c:v>46173</c:v>
                </c:pt>
                <c:pt idx="3804">
                  <c:v>46174</c:v>
                </c:pt>
                <c:pt idx="3805">
                  <c:v>46175</c:v>
                </c:pt>
                <c:pt idx="3806">
                  <c:v>46176</c:v>
                </c:pt>
                <c:pt idx="3807">
                  <c:v>46177</c:v>
                </c:pt>
                <c:pt idx="3808">
                  <c:v>46178</c:v>
                </c:pt>
                <c:pt idx="3809">
                  <c:v>46179</c:v>
                </c:pt>
                <c:pt idx="3810">
                  <c:v>46180</c:v>
                </c:pt>
                <c:pt idx="3811">
                  <c:v>46181</c:v>
                </c:pt>
                <c:pt idx="3812">
                  <c:v>46182</c:v>
                </c:pt>
                <c:pt idx="3813">
                  <c:v>46183</c:v>
                </c:pt>
                <c:pt idx="3814">
                  <c:v>46184</c:v>
                </c:pt>
                <c:pt idx="3815">
                  <c:v>46185</c:v>
                </c:pt>
                <c:pt idx="3816">
                  <c:v>46186</c:v>
                </c:pt>
                <c:pt idx="3817">
                  <c:v>46187</c:v>
                </c:pt>
                <c:pt idx="3818">
                  <c:v>46188</c:v>
                </c:pt>
                <c:pt idx="3819">
                  <c:v>46189</c:v>
                </c:pt>
                <c:pt idx="3820">
                  <c:v>46190</c:v>
                </c:pt>
                <c:pt idx="3821">
                  <c:v>46191</c:v>
                </c:pt>
                <c:pt idx="3822">
                  <c:v>46192</c:v>
                </c:pt>
                <c:pt idx="3823">
                  <c:v>46193</c:v>
                </c:pt>
                <c:pt idx="3824">
                  <c:v>46194</c:v>
                </c:pt>
                <c:pt idx="3825">
                  <c:v>46195</c:v>
                </c:pt>
                <c:pt idx="3826">
                  <c:v>46196</c:v>
                </c:pt>
                <c:pt idx="3827">
                  <c:v>46197</c:v>
                </c:pt>
                <c:pt idx="3828">
                  <c:v>46198</c:v>
                </c:pt>
                <c:pt idx="3829">
                  <c:v>46199</c:v>
                </c:pt>
                <c:pt idx="3830">
                  <c:v>46200</c:v>
                </c:pt>
                <c:pt idx="3831">
                  <c:v>46201</c:v>
                </c:pt>
                <c:pt idx="3832">
                  <c:v>46202</c:v>
                </c:pt>
                <c:pt idx="3833">
                  <c:v>46203</c:v>
                </c:pt>
                <c:pt idx="3834">
                  <c:v>46204</c:v>
                </c:pt>
                <c:pt idx="3835">
                  <c:v>46205</c:v>
                </c:pt>
                <c:pt idx="3836">
                  <c:v>46206</c:v>
                </c:pt>
                <c:pt idx="3837">
                  <c:v>46207</c:v>
                </c:pt>
                <c:pt idx="3838">
                  <c:v>46208</c:v>
                </c:pt>
                <c:pt idx="3839">
                  <c:v>46209</c:v>
                </c:pt>
                <c:pt idx="3840">
                  <c:v>46210</c:v>
                </c:pt>
                <c:pt idx="3841">
                  <c:v>46211</c:v>
                </c:pt>
                <c:pt idx="3842">
                  <c:v>46212</c:v>
                </c:pt>
                <c:pt idx="3843">
                  <c:v>46213</c:v>
                </c:pt>
                <c:pt idx="3844">
                  <c:v>46214</c:v>
                </c:pt>
                <c:pt idx="3845">
                  <c:v>46215</c:v>
                </c:pt>
                <c:pt idx="3846">
                  <c:v>46216</c:v>
                </c:pt>
                <c:pt idx="3847">
                  <c:v>46217</c:v>
                </c:pt>
                <c:pt idx="3848">
                  <c:v>46218</c:v>
                </c:pt>
                <c:pt idx="3849">
                  <c:v>46219</c:v>
                </c:pt>
                <c:pt idx="3850">
                  <c:v>46220</c:v>
                </c:pt>
                <c:pt idx="3851">
                  <c:v>46221</c:v>
                </c:pt>
                <c:pt idx="3852">
                  <c:v>46222</c:v>
                </c:pt>
                <c:pt idx="3853">
                  <c:v>46223</c:v>
                </c:pt>
                <c:pt idx="3854">
                  <c:v>46224</c:v>
                </c:pt>
                <c:pt idx="3855">
                  <c:v>46225</c:v>
                </c:pt>
                <c:pt idx="3856">
                  <c:v>46226</c:v>
                </c:pt>
                <c:pt idx="3857">
                  <c:v>46227</c:v>
                </c:pt>
                <c:pt idx="3858">
                  <c:v>46228</c:v>
                </c:pt>
                <c:pt idx="3859">
                  <c:v>46229</c:v>
                </c:pt>
                <c:pt idx="3860">
                  <c:v>46230</c:v>
                </c:pt>
                <c:pt idx="3861">
                  <c:v>46231</c:v>
                </c:pt>
                <c:pt idx="3862">
                  <c:v>46232</c:v>
                </c:pt>
                <c:pt idx="3863">
                  <c:v>46233</c:v>
                </c:pt>
                <c:pt idx="3864">
                  <c:v>46234</c:v>
                </c:pt>
                <c:pt idx="3865">
                  <c:v>46235</c:v>
                </c:pt>
                <c:pt idx="3866">
                  <c:v>46236</c:v>
                </c:pt>
                <c:pt idx="3867">
                  <c:v>46237</c:v>
                </c:pt>
                <c:pt idx="3868">
                  <c:v>46238</c:v>
                </c:pt>
                <c:pt idx="3869">
                  <c:v>46239</c:v>
                </c:pt>
                <c:pt idx="3870">
                  <c:v>46240</c:v>
                </c:pt>
                <c:pt idx="3871">
                  <c:v>46241</c:v>
                </c:pt>
                <c:pt idx="3872">
                  <c:v>46242</c:v>
                </c:pt>
                <c:pt idx="3873">
                  <c:v>46243</c:v>
                </c:pt>
                <c:pt idx="3874">
                  <c:v>46244</c:v>
                </c:pt>
                <c:pt idx="3875">
                  <c:v>46245</c:v>
                </c:pt>
                <c:pt idx="3876">
                  <c:v>46246</c:v>
                </c:pt>
                <c:pt idx="3877">
                  <c:v>46247</c:v>
                </c:pt>
                <c:pt idx="3878">
                  <c:v>46248</c:v>
                </c:pt>
                <c:pt idx="3879">
                  <c:v>46249</c:v>
                </c:pt>
                <c:pt idx="3880">
                  <c:v>46250</c:v>
                </c:pt>
                <c:pt idx="3881">
                  <c:v>46251</c:v>
                </c:pt>
                <c:pt idx="3882">
                  <c:v>46252</c:v>
                </c:pt>
                <c:pt idx="3883">
                  <c:v>46253</c:v>
                </c:pt>
                <c:pt idx="3884">
                  <c:v>46254</c:v>
                </c:pt>
                <c:pt idx="3885">
                  <c:v>46255</c:v>
                </c:pt>
                <c:pt idx="3886">
                  <c:v>46256</c:v>
                </c:pt>
                <c:pt idx="3887">
                  <c:v>46257</c:v>
                </c:pt>
                <c:pt idx="3888">
                  <c:v>46258</c:v>
                </c:pt>
                <c:pt idx="3889">
                  <c:v>46259</c:v>
                </c:pt>
                <c:pt idx="3890">
                  <c:v>46260</c:v>
                </c:pt>
                <c:pt idx="3891">
                  <c:v>46261</c:v>
                </c:pt>
                <c:pt idx="3892">
                  <c:v>46262</c:v>
                </c:pt>
                <c:pt idx="3893">
                  <c:v>46263</c:v>
                </c:pt>
                <c:pt idx="3894">
                  <c:v>46264</c:v>
                </c:pt>
                <c:pt idx="3895">
                  <c:v>46265</c:v>
                </c:pt>
                <c:pt idx="3896">
                  <c:v>46266</c:v>
                </c:pt>
                <c:pt idx="3897">
                  <c:v>46267</c:v>
                </c:pt>
                <c:pt idx="3898">
                  <c:v>46268</c:v>
                </c:pt>
                <c:pt idx="3899">
                  <c:v>46269</c:v>
                </c:pt>
                <c:pt idx="3900">
                  <c:v>46270</c:v>
                </c:pt>
                <c:pt idx="3901">
                  <c:v>46271</c:v>
                </c:pt>
                <c:pt idx="3902">
                  <c:v>46272</c:v>
                </c:pt>
                <c:pt idx="3903">
                  <c:v>46273</c:v>
                </c:pt>
                <c:pt idx="3904">
                  <c:v>46274</c:v>
                </c:pt>
                <c:pt idx="3905">
                  <c:v>46275</c:v>
                </c:pt>
                <c:pt idx="3906">
                  <c:v>46276</c:v>
                </c:pt>
                <c:pt idx="3907">
                  <c:v>46277</c:v>
                </c:pt>
                <c:pt idx="3908">
                  <c:v>46278</c:v>
                </c:pt>
                <c:pt idx="3909">
                  <c:v>46279</c:v>
                </c:pt>
                <c:pt idx="3910">
                  <c:v>46280</c:v>
                </c:pt>
                <c:pt idx="3911">
                  <c:v>46281</c:v>
                </c:pt>
                <c:pt idx="3912">
                  <c:v>46282</c:v>
                </c:pt>
                <c:pt idx="3913">
                  <c:v>46283</c:v>
                </c:pt>
                <c:pt idx="3914">
                  <c:v>46284</c:v>
                </c:pt>
                <c:pt idx="3915">
                  <c:v>46285</c:v>
                </c:pt>
                <c:pt idx="3916">
                  <c:v>46286</c:v>
                </c:pt>
                <c:pt idx="3917">
                  <c:v>46287</c:v>
                </c:pt>
                <c:pt idx="3918">
                  <c:v>46288</c:v>
                </c:pt>
                <c:pt idx="3919">
                  <c:v>46289</c:v>
                </c:pt>
                <c:pt idx="3920">
                  <c:v>46290</c:v>
                </c:pt>
                <c:pt idx="3921">
                  <c:v>46291</c:v>
                </c:pt>
                <c:pt idx="3922">
                  <c:v>46292</c:v>
                </c:pt>
                <c:pt idx="3923">
                  <c:v>46293</c:v>
                </c:pt>
                <c:pt idx="3924">
                  <c:v>46294</c:v>
                </c:pt>
                <c:pt idx="3925">
                  <c:v>46295</c:v>
                </c:pt>
                <c:pt idx="3926">
                  <c:v>46296</c:v>
                </c:pt>
                <c:pt idx="3927">
                  <c:v>46297</c:v>
                </c:pt>
                <c:pt idx="3928">
                  <c:v>46298</c:v>
                </c:pt>
                <c:pt idx="3929">
                  <c:v>46299</c:v>
                </c:pt>
                <c:pt idx="3930">
                  <c:v>46300</c:v>
                </c:pt>
                <c:pt idx="3931">
                  <c:v>46301</c:v>
                </c:pt>
                <c:pt idx="3932">
                  <c:v>46302</c:v>
                </c:pt>
                <c:pt idx="3933">
                  <c:v>46303</c:v>
                </c:pt>
                <c:pt idx="3934">
                  <c:v>46304</c:v>
                </c:pt>
                <c:pt idx="3935">
                  <c:v>46305</c:v>
                </c:pt>
                <c:pt idx="3936">
                  <c:v>46306</c:v>
                </c:pt>
                <c:pt idx="3937">
                  <c:v>46307</c:v>
                </c:pt>
                <c:pt idx="3938">
                  <c:v>46308</c:v>
                </c:pt>
                <c:pt idx="3939">
                  <c:v>46309</c:v>
                </c:pt>
                <c:pt idx="3940">
                  <c:v>46310</c:v>
                </c:pt>
                <c:pt idx="3941">
                  <c:v>46311</c:v>
                </c:pt>
                <c:pt idx="3942">
                  <c:v>46312</c:v>
                </c:pt>
                <c:pt idx="3943">
                  <c:v>46313</c:v>
                </c:pt>
                <c:pt idx="3944">
                  <c:v>46314</c:v>
                </c:pt>
                <c:pt idx="3945">
                  <c:v>46315</c:v>
                </c:pt>
                <c:pt idx="3946">
                  <c:v>46316</c:v>
                </c:pt>
                <c:pt idx="3947">
                  <c:v>46317</c:v>
                </c:pt>
                <c:pt idx="3948">
                  <c:v>46318</c:v>
                </c:pt>
                <c:pt idx="3949">
                  <c:v>46319</c:v>
                </c:pt>
                <c:pt idx="3950">
                  <c:v>46320</c:v>
                </c:pt>
                <c:pt idx="3951">
                  <c:v>46321</c:v>
                </c:pt>
                <c:pt idx="3952">
                  <c:v>46322</c:v>
                </c:pt>
                <c:pt idx="3953">
                  <c:v>46323</c:v>
                </c:pt>
                <c:pt idx="3954">
                  <c:v>46324</c:v>
                </c:pt>
                <c:pt idx="3955">
                  <c:v>46325</c:v>
                </c:pt>
                <c:pt idx="3956">
                  <c:v>46326</c:v>
                </c:pt>
                <c:pt idx="3957">
                  <c:v>46327</c:v>
                </c:pt>
                <c:pt idx="3958">
                  <c:v>46328</c:v>
                </c:pt>
                <c:pt idx="3959">
                  <c:v>46329</c:v>
                </c:pt>
                <c:pt idx="3960">
                  <c:v>46330</c:v>
                </c:pt>
                <c:pt idx="3961">
                  <c:v>46331</c:v>
                </c:pt>
                <c:pt idx="3962">
                  <c:v>46332</c:v>
                </c:pt>
                <c:pt idx="3963">
                  <c:v>46333</c:v>
                </c:pt>
                <c:pt idx="3964">
                  <c:v>46334</c:v>
                </c:pt>
                <c:pt idx="3965">
                  <c:v>46335</c:v>
                </c:pt>
                <c:pt idx="3966">
                  <c:v>46336</c:v>
                </c:pt>
                <c:pt idx="3967">
                  <c:v>46337</c:v>
                </c:pt>
                <c:pt idx="3968">
                  <c:v>46338</c:v>
                </c:pt>
                <c:pt idx="3969">
                  <c:v>46339</c:v>
                </c:pt>
                <c:pt idx="3970">
                  <c:v>46340</c:v>
                </c:pt>
                <c:pt idx="3971">
                  <c:v>46341</c:v>
                </c:pt>
                <c:pt idx="3972">
                  <c:v>46342</c:v>
                </c:pt>
                <c:pt idx="3973">
                  <c:v>46343</c:v>
                </c:pt>
                <c:pt idx="3974">
                  <c:v>46344</c:v>
                </c:pt>
                <c:pt idx="3975">
                  <c:v>46345</c:v>
                </c:pt>
                <c:pt idx="3976">
                  <c:v>46346</c:v>
                </c:pt>
                <c:pt idx="3977">
                  <c:v>46347</c:v>
                </c:pt>
                <c:pt idx="3978">
                  <c:v>46348</c:v>
                </c:pt>
                <c:pt idx="3979">
                  <c:v>46349</c:v>
                </c:pt>
                <c:pt idx="3980">
                  <c:v>46350</c:v>
                </c:pt>
                <c:pt idx="3981">
                  <c:v>46351</c:v>
                </c:pt>
                <c:pt idx="3982">
                  <c:v>46352</c:v>
                </c:pt>
                <c:pt idx="3983">
                  <c:v>46353</c:v>
                </c:pt>
                <c:pt idx="3984">
                  <c:v>46354</c:v>
                </c:pt>
                <c:pt idx="3985">
                  <c:v>46355</c:v>
                </c:pt>
                <c:pt idx="3986">
                  <c:v>46356</c:v>
                </c:pt>
                <c:pt idx="3987">
                  <c:v>46357</c:v>
                </c:pt>
                <c:pt idx="3988">
                  <c:v>46358</c:v>
                </c:pt>
                <c:pt idx="3989">
                  <c:v>46359</c:v>
                </c:pt>
                <c:pt idx="3990">
                  <c:v>46360</c:v>
                </c:pt>
                <c:pt idx="3991">
                  <c:v>46361</c:v>
                </c:pt>
                <c:pt idx="3992">
                  <c:v>46362</c:v>
                </c:pt>
                <c:pt idx="3993">
                  <c:v>46363</c:v>
                </c:pt>
                <c:pt idx="3994">
                  <c:v>46364</c:v>
                </c:pt>
                <c:pt idx="3995">
                  <c:v>46365</c:v>
                </c:pt>
                <c:pt idx="3996">
                  <c:v>46366</c:v>
                </c:pt>
                <c:pt idx="3997">
                  <c:v>46367</c:v>
                </c:pt>
                <c:pt idx="3998">
                  <c:v>46368</c:v>
                </c:pt>
                <c:pt idx="3999">
                  <c:v>46369</c:v>
                </c:pt>
                <c:pt idx="4000">
                  <c:v>46370</c:v>
                </c:pt>
                <c:pt idx="4001">
                  <c:v>46371</c:v>
                </c:pt>
                <c:pt idx="4002">
                  <c:v>46372</c:v>
                </c:pt>
                <c:pt idx="4003">
                  <c:v>46373</c:v>
                </c:pt>
                <c:pt idx="4004">
                  <c:v>46374</c:v>
                </c:pt>
                <c:pt idx="4005">
                  <c:v>46375</c:v>
                </c:pt>
                <c:pt idx="4006">
                  <c:v>46376</c:v>
                </c:pt>
                <c:pt idx="4007">
                  <c:v>46377</c:v>
                </c:pt>
                <c:pt idx="4008">
                  <c:v>46378</c:v>
                </c:pt>
                <c:pt idx="4009">
                  <c:v>46379</c:v>
                </c:pt>
                <c:pt idx="4010">
                  <c:v>46380</c:v>
                </c:pt>
                <c:pt idx="4011">
                  <c:v>46381</c:v>
                </c:pt>
                <c:pt idx="4012">
                  <c:v>46382</c:v>
                </c:pt>
                <c:pt idx="4013">
                  <c:v>46383</c:v>
                </c:pt>
                <c:pt idx="4014">
                  <c:v>46384</c:v>
                </c:pt>
                <c:pt idx="4015">
                  <c:v>46385</c:v>
                </c:pt>
                <c:pt idx="4016">
                  <c:v>46386</c:v>
                </c:pt>
                <c:pt idx="4017">
                  <c:v>46387</c:v>
                </c:pt>
                <c:pt idx="4018">
                  <c:v>46388</c:v>
                </c:pt>
                <c:pt idx="4019">
                  <c:v>46389</c:v>
                </c:pt>
                <c:pt idx="4020">
                  <c:v>46390</c:v>
                </c:pt>
                <c:pt idx="4021">
                  <c:v>46391</c:v>
                </c:pt>
                <c:pt idx="4022">
                  <c:v>46392</c:v>
                </c:pt>
                <c:pt idx="4023">
                  <c:v>46393</c:v>
                </c:pt>
                <c:pt idx="4024">
                  <c:v>46394</c:v>
                </c:pt>
                <c:pt idx="4025">
                  <c:v>46395</c:v>
                </c:pt>
                <c:pt idx="4026">
                  <c:v>46396</c:v>
                </c:pt>
                <c:pt idx="4027">
                  <c:v>46397</c:v>
                </c:pt>
                <c:pt idx="4028">
                  <c:v>46398</c:v>
                </c:pt>
                <c:pt idx="4029">
                  <c:v>46399</c:v>
                </c:pt>
                <c:pt idx="4030">
                  <c:v>46400</c:v>
                </c:pt>
                <c:pt idx="4031">
                  <c:v>46401</c:v>
                </c:pt>
                <c:pt idx="4032">
                  <c:v>46402</c:v>
                </c:pt>
                <c:pt idx="4033">
                  <c:v>46403</c:v>
                </c:pt>
                <c:pt idx="4034">
                  <c:v>46404</c:v>
                </c:pt>
                <c:pt idx="4035">
                  <c:v>46405</c:v>
                </c:pt>
                <c:pt idx="4036">
                  <c:v>46406</c:v>
                </c:pt>
                <c:pt idx="4037">
                  <c:v>46407</c:v>
                </c:pt>
                <c:pt idx="4038">
                  <c:v>46408</c:v>
                </c:pt>
                <c:pt idx="4039">
                  <c:v>46409</c:v>
                </c:pt>
                <c:pt idx="4040">
                  <c:v>46410</c:v>
                </c:pt>
                <c:pt idx="4041">
                  <c:v>46411</c:v>
                </c:pt>
                <c:pt idx="4042">
                  <c:v>46412</c:v>
                </c:pt>
                <c:pt idx="4043">
                  <c:v>46413</c:v>
                </c:pt>
                <c:pt idx="4044">
                  <c:v>46414</c:v>
                </c:pt>
                <c:pt idx="4045">
                  <c:v>46415</c:v>
                </c:pt>
                <c:pt idx="4046">
                  <c:v>46416</c:v>
                </c:pt>
                <c:pt idx="4047">
                  <c:v>46417</c:v>
                </c:pt>
                <c:pt idx="4048">
                  <c:v>46418</c:v>
                </c:pt>
                <c:pt idx="4049">
                  <c:v>46419</c:v>
                </c:pt>
                <c:pt idx="4050">
                  <c:v>46420</c:v>
                </c:pt>
                <c:pt idx="4051">
                  <c:v>46421</c:v>
                </c:pt>
                <c:pt idx="4052">
                  <c:v>46422</c:v>
                </c:pt>
                <c:pt idx="4053">
                  <c:v>46423</c:v>
                </c:pt>
                <c:pt idx="4054">
                  <c:v>46424</c:v>
                </c:pt>
                <c:pt idx="4055">
                  <c:v>46425</c:v>
                </c:pt>
                <c:pt idx="4056">
                  <c:v>46426</c:v>
                </c:pt>
                <c:pt idx="4057">
                  <c:v>46427</c:v>
                </c:pt>
                <c:pt idx="4058">
                  <c:v>46428</c:v>
                </c:pt>
                <c:pt idx="4059">
                  <c:v>46429</c:v>
                </c:pt>
                <c:pt idx="4060">
                  <c:v>46430</c:v>
                </c:pt>
                <c:pt idx="4061">
                  <c:v>46431</c:v>
                </c:pt>
                <c:pt idx="4062">
                  <c:v>46432</c:v>
                </c:pt>
                <c:pt idx="4063">
                  <c:v>46433</c:v>
                </c:pt>
                <c:pt idx="4064">
                  <c:v>46434</c:v>
                </c:pt>
                <c:pt idx="4065">
                  <c:v>46435</c:v>
                </c:pt>
                <c:pt idx="4066">
                  <c:v>46436</c:v>
                </c:pt>
                <c:pt idx="4067">
                  <c:v>46437</c:v>
                </c:pt>
                <c:pt idx="4068">
                  <c:v>46438</c:v>
                </c:pt>
                <c:pt idx="4069">
                  <c:v>46439</c:v>
                </c:pt>
                <c:pt idx="4070">
                  <c:v>46440</c:v>
                </c:pt>
                <c:pt idx="4071">
                  <c:v>46441</c:v>
                </c:pt>
                <c:pt idx="4072">
                  <c:v>46442</c:v>
                </c:pt>
                <c:pt idx="4073">
                  <c:v>46443</c:v>
                </c:pt>
                <c:pt idx="4074">
                  <c:v>46444</c:v>
                </c:pt>
                <c:pt idx="4075">
                  <c:v>46445</c:v>
                </c:pt>
                <c:pt idx="4076">
                  <c:v>46446</c:v>
                </c:pt>
                <c:pt idx="4077">
                  <c:v>46447</c:v>
                </c:pt>
                <c:pt idx="4078">
                  <c:v>46448</c:v>
                </c:pt>
                <c:pt idx="4079">
                  <c:v>46449</c:v>
                </c:pt>
                <c:pt idx="4080">
                  <c:v>46450</c:v>
                </c:pt>
                <c:pt idx="4081">
                  <c:v>46451</c:v>
                </c:pt>
                <c:pt idx="4082">
                  <c:v>46452</c:v>
                </c:pt>
                <c:pt idx="4083">
                  <c:v>46453</c:v>
                </c:pt>
                <c:pt idx="4084">
                  <c:v>46454</c:v>
                </c:pt>
                <c:pt idx="4085">
                  <c:v>46455</c:v>
                </c:pt>
                <c:pt idx="4086">
                  <c:v>46456</c:v>
                </c:pt>
                <c:pt idx="4087">
                  <c:v>46457</c:v>
                </c:pt>
                <c:pt idx="4088">
                  <c:v>46458</c:v>
                </c:pt>
                <c:pt idx="4089">
                  <c:v>46459</c:v>
                </c:pt>
                <c:pt idx="4090">
                  <c:v>46460</c:v>
                </c:pt>
                <c:pt idx="4091">
                  <c:v>46461</c:v>
                </c:pt>
                <c:pt idx="4092">
                  <c:v>46462</c:v>
                </c:pt>
                <c:pt idx="4093">
                  <c:v>46463</c:v>
                </c:pt>
                <c:pt idx="4094">
                  <c:v>46464</c:v>
                </c:pt>
                <c:pt idx="4095">
                  <c:v>46465</c:v>
                </c:pt>
                <c:pt idx="4096">
                  <c:v>46466</c:v>
                </c:pt>
                <c:pt idx="4097">
                  <c:v>46467</c:v>
                </c:pt>
                <c:pt idx="4098">
                  <c:v>46468</c:v>
                </c:pt>
                <c:pt idx="4099">
                  <c:v>46469</c:v>
                </c:pt>
                <c:pt idx="4100">
                  <c:v>46470</c:v>
                </c:pt>
                <c:pt idx="4101">
                  <c:v>46471</c:v>
                </c:pt>
                <c:pt idx="4102">
                  <c:v>46472</c:v>
                </c:pt>
                <c:pt idx="4103">
                  <c:v>46473</c:v>
                </c:pt>
                <c:pt idx="4104">
                  <c:v>46474</c:v>
                </c:pt>
                <c:pt idx="4105">
                  <c:v>46475</c:v>
                </c:pt>
                <c:pt idx="4106">
                  <c:v>46476</c:v>
                </c:pt>
                <c:pt idx="4107">
                  <c:v>46477</c:v>
                </c:pt>
                <c:pt idx="4108">
                  <c:v>46478</c:v>
                </c:pt>
                <c:pt idx="4109">
                  <c:v>46479</c:v>
                </c:pt>
                <c:pt idx="4110">
                  <c:v>46480</c:v>
                </c:pt>
                <c:pt idx="4111">
                  <c:v>46481</c:v>
                </c:pt>
                <c:pt idx="4112">
                  <c:v>46482</c:v>
                </c:pt>
                <c:pt idx="4113">
                  <c:v>46483</c:v>
                </c:pt>
                <c:pt idx="4114">
                  <c:v>46484</c:v>
                </c:pt>
                <c:pt idx="4115">
                  <c:v>46485</c:v>
                </c:pt>
                <c:pt idx="4116">
                  <c:v>46486</c:v>
                </c:pt>
                <c:pt idx="4117">
                  <c:v>46487</c:v>
                </c:pt>
                <c:pt idx="4118">
                  <c:v>46488</c:v>
                </c:pt>
                <c:pt idx="4119">
                  <c:v>46489</c:v>
                </c:pt>
                <c:pt idx="4120">
                  <c:v>46490</c:v>
                </c:pt>
                <c:pt idx="4121">
                  <c:v>46491</c:v>
                </c:pt>
                <c:pt idx="4122">
                  <c:v>46492</c:v>
                </c:pt>
                <c:pt idx="4123">
                  <c:v>46493</c:v>
                </c:pt>
                <c:pt idx="4124">
                  <c:v>46494</c:v>
                </c:pt>
                <c:pt idx="4125">
                  <c:v>46495</c:v>
                </c:pt>
                <c:pt idx="4126">
                  <c:v>46496</c:v>
                </c:pt>
                <c:pt idx="4127">
                  <c:v>46497</c:v>
                </c:pt>
                <c:pt idx="4128">
                  <c:v>46498</c:v>
                </c:pt>
                <c:pt idx="4129">
                  <c:v>46499</c:v>
                </c:pt>
                <c:pt idx="4130">
                  <c:v>46500</c:v>
                </c:pt>
                <c:pt idx="4131">
                  <c:v>46501</c:v>
                </c:pt>
                <c:pt idx="4132">
                  <c:v>46502</c:v>
                </c:pt>
                <c:pt idx="4133">
                  <c:v>46503</c:v>
                </c:pt>
                <c:pt idx="4134">
                  <c:v>46504</c:v>
                </c:pt>
                <c:pt idx="4135">
                  <c:v>46505</c:v>
                </c:pt>
                <c:pt idx="4136">
                  <c:v>46506</c:v>
                </c:pt>
                <c:pt idx="4137">
                  <c:v>46507</c:v>
                </c:pt>
                <c:pt idx="4138">
                  <c:v>46508</c:v>
                </c:pt>
                <c:pt idx="4139">
                  <c:v>46509</c:v>
                </c:pt>
                <c:pt idx="4140">
                  <c:v>46510</c:v>
                </c:pt>
                <c:pt idx="4141">
                  <c:v>46511</c:v>
                </c:pt>
                <c:pt idx="4142">
                  <c:v>46512</c:v>
                </c:pt>
                <c:pt idx="4143">
                  <c:v>46513</c:v>
                </c:pt>
                <c:pt idx="4144">
                  <c:v>46514</c:v>
                </c:pt>
                <c:pt idx="4145">
                  <c:v>46515</c:v>
                </c:pt>
                <c:pt idx="4146">
                  <c:v>46516</c:v>
                </c:pt>
                <c:pt idx="4147">
                  <c:v>46517</c:v>
                </c:pt>
                <c:pt idx="4148">
                  <c:v>46518</c:v>
                </c:pt>
                <c:pt idx="4149">
                  <c:v>46519</c:v>
                </c:pt>
                <c:pt idx="4150">
                  <c:v>46520</c:v>
                </c:pt>
                <c:pt idx="4151">
                  <c:v>46521</c:v>
                </c:pt>
                <c:pt idx="4152">
                  <c:v>46522</c:v>
                </c:pt>
                <c:pt idx="4153">
                  <c:v>46523</c:v>
                </c:pt>
                <c:pt idx="4154">
                  <c:v>46524</c:v>
                </c:pt>
                <c:pt idx="4155">
                  <c:v>46525</c:v>
                </c:pt>
                <c:pt idx="4156">
                  <c:v>46526</c:v>
                </c:pt>
                <c:pt idx="4157">
                  <c:v>46527</c:v>
                </c:pt>
                <c:pt idx="4158">
                  <c:v>46528</c:v>
                </c:pt>
                <c:pt idx="4159">
                  <c:v>46529</c:v>
                </c:pt>
                <c:pt idx="4160">
                  <c:v>46530</c:v>
                </c:pt>
                <c:pt idx="4161">
                  <c:v>46531</c:v>
                </c:pt>
                <c:pt idx="4162">
                  <c:v>46532</c:v>
                </c:pt>
                <c:pt idx="4163">
                  <c:v>46533</c:v>
                </c:pt>
                <c:pt idx="4164">
                  <c:v>46534</c:v>
                </c:pt>
                <c:pt idx="4165">
                  <c:v>46535</c:v>
                </c:pt>
                <c:pt idx="4166">
                  <c:v>46536</c:v>
                </c:pt>
                <c:pt idx="4167">
                  <c:v>46537</c:v>
                </c:pt>
                <c:pt idx="4168">
                  <c:v>46538</c:v>
                </c:pt>
                <c:pt idx="4169">
                  <c:v>46539</c:v>
                </c:pt>
                <c:pt idx="4170">
                  <c:v>46540</c:v>
                </c:pt>
                <c:pt idx="4171">
                  <c:v>46541</c:v>
                </c:pt>
                <c:pt idx="4172">
                  <c:v>46542</c:v>
                </c:pt>
                <c:pt idx="4173">
                  <c:v>46543</c:v>
                </c:pt>
                <c:pt idx="4174">
                  <c:v>46544</c:v>
                </c:pt>
                <c:pt idx="4175">
                  <c:v>46545</c:v>
                </c:pt>
                <c:pt idx="4176">
                  <c:v>46546</c:v>
                </c:pt>
                <c:pt idx="4177">
                  <c:v>46547</c:v>
                </c:pt>
                <c:pt idx="4178">
                  <c:v>46548</c:v>
                </c:pt>
                <c:pt idx="4179">
                  <c:v>46549</c:v>
                </c:pt>
                <c:pt idx="4180">
                  <c:v>46550</c:v>
                </c:pt>
                <c:pt idx="4181">
                  <c:v>46551</c:v>
                </c:pt>
                <c:pt idx="4182">
                  <c:v>46552</c:v>
                </c:pt>
                <c:pt idx="4183">
                  <c:v>46553</c:v>
                </c:pt>
                <c:pt idx="4184">
                  <c:v>46554</c:v>
                </c:pt>
                <c:pt idx="4185">
                  <c:v>46555</c:v>
                </c:pt>
                <c:pt idx="4186">
                  <c:v>46556</c:v>
                </c:pt>
                <c:pt idx="4187">
                  <c:v>46557</c:v>
                </c:pt>
                <c:pt idx="4188">
                  <c:v>46558</c:v>
                </c:pt>
                <c:pt idx="4189">
                  <c:v>46559</c:v>
                </c:pt>
                <c:pt idx="4190">
                  <c:v>46560</c:v>
                </c:pt>
                <c:pt idx="4191">
                  <c:v>46561</c:v>
                </c:pt>
                <c:pt idx="4192">
                  <c:v>46562</c:v>
                </c:pt>
                <c:pt idx="4193">
                  <c:v>46563</c:v>
                </c:pt>
                <c:pt idx="4194">
                  <c:v>46564</c:v>
                </c:pt>
                <c:pt idx="4195">
                  <c:v>46565</c:v>
                </c:pt>
                <c:pt idx="4196">
                  <c:v>46566</c:v>
                </c:pt>
                <c:pt idx="4197">
                  <c:v>46567</c:v>
                </c:pt>
                <c:pt idx="4198">
                  <c:v>46568</c:v>
                </c:pt>
                <c:pt idx="4199">
                  <c:v>46569</c:v>
                </c:pt>
                <c:pt idx="4200">
                  <c:v>46570</c:v>
                </c:pt>
                <c:pt idx="4201">
                  <c:v>46571</c:v>
                </c:pt>
                <c:pt idx="4202">
                  <c:v>46572</c:v>
                </c:pt>
                <c:pt idx="4203">
                  <c:v>46573</c:v>
                </c:pt>
                <c:pt idx="4204">
                  <c:v>46574</c:v>
                </c:pt>
                <c:pt idx="4205">
                  <c:v>46575</c:v>
                </c:pt>
                <c:pt idx="4206">
                  <c:v>46576</c:v>
                </c:pt>
                <c:pt idx="4207">
                  <c:v>46577</c:v>
                </c:pt>
                <c:pt idx="4208">
                  <c:v>46578</c:v>
                </c:pt>
                <c:pt idx="4209">
                  <c:v>46579</c:v>
                </c:pt>
                <c:pt idx="4210">
                  <c:v>46580</c:v>
                </c:pt>
                <c:pt idx="4211">
                  <c:v>46581</c:v>
                </c:pt>
                <c:pt idx="4212">
                  <c:v>46582</c:v>
                </c:pt>
                <c:pt idx="4213">
                  <c:v>46583</c:v>
                </c:pt>
                <c:pt idx="4214">
                  <c:v>46584</c:v>
                </c:pt>
                <c:pt idx="4215">
                  <c:v>46585</c:v>
                </c:pt>
                <c:pt idx="4216">
                  <c:v>46586</c:v>
                </c:pt>
                <c:pt idx="4217">
                  <c:v>46587</c:v>
                </c:pt>
                <c:pt idx="4218">
                  <c:v>46588</c:v>
                </c:pt>
                <c:pt idx="4219">
                  <c:v>46589</c:v>
                </c:pt>
                <c:pt idx="4220">
                  <c:v>46590</c:v>
                </c:pt>
                <c:pt idx="4221">
                  <c:v>46591</c:v>
                </c:pt>
                <c:pt idx="4222">
                  <c:v>46592</c:v>
                </c:pt>
                <c:pt idx="4223">
                  <c:v>46593</c:v>
                </c:pt>
                <c:pt idx="4224">
                  <c:v>46594</c:v>
                </c:pt>
                <c:pt idx="4225">
                  <c:v>46595</c:v>
                </c:pt>
                <c:pt idx="4226">
                  <c:v>46596</c:v>
                </c:pt>
                <c:pt idx="4227">
                  <c:v>46597</c:v>
                </c:pt>
                <c:pt idx="4228">
                  <c:v>46598</c:v>
                </c:pt>
                <c:pt idx="4229">
                  <c:v>46599</c:v>
                </c:pt>
                <c:pt idx="4230">
                  <c:v>46600</c:v>
                </c:pt>
                <c:pt idx="4231">
                  <c:v>46601</c:v>
                </c:pt>
                <c:pt idx="4232">
                  <c:v>46602</c:v>
                </c:pt>
                <c:pt idx="4233">
                  <c:v>46603</c:v>
                </c:pt>
                <c:pt idx="4234">
                  <c:v>46604</c:v>
                </c:pt>
                <c:pt idx="4235">
                  <c:v>46605</c:v>
                </c:pt>
                <c:pt idx="4236">
                  <c:v>46606</c:v>
                </c:pt>
                <c:pt idx="4237">
                  <c:v>46607</c:v>
                </c:pt>
                <c:pt idx="4238">
                  <c:v>46608</c:v>
                </c:pt>
                <c:pt idx="4239">
                  <c:v>46609</c:v>
                </c:pt>
                <c:pt idx="4240">
                  <c:v>46610</c:v>
                </c:pt>
                <c:pt idx="4241">
                  <c:v>46611</c:v>
                </c:pt>
                <c:pt idx="4242">
                  <c:v>46612</c:v>
                </c:pt>
                <c:pt idx="4243">
                  <c:v>46613</c:v>
                </c:pt>
                <c:pt idx="4244">
                  <c:v>46614</c:v>
                </c:pt>
                <c:pt idx="4245">
                  <c:v>46615</c:v>
                </c:pt>
                <c:pt idx="4246">
                  <c:v>46616</c:v>
                </c:pt>
                <c:pt idx="4247">
                  <c:v>46617</c:v>
                </c:pt>
                <c:pt idx="4248">
                  <c:v>46618</c:v>
                </c:pt>
                <c:pt idx="4249">
                  <c:v>46619</c:v>
                </c:pt>
                <c:pt idx="4250">
                  <c:v>46620</c:v>
                </c:pt>
                <c:pt idx="4251">
                  <c:v>46621</c:v>
                </c:pt>
                <c:pt idx="4252">
                  <c:v>46622</c:v>
                </c:pt>
                <c:pt idx="4253">
                  <c:v>46623</c:v>
                </c:pt>
                <c:pt idx="4254">
                  <c:v>46624</c:v>
                </c:pt>
                <c:pt idx="4255">
                  <c:v>46625</c:v>
                </c:pt>
                <c:pt idx="4256">
                  <c:v>46626</c:v>
                </c:pt>
                <c:pt idx="4257">
                  <c:v>46627</c:v>
                </c:pt>
                <c:pt idx="4258">
                  <c:v>46628</c:v>
                </c:pt>
                <c:pt idx="4259">
                  <c:v>46629</c:v>
                </c:pt>
                <c:pt idx="4260">
                  <c:v>46630</c:v>
                </c:pt>
                <c:pt idx="4261">
                  <c:v>46631</c:v>
                </c:pt>
                <c:pt idx="4262">
                  <c:v>46632</c:v>
                </c:pt>
                <c:pt idx="4263">
                  <c:v>46633</c:v>
                </c:pt>
                <c:pt idx="4264">
                  <c:v>46634</c:v>
                </c:pt>
                <c:pt idx="4265">
                  <c:v>46635</c:v>
                </c:pt>
                <c:pt idx="4266">
                  <c:v>46636</c:v>
                </c:pt>
                <c:pt idx="4267">
                  <c:v>46637</c:v>
                </c:pt>
                <c:pt idx="4268">
                  <c:v>46638</c:v>
                </c:pt>
                <c:pt idx="4269">
                  <c:v>46639</c:v>
                </c:pt>
                <c:pt idx="4270">
                  <c:v>46640</c:v>
                </c:pt>
                <c:pt idx="4271">
                  <c:v>46641</c:v>
                </c:pt>
                <c:pt idx="4272">
                  <c:v>46642</c:v>
                </c:pt>
                <c:pt idx="4273">
                  <c:v>46643</c:v>
                </c:pt>
                <c:pt idx="4274">
                  <c:v>46644</c:v>
                </c:pt>
                <c:pt idx="4275">
                  <c:v>46645</c:v>
                </c:pt>
                <c:pt idx="4276">
                  <c:v>46646</c:v>
                </c:pt>
                <c:pt idx="4277">
                  <c:v>46647</c:v>
                </c:pt>
                <c:pt idx="4278">
                  <c:v>46648</c:v>
                </c:pt>
                <c:pt idx="4279">
                  <c:v>46649</c:v>
                </c:pt>
                <c:pt idx="4280">
                  <c:v>46650</c:v>
                </c:pt>
                <c:pt idx="4281">
                  <c:v>46651</c:v>
                </c:pt>
                <c:pt idx="4282">
                  <c:v>46652</c:v>
                </c:pt>
                <c:pt idx="4283">
                  <c:v>46653</c:v>
                </c:pt>
                <c:pt idx="4284">
                  <c:v>46654</c:v>
                </c:pt>
                <c:pt idx="4285">
                  <c:v>46655</c:v>
                </c:pt>
                <c:pt idx="4286">
                  <c:v>46656</c:v>
                </c:pt>
                <c:pt idx="4287">
                  <c:v>46657</c:v>
                </c:pt>
                <c:pt idx="4288">
                  <c:v>46658</c:v>
                </c:pt>
                <c:pt idx="4289">
                  <c:v>46659</c:v>
                </c:pt>
                <c:pt idx="4290">
                  <c:v>46660</c:v>
                </c:pt>
                <c:pt idx="4291">
                  <c:v>46661</c:v>
                </c:pt>
                <c:pt idx="4292">
                  <c:v>46662</c:v>
                </c:pt>
                <c:pt idx="4293">
                  <c:v>46663</c:v>
                </c:pt>
                <c:pt idx="4294">
                  <c:v>46664</c:v>
                </c:pt>
                <c:pt idx="4295">
                  <c:v>46665</c:v>
                </c:pt>
                <c:pt idx="4296">
                  <c:v>46666</c:v>
                </c:pt>
                <c:pt idx="4297">
                  <c:v>46667</c:v>
                </c:pt>
                <c:pt idx="4298">
                  <c:v>46668</c:v>
                </c:pt>
                <c:pt idx="4299">
                  <c:v>46669</c:v>
                </c:pt>
                <c:pt idx="4300">
                  <c:v>46670</c:v>
                </c:pt>
                <c:pt idx="4301">
                  <c:v>46671</c:v>
                </c:pt>
                <c:pt idx="4302">
                  <c:v>46672</c:v>
                </c:pt>
                <c:pt idx="4303">
                  <c:v>46673</c:v>
                </c:pt>
                <c:pt idx="4304">
                  <c:v>46674</c:v>
                </c:pt>
                <c:pt idx="4305">
                  <c:v>46675</c:v>
                </c:pt>
                <c:pt idx="4306">
                  <c:v>46676</c:v>
                </c:pt>
                <c:pt idx="4307">
                  <c:v>46677</c:v>
                </c:pt>
                <c:pt idx="4308">
                  <c:v>46678</c:v>
                </c:pt>
                <c:pt idx="4309">
                  <c:v>46679</c:v>
                </c:pt>
                <c:pt idx="4310">
                  <c:v>46680</c:v>
                </c:pt>
                <c:pt idx="4311">
                  <c:v>46681</c:v>
                </c:pt>
                <c:pt idx="4312">
                  <c:v>46682</c:v>
                </c:pt>
                <c:pt idx="4313">
                  <c:v>46683</c:v>
                </c:pt>
                <c:pt idx="4314">
                  <c:v>46684</c:v>
                </c:pt>
                <c:pt idx="4315">
                  <c:v>46685</c:v>
                </c:pt>
                <c:pt idx="4316">
                  <c:v>46686</c:v>
                </c:pt>
                <c:pt idx="4317">
                  <c:v>46687</c:v>
                </c:pt>
                <c:pt idx="4318">
                  <c:v>46688</c:v>
                </c:pt>
                <c:pt idx="4319">
                  <c:v>46689</c:v>
                </c:pt>
                <c:pt idx="4320">
                  <c:v>46690</c:v>
                </c:pt>
                <c:pt idx="4321">
                  <c:v>46691</c:v>
                </c:pt>
                <c:pt idx="4322">
                  <c:v>46692</c:v>
                </c:pt>
                <c:pt idx="4323">
                  <c:v>46693</c:v>
                </c:pt>
                <c:pt idx="4324">
                  <c:v>46694</c:v>
                </c:pt>
                <c:pt idx="4325">
                  <c:v>46695</c:v>
                </c:pt>
                <c:pt idx="4326">
                  <c:v>46696</c:v>
                </c:pt>
                <c:pt idx="4327">
                  <c:v>46697</c:v>
                </c:pt>
                <c:pt idx="4328">
                  <c:v>46698</c:v>
                </c:pt>
                <c:pt idx="4329">
                  <c:v>46699</c:v>
                </c:pt>
                <c:pt idx="4330">
                  <c:v>46700</c:v>
                </c:pt>
                <c:pt idx="4331">
                  <c:v>46701</c:v>
                </c:pt>
                <c:pt idx="4332">
                  <c:v>46702</c:v>
                </c:pt>
                <c:pt idx="4333">
                  <c:v>46703</c:v>
                </c:pt>
                <c:pt idx="4334">
                  <c:v>46704</c:v>
                </c:pt>
                <c:pt idx="4335">
                  <c:v>46705</c:v>
                </c:pt>
                <c:pt idx="4336">
                  <c:v>46706</c:v>
                </c:pt>
                <c:pt idx="4337">
                  <c:v>46707</c:v>
                </c:pt>
                <c:pt idx="4338">
                  <c:v>46708</c:v>
                </c:pt>
                <c:pt idx="4339">
                  <c:v>46709</c:v>
                </c:pt>
                <c:pt idx="4340">
                  <c:v>46710</c:v>
                </c:pt>
                <c:pt idx="4341">
                  <c:v>46711</c:v>
                </c:pt>
                <c:pt idx="4342">
                  <c:v>46712</c:v>
                </c:pt>
                <c:pt idx="4343">
                  <c:v>46713</c:v>
                </c:pt>
                <c:pt idx="4344">
                  <c:v>46714</c:v>
                </c:pt>
                <c:pt idx="4345">
                  <c:v>46715</c:v>
                </c:pt>
                <c:pt idx="4346">
                  <c:v>46716</c:v>
                </c:pt>
                <c:pt idx="4347">
                  <c:v>46717</c:v>
                </c:pt>
                <c:pt idx="4348">
                  <c:v>46718</c:v>
                </c:pt>
                <c:pt idx="4349">
                  <c:v>46719</c:v>
                </c:pt>
                <c:pt idx="4350">
                  <c:v>46720</c:v>
                </c:pt>
                <c:pt idx="4351">
                  <c:v>46721</c:v>
                </c:pt>
                <c:pt idx="4352">
                  <c:v>46722</c:v>
                </c:pt>
                <c:pt idx="4353">
                  <c:v>46723</c:v>
                </c:pt>
                <c:pt idx="4354">
                  <c:v>46724</c:v>
                </c:pt>
                <c:pt idx="4355">
                  <c:v>46725</c:v>
                </c:pt>
                <c:pt idx="4356">
                  <c:v>46726</c:v>
                </c:pt>
                <c:pt idx="4357">
                  <c:v>46727</c:v>
                </c:pt>
                <c:pt idx="4358">
                  <c:v>46728</c:v>
                </c:pt>
                <c:pt idx="4359">
                  <c:v>46729</c:v>
                </c:pt>
                <c:pt idx="4360">
                  <c:v>46730</c:v>
                </c:pt>
                <c:pt idx="4361">
                  <c:v>46731</c:v>
                </c:pt>
                <c:pt idx="4362">
                  <c:v>46732</c:v>
                </c:pt>
                <c:pt idx="4363">
                  <c:v>46733</c:v>
                </c:pt>
                <c:pt idx="4364">
                  <c:v>46734</c:v>
                </c:pt>
                <c:pt idx="4365">
                  <c:v>46735</c:v>
                </c:pt>
                <c:pt idx="4366">
                  <c:v>46736</c:v>
                </c:pt>
                <c:pt idx="4367">
                  <c:v>46737</c:v>
                </c:pt>
                <c:pt idx="4368">
                  <c:v>46738</c:v>
                </c:pt>
                <c:pt idx="4369">
                  <c:v>46739</c:v>
                </c:pt>
                <c:pt idx="4370">
                  <c:v>46740</c:v>
                </c:pt>
                <c:pt idx="4371">
                  <c:v>46741</c:v>
                </c:pt>
                <c:pt idx="4372">
                  <c:v>46742</c:v>
                </c:pt>
                <c:pt idx="4373">
                  <c:v>46743</c:v>
                </c:pt>
                <c:pt idx="4374">
                  <c:v>46744</c:v>
                </c:pt>
                <c:pt idx="4375">
                  <c:v>46745</c:v>
                </c:pt>
                <c:pt idx="4376">
                  <c:v>46746</c:v>
                </c:pt>
                <c:pt idx="4377">
                  <c:v>46747</c:v>
                </c:pt>
                <c:pt idx="4378">
                  <c:v>46748</c:v>
                </c:pt>
                <c:pt idx="4379">
                  <c:v>46749</c:v>
                </c:pt>
                <c:pt idx="4380">
                  <c:v>46750</c:v>
                </c:pt>
                <c:pt idx="4381">
                  <c:v>46751</c:v>
                </c:pt>
                <c:pt idx="4382">
                  <c:v>46752</c:v>
                </c:pt>
                <c:pt idx="4383">
                  <c:v>46753</c:v>
                </c:pt>
                <c:pt idx="4384">
                  <c:v>46754</c:v>
                </c:pt>
                <c:pt idx="4385">
                  <c:v>46755</c:v>
                </c:pt>
                <c:pt idx="4386">
                  <c:v>46756</c:v>
                </c:pt>
                <c:pt idx="4387">
                  <c:v>46757</c:v>
                </c:pt>
                <c:pt idx="4388">
                  <c:v>46758</c:v>
                </c:pt>
                <c:pt idx="4389">
                  <c:v>46759</c:v>
                </c:pt>
                <c:pt idx="4390">
                  <c:v>46760</c:v>
                </c:pt>
                <c:pt idx="4391">
                  <c:v>46761</c:v>
                </c:pt>
                <c:pt idx="4392">
                  <c:v>46762</c:v>
                </c:pt>
                <c:pt idx="4393">
                  <c:v>46763</c:v>
                </c:pt>
                <c:pt idx="4394">
                  <c:v>46764</c:v>
                </c:pt>
                <c:pt idx="4395">
                  <c:v>46765</c:v>
                </c:pt>
                <c:pt idx="4396">
                  <c:v>46766</c:v>
                </c:pt>
                <c:pt idx="4397">
                  <c:v>46767</c:v>
                </c:pt>
                <c:pt idx="4398">
                  <c:v>46768</c:v>
                </c:pt>
                <c:pt idx="4399">
                  <c:v>46769</c:v>
                </c:pt>
                <c:pt idx="4400">
                  <c:v>46770</c:v>
                </c:pt>
                <c:pt idx="4401">
                  <c:v>46771</c:v>
                </c:pt>
                <c:pt idx="4402">
                  <c:v>46772</c:v>
                </c:pt>
                <c:pt idx="4403">
                  <c:v>46773</c:v>
                </c:pt>
                <c:pt idx="4404">
                  <c:v>46774</c:v>
                </c:pt>
                <c:pt idx="4405">
                  <c:v>46775</c:v>
                </c:pt>
                <c:pt idx="4406">
                  <c:v>46776</c:v>
                </c:pt>
                <c:pt idx="4407">
                  <c:v>46777</c:v>
                </c:pt>
                <c:pt idx="4408">
                  <c:v>46778</c:v>
                </c:pt>
                <c:pt idx="4409">
                  <c:v>46779</c:v>
                </c:pt>
                <c:pt idx="4410">
                  <c:v>46780</c:v>
                </c:pt>
                <c:pt idx="4411">
                  <c:v>46781</c:v>
                </c:pt>
                <c:pt idx="4412">
                  <c:v>46782</c:v>
                </c:pt>
                <c:pt idx="4413">
                  <c:v>46783</c:v>
                </c:pt>
                <c:pt idx="4414">
                  <c:v>46784</c:v>
                </c:pt>
                <c:pt idx="4415">
                  <c:v>46785</c:v>
                </c:pt>
                <c:pt idx="4416">
                  <c:v>46786</c:v>
                </c:pt>
                <c:pt idx="4417">
                  <c:v>46787</c:v>
                </c:pt>
                <c:pt idx="4418">
                  <c:v>46788</c:v>
                </c:pt>
                <c:pt idx="4419">
                  <c:v>46789</c:v>
                </c:pt>
                <c:pt idx="4420">
                  <c:v>46790</c:v>
                </c:pt>
                <c:pt idx="4421">
                  <c:v>46791</c:v>
                </c:pt>
                <c:pt idx="4422">
                  <c:v>46792</c:v>
                </c:pt>
                <c:pt idx="4423">
                  <c:v>46793</c:v>
                </c:pt>
                <c:pt idx="4424">
                  <c:v>46794</c:v>
                </c:pt>
                <c:pt idx="4425">
                  <c:v>46795</c:v>
                </c:pt>
                <c:pt idx="4426">
                  <c:v>46796</c:v>
                </c:pt>
                <c:pt idx="4427">
                  <c:v>46797</c:v>
                </c:pt>
                <c:pt idx="4428">
                  <c:v>46798</c:v>
                </c:pt>
                <c:pt idx="4429">
                  <c:v>46799</c:v>
                </c:pt>
                <c:pt idx="4430">
                  <c:v>46800</c:v>
                </c:pt>
                <c:pt idx="4431">
                  <c:v>46801</c:v>
                </c:pt>
                <c:pt idx="4432">
                  <c:v>46802</c:v>
                </c:pt>
                <c:pt idx="4433">
                  <c:v>46803</c:v>
                </c:pt>
                <c:pt idx="4434">
                  <c:v>46804</c:v>
                </c:pt>
                <c:pt idx="4435">
                  <c:v>46805</c:v>
                </c:pt>
                <c:pt idx="4436">
                  <c:v>46806</c:v>
                </c:pt>
                <c:pt idx="4437">
                  <c:v>46807</c:v>
                </c:pt>
                <c:pt idx="4438">
                  <c:v>46808</c:v>
                </c:pt>
                <c:pt idx="4439">
                  <c:v>46809</c:v>
                </c:pt>
                <c:pt idx="4440">
                  <c:v>46810</c:v>
                </c:pt>
                <c:pt idx="4441">
                  <c:v>46811</c:v>
                </c:pt>
                <c:pt idx="4442">
                  <c:v>46812</c:v>
                </c:pt>
                <c:pt idx="4443">
                  <c:v>46813</c:v>
                </c:pt>
                <c:pt idx="4444">
                  <c:v>46814</c:v>
                </c:pt>
                <c:pt idx="4445">
                  <c:v>46815</c:v>
                </c:pt>
                <c:pt idx="4446">
                  <c:v>46816</c:v>
                </c:pt>
                <c:pt idx="4447">
                  <c:v>46817</c:v>
                </c:pt>
                <c:pt idx="4448">
                  <c:v>46818</c:v>
                </c:pt>
                <c:pt idx="4449">
                  <c:v>46819</c:v>
                </c:pt>
                <c:pt idx="4450">
                  <c:v>46820</c:v>
                </c:pt>
                <c:pt idx="4451">
                  <c:v>46821</c:v>
                </c:pt>
                <c:pt idx="4452">
                  <c:v>46822</c:v>
                </c:pt>
                <c:pt idx="4453">
                  <c:v>46823</c:v>
                </c:pt>
                <c:pt idx="4454">
                  <c:v>46824</c:v>
                </c:pt>
                <c:pt idx="4455">
                  <c:v>46825</c:v>
                </c:pt>
                <c:pt idx="4456">
                  <c:v>46826</c:v>
                </c:pt>
                <c:pt idx="4457">
                  <c:v>46827</c:v>
                </c:pt>
                <c:pt idx="4458">
                  <c:v>46828</c:v>
                </c:pt>
                <c:pt idx="4459">
                  <c:v>46829</c:v>
                </c:pt>
                <c:pt idx="4460">
                  <c:v>46830</c:v>
                </c:pt>
                <c:pt idx="4461">
                  <c:v>46831</c:v>
                </c:pt>
                <c:pt idx="4462">
                  <c:v>46832</c:v>
                </c:pt>
                <c:pt idx="4463">
                  <c:v>46833</c:v>
                </c:pt>
                <c:pt idx="4464">
                  <c:v>46834</c:v>
                </c:pt>
                <c:pt idx="4465">
                  <c:v>46835</c:v>
                </c:pt>
                <c:pt idx="4466">
                  <c:v>46836</c:v>
                </c:pt>
                <c:pt idx="4467">
                  <c:v>46837</c:v>
                </c:pt>
                <c:pt idx="4468">
                  <c:v>46838</c:v>
                </c:pt>
                <c:pt idx="4469">
                  <c:v>46839</c:v>
                </c:pt>
                <c:pt idx="4470">
                  <c:v>46840</c:v>
                </c:pt>
                <c:pt idx="4471">
                  <c:v>46841</c:v>
                </c:pt>
                <c:pt idx="4472">
                  <c:v>46842</c:v>
                </c:pt>
                <c:pt idx="4473">
                  <c:v>46843</c:v>
                </c:pt>
                <c:pt idx="4474">
                  <c:v>46844</c:v>
                </c:pt>
                <c:pt idx="4475">
                  <c:v>46845</c:v>
                </c:pt>
                <c:pt idx="4476">
                  <c:v>46846</c:v>
                </c:pt>
                <c:pt idx="4477">
                  <c:v>46847</c:v>
                </c:pt>
                <c:pt idx="4478">
                  <c:v>46848</c:v>
                </c:pt>
                <c:pt idx="4479">
                  <c:v>46849</c:v>
                </c:pt>
                <c:pt idx="4480">
                  <c:v>46850</c:v>
                </c:pt>
                <c:pt idx="4481">
                  <c:v>46851</c:v>
                </c:pt>
                <c:pt idx="4482">
                  <c:v>46852</c:v>
                </c:pt>
                <c:pt idx="4483">
                  <c:v>46853</c:v>
                </c:pt>
                <c:pt idx="4484">
                  <c:v>46854</c:v>
                </c:pt>
                <c:pt idx="4485">
                  <c:v>46855</c:v>
                </c:pt>
                <c:pt idx="4486">
                  <c:v>46856</c:v>
                </c:pt>
                <c:pt idx="4487">
                  <c:v>46857</c:v>
                </c:pt>
                <c:pt idx="4488">
                  <c:v>46858</c:v>
                </c:pt>
                <c:pt idx="4489">
                  <c:v>46859</c:v>
                </c:pt>
                <c:pt idx="4490">
                  <c:v>46860</c:v>
                </c:pt>
                <c:pt idx="4491">
                  <c:v>46861</c:v>
                </c:pt>
                <c:pt idx="4492">
                  <c:v>46862</c:v>
                </c:pt>
                <c:pt idx="4493">
                  <c:v>46863</c:v>
                </c:pt>
                <c:pt idx="4494">
                  <c:v>46864</c:v>
                </c:pt>
                <c:pt idx="4495">
                  <c:v>46865</c:v>
                </c:pt>
                <c:pt idx="4496">
                  <c:v>46866</c:v>
                </c:pt>
                <c:pt idx="4497">
                  <c:v>46867</c:v>
                </c:pt>
                <c:pt idx="4498">
                  <c:v>46868</c:v>
                </c:pt>
                <c:pt idx="4499">
                  <c:v>46869</c:v>
                </c:pt>
                <c:pt idx="4500">
                  <c:v>46870</c:v>
                </c:pt>
                <c:pt idx="4501">
                  <c:v>46871</c:v>
                </c:pt>
                <c:pt idx="4502">
                  <c:v>46872</c:v>
                </c:pt>
                <c:pt idx="4503">
                  <c:v>46873</c:v>
                </c:pt>
                <c:pt idx="4504">
                  <c:v>46874</c:v>
                </c:pt>
                <c:pt idx="4505">
                  <c:v>46875</c:v>
                </c:pt>
                <c:pt idx="4506">
                  <c:v>46876</c:v>
                </c:pt>
                <c:pt idx="4507">
                  <c:v>46877</c:v>
                </c:pt>
                <c:pt idx="4508">
                  <c:v>46878</c:v>
                </c:pt>
                <c:pt idx="4509">
                  <c:v>46879</c:v>
                </c:pt>
                <c:pt idx="4510">
                  <c:v>46880</c:v>
                </c:pt>
                <c:pt idx="4511">
                  <c:v>46881</c:v>
                </c:pt>
                <c:pt idx="4512">
                  <c:v>46882</c:v>
                </c:pt>
                <c:pt idx="4513">
                  <c:v>46883</c:v>
                </c:pt>
                <c:pt idx="4514">
                  <c:v>46884</c:v>
                </c:pt>
                <c:pt idx="4515">
                  <c:v>46885</c:v>
                </c:pt>
                <c:pt idx="4516">
                  <c:v>46886</c:v>
                </c:pt>
                <c:pt idx="4517">
                  <c:v>46887</c:v>
                </c:pt>
                <c:pt idx="4518">
                  <c:v>46888</c:v>
                </c:pt>
                <c:pt idx="4519">
                  <c:v>46889</c:v>
                </c:pt>
                <c:pt idx="4520">
                  <c:v>46890</c:v>
                </c:pt>
                <c:pt idx="4521">
                  <c:v>46891</c:v>
                </c:pt>
                <c:pt idx="4522">
                  <c:v>46892</c:v>
                </c:pt>
                <c:pt idx="4523">
                  <c:v>46893</c:v>
                </c:pt>
                <c:pt idx="4524">
                  <c:v>46894</c:v>
                </c:pt>
                <c:pt idx="4525">
                  <c:v>46895</c:v>
                </c:pt>
                <c:pt idx="4526">
                  <c:v>46896</c:v>
                </c:pt>
                <c:pt idx="4527">
                  <c:v>46897</c:v>
                </c:pt>
                <c:pt idx="4528">
                  <c:v>46898</c:v>
                </c:pt>
                <c:pt idx="4529">
                  <c:v>46899</c:v>
                </c:pt>
                <c:pt idx="4530">
                  <c:v>46900</c:v>
                </c:pt>
                <c:pt idx="4531">
                  <c:v>46901</c:v>
                </c:pt>
                <c:pt idx="4532">
                  <c:v>46902</c:v>
                </c:pt>
                <c:pt idx="4533">
                  <c:v>46903</c:v>
                </c:pt>
                <c:pt idx="4534">
                  <c:v>46904</c:v>
                </c:pt>
                <c:pt idx="4535">
                  <c:v>46905</c:v>
                </c:pt>
                <c:pt idx="4536">
                  <c:v>46906</c:v>
                </c:pt>
                <c:pt idx="4537">
                  <c:v>46907</c:v>
                </c:pt>
                <c:pt idx="4538">
                  <c:v>46908</c:v>
                </c:pt>
                <c:pt idx="4539">
                  <c:v>46909</c:v>
                </c:pt>
                <c:pt idx="4540">
                  <c:v>46910</c:v>
                </c:pt>
                <c:pt idx="4541">
                  <c:v>46911</c:v>
                </c:pt>
                <c:pt idx="4542">
                  <c:v>46912</c:v>
                </c:pt>
                <c:pt idx="4543">
                  <c:v>46913</c:v>
                </c:pt>
                <c:pt idx="4544">
                  <c:v>46914</c:v>
                </c:pt>
                <c:pt idx="4545">
                  <c:v>46915</c:v>
                </c:pt>
                <c:pt idx="4546">
                  <c:v>46916</c:v>
                </c:pt>
                <c:pt idx="4547">
                  <c:v>46917</c:v>
                </c:pt>
                <c:pt idx="4548">
                  <c:v>46918</c:v>
                </c:pt>
                <c:pt idx="4549">
                  <c:v>46919</c:v>
                </c:pt>
                <c:pt idx="4550">
                  <c:v>46920</c:v>
                </c:pt>
                <c:pt idx="4551">
                  <c:v>46921</c:v>
                </c:pt>
                <c:pt idx="4552">
                  <c:v>46922</c:v>
                </c:pt>
                <c:pt idx="4553">
                  <c:v>46923</c:v>
                </c:pt>
                <c:pt idx="4554">
                  <c:v>46924</c:v>
                </c:pt>
                <c:pt idx="4555">
                  <c:v>46925</c:v>
                </c:pt>
                <c:pt idx="4556">
                  <c:v>46926</c:v>
                </c:pt>
                <c:pt idx="4557">
                  <c:v>46927</c:v>
                </c:pt>
                <c:pt idx="4558">
                  <c:v>46928</c:v>
                </c:pt>
                <c:pt idx="4559">
                  <c:v>46929</c:v>
                </c:pt>
                <c:pt idx="4560">
                  <c:v>46930</c:v>
                </c:pt>
                <c:pt idx="4561">
                  <c:v>46931</c:v>
                </c:pt>
                <c:pt idx="4562">
                  <c:v>46932</c:v>
                </c:pt>
                <c:pt idx="4563">
                  <c:v>46933</c:v>
                </c:pt>
                <c:pt idx="4564">
                  <c:v>46934</c:v>
                </c:pt>
                <c:pt idx="4565">
                  <c:v>46935</c:v>
                </c:pt>
                <c:pt idx="4566">
                  <c:v>46936</c:v>
                </c:pt>
                <c:pt idx="4567">
                  <c:v>46937</c:v>
                </c:pt>
                <c:pt idx="4568">
                  <c:v>46938</c:v>
                </c:pt>
                <c:pt idx="4569">
                  <c:v>46939</c:v>
                </c:pt>
                <c:pt idx="4570">
                  <c:v>46940</c:v>
                </c:pt>
                <c:pt idx="4571">
                  <c:v>46941</c:v>
                </c:pt>
                <c:pt idx="4572">
                  <c:v>46942</c:v>
                </c:pt>
                <c:pt idx="4573">
                  <c:v>46943</c:v>
                </c:pt>
                <c:pt idx="4574">
                  <c:v>46944</c:v>
                </c:pt>
                <c:pt idx="4575">
                  <c:v>46945</c:v>
                </c:pt>
                <c:pt idx="4576">
                  <c:v>46946</c:v>
                </c:pt>
                <c:pt idx="4577">
                  <c:v>46947</c:v>
                </c:pt>
                <c:pt idx="4578">
                  <c:v>46948</c:v>
                </c:pt>
                <c:pt idx="4579">
                  <c:v>46949</c:v>
                </c:pt>
                <c:pt idx="4580">
                  <c:v>46950</c:v>
                </c:pt>
                <c:pt idx="4581">
                  <c:v>46951</c:v>
                </c:pt>
                <c:pt idx="4582">
                  <c:v>46952</c:v>
                </c:pt>
                <c:pt idx="4583">
                  <c:v>46953</c:v>
                </c:pt>
                <c:pt idx="4584">
                  <c:v>46954</c:v>
                </c:pt>
                <c:pt idx="4585">
                  <c:v>46955</c:v>
                </c:pt>
                <c:pt idx="4586">
                  <c:v>46956</c:v>
                </c:pt>
                <c:pt idx="4587">
                  <c:v>46957</c:v>
                </c:pt>
                <c:pt idx="4588">
                  <c:v>46958</c:v>
                </c:pt>
                <c:pt idx="4589">
                  <c:v>46959</c:v>
                </c:pt>
                <c:pt idx="4590">
                  <c:v>46960</c:v>
                </c:pt>
                <c:pt idx="4591">
                  <c:v>46961</c:v>
                </c:pt>
                <c:pt idx="4592">
                  <c:v>46962</c:v>
                </c:pt>
                <c:pt idx="4593">
                  <c:v>46963</c:v>
                </c:pt>
                <c:pt idx="4594">
                  <c:v>46964</c:v>
                </c:pt>
                <c:pt idx="4595">
                  <c:v>46965</c:v>
                </c:pt>
                <c:pt idx="4596">
                  <c:v>46966</c:v>
                </c:pt>
                <c:pt idx="4597">
                  <c:v>46967</c:v>
                </c:pt>
                <c:pt idx="4598">
                  <c:v>46968</c:v>
                </c:pt>
                <c:pt idx="4599">
                  <c:v>46969</c:v>
                </c:pt>
                <c:pt idx="4600">
                  <c:v>46970</c:v>
                </c:pt>
                <c:pt idx="4601">
                  <c:v>46971</c:v>
                </c:pt>
                <c:pt idx="4602">
                  <c:v>46972</c:v>
                </c:pt>
                <c:pt idx="4603">
                  <c:v>46973</c:v>
                </c:pt>
                <c:pt idx="4604">
                  <c:v>46974</c:v>
                </c:pt>
                <c:pt idx="4605">
                  <c:v>46975</c:v>
                </c:pt>
                <c:pt idx="4606">
                  <c:v>46976</c:v>
                </c:pt>
                <c:pt idx="4607">
                  <c:v>46977</c:v>
                </c:pt>
                <c:pt idx="4608">
                  <c:v>46978</c:v>
                </c:pt>
                <c:pt idx="4609">
                  <c:v>46979</c:v>
                </c:pt>
                <c:pt idx="4610">
                  <c:v>46980</c:v>
                </c:pt>
                <c:pt idx="4611">
                  <c:v>46981</c:v>
                </c:pt>
                <c:pt idx="4612">
                  <c:v>46982</c:v>
                </c:pt>
                <c:pt idx="4613">
                  <c:v>46983</c:v>
                </c:pt>
                <c:pt idx="4614">
                  <c:v>46984</c:v>
                </c:pt>
                <c:pt idx="4615">
                  <c:v>46985</c:v>
                </c:pt>
                <c:pt idx="4616">
                  <c:v>46986</c:v>
                </c:pt>
                <c:pt idx="4617">
                  <c:v>46987</c:v>
                </c:pt>
                <c:pt idx="4618">
                  <c:v>46988</c:v>
                </c:pt>
                <c:pt idx="4619">
                  <c:v>46989</c:v>
                </c:pt>
                <c:pt idx="4620">
                  <c:v>46990</c:v>
                </c:pt>
                <c:pt idx="4621">
                  <c:v>46991</c:v>
                </c:pt>
                <c:pt idx="4622">
                  <c:v>46992</c:v>
                </c:pt>
                <c:pt idx="4623">
                  <c:v>46993</c:v>
                </c:pt>
                <c:pt idx="4624">
                  <c:v>46994</c:v>
                </c:pt>
                <c:pt idx="4625">
                  <c:v>46995</c:v>
                </c:pt>
                <c:pt idx="4626">
                  <c:v>46996</c:v>
                </c:pt>
                <c:pt idx="4627">
                  <c:v>46997</c:v>
                </c:pt>
                <c:pt idx="4628">
                  <c:v>46998</c:v>
                </c:pt>
                <c:pt idx="4629">
                  <c:v>46999</c:v>
                </c:pt>
                <c:pt idx="4630">
                  <c:v>47000</c:v>
                </c:pt>
                <c:pt idx="4631">
                  <c:v>47001</c:v>
                </c:pt>
                <c:pt idx="4632">
                  <c:v>47002</c:v>
                </c:pt>
                <c:pt idx="4633">
                  <c:v>47003</c:v>
                </c:pt>
                <c:pt idx="4634">
                  <c:v>47004</c:v>
                </c:pt>
                <c:pt idx="4635">
                  <c:v>47005</c:v>
                </c:pt>
                <c:pt idx="4636">
                  <c:v>47006</c:v>
                </c:pt>
                <c:pt idx="4637">
                  <c:v>47007</c:v>
                </c:pt>
                <c:pt idx="4638">
                  <c:v>47008</c:v>
                </c:pt>
                <c:pt idx="4639">
                  <c:v>47009</c:v>
                </c:pt>
                <c:pt idx="4640">
                  <c:v>47010</c:v>
                </c:pt>
                <c:pt idx="4641">
                  <c:v>47011</c:v>
                </c:pt>
                <c:pt idx="4642">
                  <c:v>47012</c:v>
                </c:pt>
                <c:pt idx="4643">
                  <c:v>47013</c:v>
                </c:pt>
                <c:pt idx="4644">
                  <c:v>47014</c:v>
                </c:pt>
                <c:pt idx="4645">
                  <c:v>47015</c:v>
                </c:pt>
                <c:pt idx="4646">
                  <c:v>47016</c:v>
                </c:pt>
                <c:pt idx="4647">
                  <c:v>47017</c:v>
                </c:pt>
                <c:pt idx="4648">
                  <c:v>47018</c:v>
                </c:pt>
                <c:pt idx="4649">
                  <c:v>47019</c:v>
                </c:pt>
                <c:pt idx="4650">
                  <c:v>47020</c:v>
                </c:pt>
                <c:pt idx="4651">
                  <c:v>47021</c:v>
                </c:pt>
                <c:pt idx="4652">
                  <c:v>47022</c:v>
                </c:pt>
                <c:pt idx="4653">
                  <c:v>47023</c:v>
                </c:pt>
                <c:pt idx="4654">
                  <c:v>47024</c:v>
                </c:pt>
                <c:pt idx="4655">
                  <c:v>47025</c:v>
                </c:pt>
                <c:pt idx="4656">
                  <c:v>47026</c:v>
                </c:pt>
                <c:pt idx="4657">
                  <c:v>47027</c:v>
                </c:pt>
                <c:pt idx="4658">
                  <c:v>47028</c:v>
                </c:pt>
                <c:pt idx="4659">
                  <c:v>47029</c:v>
                </c:pt>
                <c:pt idx="4660">
                  <c:v>47030</c:v>
                </c:pt>
                <c:pt idx="4661">
                  <c:v>47031</c:v>
                </c:pt>
                <c:pt idx="4662">
                  <c:v>47032</c:v>
                </c:pt>
                <c:pt idx="4663">
                  <c:v>47033</c:v>
                </c:pt>
                <c:pt idx="4664">
                  <c:v>47034</c:v>
                </c:pt>
                <c:pt idx="4665">
                  <c:v>47035</c:v>
                </c:pt>
                <c:pt idx="4666">
                  <c:v>47036</c:v>
                </c:pt>
                <c:pt idx="4667">
                  <c:v>47037</c:v>
                </c:pt>
                <c:pt idx="4668">
                  <c:v>47038</c:v>
                </c:pt>
                <c:pt idx="4669">
                  <c:v>47039</c:v>
                </c:pt>
                <c:pt idx="4670">
                  <c:v>47040</c:v>
                </c:pt>
                <c:pt idx="4671">
                  <c:v>47041</c:v>
                </c:pt>
                <c:pt idx="4672">
                  <c:v>47042</c:v>
                </c:pt>
                <c:pt idx="4673">
                  <c:v>47043</c:v>
                </c:pt>
                <c:pt idx="4674">
                  <c:v>47044</c:v>
                </c:pt>
                <c:pt idx="4675">
                  <c:v>47045</c:v>
                </c:pt>
                <c:pt idx="4676">
                  <c:v>47046</c:v>
                </c:pt>
                <c:pt idx="4677">
                  <c:v>47047</c:v>
                </c:pt>
                <c:pt idx="4678">
                  <c:v>47048</c:v>
                </c:pt>
                <c:pt idx="4679">
                  <c:v>47049</c:v>
                </c:pt>
                <c:pt idx="4680">
                  <c:v>47050</c:v>
                </c:pt>
                <c:pt idx="4681">
                  <c:v>47051</c:v>
                </c:pt>
                <c:pt idx="4682">
                  <c:v>47052</c:v>
                </c:pt>
                <c:pt idx="4683">
                  <c:v>47053</c:v>
                </c:pt>
                <c:pt idx="4684">
                  <c:v>47054</c:v>
                </c:pt>
                <c:pt idx="4685">
                  <c:v>47055</c:v>
                </c:pt>
                <c:pt idx="4686">
                  <c:v>47056</c:v>
                </c:pt>
                <c:pt idx="4687">
                  <c:v>47057</c:v>
                </c:pt>
                <c:pt idx="4688">
                  <c:v>47058</c:v>
                </c:pt>
                <c:pt idx="4689">
                  <c:v>47059</c:v>
                </c:pt>
                <c:pt idx="4690">
                  <c:v>47060</c:v>
                </c:pt>
                <c:pt idx="4691">
                  <c:v>47061</c:v>
                </c:pt>
                <c:pt idx="4692">
                  <c:v>47062</c:v>
                </c:pt>
                <c:pt idx="4693">
                  <c:v>47063</c:v>
                </c:pt>
                <c:pt idx="4694">
                  <c:v>47064</c:v>
                </c:pt>
                <c:pt idx="4695">
                  <c:v>47065</c:v>
                </c:pt>
                <c:pt idx="4696">
                  <c:v>47066</c:v>
                </c:pt>
                <c:pt idx="4697">
                  <c:v>47067</c:v>
                </c:pt>
                <c:pt idx="4698">
                  <c:v>47068</c:v>
                </c:pt>
                <c:pt idx="4699">
                  <c:v>47069</c:v>
                </c:pt>
                <c:pt idx="4700">
                  <c:v>47070</c:v>
                </c:pt>
                <c:pt idx="4701">
                  <c:v>47071</c:v>
                </c:pt>
                <c:pt idx="4702">
                  <c:v>47072</c:v>
                </c:pt>
                <c:pt idx="4703">
                  <c:v>47073</c:v>
                </c:pt>
                <c:pt idx="4704">
                  <c:v>47074</c:v>
                </c:pt>
                <c:pt idx="4705">
                  <c:v>47075</c:v>
                </c:pt>
                <c:pt idx="4706">
                  <c:v>47076</c:v>
                </c:pt>
                <c:pt idx="4707">
                  <c:v>47077</c:v>
                </c:pt>
                <c:pt idx="4708">
                  <c:v>47078</c:v>
                </c:pt>
                <c:pt idx="4709">
                  <c:v>47079</c:v>
                </c:pt>
                <c:pt idx="4710">
                  <c:v>47080</c:v>
                </c:pt>
                <c:pt idx="4711">
                  <c:v>47081</c:v>
                </c:pt>
                <c:pt idx="4712">
                  <c:v>47082</c:v>
                </c:pt>
                <c:pt idx="4713">
                  <c:v>47083</c:v>
                </c:pt>
                <c:pt idx="4714">
                  <c:v>47084</c:v>
                </c:pt>
                <c:pt idx="4715">
                  <c:v>47085</c:v>
                </c:pt>
                <c:pt idx="4716">
                  <c:v>47086</c:v>
                </c:pt>
                <c:pt idx="4717">
                  <c:v>47087</c:v>
                </c:pt>
                <c:pt idx="4718">
                  <c:v>47088</c:v>
                </c:pt>
                <c:pt idx="4719">
                  <c:v>47089</c:v>
                </c:pt>
                <c:pt idx="4720">
                  <c:v>47090</c:v>
                </c:pt>
                <c:pt idx="4721">
                  <c:v>47091</c:v>
                </c:pt>
                <c:pt idx="4722">
                  <c:v>47092</c:v>
                </c:pt>
                <c:pt idx="4723">
                  <c:v>47093</c:v>
                </c:pt>
                <c:pt idx="4724">
                  <c:v>47094</c:v>
                </c:pt>
                <c:pt idx="4725">
                  <c:v>47095</c:v>
                </c:pt>
                <c:pt idx="4726">
                  <c:v>47096</c:v>
                </c:pt>
                <c:pt idx="4727">
                  <c:v>47097</c:v>
                </c:pt>
                <c:pt idx="4728">
                  <c:v>47098</c:v>
                </c:pt>
                <c:pt idx="4729">
                  <c:v>47099</c:v>
                </c:pt>
                <c:pt idx="4730">
                  <c:v>47100</c:v>
                </c:pt>
                <c:pt idx="4731">
                  <c:v>47101</c:v>
                </c:pt>
                <c:pt idx="4732">
                  <c:v>47102</c:v>
                </c:pt>
                <c:pt idx="4733">
                  <c:v>47103</c:v>
                </c:pt>
                <c:pt idx="4734">
                  <c:v>47104</c:v>
                </c:pt>
                <c:pt idx="4735">
                  <c:v>47105</c:v>
                </c:pt>
                <c:pt idx="4736">
                  <c:v>47106</c:v>
                </c:pt>
                <c:pt idx="4737">
                  <c:v>47107</c:v>
                </c:pt>
                <c:pt idx="4738">
                  <c:v>47108</c:v>
                </c:pt>
                <c:pt idx="4739">
                  <c:v>47109</c:v>
                </c:pt>
                <c:pt idx="4740">
                  <c:v>47110</c:v>
                </c:pt>
                <c:pt idx="4741">
                  <c:v>47111</c:v>
                </c:pt>
                <c:pt idx="4742">
                  <c:v>47112</c:v>
                </c:pt>
                <c:pt idx="4743">
                  <c:v>47113</c:v>
                </c:pt>
                <c:pt idx="4744">
                  <c:v>47114</c:v>
                </c:pt>
                <c:pt idx="4745">
                  <c:v>47115</c:v>
                </c:pt>
                <c:pt idx="4746">
                  <c:v>47116</c:v>
                </c:pt>
                <c:pt idx="4747">
                  <c:v>47117</c:v>
                </c:pt>
                <c:pt idx="4748">
                  <c:v>47118</c:v>
                </c:pt>
                <c:pt idx="4749">
                  <c:v>47119</c:v>
                </c:pt>
                <c:pt idx="4750">
                  <c:v>47120</c:v>
                </c:pt>
                <c:pt idx="4751">
                  <c:v>47121</c:v>
                </c:pt>
                <c:pt idx="4752">
                  <c:v>47122</c:v>
                </c:pt>
                <c:pt idx="4753">
                  <c:v>47123</c:v>
                </c:pt>
                <c:pt idx="4754">
                  <c:v>47124</c:v>
                </c:pt>
                <c:pt idx="4755">
                  <c:v>47125</c:v>
                </c:pt>
                <c:pt idx="4756">
                  <c:v>47126</c:v>
                </c:pt>
                <c:pt idx="4757">
                  <c:v>47127</c:v>
                </c:pt>
                <c:pt idx="4758">
                  <c:v>47128</c:v>
                </c:pt>
                <c:pt idx="4759">
                  <c:v>47129</c:v>
                </c:pt>
                <c:pt idx="4760">
                  <c:v>47130</c:v>
                </c:pt>
                <c:pt idx="4761">
                  <c:v>47131</c:v>
                </c:pt>
                <c:pt idx="4762">
                  <c:v>47132</c:v>
                </c:pt>
                <c:pt idx="4763">
                  <c:v>47133</c:v>
                </c:pt>
                <c:pt idx="4764">
                  <c:v>47134</c:v>
                </c:pt>
                <c:pt idx="4765">
                  <c:v>47135</c:v>
                </c:pt>
                <c:pt idx="4766">
                  <c:v>47136</c:v>
                </c:pt>
                <c:pt idx="4767">
                  <c:v>47137</c:v>
                </c:pt>
                <c:pt idx="4768">
                  <c:v>47138</c:v>
                </c:pt>
                <c:pt idx="4769">
                  <c:v>47139</c:v>
                </c:pt>
                <c:pt idx="4770">
                  <c:v>47140</c:v>
                </c:pt>
                <c:pt idx="4771">
                  <c:v>47141</c:v>
                </c:pt>
                <c:pt idx="4772">
                  <c:v>47142</c:v>
                </c:pt>
                <c:pt idx="4773">
                  <c:v>47143</c:v>
                </c:pt>
                <c:pt idx="4774">
                  <c:v>47144</c:v>
                </c:pt>
                <c:pt idx="4775">
                  <c:v>47145</c:v>
                </c:pt>
                <c:pt idx="4776">
                  <c:v>47146</c:v>
                </c:pt>
                <c:pt idx="4777">
                  <c:v>47147</c:v>
                </c:pt>
                <c:pt idx="4778">
                  <c:v>47148</c:v>
                </c:pt>
                <c:pt idx="4779">
                  <c:v>47149</c:v>
                </c:pt>
                <c:pt idx="4780">
                  <c:v>47150</c:v>
                </c:pt>
                <c:pt idx="4781">
                  <c:v>47151</c:v>
                </c:pt>
                <c:pt idx="4782">
                  <c:v>47152</c:v>
                </c:pt>
                <c:pt idx="4783">
                  <c:v>47153</c:v>
                </c:pt>
                <c:pt idx="4784">
                  <c:v>47154</c:v>
                </c:pt>
                <c:pt idx="4785">
                  <c:v>47155</c:v>
                </c:pt>
                <c:pt idx="4786">
                  <c:v>47156</c:v>
                </c:pt>
                <c:pt idx="4787">
                  <c:v>47157</c:v>
                </c:pt>
                <c:pt idx="4788">
                  <c:v>47158</c:v>
                </c:pt>
                <c:pt idx="4789">
                  <c:v>47159</c:v>
                </c:pt>
                <c:pt idx="4790">
                  <c:v>47160</c:v>
                </c:pt>
                <c:pt idx="4791">
                  <c:v>47161</c:v>
                </c:pt>
                <c:pt idx="4792">
                  <c:v>47162</c:v>
                </c:pt>
                <c:pt idx="4793">
                  <c:v>47163</c:v>
                </c:pt>
                <c:pt idx="4794">
                  <c:v>47164</c:v>
                </c:pt>
                <c:pt idx="4795">
                  <c:v>47165</c:v>
                </c:pt>
                <c:pt idx="4796">
                  <c:v>47166</c:v>
                </c:pt>
                <c:pt idx="4797">
                  <c:v>47167</c:v>
                </c:pt>
                <c:pt idx="4798">
                  <c:v>47168</c:v>
                </c:pt>
                <c:pt idx="4799">
                  <c:v>47169</c:v>
                </c:pt>
                <c:pt idx="4800">
                  <c:v>47170</c:v>
                </c:pt>
                <c:pt idx="4801">
                  <c:v>47171</c:v>
                </c:pt>
                <c:pt idx="4802">
                  <c:v>47172</c:v>
                </c:pt>
                <c:pt idx="4803">
                  <c:v>47173</c:v>
                </c:pt>
                <c:pt idx="4804">
                  <c:v>47174</c:v>
                </c:pt>
                <c:pt idx="4805">
                  <c:v>47175</c:v>
                </c:pt>
                <c:pt idx="4806">
                  <c:v>47176</c:v>
                </c:pt>
                <c:pt idx="4807">
                  <c:v>47177</c:v>
                </c:pt>
                <c:pt idx="4808">
                  <c:v>47178</c:v>
                </c:pt>
                <c:pt idx="4809">
                  <c:v>47179</c:v>
                </c:pt>
                <c:pt idx="4810">
                  <c:v>47180</c:v>
                </c:pt>
                <c:pt idx="4811">
                  <c:v>47181</c:v>
                </c:pt>
                <c:pt idx="4812">
                  <c:v>47182</c:v>
                </c:pt>
                <c:pt idx="4813">
                  <c:v>47183</c:v>
                </c:pt>
                <c:pt idx="4814">
                  <c:v>47184</c:v>
                </c:pt>
                <c:pt idx="4815">
                  <c:v>47185</c:v>
                </c:pt>
                <c:pt idx="4816">
                  <c:v>47186</c:v>
                </c:pt>
                <c:pt idx="4817">
                  <c:v>47187</c:v>
                </c:pt>
                <c:pt idx="4818">
                  <c:v>47188</c:v>
                </c:pt>
                <c:pt idx="4819">
                  <c:v>47189</c:v>
                </c:pt>
                <c:pt idx="4820">
                  <c:v>47190</c:v>
                </c:pt>
                <c:pt idx="4821">
                  <c:v>47191</c:v>
                </c:pt>
                <c:pt idx="4822">
                  <c:v>47192</c:v>
                </c:pt>
                <c:pt idx="4823">
                  <c:v>47193</c:v>
                </c:pt>
                <c:pt idx="4824">
                  <c:v>47194</c:v>
                </c:pt>
                <c:pt idx="4825">
                  <c:v>47195</c:v>
                </c:pt>
                <c:pt idx="4826">
                  <c:v>47196</c:v>
                </c:pt>
                <c:pt idx="4827">
                  <c:v>47197</c:v>
                </c:pt>
                <c:pt idx="4828">
                  <c:v>47198</c:v>
                </c:pt>
                <c:pt idx="4829">
                  <c:v>47199</c:v>
                </c:pt>
                <c:pt idx="4830">
                  <c:v>47200</c:v>
                </c:pt>
                <c:pt idx="4831">
                  <c:v>47201</c:v>
                </c:pt>
                <c:pt idx="4832">
                  <c:v>47202</c:v>
                </c:pt>
                <c:pt idx="4833">
                  <c:v>47203</c:v>
                </c:pt>
                <c:pt idx="4834">
                  <c:v>47204</c:v>
                </c:pt>
                <c:pt idx="4835">
                  <c:v>47205</c:v>
                </c:pt>
                <c:pt idx="4836">
                  <c:v>47206</c:v>
                </c:pt>
                <c:pt idx="4837">
                  <c:v>47207</c:v>
                </c:pt>
                <c:pt idx="4838">
                  <c:v>47208</c:v>
                </c:pt>
                <c:pt idx="4839">
                  <c:v>47209</c:v>
                </c:pt>
                <c:pt idx="4840">
                  <c:v>47210</c:v>
                </c:pt>
                <c:pt idx="4841">
                  <c:v>47211</c:v>
                </c:pt>
                <c:pt idx="4842">
                  <c:v>47212</c:v>
                </c:pt>
                <c:pt idx="4843">
                  <c:v>47213</c:v>
                </c:pt>
                <c:pt idx="4844">
                  <c:v>47214</c:v>
                </c:pt>
                <c:pt idx="4845">
                  <c:v>47215</c:v>
                </c:pt>
                <c:pt idx="4846">
                  <c:v>47216</c:v>
                </c:pt>
                <c:pt idx="4847">
                  <c:v>47217</c:v>
                </c:pt>
                <c:pt idx="4848">
                  <c:v>47218</c:v>
                </c:pt>
                <c:pt idx="4849">
                  <c:v>47219</c:v>
                </c:pt>
                <c:pt idx="4850">
                  <c:v>47220</c:v>
                </c:pt>
                <c:pt idx="4851">
                  <c:v>47221</c:v>
                </c:pt>
                <c:pt idx="4852">
                  <c:v>47222</c:v>
                </c:pt>
                <c:pt idx="4853">
                  <c:v>47223</c:v>
                </c:pt>
                <c:pt idx="4854">
                  <c:v>47224</c:v>
                </c:pt>
                <c:pt idx="4855">
                  <c:v>47225</c:v>
                </c:pt>
                <c:pt idx="4856">
                  <c:v>47226</c:v>
                </c:pt>
                <c:pt idx="4857">
                  <c:v>47227</c:v>
                </c:pt>
                <c:pt idx="4858">
                  <c:v>47228</c:v>
                </c:pt>
                <c:pt idx="4859">
                  <c:v>47229</c:v>
                </c:pt>
                <c:pt idx="4860">
                  <c:v>47230</c:v>
                </c:pt>
                <c:pt idx="4861">
                  <c:v>47231</c:v>
                </c:pt>
                <c:pt idx="4862">
                  <c:v>47232</c:v>
                </c:pt>
                <c:pt idx="4863">
                  <c:v>47233</c:v>
                </c:pt>
                <c:pt idx="4864">
                  <c:v>47234</c:v>
                </c:pt>
                <c:pt idx="4865">
                  <c:v>47235</c:v>
                </c:pt>
                <c:pt idx="4866">
                  <c:v>47236</c:v>
                </c:pt>
                <c:pt idx="4867">
                  <c:v>47237</c:v>
                </c:pt>
                <c:pt idx="4868">
                  <c:v>47238</c:v>
                </c:pt>
                <c:pt idx="4869">
                  <c:v>47239</c:v>
                </c:pt>
                <c:pt idx="4870">
                  <c:v>47240</c:v>
                </c:pt>
                <c:pt idx="4871">
                  <c:v>47241</c:v>
                </c:pt>
                <c:pt idx="4872">
                  <c:v>47242</c:v>
                </c:pt>
                <c:pt idx="4873">
                  <c:v>47243</c:v>
                </c:pt>
                <c:pt idx="4874">
                  <c:v>47244</c:v>
                </c:pt>
                <c:pt idx="4875">
                  <c:v>47245</c:v>
                </c:pt>
                <c:pt idx="4876">
                  <c:v>47246</c:v>
                </c:pt>
                <c:pt idx="4877">
                  <c:v>47247</c:v>
                </c:pt>
                <c:pt idx="4878">
                  <c:v>47248</c:v>
                </c:pt>
                <c:pt idx="4879">
                  <c:v>47249</c:v>
                </c:pt>
                <c:pt idx="4880">
                  <c:v>47250</c:v>
                </c:pt>
                <c:pt idx="4881">
                  <c:v>47251</c:v>
                </c:pt>
                <c:pt idx="4882">
                  <c:v>47252</c:v>
                </c:pt>
                <c:pt idx="4883">
                  <c:v>47253</c:v>
                </c:pt>
                <c:pt idx="4884">
                  <c:v>47254</c:v>
                </c:pt>
                <c:pt idx="4885">
                  <c:v>47255</c:v>
                </c:pt>
                <c:pt idx="4886">
                  <c:v>47256</c:v>
                </c:pt>
                <c:pt idx="4887">
                  <c:v>47257</c:v>
                </c:pt>
                <c:pt idx="4888">
                  <c:v>47258</c:v>
                </c:pt>
                <c:pt idx="4889">
                  <c:v>47259</c:v>
                </c:pt>
                <c:pt idx="4890">
                  <c:v>47260</c:v>
                </c:pt>
                <c:pt idx="4891">
                  <c:v>47261</c:v>
                </c:pt>
                <c:pt idx="4892">
                  <c:v>47262</c:v>
                </c:pt>
                <c:pt idx="4893">
                  <c:v>47263</c:v>
                </c:pt>
                <c:pt idx="4894">
                  <c:v>47264</c:v>
                </c:pt>
                <c:pt idx="4895">
                  <c:v>47265</c:v>
                </c:pt>
                <c:pt idx="4896">
                  <c:v>47266</c:v>
                </c:pt>
                <c:pt idx="4897">
                  <c:v>47267</c:v>
                </c:pt>
                <c:pt idx="4898">
                  <c:v>47268</c:v>
                </c:pt>
                <c:pt idx="4899">
                  <c:v>47269</c:v>
                </c:pt>
                <c:pt idx="4900">
                  <c:v>47270</c:v>
                </c:pt>
                <c:pt idx="4901">
                  <c:v>47271</c:v>
                </c:pt>
                <c:pt idx="4902">
                  <c:v>47272</c:v>
                </c:pt>
                <c:pt idx="4903">
                  <c:v>47273</c:v>
                </c:pt>
                <c:pt idx="4904">
                  <c:v>47274</c:v>
                </c:pt>
                <c:pt idx="4905">
                  <c:v>47275</c:v>
                </c:pt>
                <c:pt idx="4906">
                  <c:v>47276</c:v>
                </c:pt>
                <c:pt idx="4907">
                  <c:v>47277</c:v>
                </c:pt>
                <c:pt idx="4908">
                  <c:v>47278</c:v>
                </c:pt>
                <c:pt idx="4909">
                  <c:v>47279</c:v>
                </c:pt>
                <c:pt idx="4910">
                  <c:v>47280</c:v>
                </c:pt>
                <c:pt idx="4911">
                  <c:v>47281</c:v>
                </c:pt>
                <c:pt idx="4912">
                  <c:v>47282</c:v>
                </c:pt>
                <c:pt idx="4913">
                  <c:v>47283</c:v>
                </c:pt>
                <c:pt idx="4914">
                  <c:v>47284</c:v>
                </c:pt>
                <c:pt idx="4915">
                  <c:v>47285</c:v>
                </c:pt>
                <c:pt idx="4916">
                  <c:v>47286</c:v>
                </c:pt>
                <c:pt idx="4917">
                  <c:v>47287</c:v>
                </c:pt>
                <c:pt idx="4918">
                  <c:v>47288</c:v>
                </c:pt>
                <c:pt idx="4919">
                  <c:v>47289</c:v>
                </c:pt>
                <c:pt idx="4920">
                  <c:v>47290</c:v>
                </c:pt>
                <c:pt idx="4921">
                  <c:v>47291</c:v>
                </c:pt>
                <c:pt idx="4922">
                  <c:v>47292</c:v>
                </c:pt>
                <c:pt idx="4923">
                  <c:v>47293</c:v>
                </c:pt>
                <c:pt idx="4924">
                  <c:v>47294</c:v>
                </c:pt>
                <c:pt idx="4925">
                  <c:v>47295</c:v>
                </c:pt>
                <c:pt idx="4926">
                  <c:v>47296</c:v>
                </c:pt>
                <c:pt idx="4927">
                  <c:v>47297</c:v>
                </c:pt>
                <c:pt idx="4928">
                  <c:v>47298</c:v>
                </c:pt>
                <c:pt idx="4929">
                  <c:v>47299</c:v>
                </c:pt>
                <c:pt idx="4930">
                  <c:v>47300</c:v>
                </c:pt>
                <c:pt idx="4931">
                  <c:v>47301</c:v>
                </c:pt>
                <c:pt idx="4932">
                  <c:v>47302</c:v>
                </c:pt>
                <c:pt idx="4933">
                  <c:v>47303</c:v>
                </c:pt>
                <c:pt idx="4934">
                  <c:v>47304</c:v>
                </c:pt>
                <c:pt idx="4935">
                  <c:v>47305</c:v>
                </c:pt>
                <c:pt idx="4936">
                  <c:v>47306</c:v>
                </c:pt>
                <c:pt idx="4937">
                  <c:v>47307</c:v>
                </c:pt>
                <c:pt idx="4938">
                  <c:v>47308</c:v>
                </c:pt>
                <c:pt idx="4939">
                  <c:v>47309</c:v>
                </c:pt>
                <c:pt idx="4940">
                  <c:v>47310</c:v>
                </c:pt>
                <c:pt idx="4941">
                  <c:v>47311</c:v>
                </c:pt>
                <c:pt idx="4942">
                  <c:v>47312</c:v>
                </c:pt>
                <c:pt idx="4943">
                  <c:v>47313</c:v>
                </c:pt>
                <c:pt idx="4944">
                  <c:v>47314</c:v>
                </c:pt>
                <c:pt idx="4945">
                  <c:v>47315</c:v>
                </c:pt>
                <c:pt idx="4946">
                  <c:v>47316</c:v>
                </c:pt>
                <c:pt idx="4947">
                  <c:v>47317</c:v>
                </c:pt>
                <c:pt idx="4948">
                  <c:v>47318</c:v>
                </c:pt>
                <c:pt idx="4949">
                  <c:v>47319</c:v>
                </c:pt>
                <c:pt idx="4950">
                  <c:v>47320</c:v>
                </c:pt>
                <c:pt idx="4951">
                  <c:v>47321</c:v>
                </c:pt>
                <c:pt idx="4952">
                  <c:v>47322</c:v>
                </c:pt>
                <c:pt idx="4953">
                  <c:v>47323</c:v>
                </c:pt>
                <c:pt idx="4954">
                  <c:v>47324</c:v>
                </c:pt>
                <c:pt idx="4955">
                  <c:v>47325</c:v>
                </c:pt>
                <c:pt idx="4956">
                  <c:v>47326</c:v>
                </c:pt>
                <c:pt idx="4957">
                  <c:v>47327</c:v>
                </c:pt>
                <c:pt idx="4958">
                  <c:v>47328</c:v>
                </c:pt>
                <c:pt idx="4959">
                  <c:v>47329</c:v>
                </c:pt>
                <c:pt idx="4960">
                  <c:v>47330</c:v>
                </c:pt>
                <c:pt idx="4961">
                  <c:v>47331</c:v>
                </c:pt>
                <c:pt idx="4962">
                  <c:v>47332</c:v>
                </c:pt>
                <c:pt idx="4963">
                  <c:v>47333</c:v>
                </c:pt>
                <c:pt idx="4964">
                  <c:v>47334</c:v>
                </c:pt>
                <c:pt idx="4965">
                  <c:v>47335</c:v>
                </c:pt>
                <c:pt idx="4966">
                  <c:v>47336</c:v>
                </c:pt>
                <c:pt idx="4967">
                  <c:v>47337</c:v>
                </c:pt>
                <c:pt idx="4968">
                  <c:v>47338</c:v>
                </c:pt>
                <c:pt idx="4969">
                  <c:v>47339</c:v>
                </c:pt>
                <c:pt idx="4970">
                  <c:v>47340</c:v>
                </c:pt>
                <c:pt idx="4971">
                  <c:v>47341</c:v>
                </c:pt>
                <c:pt idx="4972">
                  <c:v>47342</c:v>
                </c:pt>
                <c:pt idx="4973">
                  <c:v>47343</c:v>
                </c:pt>
                <c:pt idx="4974">
                  <c:v>47344</c:v>
                </c:pt>
                <c:pt idx="4975">
                  <c:v>47345</c:v>
                </c:pt>
                <c:pt idx="4976">
                  <c:v>47346</c:v>
                </c:pt>
                <c:pt idx="4977">
                  <c:v>47347</c:v>
                </c:pt>
                <c:pt idx="4978">
                  <c:v>47348</c:v>
                </c:pt>
                <c:pt idx="4979">
                  <c:v>47349</c:v>
                </c:pt>
                <c:pt idx="4980">
                  <c:v>47350</c:v>
                </c:pt>
                <c:pt idx="4981">
                  <c:v>47351</c:v>
                </c:pt>
                <c:pt idx="4982">
                  <c:v>47352</c:v>
                </c:pt>
                <c:pt idx="4983">
                  <c:v>47353</c:v>
                </c:pt>
                <c:pt idx="4984">
                  <c:v>47354</c:v>
                </c:pt>
                <c:pt idx="4985">
                  <c:v>47355</c:v>
                </c:pt>
                <c:pt idx="4986">
                  <c:v>47356</c:v>
                </c:pt>
                <c:pt idx="4987">
                  <c:v>47357</c:v>
                </c:pt>
                <c:pt idx="4988">
                  <c:v>47358</c:v>
                </c:pt>
                <c:pt idx="4989">
                  <c:v>47359</c:v>
                </c:pt>
                <c:pt idx="4990">
                  <c:v>47360</c:v>
                </c:pt>
                <c:pt idx="4991">
                  <c:v>47361</c:v>
                </c:pt>
                <c:pt idx="4992">
                  <c:v>47362</c:v>
                </c:pt>
                <c:pt idx="4993">
                  <c:v>47363</c:v>
                </c:pt>
                <c:pt idx="4994">
                  <c:v>47364</c:v>
                </c:pt>
                <c:pt idx="4995">
                  <c:v>47365</c:v>
                </c:pt>
                <c:pt idx="4996">
                  <c:v>47366</c:v>
                </c:pt>
                <c:pt idx="4997">
                  <c:v>47367</c:v>
                </c:pt>
                <c:pt idx="4998">
                  <c:v>47368</c:v>
                </c:pt>
                <c:pt idx="4999">
                  <c:v>47369</c:v>
                </c:pt>
                <c:pt idx="5000">
                  <c:v>47370</c:v>
                </c:pt>
                <c:pt idx="5001">
                  <c:v>47371</c:v>
                </c:pt>
                <c:pt idx="5002">
                  <c:v>47372</c:v>
                </c:pt>
                <c:pt idx="5003">
                  <c:v>47373</c:v>
                </c:pt>
                <c:pt idx="5004">
                  <c:v>47374</c:v>
                </c:pt>
                <c:pt idx="5005">
                  <c:v>47375</c:v>
                </c:pt>
                <c:pt idx="5006">
                  <c:v>47376</c:v>
                </c:pt>
                <c:pt idx="5007">
                  <c:v>47377</c:v>
                </c:pt>
                <c:pt idx="5008">
                  <c:v>47378</c:v>
                </c:pt>
                <c:pt idx="5009">
                  <c:v>47379</c:v>
                </c:pt>
                <c:pt idx="5010">
                  <c:v>47380</c:v>
                </c:pt>
                <c:pt idx="5011">
                  <c:v>47381</c:v>
                </c:pt>
                <c:pt idx="5012">
                  <c:v>47382</c:v>
                </c:pt>
                <c:pt idx="5013">
                  <c:v>47383</c:v>
                </c:pt>
                <c:pt idx="5014">
                  <c:v>47384</c:v>
                </c:pt>
                <c:pt idx="5015">
                  <c:v>47385</c:v>
                </c:pt>
                <c:pt idx="5016">
                  <c:v>47386</c:v>
                </c:pt>
                <c:pt idx="5017">
                  <c:v>47387</c:v>
                </c:pt>
                <c:pt idx="5018">
                  <c:v>47388</c:v>
                </c:pt>
                <c:pt idx="5019">
                  <c:v>47389</c:v>
                </c:pt>
                <c:pt idx="5020">
                  <c:v>47390</c:v>
                </c:pt>
                <c:pt idx="5021">
                  <c:v>47391</c:v>
                </c:pt>
                <c:pt idx="5022">
                  <c:v>47392</c:v>
                </c:pt>
                <c:pt idx="5023">
                  <c:v>47393</c:v>
                </c:pt>
                <c:pt idx="5024">
                  <c:v>47394</c:v>
                </c:pt>
                <c:pt idx="5025">
                  <c:v>47395</c:v>
                </c:pt>
                <c:pt idx="5026">
                  <c:v>47396</c:v>
                </c:pt>
                <c:pt idx="5027">
                  <c:v>47397</c:v>
                </c:pt>
                <c:pt idx="5028">
                  <c:v>47398</c:v>
                </c:pt>
                <c:pt idx="5029">
                  <c:v>47399</c:v>
                </c:pt>
                <c:pt idx="5030">
                  <c:v>47400</c:v>
                </c:pt>
                <c:pt idx="5031">
                  <c:v>47401</c:v>
                </c:pt>
                <c:pt idx="5032">
                  <c:v>47402</c:v>
                </c:pt>
                <c:pt idx="5033">
                  <c:v>47403</c:v>
                </c:pt>
                <c:pt idx="5034">
                  <c:v>47404</c:v>
                </c:pt>
                <c:pt idx="5035">
                  <c:v>47405</c:v>
                </c:pt>
                <c:pt idx="5036">
                  <c:v>47406</c:v>
                </c:pt>
                <c:pt idx="5037">
                  <c:v>47407</c:v>
                </c:pt>
                <c:pt idx="5038">
                  <c:v>47408</c:v>
                </c:pt>
                <c:pt idx="5039">
                  <c:v>47409</c:v>
                </c:pt>
                <c:pt idx="5040">
                  <c:v>47410</c:v>
                </c:pt>
                <c:pt idx="5041">
                  <c:v>47411</c:v>
                </c:pt>
                <c:pt idx="5042">
                  <c:v>47412</c:v>
                </c:pt>
                <c:pt idx="5043">
                  <c:v>47413</c:v>
                </c:pt>
                <c:pt idx="5044">
                  <c:v>47414</c:v>
                </c:pt>
                <c:pt idx="5045">
                  <c:v>47415</c:v>
                </c:pt>
                <c:pt idx="5046">
                  <c:v>47416</c:v>
                </c:pt>
                <c:pt idx="5047">
                  <c:v>47417</c:v>
                </c:pt>
                <c:pt idx="5048">
                  <c:v>47418</c:v>
                </c:pt>
                <c:pt idx="5049">
                  <c:v>47419</c:v>
                </c:pt>
                <c:pt idx="5050">
                  <c:v>47420</c:v>
                </c:pt>
                <c:pt idx="5051">
                  <c:v>47421</c:v>
                </c:pt>
                <c:pt idx="5052">
                  <c:v>47422</c:v>
                </c:pt>
                <c:pt idx="5053">
                  <c:v>47423</c:v>
                </c:pt>
                <c:pt idx="5054">
                  <c:v>47424</c:v>
                </c:pt>
                <c:pt idx="5055">
                  <c:v>47425</c:v>
                </c:pt>
                <c:pt idx="5056">
                  <c:v>47426</c:v>
                </c:pt>
                <c:pt idx="5057">
                  <c:v>47427</c:v>
                </c:pt>
                <c:pt idx="5058">
                  <c:v>47428</c:v>
                </c:pt>
                <c:pt idx="5059">
                  <c:v>47429</c:v>
                </c:pt>
                <c:pt idx="5060">
                  <c:v>47430</c:v>
                </c:pt>
                <c:pt idx="5061">
                  <c:v>47431</c:v>
                </c:pt>
                <c:pt idx="5062">
                  <c:v>47432</c:v>
                </c:pt>
                <c:pt idx="5063">
                  <c:v>47433</c:v>
                </c:pt>
                <c:pt idx="5064">
                  <c:v>47434</c:v>
                </c:pt>
                <c:pt idx="5065">
                  <c:v>47435</c:v>
                </c:pt>
                <c:pt idx="5066">
                  <c:v>47436</c:v>
                </c:pt>
                <c:pt idx="5067">
                  <c:v>47437</c:v>
                </c:pt>
                <c:pt idx="5068">
                  <c:v>47438</c:v>
                </c:pt>
                <c:pt idx="5069">
                  <c:v>47439</c:v>
                </c:pt>
                <c:pt idx="5070">
                  <c:v>47440</c:v>
                </c:pt>
                <c:pt idx="5071">
                  <c:v>47441</c:v>
                </c:pt>
                <c:pt idx="5072">
                  <c:v>47442</c:v>
                </c:pt>
                <c:pt idx="5073">
                  <c:v>47443</c:v>
                </c:pt>
                <c:pt idx="5074">
                  <c:v>47444</c:v>
                </c:pt>
                <c:pt idx="5075">
                  <c:v>47445</c:v>
                </c:pt>
                <c:pt idx="5076">
                  <c:v>47446</c:v>
                </c:pt>
                <c:pt idx="5077">
                  <c:v>47447</c:v>
                </c:pt>
                <c:pt idx="5078">
                  <c:v>47448</c:v>
                </c:pt>
                <c:pt idx="5079">
                  <c:v>47449</c:v>
                </c:pt>
                <c:pt idx="5080">
                  <c:v>47450</c:v>
                </c:pt>
                <c:pt idx="5081">
                  <c:v>47451</c:v>
                </c:pt>
                <c:pt idx="5082">
                  <c:v>47452</c:v>
                </c:pt>
                <c:pt idx="5083">
                  <c:v>47453</c:v>
                </c:pt>
                <c:pt idx="5084">
                  <c:v>47454</c:v>
                </c:pt>
                <c:pt idx="5085">
                  <c:v>47455</c:v>
                </c:pt>
                <c:pt idx="5086">
                  <c:v>47456</c:v>
                </c:pt>
                <c:pt idx="5087">
                  <c:v>47457</c:v>
                </c:pt>
                <c:pt idx="5088">
                  <c:v>47458</c:v>
                </c:pt>
                <c:pt idx="5089">
                  <c:v>47459</c:v>
                </c:pt>
                <c:pt idx="5090">
                  <c:v>47460</c:v>
                </c:pt>
                <c:pt idx="5091">
                  <c:v>47461</c:v>
                </c:pt>
                <c:pt idx="5092">
                  <c:v>47462</c:v>
                </c:pt>
                <c:pt idx="5093">
                  <c:v>47463</c:v>
                </c:pt>
                <c:pt idx="5094">
                  <c:v>47464</c:v>
                </c:pt>
                <c:pt idx="5095">
                  <c:v>47465</c:v>
                </c:pt>
                <c:pt idx="5096">
                  <c:v>47466</c:v>
                </c:pt>
                <c:pt idx="5097">
                  <c:v>47467</c:v>
                </c:pt>
                <c:pt idx="5098">
                  <c:v>47468</c:v>
                </c:pt>
                <c:pt idx="5099">
                  <c:v>47469</c:v>
                </c:pt>
                <c:pt idx="5100">
                  <c:v>47470</c:v>
                </c:pt>
                <c:pt idx="5101">
                  <c:v>47471</c:v>
                </c:pt>
                <c:pt idx="5102">
                  <c:v>47472</c:v>
                </c:pt>
                <c:pt idx="5103">
                  <c:v>47473</c:v>
                </c:pt>
                <c:pt idx="5104">
                  <c:v>47474</c:v>
                </c:pt>
                <c:pt idx="5105">
                  <c:v>47475</c:v>
                </c:pt>
                <c:pt idx="5106">
                  <c:v>47476</c:v>
                </c:pt>
                <c:pt idx="5107">
                  <c:v>47477</c:v>
                </c:pt>
                <c:pt idx="5108">
                  <c:v>47478</c:v>
                </c:pt>
                <c:pt idx="5109">
                  <c:v>47479</c:v>
                </c:pt>
                <c:pt idx="5110">
                  <c:v>47480</c:v>
                </c:pt>
                <c:pt idx="5111">
                  <c:v>47481</c:v>
                </c:pt>
                <c:pt idx="5112">
                  <c:v>47482</c:v>
                </c:pt>
                <c:pt idx="5113">
                  <c:v>47483</c:v>
                </c:pt>
                <c:pt idx="5114">
                  <c:v>47484</c:v>
                </c:pt>
                <c:pt idx="5115">
                  <c:v>47485</c:v>
                </c:pt>
                <c:pt idx="5116">
                  <c:v>47486</c:v>
                </c:pt>
                <c:pt idx="5117">
                  <c:v>47487</c:v>
                </c:pt>
                <c:pt idx="5118">
                  <c:v>47488</c:v>
                </c:pt>
                <c:pt idx="5119">
                  <c:v>47489</c:v>
                </c:pt>
                <c:pt idx="5120">
                  <c:v>47490</c:v>
                </c:pt>
                <c:pt idx="5121">
                  <c:v>47491</c:v>
                </c:pt>
                <c:pt idx="5122">
                  <c:v>47492</c:v>
                </c:pt>
                <c:pt idx="5123">
                  <c:v>47493</c:v>
                </c:pt>
                <c:pt idx="5124">
                  <c:v>47494</c:v>
                </c:pt>
                <c:pt idx="5125">
                  <c:v>47495</c:v>
                </c:pt>
                <c:pt idx="5126">
                  <c:v>47496</c:v>
                </c:pt>
                <c:pt idx="5127">
                  <c:v>47497</c:v>
                </c:pt>
                <c:pt idx="5128">
                  <c:v>47498</c:v>
                </c:pt>
                <c:pt idx="5129">
                  <c:v>47499</c:v>
                </c:pt>
                <c:pt idx="5130">
                  <c:v>47500</c:v>
                </c:pt>
                <c:pt idx="5131">
                  <c:v>47501</c:v>
                </c:pt>
                <c:pt idx="5132">
                  <c:v>47502</c:v>
                </c:pt>
                <c:pt idx="5133">
                  <c:v>47503</c:v>
                </c:pt>
                <c:pt idx="5134">
                  <c:v>47504</c:v>
                </c:pt>
                <c:pt idx="5135">
                  <c:v>47505</c:v>
                </c:pt>
                <c:pt idx="5136">
                  <c:v>47506</c:v>
                </c:pt>
                <c:pt idx="5137">
                  <c:v>47507</c:v>
                </c:pt>
                <c:pt idx="5138">
                  <c:v>47508</c:v>
                </c:pt>
                <c:pt idx="5139">
                  <c:v>47509</c:v>
                </c:pt>
                <c:pt idx="5140">
                  <c:v>47510</c:v>
                </c:pt>
                <c:pt idx="5141">
                  <c:v>47511</c:v>
                </c:pt>
                <c:pt idx="5142">
                  <c:v>47512</c:v>
                </c:pt>
                <c:pt idx="5143">
                  <c:v>47513</c:v>
                </c:pt>
                <c:pt idx="5144">
                  <c:v>47514</c:v>
                </c:pt>
                <c:pt idx="5145">
                  <c:v>47515</c:v>
                </c:pt>
                <c:pt idx="5146">
                  <c:v>47516</c:v>
                </c:pt>
                <c:pt idx="5147">
                  <c:v>47517</c:v>
                </c:pt>
                <c:pt idx="5148">
                  <c:v>47518</c:v>
                </c:pt>
                <c:pt idx="5149">
                  <c:v>47519</c:v>
                </c:pt>
                <c:pt idx="5150">
                  <c:v>47520</c:v>
                </c:pt>
                <c:pt idx="5151">
                  <c:v>47521</c:v>
                </c:pt>
                <c:pt idx="5152">
                  <c:v>47522</c:v>
                </c:pt>
                <c:pt idx="5153">
                  <c:v>47523</c:v>
                </c:pt>
                <c:pt idx="5154">
                  <c:v>47524</c:v>
                </c:pt>
                <c:pt idx="5155">
                  <c:v>47525</c:v>
                </c:pt>
                <c:pt idx="5156">
                  <c:v>47526</c:v>
                </c:pt>
                <c:pt idx="5157">
                  <c:v>47527</c:v>
                </c:pt>
                <c:pt idx="5158">
                  <c:v>47528</c:v>
                </c:pt>
                <c:pt idx="5159">
                  <c:v>47529</c:v>
                </c:pt>
                <c:pt idx="5160">
                  <c:v>47530</c:v>
                </c:pt>
                <c:pt idx="5161">
                  <c:v>47531</c:v>
                </c:pt>
                <c:pt idx="5162">
                  <c:v>47532</c:v>
                </c:pt>
                <c:pt idx="5163">
                  <c:v>47533</c:v>
                </c:pt>
                <c:pt idx="5164">
                  <c:v>47534</c:v>
                </c:pt>
                <c:pt idx="5165">
                  <c:v>47535</c:v>
                </c:pt>
                <c:pt idx="5166">
                  <c:v>47536</c:v>
                </c:pt>
                <c:pt idx="5167">
                  <c:v>47537</c:v>
                </c:pt>
                <c:pt idx="5168">
                  <c:v>47538</c:v>
                </c:pt>
                <c:pt idx="5169">
                  <c:v>47539</c:v>
                </c:pt>
                <c:pt idx="5170">
                  <c:v>47540</c:v>
                </c:pt>
                <c:pt idx="5171">
                  <c:v>47541</c:v>
                </c:pt>
                <c:pt idx="5172">
                  <c:v>47542</c:v>
                </c:pt>
                <c:pt idx="5173">
                  <c:v>47543</c:v>
                </c:pt>
                <c:pt idx="5174">
                  <c:v>47544</c:v>
                </c:pt>
                <c:pt idx="5175">
                  <c:v>47545</c:v>
                </c:pt>
                <c:pt idx="5176">
                  <c:v>47546</c:v>
                </c:pt>
                <c:pt idx="5177">
                  <c:v>47547</c:v>
                </c:pt>
                <c:pt idx="5178">
                  <c:v>47548</c:v>
                </c:pt>
                <c:pt idx="5179">
                  <c:v>47549</c:v>
                </c:pt>
                <c:pt idx="5180">
                  <c:v>47550</c:v>
                </c:pt>
                <c:pt idx="5181">
                  <c:v>47551</c:v>
                </c:pt>
                <c:pt idx="5182">
                  <c:v>47552</c:v>
                </c:pt>
                <c:pt idx="5183">
                  <c:v>47553</c:v>
                </c:pt>
                <c:pt idx="5184">
                  <c:v>47554</c:v>
                </c:pt>
                <c:pt idx="5185">
                  <c:v>47555</c:v>
                </c:pt>
                <c:pt idx="5186">
                  <c:v>47556</c:v>
                </c:pt>
                <c:pt idx="5187">
                  <c:v>47557</c:v>
                </c:pt>
                <c:pt idx="5188">
                  <c:v>47558</c:v>
                </c:pt>
                <c:pt idx="5189">
                  <c:v>47559</c:v>
                </c:pt>
                <c:pt idx="5190">
                  <c:v>47560</c:v>
                </c:pt>
                <c:pt idx="5191">
                  <c:v>47561</c:v>
                </c:pt>
                <c:pt idx="5192">
                  <c:v>47562</c:v>
                </c:pt>
                <c:pt idx="5193">
                  <c:v>47563</c:v>
                </c:pt>
                <c:pt idx="5194">
                  <c:v>47564</c:v>
                </c:pt>
                <c:pt idx="5195">
                  <c:v>47565</c:v>
                </c:pt>
                <c:pt idx="5196">
                  <c:v>47566</c:v>
                </c:pt>
                <c:pt idx="5197">
                  <c:v>47567</c:v>
                </c:pt>
                <c:pt idx="5198">
                  <c:v>47568</c:v>
                </c:pt>
                <c:pt idx="5199">
                  <c:v>47569</c:v>
                </c:pt>
                <c:pt idx="5200">
                  <c:v>47570</c:v>
                </c:pt>
                <c:pt idx="5201">
                  <c:v>47571</c:v>
                </c:pt>
                <c:pt idx="5202">
                  <c:v>47572</c:v>
                </c:pt>
                <c:pt idx="5203">
                  <c:v>47573</c:v>
                </c:pt>
                <c:pt idx="5204">
                  <c:v>47574</c:v>
                </c:pt>
                <c:pt idx="5205">
                  <c:v>47575</c:v>
                </c:pt>
                <c:pt idx="5206">
                  <c:v>47576</c:v>
                </c:pt>
                <c:pt idx="5207">
                  <c:v>47577</c:v>
                </c:pt>
                <c:pt idx="5208">
                  <c:v>47578</c:v>
                </c:pt>
                <c:pt idx="5209">
                  <c:v>47579</c:v>
                </c:pt>
                <c:pt idx="5210">
                  <c:v>47580</c:v>
                </c:pt>
                <c:pt idx="5211">
                  <c:v>47581</c:v>
                </c:pt>
                <c:pt idx="5212">
                  <c:v>47582</c:v>
                </c:pt>
                <c:pt idx="5213">
                  <c:v>47583</c:v>
                </c:pt>
                <c:pt idx="5214">
                  <c:v>47584</c:v>
                </c:pt>
                <c:pt idx="5215">
                  <c:v>47585</c:v>
                </c:pt>
                <c:pt idx="5216">
                  <c:v>47586</c:v>
                </c:pt>
                <c:pt idx="5217">
                  <c:v>47587</c:v>
                </c:pt>
                <c:pt idx="5218">
                  <c:v>47588</c:v>
                </c:pt>
                <c:pt idx="5219">
                  <c:v>47589</c:v>
                </c:pt>
                <c:pt idx="5220">
                  <c:v>47590</c:v>
                </c:pt>
                <c:pt idx="5221">
                  <c:v>47591</c:v>
                </c:pt>
                <c:pt idx="5222">
                  <c:v>47592</c:v>
                </c:pt>
                <c:pt idx="5223">
                  <c:v>47593</c:v>
                </c:pt>
                <c:pt idx="5224">
                  <c:v>47594</c:v>
                </c:pt>
                <c:pt idx="5225">
                  <c:v>47595</c:v>
                </c:pt>
                <c:pt idx="5226">
                  <c:v>47596</c:v>
                </c:pt>
                <c:pt idx="5227">
                  <c:v>47597</c:v>
                </c:pt>
                <c:pt idx="5228">
                  <c:v>47598</c:v>
                </c:pt>
                <c:pt idx="5229">
                  <c:v>47599</c:v>
                </c:pt>
                <c:pt idx="5230">
                  <c:v>47600</c:v>
                </c:pt>
                <c:pt idx="5231">
                  <c:v>47601</c:v>
                </c:pt>
                <c:pt idx="5232">
                  <c:v>47602</c:v>
                </c:pt>
                <c:pt idx="5233">
                  <c:v>47603</c:v>
                </c:pt>
                <c:pt idx="5234">
                  <c:v>47604</c:v>
                </c:pt>
                <c:pt idx="5235">
                  <c:v>47605</c:v>
                </c:pt>
                <c:pt idx="5236">
                  <c:v>47606</c:v>
                </c:pt>
                <c:pt idx="5237">
                  <c:v>47607</c:v>
                </c:pt>
                <c:pt idx="5238">
                  <c:v>47608</c:v>
                </c:pt>
                <c:pt idx="5239">
                  <c:v>47609</c:v>
                </c:pt>
                <c:pt idx="5240">
                  <c:v>47610</c:v>
                </c:pt>
                <c:pt idx="5241">
                  <c:v>47611</c:v>
                </c:pt>
                <c:pt idx="5242">
                  <c:v>47612</c:v>
                </c:pt>
                <c:pt idx="5243">
                  <c:v>47613</c:v>
                </c:pt>
                <c:pt idx="5244">
                  <c:v>47614</c:v>
                </c:pt>
                <c:pt idx="5245">
                  <c:v>47615</c:v>
                </c:pt>
                <c:pt idx="5246">
                  <c:v>47616</c:v>
                </c:pt>
                <c:pt idx="5247">
                  <c:v>47617</c:v>
                </c:pt>
                <c:pt idx="5248">
                  <c:v>47618</c:v>
                </c:pt>
                <c:pt idx="5249">
                  <c:v>47619</c:v>
                </c:pt>
                <c:pt idx="5250">
                  <c:v>47620</c:v>
                </c:pt>
                <c:pt idx="5251">
                  <c:v>47621</c:v>
                </c:pt>
                <c:pt idx="5252">
                  <c:v>47622</c:v>
                </c:pt>
                <c:pt idx="5253">
                  <c:v>47623</c:v>
                </c:pt>
                <c:pt idx="5254">
                  <c:v>47624</c:v>
                </c:pt>
                <c:pt idx="5255">
                  <c:v>47625</c:v>
                </c:pt>
                <c:pt idx="5256">
                  <c:v>47626</c:v>
                </c:pt>
                <c:pt idx="5257">
                  <c:v>47627</c:v>
                </c:pt>
                <c:pt idx="5258">
                  <c:v>47628</c:v>
                </c:pt>
                <c:pt idx="5259">
                  <c:v>47629</c:v>
                </c:pt>
                <c:pt idx="5260">
                  <c:v>47630</c:v>
                </c:pt>
                <c:pt idx="5261">
                  <c:v>47631</c:v>
                </c:pt>
                <c:pt idx="5262">
                  <c:v>47632</c:v>
                </c:pt>
                <c:pt idx="5263">
                  <c:v>47633</c:v>
                </c:pt>
                <c:pt idx="5264">
                  <c:v>47634</c:v>
                </c:pt>
                <c:pt idx="5265">
                  <c:v>47635</c:v>
                </c:pt>
                <c:pt idx="5266">
                  <c:v>47636</c:v>
                </c:pt>
                <c:pt idx="5267">
                  <c:v>47637</c:v>
                </c:pt>
                <c:pt idx="5268">
                  <c:v>47638</c:v>
                </c:pt>
                <c:pt idx="5269">
                  <c:v>47639</c:v>
                </c:pt>
                <c:pt idx="5270">
                  <c:v>47640</c:v>
                </c:pt>
                <c:pt idx="5271">
                  <c:v>47641</c:v>
                </c:pt>
                <c:pt idx="5272">
                  <c:v>47642</c:v>
                </c:pt>
                <c:pt idx="5273">
                  <c:v>47643</c:v>
                </c:pt>
                <c:pt idx="5274">
                  <c:v>47644</c:v>
                </c:pt>
                <c:pt idx="5275">
                  <c:v>47645</c:v>
                </c:pt>
                <c:pt idx="5276">
                  <c:v>47646</c:v>
                </c:pt>
                <c:pt idx="5277">
                  <c:v>47647</c:v>
                </c:pt>
                <c:pt idx="5278">
                  <c:v>47648</c:v>
                </c:pt>
                <c:pt idx="5279">
                  <c:v>47649</c:v>
                </c:pt>
                <c:pt idx="5280">
                  <c:v>47650</c:v>
                </c:pt>
                <c:pt idx="5281">
                  <c:v>47651</c:v>
                </c:pt>
                <c:pt idx="5282">
                  <c:v>47652</c:v>
                </c:pt>
                <c:pt idx="5283">
                  <c:v>47653</c:v>
                </c:pt>
                <c:pt idx="5284">
                  <c:v>47654</c:v>
                </c:pt>
                <c:pt idx="5285">
                  <c:v>47655</c:v>
                </c:pt>
                <c:pt idx="5286">
                  <c:v>47656</c:v>
                </c:pt>
                <c:pt idx="5287">
                  <c:v>47657</c:v>
                </c:pt>
                <c:pt idx="5288">
                  <c:v>47658</c:v>
                </c:pt>
                <c:pt idx="5289">
                  <c:v>47659</c:v>
                </c:pt>
                <c:pt idx="5290">
                  <c:v>47660</c:v>
                </c:pt>
                <c:pt idx="5291">
                  <c:v>47661</c:v>
                </c:pt>
                <c:pt idx="5292">
                  <c:v>47662</c:v>
                </c:pt>
                <c:pt idx="5293">
                  <c:v>47663</c:v>
                </c:pt>
                <c:pt idx="5294">
                  <c:v>47664</c:v>
                </c:pt>
                <c:pt idx="5295">
                  <c:v>47665</c:v>
                </c:pt>
                <c:pt idx="5296">
                  <c:v>47666</c:v>
                </c:pt>
                <c:pt idx="5297">
                  <c:v>47667</c:v>
                </c:pt>
                <c:pt idx="5298">
                  <c:v>47668</c:v>
                </c:pt>
                <c:pt idx="5299">
                  <c:v>47669</c:v>
                </c:pt>
                <c:pt idx="5300">
                  <c:v>47670</c:v>
                </c:pt>
                <c:pt idx="5301">
                  <c:v>47671</c:v>
                </c:pt>
                <c:pt idx="5302">
                  <c:v>47672</c:v>
                </c:pt>
                <c:pt idx="5303">
                  <c:v>47673</c:v>
                </c:pt>
                <c:pt idx="5304">
                  <c:v>47674</c:v>
                </c:pt>
                <c:pt idx="5305">
                  <c:v>47675</c:v>
                </c:pt>
                <c:pt idx="5306">
                  <c:v>47676</c:v>
                </c:pt>
                <c:pt idx="5307">
                  <c:v>47677</c:v>
                </c:pt>
                <c:pt idx="5308">
                  <c:v>47678</c:v>
                </c:pt>
                <c:pt idx="5309">
                  <c:v>47679</c:v>
                </c:pt>
                <c:pt idx="5310">
                  <c:v>47680</c:v>
                </c:pt>
                <c:pt idx="5311">
                  <c:v>47681</c:v>
                </c:pt>
                <c:pt idx="5312">
                  <c:v>47682</c:v>
                </c:pt>
                <c:pt idx="5313">
                  <c:v>47683</c:v>
                </c:pt>
                <c:pt idx="5314">
                  <c:v>47684</c:v>
                </c:pt>
                <c:pt idx="5315">
                  <c:v>47685</c:v>
                </c:pt>
                <c:pt idx="5316">
                  <c:v>47686</c:v>
                </c:pt>
                <c:pt idx="5317">
                  <c:v>47687</c:v>
                </c:pt>
                <c:pt idx="5318">
                  <c:v>47688</c:v>
                </c:pt>
                <c:pt idx="5319">
                  <c:v>47689</c:v>
                </c:pt>
                <c:pt idx="5320">
                  <c:v>47690</c:v>
                </c:pt>
                <c:pt idx="5321">
                  <c:v>47691</c:v>
                </c:pt>
                <c:pt idx="5322">
                  <c:v>47692</c:v>
                </c:pt>
                <c:pt idx="5323">
                  <c:v>47693</c:v>
                </c:pt>
                <c:pt idx="5324">
                  <c:v>47694</c:v>
                </c:pt>
                <c:pt idx="5325">
                  <c:v>47695</c:v>
                </c:pt>
                <c:pt idx="5326">
                  <c:v>47696</c:v>
                </c:pt>
                <c:pt idx="5327">
                  <c:v>47697</c:v>
                </c:pt>
                <c:pt idx="5328">
                  <c:v>47698</c:v>
                </c:pt>
                <c:pt idx="5329">
                  <c:v>47699</c:v>
                </c:pt>
                <c:pt idx="5330">
                  <c:v>47700</c:v>
                </c:pt>
                <c:pt idx="5331">
                  <c:v>47701</c:v>
                </c:pt>
                <c:pt idx="5332">
                  <c:v>47702</c:v>
                </c:pt>
                <c:pt idx="5333">
                  <c:v>47703</c:v>
                </c:pt>
                <c:pt idx="5334">
                  <c:v>47704</c:v>
                </c:pt>
                <c:pt idx="5335">
                  <c:v>47705</c:v>
                </c:pt>
                <c:pt idx="5336">
                  <c:v>47706</c:v>
                </c:pt>
                <c:pt idx="5337">
                  <c:v>47707</c:v>
                </c:pt>
                <c:pt idx="5338">
                  <c:v>47708</c:v>
                </c:pt>
                <c:pt idx="5339">
                  <c:v>47709</c:v>
                </c:pt>
                <c:pt idx="5340">
                  <c:v>47710</c:v>
                </c:pt>
                <c:pt idx="5341">
                  <c:v>47711</c:v>
                </c:pt>
                <c:pt idx="5342">
                  <c:v>47712</c:v>
                </c:pt>
                <c:pt idx="5343">
                  <c:v>47713</c:v>
                </c:pt>
                <c:pt idx="5344">
                  <c:v>47714</c:v>
                </c:pt>
                <c:pt idx="5345">
                  <c:v>47715</c:v>
                </c:pt>
                <c:pt idx="5346">
                  <c:v>47716</c:v>
                </c:pt>
                <c:pt idx="5347">
                  <c:v>47717</c:v>
                </c:pt>
                <c:pt idx="5348">
                  <c:v>47718</c:v>
                </c:pt>
                <c:pt idx="5349">
                  <c:v>47719</c:v>
                </c:pt>
                <c:pt idx="5350">
                  <c:v>47720</c:v>
                </c:pt>
                <c:pt idx="5351">
                  <c:v>47721</c:v>
                </c:pt>
                <c:pt idx="5352">
                  <c:v>47722</c:v>
                </c:pt>
                <c:pt idx="5353">
                  <c:v>47723</c:v>
                </c:pt>
                <c:pt idx="5354">
                  <c:v>47724</c:v>
                </c:pt>
                <c:pt idx="5355">
                  <c:v>47725</c:v>
                </c:pt>
                <c:pt idx="5356">
                  <c:v>47726</c:v>
                </c:pt>
                <c:pt idx="5357">
                  <c:v>47727</c:v>
                </c:pt>
                <c:pt idx="5358">
                  <c:v>47728</c:v>
                </c:pt>
                <c:pt idx="5359">
                  <c:v>47729</c:v>
                </c:pt>
                <c:pt idx="5360">
                  <c:v>47730</c:v>
                </c:pt>
                <c:pt idx="5361">
                  <c:v>47731</c:v>
                </c:pt>
                <c:pt idx="5362">
                  <c:v>47732</c:v>
                </c:pt>
                <c:pt idx="5363">
                  <c:v>47733</c:v>
                </c:pt>
                <c:pt idx="5364">
                  <c:v>47734</c:v>
                </c:pt>
                <c:pt idx="5365">
                  <c:v>47735</c:v>
                </c:pt>
                <c:pt idx="5366">
                  <c:v>47736</c:v>
                </c:pt>
                <c:pt idx="5367">
                  <c:v>47737</c:v>
                </c:pt>
                <c:pt idx="5368">
                  <c:v>47738</c:v>
                </c:pt>
                <c:pt idx="5369">
                  <c:v>47739</c:v>
                </c:pt>
                <c:pt idx="5370">
                  <c:v>47740</c:v>
                </c:pt>
                <c:pt idx="5371">
                  <c:v>47741</c:v>
                </c:pt>
                <c:pt idx="5372">
                  <c:v>47742</c:v>
                </c:pt>
                <c:pt idx="5373">
                  <c:v>47743</c:v>
                </c:pt>
                <c:pt idx="5374">
                  <c:v>47744</c:v>
                </c:pt>
                <c:pt idx="5375">
                  <c:v>47745</c:v>
                </c:pt>
                <c:pt idx="5376">
                  <c:v>47746</c:v>
                </c:pt>
                <c:pt idx="5377">
                  <c:v>47747</c:v>
                </c:pt>
                <c:pt idx="5378">
                  <c:v>47748</c:v>
                </c:pt>
                <c:pt idx="5379">
                  <c:v>47749</c:v>
                </c:pt>
                <c:pt idx="5380">
                  <c:v>47750</c:v>
                </c:pt>
                <c:pt idx="5381">
                  <c:v>47751</c:v>
                </c:pt>
                <c:pt idx="5382">
                  <c:v>47752</c:v>
                </c:pt>
                <c:pt idx="5383">
                  <c:v>47753</c:v>
                </c:pt>
                <c:pt idx="5384">
                  <c:v>47754</c:v>
                </c:pt>
                <c:pt idx="5385">
                  <c:v>47755</c:v>
                </c:pt>
                <c:pt idx="5386">
                  <c:v>47756</c:v>
                </c:pt>
                <c:pt idx="5387">
                  <c:v>47757</c:v>
                </c:pt>
                <c:pt idx="5388">
                  <c:v>47758</c:v>
                </c:pt>
                <c:pt idx="5389">
                  <c:v>47759</c:v>
                </c:pt>
                <c:pt idx="5390">
                  <c:v>47760</c:v>
                </c:pt>
                <c:pt idx="5391">
                  <c:v>47761</c:v>
                </c:pt>
                <c:pt idx="5392">
                  <c:v>47762</c:v>
                </c:pt>
                <c:pt idx="5393">
                  <c:v>47763</c:v>
                </c:pt>
                <c:pt idx="5394">
                  <c:v>47764</c:v>
                </c:pt>
                <c:pt idx="5395">
                  <c:v>47765</c:v>
                </c:pt>
                <c:pt idx="5396">
                  <c:v>47766</c:v>
                </c:pt>
                <c:pt idx="5397">
                  <c:v>47767</c:v>
                </c:pt>
                <c:pt idx="5398">
                  <c:v>47768</c:v>
                </c:pt>
                <c:pt idx="5399">
                  <c:v>47769</c:v>
                </c:pt>
                <c:pt idx="5400">
                  <c:v>47770</c:v>
                </c:pt>
                <c:pt idx="5401">
                  <c:v>47771</c:v>
                </c:pt>
                <c:pt idx="5402">
                  <c:v>47772</c:v>
                </c:pt>
                <c:pt idx="5403">
                  <c:v>47773</c:v>
                </c:pt>
                <c:pt idx="5404">
                  <c:v>47774</c:v>
                </c:pt>
                <c:pt idx="5405">
                  <c:v>47775</c:v>
                </c:pt>
                <c:pt idx="5406">
                  <c:v>47776</c:v>
                </c:pt>
                <c:pt idx="5407">
                  <c:v>47777</c:v>
                </c:pt>
                <c:pt idx="5408">
                  <c:v>47778</c:v>
                </c:pt>
                <c:pt idx="5409">
                  <c:v>47779</c:v>
                </c:pt>
                <c:pt idx="5410">
                  <c:v>47780</c:v>
                </c:pt>
                <c:pt idx="5411">
                  <c:v>47781</c:v>
                </c:pt>
                <c:pt idx="5412">
                  <c:v>47782</c:v>
                </c:pt>
                <c:pt idx="5413">
                  <c:v>47783</c:v>
                </c:pt>
                <c:pt idx="5414">
                  <c:v>47784</c:v>
                </c:pt>
                <c:pt idx="5415">
                  <c:v>47785</c:v>
                </c:pt>
                <c:pt idx="5416">
                  <c:v>47786</c:v>
                </c:pt>
                <c:pt idx="5417">
                  <c:v>47787</c:v>
                </c:pt>
                <c:pt idx="5418">
                  <c:v>47788</c:v>
                </c:pt>
                <c:pt idx="5419">
                  <c:v>47789</c:v>
                </c:pt>
                <c:pt idx="5420">
                  <c:v>47790</c:v>
                </c:pt>
                <c:pt idx="5421">
                  <c:v>47791</c:v>
                </c:pt>
                <c:pt idx="5422">
                  <c:v>47792</c:v>
                </c:pt>
                <c:pt idx="5423">
                  <c:v>47793</c:v>
                </c:pt>
                <c:pt idx="5424">
                  <c:v>47794</c:v>
                </c:pt>
                <c:pt idx="5425">
                  <c:v>47795</c:v>
                </c:pt>
                <c:pt idx="5426">
                  <c:v>47796</c:v>
                </c:pt>
                <c:pt idx="5427">
                  <c:v>47797</c:v>
                </c:pt>
                <c:pt idx="5428">
                  <c:v>47798</c:v>
                </c:pt>
                <c:pt idx="5429">
                  <c:v>47799</c:v>
                </c:pt>
                <c:pt idx="5430">
                  <c:v>47800</c:v>
                </c:pt>
                <c:pt idx="5431">
                  <c:v>47801</c:v>
                </c:pt>
                <c:pt idx="5432">
                  <c:v>47802</c:v>
                </c:pt>
                <c:pt idx="5433">
                  <c:v>47803</c:v>
                </c:pt>
                <c:pt idx="5434">
                  <c:v>47804</c:v>
                </c:pt>
                <c:pt idx="5435">
                  <c:v>47805</c:v>
                </c:pt>
                <c:pt idx="5436">
                  <c:v>47806</c:v>
                </c:pt>
                <c:pt idx="5437">
                  <c:v>47807</c:v>
                </c:pt>
                <c:pt idx="5438">
                  <c:v>47808</c:v>
                </c:pt>
                <c:pt idx="5439">
                  <c:v>47809</c:v>
                </c:pt>
                <c:pt idx="5440">
                  <c:v>47810</c:v>
                </c:pt>
                <c:pt idx="5441">
                  <c:v>47811</c:v>
                </c:pt>
                <c:pt idx="5442">
                  <c:v>47812</c:v>
                </c:pt>
                <c:pt idx="5443">
                  <c:v>47813</c:v>
                </c:pt>
                <c:pt idx="5444">
                  <c:v>47814</c:v>
                </c:pt>
                <c:pt idx="5445">
                  <c:v>47815</c:v>
                </c:pt>
                <c:pt idx="5446">
                  <c:v>47816</c:v>
                </c:pt>
                <c:pt idx="5447">
                  <c:v>47817</c:v>
                </c:pt>
                <c:pt idx="5448">
                  <c:v>47818</c:v>
                </c:pt>
                <c:pt idx="5449">
                  <c:v>47819</c:v>
                </c:pt>
                <c:pt idx="5450">
                  <c:v>47820</c:v>
                </c:pt>
                <c:pt idx="5451">
                  <c:v>47821</c:v>
                </c:pt>
                <c:pt idx="5452">
                  <c:v>47822</c:v>
                </c:pt>
                <c:pt idx="5453">
                  <c:v>47823</c:v>
                </c:pt>
                <c:pt idx="5454">
                  <c:v>47824</c:v>
                </c:pt>
                <c:pt idx="5455">
                  <c:v>47825</c:v>
                </c:pt>
                <c:pt idx="5456">
                  <c:v>47826</c:v>
                </c:pt>
                <c:pt idx="5457">
                  <c:v>47827</c:v>
                </c:pt>
                <c:pt idx="5458">
                  <c:v>47828</c:v>
                </c:pt>
                <c:pt idx="5459">
                  <c:v>47829</c:v>
                </c:pt>
                <c:pt idx="5460">
                  <c:v>47830</c:v>
                </c:pt>
                <c:pt idx="5461">
                  <c:v>47831</c:v>
                </c:pt>
                <c:pt idx="5462">
                  <c:v>47832</c:v>
                </c:pt>
                <c:pt idx="5463">
                  <c:v>47833</c:v>
                </c:pt>
                <c:pt idx="5464">
                  <c:v>47834</c:v>
                </c:pt>
                <c:pt idx="5465">
                  <c:v>47835</c:v>
                </c:pt>
                <c:pt idx="5466">
                  <c:v>47836</c:v>
                </c:pt>
                <c:pt idx="5467">
                  <c:v>47837</c:v>
                </c:pt>
                <c:pt idx="5468">
                  <c:v>47838</c:v>
                </c:pt>
                <c:pt idx="5469">
                  <c:v>47839</c:v>
                </c:pt>
                <c:pt idx="5470">
                  <c:v>47840</c:v>
                </c:pt>
                <c:pt idx="5471">
                  <c:v>47841</c:v>
                </c:pt>
                <c:pt idx="5472">
                  <c:v>47842</c:v>
                </c:pt>
                <c:pt idx="5473">
                  <c:v>47843</c:v>
                </c:pt>
                <c:pt idx="5474">
                  <c:v>47844</c:v>
                </c:pt>
                <c:pt idx="5475">
                  <c:v>47845</c:v>
                </c:pt>
                <c:pt idx="5476">
                  <c:v>47846</c:v>
                </c:pt>
                <c:pt idx="5477">
                  <c:v>47847</c:v>
                </c:pt>
                <c:pt idx="5478">
                  <c:v>47848</c:v>
                </c:pt>
                <c:pt idx="5479">
                  <c:v>47849</c:v>
                </c:pt>
                <c:pt idx="5480">
                  <c:v>47850</c:v>
                </c:pt>
                <c:pt idx="5481">
                  <c:v>47851</c:v>
                </c:pt>
                <c:pt idx="5482">
                  <c:v>47852</c:v>
                </c:pt>
                <c:pt idx="5483">
                  <c:v>47853</c:v>
                </c:pt>
                <c:pt idx="5484">
                  <c:v>47854</c:v>
                </c:pt>
                <c:pt idx="5485">
                  <c:v>47855</c:v>
                </c:pt>
                <c:pt idx="5486">
                  <c:v>47856</c:v>
                </c:pt>
                <c:pt idx="5487">
                  <c:v>47857</c:v>
                </c:pt>
                <c:pt idx="5488">
                  <c:v>47858</c:v>
                </c:pt>
                <c:pt idx="5489">
                  <c:v>47859</c:v>
                </c:pt>
                <c:pt idx="5490">
                  <c:v>47860</c:v>
                </c:pt>
                <c:pt idx="5491">
                  <c:v>47861</c:v>
                </c:pt>
                <c:pt idx="5492">
                  <c:v>47862</c:v>
                </c:pt>
                <c:pt idx="5493">
                  <c:v>47863</c:v>
                </c:pt>
                <c:pt idx="5494">
                  <c:v>47864</c:v>
                </c:pt>
                <c:pt idx="5495">
                  <c:v>47865</c:v>
                </c:pt>
                <c:pt idx="5496">
                  <c:v>47866</c:v>
                </c:pt>
                <c:pt idx="5497">
                  <c:v>47867</c:v>
                </c:pt>
                <c:pt idx="5498">
                  <c:v>47868</c:v>
                </c:pt>
                <c:pt idx="5499">
                  <c:v>47869</c:v>
                </c:pt>
                <c:pt idx="5500">
                  <c:v>47870</c:v>
                </c:pt>
                <c:pt idx="5501">
                  <c:v>47871</c:v>
                </c:pt>
                <c:pt idx="5502">
                  <c:v>47872</c:v>
                </c:pt>
                <c:pt idx="5503">
                  <c:v>47873</c:v>
                </c:pt>
                <c:pt idx="5504">
                  <c:v>47874</c:v>
                </c:pt>
                <c:pt idx="5505">
                  <c:v>47875</c:v>
                </c:pt>
                <c:pt idx="5506">
                  <c:v>47876</c:v>
                </c:pt>
                <c:pt idx="5507">
                  <c:v>47877</c:v>
                </c:pt>
                <c:pt idx="5508">
                  <c:v>47878</c:v>
                </c:pt>
                <c:pt idx="5509">
                  <c:v>47879</c:v>
                </c:pt>
                <c:pt idx="5510">
                  <c:v>47880</c:v>
                </c:pt>
                <c:pt idx="5511">
                  <c:v>47881</c:v>
                </c:pt>
                <c:pt idx="5512">
                  <c:v>47882</c:v>
                </c:pt>
                <c:pt idx="5513">
                  <c:v>47883</c:v>
                </c:pt>
                <c:pt idx="5514">
                  <c:v>47884</c:v>
                </c:pt>
                <c:pt idx="5515">
                  <c:v>47885</c:v>
                </c:pt>
                <c:pt idx="5516">
                  <c:v>47886</c:v>
                </c:pt>
                <c:pt idx="5517">
                  <c:v>47887</c:v>
                </c:pt>
                <c:pt idx="5518">
                  <c:v>47888</c:v>
                </c:pt>
                <c:pt idx="5519">
                  <c:v>47889</c:v>
                </c:pt>
                <c:pt idx="5520">
                  <c:v>47890</c:v>
                </c:pt>
                <c:pt idx="5521">
                  <c:v>47891</c:v>
                </c:pt>
                <c:pt idx="5522">
                  <c:v>47892</c:v>
                </c:pt>
                <c:pt idx="5523">
                  <c:v>47893</c:v>
                </c:pt>
                <c:pt idx="5524">
                  <c:v>47894</c:v>
                </c:pt>
                <c:pt idx="5525">
                  <c:v>47895</c:v>
                </c:pt>
                <c:pt idx="5526">
                  <c:v>47896</c:v>
                </c:pt>
                <c:pt idx="5527">
                  <c:v>47897</c:v>
                </c:pt>
                <c:pt idx="5528">
                  <c:v>47898</c:v>
                </c:pt>
                <c:pt idx="5529">
                  <c:v>47899</c:v>
                </c:pt>
                <c:pt idx="5530">
                  <c:v>47900</c:v>
                </c:pt>
                <c:pt idx="5531">
                  <c:v>47901</c:v>
                </c:pt>
                <c:pt idx="5532">
                  <c:v>47902</c:v>
                </c:pt>
                <c:pt idx="5533">
                  <c:v>47903</c:v>
                </c:pt>
                <c:pt idx="5534">
                  <c:v>47904</c:v>
                </c:pt>
                <c:pt idx="5535">
                  <c:v>47905</c:v>
                </c:pt>
                <c:pt idx="5536">
                  <c:v>47906</c:v>
                </c:pt>
                <c:pt idx="5537">
                  <c:v>47907</c:v>
                </c:pt>
                <c:pt idx="5538">
                  <c:v>47908</c:v>
                </c:pt>
                <c:pt idx="5539">
                  <c:v>47909</c:v>
                </c:pt>
                <c:pt idx="5540">
                  <c:v>47910</c:v>
                </c:pt>
                <c:pt idx="5541">
                  <c:v>47911</c:v>
                </c:pt>
                <c:pt idx="5542">
                  <c:v>47912</c:v>
                </c:pt>
                <c:pt idx="5543">
                  <c:v>47913</c:v>
                </c:pt>
                <c:pt idx="5544">
                  <c:v>47914</c:v>
                </c:pt>
                <c:pt idx="5545">
                  <c:v>47915</c:v>
                </c:pt>
                <c:pt idx="5546">
                  <c:v>47916</c:v>
                </c:pt>
                <c:pt idx="5547">
                  <c:v>47917</c:v>
                </c:pt>
                <c:pt idx="5548">
                  <c:v>47918</c:v>
                </c:pt>
                <c:pt idx="5549">
                  <c:v>47919</c:v>
                </c:pt>
                <c:pt idx="5550">
                  <c:v>47920</c:v>
                </c:pt>
                <c:pt idx="5551">
                  <c:v>47921</c:v>
                </c:pt>
                <c:pt idx="5552">
                  <c:v>47922</c:v>
                </c:pt>
                <c:pt idx="5553">
                  <c:v>47923</c:v>
                </c:pt>
                <c:pt idx="5554">
                  <c:v>47924</c:v>
                </c:pt>
                <c:pt idx="5555">
                  <c:v>47925</c:v>
                </c:pt>
                <c:pt idx="5556">
                  <c:v>47926</c:v>
                </c:pt>
                <c:pt idx="5557">
                  <c:v>47927</c:v>
                </c:pt>
                <c:pt idx="5558">
                  <c:v>47928</c:v>
                </c:pt>
                <c:pt idx="5559">
                  <c:v>47929</c:v>
                </c:pt>
                <c:pt idx="5560">
                  <c:v>47930</c:v>
                </c:pt>
                <c:pt idx="5561">
                  <c:v>47931</c:v>
                </c:pt>
                <c:pt idx="5562">
                  <c:v>47932</c:v>
                </c:pt>
                <c:pt idx="5563">
                  <c:v>47933</c:v>
                </c:pt>
                <c:pt idx="5564">
                  <c:v>47934</c:v>
                </c:pt>
                <c:pt idx="5565">
                  <c:v>47935</c:v>
                </c:pt>
                <c:pt idx="5566">
                  <c:v>47936</c:v>
                </c:pt>
                <c:pt idx="5567">
                  <c:v>47937</c:v>
                </c:pt>
                <c:pt idx="5568">
                  <c:v>47938</c:v>
                </c:pt>
                <c:pt idx="5569">
                  <c:v>47939</c:v>
                </c:pt>
                <c:pt idx="5570">
                  <c:v>47940</c:v>
                </c:pt>
                <c:pt idx="5571">
                  <c:v>47941</c:v>
                </c:pt>
                <c:pt idx="5572">
                  <c:v>47942</c:v>
                </c:pt>
                <c:pt idx="5573">
                  <c:v>47943</c:v>
                </c:pt>
                <c:pt idx="5574">
                  <c:v>47944</c:v>
                </c:pt>
                <c:pt idx="5575">
                  <c:v>47945</c:v>
                </c:pt>
                <c:pt idx="5576">
                  <c:v>47946</c:v>
                </c:pt>
                <c:pt idx="5577">
                  <c:v>47947</c:v>
                </c:pt>
                <c:pt idx="5578">
                  <c:v>47948</c:v>
                </c:pt>
                <c:pt idx="5579">
                  <c:v>47949</c:v>
                </c:pt>
                <c:pt idx="5580">
                  <c:v>47950</c:v>
                </c:pt>
                <c:pt idx="5581">
                  <c:v>47951</c:v>
                </c:pt>
                <c:pt idx="5582">
                  <c:v>47952</c:v>
                </c:pt>
                <c:pt idx="5583">
                  <c:v>47953</c:v>
                </c:pt>
                <c:pt idx="5584">
                  <c:v>47954</c:v>
                </c:pt>
                <c:pt idx="5585">
                  <c:v>47955</c:v>
                </c:pt>
                <c:pt idx="5586">
                  <c:v>47956</c:v>
                </c:pt>
                <c:pt idx="5587">
                  <c:v>47957</c:v>
                </c:pt>
                <c:pt idx="5588">
                  <c:v>47958</c:v>
                </c:pt>
                <c:pt idx="5589">
                  <c:v>47959</c:v>
                </c:pt>
                <c:pt idx="5590">
                  <c:v>47960</c:v>
                </c:pt>
                <c:pt idx="5591">
                  <c:v>47961</c:v>
                </c:pt>
                <c:pt idx="5592">
                  <c:v>47962</c:v>
                </c:pt>
                <c:pt idx="5593">
                  <c:v>47963</c:v>
                </c:pt>
                <c:pt idx="5594">
                  <c:v>47964</c:v>
                </c:pt>
                <c:pt idx="5595">
                  <c:v>47965</c:v>
                </c:pt>
                <c:pt idx="5596">
                  <c:v>47966</c:v>
                </c:pt>
                <c:pt idx="5597">
                  <c:v>47967</c:v>
                </c:pt>
                <c:pt idx="5598">
                  <c:v>47968</c:v>
                </c:pt>
                <c:pt idx="5599">
                  <c:v>47969</c:v>
                </c:pt>
                <c:pt idx="5600">
                  <c:v>47970</c:v>
                </c:pt>
                <c:pt idx="5601">
                  <c:v>47971</c:v>
                </c:pt>
                <c:pt idx="5602">
                  <c:v>47972</c:v>
                </c:pt>
                <c:pt idx="5603">
                  <c:v>47973</c:v>
                </c:pt>
                <c:pt idx="5604">
                  <c:v>47974</c:v>
                </c:pt>
                <c:pt idx="5605">
                  <c:v>47975</c:v>
                </c:pt>
                <c:pt idx="5606">
                  <c:v>47976</c:v>
                </c:pt>
                <c:pt idx="5607">
                  <c:v>47977</c:v>
                </c:pt>
                <c:pt idx="5608">
                  <c:v>47978</c:v>
                </c:pt>
                <c:pt idx="5609">
                  <c:v>47979</c:v>
                </c:pt>
                <c:pt idx="5610">
                  <c:v>47980</c:v>
                </c:pt>
                <c:pt idx="5611">
                  <c:v>47981</c:v>
                </c:pt>
                <c:pt idx="5612">
                  <c:v>47982</c:v>
                </c:pt>
                <c:pt idx="5613">
                  <c:v>47983</c:v>
                </c:pt>
                <c:pt idx="5614">
                  <c:v>47984</c:v>
                </c:pt>
                <c:pt idx="5615">
                  <c:v>47985</c:v>
                </c:pt>
                <c:pt idx="5616">
                  <c:v>47986</c:v>
                </c:pt>
                <c:pt idx="5617">
                  <c:v>47987</c:v>
                </c:pt>
                <c:pt idx="5618">
                  <c:v>47988</c:v>
                </c:pt>
                <c:pt idx="5619">
                  <c:v>47989</c:v>
                </c:pt>
                <c:pt idx="5620">
                  <c:v>47990</c:v>
                </c:pt>
                <c:pt idx="5621">
                  <c:v>47991</c:v>
                </c:pt>
                <c:pt idx="5622">
                  <c:v>47992</c:v>
                </c:pt>
                <c:pt idx="5623">
                  <c:v>47993</c:v>
                </c:pt>
                <c:pt idx="5624">
                  <c:v>47994</c:v>
                </c:pt>
                <c:pt idx="5625">
                  <c:v>47995</c:v>
                </c:pt>
                <c:pt idx="5626">
                  <c:v>47996</c:v>
                </c:pt>
                <c:pt idx="5627">
                  <c:v>47997</c:v>
                </c:pt>
                <c:pt idx="5628">
                  <c:v>47998</c:v>
                </c:pt>
                <c:pt idx="5629">
                  <c:v>47999</c:v>
                </c:pt>
                <c:pt idx="5630">
                  <c:v>48000</c:v>
                </c:pt>
                <c:pt idx="5631">
                  <c:v>48001</c:v>
                </c:pt>
                <c:pt idx="5632">
                  <c:v>48002</c:v>
                </c:pt>
                <c:pt idx="5633">
                  <c:v>48003</c:v>
                </c:pt>
                <c:pt idx="5634">
                  <c:v>48004</c:v>
                </c:pt>
                <c:pt idx="5635">
                  <c:v>48005</c:v>
                </c:pt>
                <c:pt idx="5636">
                  <c:v>48006</c:v>
                </c:pt>
                <c:pt idx="5637">
                  <c:v>48007</c:v>
                </c:pt>
                <c:pt idx="5638">
                  <c:v>48008</c:v>
                </c:pt>
                <c:pt idx="5639">
                  <c:v>48009</c:v>
                </c:pt>
                <c:pt idx="5640">
                  <c:v>48010</c:v>
                </c:pt>
                <c:pt idx="5641">
                  <c:v>48011</c:v>
                </c:pt>
                <c:pt idx="5642">
                  <c:v>48012</c:v>
                </c:pt>
                <c:pt idx="5643">
                  <c:v>48013</c:v>
                </c:pt>
                <c:pt idx="5644">
                  <c:v>48014</c:v>
                </c:pt>
                <c:pt idx="5645">
                  <c:v>48015</c:v>
                </c:pt>
                <c:pt idx="5646">
                  <c:v>48016</c:v>
                </c:pt>
                <c:pt idx="5647">
                  <c:v>48017</c:v>
                </c:pt>
                <c:pt idx="5648">
                  <c:v>48018</c:v>
                </c:pt>
                <c:pt idx="5649">
                  <c:v>48019</c:v>
                </c:pt>
                <c:pt idx="5650">
                  <c:v>48020</c:v>
                </c:pt>
                <c:pt idx="5651">
                  <c:v>48021</c:v>
                </c:pt>
                <c:pt idx="5652">
                  <c:v>48022</c:v>
                </c:pt>
                <c:pt idx="5653">
                  <c:v>48023</c:v>
                </c:pt>
                <c:pt idx="5654">
                  <c:v>48024</c:v>
                </c:pt>
                <c:pt idx="5655">
                  <c:v>48025</c:v>
                </c:pt>
                <c:pt idx="5656">
                  <c:v>48026</c:v>
                </c:pt>
                <c:pt idx="5657">
                  <c:v>48027</c:v>
                </c:pt>
                <c:pt idx="5658">
                  <c:v>48028</c:v>
                </c:pt>
                <c:pt idx="5659">
                  <c:v>48029</c:v>
                </c:pt>
                <c:pt idx="5660">
                  <c:v>48030</c:v>
                </c:pt>
                <c:pt idx="5661">
                  <c:v>48031</c:v>
                </c:pt>
                <c:pt idx="5662">
                  <c:v>48032</c:v>
                </c:pt>
                <c:pt idx="5663">
                  <c:v>48033</c:v>
                </c:pt>
                <c:pt idx="5664">
                  <c:v>48034</c:v>
                </c:pt>
                <c:pt idx="5665">
                  <c:v>48035</c:v>
                </c:pt>
                <c:pt idx="5666">
                  <c:v>48036</c:v>
                </c:pt>
                <c:pt idx="5667">
                  <c:v>48037</c:v>
                </c:pt>
                <c:pt idx="5668">
                  <c:v>48038</c:v>
                </c:pt>
                <c:pt idx="5669">
                  <c:v>48039</c:v>
                </c:pt>
                <c:pt idx="5670">
                  <c:v>48040</c:v>
                </c:pt>
                <c:pt idx="5671">
                  <c:v>48041</c:v>
                </c:pt>
                <c:pt idx="5672">
                  <c:v>48042</c:v>
                </c:pt>
                <c:pt idx="5673">
                  <c:v>48043</c:v>
                </c:pt>
                <c:pt idx="5674">
                  <c:v>48044</c:v>
                </c:pt>
                <c:pt idx="5675">
                  <c:v>48045</c:v>
                </c:pt>
                <c:pt idx="5676">
                  <c:v>48046</c:v>
                </c:pt>
                <c:pt idx="5677">
                  <c:v>48047</c:v>
                </c:pt>
                <c:pt idx="5678">
                  <c:v>48048</c:v>
                </c:pt>
                <c:pt idx="5679">
                  <c:v>48049</c:v>
                </c:pt>
                <c:pt idx="5680">
                  <c:v>48050</c:v>
                </c:pt>
                <c:pt idx="5681">
                  <c:v>48051</c:v>
                </c:pt>
                <c:pt idx="5682">
                  <c:v>48052</c:v>
                </c:pt>
                <c:pt idx="5683">
                  <c:v>48053</c:v>
                </c:pt>
                <c:pt idx="5684">
                  <c:v>48054</c:v>
                </c:pt>
                <c:pt idx="5685">
                  <c:v>48055</c:v>
                </c:pt>
                <c:pt idx="5686">
                  <c:v>48056</c:v>
                </c:pt>
                <c:pt idx="5687">
                  <c:v>48057</c:v>
                </c:pt>
                <c:pt idx="5688">
                  <c:v>48058</c:v>
                </c:pt>
                <c:pt idx="5689">
                  <c:v>48059</c:v>
                </c:pt>
                <c:pt idx="5690">
                  <c:v>48060</c:v>
                </c:pt>
                <c:pt idx="5691">
                  <c:v>48061</c:v>
                </c:pt>
                <c:pt idx="5692">
                  <c:v>48062</c:v>
                </c:pt>
                <c:pt idx="5693">
                  <c:v>48063</c:v>
                </c:pt>
                <c:pt idx="5694">
                  <c:v>48064</c:v>
                </c:pt>
                <c:pt idx="5695">
                  <c:v>48065</c:v>
                </c:pt>
                <c:pt idx="5696">
                  <c:v>48066</c:v>
                </c:pt>
                <c:pt idx="5697">
                  <c:v>48067</c:v>
                </c:pt>
                <c:pt idx="5698">
                  <c:v>48068</c:v>
                </c:pt>
                <c:pt idx="5699">
                  <c:v>48069</c:v>
                </c:pt>
                <c:pt idx="5700">
                  <c:v>48070</c:v>
                </c:pt>
                <c:pt idx="5701">
                  <c:v>48071</c:v>
                </c:pt>
                <c:pt idx="5702">
                  <c:v>48072</c:v>
                </c:pt>
                <c:pt idx="5703">
                  <c:v>48073</c:v>
                </c:pt>
                <c:pt idx="5704">
                  <c:v>48074</c:v>
                </c:pt>
                <c:pt idx="5705">
                  <c:v>48075</c:v>
                </c:pt>
                <c:pt idx="5706">
                  <c:v>48076</c:v>
                </c:pt>
                <c:pt idx="5707">
                  <c:v>48077</c:v>
                </c:pt>
                <c:pt idx="5708">
                  <c:v>48078</c:v>
                </c:pt>
                <c:pt idx="5709">
                  <c:v>48079</c:v>
                </c:pt>
                <c:pt idx="5710">
                  <c:v>48080</c:v>
                </c:pt>
                <c:pt idx="5711">
                  <c:v>48081</c:v>
                </c:pt>
                <c:pt idx="5712">
                  <c:v>48082</c:v>
                </c:pt>
                <c:pt idx="5713">
                  <c:v>48083</c:v>
                </c:pt>
                <c:pt idx="5714">
                  <c:v>48084</c:v>
                </c:pt>
                <c:pt idx="5715">
                  <c:v>48085</c:v>
                </c:pt>
                <c:pt idx="5716">
                  <c:v>48086</c:v>
                </c:pt>
                <c:pt idx="5717">
                  <c:v>48087</c:v>
                </c:pt>
                <c:pt idx="5718">
                  <c:v>48088</c:v>
                </c:pt>
                <c:pt idx="5719">
                  <c:v>48089</c:v>
                </c:pt>
                <c:pt idx="5720">
                  <c:v>48090</c:v>
                </c:pt>
                <c:pt idx="5721">
                  <c:v>48091</c:v>
                </c:pt>
                <c:pt idx="5722">
                  <c:v>48092</c:v>
                </c:pt>
                <c:pt idx="5723">
                  <c:v>48093</c:v>
                </c:pt>
                <c:pt idx="5724">
                  <c:v>48094</c:v>
                </c:pt>
                <c:pt idx="5725">
                  <c:v>48095</c:v>
                </c:pt>
                <c:pt idx="5726">
                  <c:v>48096</c:v>
                </c:pt>
                <c:pt idx="5727">
                  <c:v>48097</c:v>
                </c:pt>
                <c:pt idx="5728">
                  <c:v>48098</c:v>
                </c:pt>
                <c:pt idx="5729">
                  <c:v>48099</c:v>
                </c:pt>
                <c:pt idx="5730">
                  <c:v>48100</c:v>
                </c:pt>
                <c:pt idx="5731">
                  <c:v>48101</c:v>
                </c:pt>
                <c:pt idx="5732">
                  <c:v>48102</c:v>
                </c:pt>
                <c:pt idx="5733">
                  <c:v>48103</c:v>
                </c:pt>
                <c:pt idx="5734">
                  <c:v>48104</c:v>
                </c:pt>
                <c:pt idx="5735">
                  <c:v>48105</c:v>
                </c:pt>
                <c:pt idx="5736">
                  <c:v>48106</c:v>
                </c:pt>
                <c:pt idx="5737">
                  <c:v>48107</c:v>
                </c:pt>
                <c:pt idx="5738">
                  <c:v>48108</c:v>
                </c:pt>
                <c:pt idx="5739">
                  <c:v>48109</c:v>
                </c:pt>
                <c:pt idx="5740">
                  <c:v>48110</c:v>
                </c:pt>
                <c:pt idx="5741">
                  <c:v>48111</c:v>
                </c:pt>
                <c:pt idx="5742">
                  <c:v>48112</c:v>
                </c:pt>
                <c:pt idx="5743">
                  <c:v>48113</c:v>
                </c:pt>
                <c:pt idx="5744">
                  <c:v>48114</c:v>
                </c:pt>
                <c:pt idx="5745">
                  <c:v>48115</c:v>
                </c:pt>
                <c:pt idx="5746">
                  <c:v>48116</c:v>
                </c:pt>
                <c:pt idx="5747">
                  <c:v>48117</c:v>
                </c:pt>
                <c:pt idx="5748">
                  <c:v>48118</c:v>
                </c:pt>
                <c:pt idx="5749">
                  <c:v>48119</c:v>
                </c:pt>
                <c:pt idx="5750">
                  <c:v>48120</c:v>
                </c:pt>
                <c:pt idx="5751">
                  <c:v>48121</c:v>
                </c:pt>
                <c:pt idx="5752">
                  <c:v>48122</c:v>
                </c:pt>
                <c:pt idx="5753">
                  <c:v>48123</c:v>
                </c:pt>
                <c:pt idx="5754">
                  <c:v>48124</c:v>
                </c:pt>
                <c:pt idx="5755">
                  <c:v>48125</c:v>
                </c:pt>
                <c:pt idx="5756">
                  <c:v>48126</c:v>
                </c:pt>
                <c:pt idx="5757">
                  <c:v>48127</c:v>
                </c:pt>
                <c:pt idx="5758">
                  <c:v>48128</c:v>
                </c:pt>
                <c:pt idx="5759">
                  <c:v>48129</c:v>
                </c:pt>
                <c:pt idx="5760">
                  <c:v>48130</c:v>
                </c:pt>
                <c:pt idx="5761">
                  <c:v>48131</c:v>
                </c:pt>
                <c:pt idx="5762">
                  <c:v>48132</c:v>
                </c:pt>
                <c:pt idx="5763">
                  <c:v>48133</c:v>
                </c:pt>
                <c:pt idx="5764">
                  <c:v>48134</c:v>
                </c:pt>
                <c:pt idx="5765">
                  <c:v>48135</c:v>
                </c:pt>
                <c:pt idx="5766">
                  <c:v>48136</c:v>
                </c:pt>
                <c:pt idx="5767">
                  <c:v>48137</c:v>
                </c:pt>
                <c:pt idx="5768">
                  <c:v>48138</c:v>
                </c:pt>
                <c:pt idx="5769">
                  <c:v>48139</c:v>
                </c:pt>
                <c:pt idx="5770">
                  <c:v>48140</c:v>
                </c:pt>
                <c:pt idx="5771">
                  <c:v>48141</c:v>
                </c:pt>
                <c:pt idx="5772">
                  <c:v>48142</c:v>
                </c:pt>
                <c:pt idx="5773">
                  <c:v>48143</c:v>
                </c:pt>
                <c:pt idx="5774">
                  <c:v>48144</c:v>
                </c:pt>
                <c:pt idx="5775">
                  <c:v>48145</c:v>
                </c:pt>
                <c:pt idx="5776">
                  <c:v>48146</c:v>
                </c:pt>
                <c:pt idx="5777">
                  <c:v>48147</c:v>
                </c:pt>
                <c:pt idx="5778">
                  <c:v>48148</c:v>
                </c:pt>
                <c:pt idx="5779">
                  <c:v>48149</c:v>
                </c:pt>
                <c:pt idx="5780">
                  <c:v>48150</c:v>
                </c:pt>
                <c:pt idx="5781">
                  <c:v>48151</c:v>
                </c:pt>
                <c:pt idx="5782">
                  <c:v>48152</c:v>
                </c:pt>
                <c:pt idx="5783">
                  <c:v>48153</c:v>
                </c:pt>
                <c:pt idx="5784">
                  <c:v>48154</c:v>
                </c:pt>
                <c:pt idx="5785">
                  <c:v>48155</c:v>
                </c:pt>
                <c:pt idx="5786">
                  <c:v>48156</c:v>
                </c:pt>
                <c:pt idx="5787">
                  <c:v>48157</c:v>
                </c:pt>
                <c:pt idx="5788">
                  <c:v>48158</c:v>
                </c:pt>
                <c:pt idx="5789">
                  <c:v>48159</c:v>
                </c:pt>
                <c:pt idx="5790">
                  <c:v>48160</c:v>
                </c:pt>
                <c:pt idx="5791">
                  <c:v>48161</c:v>
                </c:pt>
                <c:pt idx="5792">
                  <c:v>48162</c:v>
                </c:pt>
                <c:pt idx="5793">
                  <c:v>48163</c:v>
                </c:pt>
                <c:pt idx="5794">
                  <c:v>48164</c:v>
                </c:pt>
                <c:pt idx="5795">
                  <c:v>48165</c:v>
                </c:pt>
                <c:pt idx="5796">
                  <c:v>48166</c:v>
                </c:pt>
                <c:pt idx="5797">
                  <c:v>48167</c:v>
                </c:pt>
                <c:pt idx="5798">
                  <c:v>48168</c:v>
                </c:pt>
                <c:pt idx="5799">
                  <c:v>48169</c:v>
                </c:pt>
                <c:pt idx="5800">
                  <c:v>48170</c:v>
                </c:pt>
                <c:pt idx="5801">
                  <c:v>48171</c:v>
                </c:pt>
                <c:pt idx="5802">
                  <c:v>48172</c:v>
                </c:pt>
                <c:pt idx="5803">
                  <c:v>48173</c:v>
                </c:pt>
                <c:pt idx="5804">
                  <c:v>48174</c:v>
                </c:pt>
                <c:pt idx="5805">
                  <c:v>48175</c:v>
                </c:pt>
                <c:pt idx="5806">
                  <c:v>48176</c:v>
                </c:pt>
                <c:pt idx="5807">
                  <c:v>48177</c:v>
                </c:pt>
                <c:pt idx="5808">
                  <c:v>48178</c:v>
                </c:pt>
                <c:pt idx="5809">
                  <c:v>48179</c:v>
                </c:pt>
                <c:pt idx="5810">
                  <c:v>48180</c:v>
                </c:pt>
                <c:pt idx="5811">
                  <c:v>48181</c:v>
                </c:pt>
                <c:pt idx="5812">
                  <c:v>48182</c:v>
                </c:pt>
                <c:pt idx="5813">
                  <c:v>48183</c:v>
                </c:pt>
                <c:pt idx="5814">
                  <c:v>48184</c:v>
                </c:pt>
                <c:pt idx="5815">
                  <c:v>48185</c:v>
                </c:pt>
                <c:pt idx="5816">
                  <c:v>48186</c:v>
                </c:pt>
                <c:pt idx="5817">
                  <c:v>48187</c:v>
                </c:pt>
                <c:pt idx="5818">
                  <c:v>48188</c:v>
                </c:pt>
                <c:pt idx="5819">
                  <c:v>48189</c:v>
                </c:pt>
                <c:pt idx="5820">
                  <c:v>48190</c:v>
                </c:pt>
                <c:pt idx="5821">
                  <c:v>48191</c:v>
                </c:pt>
                <c:pt idx="5822">
                  <c:v>48192</c:v>
                </c:pt>
                <c:pt idx="5823">
                  <c:v>48193</c:v>
                </c:pt>
                <c:pt idx="5824">
                  <c:v>48194</c:v>
                </c:pt>
                <c:pt idx="5825">
                  <c:v>48195</c:v>
                </c:pt>
                <c:pt idx="5826">
                  <c:v>48196</c:v>
                </c:pt>
                <c:pt idx="5827">
                  <c:v>48197</c:v>
                </c:pt>
                <c:pt idx="5828">
                  <c:v>48198</c:v>
                </c:pt>
                <c:pt idx="5829">
                  <c:v>48199</c:v>
                </c:pt>
                <c:pt idx="5830">
                  <c:v>48200</c:v>
                </c:pt>
                <c:pt idx="5831">
                  <c:v>48201</c:v>
                </c:pt>
                <c:pt idx="5832">
                  <c:v>48202</c:v>
                </c:pt>
                <c:pt idx="5833">
                  <c:v>48203</c:v>
                </c:pt>
                <c:pt idx="5834">
                  <c:v>48204</c:v>
                </c:pt>
                <c:pt idx="5835">
                  <c:v>48205</c:v>
                </c:pt>
                <c:pt idx="5836">
                  <c:v>48206</c:v>
                </c:pt>
                <c:pt idx="5837">
                  <c:v>48207</c:v>
                </c:pt>
                <c:pt idx="5838">
                  <c:v>48208</c:v>
                </c:pt>
                <c:pt idx="5839">
                  <c:v>48209</c:v>
                </c:pt>
                <c:pt idx="5840">
                  <c:v>48210</c:v>
                </c:pt>
                <c:pt idx="5841">
                  <c:v>48211</c:v>
                </c:pt>
                <c:pt idx="5842">
                  <c:v>48212</c:v>
                </c:pt>
                <c:pt idx="5843">
                  <c:v>48213</c:v>
                </c:pt>
                <c:pt idx="5844">
                  <c:v>48214</c:v>
                </c:pt>
                <c:pt idx="5845">
                  <c:v>48215</c:v>
                </c:pt>
                <c:pt idx="5846">
                  <c:v>48216</c:v>
                </c:pt>
                <c:pt idx="5847">
                  <c:v>48217</c:v>
                </c:pt>
                <c:pt idx="5848">
                  <c:v>48218</c:v>
                </c:pt>
                <c:pt idx="5849">
                  <c:v>48219</c:v>
                </c:pt>
                <c:pt idx="5850">
                  <c:v>48220</c:v>
                </c:pt>
                <c:pt idx="5851">
                  <c:v>48221</c:v>
                </c:pt>
                <c:pt idx="5852">
                  <c:v>48222</c:v>
                </c:pt>
                <c:pt idx="5853">
                  <c:v>48223</c:v>
                </c:pt>
                <c:pt idx="5854">
                  <c:v>48224</c:v>
                </c:pt>
                <c:pt idx="5855">
                  <c:v>48225</c:v>
                </c:pt>
                <c:pt idx="5856">
                  <c:v>48226</c:v>
                </c:pt>
                <c:pt idx="5857">
                  <c:v>48227</c:v>
                </c:pt>
                <c:pt idx="5858">
                  <c:v>48228</c:v>
                </c:pt>
                <c:pt idx="5859">
                  <c:v>48229</c:v>
                </c:pt>
                <c:pt idx="5860">
                  <c:v>48230</c:v>
                </c:pt>
                <c:pt idx="5861">
                  <c:v>48231</c:v>
                </c:pt>
                <c:pt idx="5862">
                  <c:v>48232</c:v>
                </c:pt>
                <c:pt idx="5863">
                  <c:v>48233</c:v>
                </c:pt>
                <c:pt idx="5864">
                  <c:v>48234</c:v>
                </c:pt>
                <c:pt idx="5865">
                  <c:v>48235</c:v>
                </c:pt>
                <c:pt idx="5866">
                  <c:v>48236</c:v>
                </c:pt>
                <c:pt idx="5867">
                  <c:v>48237</c:v>
                </c:pt>
                <c:pt idx="5868">
                  <c:v>48238</c:v>
                </c:pt>
                <c:pt idx="5869">
                  <c:v>48239</c:v>
                </c:pt>
                <c:pt idx="5870">
                  <c:v>48240</c:v>
                </c:pt>
                <c:pt idx="5871">
                  <c:v>48241</c:v>
                </c:pt>
                <c:pt idx="5872">
                  <c:v>48242</c:v>
                </c:pt>
                <c:pt idx="5873">
                  <c:v>48243</c:v>
                </c:pt>
                <c:pt idx="5874">
                  <c:v>48244</c:v>
                </c:pt>
                <c:pt idx="5875">
                  <c:v>48245</c:v>
                </c:pt>
                <c:pt idx="5876">
                  <c:v>48246</c:v>
                </c:pt>
                <c:pt idx="5877">
                  <c:v>48247</c:v>
                </c:pt>
                <c:pt idx="5878">
                  <c:v>48248</c:v>
                </c:pt>
                <c:pt idx="5879">
                  <c:v>48249</c:v>
                </c:pt>
                <c:pt idx="5880">
                  <c:v>48250</c:v>
                </c:pt>
                <c:pt idx="5881">
                  <c:v>48251</c:v>
                </c:pt>
                <c:pt idx="5882">
                  <c:v>48252</c:v>
                </c:pt>
                <c:pt idx="5883">
                  <c:v>48253</c:v>
                </c:pt>
                <c:pt idx="5884">
                  <c:v>48254</c:v>
                </c:pt>
                <c:pt idx="5885">
                  <c:v>48255</c:v>
                </c:pt>
                <c:pt idx="5886">
                  <c:v>48256</c:v>
                </c:pt>
                <c:pt idx="5887">
                  <c:v>48257</c:v>
                </c:pt>
                <c:pt idx="5888">
                  <c:v>48258</c:v>
                </c:pt>
                <c:pt idx="5889">
                  <c:v>48259</c:v>
                </c:pt>
                <c:pt idx="5890">
                  <c:v>48260</c:v>
                </c:pt>
                <c:pt idx="5891">
                  <c:v>48261</c:v>
                </c:pt>
                <c:pt idx="5892">
                  <c:v>48262</c:v>
                </c:pt>
                <c:pt idx="5893">
                  <c:v>48263</c:v>
                </c:pt>
                <c:pt idx="5894">
                  <c:v>48264</c:v>
                </c:pt>
                <c:pt idx="5895">
                  <c:v>48265</c:v>
                </c:pt>
                <c:pt idx="5896">
                  <c:v>48266</c:v>
                </c:pt>
                <c:pt idx="5897">
                  <c:v>48267</c:v>
                </c:pt>
                <c:pt idx="5898">
                  <c:v>48268</c:v>
                </c:pt>
                <c:pt idx="5899">
                  <c:v>48269</c:v>
                </c:pt>
                <c:pt idx="5900">
                  <c:v>48270</c:v>
                </c:pt>
                <c:pt idx="5901">
                  <c:v>48271</c:v>
                </c:pt>
                <c:pt idx="5902">
                  <c:v>48272</c:v>
                </c:pt>
                <c:pt idx="5903">
                  <c:v>48273</c:v>
                </c:pt>
                <c:pt idx="5904">
                  <c:v>48274</c:v>
                </c:pt>
                <c:pt idx="5905">
                  <c:v>48275</c:v>
                </c:pt>
                <c:pt idx="5906">
                  <c:v>48276</c:v>
                </c:pt>
                <c:pt idx="5907">
                  <c:v>48277</c:v>
                </c:pt>
                <c:pt idx="5908">
                  <c:v>48278</c:v>
                </c:pt>
                <c:pt idx="5909">
                  <c:v>48279</c:v>
                </c:pt>
                <c:pt idx="5910">
                  <c:v>48280</c:v>
                </c:pt>
                <c:pt idx="5911">
                  <c:v>48281</c:v>
                </c:pt>
                <c:pt idx="5912">
                  <c:v>48282</c:v>
                </c:pt>
                <c:pt idx="5913">
                  <c:v>48283</c:v>
                </c:pt>
                <c:pt idx="5914">
                  <c:v>48284</c:v>
                </c:pt>
                <c:pt idx="5915">
                  <c:v>48285</c:v>
                </c:pt>
                <c:pt idx="5916">
                  <c:v>48286</c:v>
                </c:pt>
                <c:pt idx="5917">
                  <c:v>48287</c:v>
                </c:pt>
                <c:pt idx="5918">
                  <c:v>48288</c:v>
                </c:pt>
                <c:pt idx="5919">
                  <c:v>48289</c:v>
                </c:pt>
                <c:pt idx="5920">
                  <c:v>48290</c:v>
                </c:pt>
                <c:pt idx="5921">
                  <c:v>48291</c:v>
                </c:pt>
                <c:pt idx="5922">
                  <c:v>48292</c:v>
                </c:pt>
                <c:pt idx="5923">
                  <c:v>48293</c:v>
                </c:pt>
                <c:pt idx="5924">
                  <c:v>48294</c:v>
                </c:pt>
                <c:pt idx="5925">
                  <c:v>48295</c:v>
                </c:pt>
                <c:pt idx="5926">
                  <c:v>48296</c:v>
                </c:pt>
                <c:pt idx="5927">
                  <c:v>48297</c:v>
                </c:pt>
                <c:pt idx="5928">
                  <c:v>48298</c:v>
                </c:pt>
                <c:pt idx="5929">
                  <c:v>48299</c:v>
                </c:pt>
                <c:pt idx="5930">
                  <c:v>48300</c:v>
                </c:pt>
                <c:pt idx="5931">
                  <c:v>48301</c:v>
                </c:pt>
                <c:pt idx="5932">
                  <c:v>48302</c:v>
                </c:pt>
                <c:pt idx="5933">
                  <c:v>48303</c:v>
                </c:pt>
                <c:pt idx="5934">
                  <c:v>48304</c:v>
                </c:pt>
                <c:pt idx="5935">
                  <c:v>48305</c:v>
                </c:pt>
                <c:pt idx="5936">
                  <c:v>48306</c:v>
                </c:pt>
                <c:pt idx="5937">
                  <c:v>48307</c:v>
                </c:pt>
                <c:pt idx="5938">
                  <c:v>48308</c:v>
                </c:pt>
                <c:pt idx="5939">
                  <c:v>48309</c:v>
                </c:pt>
                <c:pt idx="5940">
                  <c:v>48310</c:v>
                </c:pt>
                <c:pt idx="5941">
                  <c:v>48311</c:v>
                </c:pt>
                <c:pt idx="5942">
                  <c:v>48312</c:v>
                </c:pt>
                <c:pt idx="5943">
                  <c:v>48313</c:v>
                </c:pt>
                <c:pt idx="5944">
                  <c:v>48314</c:v>
                </c:pt>
                <c:pt idx="5945">
                  <c:v>48315</c:v>
                </c:pt>
                <c:pt idx="5946">
                  <c:v>48316</c:v>
                </c:pt>
                <c:pt idx="5947">
                  <c:v>48317</c:v>
                </c:pt>
                <c:pt idx="5948">
                  <c:v>48318</c:v>
                </c:pt>
                <c:pt idx="5949">
                  <c:v>48319</c:v>
                </c:pt>
                <c:pt idx="5950">
                  <c:v>48320</c:v>
                </c:pt>
                <c:pt idx="5951">
                  <c:v>48321</c:v>
                </c:pt>
                <c:pt idx="5952">
                  <c:v>48322</c:v>
                </c:pt>
                <c:pt idx="5953">
                  <c:v>48323</c:v>
                </c:pt>
                <c:pt idx="5954">
                  <c:v>48324</c:v>
                </c:pt>
                <c:pt idx="5955">
                  <c:v>48325</c:v>
                </c:pt>
                <c:pt idx="5956">
                  <c:v>48326</c:v>
                </c:pt>
                <c:pt idx="5957">
                  <c:v>48327</c:v>
                </c:pt>
                <c:pt idx="5958">
                  <c:v>48328</c:v>
                </c:pt>
                <c:pt idx="5959">
                  <c:v>48329</c:v>
                </c:pt>
                <c:pt idx="5960">
                  <c:v>48330</c:v>
                </c:pt>
                <c:pt idx="5961">
                  <c:v>48331</c:v>
                </c:pt>
                <c:pt idx="5962">
                  <c:v>48332</c:v>
                </c:pt>
                <c:pt idx="5963">
                  <c:v>48333</c:v>
                </c:pt>
                <c:pt idx="5964">
                  <c:v>48334</c:v>
                </c:pt>
                <c:pt idx="5965">
                  <c:v>48335</c:v>
                </c:pt>
                <c:pt idx="5966">
                  <c:v>48336</c:v>
                </c:pt>
                <c:pt idx="5967">
                  <c:v>48337</c:v>
                </c:pt>
                <c:pt idx="5968">
                  <c:v>48338</c:v>
                </c:pt>
                <c:pt idx="5969">
                  <c:v>48339</c:v>
                </c:pt>
                <c:pt idx="5970">
                  <c:v>48340</c:v>
                </c:pt>
                <c:pt idx="5971">
                  <c:v>48341</c:v>
                </c:pt>
                <c:pt idx="5972">
                  <c:v>48342</c:v>
                </c:pt>
                <c:pt idx="5973">
                  <c:v>48343</c:v>
                </c:pt>
                <c:pt idx="5974">
                  <c:v>48344</c:v>
                </c:pt>
                <c:pt idx="5975">
                  <c:v>48345</c:v>
                </c:pt>
                <c:pt idx="5976">
                  <c:v>48346</c:v>
                </c:pt>
                <c:pt idx="5977">
                  <c:v>48347</c:v>
                </c:pt>
                <c:pt idx="5978">
                  <c:v>48348</c:v>
                </c:pt>
                <c:pt idx="5979">
                  <c:v>48349</c:v>
                </c:pt>
                <c:pt idx="5980">
                  <c:v>48350</c:v>
                </c:pt>
                <c:pt idx="5981">
                  <c:v>48351</c:v>
                </c:pt>
                <c:pt idx="5982">
                  <c:v>48352</c:v>
                </c:pt>
                <c:pt idx="5983">
                  <c:v>48353</c:v>
                </c:pt>
                <c:pt idx="5984">
                  <c:v>48354</c:v>
                </c:pt>
                <c:pt idx="5985">
                  <c:v>48355</c:v>
                </c:pt>
                <c:pt idx="5986">
                  <c:v>48356</c:v>
                </c:pt>
                <c:pt idx="5987">
                  <c:v>48357</c:v>
                </c:pt>
                <c:pt idx="5988">
                  <c:v>48358</c:v>
                </c:pt>
                <c:pt idx="5989">
                  <c:v>48359</c:v>
                </c:pt>
                <c:pt idx="5990">
                  <c:v>48360</c:v>
                </c:pt>
                <c:pt idx="5991">
                  <c:v>48361</c:v>
                </c:pt>
                <c:pt idx="5992">
                  <c:v>48362</c:v>
                </c:pt>
                <c:pt idx="5993">
                  <c:v>48363</c:v>
                </c:pt>
                <c:pt idx="5994">
                  <c:v>48364</c:v>
                </c:pt>
                <c:pt idx="5995">
                  <c:v>48365</c:v>
                </c:pt>
                <c:pt idx="5996">
                  <c:v>48366</c:v>
                </c:pt>
                <c:pt idx="5997">
                  <c:v>48367</c:v>
                </c:pt>
                <c:pt idx="5998">
                  <c:v>48368</c:v>
                </c:pt>
                <c:pt idx="5999">
                  <c:v>48369</c:v>
                </c:pt>
                <c:pt idx="6000">
                  <c:v>48370</c:v>
                </c:pt>
                <c:pt idx="6001">
                  <c:v>48371</c:v>
                </c:pt>
                <c:pt idx="6002">
                  <c:v>48372</c:v>
                </c:pt>
                <c:pt idx="6003">
                  <c:v>48373</c:v>
                </c:pt>
                <c:pt idx="6004">
                  <c:v>48374</c:v>
                </c:pt>
                <c:pt idx="6005">
                  <c:v>48375</c:v>
                </c:pt>
                <c:pt idx="6006">
                  <c:v>48376</c:v>
                </c:pt>
                <c:pt idx="6007">
                  <c:v>48377</c:v>
                </c:pt>
                <c:pt idx="6008">
                  <c:v>48378</c:v>
                </c:pt>
                <c:pt idx="6009">
                  <c:v>48379</c:v>
                </c:pt>
                <c:pt idx="6010">
                  <c:v>48380</c:v>
                </c:pt>
                <c:pt idx="6011">
                  <c:v>48381</c:v>
                </c:pt>
                <c:pt idx="6012">
                  <c:v>48382</c:v>
                </c:pt>
                <c:pt idx="6013">
                  <c:v>48383</c:v>
                </c:pt>
                <c:pt idx="6014">
                  <c:v>48384</c:v>
                </c:pt>
                <c:pt idx="6015">
                  <c:v>48385</c:v>
                </c:pt>
                <c:pt idx="6016">
                  <c:v>48386</c:v>
                </c:pt>
                <c:pt idx="6017">
                  <c:v>48387</c:v>
                </c:pt>
                <c:pt idx="6018">
                  <c:v>48388</c:v>
                </c:pt>
                <c:pt idx="6019">
                  <c:v>48389</c:v>
                </c:pt>
                <c:pt idx="6020">
                  <c:v>48390</c:v>
                </c:pt>
                <c:pt idx="6021">
                  <c:v>48391</c:v>
                </c:pt>
                <c:pt idx="6022">
                  <c:v>48392</c:v>
                </c:pt>
                <c:pt idx="6023">
                  <c:v>48393</c:v>
                </c:pt>
                <c:pt idx="6024">
                  <c:v>48394</c:v>
                </c:pt>
                <c:pt idx="6025">
                  <c:v>48395</c:v>
                </c:pt>
                <c:pt idx="6026">
                  <c:v>48396</c:v>
                </c:pt>
                <c:pt idx="6027">
                  <c:v>48397</c:v>
                </c:pt>
                <c:pt idx="6028">
                  <c:v>48398</c:v>
                </c:pt>
                <c:pt idx="6029">
                  <c:v>48399</c:v>
                </c:pt>
                <c:pt idx="6030">
                  <c:v>48400</c:v>
                </c:pt>
                <c:pt idx="6031">
                  <c:v>48401</c:v>
                </c:pt>
                <c:pt idx="6032">
                  <c:v>48402</c:v>
                </c:pt>
                <c:pt idx="6033">
                  <c:v>48403</c:v>
                </c:pt>
                <c:pt idx="6034">
                  <c:v>48404</c:v>
                </c:pt>
                <c:pt idx="6035">
                  <c:v>48405</c:v>
                </c:pt>
                <c:pt idx="6036">
                  <c:v>48406</c:v>
                </c:pt>
                <c:pt idx="6037">
                  <c:v>48407</c:v>
                </c:pt>
                <c:pt idx="6038">
                  <c:v>48408</c:v>
                </c:pt>
                <c:pt idx="6039">
                  <c:v>48409</c:v>
                </c:pt>
                <c:pt idx="6040">
                  <c:v>48410</c:v>
                </c:pt>
                <c:pt idx="6041">
                  <c:v>48411</c:v>
                </c:pt>
                <c:pt idx="6042">
                  <c:v>48412</c:v>
                </c:pt>
                <c:pt idx="6043">
                  <c:v>48413</c:v>
                </c:pt>
                <c:pt idx="6044">
                  <c:v>48414</c:v>
                </c:pt>
                <c:pt idx="6045">
                  <c:v>48415</c:v>
                </c:pt>
                <c:pt idx="6046">
                  <c:v>48416</c:v>
                </c:pt>
                <c:pt idx="6047">
                  <c:v>48417</c:v>
                </c:pt>
                <c:pt idx="6048">
                  <c:v>48418</c:v>
                </c:pt>
                <c:pt idx="6049">
                  <c:v>48419</c:v>
                </c:pt>
                <c:pt idx="6050">
                  <c:v>48420</c:v>
                </c:pt>
                <c:pt idx="6051">
                  <c:v>48421</c:v>
                </c:pt>
                <c:pt idx="6052">
                  <c:v>48422</c:v>
                </c:pt>
                <c:pt idx="6053">
                  <c:v>48423</c:v>
                </c:pt>
                <c:pt idx="6054">
                  <c:v>48424</c:v>
                </c:pt>
                <c:pt idx="6055">
                  <c:v>48425</c:v>
                </c:pt>
                <c:pt idx="6056">
                  <c:v>48426</c:v>
                </c:pt>
                <c:pt idx="6057">
                  <c:v>48427</c:v>
                </c:pt>
                <c:pt idx="6058">
                  <c:v>48428</c:v>
                </c:pt>
                <c:pt idx="6059">
                  <c:v>48429</c:v>
                </c:pt>
                <c:pt idx="6060">
                  <c:v>48430</c:v>
                </c:pt>
                <c:pt idx="6061">
                  <c:v>48431</c:v>
                </c:pt>
                <c:pt idx="6062">
                  <c:v>48432</c:v>
                </c:pt>
                <c:pt idx="6063">
                  <c:v>48433</c:v>
                </c:pt>
                <c:pt idx="6064">
                  <c:v>48434</c:v>
                </c:pt>
                <c:pt idx="6065">
                  <c:v>48435</c:v>
                </c:pt>
                <c:pt idx="6066">
                  <c:v>48436</c:v>
                </c:pt>
                <c:pt idx="6067">
                  <c:v>48437</c:v>
                </c:pt>
                <c:pt idx="6068">
                  <c:v>48438</c:v>
                </c:pt>
                <c:pt idx="6069">
                  <c:v>48439</c:v>
                </c:pt>
                <c:pt idx="6070">
                  <c:v>48440</c:v>
                </c:pt>
                <c:pt idx="6071">
                  <c:v>48441</c:v>
                </c:pt>
                <c:pt idx="6072">
                  <c:v>48442</c:v>
                </c:pt>
                <c:pt idx="6073">
                  <c:v>48443</c:v>
                </c:pt>
                <c:pt idx="6074">
                  <c:v>48444</c:v>
                </c:pt>
                <c:pt idx="6075">
                  <c:v>48445</c:v>
                </c:pt>
                <c:pt idx="6076">
                  <c:v>48446</c:v>
                </c:pt>
                <c:pt idx="6077">
                  <c:v>48447</c:v>
                </c:pt>
                <c:pt idx="6078">
                  <c:v>48448</c:v>
                </c:pt>
                <c:pt idx="6079">
                  <c:v>48449</c:v>
                </c:pt>
                <c:pt idx="6080">
                  <c:v>48450</c:v>
                </c:pt>
                <c:pt idx="6081">
                  <c:v>48451</c:v>
                </c:pt>
                <c:pt idx="6082">
                  <c:v>48452</c:v>
                </c:pt>
                <c:pt idx="6083">
                  <c:v>48453</c:v>
                </c:pt>
                <c:pt idx="6084">
                  <c:v>48454</c:v>
                </c:pt>
                <c:pt idx="6085">
                  <c:v>48455</c:v>
                </c:pt>
                <c:pt idx="6086">
                  <c:v>48456</c:v>
                </c:pt>
                <c:pt idx="6087">
                  <c:v>48457</c:v>
                </c:pt>
                <c:pt idx="6088">
                  <c:v>48458</c:v>
                </c:pt>
                <c:pt idx="6089">
                  <c:v>48459</c:v>
                </c:pt>
                <c:pt idx="6090">
                  <c:v>48460</c:v>
                </c:pt>
                <c:pt idx="6091">
                  <c:v>48461</c:v>
                </c:pt>
                <c:pt idx="6092">
                  <c:v>48462</c:v>
                </c:pt>
                <c:pt idx="6093">
                  <c:v>48463</c:v>
                </c:pt>
                <c:pt idx="6094">
                  <c:v>48464</c:v>
                </c:pt>
                <c:pt idx="6095">
                  <c:v>48465</c:v>
                </c:pt>
                <c:pt idx="6096">
                  <c:v>48466</c:v>
                </c:pt>
                <c:pt idx="6097">
                  <c:v>48467</c:v>
                </c:pt>
                <c:pt idx="6098">
                  <c:v>48468</c:v>
                </c:pt>
                <c:pt idx="6099">
                  <c:v>48469</c:v>
                </c:pt>
                <c:pt idx="6100">
                  <c:v>48470</c:v>
                </c:pt>
                <c:pt idx="6101">
                  <c:v>48471</c:v>
                </c:pt>
                <c:pt idx="6102">
                  <c:v>48472</c:v>
                </c:pt>
                <c:pt idx="6103">
                  <c:v>48473</c:v>
                </c:pt>
                <c:pt idx="6104">
                  <c:v>48474</c:v>
                </c:pt>
                <c:pt idx="6105">
                  <c:v>48475</c:v>
                </c:pt>
                <c:pt idx="6106">
                  <c:v>48476</c:v>
                </c:pt>
                <c:pt idx="6107">
                  <c:v>48477</c:v>
                </c:pt>
                <c:pt idx="6108">
                  <c:v>48478</c:v>
                </c:pt>
                <c:pt idx="6109">
                  <c:v>48479</c:v>
                </c:pt>
                <c:pt idx="6110">
                  <c:v>48480</c:v>
                </c:pt>
                <c:pt idx="6111">
                  <c:v>48481</c:v>
                </c:pt>
                <c:pt idx="6112">
                  <c:v>48482</c:v>
                </c:pt>
                <c:pt idx="6113">
                  <c:v>48483</c:v>
                </c:pt>
                <c:pt idx="6114">
                  <c:v>48484</c:v>
                </c:pt>
                <c:pt idx="6115">
                  <c:v>48485</c:v>
                </c:pt>
                <c:pt idx="6116">
                  <c:v>48486</c:v>
                </c:pt>
                <c:pt idx="6117">
                  <c:v>48487</c:v>
                </c:pt>
                <c:pt idx="6118">
                  <c:v>48488</c:v>
                </c:pt>
                <c:pt idx="6119">
                  <c:v>48489</c:v>
                </c:pt>
                <c:pt idx="6120">
                  <c:v>48490</c:v>
                </c:pt>
                <c:pt idx="6121">
                  <c:v>48491</c:v>
                </c:pt>
                <c:pt idx="6122">
                  <c:v>48492</c:v>
                </c:pt>
                <c:pt idx="6123">
                  <c:v>48493</c:v>
                </c:pt>
                <c:pt idx="6124">
                  <c:v>48494</c:v>
                </c:pt>
                <c:pt idx="6125">
                  <c:v>48495</c:v>
                </c:pt>
                <c:pt idx="6126">
                  <c:v>48496</c:v>
                </c:pt>
                <c:pt idx="6127">
                  <c:v>48497</c:v>
                </c:pt>
                <c:pt idx="6128">
                  <c:v>48498</c:v>
                </c:pt>
                <c:pt idx="6129">
                  <c:v>48499</c:v>
                </c:pt>
                <c:pt idx="6130">
                  <c:v>48500</c:v>
                </c:pt>
                <c:pt idx="6131">
                  <c:v>48501</c:v>
                </c:pt>
                <c:pt idx="6132">
                  <c:v>48502</c:v>
                </c:pt>
                <c:pt idx="6133">
                  <c:v>48503</c:v>
                </c:pt>
                <c:pt idx="6134">
                  <c:v>48504</c:v>
                </c:pt>
                <c:pt idx="6135">
                  <c:v>48505</c:v>
                </c:pt>
                <c:pt idx="6136">
                  <c:v>48506</c:v>
                </c:pt>
                <c:pt idx="6137">
                  <c:v>48507</c:v>
                </c:pt>
                <c:pt idx="6138">
                  <c:v>48508</c:v>
                </c:pt>
                <c:pt idx="6139">
                  <c:v>48509</c:v>
                </c:pt>
                <c:pt idx="6140">
                  <c:v>48510</c:v>
                </c:pt>
                <c:pt idx="6141">
                  <c:v>48511</c:v>
                </c:pt>
                <c:pt idx="6142">
                  <c:v>48512</c:v>
                </c:pt>
                <c:pt idx="6143">
                  <c:v>48513</c:v>
                </c:pt>
                <c:pt idx="6144">
                  <c:v>48514</c:v>
                </c:pt>
                <c:pt idx="6145">
                  <c:v>48515</c:v>
                </c:pt>
                <c:pt idx="6146">
                  <c:v>48516</c:v>
                </c:pt>
                <c:pt idx="6147">
                  <c:v>48517</c:v>
                </c:pt>
                <c:pt idx="6148">
                  <c:v>48518</c:v>
                </c:pt>
                <c:pt idx="6149">
                  <c:v>48519</c:v>
                </c:pt>
                <c:pt idx="6150">
                  <c:v>48520</c:v>
                </c:pt>
                <c:pt idx="6151">
                  <c:v>48521</c:v>
                </c:pt>
                <c:pt idx="6152">
                  <c:v>48522</c:v>
                </c:pt>
                <c:pt idx="6153">
                  <c:v>48523</c:v>
                </c:pt>
                <c:pt idx="6154">
                  <c:v>48524</c:v>
                </c:pt>
                <c:pt idx="6155">
                  <c:v>48525</c:v>
                </c:pt>
                <c:pt idx="6156">
                  <c:v>48526</c:v>
                </c:pt>
                <c:pt idx="6157">
                  <c:v>48527</c:v>
                </c:pt>
                <c:pt idx="6158">
                  <c:v>48528</c:v>
                </c:pt>
                <c:pt idx="6159">
                  <c:v>48529</c:v>
                </c:pt>
                <c:pt idx="6160">
                  <c:v>48530</c:v>
                </c:pt>
                <c:pt idx="6161">
                  <c:v>48531</c:v>
                </c:pt>
                <c:pt idx="6162">
                  <c:v>48532</c:v>
                </c:pt>
                <c:pt idx="6163">
                  <c:v>48533</c:v>
                </c:pt>
                <c:pt idx="6164">
                  <c:v>48534</c:v>
                </c:pt>
                <c:pt idx="6165">
                  <c:v>48535</c:v>
                </c:pt>
                <c:pt idx="6166">
                  <c:v>48536</c:v>
                </c:pt>
                <c:pt idx="6167">
                  <c:v>48537</c:v>
                </c:pt>
                <c:pt idx="6168">
                  <c:v>48538</c:v>
                </c:pt>
                <c:pt idx="6169">
                  <c:v>48539</c:v>
                </c:pt>
                <c:pt idx="6170">
                  <c:v>48540</c:v>
                </c:pt>
                <c:pt idx="6171">
                  <c:v>48541</c:v>
                </c:pt>
                <c:pt idx="6172">
                  <c:v>48542</c:v>
                </c:pt>
                <c:pt idx="6173">
                  <c:v>48543</c:v>
                </c:pt>
                <c:pt idx="6174">
                  <c:v>48544</c:v>
                </c:pt>
                <c:pt idx="6175">
                  <c:v>48545</c:v>
                </c:pt>
                <c:pt idx="6176">
                  <c:v>48546</c:v>
                </c:pt>
                <c:pt idx="6177">
                  <c:v>48547</c:v>
                </c:pt>
                <c:pt idx="6178">
                  <c:v>48548</c:v>
                </c:pt>
                <c:pt idx="6179">
                  <c:v>48549</c:v>
                </c:pt>
                <c:pt idx="6180">
                  <c:v>48550</c:v>
                </c:pt>
                <c:pt idx="6181">
                  <c:v>48551</c:v>
                </c:pt>
                <c:pt idx="6182">
                  <c:v>48552</c:v>
                </c:pt>
                <c:pt idx="6183">
                  <c:v>48553</c:v>
                </c:pt>
                <c:pt idx="6184">
                  <c:v>48554</c:v>
                </c:pt>
                <c:pt idx="6185">
                  <c:v>48555</c:v>
                </c:pt>
                <c:pt idx="6186">
                  <c:v>48556</c:v>
                </c:pt>
                <c:pt idx="6187">
                  <c:v>48557</c:v>
                </c:pt>
                <c:pt idx="6188">
                  <c:v>48558</c:v>
                </c:pt>
                <c:pt idx="6189">
                  <c:v>48559</c:v>
                </c:pt>
                <c:pt idx="6190">
                  <c:v>48560</c:v>
                </c:pt>
                <c:pt idx="6191">
                  <c:v>48561</c:v>
                </c:pt>
                <c:pt idx="6192">
                  <c:v>48562</c:v>
                </c:pt>
                <c:pt idx="6193">
                  <c:v>48563</c:v>
                </c:pt>
                <c:pt idx="6194">
                  <c:v>48564</c:v>
                </c:pt>
                <c:pt idx="6195">
                  <c:v>48565</c:v>
                </c:pt>
                <c:pt idx="6196">
                  <c:v>48566</c:v>
                </c:pt>
                <c:pt idx="6197">
                  <c:v>48567</c:v>
                </c:pt>
                <c:pt idx="6198">
                  <c:v>48568</c:v>
                </c:pt>
                <c:pt idx="6199">
                  <c:v>48569</c:v>
                </c:pt>
                <c:pt idx="6200">
                  <c:v>48570</c:v>
                </c:pt>
                <c:pt idx="6201">
                  <c:v>48571</c:v>
                </c:pt>
                <c:pt idx="6202">
                  <c:v>48572</c:v>
                </c:pt>
                <c:pt idx="6203">
                  <c:v>48573</c:v>
                </c:pt>
                <c:pt idx="6204">
                  <c:v>48574</c:v>
                </c:pt>
                <c:pt idx="6205">
                  <c:v>48575</c:v>
                </c:pt>
                <c:pt idx="6206">
                  <c:v>48576</c:v>
                </c:pt>
                <c:pt idx="6207">
                  <c:v>48577</c:v>
                </c:pt>
                <c:pt idx="6208">
                  <c:v>48578</c:v>
                </c:pt>
                <c:pt idx="6209">
                  <c:v>48579</c:v>
                </c:pt>
                <c:pt idx="6210">
                  <c:v>48580</c:v>
                </c:pt>
                <c:pt idx="6211">
                  <c:v>48581</c:v>
                </c:pt>
                <c:pt idx="6212">
                  <c:v>48582</c:v>
                </c:pt>
                <c:pt idx="6213">
                  <c:v>48583</c:v>
                </c:pt>
                <c:pt idx="6214">
                  <c:v>48584</c:v>
                </c:pt>
                <c:pt idx="6215">
                  <c:v>48585</c:v>
                </c:pt>
                <c:pt idx="6216">
                  <c:v>48586</c:v>
                </c:pt>
                <c:pt idx="6217">
                  <c:v>48587</c:v>
                </c:pt>
                <c:pt idx="6218">
                  <c:v>48588</c:v>
                </c:pt>
                <c:pt idx="6219">
                  <c:v>48589</c:v>
                </c:pt>
                <c:pt idx="6220">
                  <c:v>48590</c:v>
                </c:pt>
                <c:pt idx="6221">
                  <c:v>48591</c:v>
                </c:pt>
                <c:pt idx="6222">
                  <c:v>48592</c:v>
                </c:pt>
                <c:pt idx="6223">
                  <c:v>48593</c:v>
                </c:pt>
                <c:pt idx="6224">
                  <c:v>48594</c:v>
                </c:pt>
                <c:pt idx="6225">
                  <c:v>48595</c:v>
                </c:pt>
                <c:pt idx="6226">
                  <c:v>48596</c:v>
                </c:pt>
                <c:pt idx="6227">
                  <c:v>48597</c:v>
                </c:pt>
                <c:pt idx="6228">
                  <c:v>48598</c:v>
                </c:pt>
                <c:pt idx="6229">
                  <c:v>48599</c:v>
                </c:pt>
                <c:pt idx="6230">
                  <c:v>48600</c:v>
                </c:pt>
                <c:pt idx="6231">
                  <c:v>48601</c:v>
                </c:pt>
                <c:pt idx="6232">
                  <c:v>48602</c:v>
                </c:pt>
                <c:pt idx="6233">
                  <c:v>48603</c:v>
                </c:pt>
                <c:pt idx="6234">
                  <c:v>48604</c:v>
                </c:pt>
                <c:pt idx="6235">
                  <c:v>48605</c:v>
                </c:pt>
                <c:pt idx="6236">
                  <c:v>48606</c:v>
                </c:pt>
                <c:pt idx="6237">
                  <c:v>48607</c:v>
                </c:pt>
                <c:pt idx="6238">
                  <c:v>48608</c:v>
                </c:pt>
                <c:pt idx="6239">
                  <c:v>48609</c:v>
                </c:pt>
                <c:pt idx="6240">
                  <c:v>48610</c:v>
                </c:pt>
                <c:pt idx="6241">
                  <c:v>48611</c:v>
                </c:pt>
                <c:pt idx="6242">
                  <c:v>48612</c:v>
                </c:pt>
                <c:pt idx="6243">
                  <c:v>48613</c:v>
                </c:pt>
                <c:pt idx="6244">
                  <c:v>48614</c:v>
                </c:pt>
                <c:pt idx="6245">
                  <c:v>48615</c:v>
                </c:pt>
                <c:pt idx="6246">
                  <c:v>48616</c:v>
                </c:pt>
                <c:pt idx="6247">
                  <c:v>48617</c:v>
                </c:pt>
                <c:pt idx="6248">
                  <c:v>48618</c:v>
                </c:pt>
                <c:pt idx="6249">
                  <c:v>48619</c:v>
                </c:pt>
                <c:pt idx="6250">
                  <c:v>48620</c:v>
                </c:pt>
                <c:pt idx="6251">
                  <c:v>48621</c:v>
                </c:pt>
                <c:pt idx="6252">
                  <c:v>48622</c:v>
                </c:pt>
                <c:pt idx="6253">
                  <c:v>48623</c:v>
                </c:pt>
                <c:pt idx="6254">
                  <c:v>48624</c:v>
                </c:pt>
                <c:pt idx="6255">
                  <c:v>48625</c:v>
                </c:pt>
                <c:pt idx="6256">
                  <c:v>48626</c:v>
                </c:pt>
                <c:pt idx="6257">
                  <c:v>48627</c:v>
                </c:pt>
                <c:pt idx="6258">
                  <c:v>48628</c:v>
                </c:pt>
                <c:pt idx="6259">
                  <c:v>48629</c:v>
                </c:pt>
                <c:pt idx="6260">
                  <c:v>48630</c:v>
                </c:pt>
                <c:pt idx="6261">
                  <c:v>48631</c:v>
                </c:pt>
                <c:pt idx="6262">
                  <c:v>48632</c:v>
                </c:pt>
                <c:pt idx="6263">
                  <c:v>48633</c:v>
                </c:pt>
                <c:pt idx="6264">
                  <c:v>48634</c:v>
                </c:pt>
                <c:pt idx="6265">
                  <c:v>48635</c:v>
                </c:pt>
                <c:pt idx="6266">
                  <c:v>48636</c:v>
                </c:pt>
                <c:pt idx="6267">
                  <c:v>48637</c:v>
                </c:pt>
                <c:pt idx="6268">
                  <c:v>48638</c:v>
                </c:pt>
                <c:pt idx="6269">
                  <c:v>48639</c:v>
                </c:pt>
                <c:pt idx="6270">
                  <c:v>48640</c:v>
                </c:pt>
                <c:pt idx="6271">
                  <c:v>48641</c:v>
                </c:pt>
                <c:pt idx="6272">
                  <c:v>48642</c:v>
                </c:pt>
                <c:pt idx="6273">
                  <c:v>48643</c:v>
                </c:pt>
                <c:pt idx="6274">
                  <c:v>48644</c:v>
                </c:pt>
                <c:pt idx="6275">
                  <c:v>48645</c:v>
                </c:pt>
                <c:pt idx="6276">
                  <c:v>48646</c:v>
                </c:pt>
                <c:pt idx="6277">
                  <c:v>48647</c:v>
                </c:pt>
                <c:pt idx="6278">
                  <c:v>48648</c:v>
                </c:pt>
                <c:pt idx="6279">
                  <c:v>48649</c:v>
                </c:pt>
                <c:pt idx="6280">
                  <c:v>48650</c:v>
                </c:pt>
                <c:pt idx="6281">
                  <c:v>48651</c:v>
                </c:pt>
                <c:pt idx="6282">
                  <c:v>48652</c:v>
                </c:pt>
                <c:pt idx="6283">
                  <c:v>48653</c:v>
                </c:pt>
                <c:pt idx="6284">
                  <c:v>48654</c:v>
                </c:pt>
                <c:pt idx="6285">
                  <c:v>48655</c:v>
                </c:pt>
                <c:pt idx="6286">
                  <c:v>48656</c:v>
                </c:pt>
                <c:pt idx="6287">
                  <c:v>48657</c:v>
                </c:pt>
                <c:pt idx="6288">
                  <c:v>48658</c:v>
                </c:pt>
                <c:pt idx="6289">
                  <c:v>48659</c:v>
                </c:pt>
                <c:pt idx="6290">
                  <c:v>48660</c:v>
                </c:pt>
                <c:pt idx="6291">
                  <c:v>48661</c:v>
                </c:pt>
                <c:pt idx="6292">
                  <c:v>48662</c:v>
                </c:pt>
                <c:pt idx="6293">
                  <c:v>48663</c:v>
                </c:pt>
                <c:pt idx="6294">
                  <c:v>48664</c:v>
                </c:pt>
                <c:pt idx="6295">
                  <c:v>48665</c:v>
                </c:pt>
                <c:pt idx="6296">
                  <c:v>48666</c:v>
                </c:pt>
                <c:pt idx="6297">
                  <c:v>48667</c:v>
                </c:pt>
                <c:pt idx="6298">
                  <c:v>48668</c:v>
                </c:pt>
                <c:pt idx="6299">
                  <c:v>48669</c:v>
                </c:pt>
                <c:pt idx="6300">
                  <c:v>48670</c:v>
                </c:pt>
                <c:pt idx="6301">
                  <c:v>48671</c:v>
                </c:pt>
                <c:pt idx="6302">
                  <c:v>48672</c:v>
                </c:pt>
                <c:pt idx="6303">
                  <c:v>48673</c:v>
                </c:pt>
                <c:pt idx="6304">
                  <c:v>48674</c:v>
                </c:pt>
                <c:pt idx="6305">
                  <c:v>48675</c:v>
                </c:pt>
                <c:pt idx="6306">
                  <c:v>48676</c:v>
                </c:pt>
                <c:pt idx="6307">
                  <c:v>48677</c:v>
                </c:pt>
                <c:pt idx="6308">
                  <c:v>48678</c:v>
                </c:pt>
                <c:pt idx="6309">
                  <c:v>48679</c:v>
                </c:pt>
                <c:pt idx="6310">
                  <c:v>48680</c:v>
                </c:pt>
                <c:pt idx="6311">
                  <c:v>48681</c:v>
                </c:pt>
                <c:pt idx="6312">
                  <c:v>48682</c:v>
                </c:pt>
                <c:pt idx="6313">
                  <c:v>48683</c:v>
                </c:pt>
                <c:pt idx="6314">
                  <c:v>48684</c:v>
                </c:pt>
                <c:pt idx="6315">
                  <c:v>48685</c:v>
                </c:pt>
                <c:pt idx="6316">
                  <c:v>48686</c:v>
                </c:pt>
                <c:pt idx="6317">
                  <c:v>48687</c:v>
                </c:pt>
                <c:pt idx="6318">
                  <c:v>48688</c:v>
                </c:pt>
                <c:pt idx="6319">
                  <c:v>48689</c:v>
                </c:pt>
                <c:pt idx="6320">
                  <c:v>48690</c:v>
                </c:pt>
                <c:pt idx="6321">
                  <c:v>48691</c:v>
                </c:pt>
                <c:pt idx="6322">
                  <c:v>48692</c:v>
                </c:pt>
                <c:pt idx="6323">
                  <c:v>48693</c:v>
                </c:pt>
                <c:pt idx="6324">
                  <c:v>48694</c:v>
                </c:pt>
                <c:pt idx="6325">
                  <c:v>48695</c:v>
                </c:pt>
                <c:pt idx="6326">
                  <c:v>48696</c:v>
                </c:pt>
                <c:pt idx="6327">
                  <c:v>48697</c:v>
                </c:pt>
                <c:pt idx="6328">
                  <c:v>48698</c:v>
                </c:pt>
                <c:pt idx="6329">
                  <c:v>48699</c:v>
                </c:pt>
                <c:pt idx="6330">
                  <c:v>48700</c:v>
                </c:pt>
                <c:pt idx="6331">
                  <c:v>48701</c:v>
                </c:pt>
                <c:pt idx="6332">
                  <c:v>48702</c:v>
                </c:pt>
                <c:pt idx="6333">
                  <c:v>48703</c:v>
                </c:pt>
                <c:pt idx="6334">
                  <c:v>48704</c:v>
                </c:pt>
                <c:pt idx="6335">
                  <c:v>48705</c:v>
                </c:pt>
                <c:pt idx="6336">
                  <c:v>48706</c:v>
                </c:pt>
                <c:pt idx="6337">
                  <c:v>48707</c:v>
                </c:pt>
                <c:pt idx="6338">
                  <c:v>48708</c:v>
                </c:pt>
                <c:pt idx="6339">
                  <c:v>48709</c:v>
                </c:pt>
                <c:pt idx="6340">
                  <c:v>48710</c:v>
                </c:pt>
                <c:pt idx="6341">
                  <c:v>48711</c:v>
                </c:pt>
                <c:pt idx="6342">
                  <c:v>48712</c:v>
                </c:pt>
                <c:pt idx="6343">
                  <c:v>48713</c:v>
                </c:pt>
                <c:pt idx="6344">
                  <c:v>48714</c:v>
                </c:pt>
                <c:pt idx="6345">
                  <c:v>48715</c:v>
                </c:pt>
                <c:pt idx="6346">
                  <c:v>48716</c:v>
                </c:pt>
                <c:pt idx="6347">
                  <c:v>48717</c:v>
                </c:pt>
                <c:pt idx="6348">
                  <c:v>48718</c:v>
                </c:pt>
                <c:pt idx="6349">
                  <c:v>48719</c:v>
                </c:pt>
                <c:pt idx="6350">
                  <c:v>48720</c:v>
                </c:pt>
                <c:pt idx="6351">
                  <c:v>48721</c:v>
                </c:pt>
                <c:pt idx="6352">
                  <c:v>48722</c:v>
                </c:pt>
                <c:pt idx="6353">
                  <c:v>48723</c:v>
                </c:pt>
                <c:pt idx="6354">
                  <c:v>48724</c:v>
                </c:pt>
                <c:pt idx="6355">
                  <c:v>48725</c:v>
                </c:pt>
                <c:pt idx="6356">
                  <c:v>48726</c:v>
                </c:pt>
                <c:pt idx="6357">
                  <c:v>48727</c:v>
                </c:pt>
                <c:pt idx="6358">
                  <c:v>48728</c:v>
                </c:pt>
                <c:pt idx="6359">
                  <c:v>48729</c:v>
                </c:pt>
                <c:pt idx="6360">
                  <c:v>48730</c:v>
                </c:pt>
                <c:pt idx="6361">
                  <c:v>48731</c:v>
                </c:pt>
                <c:pt idx="6362">
                  <c:v>48732</c:v>
                </c:pt>
                <c:pt idx="6363">
                  <c:v>48733</c:v>
                </c:pt>
                <c:pt idx="6364">
                  <c:v>48734</c:v>
                </c:pt>
                <c:pt idx="6365">
                  <c:v>48735</c:v>
                </c:pt>
                <c:pt idx="6366">
                  <c:v>48736</c:v>
                </c:pt>
                <c:pt idx="6367">
                  <c:v>48737</c:v>
                </c:pt>
                <c:pt idx="6368">
                  <c:v>48738</c:v>
                </c:pt>
                <c:pt idx="6369">
                  <c:v>48739</c:v>
                </c:pt>
                <c:pt idx="6370">
                  <c:v>48740</c:v>
                </c:pt>
                <c:pt idx="6371">
                  <c:v>48741</c:v>
                </c:pt>
                <c:pt idx="6372">
                  <c:v>48742</c:v>
                </c:pt>
                <c:pt idx="6373">
                  <c:v>48743</c:v>
                </c:pt>
                <c:pt idx="6374">
                  <c:v>48744</c:v>
                </c:pt>
                <c:pt idx="6375">
                  <c:v>48745</c:v>
                </c:pt>
                <c:pt idx="6376">
                  <c:v>48746</c:v>
                </c:pt>
                <c:pt idx="6377">
                  <c:v>48747</c:v>
                </c:pt>
                <c:pt idx="6378">
                  <c:v>48748</c:v>
                </c:pt>
                <c:pt idx="6379">
                  <c:v>48749</c:v>
                </c:pt>
                <c:pt idx="6380">
                  <c:v>48750</c:v>
                </c:pt>
                <c:pt idx="6381">
                  <c:v>48751</c:v>
                </c:pt>
                <c:pt idx="6382">
                  <c:v>48752</c:v>
                </c:pt>
                <c:pt idx="6383">
                  <c:v>48753</c:v>
                </c:pt>
                <c:pt idx="6384">
                  <c:v>48754</c:v>
                </c:pt>
                <c:pt idx="6385">
                  <c:v>48755</c:v>
                </c:pt>
                <c:pt idx="6386">
                  <c:v>48756</c:v>
                </c:pt>
                <c:pt idx="6387">
                  <c:v>48757</c:v>
                </c:pt>
                <c:pt idx="6388">
                  <c:v>48758</c:v>
                </c:pt>
                <c:pt idx="6389">
                  <c:v>48759</c:v>
                </c:pt>
                <c:pt idx="6390">
                  <c:v>48760</c:v>
                </c:pt>
                <c:pt idx="6391">
                  <c:v>48761</c:v>
                </c:pt>
                <c:pt idx="6392">
                  <c:v>48762</c:v>
                </c:pt>
                <c:pt idx="6393">
                  <c:v>48763</c:v>
                </c:pt>
                <c:pt idx="6394">
                  <c:v>48764</c:v>
                </c:pt>
                <c:pt idx="6395">
                  <c:v>48765</c:v>
                </c:pt>
                <c:pt idx="6396">
                  <c:v>48766</c:v>
                </c:pt>
                <c:pt idx="6397">
                  <c:v>48767</c:v>
                </c:pt>
                <c:pt idx="6398">
                  <c:v>48768</c:v>
                </c:pt>
                <c:pt idx="6399">
                  <c:v>48769</c:v>
                </c:pt>
                <c:pt idx="6400">
                  <c:v>48770</c:v>
                </c:pt>
                <c:pt idx="6401">
                  <c:v>48771</c:v>
                </c:pt>
                <c:pt idx="6402">
                  <c:v>48772</c:v>
                </c:pt>
                <c:pt idx="6403">
                  <c:v>48773</c:v>
                </c:pt>
                <c:pt idx="6404">
                  <c:v>48774</c:v>
                </c:pt>
                <c:pt idx="6405">
                  <c:v>48775</c:v>
                </c:pt>
                <c:pt idx="6406">
                  <c:v>48776</c:v>
                </c:pt>
                <c:pt idx="6407">
                  <c:v>48777</c:v>
                </c:pt>
                <c:pt idx="6408">
                  <c:v>48778</c:v>
                </c:pt>
                <c:pt idx="6409">
                  <c:v>48779</c:v>
                </c:pt>
                <c:pt idx="6410">
                  <c:v>48780</c:v>
                </c:pt>
                <c:pt idx="6411">
                  <c:v>48781</c:v>
                </c:pt>
                <c:pt idx="6412">
                  <c:v>48782</c:v>
                </c:pt>
                <c:pt idx="6413">
                  <c:v>48783</c:v>
                </c:pt>
                <c:pt idx="6414">
                  <c:v>48784</c:v>
                </c:pt>
                <c:pt idx="6415">
                  <c:v>48785</c:v>
                </c:pt>
                <c:pt idx="6416">
                  <c:v>48786</c:v>
                </c:pt>
                <c:pt idx="6417">
                  <c:v>48787</c:v>
                </c:pt>
                <c:pt idx="6418">
                  <c:v>48788</c:v>
                </c:pt>
                <c:pt idx="6419">
                  <c:v>48789</c:v>
                </c:pt>
                <c:pt idx="6420">
                  <c:v>48790</c:v>
                </c:pt>
                <c:pt idx="6421">
                  <c:v>48791</c:v>
                </c:pt>
                <c:pt idx="6422">
                  <c:v>48792</c:v>
                </c:pt>
                <c:pt idx="6423">
                  <c:v>48793</c:v>
                </c:pt>
                <c:pt idx="6424">
                  <c:v>48794</c:v>
                </c:pt>
                <c:pt idx="6425">
                  <c:v>48795</c:v>
                </c:pt>
                <c:pt idx="6426">
                  <c:v>48796</c:v>
                </c:pt>
                <c:pt idx="6427">
                  <c:v>48797</c:v>
                </c:pt>
                <c:pt idx="6428">
                  <c:v>48798</c:v>
                </c:pt>
                <c:pt idx="6429">
                  <c:v>48799</c:v>
                </c:pt>
                <c:pt idx="6430">
                  <c:v>48800</c:v>
                </c:pt>
                <c:pt idx="6431">
                  <c:v>48801</c:v>
                </c:pt>
                <c:pt idx="6432">
                  <c:v>48802</c:v>
                </c:pt>
                <c:pt idx="6433">
                  <c:v>48803</c:v>
                </c:pt>
                <c:pt idx="6434">
                  <c:v>48804</c:v>
                </c:pt>
                <c:pt idx="6435">
                  <c:v>48805</c:v>
                </c:pt>
                <c:pt idx="6436">
                  <c:v>48806</c:v>
                </c:pt>
                <c:pt idx="6437">
                  <c:v>48807</c:v>
                </c:pt>
                <c:pt idx="6438">
                  <c:v>48808</c:v>
                </c:pt>
                <c:pt idx="6439">
                  <c:v>48809</c:v>
                </c:pt>
                <c:pt idx="6440">
                  <c:v>48810</c:v>
                </c:pt>
                <c:pt idx="6441">
                  <c:v>48811</c:v>
                </c:pt>
                <c:pt idx="6442">
                  <c:v>48812</c:v>
                </c:pt>
                <c:pt idx="6443">
                  <c:v>48813</c:v>
                </c:pt>
                <c:pt idx="6444">
                  <c:v>48814</c:v>
                </c:pt>
                <c:pt idx="6445">
                  <c:v>48815</c:v>
                </c:pt>
                <c:pt idx="6446">
                  <c:v>48816</c:v>
                </c:pt>
                <c:pt idx="6447">
                  <c:v>48817</c:v>
                </c:pt>
                <c:pt idx="6448">
                  <c:v>48818</c:v>
                </c:pt>
                <c:pt idx="6449">
                  <c:v>48819</c:v>
                </c:pt>
                <c:pt idx="6450">
                  <c:v>48820</c:v>
                </c:pt>
                <c:pt idx="6451">
                  <c:v>48821</c:v>
                </c:pt>
                <c:pt idx="6452">
                  <c:v>48822</c:v>
                </c:pt>
                <c:pt idx="6453">
                  <c:v>48823</c:v>
                </c:pt>
                <c:pt idx="6454">
                  <c:v>48824</c:v>
                </c:pt>
                <c:pt idx="6455">
                  <c:v>48825</c:v>
                </c:pt>
                <c:pt idx="6456">
                  <c:v>48826</c:v>
                </c:pt>
                <c:pt idx="6457">
                  <c:v>48827</c:v>
                </c:pt>
                <c:pt idx="6458">
                  <c:v>48828</c:v>
                </c:pt>
                <c:pt idx="6459">
                  <c:v>48829</c:v>
                </c:pt>
                <c:pt idx="6460">
                  <c:v>48830</c:v>
                </c:pt>
                <c:pt idx="6461">
                  <c:v>48831</c:v>
                </c:pt>
                <c:pt idx="6462">
                  <c:v>48832</c:v>
                </c:pt>
                <c:pt idx="6463">
                  <c:v>48833</c:v>
                </c:pt>
                <c:pt idx="6464">
                  <c:v>48834</c:v>
                </c:pt>
                <c:pt idx="6465">
                  <c:v>48835</c:v>
                </c:pt>
                <c:pt idx="6466">
                  <c:v>48836</c:v>
                </c:pt>
                <c:pt idx="6467">
                  <c:v>48837</c:v>
                </c:pt>
                <c:pt idx="6468">
                  <c:v>48838</c:v>
                </c:pt>
                <c:pt idx="6469">
                  <c:v>48839</c:v>
                </c:pt>
                <c:pt idx="6470">
                  <c:v>48840</c:v>
                </c:pt>
                <c:pt idx="6471">
                  <c:v>48841</c:v>
                </c:pt>
                <c:pt idx="6472">
                  <c:v>48842</c:v>
                </c:pt>
                <c:pt idx="6473">
                  <c:v>48843</c:v>
                </c:pt>
                <c:pt idx="6474">
                  <c:v>48844</c:v>
                </c:pt>
                <c:pt idx="6475">
                  <c:v>48845</c:v>
                </c:pt>
                <c:pt idx="6476">
                  <c:v>48846</c:v>
                </c:pt>
                <c:pt idx="6477">
                  <c:v>48847</c:v>
                </c:pt>
                <c:pt idx="6478">
                  <c:v>48848</c:v>
                </c:pt>
                <c:pt idx="6479">
                  <c:v>48849</c:v>
                </c:pt>
                <c:pt idx="6480">
                  <c:v>48850</c:v>
                </c:pt>
                <c:pt idx="6481">
                  <c:v>48851</c:v>
                </c:pt>
                <c:pt idx="6482">
                  <c:v>48852</c:v>
                </c:pt>
                <c:pt idx="6483">
                  <c:v>48853</c:v>
                </c:pt>
                <c:pt idx="6484">
                  <c:v>48854</c:v>
                </c:pt>
                <c:pt idx="6485">
                  <c:v>48855</c:v>
                </c:pt>
                <c:pt idx="6486">
                  <c:v>48856</c:v>
                </c:pt>
                <c:pt idx="6487">
                  <c:v>48857</c:v>
                </c:pt>
                <c:pt idx="6488">
                  <c:v>48858</c:v>
                </c:pt>
                <c:pt idx="6489">
                  <c:v>48859</c:v>
                </c:pt>
                <c:pt idx="6490">
                  <c:v>48860</c:v>
                </c:pt>
                <c:pt idx="6491">
                  <c:v>48861</c:v>
                </c:pt>
                <c:pt idx="6492">
                  <c:v>48862</c:v>
                </c:pt>
                <c:pt idx="6493">
                  <c:v>48863</c:v>
                </c:pt>
                <c:pt idx="6494">
                  <c:v>48864</c:v>
                </c:pt>
                <c:pt idx="6495">
                  <c:v>48865</c:v>
                </c:pt>
                <c:pt idx="6496">
                  <c:v>48866</c:v>
                </c:pt>
                <c:pt idx="6497">
                  <c:v>48867</c:v>
                </c:pt>
                <c:pt idx="6498">
                  <c:v>48868</c:v>
                </c:pt>
                <c:pt idx="6499">
                  <c:v>48869</c:v>
                </c:pt>
                <c:pt idx="6500">
                  <c:v>48870</c:v>
                </c:pt>
                <c:pt idx="6501">
                  <c:v>48871</c:v>
                </c:pt>
                <c:pt idx="6502">
                  <c:v>48872</c:v>
                </c:pt>
                <c:pt idx="6503">
                  <c:v>48873</c:v>
                </c:pt>
                <c:pt idx="6504">
                  <c:v>48874</c:v>
                </c:pt>
                <c:pt idx="6505">
                  <c:v>48875</c:v>
                </c:pt>
                <c:pt idx="6506">
                  <c:v>48876</c:v>
                </c:pt>
                <c:pt idx="6507">
                  <c:v>48877</c:v>
                </c:pt>
                <c:pt idx="6508">
                  <c:v>48878</c:v>
                </c:pt>
                <c:pt idx="6509">
                  <c:v>48879</c:v>
                </c:pt>
                <c:pt idx="6510">
                  <c:v>48880</c:v>
                </c:pt>
                <c:pt idx="6511">
                  <c:v>48881</c:v>
                </c:pt>
                <c:pt idx="6512">
                  <c:v>48882</c:v>
                </c:pt>
                <c:pt idx="6513">
                  <c:v>48883</c:v>
                </c:pt>
                <c:pt idx="6514">
                  <c:v>48884</c:v>
                </c:pt>
                <c:pt idx="6515">
                  <c:v>48885</c:v>
                </c:pt>
                <c:pt idx="6516">
                  <c:v>48886</c:v>
                </c:pt>
                <c:pt idx="6517">
                  <c:v>48887</c:v>
                </c:pt>
                <c:pt idx="6518">
                  <c:v>48888</c:v>
                </c:pt>
                <c:pt idx="6519">
                  <c:v>48889</c:v>
                </c:pt>
                <c:pt idx="6520">
                  <c:v>48890</c:v>
                </c:pt>
                <c:pt idx="6521">
                  <c:v>48891</c:v>
                </c:pt>
                <c:pt idx="6522">
                  <c:v>48892</c:v>
                </c:pt>
                <c:pt idx="6523">
                  <c:v>48893</c:v>
                </c:pt>
                <c:pt idx="6524">
                  <c:v>48894</c:v>
                </c:pt>
                <c:pt idx="6525">
                  <c:v>48895</c:v>
                </c:pt>
                <c:pt idx="6526">
                  <c:v>48896</c:v>
                </c:pt>
                <c:pt idx="6527">
                  <c:v>48897</c:v>
                </c:pt>
                <c:pt idx="6528">
                  <c:v>48898</c:v>
                </c:pt>
                <c:pt idx="6529">
                  <c:v>48899</c:v>
                </c:pt>
                <c:pt idx="6530">
                  <c:v>48900</c:v>
                </c:pt>
                <c:pt idx="6531">
                  <c:v>48901</c:v>
                </c:pt>
                <c:pt idx="6532">
                  <c:v>48902</c:v>
                </c:pt>
                <c:pt idx="6533">
                  <c:v>48903</c:v>
                </c:pt>
                <c:pt idx="6534">
                  <c:v>48904</c:v>
                </c:pt>
                <c:pt idx="6535">
                  <c:v>48905</c:v>
                </c:pt>
                <c:pt idx="6536">
                  <c:v>48906</c:v>
                </c:pt>
                <c:pt idx="6537">
                  <c:v>48907</c:v>
                </c:pt>
                <c:pt idx="6538">
                  <c:v>48908</c:v>
                </c:pt>
                <c:pt idx="6539">
                  <c:v>48909</c:v>
                </c:pt>
                <c:pt idx="6540">
                  <c:v>48910</c:v>
                </c:pt>
                <c:pt idx="6541">
                  <c:v>48911</c:v>
                </c:pt>
                <c:pt idx="6542">
                  <c:v>48912</c:v>
                </c:pt>
                <c:pt idx="6543">
                  <c:v>48913</c:v>
                </c:pt>
                <c:pt idx="6544">
                  <c:v>48914</c:v>
                </c:pt>
                <c:pt idx="6545">
                  <c:v>48915</c:v>
                </c:pt>
                <c:pt idx="6546">
                  <c:v>48916</c:v>
                </c:pt>
                <c:pt idx="6547">
                  <c:v>48917</c:v>
                </c:pt>
                <c:pt idx="6548">
                  <c:v>48918</c:v>
                </c:pt>
                <c:pt idx="6549">
                  <c:v>48919</c:v>
                </c:pt>
                <c:pt idx="6550">
                  <c:v>48920</c:v>
                </c:pt>
                <c:pt idx="6551">
                  <c:v>48921</c:v>
                </c:pt>
                <c:pt idx="6552">
                  <c:v>48922</c:v>
                </c:pt>
                <c:pt idx="6553">
                  <c:v>48923</c:v>
                </c:pt>
                <c:pt idx="6554">
                  <c:v>48924</c:v>
                </c:pt>
                <c:pt idx="6555">
                  <c:v>48925</c:v>
                </c:pt>
                <c:pt idx="6556">
                  <c:v>48926</c:v>
                </c:pt>
                <c:pt idx="6557">
                  <c:v>48927</c:v>
                </c:pt>
                <c:pt idx="6558">
                  <c:v>48928</c:v>
                </c:pt>
                <c:pt idx="6559">
                  <c:v>48929</c:v>
                </c:pt>
                <c:pt idx="6560">
                  <c:v>48930</c:v>
                </c:pt>
                <c:pt idx="6561">
                  <c:v>48931</c:v>
                </c:pt>
                <c:pt idx="6562">
                  <c:v>48932</c:v>
                </c:pt>
                <c:pt idx="6563">
                  <c:v>48933</c:v>
                </c:pt>
                <c:pt idx="6564">
                  <c:v>48934</c:v>
                </c:pt>
                <c:pt idx="6565">
                  <c:v>48935</c:v>
                </c:pt>
                <c:pt idx="6566">
                  <c:v>48936</c:v>
                </c:pt>
                <c:pt idx="6567">
                  <c:v>48937</c:v>
                </c:pt>
                <c:pt idx="6568">
                  <c:v>48938</c:v>
                </c:pt>
                <c:pt idx="6569">
                  <c:v>48939</c:v>
                </c:pt>
                <c:pt idx="6570">
                  <c:v>48940</c:v>
                </c:pt>
                <c:pt idx="6571">
                  <c:v>48941</c:v>
                </c:pt>
                <c:pt idx="6572">
                  <c:v>48942</c:v>
                </c:pt>
                <c:pt idx="6573">
                  <c:v>48943</c:v>
                </c:pt>
                <c:pt idx="6574">
                  <c:v>48944</c:v>
                </c:pt>
                <c:pt idx="6575">
                  <c:v>48945</c:v>
                </c:pt>
                <c:pt idx="6576">
                  <c:v>48946</c:v>
                </c:pt>
                <c:pt idx="6577">
                  <c:v>48947</c:v>
                </c:pt>
                <c:pt idx="6578">
                  <c:v>48948</c:v>
                </c:pt>
                <c:pt idx="6579">
                  <c:v>48949</c:v>
                </c:pt>
                <c:pt idx="6580">
                  <c:v>48950</c:v>
                </c:pt>
                <c:pt idx="6581">
                  <c:v>48951</c:v>
                </c:pt>
                <c:pt idx="6582">
                  <c:v>48952</c:v>
                </c:pt>
                <c:pt idx="6583">
                  <c:v>48953</c:v>
                </c:pt>
                <c:pt idx="6584">
                  <c:v>48954</c:v>
                </c:pt>
                <c:pt idx="6585">
                  <c:v>48955</c:v>
                </c:pt>
                <c:pt idx="6586">
                  <c:v>48956</c:v>
                </c:pt>
                <c:pt idx="6587">
                  <c:v>48957</c:v>
                </c:pt>
                <c:pt idx="6588">
                  <c:v>48958</c:v>
                </c:pt>
                <c:pt idx="6589">
                  <c:v>48959</c:v>
                </c:pt>
                <c:pt idx="6590">
                  <c:v>48960</c:v>
                </c:pt>
                <c:pt idx="6591">
                  <c:v>48961</c:v>
                </c:pt>
                <c:pt idx="6592">
                  <c:v>48962</c:v>
                </c:pt>
                <c:pt idx="6593">
                  <c:v>48963</c:v>
                </c:pt>
                <c:pt idx="6594">
                  <c:v>48964</c:v>
                </c:pt>
                <c:pt idx="6595">
                  <c:v>48965</c:v>
                </c:pt>
                <c:pt idx="6596">
                  <c:v>48966</c:v>
                </c:pt>
                <c:pt idx="6597">
                  <c:v>48967</c:v>
                </c:pt>
                <c:pt idx="6598">
                  <c:v>48968</c:v>
                </c:pt>
                <c:pt idx="6599">
                  <c:v>48969</c:v>
                </c:pt>
                <c:pt idx="6600">
                  <c:v>48970</c:v>
                </c:pt>
                <c:pt idx="6601">
                  <c:v>48971</c:v>
                </c:pt>
                <c:pt idx="6602">
                  <c:v>48972</c:v>
                </c:pt>
                <c:pt idx="6603">
                  <c:v>48973</c:v>
                </c:pt>
                <c:pt idx="6604">
                  <c:v>48974</c:v>
                </c:pt>
                <c:pt idx="6605">
                  <c:v>48975</c:v>
                </c:pt>
                <c:pt idx="6606">
                  <c:v>48976</c:v>
                </c:pt>
                <c:pt idx="6607">
                  <c:v>48977</c:v>
                </c:pt>
                <c:pt idx="6608">
                  <c:v>48978</c:v>
                </c:pt>
                <c:pt idx="6609">
                  <c:v>48979</c:v>
                </c:pt>
                <c:pt idx="6610">
                  <c:v>48980</c:v>
                </c:pt>
                <c:pt idx="6611">
                  <c:v>48981</c:v>
                </c:pt>
                <c:pt idx="6612">
                  <c:v>48982</c:v>
                </c:pt>
                <c:pt idx="6613">
                  <c:v>48983</c:v>
                </c:pt>
                <c:pt idx="6614">
                  <c:v>48984</c:v>
                </c:pt>
                <c:pt idx="6615">
                  <c:v>48985</c:v>
                </c:pt>
                <c:pt idx="6616">
                  <c:v>48986</c:v>
                </c:pt>
                <c:pt idx="6617">
                  <c:v>48987</c:v>
                </c:pt>
                <c:pt idx="6618">
                  <c:v>48988</c:v>
                </c:pt>
                <c:pt idx="6619">
                  <c:v>48989</c:v>
                </c:pt>
                <c:pt idx="6620">
                  <c:v>48990</c:v>
                </c:pt>
                <c:pt idx="6621">
                  <c:v>48991</c:v>
                </c:pt>
                <c:pt idx="6622">
                  <c:v>48992</c:v>
                </c:pt>
                <c:pt idx="6623">
                  <c:v>48993</c:v>
                </c:pt>
                <c:pt idx="6624">
                  <c:v>48994</c:v>
                </c:pt>
                <c:pt idx="6625">
                  <c:v>48995</c:v>
                </c:pt>
                <c:pt idx="6626">
                  <c:v>48996</c:v>
                </c:pt>
                <c:pt idx="6627">
                  <c:v>48997</c:v>
                </c:pt>
                <c:pt idx="6628">
                  <c:v>48998</c:v>
                </c:pt>
                <c:pt idx="6629">
                  <c:v>48999</c:v>
                </c:pt>
                <c:pt idx="6630">
                  <c:v>49000</c:v>
                </c:pt>
                <c:pt idx="6631">
                  <c:v>49001</c:v>
                </c:pt>
                <c:pt idx="6632">
                  <c:v>49002</c:v>
                </c:pt>
                <c:pt idx="6633">
                  <c:v>49003</c:v>
                </c:pt>
                <c:pt idx="6634">
                  <c:v>49004</c:v>
                </c:pt>
                <c:pt idx="6635">
                  <c:v>49005</c:v>
                </c:pt>
                <c:pt idx="6636">
                  <c:v>49006</c:v>
                </c:pt>
                <c:pt idx="6637">
                  <c:v>49007</c:v>
                </c:pt>
                <c:pt idx="6638">
                  <c:v>49008</c:v>
                </c:pt>
                <c:pt idx="6639">
                  <c:v>49009</c:v>
                </c:pt>
                <c:pt idx="6640">
                  <c:v>49010</c:v>
                </c:pt>
                <c:pt idx="6641">
                  <c:v>49011</c:v>
                </c:pt>
                <c:pt idx="6642">
                  <c:v>49012</c:v>
                </c:pt>
                <c:pt idx="6643">
                  <c:v>49013</c:v>
                </c:pt>
                <c:pt idx="6644">
                  <c:v>49014</c:v>
                </c:pt>
                <c:pt idx="6645">
                  <c:v>49015</c:v>
                </c:pt>
                <c:pt idx="6646">
                  <c:v>49016</c:v>
                </c:pt>
                <c:pt idx="6647">
                  <c:v>49017</c:v>
                </c:pt>
                <c:pt idx="6648">
                  <c:v>49018</c:v>
                </c:pt>
                <c:pt idx="6649">
                  <c:v>49019</c:v>
                </c:pt>
                <c:pt idx="6650">
                  <c:v>49020</c:v>
                </c:pt>
                <c:pt idx="6651">
                  <c:v>49021</c:v>
                </c:pt>
                <c:pt idx="6652">
                  <c:v>49022</c:v>
                </c:pt>
                <c:pt idx="6653">
                  <c:v>49023</c:v>
                </c:pt>
                <c:pt idx="6654">
                  <c:v>49024</c:v>
                </c:pt>
                <c:pt idx="6655">
                  <c:v>49025</c:v>
                </c:pt>
                <c:pt idx="6656">
                  <c:v>49026</c:v>
                </c:pt>
                <c:pt idx="6657">
                  <c:v>49027</c:v>
                </c:pt>
                <c:pt idx="6658">
                  <c:v>49028</c:v>
                </c:pt>
                <c:pt idx="6659">
                  <c:v>49029</c:v>
                </c:pt>
                <c:pt idx="6660">
                  <c:v>49030</c:v>
                </c:pt>
                <c:pt idx="6661">
                  <c:v>49031</c:v>
                </c:pt>
                <c:pt idx="6662">
                  <c:v>49032</c:v>
                </c:pt>
                <c:pt idx="6663">
                  <c:v>49033</c:v>
                </c:pt>
                <c:pt idx="6664">
                  <c:v>49034</c:v>
                </c:pt>
                <c:pt idx="6665">
                  <c:v>49035</c:v>
                </c:pt>
                <c:pt idx="6666">
                  <c:v>49036</c:v>
                </c:pt>
                <c:pt idx="6667">
                  <c:v>49037</c:v>
                </c:pt>
                <c:pt idx="6668">
                  <c:v>49038</c:v>
                </c:pt>
                <c:pt idx="6669">
                  <c:v>49039</c:v>
                </c:pt>
                <c:pt idx="6670">
                  <c:v>49040</c:v>
                </c:pt>
                <c:pt idx="6671">
                  <c:v>49041</c:v>
                </c:pt>
                <c:pt idx="6672">
                  <c:v>49042</c:v>
                </c:pt>
                <c:pt idx="6673">
                  <c:v>49043</c:v>
                </c:pt>
                <c:pt idx="6674">
                  <c:v>49044</c:v>
                </c:pt>
                <c:pt idx="6675">
                  <c:v>49045</c:v>
                </c:pt>
                <c:pt idx="6676">
                  <c:v>49046</c:v>
                </c:pt>
                <c:pt idx="6677">
                  <c:v>49047</c:v>
                </c:pt>
                <c:pt idx="6678">
                  <c:v>49048</c:v>
                </c:pt>
                <c:pt idx="6679">
                  <c:v>49049</c:v>
                </c:pt>
                <c:pt idx="6680">
                  <c:v>49050</c:v>
                </c:pt>
                <c:pt idx="6681">
                  <c:v>49051</c:v>
                </c:pt>
                <c:pt idx="6682">
                  <c:v>49052</c:v>
                </c:pt>
                <c:pt idx="6683">
                  <c:v>49053</c:v>
                </c:pt>
                <c:pt idx="6684">
                  <c:v>49054</c:v>
                </c:pt>
                <c:pt idx="6685">
                  <c:v>49055</c:v>
                </c:pt>
                <c:pt idx="6686">
                  <c:v>49056</c:v>
                </c:pt>
                <c:pt idx="6687">
                  <c:v>49057</c:v>
                </c:pt>
                <c:pt idx="6688">
                  <c:v>49058</c:v>
                </c:pt>
                <c:pt idx="6689">
                  <c:v>49059</c:v>
                </c:pt>
                <c:pt idx="6690">
                  <c:v>49060</c:v>
                </c:pt>
                <c:pt idx="6691">
                  <c:v>49061</c:v>
                </c:pt>
                <c:pt idx="6692">
                  <c:v>49062</c:v>
                </c:pt>
                <c:pt idx="6693">
                  <c:v>49063</c:v>
                </c:pt>
                <c:pt idx="6694">
                  <c:v>49064</c:v>
                </c:pt>
                <c:pt idx="6695">
                  <c:v>49065</c:v>
                </c:pt>
                <c:pt idx="6696">
                  <c:v>49066</c:v>
                </c:pt>
                <c:pt idx="6697">
                  <c:v>49067</c:v>
                </c:pt>
                <c:pt idx="6698">
                  <c:v>49068</c:v>
                </c:pt>
                <c:pt idx="6699">
                  <c:v>49069</c:v>
                </c:pt>
                <c:pt idx="6700">
                  <c:v>49070</c:v>
                </c:pt>
                <c:pt idx="6701">
                  <c:v>49071</c:v>
                </c:pt>
                <c:pt idx="6702">
                  <c:v>49072</c:v>
                </c:pt>
                <c:pt idx="6703">
                  <c:v>49073</c:v>
                </c:pt>
                <c:pt idx="6704">
                  <c:v>49074</c:v>
                </c:pt>
                <c:pt idx="6705">
                  <c:v>49075</c:v>
                </c:pt>
                <c:pt idx="6706">
                  <c:v>49076</c:v>
                </c:pt>
                <c:pt idx="6707">
                  <c:v>49077</c:v>
                </c:pt>
                <c:pt idx="6708">
                  <c:v>49078</c:v>
                </c:pt>
                <c:pt idx="6709">
                  <c:v>49079</c:v>
                </c:pt>
                <c:pt idx="6710">
                  <c:v>49080</c:v>
                </c:pt>
                <c:pt idx="6711">
                  <c:v>49081</c:v>
                </c:pt>
                <c:pt idx="6712">
                  <c:v>49082</c:v>
                </c:pt>
                <c:pt idx="6713">
                  <c:v>49083</c:v>
                </c:pt>
                <c:pt idx="6714">
                  <c:v>49084</c:v>
                </c:pt>
                <c:pt idx="6715">
                  <c:v>49085</c:v>
                </c:pt>
                <c:pt idx="6716">
                  <c:v>49086</c:v>
                </c:pt>
                <c:pt idx="6717">
                  <c:v>49087</c:v>
                </c:pt>
                <c:pt idx="6718">
                  <c:v>49088</c:v>
                </c:pt>
                <c:pt idx="6719">
                  <c:v>49089</c:v>
                </c:pt>
                <c:pt idx="6720">
                  <c:v>49090</c:v>
                </c:pt>
                <c:pt idx="6721">
                  <c:v>49091</c:v>
                </c:pt>
                <c:pt idx="6722">
                  <c:v>49092</c:v>
                </c:pt>
                <c:pt idx="6723">
                  <c:v>49093</c:v>
                </c:pt>
                <c:pt idx="6724">
                  <c:v>49094</c:v>
                </c:pt>
                <c:pt idx="6725">
                  <c:v>49095</c:v>
                </c:pt>
                <c:pt idx="6726">
                  <c:v>49096</c:v>
                </c:pt>
                <c:pt idx="6727">
                  <c:v>49097</c:v>
                </c:pt>
                <c:pt idx="6728">
                  <c:v>49098</c:v>
                </c:pt>
                <c:pt idx="6729">
                  <c:v>49099</c:v>
                </c:pt>
                <c:pt idx="6730">
                  <c:v>49100</c:v>
                </c:pt>
                <c:pt idx="6731">
                  <c:v>49101</c:v>
                </c:pt>
                <c:pt idx="6732">
                  <c:v>49102</c:v>
                </c:pt>
                <c:pt idx="6733">
                  <c:v>49103</c:v>
                </c:pt>
                <c:pt idx="6734">
                  <c:v>49104</c:v>
                </c:pt>
                <c:pt idx="6735">
                  <c:v>49105</c:v>
                </c:pt>
                <c:pt idx="6736">
                  <c:v>49106</c:v>
                </c:pt>
                <c:pt idx="6737">
                  <c:v>49107</c:v>
                </c:pt>
                <c:pt idx="6738">
                  <c:v>49108</c:v>
                </c:pt>
                <c:pt idx="6739">
                  <c:v>49109</c:v>
                </c:pt>
                <c:pt idx="6740">
                  <c:v>49110</c:v>
                </c:pt>
                <c:pt idx="6741">
                  <c:v>49111</c:v>
                </c:pt>
                <c:pt idx="6742">
                  <c:v>49112</c:v>
                </c:pt>
                <c:pt idx="6743">
                  <c:v>49113</c:v>
                </c:pt>
                <c:pt idx="6744">
                  <c:v>49114</c:v>
                </c:pt>
                <c:pt idx="6745">
                  <c:v>49115</c:v>
                </c:pt>
                <c:pt idx="6746">
                  <c:v>49116</c:v>
                </c:pt>
                <c:pt idx="6747">
                  <c:v>49117</c:v>
                </c:pt>
                <c:pt idx="6748">
                  <c:v>49118</c:v>
                </c:pt>
                <c:pt idx="6749">
                  <c:v>49119</c:v>
                </c:pt>
                <c:pt idx="6750">
                  <c:v>49120</c:v>
                </c:pt>
                <c:pt idx="6751">
                  <c:v>49121</c:v>
                </c:pt>
                <c:pt idx="6752">
                  <c:v>49122</c:v>
                </c:pt>
                <c:pt idx="6753">
                  <c:v>49123</c:v>
                </c:pt>
                <c:pt idx="6754">
                  <c:v>49124</c:v>
                </c:pt>
                <c:pt idx="6755">
                  <c:v>49125</c:v>
                </c:pt>
                <c:pt idx="6756">
                  <c:v>49126</c:v>
                </c:pt>
                <c:pt idx="6757">
                  <c:v>49127</c:v>
                </c:pt>
                <c:pt idx="6758">
                  <c:v>49128</c:v>
                </c:pt>
                <c:pt idx="6759">
                  <c:v>49129</c:v>
                </c:pt>
                <c:pt idx="6760">
                  <c:v>49130</c:v>
                </c:pt>
                <c:pt idx="6761">
                  <c:v>49131</c:v>
                </c:pt>
                <c:pt idx="6762">
                  <c:v>49132</c:v>
                </c:pt>
                <c:pt idx="6763">
                  <c:v>49133</c:v>
                </c:pt>
                <c:pt idx="6764">
                  <c:v>49134</c:v>
                </c:pt>
                <c:pt idx="6765">
                  <c:v>49135</c:v>
                </c:pt>
                <c:pt idx="6766">
                  <c:v>49136</c:v>
                </c:pt>
                <c:pt idx="6767">
                  <c:v>49137</c:v>
                </c:pt>
                <c:pt idx="6768">
                  <c:v>49138</c:v>
                </c:pt>
                <c:pt idx="6769">
                  <c:v>49139</c:v>
                </c:pt>
                <c:pt idx="6770">
                  <c:v>49140</c:v>
                </c:pt>
                <c:pt idx="6771">
                  <c:v>49141</c:v>
                </c:pt>
                <c:pt idx="6772">
                  <c:v>49142</c:v>
                </c:pt>
                <c:pt idx="6773">
                  <c:v>49143</c:v>
                </c:pt>
                <c:pt idx="6774">
                  <c:v>49144</c:v>
                </c:pt>
                <c:pt idx="6775">
                  <c:v>49145</c:v>
                </c:pt>
                <c:pt idx="6776">
                  <c:v>49146</c:v>
                </c:pt>
                <c:pt idx="6777">
                  <c:v>49147</c:v>
                </c:pt>
                <c:pt idx="6778">
                  <c:v>49148</c:v>
                </c:pt>
                <c:pt idx="6779">
                  <c:v>49149</c:v>
                </c:pt>
                <c:pt idx="6780">
                  <c:v>49150</c:v>
                </c:pt>
                <c:pt idx="6781">
                  <c:v>49151</c:v>
                </c:pt>
                <c:pt idx="6782">
                  <c:v>49152</c:v>
                </c:pt>
                <c:pt idx="6783">
                  <c:v>49153</c:v>
                </c:pt>
                <c:pt idx="6784">
                  <c:v>49154</c:v>
                </c:pt>
                <c:pt idx="6785">
                  <c:v>49155</c:v>
                </c:pt>
                <c:pt idx="6786">
                  <c:v>49156</c:v>
                </c:pt>
                <c:pt idx="6787">
                  <c:v>49157</c:v>
                </c:pt>
                <c:pt idx="6788">
                  <c:v>49158</c:v>
                </c:pt>
                <c:pt idx="6789">
                  <c:v>49159</c:v>
                </c:pt>
                <c:pt idx="6790">
                  <c:v>49160</c:v>
                </c:pt>
                <c:pt idx="6791">
                  <c:v>49161</c:v>
                </c:pt>
                <c:pt idx="6792">
                  <c:v>49162</c:v>
                </c:pt>
                <c:pt idx="6793">
                  <c:v>49163</c:v>
                </c:pt>
                <c:pt idx="6794">
                  <c:v>49164</c:v>
                </c:pt>
                <c:pt idx="6795">
                  <c:v>49165</c:v>
                </c:pt>
                <c:pt idx="6796">
                  <c:v>49166</c:v>
                </c:pt>
                <c:pt idx="6797">
                  <c:v>49167</c:v>
                </c:pt>
                <c:pt idx="6798">
                  <c:v>49168</c:v>
                </c:pt>
                <c:pt idx="6799">
                  <c:v>49169</c:v>
                </c:pt>
                <c:pt idx="6800">
                  <c:v>49170</c:v>
                </c:pt>
                <c:pt idx="6801">
                  <c:v>49171</c:v>
                </c:pt>
                <c:pt idx="6802">
                  <c:v>49172</c:v>
                </c:pt>
                <c:pt idx="6803">
                  <c:v>49173</c:v>
                </c:pt>
                <c:pt idx="6804">
                  <c:v>49174</c:v>
                </c:pt>
                <c:pt idx="6805">
                  <c:v>49175</c:v>
                </c:pt>
                <c:pt idx="6806">
                  <c:v>49176</c:v>
                </c:pt>
                <c:pt idx="6807">
                  <c:v>49177</c:v>
                </c:pt>
                <c:pt idx="6808">
                  <c:v>49178</c:v>
                </c:pt>
                <c:pt idx="6809">
                  <c:v>49179</c:v>
                </c:pt>
                <c:pt idx="6810">
                  <c:v>49180</c:v>
                </c:pt>
                <c:pt idx="6811">
                  <c:v>49181</c:v>
                </c:pt>
                <c:pt idx="6812">
                  <c:v>49182</c:v>
                </c:pt>
                <c:pt idx="6813">
                  <c:v>49183</c:v>
                </c:pt>
                <c:pt idx="6814">
                  <c:v>49184</c:v>
                </c:pt>
                <c:pt idx="6815">
                  <c:v>49185</c:v>
                </c:pt>
                <c:pt idx="6816">
                  <c:v>49186</c:v>
                </c:pt>
                <c:pt idx="6817">
                  <c:v>49187</c:v>
                </c:pt>
                <c:pt idx="6818">
                  <c:v>49188</c:v>
                </c:pt>
                <c:pt idx="6819">
                  <c:v>49189</c:v>
                </c:pt>
                <c:pt idx="6820">
                  <c:v>49190</c:v>
                </c:pt>
                <c:pt idx="6821">
                  <c:v>49191</c:v>
                </c:pt>
                <c:pt idx="6822">
                  <c:v>49192</c:v>
                </c:pt>
                <c:pt idx="6823">
                  <c:v>49193</c:v>
                </c:pt>
                <c:pt idx="6824">
                  <c:v>49194</c:v>
                </c:pt>
                <c:pt idx="6825">
                  <c:v>49195</c:v>
                </c:pt>
                <c:pt idx="6826">
                  <c:v>49196</c:v>
                </c:pt>
                <c:pt idx="6827">
                  <c:v>49197</c:v>
                </c:pt>
                <c:pt idx="6828">
                  <c:v>49198</c:v>
                </c:pt>
                <c:pt idx="6829">
                  <c:v>49199</c:v>
                </c:pt>
                <c:pt idx="6830">
                  <c:v>49200</c:v>
                </c:pt>
                <c:pt idx="6831">
                  <c:v>49201</c:v>
                </c:pt>
                <c:pt idx="6832">
                  <c:v>49202</c:v>
                </c:pt>
                <c:pt idx="6833">
                  <c:v>49203</c:v>
                </c:pt>
                <c:pt idx="6834">
                  <c:v>49204</c:v>
                </c:pt>
                <c:pt idx="6835">
                  <c:v>49205</c:v>
                </c:pt>
                <c:pt idx="6836">
                  <c:v>49206</c:v>
                </c:pt>
                <c:pt idx="6837">
                  <c:v>49207</c:v>
                </c:pt>
                <c:pt idx="6838">
                  <c:v>49208</c:v>
                </c:pt>
                <c:pt idx="6839">
                  <c:v>49209</c:v>
                </c:pt>
                <c:pt idx="6840">
                  <c:v>49210</c:v>
                </c:pt>
                <c:pt idx="6841">
                  <c:v>49211</c:v>
                </c:pt>
                <c:pt idx="6842">
                  <c:v>49212</c:v>
                </c:pt>
                <c:pt idx="6843">
                  <c:v>49213</c:v>
                </c:pt>
                <c:pt idx="6844">
                  <c:v>49214</c:v>
                </c:pt>
                <c:pt idx="6845">
                  <c:v>49215</c:v>
                </c:pt>
                <c:pt idx="6846">
                  <c:v>49216</c:v>
                </c:pt>
                <c:pt idx="6847">
                  <c:v>49217</c:v>
                </c:pt>
                <c:pt idx="6848">
                  <c:v>49218</c:v>
                </c:pt>
                <c:pt idx="6849">
                  <c:v>49219</c:v>
                </c:pt>
                <c:pt idx="6850">
                  <c:v>49220</c:v>
                </c:pt>
                <c:pt idx="6851">
                  <c:v>49221</c:v>
                </c:pt>
                <c:pt idx="6852">
                  <c:v>49222</c:v>
                </c:pt>
                <c:pt idx="6853">
                  <c:v>49223</c:v>
                </c:pt>
                <c:pt idx="6854">
                  <c:v>49224</c:v>
                </c:pt>
                <c:pt idx="6855">
                  <c:v>49225</c:v>
                </c:pt>
                <c:pt idx="6856">
                  <c:v>49226</c:v>
                </c:pt>
                <c:pt idx="6857">
                  <c:v>49227</c:v>
                </c:pt>
                <c:pt idx="6858">
                  <c:v>49228</c:v>
                </c:pt>
                <c:pt idx="6859">
                  <c:v>49229</c:v>
                </c:pt>
                <c:pt idx="6860">
                  <c:v>49230</c:v>
                </c:pt>
                <c:pt idx="6861">
                  <c:v>49231</c:v>
                </c:pt>
                <c:pt idx="6862">
                  <c:v>49232</c:v>
                </c:pt>
                <c:pt idx="6863">
                  <c:v>49233</c:v>
                </c:pt>
                <c:pt idx="6864">
                  <c:v>49234</c:v>
                </c:pt>
                <c:pt idx="6865">
                  <c:v>49235</c:v>
                </c:pt>
                <c:pt idx="6866">
                  <c:v>49236</c:v>
                </c:pt>
                <c:pt idx="6867">
                  <c:v>49237</c:v>
                </c:pt>
                <c:pt idx="6868">
                  <c:v>49238</c:v>
                </c:pt>
                <c:pt idx="6869">
                  <c:v>49239</c:v>
                </c:pt>
                <c:pt idx="6870">
                  <c:v>49240</c:v>
                </c:pt>
                <c:pt idx="6871">
                  <c:v>49241</c:v>
                </c:pt>
                <c:pt idx="6872">
                  <c:v>49242</c:v>
                </c:pt>
                <c:pt idx="6873">
                  <c:v>49243</c:v>
                </c:pt>
                <c:pt idx="6874">
                  <c:v>49244</c:v>
                </c:pt>
                <c:pt idx="6875">
                  <c:v>49245</c:v>
                </c:pt>
                <c:pt idx="6876">
                  <c:v>49246</c:v>
                </c:pt>
                <c:pt idx="6877">
                  <c:v>49247</c:v>
                </c:pt>
                <c:pt idx="6878">
                  <c:v>49248</c:v>
                </c:pt>
                <c:pt idx="6879">
                  <c:v>49249</c:v>
                </c:pt>
                <c:pt idx="6880">
                  <c:v>49250</c:v>
                </c:pt>
                <c:pt idx="6881">
                  <c:v>49251</c:v>
                </c:pt>
                <c:pt idx="6882">
                  <c:v>49252</c:v>
                </c:pt>
                <c:pt idx="6883">
                  <c:v>49253</c:v>
                </c:pt>
                <c:pt idx="6884">
                  <c:v>49254</c:v>
                </c:pt>
                <c:pt idx="6885">
                  <c:v>49255</c:v>
                </c:pt>
                <c:pt idx="6886">
                  <c:v>49256</c:v>
                </c:pt>
                <c:pt idx="6887">
                  <c:v>49257</c:v>
                </c:pt>
                <c:pt idx="6888">
                  <c:v>49258</c:v>
                </c:pt>
                <c:pt idx="6889">
                  <c:v>49259</c:v>
                </c:pt>
                <c:pt idx="6890">
                  <c:v>49260</c:v>
                </c:pt>
                <c:pt idx="6891">
                  <c:v>49261</c:v>
                </c:pt>
                <c:pt idx="6892">
                  <c:v>49262</c:v>
                </c:pt>
                <c:pt idx="6893">
                  <c:v>49263</c:v>
                </c:pt>
                <c:pt idx="6894">
                  <c:v>49264</c:v>
                </c:pt>
                <c:pt idx="6895">
                  <c:v>49265</c:v>
                </c:pt>
                <c:pt idx="6896">
                  <c:v>49266</c:v>
                </c:pt>
                <c:pt idx="6897">
                  <c:v>49267</c:v>
                </c:pt>
                <c:pt idx="6898">
                  <c:v>49268</c:v>
                </c:pt>
                <c:pt idx="6899">
                  <c:v>49269</c:v>
                </c:pt>
                <c:pt idx="6900">
                  <c:v>49270</c:v>
                </c:pt>
                <c:pt idx="6901">
                  <c:v>49271</c:v>
                </c:pt>
                <c:pt idx="6902">
                  <c:v>49272</c:v>
                </c:pt>
                <c:pt idx="6903">
                  <c:v>49273</c:v>
                </c:pt>
                <c:pt idx="6904">
                  <c:v>49274</c:v>
                </c:pt>
                <c:pt idx="6905">
                  <c:v>49275</c:v>
                </c:pt>
                <c:pt idx="6906">
                  <c:v>49276</c:v>
                </c:pt>
                <c:pt idx="6907">
                  <c:v>49277</c:v>
                </c:pt>
                <c:pt idx="6908">
                  <c:v>49278</c:v>
                </c:pt>
                <c:pt idx="6909">
                  <c:v>49279</c:v>
                </c:pt>
                <c:pt idx="6910">
                  <c:v>49280</c:v>
                </c:pt>
                <c:pt idx="6911">
                  <c:v>49281</c:v>
                </c:pt>
                <c:pt idx="6912">
                  <c:v>49282</c:v>
                </c:pt>
                <c:pt idx="6913">
                  <c:v>49283</c:v>
                </c:pt>
                <c:pt idx="6914">
                  <c:v>49284</c:v>
                </c:pt>
                <c:pt idx="6915">
                  <c:v>49285</c:v>
                </c:pt>
                <c:pt idx="6916">
                  <c:v>49286</c:v>
                </c:pt>
                <c:pt idx="6917">
                  <c:v>49287</c:v>
                </c:pt>
                <c:pt idx="6918">
                  <c:v>49288</c:v>
                </c:pt>
                <c:pt idx="6919">
                  <c:v>49289</c:v>
                </c:pt>
                <c:pt idx="6920">
                  <c:v>49290</c:v>
                </c:pt>
                <c:pt idx="6921">
                  <c:v>49291</c:v>
                </c:pt>
                <c:pt idx="6922">
                  <c:v>49292</c:v>
                </c:pt>
                <c:pt idx="6923">
                  <c:v>49293</c:v>
                </c:pt>
                <c:pt idx="6924">
                  <c:v>49294</c:v>
                </c:pt>
                <c:pt idx="6925">
                  <c:v>49295</c:v>
                </c:pt>
                <c:pt idx="6926">
                  <c:v>49296</c:v>
                </c:pt>
                <c:pt idx="6927">
                  <c:v>49297</c:v>
                </c:pt>
                <c:pt idx="6928">
                  <c:v>49298</c:v>
                </c:pt>
                <c:pt idx="6929">
                  <c:v>49299</c:v>
                </c:pt>
                <c:pt idx="6930">
                  <c:v>49300</c:v>
                </c:pt>
                <c:pt idx="6931">
                  <c:v>49301</c:v>
                </c:pt>
                <c:pt idx="6932">
                  <c:v>49302</c:v>
                </c:pt>
                <c:pt idx="6933">
                  <c:v>49303</c:v>
                </c:pt>
                <c:pt idx="6934">
                  <c:v>49304</c:v>
                </c:pt>
                <c:pt idx="6935">
                  <c:v>49305</c:v>
                </c:pt>
                <c:pt idx="6936">
                  <c:v>49306</c:v>
                </c:pt>
                <c:pt idx="6937">
                  <c:v>49307</c:v>
                </c:pt>
                <c:pt idx="6938">
                  <c:v>49308</c:v>
                </c:pt>
                <c:pt idx="6939">
                  <c:v>49309</c:v>
                </c:pt>
                <c:pt idx="6940">
                  <c:v>49310</c:v>
                </c:pt>
                <c:pt idx="6941">
                  <c:v>49311</c:v>
                </c:pt>
                <c:pt idx="6942">
                  <c:v>49312</c:v>
                </c:pt>
                <c:pt idx="6943">
                  <c:v>49313</c:v>
                </c:pt>
                <c:pt idx="6944">
                  <c:v>49314</c:v>
                </c:pt>
                <c:pt idx="6945">
                  <c:v>49315</c:v>
                </c:pt>
                <c:pt idx="6946">
                  <c:v>49316</c:v>
                </c:pt>
                <c:pt idx="6947">
                  <c:v>49317</c:v>
                </c:pt>
                <c:pt idx="6948">
                  <c:v>49318</c:v>
                </c:pt>
                <c:pt idx="6949">
                  <c:v>49319</c:v>
                </c:pt>
                <c:pt idx="6950">
                  <c:v>49320</c:v>
                </c:pt>
                <c:pt idx="6951">
                  <c:v>49321</c:v>
                </c:pt>
                <c:pt idx="6952">
                  <c:v>49322</c:v>
                </c:pt>
                <c:pt idx="6953">
                  <c:v>49323</c:v>
                </c:pt>
                <c:pt idx="6954">
                  <c:v>49324</c:v>
                </c:pt>
                <c:pt idx="6955">
                  <c:v>49325</c:v>
                </c:pt>
                <c:pt idx="6956">
                  <c:v>49326</c:v>
                </c:pt>
                <c:pt idx="6957">
                  <c:v>49327</c:v>
                </c:pt>
                <c:pt idx="6958">
                  <c:v>49328</c:v>
                </c:pt>
                <c:pt idx="6959">
                  <c:v>49329</c:v>
                </c:pt>
                <c:pt idx="6960">
                  <c:v>49330</c:v>
                </c:pt>
                <c:pt idx="6961">
                  <c:v>49331</c:v>
                </c:pt>
                <c:pt idx="6962">
                  <c:v>49332</c:v>
                </c:pt>
                <c:pt idx="6963">
                  <c:v>49333</c:v>
                </c:pt>
                <c:pt idx="6964">
                  <c:v>49334</c:v>
                </c:pt>
                <c:pt idx="6965">
                  <c:v>49335</c:v>
                </c:pt>
                <c:pt idx="6966">
                  <c:v>49336</c:v>
                </c:pt>
                <c:pt idx="6967">
                  <c:v>49337</c:v>
                </c:pt>
                <c:pt idx="6968">
                  <c:v>49338</c:v>
                </c:pt>
                <c:pt idx="6969">
                  <c:v>49339</c:v>
                </c:pt>
                <c:pt idx="6970">
                  <c:v>49340</c:v>
                </c:pt>
                <c:pt idx="6971">
                  <c:v>49341</c:v>
                </c:pt>
                <c:pt idx="6972">
                  <c:v>49342</c:v>
                </c:pt>
                <c:pt idx="6973">
                  <c:v>49343</c:v>
                </c:pt>
                <c:pt idx="6974">
                  <c:v>49344</c:v>
                </c:pt>
                <c:pt idx="6975">
                  <c:v>49345</c:v>
                </c:pt>
                <c:pt idx="6976">
                  <c:v>49346</c:v>
                </c:pt>
                <c:pt idx="6977">
                  <c:v>49347</c:v>
                </c:pt>
                <c:pt idx="6978">
                  <c:v>49348</c:v>
                </c:pt>
                <c:pt idx="6979">
                  <c:v>49349</c:v>
                </c:pt>
                <c:pt idx="6980">
                  <c:v>49350</c:v>
                </c:pt>
                <c:pt idx="6981">
                  <c:v>49351</c:v>
                </c:pt>
                <c:pt idx="6982">
                  <c:v>49352</c:v>
                </c:pt>
                <c:pt idx="6983">
                  <c:v>49353</c:v>
                </c:pt>
                <c:pt idx="6984">
                  <c:v>49354</c:v>
                </c:pt>
                <c:pt idx="6985">
                  <c:v>49355</c:v>
                </c:pt>
                <c:pt idx="6986">
                  <c:v>49356</c:v>
                </c:pt>
                <c:pt idx="6987">
                  <c:v>49357</c:v>
                </c:pt>
                <c:pt idx="6988">
                  <c:v>49358</c:v>
                </c:pt>
                <c:pt idx="6989">
                  <c:v>49359</c:v>
                </c:pt>
                <c:pt idx="6990">
                  <c:v>49360</c:v>
                </c:pt>
                <c:pt idx="6991">
                  <c:v>49361</c:v>
                </c:pt>
                <c:pt idx="6992">
                  <c:v>49362</c:v>
                </c:pt>
                <c:pt idx="6993">
                  <c:v>49363</c:v>
                </c:pt>
                <c:pt idx="6994">
                  <c:v>49364</c:v>
                </c:pt>
                <c:pt idx="6995">
                  <c:v>49365</c:v>
                </c:pt>
                <c:pt idx="6996">
                  <c:v>49366</c:v>
                </c:pt>
                <c:pt idx="6997">
                  <c:v>49367</c:v>
                </c:pt>
                <c:pt idx="6998">
                  <c:v>49368</c:v>
                </c:pt>
                <c:pt idx="6999">
                  <c:v>49369</c:v>
                </c:pt>
                <c:pt idx="7000">
                  <c:v>49370</c:v>
                </c:pt>
                <c:pt idx="7001">
                  <c:v>49371</c:v>
                </c:pt>
                <c:pt idx="7002">
                  <c:v>49372</c:v>
                </c:pt>
                <c:pt idx="7003">
                  <c:v>49373</c:v>
                </c:pt>
                <c:pt idx="7004">
                  <c:v>49374</c:v>
                </c:pt>
                <c:pt idx="7005">
                  <c:v>49375</c:v>
                </c:pt>
                <c:pt idx="7006">
                  <c:v>49376</c:v>
                </c:pt>
                <c:pt idx="7007">
                  <c:v>49377</c:v>
                </c:pt>
                <c:pt idx="7008">
                  <c:v>49378</c:v>
                </c:pt>
                <c:pt idx="7009">
                  <c:v>49379</c:v>
                </c:pt>
                <c:pt idx="7010">
                  <c:v>49380</c:v>
                </c:pt>
                <c:pt idx="7011">
                  <c:v>49381</c:v>
                </c:pt>
                <c:pt idx="7012">
                  <c:v>49382</c:v>
                </c:pt>
                <c:pt idx="7013">
                  <c:v>49383</c:v>
                </c:pt>
                <c:pt idx="7014">
                  <c:v>49384</c:v>
                </c:pt>
                <c:pt idx="7015">
                  <c:v>49385</c:v>
                </c:pt>
                <c:pt idx="7016">
                  <c:v>49386</c:v>
                </c:pt>
                <c:pt idx="7017">
                  <c:v>49387</c:v>
                </c:pt>
                <c:pt idx="7018">
                  <c:v>49388</c:v>
                </c:pt>
                <c:pt idx="7019">
                  <c:v>49389</c:v>
                </c:pt>
                <c:pt idx="7020">
                  <c:v>49390</c:v>
                </c:pt>
                <c:pt idx="7021">
                  <c:v>49391</c:v>
                </c:pt>
                <c:pt idx="7022">
                  <c:v>49392</c:v>
                </c:pt>
                <c:pt idx="7023">
                  <c:v>49393</c:v>
                </c:pt>
                <c:pt idx="7024">
                  <c:v>49394</c:v>
                </c:pt>
                <c:pt idx="7025">
                  <c:v>49395</c:v>
                </c:pt>
                <c:pt idx="7026">
                  <c:v>49396</c:v>
                </c:pt>
                <c:pt idx="7027">
                  <c:v>49397</c:v>
                </c:pt>
                <c:pt idx="7028">
                  <c:v>49398</c:v>
                </c:pt>
                <c:pt idx="7029">
                  <c:v>49399</c:v>
                </c:pt>
                <c:pt idx="7030">
                  <c:v>49400</c:v>
                </c:pt>
                <c:pt idx="7031">
                  <c:v>49401</c:v>
                </c:pt>
                <c:pt idx="7032">
                  <c:v>49402</c:v>
                </c:pt>
                <c:pt idx="7033">
                  <c:v>49403</c:v>
                </c:pt>
                <c:pt idx="7034">
                  <c:v>49404</c:v>
                </c:pt>
                <c:pt idx="7035">
                  <c:v>49405</c:v>
                </c:pt>
                <c:pt idx="7036">
                  <c:v>49406</c:v>
                </c:pt>
                <c:pt idx="7037">
                  <c:v>49407</c:v>
                </c:pt>
                <c:pt idx="7038">
                  <c:v>49408</c:v>
                </c:pt>
                <c:pt idx="7039">
                  <c:v>49409</c:v>
                </c:pt>
                <c:pt idx="7040">
                  <c:v>49410</c:v>
                </c:pt>
                <c:pt idx="7041">
                  <c:v>49411</c:v>
                </c:pt>
                <c:pt idx="7042">
                  <c:v>49412</c:v>
                </c:pt>
                <c:pt idx="7043">
                  <c:v>49413</c:v>
                </c:pt>
                <c:pt idx="7044">
                  <c:v>49414</c:v>
                </c:pt>
                <c:pt idx="7045">
                  <c:v>49415</c:v>
                </c:pt>
                <c:pt idx="7046">
                  <c:v>49416</c:v>
                </c:pt>
                <c:pt idx="7047">
                  <c:v>49417</c:v>
                </c:pt>
                <c:pt idx="7048">
                  <c:v>49418</c:v>
                </c:pt>
                <c:pt idx="7049">
                  <c:v>49419</c:v>
                </c:pt>
                <c:pt idx="7050">
                  <c:v>49420</c:v>
                </c:pt>
                <c:pt idx="7051">
                  <c:v>49421</c:v>
                </c:pt>
                <c:pt idx="7052">
                  <c:v>49422</c:v>
                </c:pt>
                <c:pt idx="7053">
                  <c:v>49423</c:v>
                </c:pt>
                <c:pt idx="7054">
                  <c:v>49424</c:v>
                </c:pt>
                <c:pt idx="7055">
                  <c:v>49425</c:v>
                </c:pt>
                <c:pt idx="7056">
                  <c:v>49426</c:v>
                </c:pt>
                <c:pt idx="7057">
                  <c:v>49427</c:v>
                </c:pt>
                <c:pt idx="7058">
                  <c:v>49428</c:v>
                </c:pt>
                <c:pt idx="7059">
                  <c:v>49429</c:v>
                </c:pt>
                <c:pt idx="7060">
                  <c:v>49430</c:v>
                </c:pt>
                <c:pt idx="7061">
                  <c:v>49431</c:v>
                </c:pt>
                <c:pt idx="7062">
                  <c:v>49432</c:v>
                </c:pt>
                <c:pt idx="7063">
                  <c:v>49433</c:v>
                </c:pt>
                <c:pt idx="7064">
                  <c:v>49434</c:v>
                </c:pt>
                <c:pt idx="7065">
                  <c:v>49435</c:v>
                </c:pt>
                <c:pt idx="7066">
                  <c:v>49436</c:v>
                </c:pt>
                <c:pt idx="7067">
                  <c:v>49437</c:v>
                </c:pt>
                <c:pt idx="7068">
                  <c:v>49438</c:v>
                </c:pt>
                <c:pt idx="7069">
                  <c:v>49439</c:v>
                </c:pt>
                <c:pt idx="7070">
                  <c:v>49440</c:v>
                </c:pt>
                <c:pt idx="7071">
                  <c:v>49441</c:v>
                </c:pt>
                <c:pt idx="7072">
                  <c:v>49442</c:v>
                </c:pt>
                <c:pt idx="7073">
                  <c:v>49443</c:v>
                </c:pt>
                <c:pt idx="7074">
                  <c:v>49444</c:v>
                </c:pt>
                <c:pt idx="7075">
                  <c:v>49445</c:v>
                </c:pt>
                <c:pt idx="7076">
                  <c:v>49446</c:v>
                </c:pt>
                <c:pt idx="7077">
                  <c:v>49447</c:v>
                </c:pt>
                <c:pt idx="7078">
                  <c:v>49448</c:v>
                </c:pt>
                <c:pt idx="7079">
                  <c:v>49449</c:v>
                </c:pt>
                <c:pt idx="7080">
                  <c:v>49450</c:v>
                </c:pt>
                <c:pt idx="7081">
                  <c:v>49451</c:v>
                </c:pt>
                <c:pt idx="7082">
                  <c:v>49452</c:v>
                </c:pt>
                <c:pt idx="7083">
                  <c:v>49453</c:v>
                </c:pt>
                <c:pt idx="7084">
                  <c:v>49454</c:v>
                </c:pt>
                <c:pt idx="7085">
                  <c:v>49455</c:v>
                </c:pt>
                <c:pt idx="7086">
                  <c:v>49456</c:v>
                </c:pt>
                <c:pt idx="7087">
                  <c:v>49457</c:v>
                </c:pt>
                <c:pt idx="7088">
                  <c:v>49458</c:v>
                </c:pt>
                <c:pt idx="7089">
                  <c:v>49459</c:v>
                </c:pt>
                <c:pt idx="7090">
                  <c:v>49460</c:v>
                </c:pt>
                <c:pt idx="7091">
                  <c:v>49461</c:v>
                </c:pt>
                <c:pt idx="7092">
                  <c:v>49462</c:v>
                </c:pt>
                <c:pt idx="7093">
                  <c:v>49463</c:v>
                </c:pt>
                <c:pt idx="7094">
                  <c:v>49464</c:v>
                </c:pt>
                <c:pt idx="7095">
                  <c:v>49465</c:v>
                </c:pt>
                <c:pt idx="7096">
                  <c:v>49466</c:v>
                </c:pt>
                <c:pt idx="7097">
                  <c:v>49467</c:v>
                </c:pt>
                <c:pt idx="7098">
                  <c:v>49468</c:v>
                </c:pt>
                <c:pt idx="7099">
                  <c:v>49469</c:v>
                </c:pt>
                <c:pt idx="7100">
                  <c:v>49470</c:v>
                </c:pt>
                <c:pt idx="7101">
                  <c:v>49471</c:v>
                </c:pt>
                <c:pt idx="7102">
                  <c:v>49472</c:v>
                </c:pt>
                <c:pt idx="7103">
                  <c:v>49473</c:v>
                </c:pt>
                <c:pt idx="7104">
                  <c:v>49474</c:v>
                </c:pt>
                <c:pt idx="7105">
                  <c:v>49475</c:v>
                </c:pt>
                <c:pt idx="7106">
                  <c:v>49476</c:v>
                </c:pt>
                <c:pt idx="7107">
                  <c:v>49477</c:v>
                </c:pt>
                <c:pt idx="7108">
                  <c:v>49478</c:v>
                </c:pt>
                <c:pt idx="7109">
                  <c:v>49479</c:v>
                </c:pt>
                <c:pt idx="7110">
                  <c:v>49480</c:v>
                </c:pt>
                <c:pt idx="7111">
                  <c:v>49481</c:v>
                </c:pt>
                <c:pt idx="7112">
                  <c:v>49482</c:v>
                </c:pt>
                <c:pt idx="7113">
                  <c:v>49483</c:v>
                </c:pt>
                <c:pt idx="7114">
                  <c:v>49484</c:v>
                </c:pt>
                <c:pt idx="7115">
                  <c:v>49485</c:v>
                </c:pt>
                <c:pt idx="7116">
                  <c:v>49486</c:v>
                </c:pt>
                <c:pt idx="7117">
                  <c:v>49487</c:v>
                </c:pt>
                <c:pt idx="7118">
                  <c:v>49488</c:v>
                </c:pt>
                <c:pt idx="7119">
                  <c:v>49489</c:v>
                </c:pt>
                <c:pt idx="7120">
                  <c:v>49490</c:v>
                </c:pt>
                <c:pt idx="7121">
                  <c:v>49491</c:v>
                </c:pt>
                <c:pt idx="7122">
                  <c:v>49492</c:v>
                </c:pt>
                <c:pt idx="7123">
                  <c:v>49493</c:v>
                </c:pt>
                <c:pt idx="7124">
                  <c:v>49494</c:v>
                </c:pt>
                <c:pt idx="7125">
                  <c:v>49495</c:v>
                </c:pt>
                <c:pt idx="7126">
                  <c:v>49496</c:v>
                </c:pt>
                <c:pt idx="7127">
                  <c:v>49497</c:v>
                </c:pt>
                <c:pt idx="7128">
                  <c:v>49498</c:v>
                </c:pt>
                <c:pt idx="7129">
                  <c:v>49499</c:v>
                </c:pt>
                <c:pt idx="7130">
                  <c:v>49500</c:v>
                </c:pt>
                <c:pt idx="7131">
                  <c:v>49501</c:v>
                </c:pt>
                <c:pt idx="7132">
                  <c:v>49502</c:v>
                </c:pt>
                <c:pt idx="7133">
                  <c:v>49503</c:v>
                </c:pt>
                <c:pt idx="7134">
                  <c:v>49504</c:v>
                </c:pt>
                <c:pt idx="7135">
                  <c:v>49505</c:v>
                </c:pt>
                <c:pt idx="7136">
                  <c:v>49506</c:v>
                </c:pt>
                <c:pt idx="7137">
                  <c:v>49507</c:v>
                </c:pt>
                <c:pt idx="7138">
                  <c:v>49508</c:v>
                </c:pt>
                <c:pt idx="7139">
                  <c:v>49509</c:v>
                </c:pt>
                <c:pt idx="7140">
                  <c:v>49510</c:v>
                </c:pt>
                <c:pt idx="7141">
                  <c:v>49511</c:v>
                </c:pt>
                <c:pt idx="7142">
                  <c:v>49512</c:v>
                </c:pt>
                <c:pt idx="7143">
                  <c:v>49513</c:v>
                </c:pt>
                <c:pt idx="7144">
                  <c:v>49514</c:v>
                </c:pt>
                <c:pt idx="7145">
                  <c:v>49515</c:v>
                </c:pt>
                <c:pt idx="7146">
                  <c:v>49516</c:v>
                </c:pt>
                <c:pt idx="7147">
                  <c:v>49517</c:v>
                </c:pt>
                <c:pt idx="7148">
                  <c:v>49518</c:v>
                </c:pt>
                <c:pt idx="7149">
                  <c:v>49519</c:v>
                </c:pt>
                <c:pt idx="7150">
                  <c:v>49520</c:v>
                </c:pt>
                <c:pt idx="7151">
                  <c:v>49521</c:v>
                </c:pt>
                <c:pt idx="7152">
                  <c:v>49522</c:v>
                </c:pt>
                <c:pt idx="7153">
                  <c:v>49523</c:v>
                </c:pt>
                <c:pt idx="7154">
                  <c:v>49524</c:v>
                </c:pt>
                <c:pt idx="7155">
                  <c:v>49525</c:v>
                </c:pt>
                <c:pt idx="7156">
                  <c:v>49526</c:v>
                </c:pt>
                <c:pt idx="7157">
                  <c:v>49527</c:v>
                </c:pt>
                <c:pt idx="7158">
                  <c:v>49528</c:v>
                </c:pt>
                <c:pt idx="7159">
                  <c:v>49529</c:v>
                </c:pt>
                <c:pt idx="7160">
                  <c:v>49530</c:v>
                </c:pt>
                <c:pt idx="7161">
                  <c:v>49531</c:v>
                </c:pt>
                <c:pt idx="7162">
                  <c:v>49532</c:v>
                </c:pt>
                <c:pt idx="7163">
                  <c:v>49533</c:v>
                </c:pt>
                <c:pt idx="7164">
                  <c:v>49534</c:v>
                </c:pt>
                <c:pt idx="7165">
                  <c:v>49535</c:v>
                </c:pt>
                <c:pt idx="7166">
                  <c:v>49536</c:v>
                </c:pt>
                <c:pt idx="7167">
                  <c:v>49537</c:v>
                </c:pt>
                <c:pt idx="7168">
                  <c:v>49538</c:v>
                </c:pt>
                <c:pt idx="7169">
                  <c:v>49539</c:v>
                </c:pt>
                <c:pt idx="7170">
                  <c:v>49540</c:v>
                </c:pt>
                <c:pt idx="7171">
                  <c:v>49541</c:v>
                </c:pt>
                <c:pt idx="7172">
                  <c:v>49542</c:v>
                </c:pt>
                <c:pt idx="7173">
                  <c:v>49543</c:v>
                </c:pt>
                <c:pt idx="7174">
                  <c:v>49544</c:v>
                </c:pt>
                <c:pt idx="7175">
                  <c:v>49545</c:v>
                </c:pt>
                <c:pt idx="7176">
                  <c:v>49546</c:v>
                </c:pt>
                <c:pt idx="7177">
                  <c:v>49547</c:v>
                </c:pt>
                <c:pt idx="7178">
                  <c:v>49548</c:v>
                </c:pt>
                <c:pt idx="7179">
                  <c:v>49549</c:v>
                </c:pt>
                <c:pt idx="7180">
                  <c:v>49550</c:v>
                </c:pt>
                <c:pt idx="7181">
                  <c:v>49551</c:v>
                </c:pt>
                <c:pt idx="7182">
                  <c:v>49552</c:v>
                </c:pt>
                <c:pt idx="7183">
                  <c:v>49553</c:v>
                </c:pt>
                <c:pt idx="7184">
                  <c:v>49554</c:v>
                </c:pt>
                <c:pt idx="7185">
                  <c:v>49555</c:v>
                </c:pt>
                <c:pt idx="7186">
                  <c:v>49556</c:v>
                </c:pt>
                <c:pt idx="7187">
                  <c:v>49557</c:v>
                </c:pt>
                <c:pt idx="7188">
                  <c:v>49558</c:v>
                </c:pt>
                <c:pt idx="7189">
                  <c:v>49559</c:v>
                </c:pt>
                <c:pt idx="7190">
                  <c:v>49560</c:v>
                </c:pt>
                <c:pt idx="7191">
                  <c:v>49561</c:v>
                </c:pt>
                <c:pt idx="7192">
                  <c:v>49562</c:v>
                </c:pt>
                <c:pt idx="7193">
                  <c:v>49563</c:v>
                </c:pt>
                <c:pt idx="7194">
                  <c:v>49564</c:v>
                </c:pt>
                <c:pt idx="7195">
                  <c:v>49565</c:v>
                </c:pt>
                <c:pt idx="7196">
                  <c:v>49566</c:v>
                </c:pt>
                <c:pt idx="7197">
                  <c:v>49567</c:v>
                </c:pt>
                <c:pt idx="7198">
                  <c:v>49568</c:v>
                </c:pt>
                <c:pt idx="7199">
                  <c:v>49569</c:v>
                </c:pt>
                <c:pt idx="7200">
                  <c:v>49570</c:v>
                </c:pt>
                <c:pt idx="7201">
                  <c:v>49571</c:v>
                </c:pt>
                <c:pt idx="7202">
                  <c:v>49572</c:v>
                </c:pt>
                <c:pt idx="7203">
                  <c:v>49573</c:v>
                </c:pt>
                <c:pt idx="7204">
                  <c:v>49574</c:v>
                </c:pt>
                <c:pt idx="7205">
                  <c:v>49575</c:v>
                </c:pt>
                <c:pt idx="7206">
                  <c:v>49576</c:v>
                </c:pt>
                <c:pt idx="7207">
                  <c:v>49577</c:v>
                </c:pt>
                <c:pt idx="7208">
                  <c:v>49578</c:v>
                </c:pt>
                <c:pt idx="7209">
                  <c:v>49579</c:v>
                </c:pt>
                <c:pt idx="7210">
                  <c:v>49580</c:v>
                </c:pt>
                <c:pt idx="7211">
                  <c:v>49581</c:v>
                </c:pt>
                <c:pt idx="7212">
                  <c:v>49582</c:v>
                </c:pt>
                <c:pt idx="7213">
                  <c:v>49583</c:v>
                </c:pt>
                <c:pt idx="7214">
                  <c:v>49584</c:v>
                </c:pt>
                <c:pt idx="7215">
                  <c:v>49585</c:v>
                </c:pt>
                <c:pt idx="7216">
                  <c:v>49586</c:v>
                </c:pt>
                <c:pt idx="7217">
                  <c:v>49587</c:v>
                </c:pt>
                <c:pt idx="7218">
                  <c:v>49588</c:v>
                </c:pt>
                <c:pt idx="7219">
                  <c:v>49589</c:v>
                </c:pt>
                <c:pt idx="7220">
                  <c:v>49590</c:v>
                </c:pt>
                <c:pt idx="7221">
                  <c:v>49591</c:v>
                </c:pt>
                <c:pt idx="7222">
                  <c:v>49592</c:v>
                </c:pt>
                <c:pt idx="7223">
                  <c:v>49593</c:v>
                </c:pt>
                <c:pt idx="7224">
                  <c:v>49594</c:v>
                </c:pt>
                <c:pt idx="7225">
                  <c:v>49595</c:v>
                </c:pt>
                <c:pt idx="7226">
                  <c:v>49596</c:v>
                </c:pt>
                <c:pt idx="7227">
                  <c:v>49597</c:v>
                </c:pt>
                <c:pt idx="7228">
                  <c:v>49598</c:v>
                </c:pt>
                <c:pt idx="7229">
                  <c:v>49599</c:v>
                </c:pt>
                <c:pt idx="7230">
                  <c:v>49600</c:v>
                </c:pt>
                <c:pt idx="7231">
                  <c:v>49601</c:v>
                </c:pt>
                <c:pt idx="7232">
                  <c:v>49602</c:v>
                </c:pt>
                <c:pt idx="7233">
                  <c:v>49603</c:v>
                </c:pt>
                <c:pt idx="7234">
                  <c:v>49604</c:v>
                </c:pt>
                <c:pt idx="7235">
                  <c:v>49605</c:v>
                </c:pt>
                <c:pt idx="7236">
                  <c:v>49606</c:v>
                </c:pt>
                <c:pt idx="7237">
                  <c:v>49607</c:v>
                </c:pt>
                <c:pt idx="7238">
                  <c:v>49608</c:v>
                </c:pt>
                <c:pt idx="7239">
                  <c:v>49609</c:v>
                </c:pt>
                <c:pt idx="7240">
                  <c:v>49610</c:v>
                </c:pt>
                <c:pt idx="7241">
                  <c:v>49611</c:v>
                </c:pt>
                <c:pt idx="7242">
                  <c:v>49612</c:v>
                </c:pt>
                <c:pt idx="7243">
                  <c:v>49613</c:v>
                </c:pt>
                <c:pt idx="7244">
                  <c:v>49614</c:v>
                </c:pt>
                <c:pt idx="7245">
                  <c:v>49615</c:v>
                </c:pt>
                <c:pt idx="7246">
                  <c:v>49616</c:v>
                </c:pt>
                <c:pt idx="7247">
                  <c:v>49617</c:v>
                </c:pt>
                <c:pt idx="7248">
                  <c:v>49618</c:v>
                </c:pt>
                <c:pt idx="7249">
                  <c:v>49619</c:v>
                </c:pt>
                <c:pt idx="7250">
                  <c:v>49620</c:v>
                </c:pt>
                <c:pt idx="7251">
                  <c:v>49621</c:v>
                </c:pt>
                <c:pt idx="7252">
                  <c:v>49622</c:v>
                </c:pt>
                <c:pt idx="7253">
                  <c:v>49623</c:v>
                </c:pt>
                <c:pt idx="7254">
                  <c:v>49624</c:v>
                </c:pt>
                <c:pt idx="7255">
                  <c:v>49625</c:v>
                </c:pt>
                <c:pt idx="7256">
                  <c:v>49626</c:v>
                </c:pt>
                <c:pt idx="7257">
                  <c:v>49627</c:v>
                </c:pt>
                <c:pt idx="7258">
                  <c:v>49628</c:v>
                </c:pt>
                <c:pt idx="7259">
                  <c:v>49629</c:v>
                </c:pt>
                <c:pt idx="7260">
                  <c:v>49630</c:v>
                </c:pt>
                <c:pt idx="7261">
                  <c:v>49631</c:v>
                </c:pt>
                <c:pt idx="7262">
                  <c:v>49632</c:v>
                </c:pt>
                <c:pt idx="7263">
                  <c:v>49633</c:v>
                </c:pt>
                <c:pt idx="7264">
                  <c:v>49634</c:v>
                </c:pt>
                <c:pt idx="7265">
                  <c:v>49635</c:v>
                </c:pt>
                <c:pt idx="7266">
                  <c:v>49636</c:v>
                </c:pt>
                <c:pt idx="7267">
                  <c:v>49637</c:v>
                </c:pt>
                <c:pt idx="7268">
                  <c:v>49638</c:v>
                </c:pt>
                <c:pt idx="7269">
                  <c:v>49639</c:v>
                </c:pt>
                <c:pt idx="7270">
                  <c:v>49640</c:v>
                </c:pt>
                <c:pt idx="7271">
                  <c:v>49641</c:v>
                </c:pt>
                <c:pt idx="7272">
                  <c:v>49642</c:v>
                </c:pt>
                <c:pt idx="7273">
                  <c:v>49643</c:v>
                </c:pt>
                <c:pt idx="7274">
                  <c:v>49644</c:v>
                </c:pt>
                <c:pt idx="7275">
                  <c:v>49645</c:v>
                </c:pt>
                <c:pt idx="7276">
                  <c:v>49646</c:v>
                </c:pt>
                <c:pt idx="7277">
                  <c:v>49647</c:v>
                </c:pt>
                <c:pt idx="7278">
                  <c:v>49648</c:v>
                </c:pt>
                <c:pt idx="7279">
                  <c:v>49649</c:v>
                </c:pt>
                <c:pt idx="7280">
                  <c:v>49650</c:v>
                </c:pt>
                <c:pt idx="7281">
                  <c:v>49651</c:v>
                </c:pt>
                <c:pt idx="7282">
                  <c:v>49652</c:v>
                </c:pt>
                <c:pt idx="7283">
                  <c:v>49653</c:v>
                </c:pt>
                <c:pt idx="7284">
                  <c:v>49654</c:v>
                </c:pt>
                <c:pt idx="7285">
                  <c:v>49655</c:v>
                </c:pt>
                <c:pt idx="7286">
                  <c:v>49656</c:v>
                </c:pt>
                <c:pt idx="7287">
                  <c:v>49657</c:v>
                </c:pt>
                <c:pt idx="7288">
                  <c:v>49658</c:v>
                </c:pt>
                <c:pt idx="7289">
                  <c:v>49659</c:v>
                </c:pt>
                <c:pt idx="7290">
                  <c:v>49660</c:v>
                </c:pt>
                <c:pt idx="7291">
                  <c:v>49661</c:v>
                </c:pt>
                <c:pt idx="7292">
                  <c:v>49662</c:v>
                </c:pt>
                <c:pt idx="7293">
                  <c:v>49663</c:v>
                </c:pt>
                <c:pt idx="7294">
                  <c:v>49664</c:v>
                </c:pt>
                <c:pt idx="7295">
                  <c:v>49665</c:v>
                </c:pt>
                <c:pt idx="7296">
                  <c:v>49666</c:v>
                </c:pt>
                <c:pt idx="7297">
                  <c:v>49667</c:v>
                </c:pt>
                <c:pt idx="7298">
                  <c:v>49668</c:v>
                </c:pt>
                <c:pt idx="7299">
                  <c:v>49669</c:v>
                </c:pt>
                <c:pt idx="7300">
                  <c:v>49670</c:v>
                </c:pt>
                <c:pt idx="7301">
                  <c:v>49671</c:v>
                </c:pt>
                <c:pt idx="7302">
                  <c:v>49672</c:v>
                </c:pt>
                <c:pt idx="7303">
                  <c:v>49673</c:v>
                </c:pt>
                <c:pt idx="7304">
                  <c:v>49674</c:v>
                </c:pt>
                <c:pt idx="7305">
                  <c:v>49675</c:v>
                </c:pt>
                <c:pt idx="7306">
                  <c:v>49676</c:v>
                </c:pt>
                <c:pt idx="7307">
                  <c:v>49677</c:v>
                </c:pt>
                <c:pt idx="7308">
                  <c:v>49678</c:v>
                </c:pt>
                <c:pt idx="7309">
                  <c:v>49679</c:v>
                </c:pt>
                <c:pt idx="7310">
                  <c:v>49680</c:v>
                </c:pt>
                <c:pt idx="7311">
                  <c:v>49681</c:v>
                </c:pt>
                <c:pt idx="7312">
                  <c:v>49682</c:v>
                </c:pt>
                <c:pt idx="7313">
                  <c:v>49683</c:v>
                </c:pt>
                <c:pt idx="7314">
                  <c:v>49684</c:v>
                </c:pt>
                <c:pt idx="7315">
                  <c:v>49685</c:v>
                </c:pt>
                <c:pt idx="7316">
                  <c:v>49686</c:v>
                </c:pt>
                <c:pt idx="7317">
                  <c:v>49687</c:v>
                </c:pt>
                <c:pt idx="7318">
                  <c:v>49688</c:v>
                </c:pt>
                <c:pt idx="7319">
                  <c:v>49689</c:v>
                </c:pt>
                <c:pt idx="7320">
                  <c:v>49690</c:v>
                </c:pt>
                <c:pt idx="7321">
                  <c:v>49691</c:v>
                </c:pt>
                <c:pt idx="7322">
                  <c:v>49692</c:v>
                </c:pt>
                <c:pt idx="7323">
                  <c:v>49693</c:v>
                </c:pt>
                <c:pt idx="7324">
                  <c:v>49694</c:v>
                </c:pt>
                <c:pt idx="7325">
                  <c:v>49695</c:v>
                </c:pt>
                <c:pt idx="7326">
                  <c:v>49696</c:v>
                </c:pt>
                <c:pt idx="7327">
                  <c:v>49697</c:v>
                </c:pt>
                <c:pt idx="7328">
                  <c:v>49698</c:v>
                </c:pt>
                <c:pt idx="7329">
                  <c:v>49699</c:v>
                </c:pt>
                <c:pt idx="7330">
                  <c:v>49700</c:v>
                </c:pt>
                <c:pt idx="7331">
                  <c:v>49701</c:v>
                </c:pt>
                <c:pt idx="7332">
                  <c:v>49702</c:v>
                </c:pt>
                <c:pt idx="7333">
                  <c:v>49703</c:v>
                </c:pt>
                <c:pt idx="7334">
                  <c:v>49704</c:v>
                </c:pt>
                <c:pt idx="7335">
                  <c:v>49705</c:v>
                </c:pt>
                <c:pt idx="7336">
                  <c:v>49706</c:v>
                </c:pt>
                <c:pt idx="7337">
                  <c:v>49707</c:v>
                </c:pt>
                <c:pt idx="7338">
                  <c:v>49708</c:v>
                </c:pt>
                <c:pt idx="7339">
                  <c:v>49709</c:v>
                </c:pt>
                <c:pt idx="7340">
                  <c:v>49710</c:v>
                </c:pt>
                <c:pt idx="7341">
                  <c:v>49711</c:v>
                </c:pt>
                <c:pt idx="7342">
                  <c:v>49712</c:v>
                </c:pt>
                <c:pt idx="7343">
                  <c:v>49713</c:v>
                </c:pt>
                <c:pt idx="7344">
                  <c:v>49714</c:v>
                </c:pt>
                <c:pt idx="7345">
                  <c:v>49715</c:v>
                </c:pt>
                <c:pt idx="7346">
                  <c:v>49716</c:v>
                </c:pt>
                <c:pt idx="7347">
                  <c:v>49717</c:v>
                </c:pt>
                <c:pt idx="7348">
                  <c:v>49718</c:v>
                </c:pt>
                <c:pt idx="7349">
                  <c:v>49719</c:v>
                </c:pt>
                <c:pt idx="7350">
                  <c:v>49720</c:v>
                </c:pt>
                <c:pt idx="7351">
                  <c:v>49721</c:v>
                </c:pt>
                <c:pt idx="7352">
                  <c:v>49722</c:v>
                </c:pt>
                <c:pt idx="7353">
                  <c:v>49723</c:v>
                </c:pt>
                <c:pt idx="7354">
                  <c:v>49724</c:v>
                </c:pt>
                <c:pt idx="7355">
                  <c:v>49725</c:v>
                </c:pt>
                <c:pt idx="7356">
                  <c:v>49726</c:v>
                </c:pt>
                <c:pt idx="7357">
                  <c:v>49727</c:v>
                </c:pt>
                <c:pt idx="7358">
                  <c:v>49728</c:v>
                </c:pt>
                <c:pt idx="7359">
                  <c:v>49729</c:v>
                </c:pt>
                <c:pt idx="7360">
                  <c:v>49730</c:v>
                </c:pt>
                <c:pt idx="7361">
                  <c:v>49731</c:v>
                </c:pt>
                <c:pt idx="7362">
                  <c:v>49732</c:v>
                </c:pt>
                <c:pt idx="7363">
                  <c:v>49733</c:v>
                </c:pt>
                <c:pt idx="7364">
                  <c:v>49734</c:v>
                </c:pt>
                <c:pt idx="7365">
                  <c:v>49735</c:v>
                </c:pt>
                <c:pt idx="7366">
                  <c:v>49736</c:v>
                </c:pt>
                <c:pt idx="7367">
                  <c:v>49737</c:v>
                </c:pt>
                <c:pt idx="7368">
                  <c:v>49738</c:v>
                </c:pt>
                <c:pt idx="7369">
                  <c:v>49739</c:v>
                </c:pt>
                <c:pt idx="7370">
                  <c:v>49740</c:v>
                </c:pt>
                <c:pt idx="7371">
                  <c:v>49741</c:v>
                </c:pt>
                <c:pt idx="7372">
                  <c:v>49742</c:v>
                </c:pt>
                <c:pt idx="7373">
                  <c:v>49743</c:v>
                </c:pt>
                <c:pt idx="7374">
                  <c:v>49744</c:v>
                </c:pt>
                <c:pt idx="7375">
                  <c:v>49745</c:v>
                </c:pt>
                <c:pt idx="7376">
                  <c:v>49746</c:v>
                </c:pt>
                <c:pt idx="7377">
                  <c:v>49747</c:v>
                </c:pt>
                <c:pt idx="7378">
                  <c:v>49748</c:v>
                </c:pt>
                <c:pt idx="7379">
                  <c:v>49749</c:v>
                </c:pt>
                <c:pt idx="7380">
                  <c:v>49750</c:v>
                </c:pt>
                <c:pt idx="7381">
                  <c:v>49751</c:v>
                </c:pt>
                <c:pt idx="7382">
                  <c:v>49752</c:v>
                </c:pt>
                <c:pt idx="7383">
                  <c:v>49753</c:v>
                </c:pt>
                <c:pt idx="7384">
                  <c:v>49754</c:v>
                </c:pt>
                <c:pt idx="7385">
                  <c:v>49755</c:v>
                </c:pt>
                <c:pt idx="7386">
                  <c:v>49756</c:v>
                </c:pt>
                <c:pt idx="7387">
                  <c:v>49757</c:v>
                </c:pt>
                <c:pt idx="7388">
                  <c:v>49758</c:v>
                </c:pt>
                <c:pt idx="7389">
                  <c:v>49759</c:v>
                </c:pt>
                <c:pt idx="7390">
                  <c:v>49760</c:v>
                </c:pt>
                <c:pt idx="7391">
                  <c:v>49761</c:v>
                </c:pt>
                <c:pt idx="7392">
                  <c:v>49762</c:v>
                </c:pt>
                <c:pt idx="7393">
                  <c:v>49763</c:v>
                </c:pt>
                <c:pt idx="7394">
                  <c:v>49764</c:v>
                </c:pt>
                <c:pt idx="7395">
                  <c:v>49765</c:v>
                </c:pt>
                <c:pt idx="7396">
                  <c:v>49766</c:v>
                </c:pt>
                <c:pt idx="7397">
                  <c:v>49767</c:v>
                </c:pt>
                <c:pt idx="7398">
                  <c:v>49768</c:v>
                </c:pt>
                <c:pt idx="7399">
                  <c:v>49769</c:v>
                </c:pt>
                <c:pt idx="7400">
                  <c:v>49770</c:v>
                </c:pt>
                <c:pt idx="7401">
                  <c:v>49771</c:v>
                </c:pt>
                <c:pt idx="7402">
                  <c:v>49772</c:v>
                </c:pt>
                <c:pt idx="7403">
                  <c:v>49773</c:v>
                </c:pt>
                <c:pt idx="7404">
                  <c:v>49774</c:v>
                </c:pt>
                <c:pt idx="7405">
                  <c:v>49775</c:v>
                </c:pt>
                <c:pt idx="7406">
                  <c:v>49776</c:v>
                </c:pt>
                <c:pt idx="7407">
                  <c:v>49777</c:v>
                </c:pt>
                <c:pt idx="7408">
                  <c:v>49778</c:v>
                </c:pt>
                <c:pt idx="7409">
                  <c:v>49779</c:v>
                </c:pt>
                <c:pt idx="7410">
                  <c:v>49780</c:v>
                </c:pt>
                <c:pt idx="7411">
                  <c:v>49781</c:v>
                </c:pt>
                <c:pt idx="7412">
                  <c:v>49782</c:v>
                </c:pt>
                <c:pt idx="7413">
                  <c:v>49783</c:v>
                </c:pt>
                <c:pt idx="7414">
                  <c:v>49784</c:v>
                </c:pt>
                <c:pt idx="7415">
                  <c:v>49785</c:v>
                </c:pt>
                <c:pt idx="7416">
                  <c:v>49786</c:v>
                </c:pt>
                <c:pt idx="7417">
                  <c:v>49787</c:v>
                </c:pt>
                <c:pt idx="7418">
                  <c:v>49788</c:v>
                </c:pt>
                <c:pt idx="7419">
                  <c:v>49789</c:v>
                </c:pt>
                <c:pt idx="7420">
                  <c:v>49790</c:v>
                </c:pt>
                <c:pt idx="7421">
                  <c:v>49791</c:v>
                </c:pt>
                <c:pt idx="7422">
                  <c:v>49792</c:v>
                </c:pt>
                <c:pt idx="7423">
                  <c:v>49793</c:v>
                </c:pt>
                <c:pt idx="7424">
                  <c:v>49794</c:v>
                </c:pt>
                <c:pt idx="7425">
                  <c:v>49795</c:v>
                </c:pt>
                <c:pt idx="7426">
                  <c:v>49796</c:v>
                </c:pt>
                <c:pt idx="7427">
                  <c:v>49797</c:v>
                </c:pt>
                <c:pt idx="7428">
                  <c:v>49798</c:v>
                </c:pt>
                <c:pt idx="7429">
                  <c:v>49799</c:v>
                </c:pt>
                <c:pt idx="7430">
                  <c:v>49800</c:v>
                </c:pt>
                <c:pt idx="7431">
                  <c:v>49801</c:v>
                </c:pt>
                <c:pt idx="7432">
                  <c:v>49802</c:v>
                </c:pt>
                <c:pt idx="7433">
                  <c:v>49803</c:v>
                </c:pt>
                <c:pt idx="7434">
                  <c:v>49804</c:v>
                </c:pt>
                <c:pt idx="7435">
                  <c:v>49805</c:v>
                </c:pt>
                <c:pt idx="7436">
                  <c:v>49806</c:v>
                </c:pt>
                <c:pt idx="7437">
                  <c:v>49807</c:v>
                </c:pt>
                <c:pt idx="7438">
                  <c:v>49808</c:v>
                </c:pt>
                <c:pt idx="7439">
                  <c:v>49809</c:v>
                </c:pt>
                <c:pt idx="7440">
                  <c:v>49810</c:v>
                </c:pt>
                <c:pt idx="7441">
                  <c:v>49811</c:v>
                </c:pt>
                <c:pt idx="7442">
                  <c:v>49812</c:v>
                </c:pt>
                <c:pt idx="7443">
                  <c:v>49813</c:v>
                </c:pt>
                <c:pt idx="7444">
                  <c:v>49814</c:v>
                </c:pt>
                <c:pt idx="7445">
                  <c:v>49815</c:v>
                </c:pt>
                <c:pt idx="7446">
                  <c:v>49816</c:v>
                </c:pt>
                <c:pt idx="7447">
                  <c:v>49817</c:v>
                </c:pt>
                <c:pt idx="7448">
                  <c:v>49818</c:v>
                </c:pt>
                <c:pt idx="7449">
                  <c:v>49819</c:v>
                </c:pt>
                <c:pt idx="7450">
                  <c:v>49820</c:v>
                </c:pt>
                <c:pt idx="7451">
                  <c:v>49821</c:v>
                </c:pt>
                <c:pt idx="7452">
                  <c:v>49822</c:v>
                </c:pt>
                <c:pt idx="7453">
                  <c:v>49823</c:v>
                </c:pt>
                <c:pt idx="7454">
                  <c:v>49824</c:v>
                </c:pt>
                <c:pt idx="7455">
                  <c:v>49825</c:v>
                </c:pt>
                <c:pt idx="7456">
                  <c:v>49826</c:v>
                </c:pt>
                <c:pt idx="7457">
                  <c:v>49827</c:v>
                </c:pt>
                <c:pt idx="7458">
                  <c:v>49828</c:v>
                </c:pt>
                <c:pt idx="7459">
                  <c:v>49829</c:v>
                </c:pt>
                <c:pt idx="7460">
                  <c:v>49830</c:v>
                </c:pt>
                <c:pt idx="7461">
                  <c:v>49831</c:v>
                </c:pt>
                <c:pt idx="7462">
                  <c:v>49832</c:v>
                </c:pt>
                <c:pt idx="7463">
                  <c:v>49833</c:v>
                </c:pt>
                <c:pt idx="7464">
                  <c:v>49834</c:v>
                </c:pt>
                <c:pt idx="7465">
                  <c:v>49835</c:v>
                </c:pt>
                <c:pt idx="7466">
                  <c:v>49836</c:v>
                </c:pt>
                <c:pt idx="7467">
                  <c:v>49837</c:v>
                </c:pt>
                <c:pt idx="7468">
                  <c:v>49838</c:v>
                </c:pt>
                <c:pt idx="7469">
                  <c:v>49839</c:v>
                </c:pt>
                <c:pt idx="7470">
                  <c:v>49840</c:v>
                </c:pt>
                <c:pt idx="7471">
                  <c:v>49841</c:v>
                </c:pt>
                <c:pt idx="7472">
                  <c:v>49842</c:v>
                </c:pt>
                <c:pt idx="7473">
                  <c:v>49843</c:v>
                </c:pt>
                <c:pt idx="7474">
                  <c:v>49844</c:v>
                </c:pt>
                <c:pt idx="7475">
                  <c:v>49845</c:v>
                </c:pt>
                <c:pt idx="7476">
                  <c:v>49846</c:v>
                </c:pt>
                <c:pt idx="7477">
                  <c:v>49847</c:v>
                </c:pt>
                <c:pt idx="7478">
                  <c:v>49848</c:v>
                </c:pt>
                <c:pt idx="7479">
                  <c:v>49849</c:v>
                </c:pt>
                <c:pt idx="7480">
                  <c:v>49850</c:v>
                </c:pt>
                <c:pt idx="7481">
                  <c:v>49851</c:v>
                </c:pt>
                <c:pt idx="7482">
                  <c:v>49852</c:v>
                </c:pt>
                <c:pt idx="7483">
                  <c:v>49853</c:v>
                </c:pt>
                <c:pt idx="7484">
                  <c:v>49854</c:v>
                </c:pt>
                <c:pt idx="7485">
                  <c:v>49855</c:v>
                </c:pt>
                <c:pt idx="7486">
                  <c:v>49856</c:v>
                </c:pt>
                <c:pt idx="7487">
                  <c:v>49857</c:v>
                </c:pt>
                <c:pt idx="7488">
                  <c:v>49858</c:v>
                </c:pt>
                <c:pt idx="7489">
                  <c:v>49859</c:v>
                </c:pt>
                <c:pt idx="7490">
                  <c:v>49860</c:v>
                </c:pt>
                <c:pt idx="7491">
                  <c:v>49861</c:v>
                </c:pt>
                <c:pt idx="7492">
                  <c:v>49862</c:v>
                </c:pt>
                <c:pt idx="7493">
                  <c:v>49863</c:v>
                </c:pt>
                <c:pt idx="7494">
                  <c:v>49864</c:v>
                </c:pt>
                <c:pt idx="7495">
                  <c:v>49865</c:v>
                </c:pt>
                <c:pt idx="7496">
                  <c:v>49866</c:v>
                </c:pt>
                <c:pt idx="7497">
                  <c:v>49867</c:v>
                </c:pt>
                <c:pt idx="7498">
                  <c:v>49868</c:v>
                </c:pt>
                <c:pt idx="7499">
                  <c:v>49869</c:v>
                </c:pt>
                <c:pt idx="7500">
                  <c:v>49870</c:v>
                </c:pt>
                <c:pt idx="7501">
                  <c:v>49871</c:v>
                </c:pt>
                <c:pt idx="7502">
                  <c:v>49872</c:v>
                </c:pt>
                <c:pt idx="7503">
                  <c:v>49873</c:v>
                </c:pt>
                <c:pt idx="7504">
                  <c:v>49874</c:v>
                </c:pt>
                <c:pt idx="7505">
                  <c:v>49875</c:v>
                </c:pt>
                <c:pt idx="7506">
                  <c:v>49876</c:v>
                </c:pt>
                <c:pt idx="7507">
                  <c:v>49877</c:v>
                </c:pt>
                <c:pt idx="7508">
                  <c:v>49878</c:v>
                </c:pt>
                <c:pt idx="7509">
                  <c:v>49879</c:v>
                </c:pt>
                <c:pt idx="7510">
                  <c:v>49880</c:v>
                </c:pt>
                <c:pt idx="7511">
                  <c:v>49881</c:v>
                </c:pt>
                <c:pt idx="7512">
                  <c:v>49882</c:v>
                </c:pt>
                <c:pt idx="7513">
                  <c:v>49883</c:v>
                </c:pt>
                <c:pt idx="7514">
                  <c:v>49884</c:v>
                </c:pt>
                <c:pt idx="7515">
                  <c:v>49885</c:v>
                </c:pt>
                <c:pt idx="7516">
                  <c:v>49886</c:v>
                </c:pt>
                <c:pt idx="7517">
                  <c:v>49887</c:v>
                </c:pt>
                <c:pt idx="7518">
                  <c:v>49888</c:v>
                </c:pt>
                <c:pt idx="7519">
                  <c:v>49889</c:v>
                </c:pt>
                <c:pt idx="7520">
                  <c:v>49890</c:v>
                </c:pt>
                <c:pt idx="7521">
                  <c:v>49891</c:v>
                </c:pt>
                <c:pt idx="7522">
                  <c:v>49892</c:v>
                </c:pt>
                <c:pt idx="7523">
                  <c:v>49893</c:v>
                </c:pt>
                <c:pt idx="7524">
                  <c:v>49894</c:v>
                </c:pt>
                <c:pt idx="7525">
                  <c:v>49895</c:v>
                </c:pt>
                <c:pt idx="7526">
                  <c:v>49896</c:v>
                </c:pt>
                <c:pt idx="7527">
                  <c:v>49897</c:v>
                </c:pt>
                <c:pt idx="7528">
                  <c:v>49898</c:v>
                </c:pt>
                <c:pt idx="7529">
                  <c:v>49899</c:v>
                </c:pt>
                <c:pt idx="7530">
                  <c:v>49900</c:v>
                </c:pt>
                <c:pt idx="7531">
                  <c:v>49901</c:v>
                </c:pt>
                <c:pt idx="7532">
                  <c:v>49902</c:v>
                </c:pt>
                <c:pt idx="7533">
                  <c:v>49903</c:v>
                </c:pt>
                <c:pt idx="7534">
                  <c:v>49904</c:v>
                </c:pt>
                <c:pt idx="7535">
                  <c:v>49905</c:v>
                </c:pt>
                <c:pt idx="7536">
                  <c:v>49906</c:v>
                </c:pt>
                <c:pt idx="7537">
                  <c:v>49907</c:v>
                </c:pt>
                <c:pt idx="7538">
                  <c:v>49908</c:v>
                </c:pt>
                <c:pt idx="7539">
                  <c:v>49909</c:v>
                </c:pt>
                <c:pt idx="7540">
                  <c:v>49910</c:v>
                </c:pt>
                <c:pt idx="7541">
                  <c:v>49911</c:v>
                </c:pt>
                <c:pt idx="7542">
                  <c:v>49912</c:v>
                </c:pt>
                <c:pt idx="7543">
                  <c:v>49913</c:v>
                </c:pt>
                <c:pt idx="7544">
                  <c:v>49914</c:v>
                </c:pt>
                <c:pt idx="7545">
                  <c:v>49915</c:v>
                </c:pt>
                <c:pt idx="7546">
                  <c:v>49916</c:v>
                </c:pt>
                <c:pt idx="7547">
                  <c:v>49917</c:v>
                </c:pt>
                <c:pt idx="7548">
                  <c:v>49918</c:v>
                </c:pt>
                <c:pt idx="7549">
                  <c:v>49919</c:v>
                </c:pt>
                <c:pt idx="7550">
                  <c:v>49920</c:v>
                </c:pt>
                <c:pt idx="7551">
                  <c:v>49921</c:v>
                </c:pt>
                <c:pt idx="7552">
                  <c:v>49922</c:v>
                </c:pt>
                <c:pt idx="7553">
                  <c:v>49923</c:v>
                </c:pt>
                <c:pt idx="7554">
                  <c:v>49924</c:v>
                </c:pt>
                <c:pt idx="7555">
                  <c:v>49925</c:v>
                </c:pt>
                <c:pt idx="7556">
                  <c:v>49926</c:v>
                </c:pt>
                <c:pt idx="7557">
                  <c:v>49927</c:v>
                </c:pt>
                <c:pt idx="7558">
                  <c:v>49928</c:v>
                </c:pt>
                <c:pt idx="7559">
                  <c:v>49929</c:v>
                </c:pt>
                <c:pt idx="7560">
                  <c:v>49930</c:v>
                </c:pt>
                <c:pt idx="7561">
                  <c:v>49931</c:v>
                </c:pt>
                <c:pt idx="7562">
                  <c:v>49932</c:v>
                </c:pt>
                <c:pt idx="7563">
                  <c:v>49933</c:v>
                </c:pt>
                <c:pt idx="7564">
                  <c:v>49934</c:v>
                </c:pt>
                <c:pt idx="7565">
                  <c:v>49935</c:v>
                </c:pt>
                <c:pt idx="7566">
                  <c:v>49936</c:v>
                </c:pt>
                <c:pt idx="7567">
                  <c:v>49937</c:v>
                </c:pt>
                <c:pt idx="7568">
                  <c:v>49938</c:v>
                </c:pt>
                <c:pt idx="7569">
                  <c:v>49939</c:v>
                </c:pt>
                <c:pt idx="7570">
                  <c:v>49940</c:v>
                </c:pt>
                <c:pt idx="7571">
                  <c:v>49941</c:v>
                </c:pt>
                <c:pt idx="7572">
                  <c:v>49942</c:v>
                </c:pt>
                <c:pt idx="7573">
                  <c:v>49943</c:v>
                </c:pt>
                <c:pt idx="7574">
                  <c:v>49944</c:v>
                </c:pt>
                <c:pt idx="7575">
                  <c:v>49945</c:v>
                </c:pt>
                <c:pt idx="7576">
                  <c:v>49946</c:v>
                </c:pt>
                <c:pt idx="7577">
                  <c:v>49947</c:v>
                </c:pt>
                <c:pt idx="7578">
                  <c:v>49948</c:v>
                </c:pt>
                <c:pt idx="7579">
                  <c:v>49949</c:v>
                </c:pt>
                <c:pt idx="7580">
                  <c:v>49950</c:v>
                </c:pt>
                <c:pt idx="7581">
                  <c:v>49951</c:v>
                </c:pt>
                <c:pt idx="7582">
                  <c:v>49952</c:v>
                </c:pt>
                <c:pt idx="7583">
                  <c:v>49953</c:v>
                </c:pt>
                <c:pt idx="7584">
                  <c:v>49954</c:v>
                </c:pt>
                <c:pt idx="7585">
                  <c:v>49955</c:v>
                </c:pt>
                <c:pt idx="7586">
                  <c:v>49956</c:v>
                </c:pt>
                <c:pt idx="7587">
                  <c:v>49957</c:v>
                </c:pt>
                <c:pt idx="7588">
                  <c:v>49958</c:v>
                </c:pt>
                <c:pt idx="7589">
                  <c:v>49959</c:v>
                </c:pt>
                <c:pt idx="7590">
                  <c:v>49960</c:v>
                </c:pt>
                <c:pt idx="7591">
                  <c:v>49961</c:v>
                </c:pt>
                <c:pt idx="7592">
                  <c:v>49962</c:v>
                </c:pt>
                <c:pt idx="7593">
                  <c:v>49963</c:v>
                </c:pt>
                <c:pt idx="7594">
                  <c:v>49964</c:v>
                </c:pt>
                <c:pt idx="7595">
                  <c:v>49965</c:v>
                </c:pt>
                <c:pt idx="7596">
                  <c:v>49966</c:v>
                </c:pt>
                <c:pt idx="7597">
                  <c:v>49967</c:v>
                </c:pt>
                <c:pt idx="7598">
                  <c:v>49968</c:v>
                </c:pt>
                <c:pt idx="7599">
                  <c:v>49969</c:v>
                </c:pt>
                <c:pt idx="7600">
                  <c:v>49970</c:v>
                </c:pt>
                <c:pt idx="7601">
                  <c:v>49971</c:v>
                </c:pt>
                <c:pt idx="7602">
                  <c:v>49972</c:v>
                </c:pt>
                <c:pt idx="7603">
                  <c:v>49973</c:v>
                </c:pt>
                <c:pt idx="7604">
                  <c:v>49974</c:v>
                </c:pt>
                <c:pt idx="7605">
                  <c:v>49975</c:v>
                </c:pt>
                <c:pt idx="7606">
                  <c:v>49976</c:v>
                </c:pt>
                <c:pt idx="7607">
                  <c:v>49977</c:v>
                </c:pt>
                <c:pt idx="7608">
                  <c:v>49978</c:v>
                </c:pt>
                <c:pt idx="7609">
                  <c:v>49979</c:v>
                </c:pt>
                <c:pt idx="7610">
                  <c:v>49980</c:v>
                </c:pt>
                <c:pt idx="7611">
                  <c:v>49981</c:v>
                </c:pt>
                <c:pt idx="7612">
                  <c:v>49982</c:v>
                </c:pt>
                <c:pt idx="7613">
                  <c:v>49983</c:v>
                </c:pt>
                <c:pt idx="7614">
                  <c:v>49984</c:v>
                </c:pt>
                <c:pt idx="7615">
                  <c:v>49985</c:v>
                </c:pt>
                <c:pt idx="7616">
                  <c:v>49986</c:v>
                </c:pt>
                <c:pt idx="7617">
                  <c:v>49987</c:v>
                </c:pt>
                <c:pt idx="7618">
                  <c:v>49988</c:v>
                </c:pt>
                <c:pt idx="7619">
                  <c:v>49989</c:v>
                </c:pt>
                <c:pt idx="7620">
                  <c:v>49990</c:v>
                </c:pt>
                <c:pt idx="7621">
                  <c:v>49991</c:v>
                </c:pt>
                <c:pt idx="7622">
                  <c:v>49992</c:v>
                </c:pt>
                <c:pt idx="7623">
                  <c:v>49993</c:v>
                </c:pt>
                <c:pt idx="7624">
                  <c:v>49994</c:v>
                </c:pt>
                <c:pt idx="7625">
                  <c:v>49995</c:v>
                </c:pt>
                <c:pt idx="7626">
                  <c:v>49996</c:v>
                </c:pt>
                <c:pt idx="7627">
                  <c:v>49997</c:v>
                </c:pt>
                <c:pt idx="7628">
                  <c:v>49998</c:v>
                </c:pt>
                <c:pt idx="7629">
                  <c:v>49999</c:v>
                </c:pt>
                <c:pt idx="7630">
                  <c:v>50000</c:v>
                </c:pt>
                <c:pt idx="7631">
                  <c:v>50001</c:v>
                </c:pt>
                <c:pt idx="7632">
                  <c:v>50002</c:v>
                </c:pt>
                <c:pt idx="7633">
                  <c:v>50003</c:v>
                </c:pt>
                <c:pt idx="7634">
                  <c:v>50004</c:v>
                </c:pt>
                <c:pt idx="7635">
                  <c:v>50005</c:v>
                </c:pt>
                <c:pt idx="7636">
                  <c:v>50006</c:v>
                </c:pt>
                <c:pt idx="7637">
                  <c:v>50007</c:v>
                </c:pt>
                <c:pt idx="7638">
                  <c:v>50008</c:v>
                </c:pt>
                <c:pt idx="7639">
                  <c:v>50009</c:v>
                </c:pt>
                <c:pt idx="7640">
                  <c:v>50010</c:v>
                </c:pt>
                <c:pt idx="7641">
                  <c:v>50011</c:v>
                </c:pt>
                <c:pt idx="7642">
                  <c:v>50012</c:v>
                </c:pt>
                <c:pt idx="7643">
                  <c:v>50013</c:v>
                </c:pt>
                <c:pt idx="7644">
                  <c:v>50014</c:v>
                </c:pt>
                <c:pt idx="7645">
                  <c:v>50015</c:v>
                </c:pt>
                <c:pt idx="7646">
                  <c:v>50016</c:v>
                </c:pt>
                <c:pt idx="7647">
                  <c:v>50017</c:v>
                </c:pt>
                <c:pt idx="7648">
                  <c:v>50018</c:v>
                </c:pt>
                <c:pt idx="7649">
                  <c:v>50019</c:v>
                </c:pt>
                <c:pt idx="7650">
                  <c:v>50020</c:v>
                </c:pt>
                <c:pt idx="7651">
                  <c:v>50021</c:v>
                </c:pt>
                <c:pt idx="7652">
                  <c:v>50022</c:v>
                </c:pt>
                <c:pt idx="7653">
                  <c:v>50023</c:v>
                </c:pt>
                <c:pt idx="7654">
                  <c:v>50024</c:v>
                </c:pt>
                <c:pt idx="7655">
                  <c:v>50025</c:v>
                </c:pt>
                <c:pt idx="7656">
                  <c:v>50026</c:v>
                </c:pt>
                <c:pt idx="7657">
                  <c:v>50027</c:v>
                </c:pt>
                <c:pt idx="7658">
                  <c:v>50028</c:v>
                </c:pt>
                <c:pt idx="7659">
                  <c:v>50029</c:v>
                </c:pt>
                <c:pt idx="7660">
                  <c:v>50030</c:v>
                </c:pt>
                <c:pt idx="7661">
                  <c:v>50031</c:v>
                </c:pt>
                <c:pt idx="7662">
                  <c:v>50032</c:v>
                </c:pt>
                <c:pt idx="7663">
                  <c:v>50033</c:v>
                </c:pt>
                <c:pt idx="7664">
                  <c:v>50034</c:v>
                </c:pt>
                <c:pt idx="7665">
                  <c:v>50035</c:v>
                </c:pt>
                <c:pt idx="7666">
                  <c:v>50036</c:v>
                </c:pt>
                <c:pt idx="7667">
                  <c:v>50037</c:v>
                </c:pt>
                <c:pt idx="7668">
                  <c:v>50038</c:v>
                </c:pt>
                <c:pt idx="7669">
                  <c:v>50039</c:v>
                </c:pt>
                <c:pt idx="7670">
                  <c:v>50040</c:v>
                </c:pt>
                <c:pt idx="7671">
                  <c:v>50041</c:v>
                </c:pt>
                <c:pt idx="7672">
                  <c:v>50042</c:v>
                </c:pt>
                <c:pt idx="7673">
                  <c:v>50043</c:v>
                </c:pt>
                <c:pt idx="7674">
                  <c:v>50044</c:v>
                </c:pt>
                <c:pt idx="7675">
                  <c:v>50045</c:v>
                </c:pt>
                <c:pt idx="7676">
                  <c:v>50046</c:v>
                </c:pt>
                <c:pt idx="7677">
                  <c:v>50047</c:v>
                </c:pt>
                <c:pt idx="7678">
                  <c:v>50048</c:v>
                </c:pt>
                <c:pt idx="7679">
                  <c:v>50049</c:v>
                </c:pt>
                <c:pt idx="7680">
                  <c:v>50050</c:v>
                </c:pt>
                <c:pt idx="7681">
                  <c:v>50051</c:v>
                </c:pt>
                <c:pt idx="7682">
                  <c:v>50052</c:v>
                </c:pt>
                <c:pt idx="7683">
                  <c:v>50053</c:v>
                </c:pt>
                <c:pt idx="7684">
                  <c:v>50054</c:v>
                </c:pt>
                <c:pt idx="7685">
                  <c:v>50055</c:v>
                </c:pt>
                <c:pt idx="7686">
                  <c:v>50056</c:v>
                </c:pt>
                <c:pt idx="7687">
                  <c:v>50057</c:v>
                </c:pt>
                <c:pt idx="7688">
                  <c:v>50058</c:v>
                </c:pt>
                <c:pt idx="7689">
                  <c:v>50059</c:v>
                </c:pt>
                <c:pt idx="7690">
                  <c:v>50060</c:v>
                </c:pt>
                <c:pt idx="7691">
                  <c:v>50061</c:v>
                </c:pt>
                <c:pt idx="7692">
                  <c:v>50062</c:v>
                </c:pt>
                <c:pt idx="7693">
                  <c:v>50063</c:v>
                </c:pt>
                <c:pt idx="7694">
                  <c:v>50064</c:v>
                </c:pt>
                <c:pt idx="7695">
                  <c:v>50065</c:v>
                </c:pt>
                <c:pt idx="7696">
                  <c:v>50066</c:v>
                </c:pt>
                <c:pt idx="7697">
                  <c:v>50067</c:v>
                </c:pt>
                <c:pt idx="7698">
                  <c:v>50068</c:v>
                </c:pt>
                <c:pt idx="7699">
                  <c:v>50069</c:v>
                </c:pt>
                <c:pt idx="7700">
                  <c:v>50070</c:v>
                </c:pt>
                <c:pt idx="7701">
                  <c:v>50071</c:v>
                </c:pt>
                <c:pt idx="7702">
                  <c:v>50072</c:v>
                </c:pt>
                <c:pt idx="7703">
                  <c:v>50073</c:v>
                </c:pt>
                <c:pt idx="7704">
                  <c:v>50074</c:v>
                </c:pt>
                <c:pt idx="7705">
                  <c:v>50075</c:v>
                </c:pt>
                <c:pt idx="7706">
                  <c:v>50076</c:v>
                </c:pt>
                <c:pt idx="7707">
                  <c:v>50077</c:v>
                </c:pt>
                <c:pt idx="7708">
                  <c:v>50078</c:v>
                </c:pt>
                <c:pt idx="7709">
                  <c:v>50079</c:v>
                </c:pt>
                <c:pt idx="7710">
                  <c:v>50080</c:v>
                </c:pt>
                <c:pt idx="7711">
                  <c:v>50081</c:v>
                </c:pt>
                <c:pt idx="7712">
                  <c:v>50082</c:v>
                </c:pt>
                <c:pt idx="7713">
                  <c:v>50083</c:v>
                </c:pt>
                <c:pt idx="7714">
                  <c:v>50084</c:v>
                </c:pt>
                <c:pt idx="7715">
                  <c:v>50085</c:v>
                </c:pt>
                <c:pt idx="7716">
                  <c:v>50086</c:v>
                </c:pt>
                <c:pt idx="7717">
                  <c:v>50087</c:v>
                </c:pt>
                <c:pt idx="7718">
                  <c:v>50088</c:v>
                </c:pt>
                <c:pt idx="7719">
                  <c:v>50089</c:v>
                </c:pt>
                <c:pt idx="7720">
                  <c:v>50090</c:v>
                </c:pt>
                <c:pt idx="7721">
                  <c:v>50091</c:v>
                </c:pt>
                <c:pt idx="7722">
                  <c:v>50092</c:v>
                </c:pt>
                <c:pt idx="7723">
                  <c:v>50093</c:v>
                </c:pt>
                <c:pt idx="7724">
                  <c:v>50094</c:v>
                </c:pt>
                <c:pt idx="7725">
                  <c:v>50095</c:v>
                </c:pt>
                <c:pt idx="7726">
                  <c:v>50096</c:v>
                </c:pt>
                <c:pt idx="7727">
                  <c:v>50097</c:v>
                </c:pt>
                <c:pt idx="7728">
                  <c:v>50098</c:v>
                </c:pt>
                <c:pt idx="7729">
                  <c:v>50099</c:v>
                </c:pt>
                <c:pt idx="7730">
                  <c:v>50100</c:v>
                </c:pt>
                <c:pt idx="7731">
                  <c:v>50101</c:v>
                </c:pt>
                <c:pt idx="7732">
                  <c:v>50102</c:v>
                </c:pt>
                <c:pt idx="7733">
                  <c:v>50103</c:v>
                </c:pt>
                <c:pt idx="7734">
                  <c:v>50104</c:v>
                </c:pt>
                <c:pt idx="7735">
                  <c:v>50105</c:v>
                </c:pt>
                <c:pt idx="7736">
                  <c:v>50106</c:v>
                </c:pt>
                <c:pt idx="7737">
                  <c:v>50107</c:v>
                </c:pt>
                <c:pt idx="7738">
                  <c:v>50108</c:v>
                </c:pt>
                <c:pt idx="7739">
                  <c:v>50109</c:v>
                </c:pt>
                <c:pt idx="7740">
                  <c:v>50110</c:v>
                </c:pt>
                <c:pt idx="7741">
                  <c:v>50111</c:v>
                </c:pt>
                <c:pt idx="7742">
                  <c:v>50112</c:v>
                </c:pt>
                <c:pt idx="7743">
                  <c:v>50113</c:v>
                </c:pt>
                <c:pt idx="7744">
                  <c:v>50114</c:v>
                </c:pt>
                <c:pt idx="7745">
                  <c:v>50115</c:v>
                </c:pt>
                <c:pt idx="7746">
                  <c:v>50116</c:v>
                </c:pt>
                <c:pt idx="7747">
                  <c:v>50117</c:v>
                </c:pt>
                <c:pt idx="7748">
                  <c:v>50118</c:v>
                </c:pt>
                <c:pt idx="7749">
                  <c:v>50119</c:v>
                </c:pt>
                <c:pt idx="7750">
                  <c:v>50120</c:v>
                </c:pt>
                <c:pt idx="7751">
                  <c:v>50121</c:v>
                </c:pt>
                <c:pt idx="7752">
                  <c:v>50122</c:v>
                </c:pt>
                <c:pt idx="7753">
                  <c:v>50123</c:v>
                </c:pt>
                <c:pt idx="7754">
                  <c:v>50124</c:v>
                </c:pt>
                <c:pt idx="7755">
                  <c:v>50125</c:v>
                </c:pt>
                <c:pt idx="7756">
                  <c:v>50126</c:v>
                </c:pt>
                <c:pt idx="7757">
                  <c:v>50127</c:v>
                </c:pt>
                <c:pt idx="7758">
                  <c:v>50128</c:v>
                </c:pt>
                <c:pt idx="7759">
                  <c:v>50129</c:v>
                </c:pt>
                <c:pt idx="7760">
                  <c:v>50130</c:v>
                </c:pt>
                <c:pt idx="7761">
                  <c:v>50131</c:v>
                </c:pt>
                <c:pt idx="7762">
                  <c:v>50132</c:v>
                </c:pt>
                <c:pt idx="7763">
                  <c:v>50133</c:v>
                </c:pt>
                <c:pt idx="7764">
                  <c:v>50134</c:v>
                </c:pt>
                <c:pt idx="7765">
                  <c:v>50135</c:v>
                </c:pt>
                <c:pt idx="7766">
                  <c:v>50136</c:v>
                </c:pt>
                <c:pt idx="7767">
                  <c:v>50137</c:v>
                </c:pt>
                <c:pt idx="7768">
                  <c:v>50138</c:v>
                </c:pt>
                <c:pt idx="7769">
                  <c:v>50139</c:v>
                </c:pt>
                <c:pt idx="7770">
                  <c:v>50140</c:v>
                </c:pt>
                <c:pt idx="7771">
                  <c:v>50141</c:v>
                </c:pt>
                <c:pt idx="7772">
                  <c:v>50142</c:v>
                </c:pt>
                <c:pt idx="7773">
                  <c:v>50143</c:v>
                </c:pt>
                <c:pt idx="7774">
                  <c:v>50144</c:v>
                </c:pt>
                <c:pt idx="7775">
                  <c:v>50145</c:v>
                </c:pt>
                <c:pt idx="7776">
                  <c:v>50146</c:v>
                </c:pt>
                <c:pt idx="7777">
                  <c:v>50147</c:v>
                </c:pt>
                <c:pt idx="7778">
                  <c:v>50148</c:v>
                </c:pt>
                <c:pt idx="7779">
                  <c:v>50149</c:v>
                </c:pt>
                <c:pt idx="7780">
                  <c:v>50150</c:v>
                </c:pt>
                <c:pt idx="7781">
                  <c:v>50151</c:v>
                </c:pt>
                <c:pt idx="7782">
                  <c:v>50152</c:v>
                </c:pt>
                <c:pt idx="7783">
                  <c:v>50153</c:v>
                </c:pt>
                <c:pt idx="7784">
                  <c:v>50154</c:v>
                </c:pt>
                <c:pt idx="7785">
                  <c:v>50155</c:v>
                </c:pt>
                <c:pt idx="7786">
                  <c:v>50156</c:v>
                </c:pt>
                <c:pt idx="7787">
                  <c:v>50157</c:v>
                </c:pt>
                <c:pt idx="7788">
                  <c:v>50158</c:v>
                </c:pt>
                <c:pt idx="7789">
                  <c:v>50159</c:v>
                </c:pt>
                <c:pt idx="7790">
                  <c:v>50160</c:v>
                </c:pt>
                <c:pt idx="7791">
                  <c:v>50161</c:v>
                </c:pt>
                <c:pt idx="7792">
                  <c:v>50162</c:v>
                </c:pt>
                <c:pt idx="7793">
                  <c:v>50163</c:v>
                </c:pt>
                <c:pt idx="7794">
                  <c:v>50164</c:v>
                </c:pt>
                <c:pt idx="7795">
                  <c:v>50165</c:v>
                </c:pt>
                <c:pt idx="7796">
                  <c:v>50166</c:v>
                </c:pt>
                <c:pt idx="7797">
                  <c:v>50167</c:v>
                </c:pt>
                <c:pt idx="7798">
                  <c:v>50168</c:v>
                </c:pt>
                <c:pt idx="7799">
                  <c:v>50169</c:v>
                </c:pt>
                <c:pt idx="7800">
                  <c:v>50170</c:v>
                </c:pt>
                <c:pt idx="7801">
                  <c:v>50171</c:v>
                </c:pt>
                <c:pt idx="7802">
                  <c:v>50172</c:v>
                </c:pt>
                <c:pt idx="7803">
                  <c:v>50173</c:v>
                </c:pt>
                <c:pt idx="7804">
                  <c:v>50174</c:v>
                </c:pt>
                <c:pt idx="7805">
                  <c:v>50175</c:v>
                </c:pt>
                <c:pt idx="7806">
                  <c:v>50176</c:v>
                </c:pt>
                <c:pt idx="7807">
                  <c:v>50177</c:v>
                </c:pt>
                <c:pt idx="7808">
                  <c:v>50178</c:v>
                </c:pt>
                <c:pt idx="7809">
                  <c:v>50179</c:v>
                </c:pt>
                <c:pt idx="7810">
                  <c:v>50180</c:v>
                </c:pt>
                <c:pt idx="7811">
                  <c:v>50181</c:v>
                </c:pt>
                <c:pt idx="7812">
                  <c:v>50182</c:v>
                </c:pt>
                <c:pt idx="7813">
                  <c:v>50183</c:v>
                </c:pt>
                <c:pt idx="7814">
                  <c:v>50184</c:v>
                </c:pt>
                <c:pt idx="7815">
                  <c:v>50185</c:v>
                </c:pt>
                <c:pt idx="7816">
                  <c:v>50186</c:v>
                </c:pt>
                <c:pt idx="7817">
                  <c:v>50187</c:v>
                </c:pt>
                <c:pt idx="7818">
                  <c:v>50188</c:v>
                </c:pt>
                <c:pt idx="7819">
                  <c:v>50189</c:v>
                </c:pt>
                <c:pt idx="7820">
                  <c:v>50190</c:v>
                </c:pt>
                <c:pt idx="7821">
                  <c:v>50191</c:v>
                </c:pt>
                <c:pt idx="7822">
                  <c:v>50192</c:v>
                </c:pt>
                <c:pt idx="7823">
                  <c:v>50193</c:v>
                </c:pt>
                <c:pt idx="7824">
                  <c:v>50194</c:v>
                </c:pt>
                <c:pt idx="7825">
                  <c:v>50195</c:v>
                </c:pt>
                <c:pt idx="7826">
                  <c:v>50196</c:v>
                </c:pt>
                <c:pt idx="7827">
                  <c:v>50197</c:v>
                </c:pt>
                <c:pt idx="7828">
                  <c:v>50198</c:v>
                </c:pt>
                <c:pt idx="7829">
                  <c:v>50199</c:v>
                </c:pt>
                <c:pt idx="7830">
                  <c:v>50200</c:v>
                </c:pt>
                <c:pt idx="7831">
                  <c:v>50201</c:v>
                </c:pt>
                <c:pt idx="7832">
                  <c:v>50202</c:v>
                </c:pt>
                <c:pt idx="7833">
                  <c:v>50203</c:v>
                </c:pt>
                <c:pt idx="7834">
                  <c:v>50204</c:v>
                </c:pt>
                <c:pt idx="7835">
                  <c:v>50205</c:v>
                </c:pt>
                <c:pt idx="7836">
                  <c:v>50206</c:v>
                </c:pt>
                <c:pt idx="7837">
                  <c:v>50207</c:v>
                </c:pt>
                <c:pt idx="7838">
                  <c:v>50208</c:v>
                </c:pt>
                <c:pt idx="7839">
                  <c:v>50209</c:v>
                </c:pt>
                <c:pt idx="7840">
                  <c:v>50210</c:v>
                </c:pt>
                <c:pt idx="7841">
                  <c:v>50211</c:v>
                </c:pt>
                <c:pt idx="7842">
                  <c:v>50212</c:v>
                </c:pt>
                <c:pt idx="7843">
                  <c:v>50213</c:v>
                </c:pt>
                <c:pt idx="7844">
                  <c:v>50214</c:v>
                </c:pt>
                <c:pt idx="7845">
                  <c:v>50215</c:v>
                </c:pt>
                <c:pt idx="7846">
                  <c:v>50216</c:v>
                </c:pt>
                <c:pt idx="7847">
                  <c:v>50217</c:v>
                </c:pt>
                <c:pt idx="7848">
                  <c:v>50218</c:v>
                </c:pt>
                <c:pt idx="7849">
                  <c:v>50219</c:v>
                </c:pt>
                <c:pt idx="7850">
                  <c:v>50220</c:v>
                </c:pt>
                <c:pt idx="7851">
                  <c:v>50221</c:v>
                </c:pt>
                <c:pt idx="7852">
                  <c:v>50222</c:v>
                </c:pt>
                <c:pt idx="7853">
                  <c:v>50223</c:v>
                </c:pt>
                <c:pt idx="7854">
                  <c:v>50224</c:v>
                </c:pt>
                <c:pt idx="7855">
                  <c:v>50225</c:v>
                </c:pt>
                <c:pt idx="7856">
                  <c:v>50226</c:v>
                </c:pt>
                <c:pt idx="7857">
                  <c:v>50227</c:v>
                </c:pt>
                <c:pt idx="7858">
                  <c:v>50228</c:v>
                </c:pt>
                <c:pt idx="7859">
                  <c:v>50229</c:v>
                </c:pt>
                <c:pt idx="7860">
                  <c:v>50230</c:v>
                </c:pt>
                <c:pt idx="7861">
                  <c:v>50231</c:v>
                </c:pt>
                <c:pt idx="7862">
                  <c:v>50232</c:v>
                </c:pt>
                <c:pt idx="7863">
                  <c:v>50233</c:v>
                </c:pt>
                <c:pt idx="7864">
                  <c:v>50234</c:v>
                </c:pt>
                <c:pt idx="7865">
                  <c:v>50235</c:v>
                </c:pt>
                <c:pt idx="7866">
                  <c:v>50236</c:v>
                </c:pt>
                <c:pt idx="7867">
                  <c:v>50237</c:v>
                </c:pt>
                <c:pt idx="7868">
                  <c:v>50238</c:v>
                </c:pt>
                <c:pt idx="7869">
                  <c:v>50239</c:v>
                </c:pt>
                <c:pt idx="7870">
                  <c:v>50240</c:v>
                </c:pt>
                <c:pt idx="7871">
                  <c:v>50241</c:v>
                </c:pt>
                <c:pt idx="7872">
                  <c:v>50242</c:v>
                </c:pt>
                <c:pt idx="7873">
                  <c:v>50243</c:v>
                </c:pt>
                <c:pt idx="7874">
                  <c:v>50244</c:v>
                </c:pt>
                <c:pt idx="7875">
                  <c:v>50245</c:v>
                </c:pt>
                <c:pt idx="7876">
                  <c:v>50246</c:v>
                </c:pt>
                <c:pt idx="7877">
                  <c:v>50247</c:v>
                </c:pt>
                <c:pt idx="7878">
                  <c:v>50248</c:v>
                </c:pt>
                <c:pt idx="7879">
                  <c:v>50249</c:v>
                </c:pt>
                <c:pt idx="7880">
                  <c:v>50250</c:v>
                </c:pt>
                <c:pt idx="7881">
                  <c:v>50251</c:v>
                </c:pt>
                <c:pt idx="7882">
                  <c:v>50252</c:v>
                </c:pt>
                <c:pt idx="7883">
                  <c:v>50253</c:v>
                </c:pt>
                <c:pt idx="7884">
                  <c:v>50254</c:v>
                </c:pt>
                <c:pt idx="7885">
                  <c:v>50255</c:v>
                </c:pt>
                <c:pt idx="7886">
                  <c:v>50256</c:v>
                </c:pt>
                <c:pt idx="7887">
                  <c:v>50257</c:v>
                </c:pt>
                <c:pt idx="7888">
                  <c:v>50258</c:v>
                </c:pt>
                <c:pt idx="7889">
                  <c:v>50259</c:v>
                </c:pt>
                <c:pt idx="7890">
                  <c:v>50260</c:v>
                </c:pt>
                <c:pt idx="7891">
                  <c:v>50261</c:v>
                </c:pt>
                <c:pt idx="7892">
                  <c:v>50262</c:v>
                </c:pt>
                <c:pt idx="7893">
                  <c:v>50263</c:v>
                </c:pt>
                <c:pt idx="7894">
                  <c:v>50264</c:v>
                </c:pt>
                <c:pt idx="7895">
                  <c:v>50265</c:v>
                </c:pt>
                <c:pt idx="7896">
                  <c:v>50266</c:v>
                </c:pt>
                <c:pt idx="7897">
                  <c:v>50267</c:v>
                </c:pt>
                <c:pt idx="7898">
                  <c:v>50268</c:v>
                </c:pt>
                <c:pt idx="7899">
                  <c:v>50269</c:v>
                </c:pt>
                <c:pt idx="7900">
                  <c:v>50270</c:v>
                </c:pt>
                <c:pt idx="7901">
                  <c:v>50271</c:v>
                </c:pt>
                <c:pt idx="7902">
                  <c:v>50272</c:v>
                </c:pt>
                <c:pt idx="7903">
                  <c:v>50273</c:v>
                </c:pt>
                <c:pt idx="7904">
                  <c:v>50274</c:v>
                </c:pt>
                <c:pt idx="7905">
                  <c:v>50275</c:v>
                </c:pt>
                <c:pt idx="7906">
                  <c:v>50276</c:v>
                </c:pt>
                <c:pt idx="7907">
                  <c:v>50277</c:v>
                </c:pt>
                <c:pt idx="7908">
                  <c:v>50278</c:v>
                </c:pt>
                <c:pt idx="7909">
                  <c:v>50279</c:v>
                </c:pt>
                <c:pt idx="7910">
                  <c:v>50280</c:v>
                </c:pt>
                <c:pt idx="7911">
                  <c:v>50281</c:v>
                </c:pt>
                <c:pt idx="7912">
                  <c:v>50282</c:v>
                </c:pt>
                <c:pt idx="7913">
                  <c:v>50283</c:v>
                </c:pt>
                <c:pt idx="7914">
                  <c:v>50284</c:v>
                </c:pt>
                <c:pt idx="7915">
                  <c:v>50285</c:v>
                </c:pt>
                <c:pt idx="7916">
                  <c:v>50286</c:v>
                </c:pt>
                <c:pt idx="7917">
                  <c:v>50287</c:v>
                </c:pt>
                <c:pt idx="7918">
                  <c:v>50288</c:v>
                </c:pt>
                <c:pt idx="7919">
                  <c:v>50289</c:v>
                </c:pt>
                <c:pt idx="7920">
                  <c:v>50290</c:v>
                </c:pt>
                <c:pt idx="7921">
                  <c:v>50291</c:v>
                </c:pt>
                <c:pt idx="7922">
                  <c:v>50292</c:v>
                </c:pt>
                <c:pt idx="7923">
                  <c:v>50293</c:v>
                </c:pt>
                <c:pt idx="7924">
                  <c:v>50294</c:v>
                </c:pt>
                <c:pt idx="7925">
                  <c:v>50295</c:v>
                </c:pt>
                <c:pt idx="7926">
                  <c:v>50296</c:v>
                </c:pt>
                <c:pt idx="7927">
                  <c:v>50297</c:v>
                </c:pt>
                <c:pt idx="7928">
                  <c:v>50298</c:v>
                </c:pt>
                <c:pt idx="7929">
                  <c:v>50299</c:v>
                </c:pt>
                <c:pt idx="7930">
                  <c:v>50300</c:v>
                </c:pt>
                <c:pt idx="7931">
                  <c:v>50301</c:v>
                </c:pt>
                <c:pt idx="7932">
                  <c:v>50302</c:v>
                </c:pt>
                <c:pt idx="7933">
                  <c:v>50303</c:v>
                </c:pt>
                <c:pt idx="7934">
                  <c:v>50304</c:v>
                </c:pt>
                <c:pt idx="7935">
                  <c:v>50305</c:v>
                </c:pt>
                <c:pt idx="7936">
                  <c:v>50306</c:v>
                </c:pt>
                <c:pt idx="7937">
                  <c:v>50307</c:v>
                </c:pt>
                <c:pt idx="7938">
                  <c:v>50308</c:v>
                </c:pt>
                <c:pt idx="7939">
                  <c:v>50309</c:v>
                </c:pt>
                <c:pt idx="7940">
                  <c:v>50310</c:v>
                </c:pt>
                <c:pt idx="7941">
                  <c:v>50311</c:v>
                </c:pt>
                <c:pt idx="7942">
                  <c:v>50312</c:v>
                </c:pt>
                <c:pt idx="7943">
                  <c:v>50313</c:v>
                </c:pt>
                <c:pt idx="7944">
                  <c:v>50314</c:v>
                </c:pt>
                <c:pt idx="7945">
                  <c:v>50315</c:v>
                </c:pt>
                <c:pt idx="7946">
                  <c:v>50316</c:v>
                </c:pt>
                <c:pt idx="7947">
                  <c:v>50317</c:v>
                </c:pt>
                <c:pt idx="7948">
                  <c:v>50318</c:v>
                </c:pt>
                <c:pt idx="7949">
                  <c:v>50319</c:v>
                </c:pt>
                <c:pt idx="7950">
                  <c:v>50320</c:v>
                </c:pt>
                <c:pt idx="7951">
                  <c:v>50321</c:v>
                </c:pt>
                <c:pt idx="7952">
                  <c:v>50322</c:v>
                </c:pt>
                <c:pt idx="7953">
                  <c:v>50323</c:v>
                </c:pt>
                <c:pt idx="7954">
                  <c:v>50324</c:v>
                </c:pt>
                <c:pt idx="7955">
                  <c:v>50325</c:v>
                </c:pt>
                <c:pt idx="7956">
                  <c:v>50326</c:v>
                </c:pt>
                <c:pt idx="7957">
                  <c:v>50327</c:v>
                </c:pt>
                <c:pt idx="7958">
                  <c:v>50328</c:v>
                </c:pt>
                <c:pt idx="7959">
                  <c:v>50329</c:v>
                </c:pt>
                <c:pt idx="7960">
                  <c:v>50330</c:v>
                </c:pt>
                <c:pt idx="7961">
                  <c:v>50331</c:v>
                </c:pt>
                <c:pt idx="7962">
                  <c:v>50332</c:v>
                </c:pt>
                <c:pt idx="7963">
                  <c:v>50333</c:v>
                </c:pt>
                <c:pt idx="7964">
                  <c:v>50334</c:v>
                </c:pt>
                <c:pt idx="7965">
                  <c:v>50335</c:v>
                </c:pt>
                <c:pt idx="7966">
                  <c:v>50336</c:v>
                </c:pt>
                <c:pt idx="7967">
                  <c:v>50337</c:v>
                </c:pt>
                <c:pt idx="7968">
                  <c:v>50338</c:v>
                </c:pt>
                <c:pt idx="7969">
                  <c:v>50339</c:v>
                </c:pt>
                <c:pt idx="7970">
                  <c:v>50340</c:v>
                </c:pt>
                <c:pt idx="7971">
                  <c:v>50341</c:v>
                </c:pt>
                <c:pt idx="7972">
                  <c:v>50342</c:v>
                </c:pt>
                <c:pt idx="7973">
                  <c:v>50343</c:v>
                </c:pt>
                <c:pt idx="7974">
                  <c:v>50344</c:v>
                </c:pt>
                <c:pt idx="7975">
                  <c:v>50345</c:v>
                </c:pt>
                <c:pt idx="7976">
                  <c:v>50346</c:v>
                </c:pt>
                <c:pt idx="7977">
                  <c:v>50347</c:v>
                </c:pt>
                <c:pt idx="7978">
                  <c:v>50348</c:v>
                </c:pt>
                <c:pt idx="7979">
                  <c:v>50349</c:v>
                </c:pt>
                <c:pt idx="7980">
                  <c:v>50350</c:v>
                </c:pt>
                <c:pt idx="7981">
                  <c:v>50351</c:v>
                </c:pt>
                <c:pt idx="7982">
                  <c:v>50352</c:v>
                </c:pt>
                <c:pt idx="7983">
                  <c:v>50353</c:v>
                </c:pt>
                <c:pt idx="7984">
                  <c:v>50354</c:v>
                </c:pt>
                <c:pt idx="7985">
                  <c:v>50355</c:v>
                </c:pt>
                <c:pt idx="7986">
                  <c:v>50356</c:v>
                </c:pt>
                <c:pt idx="7987">
                  <c:v>50357</c:v>
                </c:pt>
                <c:pt idx="7988">
                  <c:v>50358</c:v>
                </c:pt>
                <c:pt idx="7989">
                  <c:v>50359</c:v>
                </c:pt>
                <c:pt idx="7990">
                  <c:v>50360</c:v>
                </c:pt>
                <c:pt idx="7991">
                  <c:v>50361</c:v>
                </c:pt>
                <c:pt idx="7992">
                  <c:v>50362</c:v>
                </c:pt>
                <c:pt idx="7993">
                  <c:v>50363</c:v>
                </c:pt>
                <c:pt idx="7994">
                  <c:v>50364</c:v>
                </c:pt>
                <c:pt idx="7995">
                  <c:v>50365</c:v>
                </c:pt>
                <c:pt idx="7996">
                  <c:v>50366</c:v>
                </c:pt>
                <c:pt idx="7997">
                  <c:v>50367</c:v>
                </c:pt>
                <c:pt idx="7998">
                  <c:v>50368</c:v>
                </c:pt>
                <c:pt idx="7999">
                  <c:v>50369</c:v>
                </c:pt>
                <c:pt idx="8000">
                  <c:v>50370</c:v>
                </c:pt>
                <c:pt idx="8001">
                  <c:v>50371</c:v>
                </c:pt>
                <c:pt idx="8002">
                  <c:v>50372</c:v>
                </c:pt>
                <c:pt idx="8003">
                  <c:v>50373</c:v>
                </c:pt>
                <c:pt idx="8004">
                  <c:v>50374</c:v>
                </c:pt>
                <c:pt idx="8005">
                  <c:v>50375</c:v>
                </c:pt>
                <c:pt idx="8006">
                  <c:v>50376</c:v>
                </c:pt>
                <c:pt idx="8007">
                  <c:v>50377</c:v>
                </c:pt>
                <c:pt idx="8008">
                  <c:v>50378</c:v>
                </c:pt>
                <c:pt idx="8009">
                  <c:v>50379</c:v>
                </c:pt>
                <c:pt idx="8010">
                  <c:v>50380</c:v>
                </c:pt>
                <c:pt idx="8011">
                  <c:v>50381</c:v>
                </c:pt>
                <c:pt idx="8012">
                  <c:v>50382</c:v>
                </c:pt>
                <c:pt idx="8013">
                  <c:v>50383</c:v>
                </c:pt>
                <c:pt idx="8014">
                  <c:v>50384</c:v>
                </c:pt>
                <c:pt idx="8015">
                  <c:v>50385</c:v>
                </c:pt>
                <c:pt idx="8016">
                  <c:v>50386</c:v>
                </c:pt>
                <c:pt idx="8017">
                  <c:v>50387</c:v>
                </c:pt>
                <c:pt idx="8018">
                  <c:v>50388</c:v>
                </c:pt>
                <c:pt idx="8019">
                  <c:v>50389</c:v>
                </c:pt>
                <c:pt idx="8020">
                  <c:v>50390</c:v>
                </c:pt>
                <c:pt idx="8021">
                  <c:v>50391</c:v>
                </c:pt>
                <c:pt idx="8022">
                  <c:v>50392</c:v>
                </c:pt>
                <c:pt idx="8023">
                  <c:v>50393</c:v>
                </c:pt>
                <c:pt idx="8024">
                  <c:v>50394</c:v>
                </c:pt>
                <c:pt idx="8025">
                  <c:v>50395</c:v>
                </c:pt>
                <c:pt idx="8026">
                  <c:v>50396</c:v>
                </c:pt>
                <c:pt idx="8027">
                  <c:v>50397</c:v>
                </c:pt>
                <c:pt idx="8028">
                  <c:v>50398</c:v>
                </c:pt>
                <c:pt idx="8029">
                  <c:v>50399</c:v>
                </c:pt>
                <c:pt idx="8030">
                  <c:v>50400</c:v>
                </c:pt>
                <c:pt idx="8031">
                  <c:v>50401</c:v>
                </c:pt>
                <c:pt idx="8032">
                  <c:v>50402</c:v>
                </c:pt>
                <c:pt idx="8033">
                  <c:v>50403</c:v>
                </c:pt>
                <c:pt idx="8034">
                  <c:v>50404</c:v>
                </c:pt>
                <c:pt idx="8035">
                  <c:v>50405</c:v>
                </c:pt>
                <c:pt idx="8036">
                  <c:v>50406</c:v>
                </c:pt>
                <c:pt idx="8037">
                  <c:v>50407</c:v>
                </c:pt>
                <c:pt idx="8038">
                  <c:v>50408</c:v>
                </c:pt>
                <c:pt idx="8039">
                  <c:v>50409</c:v>
                </c:pt>
                <c:pt idx="8040">
                  <c:v>50410</c:v>
                </c:pt>
                <c:pt idx="8041">
                  <c:v>50411</c:v>
                </c:pt>
                <c:pt idx="8042">
                  <c:v>50412</c:v>
                </c:pt>
                <c:pt idx="8043">
                  <c:v>50413</c:v>
                </c:pt>
                <c:pt idx="8044">
                  <c:v>50414</c:v>
                </c:pt>
                <c:pt idx="8045">
                  <c:v>50415</c:v>
                </c:pt>
                <c:pt idx="8046">
                  <c:v>50416</c:v>
                </c:pt>
                <c:pt idx="8047">
                  <c:v>50417</c:v>
                </c:pt>
                <c:pt idx="8048">
                  <c:v>50418</c:v>
                </c:pt>
                <c:pt idx="8049">
                  <c:v>50419</c:v>
                </c:pt>
                <c:pt idx="8050">
                  <c:v>50420</c:v>
                </c:pt>
                <c:pt idx="8051">
                  <c:v>50421</c:v>
                </c:pt>
                <c:pt idx="8052">
                  <c:v>50422</c:v>
                </c:pt>
                <c:pt idx="8053">
                  <c:v>50423</c:v>
                </c:pt>
                <c:pt idx="8054">
                  <c:v>50424</c:v>
                </c:pt>
                <c:pt idx="8055">
                  <c:v>50425</c:v>
                </c:pt>
                <c:pt idx="8056">
                  <c:v>50426</c:v>
                </c:pt>
                <c:pt idx="8057">
                  <c:v>50427</c:v>
                </c:pt>
                <c:pt idx="8058">
                  <c:v>50428</c:v>
                </c:pt>
                <c:pt idx="8059">
                  <c:v>50429</c:v>
                </c:pt>
                <c:pt idx="8060">
                  <c:v>50430</c:v>
                </c:pt>
                <c:pt idx="8061">
                  <c:v>50431</c:v>
                </c:pt>
                <c:pt idx="8062">
                  <c:v>50432</c:v>
                </c:pt>
                <c:pt idx="8063">
                  <c:v>50433</c:v>
                </c:pt>
                <c:pt idx="8064">
                  <c:v>50434</c:v>
                </c:pt>
                <c:pt idx="8065">
                  <c:v>50435</c:v>
                </c:pt>
                <c:pt idx="8066">
                  <c:v>50436</c:v>
                </c:pt>
                <c:pt idx="8067">
                  <c:v>50437</c:v>
                </c:pt>
                <c:pt idx="8068">
                  <c:v>50438</c:v>
                </c:pt>
                <c:pt idx="8069">
                  <c:v>50439</c:v>
                </c:pt>
                <c:pt idx="8070">
                  <c:v>50440</c:v>
                </c:pt>
                <c:pt idx="8071">
                  <c:v>50441</c:v>
                </c:pt>
                <c:pt idx="8072">
                  <c:v>50442</c:v>
                </c:pt>
                <c:pt idx="8073">
                  <c:v>50443</c:v>
                </c:pt>
                <c:pt idx="8074">
                  <c:v>50444</c:v>
                </c:pt>
                <c:pt idx="8075">
                  <c:v>50445</c:v>
                </c:pt>
                <c:pt idx="8076">
                  <c:v>50446</c:v>
                </c:pt>
                <c:pt idx="8077">
                  <c:v>50447</c:v>
                </c:pt>
                <c:pt idx="8078">
                  <c:v>50448</c:v>
                </c:pt>
                <c:pt idx="8079">
                  <c:v>50449</c:v>
                </c:pt>
                <c:pt idx="8080">
                  <c:v>50450</c:v>
                </c:pt>
                <c:pt idx="8081">
                  <c:v>50451</c:v>
                </c:pt>
                <c:pt idx="8082">
                  <c:v>50452</c:v>
                </c:pt>
                <c:pt idx="8083">
                  <c:v>50453</c:v>
                </c:pt>
                <c:pt idx="8084">
                  <c:v>50454</c:v>
                </c:pt>
                <c:pt idx="8085">
                  <c:v>50455</c:v>
                </c:pt>
                <c:pt idx="8086">
                  <c:v>50456</c:v>
                </c:pt>
                <c:pt idx="8087">
                  <c:v>50457</c:v>
                </c:pt>
                <c:pt idx="8088">
                  <c:v>50458</c:v>
                </c:pt>
                <c:pt idx="8089">
                  <c:v>50459</c:v>
                </c:pt>
                <c:pt idx="8090">
                  <c:v>50460</c:v>
                </c:pt>
                <c:pt idx="8091">
                  <c:v>50461</c:v>
                </c:pt>
                <c:pt idx="8092">
                  <c:v>50462</c:v>
                </c:pt>
                <c:pt idx="8093">
                  <c:v>50463</c:v>
                </c:pt>
                <c:pt idx="8094">
                  <c:v>50464</c:v>
                </c:pt>
                <c:pt idx="8095">
                  <c:v>50465</c:v>
                </c:pt>
                <c:pt idx="8096">
                  <c:v>50466</c:v>
                </c:pt>
                <c:pt idx="8097">
                  <c:v>50467</c:v>
                </c:pt>
                <c:pt idx="8098">
                  <c:v>50468</c:v>
                </c:pt>
                <c:pt idx="8099">
                  <c:v>50469</c:v>
                </c:pt>
                <c:pt idx="8100">
                  <c:v>50470</c:v>
                </c:pt>
                <c:pt idx="8101">
                  <c:v>50471</c:v>
                </c:pt>
                <c:pt idx="8102">
                  <c:v>50472</c:v>
                </c:pt>
                <c:pt idx="8103">
                  <c:v>50473</c:v>
                </c:pt>
                <c:pt idx="8104">
                  <c:v>50474</c:v>
                </c:pt>
                <c:pt idx="8105">
                  <c:v>50475</c:v>
                </c:pt>
                <c:pt idx="8106">
                  <c:v>50476</c:v>
                </c:pt>
                <c:pt idx="8107">
                  <c:v>50477</c:v>
                </c:pt>
                <c:pt idx="8108">
                  <c:v>50478</c:v>
                </c:pt>
                <c:pt idx="8109">
                  <c:v>50479</c:v>
                </c:pt>
                <c:pt idx="8110">
                  <c:v>50480</c:v>
                </c:pt>
                <c:pt idx="8111">
                  <c:v>50481</c:v>
                </c:pt>
                <c:pt idx="8112">
                  <c:v>50482</c:v>
                </c:pt>
                <c:pt idx="8113">
                  <c:v>50483</c:v>
                </c:pt>
                <c:pt idx="8114">
                  <c:v>50484</c:v>
                </c:pt>
                <c:pt idx="8115">
                  <c:v>50485</c:v>
                </c:pt>
                <c:pt idx="8116">
                  <c:v>50486</c:v>
                </c:pt>
                <c:pt idx="8117">
                  <c:v>50487</c:v>
                </c:pt>
                <c:pt idx="8118">
                  <c:v>50488</c:v>
                </c:pt>
                <c:pt idx="8119">
                  <c:v>50489</c:v>
                </c:pt>
                <c:pt idx="8120">
                  <c:v>50490</c:v>
                </c:pt>
                <c:pt idx="8121">
                  <c:v>50491</c:v>
                </c:pt>
                <c:pt idx="8122">
                  <c:v>50492</c:v>
                </c:pt>
                <c:pt idx="8123">
                  <c:v>50493</c:v>
                </c:pt>
                <c:pt idx="8124">
                  <c:v>50494</c:v>
                </c:pt>
                <c:pt idx="8125">
                  <c:v>50495</c:v>
                </c:pt>
                <c:pt idx="8126">
                  <c:v>50496</c:v>
                </c:pt>
                <c:pt idx="8127">
                  <c:v>50497</c:v>
                </c:pt>
                <c:pt idx="8128">
                  <c:v>50498</c:v>
                </c:pt>
                <c:pt idx="8129">
                  <c:v>50499</c:v>
                </c:pt>
                <c:pt idx="8130">
                  <c:v>50500</c:v>
                </c:pt>
                <c:pt idx="8131">
                  <c:v>50501</c:v>
                </c:pt>
                <c:pt idx="8132">
                  <c:v>50502</c:v>
                </c:pt>
                <c:pt idx="8133">
                  <c:v>50503</c:v>
                </c:pt>
                <c:pt idx="8134">
                  <c:v>50504</c:v>
                </c:pt>
                <c:pt idx="8135">
                  <c:v>50505</c:v>
                </c:pt>
                <c:pt idx="8136">
                  <c:v>50506</c:v>
                </c:pt>
                <c:pt idx="8137">
                  <c:v>50507</c:v>
                </c:pt>
                <c:pt idx="8138">
                  <c:v>50508</c:v>
                </c:pt>
                <c:pt idx="8139">
                  <c:v>50509</c:v>
                </c:pt>
                <c:pt idx="8140">
                  <c:v>50510</c:v>
                </c:pt>
                <c:pt idx="8141">
                  <c:v>50511</c:v>
                </c:pt>
                <c:pt idx="8142">
                  <c:v>50512</c:v>
                </c:pt>
                <c:pt idx="8143">
                  <c:v>50513</c:v>
                </c:pt>
                <c:pt idx="8144">
                  <c:v>50514</c:v>
                </c:pt>
                <c:pt idx="8145">
                  <c:v>50515</c:v>
                </c:pt>
                <c:pt idx="8146">
                  <c:v>50516</c:v>
                </c:pt>
                <c:pt idx="8147">
                  <c:v>50517</c:v>
                </c:pt>
                <c:pt idx="8148">
                  <c:v>50518</c:v>
                </c:pt>
                <c:pt idx="8149">
                  <c:v>50519</c:v>
                </c:pt>
                <c:pt idx="8150">
                  <c:v>50520</c:v>
                </c:pt>
                <c:pt idx="8151">
                  <c:v>50521</c:v>
                </c:pt>
                <c:pt idx="8152">
                  <c:v>50522</c:v>
                </c:pt>
                <c:pt idx="8153">
                  <c:v>50523</c:v>
                </c:pt>
                <c:pt idx="8154">
                  <c:v>50524</c:v>
                </c:pt>
                <c:pt idx="8155">
                  <c:v>50525</c:v>
                </c:pt>
                <c:pt idx="8156">
                  <c:v>50526</c:v>
                </c:pt>
                <c:pt idx="8157">
                  <c:v>50527</c:v>
                </c:pt>
                <c:pt idx="8158">
                  <c:v>50528</c:v>
                </c:pt>
                <c:pt idx="8159">
                  <c:v>50529</c:v>
                </c:pt>
                <c:pt idx="8160">
                  <c:v>50530</c:v>
                </c:pt>
                <c:pt idx="8161">
                  <c:v>50531</c:v>
                </c:pt>
                <c:pt idx="8162">
                  <c:v>50532</c:v>
                </c:pt>
                <c:pt idx="8163">
                  <c:v>50533</c:v>
                </c:pt>
                <c:pt idx="8164">
                  <c:v>50534</c:v>
                </c:pt>
                <c:pt idx="8165">
                  <c:v>50535</c:v>
                </c:pt>
                <c:pt idx="8166">
                  <c:v>50536</c:v>
                </c:pt>
                <c:pt idx="8167">
                  <c:v>50537</c:v>
                </c:pt>
                <c:pt idx="8168">
                  <c:v>50538</c:v>
                </c:pt>
                <c:pt idx="8169">
                  <c:v>50539</c:v>
                </c:pt>
                <c:pt idx="8170">
                  <c:v>50540</c:v>
                </c:pt>
                <c:pt idx="8171">
                  <c:v>50541</c:v>
                </c:pt>
                <c:pt idx="8172">
                  <c:v>50542</c:v>
                </c:pt>
                <c:pt idx="8173">
                  <c:v>50543</c:v>
                </c:pt>
                <c:pt idx="8174">
                  <c:v>50544</c:v>
                </c:pt>
                <c:pt idx="8175">
                  <c:v>50545</c:v>
                </c:pt>
                <c:pt idx="8176">
                  <c:v>50546</c:v>
                </c:pt>
                <c:pt idx="8177">
                  <c:v>50547</c:v>
                </c:pt>
                <c:pt idx="8178">
                  <c:v>50548</c:v>
                </c:pt>
                <c:pt idx="8179">
                  <c:v>50549</c:v>
                </c:pt>
                <c:pt idx="8180">
                  <c:v>50550</c:v>
                </c:pt>
                <c:pt idx="8181">
                  <c:v>50551</c:v>
                </c:pt>
                <c:pt idx="8182">
                  <c:v>50552</c:v>
                </c:pt>
                <c:pt idx="8183">
                  <c:v>50553</c:v>
                </c:pt>
                <c:pt idx="8184">
                  <c:v>50554</c:v>
                </c:pt>
                <c:pt idx="8185">
                  <c:v>50555</c:v>
                </c:pt>
                <c:pt idx="8186">
                  <c:v>50556</c:v>
                </c:pt>
                <c:pt idx="8187">
                  <c:v>50557</c:v>
                </c:pt>
                <c:pt idx="8188">
                  <c:v>50558</c:v>
                </c:pt>
                <c:pt idx="8189">
                  <c:v>50559</c:v>
                </c:pt>
                <c:pt idx="8190">
                  <c:v>50560</c:v>
                </c:pt>
                <c:pt idx="8191">
                  <c:v>50561</c:v>
                </c:pt>
                <c:pt idx="8192">
                  <c:v>50562</c:v>
                </c:pt>
                <c:pt idx="8193">
                  <c:v>50563</c:v>
                </c:pt>
                <c:pt idx="8194">
                  <c:v>50564</c:v>
                </c:pt>
                <c:pt idx="8195">
                  <c:v>50565</c:v>
                </c:pt>
                <c:pt idx="8196">
                  <c:v>50566</c:v>
                </c:pt>
                <c:pt idx="8197">
                  <c:v>50567</c:v>
                </c:pt>
                <c:pt idx="8198">
                  <c:v>50568</c:v>
                </c:pt>
                <c:pt idx="8199">
                  <c:v>50569</c:v>
                </c:pt>
                <c:pt idx="8200">
                  <c:v>50570</c:v>
                </c:pt>
                <c:pt idx="8201">
                  <c:v>50571</c:v>
                </c:pt>
                <c:pt idx="8202">
                  <c:v>50572</c:v>
                </c:pt>
                <c:pt idx="8203">
                  <c:v>50573</c:v>
                </c:pt>
                <c:pt idx="8204">
                  <c:v>50574</c:v>
                </c:pt>
                <c:pt idx="8205">
                  <c:v>50575</c:v>
                </c:pt>
                <c:pt idx="8206">
                  <c:v>50576</c:v>
                </c:pt>
                <c:pt idx="8207">
                  <c:v>50577</c:v>
                </c:pt>
                <c:pt idx="8208">
                  <c:v>50578</c:v>
                </c:pt>
                <c:pt idx="8209">
                  <c:v>50579</c:v>
                </c:pt>
                <c:pt idx="8210">
                  <c:v>50580</c:v>
                </c:pt>
                <c:pt idx="8211">
                  <c:v>50581</c:v>
                </c:pt>
                <c:pt idx="8212">
                  <c:v>50582</c:v>
                </c:pt>
                <c:pt idx="8213">
                  <c:v>50583</c:v>
                </c:pt>
                <c:pt idx="8214">
                  <c:v>50584</c:v>
                </c:pt>
                <c:pt idx="8215">
                  <c:v>50585</c:v>
                </c:pt>
                <c:pt idx="8216">
                  <c:v>50586</c:v>
                </c:pt>
                <c:pt idx="8217">
                  <c:v>50587</c:v>
                </c:pt>
                <c:pt idx="8218">
                  <c:v>50588</c:v>
                </c:pt>
                <c:pt idx="8219">
                  <c:v>50589</c:v>
                </c:pt>
                <c:pt idx="8220">
                  <c:v>50590</c:v>
                </c:pt>
                <c:pt idx="8221">
                  <c:v>50591</c:v>
                </c:pt>
                <c:pt idx="8222">
                  <c:v>50592</c:v>
                </c:pt>
                <c:pt idx="8223">
                  <c:v>50593</c:v>
                </c:pt>
                <c:pt idx="8224">
                  <c:v>50594</c:v>
                </c:pt>
                <c:pt idx="8225">
                  <c:v>50595</c:v>
                </c:pt>
                <c:pt idx="8226">
                  <c:v>50596</c:v>
                </c:pt>
                <c:pt idx="8227">
                  <c:v>50597</c:v>
                </c:pt>
                <c:pt idx="8228">
                  <c:v>50598</c:v>
                </c:pt>
                <c:pt idx="8229">
                  <c:v>50599</c:v>
                </c:pt>
                <c:pt idx="8230">
                  <c:v>50600</c:v>
                </c:pt>
                <c:pt idx="8231">
                  <c:v>50601</c:v>
                </c:pt>
                <c:pt idx="8232">
                  <c:v>50602</c:v>
                </c:pt>
                <c:pt idx="8233">
                  <c:v>50603</c:v>
                </c:pt>
                <c:pt idx="8234">
                  <c:v>50604</c:v>
                </c:pt>
                <c:pt idx="8235">
                  <c:v>50605</c:v>
                </c:pt>
                <c:pt idx="8236">
                  <c:v>50606</c:v>
                </c:pt>
                <c:pt idx="8237">
                  <c:v>50607</c:v>
                </c:pt>
                <c:pt idx="8238">
                  <c:v>50608</c:v>
                </c:pt>
                <c:pt idx="8239">
                  <c:v>50609</c:v>
                </c:pt>
                <c:pt idx="8240">
                  <c:v>50610</c:v>
                </c:pt>
                <c:pt idx="8241">
                  <c:v>50611</c:v>
                </c:pt>
                <c:pt idx="8242">
                  <c:v>50612</c:v>
                </c:pt>
                <c:pt idx="8243">
                  <c:v>50613</c:v>
                </c:pt>
                <c:pt idx="8244">
                  <c:v>50614</c:v>
                </c:pt>
                <c:pt idx="8245">
                  <c:v>50615</c:v>
                </c:pt>
                <c:pt idx="8246">
                  <c:v>50616</c:v>
                </c:pt>
                <c:pt idx="8247">
                  <c:v>50617</c:v>
                </c:pt>
                <c:pt idx="8248">
                  <c:v>50618</c:v>
                </c:pt>
                <c:pt idx="8249">
                  <c:v>50619</c:v>
                </c:pt>
                <c:pt idx="8250">
                  <c:v>50620</c:v>
                </c:pt>
                <c:pt idx="8251">
                  <c:v>50621</c:v>
                </c:pt>
                <c:pt idx="8252">
                  <c:v>50622</c:v>
                </c:pt>
                <c:pt idx="8253">
                  <c:v>50623</c:v>
                </c:pt>
                <c:pt idx="8254">
                  <c:v>50624</c:v>
                </c:pt>
                <c:pt idx="8255">
                  <c:v>50625</c:v>
                </c:pt>
                <c:pt idx="8256">
                  <c:v>50626</c:v>
                </c:pt>
                <c:pt idx="8257">
                  <c:v>50627</c:v>
                </c:pt>
                <c:pt idx="8258">
                  <c:v>50628</c:v>
                </c:pt>
                <c:pt idx="8259">
                  <c:v>50629</c:v>
                </c:pt>
                <c:pt idx="8260">
                  <c:v>50630</c:v>
                </c:pt>
                <c:pt idx="8261">
                  <c:v>50631</c:v>
                </c:pt>
                <c:pt idx="8262">
                  <c:v>50632</c:v>
                </c:pt>
                <c:pt idx="8263">
                  <c:v>50633</c:v>
                </c:pt>
                <c:pt idx="8264">
                  <c:v>50634</c:v>
                </c:pt>
                <c:pt idx="8265">
                  <c:v>50635</c:v>
                </c:pt>
                <c:pt idx="8266">
                  <c:v>50636</c:v>
                </c:pt>
                <c:pt idx="8267">
                  <c:v>50637</c:v>
                </c:pt>
                <c:pt idx="8268">
                  <c:v>50638</c:v>
                </c:pt>
                <c:pt idx="8269">
                  <c:v>50639</c:v>
                </c:pt>
                <c:pt idx="8270">
                  <c:v>50640</c:v>
                </c:pt>
                <c:pt idx="8271">
                  <c:v>50641</c:v>
                </c:pt>
                <c:pt idx="8272">
                  <c:v>50642</c:v>
                </c:pt>
                <c:pt idx="8273">
                  <c:v>50643</c:v>
                </c:pt>
                <c:pt idx="8274">
                  <c:v>50644</c:v>
                </c:pt>
                <c:pt idx="8275">
                  <c:v>50645</c:v>
                </c:pt>
                <c:pt idx="8276">
                  <c:v>50646</c:v>
                </c:pt>
                <c:pt idx="8277">
                  <c:v>50647</c:v>
                </c:pt>
                <c:pt idx="8278">
                  <c:v>50648</c:v>
                </c:pt>
                <c:pt idx="8279">
                  <c:v>50649</c:v>
                </c:pt>
                <c:pt idx="8280">
                  <c:v>50650</c:v>
                </c:pt>
                <c:pt idx="8281">
                  <c:v>50651</c:v>
                </c:pt>
                <c:pt idx="8282">
                  <c:v>50652</c:v>
                </c:pt>
                <c:pt idx="8283">
                  <c:v>50653</c:v>
                </c:pt>
                <c:pt idx="8284">
                  <c:v>50654</c:v>
                </c:pt>
                <c:pt idx="8285">
                  <c:v>50655</c:v>
                </c:pt>
                <c:pt idx="8286">
                  <c:v>50656</c:v>
                </c:pt>
                <c:pt idx="8287">
                  <c:v>50657</c:v>
                </c:pt>
                <c:pt idx="8288">
                  <c:v>50658</c:v>
                </c:pt>
                <c:pt idx="8289">
                  <c:v>50659</c:v>
                </c:pt>
                <c:pt idx="8290">
                  <c:v>50660</c:v>
                </c:pt>
                <c:pt idx="8291">
                  <c:v>50661</c:v>
                </c:pt>
                <c:pt idx="8292">
                  <c:v>50662</c:v>
                </c:pt>
                <c:pt idx="8293">
                  <c:v>50663</c:v>
                </c:pt>
                <c:pt idx="8294">
                  <c:v>50664</c:v>
                </c:pt>
                <c:pt idx="8295">
                  <c:v>50665</c:v>
                </c:pt>
                <c:pt idx="8296">
                  <c:v>50666</c:v>
                </c:pt>
                <c:pt idx="8297">
                  <c:v>50667</c:v>
                </c:pt>
                <c:pt idx="8298">
                  <c:v>50668</c:v>
                </c:pt>
                <c:pt idx="8299">
                  <c:v>50669</c:v>
                </c:pt>
                <c:pt idx="8300">
                  <c:v>50670</c:v>
                </c:pt>
                <c:pt idx="8301">
                  <c:v>50671</c:v>
                </c:pt>
                <c:pt idx="8302">
                  <c:v>50672</c:v>
                </c:pt>
                <c:pt idx="8303">
                  <c:v>50673</c:v>
                </c:pt>
                <c:pt idx="8304">
                  <c:v>50674</c:v>
                </c:pt>
                <c:pt idx="8305">
                  <c:v>50675</c:v>
                </c:pt>
                <c:pt idx="8306">
                  <c:v>50676</c:v>
                </c:pt>
                <c:pt idx="8307">
                  <c:v>50677</c:v>
                </c:pt>
                <c:pt idx="8308">
                  <c:v>50678</c:v>
                </c:pt>
                <c:pt idx="8309">
                  <c:v>50679</c:v>
                </c:pt>
                <c:pt idx="8310">
                  <c:v>50680</c:v>
                </c:pt>
                <c:pt idx="8311">
                  <c:v>50681</c:v>
                </c:pt>
                <c:pt idx="8312">
                  <c:v>50682</c:v>
                </c:pt>
                <c:pt idx="8313">
                  <c:v>50683</c:v>
                </c:pt>
                <c:pt idx="8314">
                  <c:v>50684</c:v>
                </c:pt>
                <c:pt idx="8315">
                  <c:v>50685</c:v>
                </c:pt>
                <c:pt idx="8316">
                  <c:v>50686</c:v>
                </c:pt>
                <c:pt idx="8317">
                  <c:v>50687</c:v>
                </c:pt>
                <c:pt idx="8318">
                  <c:v>50688</c:v>
                </c:pt>
                <c:pt idx="8319">
                  <c:v>50689</c:v>
                </c:pt>
                <c:pt idx="8320">
                  <c:v>50690</c:v>
                </c:pt>
                <c:pt idx="8321">
                  <c:v>50691</c:v>
                </c:pt>
                <c:pt idx="8322">
                  <c:v>50692</c:v>
                </c:pt>
                <c:pt idx="8323">
                  <c:v>50693</c:v>
                </c:pt>
                <c:pt idx="8324">
                  <c:v>50694</c:v>
                </c:pt>
                <c:pt idx="8325">
                  <c:v>50695</c:v>
                </c:pt>
                <c:pt idx="8326">
                  <c:v>50696</c:v>
                </c:pt>
                <c:pt idx="8327">
                  <c:v>50697</c:v>
                </c:pt>
                <c:pt idx="8328">
                  <c:v>50698</c:v>
                </c:pt>
                <c:pt idx="8329">
                  <c:v>50699</c:v>
                </c:pt>
                <c:pt idx="8330">
                  <c:v>50700</c:v>
                </c:pt>
                <c:pt idx="8331">
                  <c:v>50701</c:v>
                </c:pt>
                <c:pt idx="8332">
                  <c:v>50702</c:v>
                </c:pt>
                <c:pt idx="8333">
                  <c:v>50703</c:v>
                </c:pt>
                <c:pt idx="8334">
                  <c:v>50704</c:v>
                </c:pt>
                <c:pt idx="8335">
                  <c:v>50705</c:v>
                </c:pt>
                <c:pt idx="8336">
                  <c:v>50706</c:v>
                </c:pt>
                <c:pt idx="8337">
                  <c:v>50707</c:v>
                </c:pt>
                <c:pt idx="8338">
                  <c:v>50708</c:v>
                </c:pt>
                <c:pt idx="8339">
                  <c:v>50709</c:v>
                </c:pt>
                <c:pt idx="8340">
                  <c:v>50710</c:v>
                </c:pt>
                <c:pt idx="8341">
                  <c:v>50711</c:v>
                </c:pt>
                <c:pt idx="8342">
                  <c:v>50712</c:v>
                </c:pt>
                <c:pt idx="8343">
                  <c:v>50713</c:v>
                </c:pt>
                <c:pt idx="8344">
                  <c:v>50714</c:v>
                </c:pt>
                <c:pt idx="8345">
                  <c:v>50715</c:v>
                </c:pt>
                <c:pt idx="8346">
                  <c:v>50716</c:v>
                </c:pt>
                <c:pt idx="8347">
                  <c:v>50717</c:v>
                </c:pt>
                <c:pt idx="8348">
                  <c:v>50718</c:v>
                </c:pt>
                <c:pt idx="8349">
                  <c:v>50719</c:v>
                </c:pt>
                <c:pt idx="8350">
                  <c:v>50720</c:v>
                </c:pt>
                <c:pt idx="8351">
                  <c:v>50721</c:v>
                </c:pt>
                <c:pt idx="8352">
                  <c:v>50722</c:v>
                </c:pt>
                <c:pt idx="8353">
                  <c:v>50723</c:v>
                </c:pt>
                <c:pt idx="8354">
                  <c:v>50724</c:v>
                </c:pt>
                <c:pt idx="8355">
                  <c:v>50725</c:v>
                </c:pt>
                <c:pt idx="8356">
                  <c:v>50726</c:v>
                </c:pt>
                <c:pt idx="8357">
                  <c:v>50727</c:v>
                </c:pt>
                <c:pt idx="8358">
                  <c:v>50728</c:v>
                </c:pt>
                <c:pt idx="8359">
                  <c:v>50729</c:v>
                </c:pt>
                <c:pt idx="8360">
                  <c:v>50730</c:v>
                </c:pt>
                <c:pt idx="8361">
                  <c:v>50731</c:v>
                </c:pt>
                <c:pt idx="8362">
                  <c:v>50732</c:v>
                </c:pt>
                <c:pt idx="8363">
                  <c:v>50733</c:v>
                </c:pt>
                <c:pt idx="8364">
                  <c:v>50734</c:v>
                </c:pt>
                <c:pt idx="8365">
                  <c:v>50735</c:v>
                </c:pt>
                <c:pt idx="8366">
                  <c:v>50736</c:v>
                </c:pt>
                <c:pt idx="8367">
                  <c:v>50737</c:v>
                </c:pt>
                <c:pt idx="8368">
                  <c:v>50738</c:v>
                </c:pt>
                <c:pt idx="8369">
                  <c:v>50739</c:v>
                </c:pt>
                <c:pt idx="8370">
                  <c:v>50740</c:v>
                </c:pt>
                <c:pt idx="8371">
                  <c:v>50741</c:v>
                </c:pt>
                <c:pt idx="8372">
                  <c:v>50742</c:v>
                </c:pt>
                <c:pt idx="8373">
                  <c:v>50743</c:v>
                </c:pt>
                <c:pt idx="8374">
                  <c:v>50744</c:v>
                </c:pt>
                <c:pt idx="8375">
                  <c:v>50745</c:v>
                </c:pt>
                <c:pt idx="8376">
                  <c:v>50746</c:v>
                </c:pt>
                <c:pt idx="8377">
                  <c:v>50747</c:v>
                </c:pt>
                <c:pt idx="8378">
                  <c:v>50748</c:v>
                </c:pt>
                <c:pt idx="8379">
                  <c:v>50749</c:v>
                </c:pt>
                <c:pt idx="8380">
                  <c:v>50750</c:v>
                </c:pt>
                <c:pt idx="8381">
                  <c:v>50751</c:v>
                </c:pt>
                <c:pt idx="8382">
                  <c:v>50752</c:v>
                </c:pt>
                <c:pt idx="8383">
                  <c:v>50753</c:v>
                </c:pt>
                <c:pt idx="8384">
                  <c:v>50754</c:v>
                </c:pt>
                <c:pt idx="8385">
                  <c:v>50755</c:v>
                </c:pt>
                <c:pt idx="8386">
                  <c:v>50756</c:v>
                </c:pt>
                <c:pt idx="8387">
                  <c:v>50757</c:v>
                </c:pt>
                <c:pt idx="8388">
                  <c:v>50758</c:v>
                </c:pt>
                <c:pt idx="8389">
                  <c:v>50759</c:v>
                </c:pt>
                <c:pt idx="8390">
                  <c:v>50760</c:v>
                </c:pt>
                <c:pt idx="8391">
                  <c:v>50761</c:v>
                </c:pt>
                <c:pt idx="8392">
                  <c:v>50762</c:v>
                </c:pt>
                <c:pt idx="8393">
                  <c:v>50763</c:v>
                </c:pt>
                <c:pt idx="8394">
                  <c:v>50764</c:v>
                </c:pt>
                <c:pt idx="8395">
                  <c:v>50765</c:v>
                </c:pt>
                <c:pt idx="8396">
                  <c:v>50766</c:v>
                </c:pt>
                <c:pt idx="8397">
                  <c:v>50767</c:v>
                </c:pt>
                <c:pt idx="8398">
                  <c:v>50768</c:v>
                </c:pt>
                <c:pt idx="8399">
                  <c:v>50769</c:v>
                </c:pt>
                <c:pt idx="8400">
                  <c:v>50770</c:v>
                </c:pt>
                <c:pt idx="8401">
                  <c:v>50771</c:v>
                </c:pt>
                <c:pt idx="8402">
                  <c:v>50772</c:v>
                </c:pt>
                <c:pt idx="8403">
                  <c:v>50773</c:v>
                </c:pt>
                <c:pt idx="8404">
                  <c:v>50774</c:v>
                </c:pt>
                <c:pt idx="8405">
                  <c:v>50775</c:v>
                </c:pt>
                <c:pt idx="8406">
                  <c:v>50776</c:v>
                </c:pt>
                <c:pt idx="8407">
                  <c:v>50777</c:v>
                </c:pt>
                <c:pt idx="8408">
                  <c:v>50778</c:v>
                </c:pt>
                <c:pt idx="8409">
                  <c:v>50779</c:v>
                </c:pt>
                <c:pt idx="8410">
                  <c:v>50780</c:v>
                </c:pt>
                <c:pt idx="8411">
                  <c:v>50781</c:v>
                </c:pt>
                <c:pt idx="8412">
                  <c:v>50782</c:v>
                </c:pt>
                <c:pt idx="8413">
                  <c:v>50783</c:v>
                </c:pt>
                <c:pt idx="8414">
                  <c:v>50784</c:v>
                </c:pt>
                <c:pt idx="8415">
                  <c:v>50785</c:v>
                </c:pt>
                <c:pt idx="8416">
                  <c:v>50786</c:v>
                </c:pt>
                <c:pt idx="8417">
                  <c:v>50787</c:v>
                </c:pt>
                <c:pt idx="8418">
                  <c:v>50788</c:v>
                </c:pt>
                <c:pt idx="8419">
                  <c:v>50789</c:v>
                </c:pt>
                <c:pt idx="8420">
                  <c:v>50790</c:v>
                </c:pt>
                <c:pt idx="8421">
                  <c:v>50791</c:v>
                </c:pt>
                <c:pt idx="8422">
                  <c:v>50792</c:v>
                </c:pt>
                <c:pt idx="8423">
                  <c:v>50793</c:v>
                </c:pt>
                <c:pt idx="8424">
                  <c:v>50794</c:v>
                </c:pt>
                <c:pt idx="8425">
                  <c:v>50795</c:v>
                </c:pt>
                <c:pt idx="8426">
                  <c:v>50796</c:v>
                </c:pt>
                <c:pt idx="8427">
                  <c:v>50797</c:v>
                </c:pt>
                <c:pt idx="8428">
                  <c:v>50798</c:v>
                </c:pt>
                <c:pt idx="8429">
                  <c:v>50799</c:v>
                </c:pt>
                <c:pt idx="8430">
                  <c:v>50800</c:v>
                </c:pt>
                <c:pt idx="8431">
                  <c:v>50801</c:v>
                </c:pt>
                <c:pt idx="8432">
                  <c:v>50802</c:v>
                </c:pt>
                <c:pt idx="8433">
                  <c:v>50803</c:v>
                </c:pt>
                <c:pt idx="8434">
                  <c:v>50804</c:v>
                </c:pt>
                <c:pt idx="8435">
                  <c:v>50805</c:v>
                </c:pt>
                <c:pt idx="8436">
                  <c:v>50806</c:v>
                </c:pt>
                <c:pt idx="8437">
                  <c:v>50807</c:v>
                </c:pt>
                <c:pt idx="8438">
                  <c:v>50808</c:v>
                </c:pt>
                <c:pt idx="8439">
                  <c:v>50809</c:v>
                </c:pt>
                <c:pt idx="8440">
                  <c:v>50810</c:v>
                </c:pt>
                <c:pt idx="8441">
                  <c:v>50811</c:v>
                </c:pt>
                <c:pt idx="8442">
                  <c:v>50812</c:v>
                </c:pt>
                <c:pt idx="8443">
                  <c:v>50813</c:v>
                </c:pt>
                <c:pt idx="8444">
                  <c:v>50814</c:v>
                </c:pt>
                <c:pt idx="8445">
                  <c:v>50815</c:v>
                </c:pt>
                <c:pt idx="8446">
                  <c:v>50816</c:v>
                </c:pt>
                <c:pt idx="8447">
                  <c:v>50817</c:v>
                </c:pt>
                <c:pt idx="8448">
                  <c:v>50818</c:v>
                </c:pt>
                <c:pt idx="8449">
                  <c:v>50819</c:v>
                </c:pt>
                <c:pt idx="8450">
                  <c:v>50820</c:v>
                </c:pt>
                <c:pt idx="8451">
                  <c:v>50821</c:v>
                </c:pt>
                <c:pt idx="8452">
                  <c:v>50822</c:v>
                </c:pt>
                <c:pt idx="8453">
                  <c:v>50823</c:v>
                </c:pt>
                <c:pt idx="8454">
                  <c:v>50824</c:v>
                </c:pt>
                <c:pt idx="8455">
                  <c:v>50825</c:v>
                </c:pt>
                <c:pt idx="8456">
                  <c:v>50826</c:v>
                </c:pt>
                <c:pt idx="8457">
                  <c:v>50827</c:v>
                </c:pt>
                <c:pt idx="8458">
                  <c:v>50828</c:v>
                </c:pt>
                <c:pt idx="8459">
                  <c:v>50829</c:v>
                </c:pt>
                <c:pt idx="8460">
                  <c:v>50830</c:v>
                </c:pt>
                <c:pt idx="8461">
                  <c:v>50831</c:v>
                </c:pt>
                <c:pt idx="8462">
                  <c:v>50832</c:v>
                </c:pt>
                <c:pt idx="8463">
                  <c:v>50833</c:v>
                </c:pt>
                <c:pt idx="8464">
                  <c:v>50834</c:v>
                </c:pt>
                <c:pt idx="8465">
                  <c:v>50835</c:v>
                </c:pt>
                <c:pt idx="8466">
                  <c:v>50836</c:v>
                </c:pt>
                <c:pt idx="8467">
                  <c:v>50837</c:v>
                </c:pt>
                <c:pt idx="8468">
                  <c:v>50838</c:v>
                </c:pt>
                <c:pt idx="8469">
                  <c:v>50839</c:v>
                </c:pt>
                <c:pt idx="8470">
                  <c:v>50840</c:v>
                </c:pt>
                <c:pt idx="8471">
                  <c:v>50841</c:v>
                </c:pt>
                <c:pt idx="8472">
                  <c:v>50842</c:v>
                </c:pt>
                <c:pt idx="8473">
                  <c:v>50843</c:v>
                </c:pt>
                <c:pt idx="8474">
                  <c:v>50844</c:v>
                </c:pt>
                <c:pt idx="8475">
                  <c:v>50845</c:v>
                </c:pt>
                <c:pt idx="8476">
                  <c:v>50846</c:v>
                </c:pt>
                <c:pt idx="8477">
                  <c:v>50847</c:v>
                </c:pt>
                <c:pt idx="8478">
                  <c:v>50848</c:v>
                </c:pt>
                <c:pt idx="8479">
                  <c:v>50849</c:v>
                </c:pt>
                <c:pt idx="8480">
                  <c:v>50850</c:v>
                </c:pt>
                <c:pt idx="8481">
                  <c:v>50851</c:v>
                </c:pt>
                <c:pt idx="8482">
                  <c:v>50852</c:v>
                </c:pt>
                <c:pt idx="8483">
                  <c:v>50853</c:v>
                </c:pt>
                <c:pt idx="8484">
                  <c:v>50854</c:v>
                </c:pt>
                <c:pt idx="8485">
                  <c:v>50855</c:v>
                </c:pt>
                <c:pt idx="8486">
                  <c:v>50856</c:v>
                </c:pt>
                <c:pt idx="8487">
                  <c:v>50857</c:v>
                </c:pt>
                <c:pt idx="8488">
                  <c:v>50858</c:v>
                </c:pt>
                <c:pt idx="8489">
                  <c:v>50859</c:v>
                </c:pt>
                <c:pt idx="8490">
                  <c:v>50860</c:v>
                </c:pt>
                <c:pt idx="8491">
                  <c:v>50861</c:v>
                </c:pt>
                <c:pt idx="8492">
                  <c:v>50862</c:v>
                </c:pt>
                <c:pt idx="8493">
                  <c:v>50863</c:v>
                </c:pt>
                <c:pt idx="8494">
                  <c:v>50864</c:v>
                </c:pt>
                <c:pt idx="8495">
                  <c:v>50865</c:v>
                </c:pt>
                <c:pt idx="8496">
                  <c:v>50866</c:v>
                </c:pt>
                <c:pt idx="8497">
                  <c:v>50867</c:v>
                </c:pt>
                <c:pt idx="8498">
                  <c:v>50868</c:v>
                </c:pt>
                <c:pt idx="8499">
                  <c:v>50869</c:v>
                </c:pt>
                <c:pt idx="8500">
                  <c:v>50870</c:v>
                </c:pt>
                <c:pt idx="8501">
                  <c:v>50871</c:v>
                </c:pt>
                <c:pt idx="8502">
                  <c:v>50872</c:v>
                </c:pt>
                <c:pt idx="8503">
                  <c:v>50873</c:v>
                </c:pt>
                <c:pt idx="8504">
                  <c:v>50874</c:v>
                </c:pt>
                <c:pt idx="8505">
                  <c:v>50875</c:v>
                </c:pt>
                <c:pt idx="8506">
                  <c:v>50876</c:v>
                </c:pt>
                <c:pt idx="8507">
                  <c:v>50877</c:v>
                </c:pt>
                <c:pt idx="8508">
                  <c:v>50878</c:v>
                </c:pt>
                <c:pt idx="8509">
                  <c:v>50879</c:v>
                </c:pt>
                <c:pt idx="8510">
                  <c:v>50880</c:v>
                </c:pt>
                <c:pt idx="8511">
                  <c:v>50881</c:v>
                </c:pt>
                <c:pt idx="8512">
                  <c:v>50882</c:v>
                </c:pt>
                <c:pt idx="8513">
                  <c:v>50883</c:v>
                </c:pt>
                <c:pt idx="8514">
                  <c:v>50884</c:v>
                </c:pt>
                <c:pt idx="8515">
                  <c:v>50885</c:v>
                </c:pt>
                <c:pt idx="8516">
                  <c:v>50886</c:v>
                </c:pt>
                <c:pt idx="8517">
                  <c:v>50887</c:v>
                </c:pt>
                <c:pt idx="8518">
                  <c:v>50888</c:v>
                </c:pt>
                <c:pt idx="8519">
                  <c:v>50889</c:v>
                </c:pt>
                <c:pt idx="8520">
                  <c:v>50890</c:v>
                </c:pt>
                <c:pt idx="8521">
                  <c:v>50891</c:v>
                </c:pt>
                <c:pt idx="8522">
                  <c:v>50892</c:v>
                </c:pt>
                <c:pt idx="8523">
                  <c:v>50893</c:v>
                </c:pt>
                <c:pt idx="8524">
                  <c:v>50894</c:v>
                </c:pt>
                <c:pt idx="8525">
                  <c:v>50895</c:v>
                </c:pt>
                <c:pt idx="8526">
                  <c:v>50896</c:v>
                </c:pt>
                <c:pt idx="8527">
                  <c:v>50897</c:v>
                </c:pt>
                <c:pt idx="8528">
                  <c:v>50898</c:v>
                </c:pt>
                <c:pt idx="8529">
                  <c:v>50899</c:v>
                </c:pt>
                <c:pt idx="8530">
                  <c:v>50900</c:v>
                </c:pt>
                <c:pt idx="8531">
                  <c:v>50901</c:v>
                </c:pt>
                <c:pt idx="8532">
                  <c:v>50902</c:v>
                </c:pt>
                <c:pt idx="8533">
                  <c:v>50903</c:v>
                </c:pt>
                <c:pt idx="8534">
                  <c:v>50904</c:v>
                </c:pt>
                <c:pt idx="8535">
                  <c:v>50905</c:v>
                </c:pt>
                <c:pt idx="8536">
                  <c:v>50906</c:v>
                </c:pt>
                <c:pt idx="8537">
                  <c:v>50907</c:v>
                </c:pt>
                <c:pt idx="8538">
                  <c:v>50908</c:v>
                </c:pt>
                <c:pt idx="8539">
                  <c:v>50909</c:v>
                </c:pt>
                <c:pt idx="8540">
                  <c:v>50910</c:v>
                </c:pt>
                <c:pt idx="8541">
                  <c:v>50911</c:v>
                </c:pt>
                <c:pt idx="8542">
                  <c:v>50912</c:v>
                </c:pt>
                <c:pt idx="8543">
                  <c:v>50913</c:v>
                </c:pt>
                <c:pt idx="8544">
                  <c:v>50914</c:v>
                </c:pt>
                <c:pt idx="8545">
                  <c:v>50915</c:v>
                </c:pt>
                <c:pt idx="8546">
                  <c:v>50916</c:v>
                </c:pt>
                <c:pt idx="8547">
                  <c:v>50917</c:v>
                </c:pt>
                <c:pt idx="8548">
                  <c:v>50918</c:v>
                </c:pt>
                <c:pt idx="8549">
                  <c:v>50919</c:v>
                </c:pt>
                <c:pt idx="8550">
                  <c:v>50920</c:v>
                </c:pt>
                <c:pt idx="8551">
                  <c:v>50921</c:v>
                </c:pt>
                <c:pt idx="8552">
                  <c:v>50922</c:v>
                </c:pt>
                <c:pt idx="8553">
                  <c:v>50923</c:v>
                </c:pt>
                <c:pt idx="8554">
                  <c:v>50924</c:v>
                </c:pt>
                <c:pt idx="8555">
                  <c:v>50925</c:v>
                </c:pt>
                <c:pt idx="8556">
                  <c:v>50926</c:v>
                </c:pt>
                <c:pt idx="8557">
                  <c:v>50927</c:v>
                </c:pt>
                <c:pt idx="8558">
                  <c:v>50928</c:v>
                </c:pt>
                <c:pt idx="8559">
                  <c:v>50929</c:v>
                </c:pt>
                <c:pt idx="8560">
                  <c:v>50930</c:v>
                </c:pt>
                <c:pt idx="8561">
                  <c:v>50931</c:v>
                </c:pt>
                <c:pt idx="8562">
                  <c:v>50932</c:v>
                </c:pt>
                <c:pt idx="8563">
                  <c:v>50933</c:v>
                </c:pt>
                <c:pt idx="8564">
                  <c:v>50934</c:v>
                </c:pt>
                <c:pt idx="8565">
                  <c:v>50935</c:v>
                </c:pt>
                <c:pt idx="8566">
                  <c:v>50936</c:v>
                </c:pt>
                <c:pt idx="8567">
                  <c:v>50937</c:v>
                </c:pt>
                <c:pt idx="8568">
                  <c:v>50938</c:v>
                </c:pt>
                <c:pt idx="8569">
                  <c:v>50939</c:v>
                </c:pt>
                <c:pt idx="8570">
                  <c:v>50940</c:v>
                </c:pt>
                <c:pt idx="8571">
                  <c:v>50941</c:v>
                </c:pt>
                <c:pt idx="8572">
                  <c:v>50942</c:v>
                </c:pt>
                <c:pt idx="8573">
                  <c:v>50943</c:v>
                </c:pt>
                <c:pt idx="8574">
                  <c:v>50944</c:v>
                </c:pt>
                <c:pt idx="8575">
                  <c:v>50945</c:v>
                </c:pt>
                <c:pt idx="8576">
                  <c:v>50946</c:v>
                </c:pt>
                <c:pt idx="8577">
                  <c:v>50947</c:v>
                </c:pt>
                <c:pt idx="8578">
                  <c:v>50948</c:v>
                </c:pt>
                <c:pt idx="8579">
                  <c:v>50949</c:v>
                </c:pt>
                <c:pt idx="8580">
                  <c:v>50950</c:v>
                </c:pt>
                <c:pt idx="8581">
                  <c:v>50951</c:v>
                </c:pt>
                <c:pt idx="8582">
                  <c:v>50952</c:v>
                </c:pt>
                <c:pt idx="8583">
                  <c:v>50953</c:v>
                </c:pt>
                <c:pt idx="8584">
                  <c:v>50954</c:v>
                </c:pt>
                <c:pt idx="8585">
                  <c:v>50955</c:v>
                </c:pt>
                <c:pt idx="8586">
                  <c:v>50956</c:v>
                </c:pt>
                <c:pt idx="8587">
                  <c:v>50957</c:v>
                </c:pt>
                <c:pt idx="8588">
                  <c:v>50958</c:v>
                </c:pt>
                <c:pt idx="8589">
                  <c:v>50959</c:v>
                </c:pt>
                <c:pt idx="8590">
                  <c:v>50960</c:v>
                </c:pt>
                <c:pt idx="8591">
                  <c:v>50961</c:v>
                </c:pt>
                <c:pt idx="8592">
                  <c:v>50962</c:v>
                </c:pt>
                <c:pt idx="8593">
                  <c:v>50963</c:v>
                </c:pt>
                <c:pt idx="8594">
                  <c:v>50964</c:v>
                </c:pt>
                <c:pt idx="8595">
                  <c:v>50965</c:v>
                </c:pt>
                <c:pt idx="8596">
                  <c:v>50966</c:v>
                </c:pt>
                <c:pt idx="8597">
                  <c:v>50967</c:v>
                </c:pt>
                <c:pt idx="8598">
                  <c:v>50968</c:v>
                </c:pt>
                <c:pt idx="8599">
                  <c:v>50969</c:v>
                </c:pt>
                <c:pt idx="8600">
                  <c:v>50970</c:v>
                </c:pt>
                <c:pt idx="8601">
                  <c:v>50971</c:v>
                </c:pt>
                <c:pt idx="8602">
                  <c:v>50972</c:v>
                </c:pt>
                <c:pt idx="8603">
                  <c:v>50973</c:v>
                </c:pt>
                <c:pt idx="8604">
                  <c:v>50974</c:v>
                </c:pt>
                <c:pt idx="8605">
                  <c:v>50975</c:v>
                </c:pt>
                <c:pt idx="8606">
                  <c:v>50976</c:v>
                </c:pt>
                <c:pt idx="8607">
                  <c:v>50977</c:v>
                </c:pt>
                <c:pt idx="8608">
                  <c:v>50978</c:v>
                </c:pt>
                <c:pt idx="8609">
                  <c:v>50979</c:v>
                </c:pt>
                <c:pt idx="8610">
                  <c:v>50980</c:v>
                </c:pt>
                <c:pt idx="8611">
                  <c:v>50981</c:v>
                </c:pt>
                <c:pt idx="8612">
                  <c:v>50982</c:v>
                </c:pt>
                <c:pt idx="8613">
                  <c:v>50983</c:v>
                </c:pt>
                <c:pt idx="8614">
                  <c:v>50984</c:v>
                </c:pt>
                <c:pt idx="8615">
                  <c:v>50985</c:v>
                </c:pt>
                <c:pt idx="8616">
                  <c:v>50986</c:v>
                </c:pt>
                <c:pt idx="8617">
                  <c:v>50987</c:v>
                </c:pt>
                <c:pt idx="8618">
                  <c:v>50988</c:v>
                </c:pt>
                <c:pt idx="8619">
                  <c:v>50989</c:v>
                </c:pt>
                <c:pt idx="8620">
                  <c:v>50990</c:v>
                </c:pt>
                <c:pt idx="8621">
                  <c:v>50991</c:v>
                </c:pt>
                <c:pt idx="8622">
                  <c:v>50992</c:v>
                </c:pt>
                <c:pt idx="8623">
                  <c:v>50993</c:v>
                </c:pt>
                <c:pt idx="8624">
                  <c:v>50994</c:v>
                </c:pt>
                <c:pt idx="8625">
                  <c:v>50995</c:v>
                </c:pt>
                <c:pt idx="8626">
                  <c:v>50996</c:v>
                </c:pt>
                <c:pt idx="8627">
                  <c:v>50997</c:v>
                </c:pt>
                <c:pt idx="8628">
                  <c:v>50998</c:v>
                </c:pt>
                <c:pt idx="8629">
                  <c:v>50999</c:v>
                </c:pt>
                <c:pt idx="8630">
                  <c:v>51000</c:v>
                </c:pt>
                <c:pt idx="8631">
                  <c:v>51001</c:v>
                </c:pt>
                <c:pt idx="8632">
                  <c:v>51002</c:v>
                </c:pt>
                <c:pt idx="8633">
                  <c:v>51003</c:v>
                </c:pt>
                <c:pt idx="8634">
                  <c:v>51004</c:v>
                </c:pt>
                <c:pt idx="8635">
                  <c:v>51005</c:v>
                </c:pt>
                <c:pt idx="8636">
                  <c:v>51006</c:v>
                </c:pt>
                <c:pt idx="8637">
                  <c:v>51007</c:v>
                </c:pt>
                <c:pt idx="8638">
                  <c:v>51008</c:v>
                </c:pt>
                <c:pt idx="8639">
                  <c:v>51009</c:v>
                </c:pt>
                <c:pt idx="8640">
                  <c:v>51010</c:v>
                </c:pt>
                <c:pt idx="8641">
                  <c:v>51011</c:v>
                </c:pt>
                <c:pt idx="8642">
                  <c:v>51012</c:v>
                </c:pt>
                <c:pt idx="8643">
                  <c:v>51013</c:v>
                </c:pt>
                <c:pt idx="8644">
                  <c:v>51014</c:v>
                </c:pt>
                <c:pt idx="8645">
                  <c:v>51015</c:v>
                </c:pt>
                <c:pt idx="8646">
                  <c:v>51016</c:v>
                </c:pt>
                <c:pt idx="8647">
                  <c:v>51017</c:v>
                </c:pt>
                <c:pt idx="8648">
                  <c:v>51018</c:v>
                </c:pt>
                <c:pt idx="8649">
                  <c:v>51019</c:v>
                </c:pt>
                <c:pt idx="8650">
                  <c:v>51020</c:v>
                </c:pt>
                <c:pt idx="8651">
                  <c:v>51021</c:v>
                </c:pt>
                <c:pt idx="8652">
                  <c:v>51022</c:v>
                </c:pt>
                <c:pt idx="8653">
                  <c:v>51023</c:v>
                </c:pt>
                <c:pt idx="8654">
                  <c:v>51024</c:v>
                </c:pt>
                <c:pt idx="8655">
                  <c:v>51025</c:v>
                </c:pt>
                <c:pt idx="8656">
                  <c:v>51026</c:v>
                </c:pt>
                <c:pt idx="8657">
                  <c:v>51027</c:v>
                </c:pt>
                <c:pt idx="8658">
                  <c:v>51028</c:v>
                </c:pt>
                <c:pt idx="8659">
                  <c:v>51029</c:v>
                </c:pt>
                <c:pt idx="8660">
                  <c:v>51030</c:v>
                </c:pt>
                <c:pt idx="8661">
                  <c:v>51031</c:v>
                </c:pt>
                <c:pt idx="8662">
                  <c:v>51032</c:v>
                </c:pt>
                <c:pt idx="8663">
                  <c:v>51033</c:v>
                </c:pt>
                <c:pt idx="8664">
                  <c:v>51034</c:v>
                </c:pt>
                <c:pt idx="8665">
                  <c:v>51035</c:v>
                </c:pt>
                <c:pt idx="8666">
                  <c:v>51036</c:v>
                </c:pt>
                <c:pt idx="8667">
                  <c:v>51037</c:v>
                </c:pt>
                <c:pt idx="8668">
                  <c:v>51038</c:v>
                </c:pt>
                <c:pt idx="8669">
                  <c:v>51039</c:v>
                </c:pt>
                <c:pt idx="8670">
                  <c:v>51040</c:v>
                </c:pt>
                <c:pt idx="8671">
                  <c:v>51041</c:v>
                </c:pt>
                <c:pt idx="8672">
                  <c:v>51042</c:v>
                </c:pt>
                <c:pt idx="8673">
                  <c:v>51043</c:v>
                </c:pt>
                <c:pt idx="8674">
                  <c:v>51044</c:v>
                </c:pt>
                <c:pt idx="8675">
                  <c:v>51045</c:v>
                </c:pt>
                <c:pt idx="8676">
                  <c:v>51046</c:v>
                </c:pt>
                <c:pt idx="8677">
                  <c:v>51047</c:v>
                </c:pt>
                <c:pt idx="8678">
                  <c:v>51048</c:v>
                </c:pt>
                <c:pt idx="8679">
                  <c:v>51049</c:v>
                </c:pt>
                <c:pt idx="8680">
                  <c:v>51050</c:v>
                </c:pt>
                <c:pt idx="8681">
                  <c:v>51051</c:v>
                </c:pt>
                <c:pt idx="8682">
                  <c:v>51052</c:v>
                </c:pt>
                <c:pt idx="8683">
                  <c:v>51053</c:v>
                </c:pt>
                <c:pt idx="8684">
                  <c:v>51054</c:v>
                </c:pt>
                <c:pt idx="8685">
                  <c:v>51055</c:v>
                </c:pt>
                <c:pt idx="8686">
                  <c:v>51056</c:v>
                </c:pt>
                <c:pt idx="8687">
                  <c:v>51057</c:v>
                </c:pt>
                <c:pt idx="8688">
                  <c:v>51058</c:v>
                </c:pt>
                <c:pt idx="8689">
                  <c:v>51059</c:v>
                </c:pt>
                <c:pt idx="8690">
                  <c:v>51060</c:v>
                </c:pt>
                <c:pt idx="8691">
                  <c:v>51061</c:v>
                </c:pt>
                <c:pt idx="8692">
                  <c:v>51062</c:v>
                </c:pt>
                <c:pt idx="8693">
                  <c:v>51063</c:v>
                </c:pt>
                <c:pt idx="8694">
                  <c:v>51064</c:v>
                </c:pt>
                <c:pt idx="8695">
                  <c:v>51065</c:v>
                </c:pt>
                <c:pt idx="8696">
                  <c:v>51066</c:v>
                </c:pt>
                <c:pt idx="8697">
                  <c:v>51067</c:v>
                </c:pt>
                <c:pt idx="8698">
                  <c:v>51068</c:v>
                </c:pt>
                <c:pt idx="8699">
                  <c:v>51069</c:v>
                </c:pt>
                <c:pt idx="8700">
                  <c:v>51070</c:v>
                </c:pt>
                <c:pt idx="8701">
                  <c:v>51071</c:v>
                </c:pt>
                <c:pt idx="8702">
                  <c:v>51072</c:v>
                </c:pt>
                <c:pt idx="8703">
                  <c:v>51073</c:v>
                </c:pt>
                <c:pt idx="8704">
                  <c:v>51074</c:v>
                </c:pt>
                <c:pt idx="8705">
                  <c:v>51075</c:v>
                </c:pt>
                <c:pt idx="8706">
                  <c:v>51076</c:v>
                </c:pt>
                <c:pt idx="8707">
                  <c:v>51077</c:v>
                </c:pt>
                <c:pt idx="8708">
                  <c:v>51078</c:v>
                </c:pt>
                <c:pt idx="8709">
                  <c:v>51079</c:v>
                </c:pt>
                <c:pt idx="8710">
                  <c:v>51080</c:v>
                </c:pt>
                <c:pt idx="8711">
                  <c:v>51081</c:v>
                </c:pt>
                <c:pt idx="8712">
                  <c:v>51082</c:v>
                </c:pt>
                <c:pt idx="8713">
                  <c:v>51083</c:v>
                </c:pt>
                <c:pt idx="8714">
                  <c:v>51084</c:v>
                </c:pt>
                <c:pt idx="8715">
                  <c:v>51085</c:v>
                </c:pt>
                <c:pt idx="8716">
                  <c:v>51086</c:v>
                </c:pt>
                <c:pt idx="8717">
                  <c:v>51087</c:v>
                </c:pt>
                <c:pt idx="8718">
                  <c:v>51088</c:v>
                </c:pt>
                <c:pt idx="8719">
                  <c:v>51089</c:v>
                </c:pt>
                <c:pt idx="8720">
                  <c:v>51090</c:v>
                </c:pt>
                <c:pt idx="8721">
                  <c:v>51091</c:v>
                </c:pt>
                <c:pt idx="8722">
                  <c:v>51092</c:v>
                </c:pt>
                <c:pt idx="8723">
                  <c:v>51093</c:v>
                </c:pt>
                <c:pt idx="8724">
                  <c:v>51094</c:v>
                </c:pt>
                <c:pt idx="8725">
                  <c:v>51095</c:v>
                </c:pt>
                <c:pt idx="8726">
                  <c:v>51096</c:v>
                </c:pt>
                <c:pt idx="8727">
                  <c:v>51097</c:v>
                </c:pt>
                <c:pt idx="8728">
                  <c:v>51098</c:v>
                </c:pt>
                <c:pt idx="8729">
                  <c:v>51099</c:v>
                </c:pt>
                <c:pt idx="8730">
                  <c:v>51100</c:v>
                </c:pt>
                <c:pt idx="8731">
                  <c:v>51101</c:v>
                </c:pt>
                <c:pt idx="8732">
                  <c:v>51102</c:v>
                </c:pt>
                <c:pt idx="8733">
                  <c:v>51103</c:v>
                </c:pt>
                <c:pt idx="8734">
                  <c:v>51104</c:v>
                </c:pt>
                <c:pt idx="8735">
                  <c:v>51105</c:v>
                </c:pt>
                <c:pt idx="8736">
                  <c:v>51106</c:v>
                </c:pt>
                <c:pt idx="8737">
                  <c:v>51107</c:v>
                </c:pt>
                <c:pt idx="8738">
                  <c:v>51108</c:v>
                </c:pt>
                <c:pt idx="8739">
                  <c:v>51109</c:v>
                </c:pt>
                <c:pt idx="8740">
                  <c:v>51110</c:v>
                </c:pt>
                <c:pt idx="8741">
                  <c:v>51111</c:v>
                </c:pt>
                <c:pt idx="8742">
                  <c:v>51112</c:v>
                </c:pt>
                <c:pt idx="8743">
                  <c:v>51113</c:v>
                </c:pt>
                <c:pt idx="8744">
                  <c:v>51114</c:v>
                </c:pt>
                <c:pt idx="8745">
                  <c:v>51115</c:v>
                </c:pt>
                <c:pt idx="8746">
                  <c:v>51116</c:v>
                </c:pt>
                <c:pt idx="8747">
                  <c:v>51117</c:v>
                </c:pt>
                <c:pt idx="8748">
                  <c:v>51118</c:v>
                </c:pt>
                <c:pt idx="8749">
                  <c:v>51119</c:v>
                </c:pt>
                <c:pt idx="8750">
                  <c:v>51120</c:v>
                </c:pt>
                <c:pt idx="8751">
                  <c:v>51121</c:v>
                </c:pt>
                <c:pt idx="8752">
                  <c:v>51122</c:v>
                </c:pt>
                <c:pt idx="8753">
                  <c:v>51123</c:v>
                </c:pt>
                <c:pt idx="8754">
                  <c:v>51124</c:v>
                </c:pt>
                <c:pt idx="8755">
                  <c:v>51125</c:v>
                </c:pt>
                <c:pt idx="8756">
                  <c:v>51126</c:v>
                </c:pt>
                <c:pt idx="8757">
                  <c:v>51127</c:v>
                </c:pt>
                <c:pt idx="8758">
                  <c:v>51128</c:v>
                </c:pt>
                <c:pt idx="8759">
                  <c:v>51129</c:v>
                </c:pt>
                <c:pt idx="8760">
                  <c:v>51130</c:v>
                </c:pt>
                <c:pt idx="8761">
                  <c:v>51131</c:v>
                </c:pt>
                <c:pt idx="8762">
                  <c:v>51132</c:v>
                </c:pt>
                <c:pt idx="8763">
                  <c:v>51133</c:v>
                </c:pt>
                <c:pt idx="8764">
                  <c:v>51134</c:v>
                </c:pt>
                <c:pt idx="8765">
                  <c:v>51135</c:v>
                </c:pt>
                <c:pt idx="8766">
                  <c:v>51136</c:v>
                </c:pt>
                <c:pt idx="8767">
                  <c:v>51137</c:v>
                </c:pt>
                <c:pt idx="8768">
                  <c:v>51138</c:v>
                </c:pt>
                <c:pt idx="8769">
                  <c:v>51139</c:v>
                </c:pt>
                <c:pt idx="8770">
                  <c:v>51140</c:v>
                </c:pt>
                <c:pt idx="8771">
                  <c:v>51141</c:v>
                </c:pt>
                <c:pt idx="8772">
                  <c:v>51142</c:v>
                </c:pt>
                <c:pt idx="8773">
                  <c:v>51143</c:v>
                </c:pt>
                <c:pt idx="8774">
                  <c:v>51144</c:v>
                </c:pt>
                <c:pt idx="8775">
                  <c:v>51145</c:v>
                </c:pt>
                <c:pt idx="8776">
                  <c:v>51146</c:v>
                </c:pt>
                <c:pt idx="8777">
                  <c:v>51147</c:v>
                </c:pt>
                <c:pt idx="8778">
                  <c:v>51148</c:v>
                </c:pt>
                <c:pt idx="8779">
                  <c:v>51149</c:v>
                </c:pt>
                <c:pt idx="8780">
                  <c:v>51150</c:v>
                </c:pt>
                <c:pt idx="8781">
                  <c:v>51151</c:v>
                </c:pt>
                <c:pt idx="8782">
                  <c:v>51152</c:v>
                </c:pt>
                <c:pt idx="8783">
                  <c:v>51153</c:v>
                </c:pt>
                <c:pt idx="8784">
                  <c:v>51154</c:v>
                </c:pt>
                <c:pt idx="8785">
                  <c:v>51155</c:v>
                </c:pt>
                <c:pt idx="8786">
                  <c:v>51156</c:v>
                </c:pt>
                <c:pt idx="8787">
                  <c:v>51157</c:v>
                </c:pt>
                <c:pt idx="8788">
                  <c:v>51158</c:v>
                </c:pt>
                <c:pt idx="8789">
                  <c:v>51159</c:v>
                </c:pt>
                <c:pt idx="8790">
                  <c:v>51160</c:v>
                </c:pt>
                <c:pt idx="8791">
                  <c:v>51161</c:v>
                </c:pt>
                <c:pt idx="8792">
                  <c:v>51162</c:v>
                </c:pt>
                <c:pt idx="8793">
                  <c:v>51163</c:v>
                </c:pt>
                <c:pt idx="8794">
                  <c:v>51164</c:v>
                </c:pt>
                <c:pt idx="8795">
                  <c:v>51165</c:v>
                </c:pt>
                <c:pt idx="8796">
                  <c:v>51166</c:v>
                </c:pt>
                <c:pt idx="8797">
                  <c:v>51167</c:v>
                </c:pt>
                <c:pt idx="8798">
                  <c:v>51168</c:v>
                </c:pt>
                <c:pt idx="8799">
                  <c:v>51169</c:v>
                </c:pt>
                <c:pt idx="8800">
                  <c:v>51170</c:v>
                </c:pt>
                <c:pt idx="8801">
                  <c:v>51171</c:v>
                </c:pt>
                <c:pt idx="8802">
                  <c:v>51172</c:v>
                </c:pt>
                <c:pt idx="8803">
                  <c:v>51173</c:v>
                </c:pt>
                <c:pt idx="8804">
                  <c:v>51174</c:v>
                </c:pt>
                <c:pt idx="8805">
                  <c:v>51175</c:v>
                </c:pt>
                <c:pt idx="8806">
                  <c:v>51176</c:v>
                </c:pt>
                <c:pt idx="8807">
                  <c:v>51177</c:v>
                </c:pt>
                <c:pt idx="8808">
                  <c:v>51178</c:v>
                </c:pt>
                <c:pt idx="8809">
                  <c:v>51179</c:v>
                </c:pt>
                <c:pt idx="8810">
                  <c:v>51180</c:v>
                </c:pt>
                <c:pt idx="8811">
                  <c:v>51181</c:v>
                </c:pt>
                <c:pt idx="8812">
                  <c:v>51182</c:v>
                </c:pt>
                <c:pt idx="8813">
                  <c:v>51183</c:v>
                </c:pt>
                <c:pt idx="8814">
                  <c:v>51184</c:v>
                </c:pt>
                <c:pt idx="8815">
                  <c:v>51185</c:v>
                </c:pt>
                <c:pt idx="8816">
                  <c:v>51186</c:v>
                </c:pt>
                <c:pt idx="8817">
                  <c:v>51187</c:v>
                </c:pt>
                <c:pt idx="8818">
                  <c:v>51188</c:v>
                </c:pt>
                <c:pt idx="8819">
                  <c:v>51189</c:v>
                </c:pt>
                <c:pt idx="8820">
                  <c:v>51190</c:v>
                </c:pt>
                <c:pt idx="8821">
                  <c:v>51191</c:v>
                </c:pt>
                <c:pt idx="8822">
                  <c:v>51192</c:v>
                </c:pt>
                <c:pt idx="8823">
                  <c:v>51193</c:v>
                </c:pt>
                <c:pt idx="8824">
                  <c:v>51194</c:v>
                </c:pt>
                <c:pt idx="8825">
                  <c:v>51195</c:v>
                </c:pt>
                <c:pt idx="8826">
                  <c:v>51196</c:v>
                </c:pt>
                <c:pt idx="8827">
                  <c:v>51197</c:v>
                </c:pt>
                <c:pt idx="8828">
                  <c:v>51198</c:v>
                </c:pt>
                <c:pt idx="8829">
                  <c:v>51199</c:v>
                </c:pt>
                <c:pt idx="8830">
                  <c:v>51200</c:v>
                </c:pt>
                <c:pt idx="8831">
                  <c:v>51201</c:v>
                </c:pt>
                <c:pt idx="8832">
                  <c:v>51202</c:v>
                </c:pt>
                <c:pt idx="8833">
                  <c:v>51203</c:v>
                </c:pt>
                <c:pt idx="8834">
                  <c:v>51204</c:v>
                </c:pt>
                <c:pt idx="8835">
                  <c:v>51205</c:v>
                </c:pt>
                <c:pt idx="8836">
                  <c:v>51206</c:v>
                </c:pt>
                <c:pt idx="8837">
                  <c:v>51207</c:v>
                </c:pt>
                <c:pt idx="8838">
                  <c:v>51208</c:v>
                </c:pt>
                <c:pt idx="8839">
                  <c:v>51209</c:v>
                </c:pt>
                <c:pt idx="8840">
                  <c:v>51210</c:v>
                </c:pt>
                <c:pt idx="8841">
                  <c:v>51211</c:v>
                </c:pt>
                <c:pt idx="8842">
                  <c:v>51212</c:v>
                </c:pt>
                <c:pt idx="8843">
                  <c:v>51213</c:v>
                </c:pt>
                <c:pt idx="8844">
                  <c:v>51214</c:v>
                </c:pt>
                <c:pt idx="8845">
                  <c:v>51215</c:v>
                </c:pt>
                <c:pt idx="8846">
                  <c:v>51216</c:v>
                </c:pt>
                <c:pt idx="8847">
                  <c:v>51217</c:v>
                </c:pt>
                <c:pt idx="8848">
                  <c:v>51218</c:v>
                </c:pt>
                <c:pt idx="8849">
                  <c:v>51219</c:v>
                </c:pt>
                <c:pt idx="8850">
                  <c:v>51220</c:v>
                </c:pt>
                <c:pt idx="8851">
                  <c:v>51221</c:v>
                </c:pt>
                <c:pt idx="8852">
                  <c:v>51222</c:v>
                </c:pt>
                <c:pt idx="8853">
                  <c:v>51223</c:v>
                </c:pt>
                <c:pt idx="8854">
                  <c:v>51224</c:v>
                </c:pt>
                <c:pt idx="8855">
                  <c:v>51225</c:v>
                </c:pt>
                <c:pt idx="8856">
                  <c:v>51226</c:v>
                </c:pt>
                <c:pt idx="8857">
                  <c:v>51227</c:v>
                </c:pt>
                <c:pt idx="8858">
                  <c:v>51228</c:v>
                </c:pt>
                <c:pt idx="8859">
                  <c:v>51229</c:v>
                </c:pt>
                <c:pt idx="8860">
                  <c:v>51230</c:v>
                </c:pt>
                <c:pt idx="8861">
                  <c:v>51231</c:v>
                </c:pt>
                <c:pt idx="8862">
                  <c:v>51232</c:v>
                </c:pt>
                <c:pt idx="8863">
                  <c:v>51233</c:v>
                </c:pt>
                <c:pt idx="8864">
                  <c:v>51234</c:v>
                </c:pt>
                <c:pt idx="8865">
                  <c:v>51235</c:v>
                </c:pt>
                <c:pt idx="8866">
                  <c:v>51236</c:v>
                </c:pt>
                <c:pt idx="8867">
                  <c:v>51237</c:v>
                </c:pt>
                <c:pt idx="8868">
                  <c:v>51238</c:v>
                </c:pt>
                <c:pt idx="8869">
                  <c:v>51239</c:v>
                </c:pt>
                <c:pt idx="8870">
                  <c:v>51240</c:v>
                </c:pt>
                <c:pt idx="8871">
                  <c:v>51241</c:v>
                </c:pt>
                <c:pt idx="8872">
                  <c:v>51242</c:v>
                </c:pt>
                <c:pt idx="8873">
                  <c:v>51243</c:v>
                </c:pt>
                <c:pt idx="8874">
                  <c:v>51244</c:v>
                </c:pt>
                <c:pt idx="8875">
                  <c:v>51245</c:v>
                </c:pt>
                <c:pt idx="8876">
                  <c:v>51246</c:v>
                </c:pt>
                <c:pt idx="8877">
                  <c:v>51247</c:v>
                </c:pt>
                <c:pt idx="8878">
                  <c:v>51248</c:v>
                </c:pt>
                <c:pt idx="8879">
                  <c:v>51249</c:v>
                </c:pt>
                <c:pt idx="8880">
                  <c:v>51250</c:v>
                </c:pt>
                <c:pt idx="8881">
                  <c:v>51251</c:v>
                </c:pt>
                <c:pt idx="8882">
                  <c:v>51252</c:v>
                </c:pt>
                <c:pt idx="8883">
                  <c:v>51253</c:v>
                </c:pt>
                <c:pt idx="8884">
                  <c:v>51254</c:v>
                </c:pt>
                <c:pt idx="8885">
                  <c:v>51255</c:v>
                </c:pt>
                <c:pt idx="8886">
                  <c:v>51256</c:v>
                </c:pt>
                <c:pt idx="8887">
                  <c:v>51257</c:v>
                </c:pt>
                <c:pt idx="8888">
                  <c:v>51258</c:v>
                </c:pt>
                <c:pt idx="8889">
                  <c:v>51259</c:v>
                </c:pt>
                <c:pt idx="8890">
                  <c:v>51260</c:v>
                </c:pt>
                <c:pt idx="8891">
                  <c:v>51261</c:v>
                </c:pt>
                <c:pt idx="8892">
                  <c:v>51262</c:v>
                </c:pt>
                <c:pt idx="8893">
                  <c:v>51263</c:v>
                </c:pt>
                <c:pt idx="8894">
                  <c:v>51264</c:v>
                </c:pt>
                <c:pt idx="8895">
                  <c:v>51265</c:v>
                </c:pt>
                <c:pt idx="8896">
                  <c:v>51266</c:v>
                </c:pt>
                <c:pt idx="8897">
                  <c:v>51267</c:v>
                </c:pt>
                <c:pt idx="8898">
                  <c:v>51268</c:v>
                </c:pt>
                <c:pt idx="8899">
                  <c:v>51269</c:v>
                </c:pt>
                <c:pt idx="8900">
                  <c:v>51270</c:v>
                </c:pt>
                <c:pt idx="8901">
                  <c:v>51271</c:v>
                </c:pt>
                <c:pt idx="8902">
                  <c:v>51272</c:v>
                </c:pt>
                <c:pt idx="8903">
                  <c:v>51273</c:v>
                </c:pt>
                <c:pt idx="8904">
                  <c:v>51274</c:v>
                </c:pt>
                <c:pt idx="8905">
                  <c:v>51275</c:v>
                </c:pt>
                <c:pt idx="8906">
                  <c:v>51276</c:v>
                </c:pt>
                <c:pt idx="8907">
                  <c:v>51277</c:v>
                </c:pt>
                <c:pt idx="8908">
                  <c:v>51278</c:v>
                </c:pt>
                <c:pt idx="8909">
                  <c:v>51279</c:v>
                </c:pt>
                <c:pt idx="8910">
                  <c:v>51280</c:v>
                </c:pt>
                <c:pt idx="8911">
                  <c:v>51281</c:v>
                </c:pt>
                <c:pt idx="8912">
                  <c:v>51282</c:v>
                </c:pt>
                <c:pt idx="8913">
                  <c:v>51283</c:v>
                </c:pt>
                <c:pt idx="8914">
                  <c:v>51284</c:v>
                </c:pt>
                <c:pt idx="8915">
                  <c:v>51285</c:v>
                </c:pt>
                <c:pt idx="8916">
                  <c:v>51286</c:v>
                </c:pt>
                <c:pt idx="8917">
                  <c:v>51287</c:v>
                </c:pt>
                <c:pt idx="8918">
                  <c:v>51288</c:v>
                </c:pt>
                <c:pt idx="8919">
                  <c:v>51289</c:v>
                </c:pt>
                <c:pt idx="8920">
                  <c:v>51290</c:v>
                </c:pt>
                <c:pt idx="8921">
                  <c:v>51291</c:v>
                </c:pt>
                <c:pt idx="8922">
                  <c:v>51292</c:v>
                </c:pt>
                <c:pt idx="8923">
                  <c:v>51293</c:v>
                </c:pt>
                <c:pt idx="8924">
                  <c:v>51294</c:v>
                </c:pt>
                <c:pt idx="8925">
                  <c:v>51295</c:v>
                </c:pt>
                <c:pt idx="8926">
                  <c:v>51296</c:v>
                </c:pt>
                <c:pt idx="8927">
                  <c:v>51297</c:v>
                </c:pt>
                <c:pt idx="8928">
                  <c:v>51298</c:v>
                </c:pt>
                <c:pt idx="8929">
                  <c:v>51299</c:v>
                </c:pt>
                <c:pt idx="8930">
                  <c:v>51300</c:v>
                </c:pt>
                <c:pt idx="8931">
                  <c:v>51301</c:v>
                </c:pt>
                <c:pt idx="8932">
                  <c:v>51302</c:v>
                </c:pt>
                <c:pt idx="8933">
                  <c:v>51303</c:v>
                </c:pt>
                <c:pt idx="8934">
                  <c:v>51304</c:v>
                </c:pt>
                <c:pt idx="8935">
                  <c:v>51305</c:v>
                </c:pt>
                <c:pt idx="8936">
                  <c:v>51306</c:v>
                </c:pt>
                <c:pt idx="8937">
                  <c:v>51307</c:v>
                </c:pt>
                <c:pt idx="8938">
                  <c:v>51308</c:v>
                </c:pt>
                <c:pt idx="8939">
                  <c:v>51309</c:v>
                </c:pt>
                <c:pt idx="8940">
                  <c:v>51310</c:v>
                </c:pt>
                <c:pt idx="8941">
                  <c:v>51311</c:v>
                </c:pt>
                <c:pt idx="8942">
                  <c:v>51312</c:v>
                </c:pt>
                <c:pt idx="8943">
                  <c:v>51313</c:v>
                </c:pt>
                <c:pt idx="8944">
                  <c:v>51314</c:v>
                </c:pt>
                <c:pt idx="8945">
                  <c:v>51315</c:v>
                </c:pt>
                <c:pt idx="8946">
                  <c:v>51316</c:v>
                </c:pt>
                <c:pt idx="8947">
                  <c:v>51317</c:v>
                </c:pt>
                <c:pt idx="8948">
                  <c:v>51318</c:v>
                </c:pt>
                <c:pt idx="8949">
                  <c:v>51319</c:v>
                </c:pt>
                <c:pt idx="8950">
                  <c:v>51320</c:v>
                </c:pt>
                <c:pt idx="8951">
                  <c:v>51321</c:v>
                </c:pt>
                <c:pt idx="8952">
                  <c:v>51322</c:v>
                </c:pt>
                <c:pt idx="8953">
                  <c:v>51323</c:v>
                </c:pt>
                <c:pt idx="8954">
                  <c:v>51324</c:v>
                </c:pt>
                <c:pt idx="8955">
                  <c:v>51325</c:v>
                </c:pt>
                <c:pt idx="8956">
                  <c:v>51326</c:v>
                </c:pt>
                <c:pt idx="8957">
                  <c:v>51327</c:v>
                </c:pt>
                <c:pt idx="8958">
                  <c:v>51328</c:v>
                </c:pt>
                <c:pt idx="8959">
                  <c:v>51329</c:v>
                </c:pt>
                <c:pt idx="8960">
                  <c:v>51330</c:v>
                </c:pt>
                <c:pt idx="8961">
                  <c:v>51331</c:v>
                </c:pt>
                <c:pt idx="8962">
                  <c:v>51332</c:v>
                </c:pt>
                <c:pt idx="8963">
                  <c:v>51333</c:v>
                </c:pt>
                <c:pt idx="8964">
                  <c:v>51334</c:v>
                </c:pt>
                <c:pt idx="8965">
                  <c:v>51335</c:v>
                </c:pt>
                <c:pt idx="8966">
                  <c:v>51336</c:v>
                </c:pt>
                <c:pt idx="8967">
                  <c:v>51337</c:v>
                </c:pt>
                <c:pt idx="8968">
                  <c:v>51338</c:v>
                </c:pt>
                <c:pt idx="8969">
                  <c:v>51339</c:v>
                </c:pt>
                <c:pt idx="8970">
                  <c:v>51340</c:v>
                </c:pt>
                <c:pt idx="8971">
                  <c:v>51341</c:v>
                </c:pt>
                <c:pt idx="8972">
                  <c:v>51342</c:v>
                </c:pt>
                <c:pt idx="8973">
                  <c:v>51343</c:v>
                </c:pt>
                <c:pt idx="8974">
                  <c:v>51344</c:v>
                </c:pt>
                <c:pt idx="8975">
                  <c:v>51345</c:v>
                </c:pt>
                <c:pt idx="8976">
                  <c:v>51346</c:v>
                </c:pt>
                <c:pt idx="8977">
                  <c:v>51347</c:v>
                </c:pt>
                <c:pt idx="8978">
                  <c:v>51348</c:v>
                </c:pt>
                <c:pt idx="8979">
                  <c:v>51349</c:v>
                </c:pt>
                <c:pt idx="8980">
                  <c:v>51350</c:v>
                </c:pt>
                <c:pt idx="8981">
                  <c:v>51351</c:v>
                </c:pt>
                <c:pt idx="8982">
                  <c:v>51352</c:v>
                </c:pt>
                <c:pt idx="8983">
                  <c:v>51353</c:v>
                </c:pt>
                <c:pt idx="8984">
                  <c:v>51354</c:v>
                </c:pt>
                <c:pt idx="8985">
                  <c:v>51355</c:v>
                </c:pt>
                <c:pt idx="8986">
                  <c:v>51356</c:v>
                </c:pt>
                <c:pt idx="8987">
                  <c:v>51357</c:v>
                </c:pt>
                <c:pt idx="8988">
                  <c:v>51358</c:v>
                </c:pt>
                <c:pt idx="8989">
                  <c:v>51359</c:v>
                </c:pt>
                <c:pt idx="8990">
                  <c:v>51360</c:v>
                </c:pt>
                <c:pt idx="8991">
                  <c:v>51361</c:v>
                </c:pt>
                <c:pt idx="8992">
                  <c:v>51362</c:v>
                </c:pt>
                <c:pt idx="8993">
                  <c:v>51363</c:v>
                </c:pt>
                <c:pt idx="8994">
                  <c:v>51364</c:v>
                </c:pt>
                <c:pt idx="8995">
                  <c:v>51365</c:v>
                </c:pt>
                <c:pt idx="8996">
                  <c:v>51366</c:v>
                </c:pt>
                <c:pt idx="8997">
                  <c:v>51367</c:v>
                </c:pt>
                <c:pt idx="8998">
                  <c:v>51368</c:v>
                </c:pt>
                <c:pt idx="8999">
                  <c:v>51369</c:v>
                </c:pt>
                <c:pt idx="9000">
                  <c:v>51370</c:v>
                </c:pt>
                <c:pt idx="9001">
                  <c:v>51371</c:v>
                </c:pt>
                <c:pt idx="9002">
                  <c:v>51372</c:v>
                </c:pt>
                <c:pt idx="9003">
                  <c:v>51373</c:v>
                </c:pt>
                <c:pt idx="9004">
                  <c:v>51374</c:v>
                </c:pt>
                <c:pt idx="9005">
                  <c:v>51375</c:v>
                </c:pt>
                <c:pt idx="9006">
                  <c:v>51376</c:v>
                </c:pt>
                <c:pt idx="9007">
                  <c:v>51377</c:v>
                </c:pt>
                <c:pt idx="9008">
                  <c:v>51378</c:v>
                </c:pt>
                <c:pt idx="9009">
                  <c:v>51379</c:v>
                </c:pt>
                <c:pt idx="9010">
                  <c:v>51380</c:v>
                </c:pt>
                <c:pt idx="9011">
                  <c:v>51381</c:v>
                </c:pt>
                <c:pt idx="9012">
                  <c:v>51382</c:v>
                </c:pt>
                <c:pt idx="9013">
                  <c:v>51383</c:v>
                </c:pt>
                <c:pt idx="9014">
                  <c:v>51384</c:v>
                </c:pt>
                <c:pt idx="9015">
                  <c:v>51385</c:v>
                </c:pt>
                <c:pt idx="9016">
                  <c:v>51386</c:v>
                </c:pt>
                <c:pt idx="9017">
                  <c:v>51387</c:v>
                </c:pt>
                <c:pt idx="9018">
                  <c:v>51388</c:v>
                </c:pt>
                <c:pt idx="9019">
                  <c:v>51389</c:v>
                </c:pt>
                <c:pt idx="9020">
                  <c:v>51390</c:v>
                </c:pt>
                <c:pt idx="9021">
                  <c:v>51391</c:v>
                </c:pt>
                <c:pt idx="9022">
                  <c:v>51392</c:v>
                </c:pt>
                <c:pt idx="9023">
                  <c:v>51393</c:v>
                </c:pt>
                <c:pt idx="9024">
                  <c:v>51394</c:v>
                </c:pt>
                <c:pt idx="9025">
                  <c:v>51395</c:v>
                </c:pt>
                <c:pt idx="9026">
                  <c:v>51396</c:v>
                </c:pt>
                <c:pt idx="9027">
                  <c:v>51397</c:v>
                </c:pt>
                <c:pt idx="9028">
                  <c:v>51398</c:v>
                </c:pt>
                <c:pt idx="9029">
                  <c:v>51399</c:v>
                </c:pt>
                <c:pt idx="9030">
                  <c:v>51400</c:v>
                </c:pt>
                <c:pt idx="9031">
                  <c:v>51401</c:v>
                </c:pt>
                <c:pt idx="9032">
                  <c:v>51402</c:v>
                </c:pt>
                <c:pt idx="9033">
                  <c:v>51403</c:v>
                </c:pt>
                <c:pt idx="9034">
                  <c:v>51404</c:v>
                </c:pt>
                <c:pt idx="9035">
                  <c:v>51405</c:v>
                </c:pt>
                <c:pt idx="9036">
                  <c:v>51406</c:v>
                </c:pt>
                <c:pt idx="9037">
                  <c:v>51407</c:v>
                </c:pt>
                <c:pt idx="9038">
                  <c:v>51408</c:v>
                </c:pt>
                <c:pt idx="9039">
                  <c:v>51409</c:v>
                </c:pt>
                <c:pt idx="9040">
                  <c:v>51410</c:v>
                </c:pt>
                <c:pt idx="9041">
                  <c:v>51411</c:v>
                </c:pt>
                <c:pt idx="9042">
                  <c:v>51412</c:v>
                </c:pt>
                <c:pt idx="9043">
                  <c:v>51413</c:v>
                </c:pt>
                <c:pt idx="9044">
                  <c:v>51414</c:v>
                </c:pt>
                <c:pt idx="9045">
                  <c:v>51415</c:v>
                </c:pt>
                <c:pt idx="9046">
                  <c:v>51416</c:v>
                </c:pt>
                <c:pt idx="9047">
                  <c:v>51417</c:v>
                </c:pt>
                <c:pt idx="9048">
                  <c:v>51418</c:v>
                </c:pt>
                <c:pt idx="9049">
                  <c:v>51419</c:v>
                </c:pt>
                <c:pt idx="9050">
                  <c:v>51420</c:v>
                </c:pt>
                <c:pt idx="9051">
                  <c:v>51421</c:v>
                </c:pt>
                <c:pt idx="9052">
                  <c:v>51422</c:v>
                </c:pt>
                <c:pt idx="9053">
                  <c:v>51423</c:v>
                </c:pt>
                <c:pt idx="9054">
                  <c:v>51424</c:v>
                </c:pt>
                <c:pt idx="9055">
                  <c:v>51425</c:v>
                </c:pt>
                <c:pt idx="9056">
                  <c:v>51426</c:v>
                </c:pt>
                <c:pt idx="9057">
                  <c:v>51427</c:v>
                </c:pt>
                <c:pt idx="9058">
                  <c:v>51428</c:v>
                </c:pt>
                <c:pt idx="9059">
                  <c:v>51429</c:v>
                </c:pt>
                <c:pt idx="9060">
                  <c:v>51430</c:v>
                </c:pt>
                <c:pt idx="9061">
                  <c:v>51431</c:v>
                </c:pt>
                <c:pt idx="9062">
                  <c:v>51432</c:v>
                </c:pt>
                <c:pt idx="9063">
                  <c:v>51433</c:v>
                </c:pt>
                <c:pt idx="9064">
                  <c:v>51434</c:v>
                </c:pt>
                <c:pt idx="9065">
                  <c:v>51435</c:v>
                </c:pt>
                <c:pt idx="9066">
                  <c:v>51436</c:v>
                </c:pt>
                <c:pt idx="9067">
                  <c:v>51437</c:v>
                </c:pt>
                <c:pt idx="9068">
                  <c:v>51438</c:v>
                </c:pt>
                <c:pt idx="9069">
                  <c:v>51439</c:v>
                </c:pt>
                <c:pt idx="9070">
                  <c:v>51440</c:v>
                </c:pt>
                <c:pt idx="9071">
                  <c:v>51441</c:v>
                </c:pt>
                <c:pt idx="9072">
                  <c:v>51442</c:v>
                </c:pt>
                <c:pt idx="9073">
                  <c:v>51443</c:v>
                </c:pt>
                <c:pt idx="9074">
                  <c:v>51444</c:v>
                </c:pt>
                <c:pt idx="9075">
                  <c:v>51445</c:v>
                </c:pt>
                <c:pt idx="9076">
                  <c:v>51446</c:v>
                </c:pt>
                <c:pt idx="9077">
                  <c:v>51447</c:v>
                </c:pt>
                <c:pt idx="9078">
                  <c:v>51448</c:v>
                </c:pt>
                <c:pt idx="9079">
                  <c:v>51449</c:v>
                </c:pt>
                <c:pt idx="9080">
                  <c:v>51450</c:v>
                </c:pt>
                <c:pt idx="9081">
                  <c:v>51451</c:v>
                </c:pt>
                <c:pt idx="9082">
                  <c:v>51452</c:v>
                </c:pt>
                <c:pt idx="9083">
                  <c:v>51453</c:v>
                </c:pt>
                <c:pt idx="9084">
                  <c:v>51454</c:v>
                </c:pt>
                <c:pt idx="9085">
                  <c:v>51455</c:v>
                </c:pt>
                <c:pt idx="9086">
                  <c:v>51456</c:v>
                </c:pt>
                <c:pt idx="9087">
                  <c:v>51457</c:v>
                </c:pt>
                <c:pt idx="9088">
                  <c:v>51458</c:v>
                </c:pt>
                <c:pt idx="9089">
                  <c:v>51459</c:v>
                </c:pt>
                <c:pt idx="9090">
                  <c:v>51460</c:v>
                </c:pt>
                <c:pt idx="9091">
                  <c:v>51461</c:v>
                </c:pt>
                <c:pt idx="9092">
                  <c:v>51462</c:v>
                </c:pt>
                <c:pt idx="9093">
                  <c:v>51463</c:v>
                </c:pt>
                <c:pt idx="9094">
                  <c:v>51464</c:v>
                </c:pt>
                <c:pt idx="9095">
                  <c:v>51465</c:v>
                </c:pt>
                <c:pt idx="9096">
                  <c:v>51466</c:v>
                </c:pt>
                <c:pt idx="9097">
                  <c:v>51467</c:v>
                </c:pt>
                <c:pt idx="9098">
                  <c:v>51468</c:v>
                </c:pt>
                <c:pt idx="9099">
                  <c:v>51469</c:v>
                </c:pt>
                <c:pt idx="9100">
                  <c:v>51470</c:v>
                </c:pt>
                <c:pt idx="9101">
                  <c:v>51471</c:v>
                </c:pt>
                <c:pt idx="9102">
                  <c:v>51472</c:v>
                </c:pt>
                <c:pt idx="9103">
                  <c:v>51473</c:v>
                </c:pt>
                <c:pt idx="9104">
                  <c:v>51474</c:v>
                </c:pt>
                <c:pt idx="9105">
                  <c:v>51475</c:v>
                </c:pt>
                <c:pt idx="9106">
                  <c:v>51476</c:v>
                </c:pt>
                <c:pt idx="9107">
                  <c:v>51477</c:v>
                </c:pt>
                <c:pt idx="9108">
                  <c:v>51478</c:v>
                </c:pt>
                <c:pt idx="9109">
                  <c:v>51479</c:v>
                </c:pt>
                <c:pt idx="9110">
                  <c:v>51480</c:v>
                </c:pt>
                <c:pt idx="9111">
                  <c:v>51481</c:v>
                </c:pt>
                <c:pt idx="9112">
                  <c:v>51482</c:v>
                </c:pt>
                <c:pt idx="9113">
                  <c:v>51483</c:v>
                </c:pt>
                <c:pt idx="9114">
                  <c:v>51484</c:v>
                </c:pt>
                <c:pt idx="9115">
                  <c:v>51485</c:v>
                </c:pt>
                <c:pt idx="9116">
                  <c:v>51486</c:v>
                </c:pt>
                <c:pt idx="9117">
                  <c:v>51487</c:v>
                </c:pt>
                <c:pt idx="9118">
                  <c:v>51488</c:v>
                </c:pt>
                <c:pt idx="9119">
                  <c:v>51489</c:v>
                </c:pt>
                <c:pt idx="9120">
                  <c:v>51490</c:v>
                </c:pt>
                <c:pt idx="9121">
                  <c:v>51491</c:v>
                </c:pt>
                <c:pt idx="9122">
                  <c:v>51492</c:v>
                </c:pt>
                <c:pt idx="9123">
                  <c:v>51493</c:v>
                </c:pt>
                <c:pt idx="9124">
                  <c:v>51494</c:v>
                </c:pt>
                <c:pt idx="9125">
                  <c:v>51495</c:v>
                </c:pt>
                <c:pt idx="9126">
                  <c:v>51496</c:v>
                </c:pt>
                <c:pt idx="9127">
                  <c:v>51497</c:v>
                </c:pt>
                <c:pt idx="9128">
                  <c:v>51498</c:v>
                </c:pt>
                <c:pt idx="9129">
                  <c:v>51499</c:v>
                </c:pt>
                <c:pt idx="9130">
                  <c:v>51500</c:v>
                </c:pt>
                <c:pt idx="9131">
                  <c:v>51501</c:v>
                </c:pt>
                <c:pt idx="9132">
                  <c:v>51502</c:v>
                </c:pt>
                <c:pt idx="9133">
                  <c:v>51503</c:v>
                </c:pt>
                <c:pt idx="9134">
                  <c:v>51504</c:v>
                </c:pt>
                <c:pt idx="9135">
                  <c:v>51505</c:v>
                </c:pt>
                <c:pt idx="9136">
                  <c:v>51506</c:v>
                </c:pt>
                <c:pt idx="9137">
                  <c:v>51507</c:v>
                </c:pt>
                <c:pt idx="9138">
                  <c:v>51508</c:v>
                </c:pt>
                <c:pt idx="9139">
                  <c:v>51509</c:v>
                </c:pt>
                <c:pt idx="9140">
                  <c:v>51510</c:v>
                </c:pt>
                <c:pt idx="9141">
                  <c:v>51511</c:v>
                </c:pt>
                <c:pt idx="9142">
                  <c:v>51512</c:v>
                </c:pt>
                <c:pt idx="9143">
                  <c:v>51513</c:v>
                </c:pt>
                <c:pt idx="9144">
                  <c:v>51514</c:v>
                </c:pt>
                <c:pt idx="9145">
                  <c:v>51515</c:v>
                </c:pt>
                <c:pt idx="9146">
                  <c:v>51516</c:v>
                </c:pt>
                <c:pt idx="9147">
                  <c:v>51517</c:v>
                </c:pt>
                <c:pt idx="9148">
                  <c:v>51518</c:v>
                </c:pt>
                <c:pt idx="9149">
                  <c:v>51519</c:v>
                </c:pt>
                <c:pt idx="9150">
                  <c:v>51520</c:v>
                </c:pt>
                <c:pt idx="9151">
                  <c:v>51521</c:v>
                </c:pt>
                <c:pt idx="9152">
                  <c:v>51522</c:v>
                </c:pt>
                <c:pt idx="9153">
                  <c:v>51523</c:v>
                </c:pt>
                <c:pt idx="9154">
                  <c:v>51524</c:v>
                </c:pt>
                <c:pt idx="9155">
                  <c:v>51525</c:v>
                </c:pt>
                <c:pt idx="9156">
                  <c:v>51526</c:v>
                </c:pt>
                <c:pt idx="9157">
                  <c:v>51527</c:v>
                </c:pt>
                <c:pt idx="9158">
                  <c:v>51528</c:v>
                </c:pt>
                <c:pt idx="9159">
                  <c:v>51529</c:v>
                </c:pt>
                <c:pt idx="9160">
                  <c:v>51530</c:v>
                </c:pt>
                <c:pt idx="9161">
                  <c:v>51531</c:v>
                </c:pt>
                <c:pt idx="9162">
                  <c:v>51532</c:v>
                </c:pt>
                <c:pt idx="9163">
                  <c:v>51533</c:v>
                </c:pt>
                <c:pt idx="9164">
                  <c:v>51534</c:v>
                </c:pt>
                <c:pt idx="9165">
                  <c:v>51535</c:v>
                </c:pt>
                <c:pt idx="9166">
                  <c:v>51536</c:v>
                </c:pt>
                <c:pt idx="9167">
                  <c:v>51537</c:v>
                </c:pt>
                <c:pt idx="9168">
                  <c:v>51538</c:v>
                </c:pt>
                <c:pt idx="9169">
                  <c:v>51539</c:v>
                </c:pt>
                <c:pt idx="9170">
                  <c:v>51540</c:v>
                </c:pt>
                <c:pt idx="9171">
                  <c:v>51541</c:v>
                </c:pt>
                <c:pt idx="9172">
                  <c:v>51542</c:v>
                </c:pt>
                <c:pt idx="9173">
                  <c:v>51543</c:v>
                </c:pt>
                <c:pt idx="9174">
                  <c:v>51544</c:v>
                </c:pt>
                <c:pt idx="9175">
                  <c:v>51545</c:v>
                </c:pt>
                <c:pt idx="9176">
                  <c:v>51546</c:v>
                </c:pt>
                <c:pt idx="9177">
                  <c:v>51547</c:v>
                </c:pt>
                <c:pt idx="9178">
                  <c:v>51548</c:v>
                </c:pt>
                <c:pt idx="9179">
                  <c:v>51549</c:v>
                </c:pt>
                <c:pt idx="9180">
                  <c:v>51550</c:v>
                </c:pt>
                <c:pt idx="9181">
                  <c:v>51551</c:v>
                </c:pt>
                <c:pt idx="9182">
                  <c:v>51552</c:v>
                </c:pt>
                <c:pt idx="9183">
                  <c:v>51553</c:v>
                </c:pt>
                <c:pt idx="9184">
                  <c:v>51554</c:v>
                </c:pt>
                <c:pt idx="9185">
                  <c:v>51555</c:v>
                </c:pt>
                <c:pt idx="9186">
                  <c:v>51556</c:v>
                </c:pt>
                <c:pt idx="9187">
                  <c:v>51557</c:v>
                </c:pt>
                <c:pt idx="9188">
                  <c:v>51558</c:v>
                </c:pt>
                <c:pt idx="9189">
                  <c:v>51559</c:v>
                </c:pt>
                <c:pt idx="9190">
                  <c:v>51560</c:v>
                </c:pt>
                <c:pt idx="9191">
                  <c:v>51561</c:v>
                </c:pt>
                <c:pt idx="9192">
                  <c:v>51562</c:v>
                </c:pt>
                <c:pt idx="9193">
                  <c:v>51563</c:v>
                </c:pt>
                <c:pt idx="9194">
                  <c:v>51564</c:v>
                </c:pt>
                <c:pt idx="9195">
                  <c:v>51565</c:v>
                </c:pt>
                <c:pt idx="9196">
                  <c:v>51566</c:v>
                </c:pt>
                <c:pt idx="9197">
                  <c:v>51567</c:v>
                </c:pt>
                <c:pt idx="9198">
                  <c:v>51568</c:v>
                </c:pt>
                <c:pt idx="9199">
                  <c:v>51569</c:v>
                </c:pt>
                <c:pt idx="9200">
                  <c:v>51570</c:v>
                </c:pt>
                <c:pt idx="9201">
                  <c:v>51571</c:v>
                </c:pt>
                <c:pt idx="9202">
                  <c:v>51572</c:v>
                </c:pt>
                <c:pt idx="9203">
                  <c:v>51573</c:v>
                </c:pt>
                <c:pt idx="9204">
                  <c:v>51574</c:v>
                </c:pt>
                <c:pt idx="9205">
                  <c:v>51575</c:v>
                </c:pt>
                <c:pt idx="9206">
                  <c:v>51576</c:v>
                </c:pt>
                <c:pt idx="9207">
                  <c:v>51577</c:v>
                </c:pt>
                <c:pt idx="9208">
                  <c:v>51578</c:v>
                </c:pt>
                <c:pt idx="9209">
                  <c:v>51579</c:v>
                </c:pt>
                <c:pt idx="9210">
                  <c:v>51580</c:v>
                </c:pt>
                <c:pt idx="9211">
                  <c:v>51581</c:v>
                </c:pt>
                <c:pt idx="9212">
                  <c:v>51582</c:v>
                </c:pt>
                <c:pt idx="9213">
                  <c:v>51583</c:v>
                </c:pt>
                <c:pt idx="9214">
                  <c:v>51584</c:v>
                </c:pt>
                <c:pt idx="9215">
                  <c:v>51585</c:v>
                </c:pt>
                <c:pt idx="9216">
                  <c:v>51586</c:v>
                </c:pt>
                <c:pt idx="9217">
                  <c:v>51587</c:v>
                </c:pt>
                <c:pt idx="9218">
                  <c:v>51588</c:v>
                </c:pt>
                <c:pt idx="9219">
                  <c:v>51589</c:v>
                </c:pt>
                <c:pt idx="9220">
                  <c:v>51590</c:v>
                </c:pt>
                <c:pt idx="9221">
                  <c:v>51591</c:v>
                </c:pt>
                <c:pt idx="9222">
                  <c:v>51592</c:v>
                </c:pt>
                <c:pt idx="9223">
                  <c:v>51593</c:v>
                </c:pt>
                <c:pt idx="9224">
                  <c:v>51594</c:v>
                </c:pt>
                <c:pt idx="9225">
                  <c:v>51595</c:v>
                </c:pt>
                <c:pt idx="9226">
                  <c:v>51596</c:v>
                </c:pt>
                <c:pt idx="9227">
                  <c:v>51597</c:v>
                </c:pt>
                <c:pt idx="9228">
                  <c:v>51598</c:v>
                </c:pt>
                <c:pt idx="9229">
                  <c:v>51599</c:v>
                </c:pt>
                <c:pt idx="9230">
                  <c:v>51600</c:v>
                </c:pt>
                <c:pt idx="9231">
                  <c:v>51601</c:v>
                </c:pt>
                <c:pt idx="9232">
                  <c:v>51602</c:v>
                </c:pt>
                <c:pt idx="9233">
                  <c:v>51603</c:v>
                </c:pt>
                <c:pt idx="9234">
                  <c:v>51604</c:v>
                </c:pt>
                <c:pt idx="9235">
                  <c:v>51605</c:v>
                </c:pt>
                <c:pt idx="9236">
                  <c:v>51606</c:v>
                </c:pt>
                <c:pt idx="9237">
                  <c:v>51607</c:v>
                </c:pt>
                <c:pt idx="9238">
                  <c:v>51608</c:v>
                </c:pt>
                <c:pt idx="9239">
                  <c:v>51609</c:v>
                </c:pt>
                <c:pt idx="9240">
                  <c:v>51610</c:v>
                </c:pt>
                <c:pt idx="9241">
                  <c:v>51611</c:v>
                </c:pt>
                <c:pt idx="9242">
                  <c:v>51612</c:v>
                </c:pt>
                <c:pt idx="9243">
                  <c:v>51613</c:v>
                </c:pt>
                <c:pt idx="9244">
                  <c:v>51614</c:v>
                </c:pt>
                <c:pt idx="9245">
                  <c:v>51615</c:v>
                </c:pt>
                <c:pt idx="9246">
                  <c:v>51616</c:v>
                </c:pt>
                <c:pt idx="9247">
                  <c:v>51617</c:v>
                </c:pt>
                <c:pt idx="9248">
                  <c:v>51618</c:v>
                </c:pt>
                <c:pt idx="9249">
                  <c:v>51619</c:v>
                </c:pt>
                <c:pt idx="9250">
                  <c:v>51620</c:v>
                </c:pt>
                <c:pt idx="9251">
                  <c:v>51621</c:v>
                </c:pt>
                <c:pt idx="9252">
                  <c:v>51622</c:v>
                </c:pt>
                <c:pt idx="9253">
                  <c:v>51623</c:v>
                </c:pt>
                <c:pt idx="9254">
                  <c:v>51624</c:v>
                </c:pt>
                <c:pt idx="9255">
                  <c:v>51625</c:v>
                </c:pt>
                <c:pt idx="9256">
                  <c:v>51626</c:v>
                </c:pt>
                <c:pt idx="9257">
                  <c:v>51627</c:v>
                </c:pt>
                <c:pt idx="9258">
                  <c:v>51628</c:v>
                </c:pt>
                <c:pt idx="9259">
                  <c:v>51629</c:v>
                </c:pt>
                <c:pt idx="9260">
                  <c:v>51630</c:v>
                </c:pt>
                <c:pt idx="9261">
                  <c:v>51631</c:v>
                </c:pt>
                <c:pt idx="9262">
                  <c:v>51632</c:v>
                </c:pt>
                <c:pt idx="9263">
                  <c:v>51633</c:v>
                </c:pt>
                <c:pt idx="9264">
                  <c:v>51634</c:v>
                </c:pt>
                <c:pt idx="9265">
                  <c:v>51635</c:v>
                </c:pt>
                <c:pt idx="9266">
                  <c:v>51636</c:v>
                </c:pt>
                <c:pt idx="9267">
                  <c:v>51637</c:v>
                </c:pt>
                <c:pt idx="9268">
                  <c:v>51638</c:v>
                </c:pt>
                <c:pt idx="9269">
                  <c:v>51639</c:v>
                </c:pt>
                <c:pt idx="9270">
                  <c:v>51640</c:v>
                </c:pt>
                <c:pt idx="9271">
                  <c:v>51641</c:v>
                </c:pt>
                <c:pt idx="9272">
                  <c:v>51642</c:v>
                </c:pt>
                <c:pt idx="9273">
                  <c:v>51643</c:v>
                </c:pt>
                <c:pt idx="9274">
                  <c:v>51644</c:v>
                </c:pt>
                <c:pt idx="9275">
                  <c:v>51645</c:v>
                </c:pt>
                <c:pt idx="9276">
                  <c:v>51646</c:v>
                </c:pt>
                <c:pt idx="9277">
                  <c:v>51647</c:v>
                </c:pt>
                <c:pt idx="9278">
                  <c:v>51648</c:v>
                </c:pt>
                <c:pt idx="9279">
                  <c:v>51649</c:v>
                </c:pt>
                <c:pt idx="9280">
                  <c:v>51650</c:v>
                </c:pt>
                <c:pt idx="9281">
                  <c:v>51651</c:v>
                </c:pt>
                <c:pt idx="9282">
                  <c:v>51652</c:v>
                </c:pt>
                <c:pt idx="9283">
                  <c:v>51653</c:v>
                </c:pt>
                <c:pt idx="9284">
                  <c:v>51654</c:v>
                </c:pt>
                <c:pt idx="9285">
                  <c:v>51655</c:v>
                </c:pt>
                <c:pt idx="9286">
                  <c:v>51656</c:v>
                </c:pt>
                <c:pt idx="9287">
                  <c:v>51657</c:v>
                </c:pt>
                <c:pt idx="9288">
                  <c:v>51658</c:v>
                </c:pt>
                <c:pt idx="9289">
                  <c:v>51659</c:v>
                </c:pt>
                <c:pt idx="9290">
                  <c:v>51660</c:v>
                </c:pt>
                <c:pt idx="9291">
                  <c:v>51661</c:v>
                </c:pt>
                <c:pt idx="9292">
                  <c:v>51662</c:v>
                </c:pt>
                <c:pt idx="9293">
                  <c:v>51663</c:v>
                </c:pt>
                <c:pt idx="9294">
                  <c:v>51664</c:v>
                </c:pt>
                <c:pt idx="9295">
                  <c:v>51665</c:v>
                </c:pt>
                <c:pt idx="9296">
                  <c:v>51666</c:v>
                </c:pt>
                <c:pt idx="9297">
                  <c:v>51667</c:v>
                </c:pt>
                <c:pt idx="9298">
                  <c:v>51668</c:v>
                </c:pt>
                <c:pt idx="9299">
                  <c:v>51669</c:v>
                </c:pt>
                <c:pt idx="9300">
                  <c:v>51670</c:v>
                </c:pt>
                <c:pt idx="9301">
                  <c:v>51671</c:v>
                </c:pt>
                <c:pt idx="9302">
                  <c:v>51672</c:v>
                </c:pt>
                <c:pt idx="9303">
                  <c:v>51673</c:v>
                </c:pt>
                <c:pt idx="9304">
                  <c:v>51674</c:v>
                </c:pt>
                <c:pt idx="9305">
                  <c:v>51675</c:v>
                </c:pt>
                <c:pt idx="9306">
                  <c:v>51676</c:v>
                </c:pt>
                <c:pt idx="9307">
                  <c:v>51677</c:v>
                </c:pt>
                <c:pt idx="9308">
                  <c:v>51678</c:v>
                </c:pt>
                <c:pt idx="9309">
                  <c:v>51679</c:v>
                </c:pt>
                <c:pt idx="9310">
                  <c:v>51680</c:v>
                </c:pt>
                <c:pt idx="9311">
                  <c:v>51681</c:v>
                </c:pt>
                <c:pt idx="9312">
                  <c:v>51682</c:v>
                </c:pt>
                <c:pt idx="9313">
                  <c:v>51683</c:v>
                </c:pt>
                <c:pt idx="9314">
                  <c:v>51684</c:v>
                </c:pt>
                <c:pt idx="9315">
                  <c:v>51685</c:v>
                </c:pt>
                <c:pt idx="9316">
                  <c:v>51686</c:v>
                </c:pt>
                <c:pt idx="9317">
                  <c:v>51687</c:v>
                </c:pt>
                <c:pt idx="9318">
                  <c:v>51688</c:v>
                </c:pt>
                <c:pt idx="9319">
                  <c:v>51689</c:v>
                </c:pt>
                <c:pt idx="9320">
                  <c:v>51690</c:v>
                </c:pt>
                <c:pt idx="9321">
                  <c:v>51691</c:v>
                </c:pt>
                <c:pt idx="9322">
                  <c:v>51692</c:v>
                </c:pt>
                <c:pt idx="9323">
                  <c:v>51693</c:v>
                </c:pt>
                <c:pt idx="9324">
                  <c:v>51694</c:v>
                </c:pt>
                <c:pt idx="9325">
                  <c:v>51695</c:v>
                </c:pt>
                <c:pt idx="9326">
                  <c:v>51696</c:v>
                </c:pt>
                <c:pt idx="9327">
                  <c:v>51697</c:v>
                </c:pt>
                <c:pt idx="9328">
                  <c:v>51698</c:v>
                </c:pt>
                <c:pt idx="9329">
                  <c:v>51699</c:v>
                </c:pt>
                <c:pt idx="9330">
                  <c:v>51700</c:v>
                </c:pt>
                <c:pt idx="9331">
                  <c:v>51701</c:v>
                </c:pt>
                <c:pt idx="9332">
                  <c:v>51702</c:v>
                </c:pt>
                <c:pt idx="9333">
                  <c:v>51703</c:v>
                </c:pt>
                <c:pt idx="9334">
                  <c:v>51704</c:v>
                </c:pt>
                <c:pt idx="9335">
                  <c:v>51705</c:v>
                </c:pt>
                <c:pt idx="9336">
                  <c:v>51706</c:v>
                </c:pt>
                <c:pt idx="9337">
                  <c:v>51707</c:v>
                </c:pt>
                <c:pt idx="9338">
                  <c:v>51708</c:v>
                </c:pt>
                <c:pt idx="9339">
                  <c:v>51709</c:v>
                </c:pt>
                <c:pt idx="9340">
                  <c:v>51710</c:v>
                </c:pt>
                <c:pt idx="9341">
                  <c:v>51711</c:v>
                </c:pt>
                <c:pt idx="9342">
                  <c:v>51712</c:v>
                </c:pt>
                <c:pt idx="9343">
                  <c:v>51713</c:v>
                </c:pt>
                <c:pt idx="9344">
                  <c:v>51714</c:v>
                </c:pt>
                <c:pt idx="9345">
                  <c:v>51715</c:v>
                </c:pt>
                <c:pt idx="9346">
                  <c:v>51716</c:v>
                </c:pt>
                <c:pt idx="9347">
                  <c:v>51717</c:v>
                </c:pt>
                <c:pt idx="9348">
                  <c:v>51718</c:v>
                </c:pt>
                <c:pt idx="9349">
                  <c:v>51719</c:v>
                </c:pt>
                <c:pt idx="9350">
                  <c:v>51720</c:v>
                </c:pt>
                <c:pt idx="9351">
                  <c:v>51721</c:v>
                </c:pt>
                <c:pt idx="9352">
                  <c:v>51722</c:v>
                </c:pt>
                <c:pt idx="9353">
                  <c:v>51723</c:v>
                </c:pt>
                <c:pt idx="9354">
                  <c:v>51724</c:v>
                </c:pt>
                <c:pt idx="9355">
                  <c:v>51725</c:v>
                </c:pt>
                <c:pt idx="9356">
                  <c:v>51726</c:v>
                </c:pt>
                <c:pt idx="9357">
                  <c:v>51727</c:v>
                </c:pt>
                <c:pt idx="9358">
                  <c:v>51728</c:v>
                </c:pt>
                <c:pt idx="9359">
                  <c:v>51729</c:v>
                </c:pt>
                <c:pt idx="9360">
                  <c:v>51730</c:v>
                </c:pt>
                <c:pt idx="9361">
                  <c:v>51731</c:v>
                </c:pt>
                <c:pt idx="9362">
                  <c:v>51732</c:v>
                </c:pt>
                <c:pt idx="9363">
                  <c:v>51733</c:v>
                </c:pt>
                <c:pt idx="9364">
                  <c:v>51734</c:v>
                </c:pt>
                <c:pt idx="9365">
                  <c:v>51735</c:v>
                </c:pt>
                <c:pt idx="9366">
                  <c:v>51736</c:v>
                </c:pt>
                <c:pt idx="9367">
                  <c:v>51737</c:v>
                </c:pt>
                <c:pt idx="9368">
                  <c:v>51738</c:v>
                </c:pt>
                <c:pt idx="9369">
                  <c:v>51739</c:v>
                </c:pt>
                <c:pt idx="9370">
                  <c:v>51740</c:v>
                </c:pt>
                <c:pt idx="9371">
                  <c:v>51741</c:v>
                </c:pt>
                <c:pt idx="9372">
                  <c:v>51742</c:v>
                </c:pt>
                <c:pt idx="9373">
                  <c:v>51743</c:v>
                </c:pt>
                <c:pt idx="9374">
                  <c:v>51744</c:v>
                </c:pt>
                <c:pt idx="9375">
                  <c:v>51745</c:v>
                </c:pt>
                <c:pt idx="9376">
                  <c:v>51746</c:v>
                </c:pt>
                <c:pt idx="9377">
                  <c:v>51747</c:v>
                </c:pt>
                <c:pt idx="9378">
                  <c:v>51748</c:v>
                </c:pt>
                <c:pt idx="9379">
                  <c:v>51749</c:v>
                </c:pt>
                <c:pt idx="9380">
                  <c:v>51750</c:v>
                </c:pt>
                <c:pt idx="9381">
                  <c:v>51751</c:v>
                </c:pt>
                <c:pt idx="9382">
                  <c:v>51752</c:v>
                </c:pt>
                <c:pt idx="9383">
                  <c:v>51753</c:v>
                </c:pt>
                <c:pt idx="9384">
                  <c:v>51754</c:v>
                </c:pt>
                <c:pt idx="9385">
                  <c:v>51755</c:v>
                </c:pt>
                <c:pt idx="9386">
                  <c:v>51756</c:v>
                </c:pt>
                <c:pt idx="9387">
                  <c:v>51757</c:v>
                </c:pt>
                <c:pt idx="9388">
                  <c:v>51758</c:v>
                </c:pt>
                <c:pt idx="9389">
                  <c:v>51759</c:v>
                </c:pt>
                <c:pt idx="9390">
                  <c:v>51760</c:v>
                </c:pt>
                <c:pt idx="9391">
                  <c:v>51761</c:v>
                </c:pt>
                <c:pt idx="9392">
                  <c:v>51762</c:v>
                </c:pt>
                <c:pt idx="9393">
                  <c:v>51763</c:v>
                </c:pt>
                <c:pt idx="9394">
                  <c:v>51764</c:v>
                </c:pt>
                <c:pt idx="9395">
                  <c:v>51765</c:v>
                </c:pt>
                <c:pt idx="9396">
                  <c:v>51766</c:v>
                </c:pt>
                <c:pt idx="9397">
                  <c:v>51767</c:v>
                </c:pt>
                <c:pt idx="9398">
                  <c:v>51768</c:v>
                </c:pt>
                <c:pt idx="9399">
                  <c:v>51769</c:v>
                </c:pt>
                <c:pt idx="9400">
                  <c:v>51770</c:v>
                </c:pt>
                <c:pt idx="9401">
                  <c:v>51771</c:v>
                </c:pt>
                <c:pt idx="9402">
                  <c:v>51772</c:v>
                </c:pt>
                <c:pt idx="9403">
                  <c:v>51773</c:v>
                </c:pt>
                <c:pt idx="9404">
                  <c:v>51774</c:v>
                </c:pt>
                <c:pt idx="9405">
                  <c:v>51775</c:v>
                </c:pt>
                <c:pt idx="9406">
                  <c:v>51776</c:v>
                </c:pt>
                <c:pt idx="9407">
                  <c:v>51777</c:v>
                </c:pt>
                <c:pt idx="9408">
                  <c:v>51778</c:v>
                </c:pt>
                <c:pt idx="9409">
                  <c:v>51779</c:v>
                </c:pt>
                <c:pt idx="9410">
                  <c:v>51780</c:v>
                </c:pt>
                <c:pt idx="9411">
                  <c:v>51781</c:v>
                </c:pt>
                <c:pt idx="9412">
                  <c:v>51782</c:v>
                </c:pt>
                <c:pt idx="9413">
                  <c:v>51783</c:v>
                </c:pt>
                <c:pt idx="9414">
                  <c:v>51784</c:v>
                </c:pt>
                <c:pt idx="9415">
                  <c:v>51785</c:v>
                </c:pt>
                <c:pt idx="9416">
                  <c:v>51786</c:v>
                </c:pt>
                <c:pt idx="9417">
                  <c:v>51787</c:v>
                </c:pt>
                <c:pt idx="9418">
                  <c:v>51788</c:v>
                </c:pt>
                <c:pt idx="9419">
                  <c:v>51789</c:v>
                </c:pt>
                <c:pt idx="9420">
                  <c:v>51790</c:v>
                </c:pt>
                <c:pt idx="9421">
                  <c:v>51791</c:v>
                </c:pt>
                <c:pt idx="9422">
                  <c:v>51792</c:v>
                </c:pt>
                <c:pt idx="9423">
                  <c:v>51793</c:v>
                </c:pt>
                <c:pt idx="9424">
                  <c:v>51794</c:v>
                </c:pt>
                <c:pt idx="9425">
                  <c:v>51795</c:v>
                </c:pt>
                <c:pt idx="9426">
                  <c:v>51796</c:v>
                </c:pt>
                <c:pt idx="9427">
                  <c:v>51797</c:v>
                </c:pt>
                <c:pt idx="9428">
                  <c:v>51798</c:v>
                </c:pt>
                <c:pt idx="9429">
                  <c:v>51799</c:v>
                </c:pt>
                <c:pt idx="9430">
                  <c:v>51800</c:v>
                </c:pt>
                <c:pt idx="9431">
                  <c:v>51801</c:v>
                </c:pt>
                <c:pt idx="9432">
                  <c:v>51802</c:v>
                </c:pt>
                <c:pt idx="9433">
                  <c:v>51803</c:v>
                </c:pt>
                <c:pt idx="9434">
                  <c:v>51804</c:v>
                </c:pt>
                <c:pt idx="9435">
                  <c:v>51805</c:v>
                </c:pt>
                <c:pt idx="9436">
                  <c:v>51806</c:v>
                </c:pt>
                <c:pt idx="9437">
                  <c:v>51807</c:v>
                </c:pt>
                <c:pt idx="9438">
                  <c:v>51808</c:v>
                </c:pt>
                <c:pt idx="9439">
                  <c:v>51809</c:v>
                </c:pt>
                <c:pt idx="9440">
                  <c:v>51810</c:v>
                </c:pt>
                <c:pt idx="9441">
                  <c:v>51811</c:v>
                </c:pt>
                <c:pt idx="9442">
                  <c:v>51812</c:v>
                </c:pt>
                <c:pt idx="9443">
                  <c:v>51813</c:v>
                </c:pt>
                <c:pt idx="9444">
                  <c:v>51814</c:v>
                </c:pt>
                <c:pt idx="9445">
                  <c:v>51815</c:v>
                </c:pt>
                <c:pt idx="9446">
                  <c:v>51816</c:v>
                </c:pt>
                <c:pt idx="9447">
                  <c:v>51817</c:v>
                </c:pt>
                <c:pt idx="9448">
                  <c:v>51818</c:v>
                </c:pt>
                <c:pt idx="9449">
                  <c:v>51819</c:v>
                </c:pt>
                <c:pt idx="9450">
                  <c:v>51820</c:v>
                </c:pt>
                <c:pt idx="9451">
                  <c:v>51821</c:v>
                </c:pt>
                <c:pt idx="9452">
                  <c:v>51822</c:v>
                </c:pt>
                <c:pt idx="9453">
                  <c:v>51823</c:v>
                </c:pt>
                <c:pt idx="9454">
                  <c:v>51824</c:v>
                </c:pt>
                <c:pt idx="9455">
                  <c:v>51825</c:v>
                </c:pt>
                <c:pt idx="9456">
                  <c:v>51826</c:v>
                </c:pt>
                <c:pt idx="9457">
                  <c:v>51827</c:v>
                </c:pt>
                <c:pt idx="9458">
                  <c:v>51828</c:v>
                </c:pt>
                <c:pt idx="9459">
                  <c:v>51829</c:v>
                </c:pt>
                <c:pt idx="9460">
                  <c:v>51830</c:v>
                </c:pt>
                <c:pt idx="9461">
                  <c:v>51831</c:v>
                </c:pt>
                <c:pt idx="9462">
                  <c:v>51832</c:v>
                </c:pt>
                <c:pt idx="9463">
                  <c:v>51833</c:v>
                </c:pt>
                <c:pt idx="9464">
                  <c:v>51834</c:v>
                </c:pt>
                <c:pt idx="9465">
                  <c:v>51835</c:v>
                </c:pt>
                <c:pt idx="9466">
                  <c:v>51836</c:v>
                </c:pt>
                <c:pt idx="9467">
                  <c:v>51837</c:v>
                </c:pt>
                <c:pt idx="9468">
                  <c:v>51838</c:v>
                </c:pt>
                <c:pt idx="9469">
                  <c:v>51839</c:v>
                </c:pt>
                <c:pt idx="9470">
                  <c:v>51840</c:v>
                </c:pt>
                <c:pt idx="9471">
                  <c:v>51841</c:v>
                </c:pt>
                <c:pt idx="9472">
                  <c:v>51842</c:v>
                </c:pt>
                <c:pt idx="9473">
                  <c:v>51843</c:v>
                </c:pt>
                <c:pt idx="9474">
                  <c:v>51844</c:v>
                </c:pt>
                <c:pt idx="9475">
                  <c:v>51845</c:v>
                </c:pt>
                <c:pt idx="9476">
                  <c:v>51846</c:v>
                </c:pt>
                <c:pt idx="9477">
                  <c:v>51847</c:v>
                </c:pt>
                <c:pt idx="9478">
                  <c:v>51848</c:v>
                </c:pt>
                <c:pt idx="9479">
                  <c:v>51849</c:v>
                </c:pt>
                <c:pt idx="9480">
                  <c:v>51850</c:v>
                </c:pt>
                <c:pt idx="9481">
                  <c:v>51851</c:v>
                </c:pt>
                <c:pt idx="9482">
                  <c:v>51852</c:v>
                </c:pt>
                <c:pt idx="9483">
                  <c:v>51853</c:v>
                </c:pt>
                <c:pt idx="9484">
                  <c:v>51854</c:v>
                </c:pt>
                <c:pt idx="9485">
                  <c:v>51855</c:v>
                </c:pt>
                <c:pt idx="9486">
                  <c:v>51856</c:v>
                </c:pt>
                <c:pt idx="9487">
                  <c:v>51857</c:v>
                </c:pt>
                <c:pt idx="9488">
                  <c:v>51858</c:v>
                </c:pt>
                <c:pt idx="9489">
                  <c:v>51859</c:v>
                </c:pt>
                <c:pt idx="9490">
                  <c:v>51860</c:v>
                </c:pt>
                <c:pt idx="9491">
                  <c:v>51861</c:v>
                </c:pt>
                <c:pt idx="9492">
                  <c:v>51862</c:v>
                </c:pt>
                <c:pt idx="9493">
                  <c:v>51863</c:v>
                </c:pt>
                <c:pt idx="9494">
                  <c:v>51864</c:v>
                </c:pt>
                <c:pt idx="9495">
                  <c:v>51865</c:v>
                </c:pt>
                <c:pt idx="9496">
                  <c:v>51866</c:v>
                </c:pt>
                <c:pt idx="9497">
                  <c:v>51867</c:v>
                </c:pt>
                <c:pt idx="9498">
                  <c:v>51868</c:v>
                </c:pt>
                <c:pt idx="9499">
                  <c:v>51869</c:v>
                </c:pt>
                <c:pt idx="9500">
                  <c:v>51870</c:v>
                </c:pt>
                <c:pt idx="9501">
                  <c:v>51871</c:v>
                </c:pt>
                <c:pt idx="9502">
                  <c:v>51872</c:v>
                </c:pt>
                <c:pt idx="9503">
                  <c:v>51873</c:v>
                </c:pt>
                <c:pt idx="9504">
                  <c:v>51874</c:v>
                </c:pt>
                <c:pt idx="9505">
                  <c:v>51875</c:v>
                </c:pt>
                <c:pt idx="9506">
                  <c:v>51876</c:v>
                </c:pt>
                <c:pt idx="9507">
                  <c:v>51877</c:v>
                </c:pt>
                <c:pt idx="9508">
                  <c:v>51878</c:v>
                </c:pt>
                <c:pt idx="9509">
                  <c:v>51879</c:v>
                </c:pt>
                <c:pt idx="9510">
                  <c:v>51880</c:v>
                </c:pt>
                <c:pt idx="9511">
                  <c:v>51881</c:v>
                </c:pt>
                <c:pt idx="9512">
                  <c:v>51882</c:v>
                </c:pt>
                <c:pt idx="9513">
                  <c:v>51883</c:v>
                </c:pt>
                <c:pt idx="9514">
                  <c:v>51884</c:v>
                </c:pt>
                <c:pt idx="9515">
                  <c:v>51885</c:v>
                </c:pt>
                <c:pt idx="9516">
                  <c:v>51886</c:v>
                </c:pt>
                <c:pt idx="9517">
                  <c:v>51887</c:v>
                </c:pt>
                <c:pt idx="9518">
                  <c:v>51888</c:v>
                </c:pt>
                <c:pt idx="9519">
                  <c:v>51889</c:v>
                </c:pt>
                <c:pt idx="9520">
                  <c:v>51890</c:v>
                </c:pt>
                <c:pt idx="9521">
                  <c:v>51891</c:v>
                </c:pt>
                <c:pt idx="9522">
                  <c:v>51892</c:v>
                </c:pt>
                <c:pt idx="9523">
                  <c:v>51893</c:v>
                </c:pt>
                <c:pt idx="9524">
                  <c:v>51894</c:v>
                </c:pt>
                <c:pt idx="9525">
                  <c:v>51895</c:v>
                </c:pt>
                <c:pt idx="9526">
                  <c:v>51896</c:v>
                </c:pt>
                <c:pt idx="9527">
                  <c:v>51897</c:v>
                </c:pt>
                <c:pt idx="9528">
                  <c:v>51898</c:v>
                </c:pt>
                <c:pt idx="9529">
                  <c:v>51899</c:v>
                </c:pt>
                <c:pt idx="9530">
                  <c:v>51900</c:v>
                </c:pt>
                <c:pt idx="9531">
                  <c:v>51901</c:v>
                </c:pt>
                <c:pt idx="9532">
                  <c:v>51902</c:v>
                </c:pt>
                <c:pt idx="9533">
                  <c:v>51903</c:v>
                </c:pt>
                <c:pt idx="9534">
                  <c:v>51904</c:v>
                </c:pt>
                <c:pt idx="9535">
                  <c:v>51905</c:v>
                </c:pt>
                <c:pt idx="9536">
                  <c:v>51906</c:v>
                </c:pt>
                <c:pt idx="9537">
                  <c:v>51907</c:v>
                </c:pt>
                <c:pt idx="9538">
                  <c:v>51908</c:v>
                </c:pt>
                <c:pt idx="9539">
                  <c:v>51909</c:v>
                </c:pt>
                <c:pt idx="9540">
                  <c:v>51910</c:v>
                </c:pt>
                <c:pt idx="9541">
                  <c:v>51911</c:v>
                </c:pt>
                <c:pt idx="9542">
                  <c:v>51912</c:v>
                </c:pt>
                <c:pt idx="9543">
                  <c:v>51913</c:v>
                </c:pt>
                <c:pt idx="9544">
                  <c:v>51914</c:v>
                </c:pt>
                <c:pt idx="9545">
                  <c:v>51915</c:v>
                </c:pt>
                <c:pt idx="9546">
                  <c:v>51916</c:v>
                </c:pt>
                <c:pt idx="9547">
                  <c:v>51917</c:v>
                </c:pt>
                <c:pt idx="9548">
                  <c:v>51918</c:v>
                </c:pt>
                <c:pt idx="9549">
                  <c:v>51919</c:v>
                </c:pt>
                <c:pt idx="9550">
                  <c:v>51920</c:v>
                </c:pt>
                <c:pt idx="9551">
                  <c:v>51921</c:v>
                </c:pt>
                <c:pt idx="9552">
                  <c:v>51922</c:v>
                </c:pt>
                <c:pt idx="9553">
                  <c:v>51923</c:v>
                </c:pt>
                <c:pt idx="9554">
                  <c:v>51924</c:v>
                </c:pt>
                <c:pt idx="9555">
                  <c:v>51925</c:v>
                </c:pt>
                <c:pt idx="9556">
                  <c:v>51926</c:v>
                </c:pt>
                <c:pt idx="9557">
                  <c:v>51927</c:v>
                </c:pt>
                <c:pt idx="9558">
                  <c:v>51928</c:v>
                </c:pt>
                <c:pt idx="9559">
                  <c:v>51929</c:v>
                </c:pt>
                <c:pt idx="9560">
                  <c:v>51930</c:v>
                </c:pt>
                <c:pt idx="9561">
                  <c:v>51931</c:v>
                </c:pt>
                <c:pt idx="9562">
                  <c:v>51932</c:v>
                </c:pt>
                <c:pt idx="9563">
                  <c:v>51933</c:v>
                </c:pt>
                <c:pt idx="9564">
                  <c:v>51934</c:v>
                </c:pt>
                <c:pt idx="9565">
                  <c:v>51935</c:v>
                </c:pt>
                <c:pt idx="9566">
                  <c:v>51936</c:v>
                </c:pt>
                <c:pt idx="9567">
                  <c:v>51937</c:v>
                </c:pt>
                <c:pt idx="9568">
                  <c:v>51938</c:v>
                </c:pt>
                <c:pt idx="9569">
                  <c:v>51939</c:v>
                </c:pt>
                <c:pt idx="9570">
                  <c:v>51940</c:v>
                </c:pt>
                <c:pt idx="9571">
                  <c:v>51941</c:v>
                </c:pt>
                <c:pt idx="9572">
                  <c:v>51942</c:v>
                </c:pt>
                <c:pt idx="9573">
                  <c:v>51943</c:v>
                </c:pt>
                <c:pt idx="9574">
                  <c:v>51944</c:v>
                </c:pt>
                <c:pt idx="9575">
                  <c:v>51945</c:v>
                </c:pt>
                <c:pt idx="9576">
                  <c:v>51946</c:v>
                </c:pt>
                <c:pt idx="9577">
                  <c:v>51947</c:v>
                </c:pt>
                <c:pt idx="9578">
                  <c:v>51948</c:v>
                </c:pt>
                <c:pt idx="9579">
                  <c:v>51949</c:v>
                </c:pt>
                <c:pt idx="9580">
                  <c:v>51950</c:v>
                </c:pt>
                <c:pt idx="9581">
                  <c:v>51951</c:v>
                </c:pt>
                <c:pt idx="9582">
                  <c:v>51952</c:v>
                </c:pt>
                <c:pt idx="9583">
                  <c:v>51953</c:v>
                </c:pt>
                <c:pt idx="9584">
                  <c:v>51954</c:v>
                </c:pt>
                <c:pt idx="9585">
                  <c:v>51955</c:v>
                </c:pt>
                <c:pt idx="9586">
                  <c:v>51956</c:v>
                </c:pt>
                <c:pt idx="9587">
                  <c:v>51957</c:v>
                </c:pt>
                <c:pt idx="9588">
                  <c:v>51958</c:v>
                </c:pt>
                <c:pt idx="9589">
                  <c:v>51959</c:v>
                </c:pt>
                <c:pt idx="9590">
                  <c:v>51960</c:v>
                </c:pt>
                <c:pt idx="9591">
                  <c:v>51961</c:v>
                </c:pt>
                <c:pt idx="9592">
                  <c:v>51962</c:v>
                </c:pt>
                <c:pt idx="9593">
                  <c:v>51963</c:v>
                </c:pt>
                <c:pt idx="9594">
                  <c:v>51964</c:v>
                </c:pt>
                <c:pt idx="9595">
                  <c:v>51965</c:v>
                </c:pt>
                <c:pt idx="9596">
                  <c:v>51966</c:v>
                </c:pt>
                <c:pt idx="9597">
                  <c:v>51967</c:v>
                </c:pt>
                <c:pt idx="9598">
                  <c:v>51968</c:v>
                </c:pt>
                <c:pt idx="9599">
                  <c:v>51969</c:v>
                </c:pt>
                <c:pt idx="9600">
                  <c:v>51970</c:v>
                </c:pt>
                <c:pt idx="9601">
                  <c:v>51971</c:v>
                </c:pt>
                <c:pt idx="9602">
                  <c:v>51972</c:v>
                </c:pt>
                <c:pt idx="9603">
                  <c:v>51973</c:v>
                </c:pt>
                <c:pt idx="9604">
                  <c:v>51974</c:v>
                </c:pt>
                <c:pt idx="9605">
                  <c:v>51975</c:v>
                </c:pt>
                <c:pt idx="9606">
                  <c:v>51976</c:v>
                </c:pt>
                <c:pt idx="9607">
                  <c:v>51977</c:v>
                </c:pt>
                <c:pt idx="9608">
                  <c:v>51978</c:v>
                </c:pt>
                <c:pt idx="9609">
                  <c:v>51979</c:v>
                </c:pt>
                <c:pt idx="9610">
                  <c:v>51980</c:v>
                </c:pt>
                <c:pt idx="9611">
                  <c:v>51981</c:v>
                </c:pt>
                <c:pt idx="9612">
                  <c:v>51982</c:v>
                </c:pt>
                <c:pt idx="9613">
                  <c:v>51983</c:v>
                </c:pt>
                <c:pt idx="9614">
                  <c:v>51984</c:v>
                </c:pt>
                <c:pt idx="9615">
                  <c:v>51985</c:v>
                </c:pt>
                <c:pt idx="9616">
                  <c:v>51986</c:v>
                </c:pt>
                <c:pt idx="9617">
                  <c:v>51987</c:v>
                </c:pt>
                <c:pt idx="9618">
                  <c:v>51988</c:v>
                </c:pt>
                <c:pt idx="9619">
                  <c:v>51989</c:v>
                </c:pt>
                <c:pt idx="9620">
                  <c:v>51990</c:v>
                </c:pt>
                <c:pt idx="9621">
                  <c:v>51991</c:v>
                </c:pt>
                <c:pt idx="9622">
                  <c:v>51992</c:v>
                </c:pt>
                <c:pt idx="9623">
                  <c:v>51993</c:v>
                </c:pt>
                <c:pt idx="9624">
                  <c:v>51994</c:v>
                </c:pt>
                <c:pt idx="9625">
                  <c:v>51995</c:v>
                </c:pt>
                <c:pt idx="9626">
                  <c:v>51996</c:v>
                </c:pt>
                <c:pt idx="9627">
                  <c:v>51997</c:v>
                </c:pt>
                <c:pt idx="9628">
                  <c:v>51998</c:v>
                </c:pt>
                <c:pt idx="9629">
                  <c:v>51999</c:v>
                </c:pt>
                <c:pt idx="9630">
                  <c:v>52000</c:v>
                </c:pt>
                <c:pt idx="9631">
                  <c:v>52001</c:v>
                </c:pt>
                <c:pt idx="9632">
                  <c:v>52002</c:v>
                </c:pt>
                <c:pt idx="9633">
                  <c:v>52003</c:v>
                </c:pt>
                <c:pt idx="9634">
                  <c:v>52004</c:v>
                </c:pt>
                <c:pt idx="9635">
                  <c:v>52005</c:v>
                </c:pt>
                <c:pt idx="9636">
                  <c:v>52006</c:v>
                </c:pt>
                <c:pt idx="9637">
                  <c:v>52007</c:v>
                </c:pt>
                <c:pt idx="9638">
                  <c:v>52008</c:v>
                </c:pt>
                <c:pt idx="9639">
                  <c:v>52009</c:v>
                </c:pt>
                <c:pt idx="9640">
                  <c:v>52010</c:v>
                </c:pt>
                <c:pt idx="9641">
                  <c:v>52011</c:v>
                </c:pt>
                <c:pt idx="9642">
                  <c:v>52012</c:v>
                </c:pt>
                <c:pt idx="9643">
                  <c:v>52013</c:v>
                </c:pt>
                <c:pt idx="9644">
                  <c:v>52014</c:v>
                </c:pt>
                <c:pt idx="9645">
                  <c:v>52015</c:v>
                </c:pt>
                <c:pt idx="9646">
                  <c:v>52016</c:v>
                </c:pt>
                <c:pt idx="9647">
                  <c:v>52017</c:v>
                </c:pt>
                <c:pt idx="9648">
                  <c:v>52018</c:v>
                </c:pt>
                <c:pt idx="9649">
                  <c:v>52019</c:v>
                </c:pt>
                <c:pt idx="9650">
                  <c:v>52020</c:v>
                </c:pt>
                <c:pt idx="9651">
                  <c:v>52021</c:v>
                </c:pt>
                <c:pt idx="9652">
                  <c:v>52022</c:v>
                </c:pt>
                <c:pt idx="9653">
                  <c:v>52023</c:v>
                </c:pt>
                <c:pt idx="9654">
                  <c:v>52024</c:v>
                </c:pt>
                <c:pt idx="9655">
                  <c:v>52025</c:v>
                </c:pt>
                <c:pt idx="9656">
                  <c:v>52026</c:v>
                </c:pt>
                <c:pt idx="9657">
                  <c:v>52027</c:v>
                </c:pt>
                <c:pt idx="9658">
                  <c:v>52028</c:v>
                </c:pt>
                <c:pt idx="9659">
                  <c:v>52029</c:v>
                </c:pt>
                <c:pt idx="9660">
                  <c:v>52030</c:v>
                </c:pt>
                <c:pt idx="9661">
                  <c:v>52031</c:v>
                </c:pt>
                <c:pt idx="9662">
                  <c:v>52032</c:v>
                </c:pt>
                <c:pt idx="9663">
                  <c:v>52033</c:v>
                </c:pt>
                <c:pt idx="9664">
                  <c:v>52034</c:v>
                </c:pt>
                <c:pt idx="9665">
                  <c:v>52035</c:v>
                </c:pt>
                <c:pt idx="9666">
                  <c:v>52036</c:v>
                </c:pt>
                <c:pt idx="9667">
                  <c:v>52037</c:v>
                </c:pt>
                <c:pt idx="9668">
                  <c:v>52038</c:v>
                </c:pt>
                <c:pt idx="9669">
                  <c:v>52039</c:v>
                </c:pt>
                <c:pt idx="9670">
                  <c:v>52040</c:v>
                </c:pt>
                <c:pt idx="9671">
                  <c:v>52041</c:v>
                </c:pt>
                <c:pt idx="9672">
                  <c:v>52042</c:v>
                </c:pt>
                <c:pt idx="9673">
                  <c:v>52043</c:v>
                </c:pt>
                <c:pt idx="9674">
                  <c:v>52044</c:v>
                </c:pt>
                <c:pt idx="9675">
                  <c:v>52045</c:v>
                </c:pt>
                <c:pt idx="9676">
                  <c:v>52046</c:v>
                </c:pt>
                <c:pt idx="9677">
                  <c:v>52047</c:v>
                </c:pt>
                <c:pt idx="9678">
                  <c:v>52048</c:v>
                </c:pt>
                <c:pt idx="9679">
                  <c:v>52049</c:v>
                </c:pt>
                <c:pt idx="9680">
                  <c:v>52050</c:v>
                </c:pt>
                <c:pt idx="9681">
                  <c:v>52051</c:v>
                </c:pt>
                <c:pt idx="9682">
                  <c:v>52052</c:v>
                </c:pt>
                <c:pt idx="9683">
                  <c:v>52053</c:v>
                </c:pt>
                <c:pt idx="9684">
                  <c:v>52054</c:v>
                </c:pt>
                <c:pt idx="9685">
                  <c:v>52055</c:v>
                </c:pt>
                <c:pt idx="9686">
                  <c:v>52056</c:v>
                </c:pt>
                <c:pt idx="9687">
                  <c:v>52057</c:v>
                </c:pt>
                <c:pt idx="9688">
                  <c:v>52058</c:v>
                </c:pt>
                <c:pt idx="9689">
                  <c:v>52059</c:v>
                </c:pt>
                <c:pt idx="9690">
                  <c:v>52060</c:v>
                </c:pt>
                <c:pt idx="9691">
                  <c:v>52061</c:v>
                </c:pt>
                <c:pt idx="9692">
                  <c:v>52062</c:v>
                </c:pt>
                <c:pt idx="9693">
                  <c:v>52063</c:v>
                </c:pt>
                <c:pt idx="9694">
                  <c:v>52064</c:v>
                </c:pt>
                <c:pt idx="9695">
                  <c:v>52065</c:v>
                </c:pt>
                <c:pt idx="9696">
                  <c:v>52066</c:v>
                </c:pt>
                <c:pt idx="9697">
                  <c:v>52067</c:v>
                </c:pt>
                <c:pt idx="9698">
                  <c:v>52068</c:v>
                </c:pt>
                <c:pt idx="9699">
                  <c:v>52069</c:v>
                </c:pt>
                <c:pt idx="9700">
                  <c:v>52070</c:v>
                </c:pt>
                <c:pt idx="9701">
                  <c:v>52071</c:v>
                </c:pt>
                <c:pt idx="9702">
                  <c:v>52072</c:v>
                </c:pt>
                <c:pt idx="9703">
                  <c:v>52073</c:v>
                </c:pt>
                <c:pt idx="9704">
                  <c:v>52074</c:v>
                </c:pt>
                <c:pt idx="9705">
                  <c:v>52075</c:v>
                </c:pt>
                <c:pt idx="9706">
                  <c:v>52076</c:v>
                </c:pt>
                <c:pt idx="9707">
                  <c:v>52077</c:v>
                </c:pt>
                <c:pt idx="9708">
                  <c:v>52078</c:v>
                </c:pt>
                <c:pt idx="9709">
                  <c:v>52079</c:v>
                </c:pt>
                <c:pt idx="9710">
                  <c:v>52080</c:v>
                </c:pt>
                <c:pt idx="9711">
                  <c:v>52081</c:v>
                </c:pt>
                <c:pt idx="9712">
                  <c:v>52082</c:v>
                </c:pt>
                <c:pt idx="9713">
                  <c:v>52083</c:v>
                </c:pt>
                <c:pt idx="9714">
                  <c:v>52084</c:v>
                </c:pt>
                <c:pt idx="9715">
                  <c:v>52085</c:v>
                </c:pt>
                <c:pt idx="9716">
                  <c:v>52086</c:v>
                </c:pt>
                <c:pt idx="9717">
                  <c:v>52087</c:v>
                </c:pt>
                <c:pt idx="9718">
                  <c:v>52088</c:v>
                </c:pt>
                <c:pt idx="9719">
                  <c:v>52089</c:v>
                </c:pt>
                <c:pt idx="9720">
                  <c:v>52090</c:v>
                </c:pt>
                <c:pt idx="9721">
                  <c:v>52091</c:v>
                </c:pt>
                <c:pt idx="9722">
                  <c:v>52092</c:v>
                </c:pt>
                <c:pt idx="9723">
                  <c:v>52093</c:v>
                </c:pt>
                <c:pt idx="9724">
                  <c:v>52094</c:v>
                </c:pt>
                <c:pt idx="9725">
                  <c:v>52095</c:v>
                </c:pt>
                <c:pt idx="9726">
                  <c:v>52096</c:v>
                </c:pt>
                <c:pt idx="9727">
                  <c:v>52097</c:v>
                </c:pt>
                <c:pt idx="9728">
                  <c:v>52098</c:v>
                </c:pt>
                <c:pt idx="9729">
                  <c:v>52099</c:v>
                </c:pt>
                <c:pt idx="9730">
                  <c:v>52100</c:v>
                </c:pt>
                <c:pt idx="9731">
                  <c:v>52101</c:v>
                </c:pt>
                <c:pt idx="9732">
                  <c:v>52102</c:v>
                </c:pt>
                <c:pt idx="9733">
                  <c:v>52103</c:v>
                </c:pt>
                <c:pt idx="9734">
                  <c:v>52104</c:v>
                </c:pt>
                <c:pt idx="9735">
                  <c:v>52105</c:v>
                </c:pt>
                <c:pt idx="9736">
                  <c:v>52106</c:v>
                </c:pt>
                <c:pt idx="9737">
                  <c:v>52107</c:v>
                </c:pt>
                <c:pt idx="9738">
                  <c:v>52108</c:v>
                </c:pt>
                <c:pt idx="9739">
                  <c:v>52109</c:v>
                </c:pt>
                <c:pt idx="9740">
                  <c:v>52110</c:v>
                </c:pt>
                <c:pt idx="9741">
                  <c:v>52111</c:v>
                </c:pt>
                <c:pt idx="9742">
                  <c:v>52112</c:v>
                </c:pt>
                <c:pt idx="9743">
                  <c:v>52113</c:v>
                </c:pt>
                <c:pt idx="9744">
                  <c:v>52114</c:v>
                </c:pt>
                <c:pt idx="9745">
                  <c:v>52115</c:v>
                </c:pt>
                <c:pt idx="9746">
                  <c:v>52116</c:v>
                </c:pt>
                <c:pt idx="9747">
                  <c:v>52117</c:v>
                </c:pt>
                <c:pt idx="9748">
                  <c:v>52118</c:v>
                </c:pt>
                <c:pt idx="9749">
                  <c:v>52119</c:v>
                </c:pt>
                <c:pt idx="9750">
                  <c:v>52120</c:v>
                </c:pt>
                <c:pt idx="9751">
                  <c:v>52121</c:v>
                </c:pt>
                <c:pt idx="9752">
                  <c:v>52122</c:v>
                </c:pt>
                <c:pt idx="9753">
                  <c:v>52123</c:v>
                </c:pt>
                <c:pt idx="9754">
                  <c:v>52124</c:v>
                </c:pt>
                <c:pt idx="9755">
                  <c:v>52125</c:v>
                </c:pt>
                <c:pt idx="9756">
                  <c:v>52126</c:v>
                </c:pt>
                <c:pt idx="9757">
                  <c:v>52127</c:v>
                </c:pt>
                <c:pt idx="9758">
                  <c:v>52128</c:v>
                </c:pt>
                <c:pt idx="9759">
                  <c:v>52129</c:v>
                </c:pt>
                <c:pt idx="9760">
                  <c:v>52130</c:v>
                </c:pt>
                <c:pt idx="9761">
                  <c:v>52131</c:v>
                </c:pt>
                <c:pt idx="9762">
                  <c:v>52132</c:v>
                </c:pt>
                <c:pt idx="9763">
                  <c:v>52133</c:v>
                </c:pt>
                <c:pt idx="9764">
                  <c:v>52134</c:v>
                </c:pt>
                <c:pt idx="9765">
                  <c:v>52135</c:v>
                </c:pt>
                <c:pt idx="9766">
                  <c:v>52136</c:v>
                </c:pt>
                <c:pt idx="9767">
                  <c:v>52137</c:v>
                </c:pt>
                <c:pt idx="9768">
                  <c:v>52138</c:v>
                </c:pt>
                <c:pt idx="9769">
                  <c:v>52139</c:v>
                </c:pt>
                <c:pt idx="9770">
                  <c:v>52140</c:v>
                </c:pt>
                <c:pt idx="9771">
                  <c:v>52141</c:v>
                </c:pt>
                <c:pt idx="9772">
                  <c:v>52142</c:v>
                </c:pt>
                <c:pt idx="9773">
                  <c:v>52143</c:v>
                </c:pt>
                <c:pt idx="9774">
                  <c:v>52144</c:v>
                </c:pt>
                <c:pt idx="9775">
                  <c:v>52145</c:v>
                </c:pt>
                <c:pt idx="9776">
                  <c:v>52146</c:v>
                </c:pt>
                <c:pt idx="9777">
                  <c:v>52147</c:v>
                </c:pt>
                <c:pt idx="9778">
                  <c:v>52148</c:v>
                </c:pt>
                <c:pt idx="9779">
                  <c:v>52149</c:v>
                </c:pt>
                <c:pt idx="9780">
                  <c:v>52150</c:v>
                </c:pt>
                <c:pt idx="9781">
                  <c:v>52151</c:v>
                </c:pt>
                <c:pt idx="9782">
                  <c:v>52152</c:v>
                </c:pt>
                <c:pt idx="9783">
                  <c:v>52153</c:v>
                </c:pt>
                <c:pt idx="9784">
                  <c:v>52154</c:v>
                </c:pt>
                <c:pt idx="9785">
                  <c:v>52155</c:v>
                </c:pt>
                <c:pt idx="9786">
                  <c:v>52156</c:v>
                </c:pt>
                <c:pt idx="9787">
                  <c:v>52157</c:v>
                </c:pt>
                <c:pt idx="9788">
                  <c:v>52158</c:v>
                </c:pt>
                <c:pt idx="9789">
                  <c:v>52159</c:v>
                </c:pt>
                <c:pt idx="9790">
                  <c:v>52160</c:v>
                </c:pt>
                <c:pt idx="9791">
                  <c:v>52161</c:v>
                </c:pt>
                <c:pt idx="9792">
                  <c:v>52162</c:v>
                </c:pt>
                <c:pt idx="9793">
                  <c:v>52163</c:v>
                </c:pt>
                <c:pt idx="9794">
                  <c:v>52164</c:v>
                </c:pt>
                <c:pt idx="9795">
                  <c:v>52165</c:v>
                </c:pt>
                <c:pt idx="9796">
                  <c:v>52166</c:v>
                </c:pt>
                <c:pt idx="9797">
                  <c:v>52167</c:v>
                </c:pt>
                <c:pt idx="9798">
                  <c:v>52168</c:v>
                </c:pt>
                <c:pt idx="9799">
                  <c:v>52169</c:v>
                </c:pt>
                <c:pt idx="9800">
                  <c:v>52170</c:v>
                </c:pt>
                <c:pt idx="9801">
                  <c:v>52171</c:v>
                </c:pt>
                <c:pt idx="9802">
                  <c:v>52172</c:v>
                </c:pt>
                <c:pt idx="9803">
                  <c:v>52173</c:v>
                </c:pt>
                <c:pt idx="9804">
                  <c:v>52174</c:v>
                </c:pt>
                <c:pt idx="9805">
                  <c:v>52175</c:v>
                </c:pt>
                <c:pt idx="9806">
                  <c:v>52176</c:v>
                </c:pt>
                <c:pt idx="9807">
                  <c:v>52177</c:v>
                </c:pt>
                <c:pt idx="9808">
                  <c:v>52178</c:v>
                </c:pt>
                <c:pt idx="9809">
                  <c:v>52179</c:v>
                </c:pt>
                <c:pt idx="9810">
                  <c:v>52180</c:v>
                </c:pt>
                <c:pt idx="9811">
                  <c:v>52181</c:v>
                </c:pt>
                <c:pt idx="9812">
                  <c:v>52182</c:v>
                </c:pt>
                <c:pt idx="9813">
                  <c:v>52183</c:v>
                </c:pt>
                <c:pt idx="9814">
                  <c:v>52184</c:v>
                </c:pt>
                <c:pt idx="9815">
                  <c:v>52185</c:v>
                </c:pt>
                <c:pt idx="9816">
                  <c:v>52186</c:v>
                </c:pt>
                <c:pt idx="9817">
                  <c:v>52187</c:v>
                </c:pt>
                <c:pt idx="9818">
                  <c:v>52188</c:v>
                </c:pt>
                <c:pt idx="9819">
                  <c:v>52189</c:v>
                </c:pt>
                <c:pt idx="9820">
                  <c:v>52190</c:v>
                </c:pt>
                <c:pt idx="9821">
                  <c:v>52191</c:v>
                </c:pt>
                <c:pt idx="9822">
                  <c:v>52192</c:v>
                </c:pt>
                <c:pt idx="9823">
                  <c:v>52193</c:v>
                </c:pt>
                <c:pt idx="9824">
                  <c:v>52194</c:v>
                </c:pt>
                <c:pt idx="9825">
                  <c:v>52195</c:v>
                </c:pt>
                <c:pt idx="9826">
                  <c:v>52196</c:v>
                </c:pt>
                <c:pt idx="9827">
                  <c:v>52197</c:v>
                </c:pt>
                <c:pt idx="9828">
                  <c:v>52198</c:v>
                </c:pt>
                <c:pt idx="9829">
                  <c:v>52199</c:v>
                </c:pt>
                <c:pt idx="9830">
                  <c:v>52200</c:v>
                </c:pt>
                <c:pt idx="9831">
                  <c:v>52201</c:v>
                </c:pt>
                <c:pt idx="9832">
                  <c:v>52202</c:v>
                </c:pt>
                <c:pt idx="9833">
                  <c:v>52203</c:v>
                </c:pt>
                <c:pt idx="9834">
                  <c:v>52204</c:v>
                </c:pt>
                <c:pt idx="9835">
                  <c:v>52205</c:v>
                </c:pt>
                <c:pt idx="9836">
                  <c:v>52206</c:v>
                </c:pt>
                <c:pt idx="9837">
                  <c:v>52207</c:v>
                </c:pt>
                <c:pt idx="9838">
                  <c:v>52208</c:v>
                </c:pt>
                <c:pt idx="9839">
                  <c:v>52209</c:v>
                </c:pt>
                <c:pt idx="9840">
                  <c:v>52210</c:v>
                </c:pt>
                <c:pt idx="9841">
                  <c:v>52211</c:v>
                </c:pt>
                <c:pt idx="9842">
                  <c:v>52212</c:v>
                </c:pt>
                <c:pt idx="9843">
                  <c:v>52213</c:v>
                </c:pt>
                <c:pt idx="9844">
                  <c:v>52214</c:v>
                </c:pt>
                <c:pt idx="9845">
                  <c:v>52215</c:v>
                </c:pt>
                <c:pt idx="9846">
                  <c:v>52216</c:v>
                </c:pt>
                <c:pt idx="9847">
                  <c:v>52217</c:v>
                </c:pt>
                <c:pt idx="9848">
                  <c:v>52218</c:v>
                </c:pt>
                <c:pt idx="9849">
                  <c:v>52219</c:v>
                </c:pt>
                <c:pt idx="9850">
                  <c:v>52220</c:v>
                </c:pt>
                <c:pt idx="9851">
                  <c:v>52221</c:v>
                </c:pt>
                <c:pt idx="9852">
                  <c:v>52222</c:v>
                </c:pt>
                <c:pt idx="9853">
                  <c:v>52223</c:v>
                </c:pt>
                <c:pt idx="9854">
                  <c:v>52224</c:v>
                </c:pt>
                <c:pt idx="9855">
                  <c:v>52225</c:v>
                </c:pt>
                <c:pt idx="9856">
                  <c:v>52226</c:v>
                </c:pt>
                <c:pt idx="9857">
                  <c:v>52227</c:v>
                </c:pt>
                <c:pt idx="9858">
                  <c:v>52228</c:v>
                </c:pt>
                <c:pt idx="9859">
                  <c:v>52229</c:v>
                </c:pt>
                <c:pt idx="9860">
                  <c:v>52230</c:v>
                </c:pt>
                <c:pt idx="9861">
                  <c:v>52231</c:v>
                </c:pt>
                <c:pt idx="9862">
                  <c:v>52232</c:v>
                </c:pt>
                <c:pt idx="9863">
                  <c:v>52233</c:v>
                </c:pt>
                <c:pt idx="9864">
                  <c:v>52234</c:v>
                </c:pt>
                <c:pt idx="9865">
                  <c:v>52235</c:v>
                </c:pt>
                <c:pt idx="9866">
                  <c:v>52236</c:v>
                </c:pt>
                <c:pt idx="9867">
                  <c:v>52237</c:v>
                </c:pt>
                <c:pt idx="9868">
                  <c:v>52238</c:v>
                </c:pt>
                <c:pt idx="9869">
                  <c:v>52239</c:v>
                </c:pt>
                <c:pt idx="9870">
                  <c:v>52240</c:v>
                </c:pt>
                <c:pt idx="9871">
                  <c:v>52241</c:v>
                </c:pt>
                <c:pt idx="9872">
                  <c:v>52242</c:v>
                </c:pt>
                <c:pt idx="9873">
                  <c:v>52243</c:v>
                </c:pt>
                <c:pt idx="9874">
                  <c:v>52244</c:v>
                </c:pt>
                <c:pt idx="9875">
                  <c:v>52245</c:v>
                </c:pt>
                <c:pt idx="9876">
                  <c:v>52246</c:v>
                </c:pt>
                <c:pt idx="9877">
                  <c:v>52247</c:v>
                </c:pt>
                <c:pt idx="9878">
                  <c:v>52248</c:v>
                </c:pt>
                <c:pt idx="9879">
                  <c:v>52249</c:v>
                </c:pt>
                <c:pt idx="9880">
                  <c:v>52250</c:v>
                </c:pt>
                <c:pt idx="9881">
                  <c:v>52251</c:v>
                </c:pt>
                <c:pt idx="9882">
                  <c:v>52252</c:v>
                </c:pt>
                <c:pt idx="9883">
                  <c:v>52253</c:v>
                </c:pt>
                <c:pt idx="9884">
                  <c:v>52254</c:v>
                </c:pt>
                <c:pt idx="9885">
                  <c:v>52255</c:v>
                </c:pt>
                <c:pt idx="9886">
                  <c:v>52256</c:v>
                </c:pt>
                <c:pt idx="9887">
                  <c:v>52257</c:v>
                </c:pt>
                <c:pt idx="9888">
                  <c:v>52258</c:v>
                </c:pt>
                <c:pt idx="9889">
                  <c:v>52259</c:v>
                </c:pt>
                <c:pt idx="9890">
                  <c:v>52260</c:v>
                </c:pt>
                <c:pt idx="9891">
                  <c:v>52261</c:v>
                </c:pt>
                <c:pt idx="9892">
                  <c:v>52262</c:v>
                </c:pt>
                <c:pt idx="9893">
                  <c:v>52263</c:v>
                </c:pt>
                <c:pt idx="9894">
                  <c:v>52264</c:v>
                </c:pt>
                <c:pt idx="9895">
                  <c:v>52265</c:v>
                </c:pt>
                <c:pt idx="9896">
                  <c:v>52266</c:v>
                </c:pt>
                <c:pt idx="9897">
                  <c:v>52267</c:v>
                </c:pt>
                <c:pt idx="9898">
                  <c:v>52268</c:v>
                </c:pt>
                <c:pt idx="9899">
                  <c:v>52269</c:v>
                </c:pt>
                <c:pt idx="9900">
                  <c:v>52270</c:v>
                </c:pt>
                <c:pt idx="9901">
                  <c:v>52271</c:v>
                </c:pt>
                <c:pt idx="9902">
                  <c:v>52272</c:v>
                </c:pt>
                <c:pt idx="9903">
                  <c:v>52273</c:v>
                </c:pt>
                <c:pt idx="9904">
                  <c:v>52274</c:v>
                </c:pt>
                <c:pt idx="9905">
                  <c:v>52275</c:v>
                </c:pt>
                <c:pt idx="9906">
                  <c:v>52276</c:v>
                </c:pt>
                <c:pt idx="9907">
                  <c:v>52277</c:v>
                </c:pt>
                <c:pt idx="9908">
                  <c:v>52278</c:v>
                </c:pt>
                <c:pt idx="9909">
                  <c:v>52279</c:v>
                </c:pt>
                <c:pt idx="9910">
                  <c:v>52280</c:v>
                </c:pt>
                <c:pt idx="9911">
                  <c:v>52281</c:v>
                </c:pt>
                <c:pt idx="9912">
                  <c:v>52282</c:v>
                </c:pt>
                <c:pt idx="9913">
                  <c:v>52283</c:v>
                </c:pt>
                <c:pt idx="9914">
                  <c:v>52284</c:v>
                </c:pt>
                <c:pt idx="9915">
                  <c:v>52285</c:v>
                </c:pt>
                <c:pt idx="9916">
                  <c:v>52286</c:v>
                </c:pt>
                <c:pt idx="9917">
                  <c:v>52287</c:v>
                </c:pt>
                <c:pt idx="9918">
                  <c:v>52288</c:v>
                </c:pt>
                <c:pt idx="9919">
                  <c:v>52289</c:v>
                </c:pt>
                <c:pt idx="9920">
                  <c:v>52290</c:v>
                </c:pt>
                <c:pt idx="9921">
                  <c:v>52291</c:v>
                </c:pt>
                <c:pt idx="9922">
                  <c:v>52292</c:v>
                </c:pt>
                <c:pt idx="9923">
                  <c:v>52293</c:v>
                </c:pt>
                <c:pt idx="9924">
                  <c:v>52294</c:v>
                </c:pt>
                <c:pt idx="9925">
                  <c:v>52295</c:v>
                </c:pt>
                <c:pt idx="9926">
                  <c:v>52296</c:v>
                </c:pt>
                <c:pt idx="9927">
                  <c:v>52297</c:v>
                </c:pt>
                <c:pt idx="9928">
                  <c:v>52298</c:v>
                </c:pt>
                <c:pt idx="9929">
                  <c:v>52299</c:v>
                </c:pt>
                <c:pt idx="9930">
                  <c:v>52300</c:v>
                </c:pt>
                <c:pt idx="9931">
                  <c:v>52301</c:v>
                </c:pt>
                <c:pt idx="9932">
                  <c:v>52302</c:v>
                </c:pt>
                <c:pt idx="9933">
                  <c:v>52303</c:v>
                </c:pt>
                <c:pt idx="9934">
                  <c:v>52304</c:v>
                </c:pt>
                <c:pt idx="9935">
                  <c:v>52305</c:v>
                </c:pt>
                <c:pt idx="9936">
                  <c:v>52306</c:v>
                </c:pt>
                <c:pt idx="9937">
                  <c:v>52307</c:v>
                </c:pt>
                <c:pt idx="9938">
                  <c:v>52308</c:v>
                </c:pt>
                <c:pt idx="9939">
                  <c:v>52309</c:v>
                </c:pt>
                <c:pt idx="9940">
                  <c:v>52310</c:v>
                </c:pt>
                <c:pt idx="9941">
                  <c:v>52311</c:v>
                </c:pt>
                <c:pt idx="9942">
                  <c:v>52312</c:v>
                </c:pt>
                <c:pt idx="9943">
                  <c:v>52313</c:v>
                </c:pt>
                <c:pt idx="9944">
                  <c:v>52314</c:v>
                </c:pt>
                <c:pt idx="9945">
                  <c:v>52315</c:v>
                </c:pt>
                <c:pt idx="9946">
                  <c:v>52316</c:v>
                </c:pt>
                <c:pt idx="9947">
                  <c:v>52317</c:v>
                </c:pt>
                <c:pt idx="9948">
                  <c:v>52318</c:v>
                </c:pt>
                <c:pt idx="9949">
                  <c:v>52319</c:v>
                </c:pt>
                <c:pt idx="9950">
                  <c:v>52320</c:v>
                </c:pt>
                <c:pt idx="9951">
                  <c:v>52321</c:v>
                </c:pt>
                <c:pt idx="9952">
                  <c:v>52322</c:v>
                </c:pt>
                <c:pt idx="9953">
                  <c:v>52323</c:v>
                </c:pt>
                <c:pt idx="9954">
                  <c:v>52324</c:v>
                </c:pt>
                <c:pt idx="9955">
                  <c:v>52325</c:v>
                </c:pt>
                <c:pt idx="9956">
                  <c:v>52326</c:v>
                </c:pt>
                <c:pt idx="9957">
                  <c:v>52327</c:v>
                </c:pt>
                <c:pt idx="9958">
                  <c:v>52328</c:v>
                </c:pt>
                <c:pt idx="9959">
                  <c:v>52329</c:v>
                </c:pt>
                <c:pt idx="9960">
                  <c:v>52330</c:v>
                </c:pt>
                <c:pt idx="9961">
                  <c:v>52331</c:v>
                </c:pt>
                <c:pt idx="9962">
                  <c:v>52332</c:v>
                </c:pt>
                <c:pt idx="9963">
                  <c:v>52333</c:v>
                </c:pt>
                <c:pt idx="9964">
                  <c:v>52334</c:v>
                </c:pt>
                <c:pt idx="9965">
                  <c:v>52335</c:v>
                </c:pt>
                <c:pt idx="9966">
                  <c:v>52336</c:v>
                </c:pt>
                <c:pt idx="9967">
                  <c:v>52337</c:v>
                </c:pt>
                <c:pt idx="9968">
                  <c:v>52338</c:v>
                </c:pt>
                <c:pt idx="9969">
                  <c:v>52339</c:v>
                </c:pt>
                <c:pt idx="9970">
                  <c:v>52340</c:v>
                </c:pt>
                <c:pt idx="9971">
                  <c:v>52341</c:v>
                </c:pt>
                <c:pt idx="9972">
                  <c:v>52342</c:v>
                </c:pt>
                <c:pt idx="9973">
                  <c:v>52343</c:v>
                </c:pt>
                <c:pt idx="9974">
                  <c:v>52344</c:v>
                </c:pt>
                <c:pt idx="9975">
                  <c:v>52345</c:v>
                </c:pt>
                <c:pt idx="9976">
                  <c:v>52346</c:v>
                </c:pt>
                <c:pt idx="9977">
                  <c:v>52347</c:v>
                </c:pt>
                <c:pt idx="9978">
                  <c:v>52348</c:v>
                </c:pt>
                <c:pt idx="9979">
                  <c:v>52349</c:v>
                </c:pt>
                <c:pt idx="9980">
                  <c:v>52350</c:v>
                </c:pt>
                <c:pt idx="9981">
                  <c:v>52351</c:v>
                </c:pt>
                <c:pt idx="9982">
                  <c:v>52352</c:v>
                </c:pt>
                <c:pt idx="9983">
                  <c:v>52353</c:v>
                </c:pt>
                <c:pt idx="9984">
                  <c:v>52354</c:v>
                </c:pt>
                <c:pt idx="9985">
                  <c:v>52355</c:v>
                </c:pt>
                <c:pt idx="9986">
                  <c:v>52356</c:v>
                </c:pt>
                <c:pt idx="9987">
                  <c:v>52357</c:v>
                </c:pt>
                <c:pt idx="9988">
                  <c:v>52358</c:v>
                </c:pt>
                <c:pt idx="9989">
                  <c:v>52359</c:v>
                </c:pt>
                <c:pt idx="9990">
                  <c:v>52360</c:v>
                </c:pt>
                <c:pt idx="9991">
                  <c:v>52361</c:v>
                </c:pt>
                <c:pt idx="9992">
                  <c:v>52362</c:v>
                </c:pt>
                <c:pt idx="9993">
                  <c:v>52363</c:v>
                </c:pt>
                <c:pt idx="9994">
                  <c:v>52364</c:v>
                </c:pt>
                <c:pt idx="9995">
                  <c:v>52365</c:v>
                </c:pt>
                <c:pt idx="9996">
                  <c:v>52366</c:v>
                </c:pt>
                <c:pt idx="9997">
                  <c:v>52367</c:v>
                </c:pt>
                <c:pt idx="9998">
                  <c:v>52368</c:v>
                </c:pt>
                <c:pt idx="9999">
                  <c:v>52369</c:v>
                </c:pt>
                <c:pt idx="10000">
                  <c:v>52370</c:v>
                </c:pt>
                <c:pt idx="10001">
                  <c:v>52371</c:v>
                </c:pt>
                <c:pt idx="10002">
                  <c:v>52372</c:v>
                </c:pt>
                <c:pt idx="10003">
                  <c:v>52373</c:v>
                </c:pt>
                <c:pt idx="10004">
                  <c:v>52374</c:v>
                </c:pt>
                <c:pt idx="10005">
                  <c:v>52375</c:v>
                </c:pt>
                <c:pt idx="10006">
                  <c:v>52376</c:v>
                </c:pt>
                <c:pt idx="10007">
                  <c:v>52377</c:v>
                </c:pt>
                <c:pt idx="10008">
                  <c:v>52378</c:v>
                </c:pt>
                <c:pt idx="10009">
                  <c:v>52379</c:v>
                </c:pt>
                <c:pt idx="10010">
                  <c:v>52380</c:v>
                </c:pt>
                <c:pt idx="10011">
                  <c:v>52381</c:v>
                </c:pt>
                <c:pt idx="10012">
                  <c:v>52382</c:v>
                </c:pt>
                <c:pt idx="10013">
                  <c:v>52383</c:v>
                </c:pt>
                <c:pt idx="10014">
                  <c:v>52384</c:v>
                </c:pt>
                <c:pt idx="10015">
                  <c:v>52385</c:v>
                </c:pt>
                <c:pt idx="10016">
                  <c:v>52386</c:v>
                </c:pt>
                <c:pt idx="10017">
                  <c:v>52387</c:v>
                </c:pt>
                <c:pt idx="10018">
                  <c:v>52388</c:v>
                </c:pt>
                <c:pt idx="10019">
                  <c:v>52389</c:v>
                </c:pt>
                <c:pt idx="10020">
                  <c:v>52390</c:v>
                </c:pt>
                <c:pt idx="10021">
                  <c:v>52391</c:v>
                </c:pt>
                <c:pt idx="10022">
                  <c:v>52392</c:v>
                </c:pt>
                <c:pt idx="10023">
                  <c:v>52393</c:v>
                </c:pt>
                <c:pt idx="10024">
                  <c:v>52394</c:v>
                </c:pt>
                <c:pt idx="10025">
                  <c:v>52395</c:v>
                </c:pt>
                <c:pt idx="10026">
                  <c:v>52396</c:v>
                </c:pt>
                <c:pt idx="10027">
                  <c:v>52397</c:v>
                </c:pt>
                <c:pt idx="10028">
                  <c:v>52398</c:v>
                </c:pt>
                <c:pt idx="10029">
                  <c:v>52399</c:v>
                </c:pt>
                <c:pt idx="10030">
                  <c:v>52400</c:v>
                </c:pt>
                <c:pt idx="10031">
                  <c:v>52401</c:v>
                </c:pt>
                <c:pt idx="10032">
                  <c:v>52402</c:v>
                </c:pt>
                <c:pt idx="10033">
                  <c:v>52403</c:v>
                </c:pt>
                <c:pt idx="10034">
                  <c:v>52404</c:v>
                </c:pt>
                <c:pt idx="10035">
                  <c:v>52405</c:v>
                </c:pt>
                <c:pt idx="10036">
                  <c:v>52406</c:v>
                </c:pt>
                <c:pt idx="10037">
                  <c:v>52407</c:v>
                </c:pt>
                <c:pt idx="10038">
                  <c:v>52408</c:v>
                </c:pt>
                <c:pt idx="10039">
                  <c:v>52409</c:v>
                </c:pt>
                <c:pt idx="10040">
                  <c:v>52410</c:v>
                </c:pt>
                <c:pt idx="10041">
                  <c:v>52411</c:v>
                </c:pt>
                <c:pt idx="10042">
                  <c:v>52412</c:v>
                </c:pt>
                <c:pt idx="10043">
                  <c:v>52413</c:v>
                </c:pt>
                <c:pt idx="10044">
                  <c:v>52414</c:v>
                </c:pt>
                <c:pt idx="10045">
                  <c:v>52415</c:v>
                </c:pt>
                <c:pt idx="10046">
                  <c:v>52416</c:v>
                </c:pt>
                <c:pt idx="10047">
                  <c:v>52417</c:v>
                </c:pt>
                <c:pt idx="10048">
                  <c:v>52418</c:v>
                </c:pt>
                <c:pt idx="10049">
                  <c:v>52419</c:v>
                </c:pt>
                <c:pt idx="10050">
                  <c:v>52420</c:v>
                </c:pt>
                <c:pt idx="10051">
                  <c:v>52421</c:v>
                </c:pt>
                <c:pt idx="10052">
                  <c:v>52422</c:v>
                </c:pt>
                <c:pt idx="10053">
                  <c:v>52423</c:v>
                </c:pt>
                <c:pt idx="10054">
                  <c:v>52424</c:v>
                </c:pt>
                <c:pt idx="10055">
                  <c:v>52425</c:v>
                </c:pt>
                <c:pt idx="10056">
                  <c:v>52426</c:v>
                </c:pt>
                <c:pt idx="10057">
                  <c:v>52427</c:v>
                </c:pt>
                <c:pt idx="10058">
                  <c:v>52428</c:v>
                </c:pt>
                <c:pt idx="10059">
                  <c:v>52429</c:v>
                </c:pt>
                <c:pt idx="10060">
                  <c:v>52430</c:v>
                </c:pt>
                <c:pt idx="10061">
                  <c:v>52431</c:v>
                </c:pt>
                <c:pt idx="10062">
                  <c:v>52432</c:v>
                </c:pt>
                <c:pt idx="10063">
                  <c:v>52433</c:v>
                </c:pt>
                <c:pt idx="10064">
                  <c:v>52434</c:v>
                </c:pt>
                <c:pt idx="10065">
                  <c:v>52435</c:v>
                </c:pt>
                <c:pt idx="10066">
                  <c:v>52436</c:v>
                </c:pt>
                <c:pt idx="10067">
                  <c:v>52437</c:v>
                </c:pt>
                <c:pt idx="10068">
                  <c:v>52438</c:v>
                </c:pt>
                <c:pt idx="10069">
                  <c:v>52439</c:v>
                </c:pt>
                <c:pt idx="10070">
                  <c:v>52440</c:v>
                </c:pt>
                <c:pt idx="10071">
                  <c:v>52441</c:v>
                </c:pt>
                <c:pt idx="10072">
                  <c:v>52442</c:v>
                </c:pt>
                <c:pt idx="10073">
                  <c:v>52443</c:v>
                </c:pt>
                <c:pt idx="10074">
                  <c:v>52444</c:v>
                </c:pt>
                <c:pt idx="10075">
                  <c:v>52445</c:v>
                </c:pt>
                <c:pt idx="10076">
                  <c:v>52446</c:v>
                </c:pt>
                <c:pt idx="10077">
                  <c:v>52447</c:v>
                </c:pt>
                <c:pt idx="10078">
                  <c:v>52448</c:v>
                </c:pt>
                <c:pt idx="10079">
                  <c:v>52449</c:v>
                </c:pt>
                <c:pt idx="10080">
                  <c:v>52450</c:v>
                </c:pt>
                <c:pt idx="10081">
                  <c:v>52451</c:v>
                </c:pt>
                <c:pt idx="10082">
                  <c:v>52452</c:v>
                </c:pt>
                <c:pt idx="10083">
                  <c:v>52453</c:v>
                </c:pt>
                <c:pt idx="10084">
                  <c:v>52454</c:v>
                </c:pt>
                <c:pt idx="10085">
                  <c:v>52455</c:v>
                </c:pt>
                <c:pt idx="10086">
                  <c:v>52456</c:v>
                </c:pt>
                <c:pt idx="10087">
                  <c:v>52457</c:v>
                </c:pt>
                <c:pt idx="10088">
                  <c:v>52458</c:v>
                </c:pt>
                <c:pt idx="10089">
                  <c:v>52459</c:v>
                </c:pt>
                <c:pt idx="10090">
                  <c:v>52460</c:v>
                </c:pt>
                <c:pt idx="10091">
                  <c:v>52461</c:v>
                </c:pt>
                <c:pt idx="10092">
                  <c:v>52462</c:v>
                </c:pt>
                <c:pt idx="10093">
                  <c:v>52463</c:v>
                </c:pt>
                <c:pt idx="10094">
                  <c:v>52464</c:v>
                </c:pt>
                <c:pt idx="10095">
                  <c:v>52465</c:v>
                </c:pt>
                <c:pt idx="10096">
                  <c:v>52466</c:v>
                </c:pt>
                <c:pt idx="10097">
                  <c:v>52467</c:v>
                </c:pt>
                <c:pt idx="10098">
                  <c:v>52468</c:v>
                </c:pt>
                <c:pt idx="10099">
                  <c:v>52469</c:v>
                </c:pt>
                <c:pt idx="10100">
                  <c:v>52470</c:v>
                </c:pt>
                <c:pt idx="10101">
                  <c:v>52471</c:v>
                </c:pt>
                <c:pt idx="10102">
                  <c:v>52472</c:v>
                </c:pt>
                <c:pt idx="10103">
                  <c:v>52473</c:v>
                </c:pt>
                <c:pt idx="10104">
                  <c:v>52474</c:v>
                </c:pt>
                <c:pt idx="10105">
                  <c:v>52475</c:v>
                </c:pt>
                <c:pt idx="10106">
                  <c:v>52476</c:v>
                </c:pt>
                <c:pt idx="10107">
                  <c:v>52477</c:v>
                </c:pt>
                <c:pt idx="10108">
                  <c:v>52478</c:v>
                </c:pt>
                <c:pt idx="10109">
                  <c:v>52479</c:v>
                </c:pt>
                <c:pt idx="10110">
                  <c:v>52480</c:v>
                </c:pt>
                <c:pt idx="10111">
                  <c:v>52481</c:v>
                </c:pt>
                <c:pt idx="10112">
                  <c:v>52482</c:v>
                </c:pt>
                <c:pt idx="10113">
                  <c:v>52483</c:v>
                </c:pt>
                <c:pt idx="10114">
                  <c:v>52484</c:v>
                </c:pt>
                <c:pt idx="10115">
                  <c:v>52485</c:v>
                </c:pt>
                <c:pt idx="10116">
                  <c:v>52486</c:v>
                </c:pt>
                <c:pt idx="10117">
                  <c:v>52487</c:v>
                </c:pt>
                <c:pt idx="10118">
                  <c:v>52488</c:v>
                </c:pt>
                <c:pt idx="10119">
                  <c:v>52489</c:v>
                </c:pt>
                <c:pt idx="10120">
                  <c:v>52490</c:v>
                </c:pt>
                <c:pt idx="10121">
                  <c:v>52491</c:v>
                </c:pt>
                <c:pt idx="10122">
                  <c:v>52492</c:v>
                </c:pt>
                <c:pt idx="10123">
                  <c:v>52493</c:v>
                </c:pt>
                <c:pt idx="10124">
                  <c:v>52494</c:v>
                </c:pt>
                <c:pt idx="10125">
                  <c:v>52495</c:v>
                </c:pt>
                <c:pt idx="10126">
                  <c:v>52496</c:v>
                </c:pt>
                <c:pt idx="10127">
                  <c:v>52497</c:v>
                </c:pt>
                <c:pt idx="10128">
                  <c:v>52498</c:v>
                </c:pt>
                <c:pt idx="10129">
                  <c:v>52499</c:v>
                </c:pt>
                <c:pt idx="10130">
                  <c:v>52500</c:v>
                </c:pt>
                <c:pt idx="10131">
                  <c:v>52501</c:v>
                </c:pt>
                <c:pt idx="10132">
                  <c:v>52502</c:v>
                </c:pt>
                <c:pt idx="10133">
                  <c:v>52503</c:v>
                </c:pt>
                <c:pt idx="10134">
                  <c:v>52504</c:v>
                </c:pt>
                <c:pt idx="10135">
                  <c:v>52505</c:v>
                </c:pt>
                <c:pt idx="10136">
                  <c:v>52506</c:v>
                </c:pt>
                <c:pt idx="10137">
                  <c:v>52507</c:v>
                </c:pt>
                <c:pt idx="10138">
                  <c:v>52508</c:v>
                </c:pt>
                <c:pt idx="10139">
                  <c:v>52509</c:v>
                </c:pt>
                <c:pt idx="10140">
                  <c:v>52510</c:v>
                </c:pt>
                <c:pt idx="10141">
                  <c:v>52511</c:v>
                </c:pt>
                <c:pt idx="10142">
                  <c:v>52512</c:v>
                </c:pt>
                <c:pt idx="10143">
                  <c:v>52513</c:v>
                </c:pt>
                <c:pt idx="10144">
                  <c:v>52514</c:v>
                </c:pt>
                <c:pt idx="10145">
                  <c:v>52515</c:v>
                </c:pt>
                <c:pt idx="10146">
                  <c:v>52516</c:v>
                </c:pt>
                <c:pt idx="10147">
                  <c:v>52517</c:v>
                </c:pt>
                <c:pt idx="10148">
                  <c:v>52518</c:v>
                </c:pt>
                <c:pt idx="10149">
                  <c:v>52519</c:v>
                </c:pt>
                <c:pt idx="10150">
                  <c:v>52520</c:v>
                </c:pt>
                <c:pt idx="10151">
                  <c:v>52521</c:v>
                </c:pt>
                <c:pt idx="10152">
                  <c:v>52522</c:v>
                </c:pt>
                <c:pt idx="10153">
                  <c:v>52523</c:v>
                </c:pt>
                <c:pt idx="10154">
                  <c:v>52524</c:v>
                </c:pt>
                <c:pt idx="10155">
                  <c:v>52525</c:v>
                </c:pt>
                <c:pt idx="10156">
                  <c:v>52526</c:v>
                </c:pt>
                <c:pt idx="10157">
                  <c:v>52527</c:v>
                </c:pt>
                <c:pt idx="10158">
                  <c:v>52528</c:v>
                </c:pt>
                <c:pt idx="10159">
                  <c:v>52529</c:v>
                </c:pt>
                <c:pt idx="10160">
                  <c:v>52530</c:v>
                </c:pt>
                <c:pt idx="10161">
                  <c:v>52531</c:v>
                </c:pt>
                <c:pt idx="10162">
                  <c:v>52532</c:v>
                </c:pt>
                <c:pt idx="10163">
                  <c:v>52533</c:v>
                </c:pt>
                <c:pt idx="10164">
                  <c:v>52534</c:v>
                </c:pt>
                <c:pt idx="10165">
                  <c:v>52535</c:v>
                </c:pt>
                <c:pt idx="10166">
                  <c:v>52536</c:v>
                </c:pt>
                <c:pt idx="10167">
                  <c:v>52537</c:v>
                </c:pt>
                <c:pt idx="10168">
                  <c:v>52538</c:v>
                </c:pt>
                <c:pt idx="10169">
                  <c:v>52539</c:v>
                </c:pt>
                <c:pt idx="10170">
                  <c:v>52540</c:v>
                </c:pt>
                <c:pt idx="10171">
                  <c:v>52541</c:v>
                </c:pt>
                <c:pt idx="10172">
                  <c:v>52542</c:v>
                </c:pt>
                <c:pt idx="10173">
                  <c:v>52543</c:v>
                </c:pt>
                <c:pt idx="10174">
                  <c:v>52544</c:v>
                </c:pt>
                <c:pt idx="10175">
                  <c:v>52545</c:v>
                </c:pt>
                <c:pt idx="10176">
                  <c:v>52546</c:v>
                </c:pt>
                <c:pt idx="10177">
                  <c:v>52547</c:v>
                </c:pt>
                <c:pt idx="10178">
                  <c:v>52548</c:v>
                </c:pt>
                <c:pt idx="10179">
                  <c:v>52549</c:v>
                </c:pt>
                <c:pt idx="10180">
                  <c:v>52550</c:v>
                </c:pt>
                <c:pt idx="10181">
                  <c:v>52551</c:v>
                </c:pt>
                <c:pt idx="10182">
                  <c:v>52552</c:v>
                </c:pt>
                <c:pt idx="10183">
                  <c:v>52553</c:v>
                </c:pt>
                <c:pt idx="10184">
                  <c:v>52554</c:v>
                </c:pt>
                <c:pt idx="10185">
                  <c:v>52555</c:v>
                </c:pt>
                <c:pt idx="10186">
                  <c:v>52556</c:v>
                </c:pt>
                <c:pt idx="10187">
                  <c:v>52557</c:v>
                </c:pt>
                <c:pt idx="10188">
                  <c:v>52558</c:v>
                </c:pt>
                <c:pt idx="10189">
                  <c:v>52559</c:v>
                </c:pt>
                <c:pt idx="10190">
                  <c:v>52560</c:v>
                </c:pt>
                <c:pt idx="10191">
                  <c:v>52561</c:v>
                </c:pt>
                <c:pt idx="10192">
                  <c:v>52562</c:v>
                </c:pt>
                <c:pt idx="10193">
                  <c:v>52563</c:v>
                </c:pt>
                <c:pt idx="10194">
                  <c:v>52564</c:v>
                </c:pt>
                <c:pt idx="10195">
                  <c:v>52565</c:v>
                </c:pt>
                <c:pt idx="10196">
                  <c:v>52566</c:v>
                </c:pt>
                <c:pt idx="10197">
                  <c:v>52567</c:v>
                </c:pt>
                <c:pt idx="10198">
                  <c:v>52568</c:v>
                </c:pt>
                <c:pt idx="10199">
                  <c:v>52569</c:v>
                </c:pt>
                <c:pt idx="10200">
                  <c:v>52570</c:v>
                </c:pt>
                <c:pt idx="10201">
                  <c:v>52571</c:v>
                </c:pt>
                <c:pt idx="10202">
                  <c:v>52572</c:v>
                </c:pt>
                <c:pt idx="10203">
                  <c:v>52573</c:v>
                </c:pt>
                <c:pt idx="10204">
                  <c:v>52574</c:v>
                </c:pt>
                <c:pt idx="10205">
                  <c:v>52575</c:v>
                </c:pt>
                <c:pt idx="10206">
                  <c:v>52576</c:v>
                </c:pt>
                <c:pt idx="10207">
                  <c:v>52577</c:v>
                </c:pt>
                <c:pt idx="10208">
                  <c:v>52578</c:v>
                </c:pt>
                <c:pt idx="10209">
                  <c:v>52579</c:v>
                </c:pt>
                <c:pt idx="10210">
                  <c:v>52580</c:v>
                </c:pt>
                <c:pt idx="10211">
                  <c:v>52581</c:v>
                </c:pt>
                <c:pt idx="10212">
                  <c:v>52582</c:v>
                </c:pt>
                <c:pt idx="10213">
                  <c:v>52583</c:v>
                </c:pt>
                <c:pt idx="10214">
                  <c:v>52584</c:v>
                </c:pt>
                <c:pt idx="10215">
                  <c:v>52585</c:v>
                </c:pt>
                <c:pt idx="10216">
                  <c:v>52586</c:v>
                </c:pt>
                <c:pt idx="10217">
                  <c:v>52587</c:v>
                </c:pt>
                <c:pt idx="10218">
                  <c:v>52588</c:v>
                </c:pt>
                <c:pt idx="10219">
                  <c:v>52589</c:v>
                </c:pt>
                <c:pt idx="10220">
                  <c:v>52590</c:v>
                </c:pt>
                <c:pt idx="10221">
                  <c:v>52591</c:v>
                </c:pt>
                <c:pt idx="10222">
                  <c:v>52592</c:v>
                </c:pt>
                <c:pt idx="10223">
                  <c:v>52593</c:v>
                </c:pt>
                <c:pt idx="10224">
                  <c:v>52594</c:v>
                </c:pt>
                <c:pt idx="10225">
                  <c:v>52595</c:v>
                </c:pt>
                <c:pt idx="10226">
                  <c:v>52596</c:v>
                </c:pt>
                <c:pt idx="10227">
                  <c:v>52597</c:v>
                </c:pt>
                <c:pt idx="10228">
                  <c:v>52598</c:v>
                </c:pt>
                <c:pt idx="10229">
                  <c:v>52599</c:v>
                </c:pt>
                <c:pt idx="10230">
                  <c:v>52600</c:v>
                </c:pt>
                <c:pt idx="10231">
                  <c:v>52601</c:v>
                </c:pt>
                <c:pt idx="10232">
                  <c:v>52602</c:v>
                </c:pt>
                <c:pt idx="10233">
                  <c:v>52603</c:v>
                </c:pt>
                <c:pt idx="10234">
                  <c:v>52604</c:v>
                </c:pt>
                <c:pt idx="10235">
                  <c:v>52605</c:v>
                </c:pt>
                <c:pt idx="10236">
                  <c:v>52606</c:v>
                </c:pt>
                <c:pt idx="10237">
                  <c:v>52607</c:v>
                </c:pt>
                <c:pt idx="10238">
                  <c:v>52608</c:v>
                </c:pt>
                <c:pt idx="10239">
                  <c:v>52609</c:v>
                </c:pt>
                <c:pt idx="10240">
                  <c:v>52610</c:v>
                </c:pt>
                <c:pt idx="10241">
                  <c:v>52611</c:v>
                </c:pt>
                <c:pt idx="10242">
                  <c:v>52612</c:v>
                </c:pt>
                <c:pt idx="10243">
                  <c:v>52613</c:v>
                </c:pt>
                <c:pt idx="10244">
                  <c:v>52614</c:v>
                </c:pt>
                <c:pt idx="10245">
                  <c:v>52615</c:v>
                </c:pt>
                <c:pt idx="10246">
                  <c:v>52616</c:v>
                </c:pt>
                <c:pt idx="10247">
                  <c:v>52617</c:v>
                </c:pt>
                <c:pt idx="10248">
                  <c:v>52618</c:v>
                </c:pt>
                <c:pt idx="10249">
                  <c:v>52619</c:v>
                </c:pt>
                <c:pt idx="10250">
                  <c:v>52620</c:v>
                </c:pt>
                <c:pt idx="10251">
                  <c:v>52621</c:v>
                </c:pt>
                <c:pt idx="10252">
                  <c:v>52622</c:v>
                </c:pt>
                <c:pt idx="10253">
                  <c:v>52623</c:v>
                </c:pt>
                <c:pt idx="10254">
                  <c:v>52624</c:v>
                </c:pt>
                <c:pt idx="10255">
                  <c:v>52625</c:v>
                </c:pt>
                <c:pt idx="10256">
                  <c:v>52626</c:v>
                </c:pt>
                <c:pt idx="10257">
                  <c:v>52627</c:v>
                </c:pt>
                <c:pt idx="10258">
                  <c:v>52628</c:v>
                </c:pt>
                <c:pt idx="10259">
                  <c:v>52629</c:v>
                </c:pt>
                <c:pt idx="10260">
                  <c:v>52630</c:v>
                </c:pt>
                <c:pt idx="10261">
                  <c:v>52631</c:v>
                </c:pt>
                <c:pt idx="10262">
                  <c:v>52632</c:v>
                </c:pt>
                <c:pt idx="10263">
                  <c:v>52633</c:v>
                </c:pt>
                <c:pt idx="10264">
                  <c:v>52634</c:v>
                </c:pt>
                <c:pt idx="10265">
                  <c:v>52635</c:v>
                </c:pt>
                <c:pt idx="10266">
                  <c:v>52636</c:v>
                </c:pt>
                <c:pt idx="10267">
                  <c:v>52637</c:v>
                </c:pt>
                <c:pt idx="10268">
                  <c:v>52638</c:v>
                </c:pt>
                <c:pt idx="10269">
                  <c:v>52639</c:v>
                </c:pt>
                <c:pt idx="10270">
                  <c:v>52640</c:v>
                </c:pt>
                <c:pt idx="10271">
                  <c:v>52641</c:v>
                </c:pt>
                <c:pt idx="10272">
                  <c:v>52642</c:v>
                </c:pt>
                <c:pt idx="10273">
                  <c:v>52643</c:v>
                </c:pt>
                <c:pt idx="10274">
                  <c:v>52644</c:v>
                </c:pt>
                <c:pt idx="10275">
                  <c:v>52645</c:v>
                </c:pt>
                <c:pt idx="10276">
                  <c:v>52646</c:v>
                </c:pt>
                <c:pt idx="10277">
                  <c:v>52647</c:v>
                </c:pt>
                <c:pt idx="10278">
                  <c:v>52648</c:v>
                </c:pt>
                <c:pt idx="10279">
                  <c:v>52649</c:v>
                </c:pt>
                <c:pt idx="10280">
                  <c:v>52650</c:v>
                </c:pt>
                <c:pt idx="10281">
                  <c:v>52651</c:v>
                </c:pt>
                <c:pt idx="10282">
                  <c:v>52652</c:v>
                </c:pt>
                <c:pt idx="10283">
                  <c:v>52653</c:v>
                </c:pt>
                <c:pt idx="10284">
                  <c:v>52654</c:v>
                </c:pt>
                <c:pt idx="10285">
                  <c:v>52655</c:v>
                </c:pt>
                <c:pt idx="10286">
                  <c:v>52656</c:v>
                </c:pt>
                <c:pt idx="10287">
                  <c:v>52657</c:v>
                </c:pt>
                <c:pt idx="10288">
                  <c:v>52658</c:v>
                </c:pt>
                <c:pt idx="10289">
                  <c:v>52659</c:v>
                </c:pt>
                <c:pt idx="10290">
                  <c:v>52660</c:v>
                </c:pt>
                <c:pt idx="10291">
                  <c:v>52661</c:v>
                </c:pt>
                <c:pt idx="10292">
                  <c:v>52662</c:v>
                </c:pt>
                <c:pt idx="10293">
                  <c:v>52663</c:v>
                </c:pt>
                <c:pt idx="10294">
                  <c:v>52664</c:v>
                </c:pt>
                <c:pt idx="10295">
                  <c:v>52665</c:v>
                </c:pt>
                <c:pt idx="10296">
                  <c:v>52666</c:v>
                </c:pt>
                <c:pt idx="10297">
                  <c:v>52667</c:v>
                </c:pt>
                <c:pt idx="10298">
                  <c:v>52668</c:v>
                </c:pt>
                <c:pt idx="10299">
                  <c:v>52669</c:v>
                </c:pt>
                <c:pt idx="10300">
                  <c:v>52670</c:v>
                </c:pt>
                <c:pt idx="10301">
                  <c:v>52671</c:v>
                </c:pt>
                <c:pt idx="10302">
                  <c:v>52672</c:v>
                </c:pt>
                <c:pt idx="10303">
                  <c:v>52673</c:v>
                </c:pt>
                <c:pt idx="10304">
                  <c:v>52674</c:v>
                </c:pt>
                <c:pt idx="10305">
                  <c:v>52675</c:v>
                </c:pt>
                <c:pt idx="10306">
                  <c:v>52676</c:v>
                </c:pt>
                <c:pt idx="10307">
                  <c:v>52677</c:v>
                </c:pt>
                <c:pt idx="10308">
                  <c:v>52678</c:v>
                </c:pt>
                <c:pt idx="10309">
                  <c:v>52679</c:v>
                </c:pt>
                <c:pt idx="10310">
                  <c:v>52680</c:v>
                </c:pt>
                <c:pt idx="10311">
                  <c:v>52681</c:v>
                </c:pt>
                <c:pt idx="10312">
                  <c:v>52682</c:v>
                </c:pt>
                <c:pt idx="10313">
                  <c:v>52683</c:v>
                </c:pt>
                <c:pt idx="10314">
                  <c:v>52684</c:v>
                </c:pt>
                <c:pt idx="10315">
                  <c:v>52685</c:v>
                </c:pt>
                <c:pt idx="10316">
                  <c:v>52686</c:v>
                </c:pt>
                <c:pt idx="10317">
                  <c:v>52687</c:v>
                </c:pt>
                <c:pt idx="10318">
                  <c:v>52688</c:v>
                </c:pt>
                <c:pt idx="10319">
                  <c:v>52689</c:v>
                </c:pt>
                <c:pt idx="10320">
                  <c:v>52690</c:v>
                </c:pt>
                <c:pt idx="10321">
                  <c:v>52691</c:v>
                </c:pt>
                <c:pt idx="10322">
                  <c:v>52692</c:v>
                </c:pt>
                <c:pt idx="10323">
                  <c:v>52693</c:v>
                </c:pt>
                <c:pt idx="10324">
                  <c:v>52694</c:v>
                </c:pt>
                <c:pt idx="10325">
                  <c:v>52695</c:v>
                </c:pt>
                <c:pt idx="10326">
                  <c:v>52696</c:v>
                </c:pt>
                <c:pt idx="10327">
                  <c:v>52697</c:v>
                </c:pt>
                <c:pt idx="10328">
                  <c:v>52698</c:v>
                </c:pt>
                <c:pt idx="10329">
                  <c:v>52699</c:v>
                </c:pt>
                <c:pt idx="10330">
                  <c:v>52700</c:v>
                </c:pt>
                <c:pt idx="10331">
                  <c:v>52701</c:v>
                </c:pt>
                <c:pt idx="10332">
                  <c:v>52702</c:v>
                </c:pt>
                <c:pt idx="10333">
                  <c:v>52703</c:v>
                </c:pt>
                <c:pt idx="10334">
                  <c:v>52704</c:v>
                </c:pt>
                <c:pt idx="10335">
                  <c:v>52705</c:v>
                </c:pt>
                <c:pt idx="10336">
                  <c:v>52706</c:v>
                </c:pt>
                <c:pt idx="10337">
                  <c:v>52707</c:v>
                </c:pt>
                <c:pt idx="10338">
                  <c:v>52708</c:v>
                </c:pt>
                <c:pt idx="10339">
                  <c:v>52709</c:v>
                </c:pt>
                <c:pt idx="10340">
                  <c:v>52710</c:v>
                </c:pt>
                <c:pt idx="10341">
                  <c:v>52711</c:v>
                </c:pt>
                <c:pt idx="10342">
                  <c:v>52712</c:v>
                </c:pt>
                <c:pt idx="10343">
                  <c:v>52713</c:v>
                </c:pt>
                <c:pt idx="10344">
                  <c:v>52714</c:v>
                </c:pt>
                <c:pt idx="10345">
                  <c:v>52715</c:v>
                </c:pt>
                <c:pt idx="10346">
                  <c:v>52716</c:v>
                </c:pt>
                <c:pt idx="10347">
                  <c:v>52717</c:v>
                </c:pt>
                <c:pt idx="10348">
                  <c:v>52718</c:v>
                </c:pt>
                <c:pt idx="10349">
                  <c:v>52719</c:v>
                </c:pt>
                <c:pt idx="10350">
                  <c:v>52720</c:v>
                </c:pt>
                <c:pt idx="10351">
                  <c:v>52721</c:v>
                </c:pt>
                <c:pt idx="10352">
                  <c:v>52722</c:v>
                </c:pt>
                <c:pt idx="10353">
                  <c:v>52723</c:v>
                </c:pt>
                <c:pt idx="10354">
                  <c:v>52724</c:v>
                </c:pt>
                <c:pt idx="10355">
                  <c:v>52725</c:v>
                </c:pt>
                <c:pt idx="10356">
                  <c:v>52726</c:v>
                </c:pt>
                <c:pt idx="10357">
                  <c:v>52727</c:v>
                </c:pt>
                <c:pt idx="10358">
                  <c:v>52728</c:v>
                </c:pt>
                <c:pt idx="10359">
                  <c:v>52729</c:v>
                </c:pt>
                <c:pt idx="10360">
                  <c:v>52730</c:v>
                </c:pt>
                <c:pt idx="10361">
                  <c:v>52731</c:v>
                </c:pt>
                <c:pt idx="10362">
                  <c:v>52732</c:v>
                </c:pt>
                <c:pt idx="10363">
                  <c:v>52733</c:v>
                </c:pt>
                <c:pt idx="10364">
                  <c:v>52734</c:v>
                </c:pt>
                <c:pt idx="10365">
                  <c:v>52735</c:v>
                </c:pt>
                <c:pt idx="10366">
                  <c:v>52736</c:v>
                </c:pt>
                <c:pt idx="10367">
                  <c:v>52737</c:v>
                </c:pt>
                <c:pt idx="10368">
                  <c:v>52738</c:v>
                </c:pt>
                <c:pt idx="10369">
                  <c:v>52739</c:v>
                </c:pt>
                <c:pt idx="10370">
                  <c:v>52740</c:v>
                </c:pt>
                <c:pt idx="10371">
                  <c:v>52741</c:v>
                </c:pt>
                <c:pt idx="10372">
                  <c:v>52742</c:v>
                </c:pt>
                <c:pt idx="10373">
                  <c:v>52743</c:v>
                </c:pt>
                <c:pt idx="10374">
                  <c:v>52744</c:v>
                </c:pt>
                <c:pt idx="10375">
                  <c:v>52745</c:v>
                </c:pt>
                <c:pt idx="10376">
                  <c:v>52746</c:v>
                </c:pt>
                <c:pt idx="10377">
                  <c:v>52747</c:v>
                </c:pt>
                <c:pt idx="10378">
                  <c:v>52748</c:v>
                </c:pt>
                <c:pt idx="10379">
                  <c:v>52749</c:v>
                </c:pt>
                <c:pt idx="10380">
                  <c:v>52750</c:v>
                </c:pt>
                <c:pt idx="10381">
                  <c:v>52751</c:v>
                </c:pt>
                <c:pt idx="10382">
                  <c:v>52752</c:v>
                </c:pt>
                <c:pt idx="10383">
                  <c:v>52753</c:v>
                </c:pt>
                <c:pt idx="10384">
                  <c:v>52754</c:v>
                </c:pt>
                <c:pt idx="10385">
                  <c:v>52755</c:v>
                </c:pt>
                <c:pt idx="10386">
                  <c:v>52756</c:v>
                </c:pt>
                <c:pt idx="10387">
                  <c:v>52757</c:v>
                </c:pt>
                <c:pt idx="10388">
                  <c:v>52758</c:v>
                </c:pt>
                <c:pt idx="10389">
                  <c:v>52759</c:v>
                </c:pt>
                <c:pt idx="10390">
                  <c:v>52760</c:v>
                </c:pt>
                <c:pt idx="10391">
                  <c:v>52761</c:v>
                </c:pt>
                <c:pt idx="10392">
                  <c:v>52762</c:v>
                </c:pt>
                <c:pt idx="10393">
                  <c:v>52763</c:v>
                </c:pt>
                <c:pt idx="10394">
                  <c:v>52764</c:v>
                </c:pt>
                <c:pt idx="10395">
                  <c:v>52765</c:v>
                </c:pt>
                <c:pt idx="10396">
                  <c:v>52766</c:v>
                </c:pt>
                <c:pt idx="10397">
                  <c:v>52767</c:v>
                </c:pt>
                <c:pt idx="10398">
                  <c:v>52768</c:v>
                </c:pt>
                <c:pt idx="10399">
                  <c:v>52769</c:v>
                </c:pt>
                <c:pt idx="10400">
                  <c:v>52770</c:v>
                </c:pt>
                <c:pt idx="10401">
                  <c:v>52771</c:v>
                </c:pt>
                <c:pt idx="10402">
                  <c:v>52772</c:v>
                </c:pt>
                <c:pt idx="10403">
                  <c:v>52773</c:v>
                </c:pt>
                <c:pt idx="10404">
                  <c:v>52774</c:v>
                </c:pt>
                <c:pt idx="10405">
                  <c:v>52775</c:v>
                </c:pt>
                <c:pt idx="10406">
                  <c:v>52776</c:v>
                </c:pt>
                <c:pt idx="10407">
                  <c:v>52777</c:v>
                </c:pt>
                <c:pt idx="10408">
                  <c:v>52778</c:v>
                </c:pt>
                <c:pt idx="10409">
                  <c:v>52779</c:v>
                </c:pt>
                <c:pt idx="10410">
                  <c:v>52780</c:v>
                </c:pt>
                <c:pt idx="10411">
                  <c:v>52781</c:v>
                </c:pt>
                <c:pt idx="10412">
                  <c:v>52782</c:v>
                </c:pt>
                <c:pt idx="10413">
                  <c:v>52783</c:v>
                </c:pt>
                <c:pt idx="10414">
                  <c:v>52784</c:v>
                </c:pt>
                <c:pt idx="10415">
                  <c:v>52785</c:v>
                </c:pt>
                <c:pt idx="10416">
                  <c:v>52786</c:v>
                </c:pt>
                <c:pt idx="10417">
                  <c:v>52787</c:v>
                </c:pt>
                <c:pt idx="10418">
                  <c:v>52788</c:v>
                </c:pt>
                <c:pt idx="10419">
                  <c:v>52789</c:v>
                </c:pt>
                <c:pt idx="10420">
                  <c:v>52790</c:v>
                </c:pt>
                <c:pt idx="10421">
                  <c:v>52791</c:v>
                </c:pt>
                <c:pt idx="10422">
                  <c:v>52792</c:v>
                </c:pt>
                <c:pt idx="10423">
                  <c:v>52793</c:v>
                </c:pt>
                <c:pt idx="10424">
                  <c:v>52794</c:v>
                </c:pt>
                <c:pt idx="10425">
                  <c:v>52795</c:v>
                </c:pt>
                <c:pt idx="10426">
                  <c:v>52796</c:v>
                </c:pt>
                <c:pt idx="10427">
                  <c:v>52797</c:v>
                </c:pt>
                <c:pt idx="10428">
                  <c:v>52798</c:v>
                </c:pt>
                <c:pt idx="10429">
                  <c:v>52799</c:v>
                </c:pt>
                <c:pt idx="10430">
                  <c:v>52800</c:v>
                </c:pt>
                <c:pt idx="10431">
                  <c:v>52801</c:v>
                </c:pt>
                <c:pt idx="10432">
                  <c:v>52802</c:v>
                </c:pt>
                <c:pt idx="10433">
                  <c:v>52803</c:v>
                </c:pt>
                <c:pt idx="10434">
                  <c:v>52804</c:v>
                </c:pt>
                <c:pt idx="10435">
                  <c:v>52805</c:v>
                </c:pt>
                <c:pt idx="10436">
                  <c:v>52806</c:v>
                </c:pt>
                <c:pt idx="10437">
                  <c:v>52807</c:v>
                </c:pt>
                <c:pt idx="10438">
                  <c:v>52808</c:v>
                </c:pt>
                <c:pt idx="10439">
                  <c:v>52809</c:v>
                </c:pt>
                <c:pt idx="10440">
                  <c:v>52810</c:v>
                </c:pt>
                <c:pt idx="10441">
                  <c:v>52811</c:v>
                </c:pt>
                <c:pt idx="10442">
                  <c:v>52812</c:v>
                </c:pt>
                <c:pt idx="10443">
                  <c:v>52813</c:v>
                </c:pt>
                <c:pt idx="10444">
                  <c:v>52814</c:v>
                </c:pt>
                <c:pt idx="10445">
                  <c:v>52815</c:v>
                </c:pt>
                <c:pt idx="10446">
                  <c:v>52816</c:v>
                </c:pt>
                <c:pt idx="10447">
                  <c:v>52817</c:v>
                </c:pt>
                <c:pt idx="10448">
                  <c:v>52818</c:v>
                </c:pt>
                <c:pt idx="10449">
                  <c:v>52819</c:v>
                </c:pt>
                <c:pt idx="10450">
                  <c:v>52820</c:v>
                </c:pt>
                <c:pt idx="10451">
                  <c:v>52821</c:v>
                </c:pt>
                <c:pt idx="10452">
                  <c:v>52822</c:v>
                </c:pt>
                <c:pt idx="10453">
                  <c:v>52823</c:v>
                </c:pt>
                <c:pt idx="10454">
                  <c:v>52824</c:v>
                </c:pt>
                <c:pt idx="10455">
                  <c:v>52825</c:v>
                </c:pt>
                <c:pt idx="10456">
                  <c:v>52826</c:v>
                </c:pt>
                <c:pt idx="10457">
                  <c:v>52827</c:v>
                </c:pt>
                <c:pt idx="10458">
                  <c:v>52828</c:v>
                </c:pt>
                <c:pt idx="10459">
                  <c:v>52829</c:v>
                </c:pt>
                <c:pt idx="10460">
                  <c:v>52830</c:v>
                </c:pt>
                <c:pt idx="10461">
                  <c:v>52831</c:v>
                </c:pt>
                <c:pt idx="10462">
                  <c:v>52832</c:v>
                </c:pt>
                <c:pt idx="10463">
                  <c:v>52833</c:v>
                </c:pt>
                <c:pt idx="10464">
                  <c:v>52834</c:v>
                </c:pt>
                <c:pt idx="10465">
                  <c:v>52835</c:v>
                </c:pt>
                <c:pt idx="10466">
                  <c:v>52836</c:v>
                </c:pt>
                <c:pt idx="10467">
                  <c:v>52837</c:v>
                </c:pt>
                <c:pt idx="10468">
                  <c:v>52838</c:v>
                </c:pt>
                <c:pt idx="10469">
                  <c:v>52839</c:v>
                </c:pt>
                <c:pt idx="10470">
                  <c:v>52840</c:v>
                </c:pt>
                <c:pt idx="10471">
                  <c:v>52841</c:v>
                </c:pt>
                <c:pt idx="10472">
                  <c:v>52842</c:v>
                </c:pt>
                <c:pt idx="10473">
                  <c:v>52843</c:v>
                </c:pt>
                <c:pt idx="10474">
                  <c:v>52844</c:v>
                </c:pt>
                <c:pt idx="10475">
                  <c:v>52845</c:v>
                </c:pt>
                <c:pt idx="10476">
                  <c:v>52846</c:v>
                </c:pt>
                <c:pt idx="10477">
                  <c:v>52847</c:v>
                </c:pt>
                <c:pt idx="10478">
                  <c:v>52848</c:v>
                </c:pt>
                <c:pt idx="10479">
                  <c:v>52849</c:v>
                </c:pt>
                <c:pt idx="10480">
                  <c:v>52850</c:v>
                </c:pt>
                <c:pt idx="10481">
                  <c:v>52851</c:v>
                </c:pt>
                <c:pt idx="10482">
                  <c:v>52852</c:v>
                </c:pt>
                <c:pt idx="10483">
                  <c:v>52853</c:v>
                </c:pt>
                <c:pt idx="10484">
                  <c:v>52854</c:v>
                </c:pt>
                <c:pt idx="10485">
                  <c:v>52855</c:v>
                </c:pt>
                <c:pt idx="10486">
                  <c:v>52856</c:v>
                </c:pt>
                <c:pt idx="10487">
                  <c:v>52857</c:v>
                </c:pt>
                <c:pt idx="10488">
                  <c:v>52858</c:v>
                </c:pt>
                <c:pt idx="10489">
                  <c:v>52859</c:v>
                </c:pt>
                <c:pt idx="10490">
                  <c:v>52860</c:v>
                </c:pt>
                <c:pt idx="10491">
                  <c:v>52861</c:v>
                </c:pt>
                <c:pt idx="10492">
                  <c:v>52862</c:v>
                </c:pt>
                <c:pt idx="10493">
                  <c:v>52863</c:v>
                </c:pt>
                <c:pt idx="10494">
                  <c:v>52864</c:v>
                </c:pt>
                <c:pt idx="10495">
                  <c:v>52865</c:v>
                </c:pt>
                <c:pt idx="10496">
                  <c:v>52866</c:v>
                </c:pt>
                <c:pt idx="10497">
                  <c:v>52867</c:v>
                </c:pt>
                <c:pt idx="10498">
                  <c:v>52868</c:v>
                </c:pt>
                <c:pt idx="10499">
                  <c:v>52869</c:v>
                </c:pt>
                <c:pt idx="10500">
                  <c:v>52870</c:v>
                </c:pt>
                <c:pt idx="10501">
                  <c:v>52871</c:v>
                </c:pt>
                <c:pt idx="10502">
                  <c:v>52872</c:v>
                </c:pt>
                <c:pt idx="10503">
                  <c:v>52873</c:v>
                </c:pt>
                <c:pt idx="10504">
                  <c:v>52874</c:v>
                </c:pt>
                <c:pt idx="10505">
                  <c:v>52875</c:v>
                </c:pt>
                <c:pt idx="10506">
                  <c:v>52876</c:v>
                </c:pt>
                <c:pt idx="10507">
                  <c:v>52877</c:v>
                </c:pt>
                <c:pt idx="10508">
                  <c:v>52878</c:v>
                </c:pt>
                <c:pt idx="10509">
                  <c:v>52879</c:v>
                </c:pt>
                <c:pt idx="10510">
                  <c:v>52880</c:v>
                </c:pt>
                <c:pt idx="10511">
                  <c:v>52881</c:v>
                </c:pt>
                <c:pt idx="10512">
                  <c:v>52882</c:v>
                </c:pt>
                <c:pt idx="10513">
                  <c:v>52883</c:v>
                </c:pt>
                <c:pt idx="10514">
                  <c:v>52884</c:v>
                </c:pt>
                <c:pt idx="10515">
                  <c:v>52885</c:v>
                </c:pt>
                <c:pt idx="10516">
                  <c:v>52886</c:v>
                </c:pt>
                <c:pt idx="10517">
                  <c:v>52887</c:v>
                </c:pt>
                <c:pt idx="10518">
                  <c:v>52888</c:v>
                </c:pt>
                <c:pt idx="10519">
                  <c:v>52889</c:v>
                </c:pt>
                <c:pt idx="10520">
                  <c:v>52890</c:v>
                </c:pt>
                <c:pt idx="10521">
                  <c:v>52891</c:v>
                </c:pt>
                <c:pt idx="10522">
                  <c:v>52892</c:v>
                </c:pt>
                <c:pt idx="10523">
                  <c:v>52893</c:v>
                </c:pt>
                <c:pt idx="10524">
                  <c:v>52894</c:v>
                </c:pt>
                <c:pt idx="10525">
                  <c:v>52895</c:v>
                </c:pt>
                <c:pt idx="10526">
                  <c:v>52896</c:v>
                </c:pt>
                <c:pt idx="10527">
                  <c:v>52897</c:v>
                </c:pt>
                <c:pt idx="10528">
                  <c:v>52898</c:v>
                </c:pt>
                <c:pt idx="10529">
                  <c:v>52899</c:v>
                </c:pt>
                <c:pt idx="10530">
                  <c:v>52900</c:v>
                </c:pt>
                <c:pt idx="10531">
                  <c:v>52901</c:v>
                </c:pt>
                <c:pt idx="10532">
                  <c:v>52902</c:v>
                </c:pt>
                <c:pt idx="10533">
                  <c:v>52903</c:v>
                </c:pt>
                <c:pt idx="10534">
                  <c:v>52904</c:v>
                </c:pt>
                <c:pt idx="10535">
                  <c:v>52905</c:v>
                </c:pt>
                <c:pt idx="10536">
                  <c:v>52906</c:v>
                </c:pt>
                <c:pt idx="10537">
                  <c:v>52907</c:v>
                </c:pt>
                <c:pt idx="10538">
                  <c:v>52908</c:v>
                </c:pt>
                <c:pt idx="10539">
                  <c:v>52909</c:v>
                </c:pt>
                <c:pt idx="10540">
                  <c:v>52910</c:v>
                </c:pt>
                <c:pt idx="10541">
                  <c:v>52911</c:v>
                </c:pt>
                <c:pt idx="10542">
                  <c:v>52912</c:v>
                </c:pt>
                <c:pt idx="10543">
                  <c:v>52913</c:v>
                </c:pt>
                <c:pt idx="10544">
                  <c:v>52914</c:v>
                </c:pt>
                <c:pt idx="10545">
                  <c:v>52915</c:v>
                </c:pt>
                <c:pt idx="10546">
                  <c:v>52916</c:v>
                </c:pt>
                <c:pt idx="10547">
                  <c:v>52917</c:v>
                </c:pt>
                <c:pt idx="10548">
                  <c:v>52918</c:v>
                </c:pt>
                <c:pt idx="10549">
                  <c:v>52919</c:v>
                </c:pt>
                <c:pt idx="10550">
                  <c:v>52920</c:v>
                </c:pt>
                <c:pt idx="10551">
                  <c:v>52921</c:v>
                </c:pt>
                <c:pt idx="10552">
                  <c:v>52922</c:v>
                </c:pt>
                <c:pt idx="10553">
                  <c:v>52923</c:v>
                </c:pt>
                <c:pt idx="10554">
                  <c:v>52924</c:v>
                </c:pt>
                <c:pt idx="10555">
                  <c:v>52925</c:v>
                </c:pt>
                <c:pt idx="10556">
                  <c:v>52926</c:v>
                </c:pt>
                <c:pt idx="10557">
                  <c:v>52927</c:v>
                </c:pt>
                <c:pt idx="10558">
                  <c:v>52928</c:v>
                </c:pt>
                <c:pt idx="10559">
                  <c:v>52929</c:v>
                </c:pt>
                <c:pt idx="10560">
                  <c:v>52930</c:v>
                </c:pt>
                <c:pt idx="10561">
                  <c:v>52931</c:v>
                </c:pt>
                <c:pt idx="10562">
                  <c:v>52932</c:v>
                </c:pt>
                <c:pt idx="10563">
                  <c:v>52933</c:v>
                </c:pt>
                <c:pt idx="10564">
                  <c:v>52934</c:v>
                </c:pt>
                <c:pt idx="10565">
                  <c:v>52935</c:v>
                </c:pt>
                <c:pt idx="10566">
                  <c:v>52936</c:v>
                </c:pt>
                <c:pt idx="10567">
                  <c:v>52937</c:v>
                </c:pt>
                <c:pt idx="10568">
                  <c:v>52938</c:v>
                </c:pt>
                <c:pt idx="10569">
                  <c:v>52939</c:v>
                </c:pt>
                <c:pt idx="10570">
                  <c:v>52940</c:v>
                </c:pt>
                <c:pt idx="10571">
                  <c:v>52941</c:v>
                </c:pt>
                <c:pt idx="10572">
                  <c:v>52942</c:v>
                </c:pt>
                <c:pt idx="10573">
                  <c:v>52943</c:v>
                </c:pt>
                <c:pt idx="10574">
                  <c:v>52944</c:v>
                </c:pt>
                <c:pt idx="10575">
                  <c:v>52945</c:v>
                </c:pt>
                <c:pt idx="10576">
                  <c:v>52946</c:v>
                </c:pt>
                <c:pt idx="10577">
                  <c:v>52947</c:v>
                </c:pt>
                <c:pt idx="10578">
                  <c:v>52948</c:v>
                </c:pt>
                <c:pt idx="10579">
                  <c:v>52949</c:v>
                </c:pt>
                <c:pt idx="10580">
                  <c:v>52950</c:v>
                </c:pt>
                <c:pt idx="10581">
                  <c:v>52951</c:v>
                </c:pt>
                <c:pt idx="10582">
                  <c:v>52952</c:v>
                </c:pt>
                <c:pt idx="10583">
                  <c:v>52953</c:v>
                </c:pt>
                <c:pt idx="10584">
                  <c:v>52954</c:v>
                </c:pt>
                <c:pt idx="10585">
                  <c:v>52955</c:v>
                </c:pt>
                <c:pt idx="10586">
                  <c:v>52956</c:v>
                </c:pt>
                <c:pt idx="10587">
                  <c:v>52957</c:v>
                </c:pt>
                <c:pt idx="10588">
                  <c:v>52958</c:v>
                </c:pt>
                <c:pt idx="10589">
                  <c:v>52959</c:v>
                </c:pt>
                <c:pt idx="10590">
                  <c:v>52960</c:v>
                </c:pt>
                <c:pt idx="10591">
                  <c:v>52961</c:v>
                </c:pt>
                <c:pt idx="10592">
                  <c:v>52962</c:v>
                </c:pt>
                <c:pt idx="10593">
                  <c:v>52963</c:v>
                </c:pt>
                <c:pt idx="10594">
                  <c:v>52964</c:v>
                </c:pt>
                <c:pt idx="10595">
                  <c:v>52965</c:v>
                </c:pt>
                <c:pt idx="10596">
                  <c:v>52966</c:v>
                </c:pt>
                <c:pt idx="10597">
                  <c:v>52967</c:v>
                </c:pt>
                <c:pt idx="10598">
                  <c:v>52968</c:v>
                </c:pt>
                <c:pt idx="10599">
                  <c:v>52969</c:v>
                </c:pt>
                <c:pt idx="10600">
                  <c:v>52970</c:v>
                </c:pt>
                <c:pt idx="10601">
                  <c:v>52971</c:v>
                </c:pt>
                <c:pt idx="10602">
                  <c:v>52972</c:v>
                </c:pt>
                <c:pt idx="10603">
                  <c:v>52973</c:v>
                </c:pt>
                <c:pt idx="10604">
                  <c:v>52974</c:v>
                </c:pt>
                <c:pt idx="10605">
                  <c:v>52975</c:v>
                </c:pt>
                <c:pt idx="10606">
                  <c:v>52976</c:v>
                </c:pt>
                <c:pt idx="10607">
                  <c:v>52977</c:v>
                </c:pt>
                <c:pt idx="10608">
                  <c:v>52978</c:v>
                </c:pt>
                <c:pt idx="10609">
                  <c:v>52979</c:v>
                </c:pt>
                <c:pt idx="10610">
                  <c:v>52980</c:v>
                </c:pt>
                <c:pt idx="10611">
                  <c:v>52981</c:v>
                </c:pt>
                <c:pt idx="10612">
                  <c:v>52982</c:v>
                </c:pt>
                <c:pt idx="10613">
                  <c:v>52983</c:v>
                </c:pt>
                <c:pt idx="10614">
                  <c:v>52984</c:v>
                </c:pt>
                <c:pt idx="10615">
                  <c:v>52985</c:v>
                </c:pt>
                <c:pt idx="10616">
                  <c:v>52986</c:v>
                </c:pt>
                <c:pt idx="10617">
                  <c:v>52987</c:v>
                </c:pt>
                <c:pt idx="10618">
                  <c:v>52988</c:v>
                </c:pt>
                <c:pt idx="10619">
                  <c:v>52989</c:v>
                </c:pt>
                <c:pt idx="10620">
                  <c:v>52990</c:v>
                </c:pt>
                <c:pt idx="10621">
                  <c:v>52991</c:v>
                </c:pt>
                <c:pt idx="10622">
                  <c:v>52992</c:v>
                </c:pt>
                <c:pt idx="10623">
                  <c:v>52993</c:v>
                </c:pt>
                <c:pt idx="10624">
                  <c:v>52994</c:v>
                </c:pt>
                <c:pt idx="10625">
                  <c:v>52995</c:v>
                </c:pt>
                <c:pt idx="10626">
                  <c:v>52996</c:v>
                </c:pt>
                <c:pt idx="10627">
                  <c:v>52997</c:v>
                </c:pt>
                <c:pt idx="10628">
                  <c:v>52998</c:v>
                </c:pt>
                <c:pt idx="10629">
                  <c:v>52999</c:v>
                </c:pt>
                <c:pt idx="10630">
                  <c:v>53000</c:v>
                </c:pt>
                <c:pt idx="10631">
                  <c:v>53001</c:v>
                </c:pt>
                <c:pt idx="10632">
                  <c:v>53002</c:v>
                </c:pt>
                <c:pt idx="10633">
                  <c:v>53003</c:v>
                </c:pt>
                <c:pt idx="10634">
                  <c:v>53004</c:v>
                </c:pt>
                <c:pt idx="10635">
                  <c:v>53005</c:v>
                </c:pt>
                <c:pt idx="10636">
                  <c:v>53006</c:v>
                </c:pt>
                <c:pt idx="10637">
                  <c:v>53007</c:v>
                </c:pt>
                <c:pt idx="10638">
                  <c:v>53008</c:v>
                </c:pt>
                <c:pt idx="10639">
                  <c:v>53009</c:v>
                </c:pt>
                <c:pt idx="10640">
                  <c:v>53010</c:v>
                </c:pt>
                <c:pt idx="10641">
                  <c:v>53011</c:v>
                </c:pt>
                <c:pt idx="10642">
                  <c:v>53012</c:v>
                </c:pt>
                <c:pt idx="10643">
                  <c:v>53013</c:v>
                </c:pt>
                <c:pt idx="10644">
                  <c:v>53014</c:v>
                </c:pt>
                <c:pt idx="10645">
                  <c:v>53015</c:v>
                </c:pt>
                <c:pt idx="10646">
                  <c:v>53016</c:v>
                </c:pt>
                <c:pt idx="10647">
                  <c:v>53017</c:v>
                </c:pt>
                <c:pt idx="10648">
                  <c:v>53018</c:v>
                </c:pt>
                <c:pt idx="10649">
                  <c:v>53019</c:v>
                </c:pt>
                <c:pt idx="10650">
                  <c:v>53020</c:v>
                </c:pt>
                <c:pt idx="10651">
                  <c:v>53021</c:v>
                </c:pt>
                <c:pt idx="10652">
                  <c:v>53022</c:v>
                </c:pt>
                <c:pt idx="10653">
                  <c:v>53023</c:v>
                </c:pt>
                <c:pt idx="10654">
                  <c:v>53024</c:v>
                </c:pt>
                <c:pt idx="10655">
                  <c:v>53025</c:v>
                </c:pt>
                <c:pt idx="10656">
                  <c:v>53026</c:v>
                </c:pt>
                <c:pt idx="10657">
                  <c:v>53027</c:v>
                </c:pt>
                <c:pt idx="10658">
                  <c:v>53028</c:v>
                </c:pt>
                <c:pt idx="10659">
                  <c:v>53029</c:v>
                </c:pt>
                <c:pt idx="10660">
                  <c:v>53030</c:v>
                </c:pt>
                <c:pt idx="10661">
                  <c:v>53031</c:v>
                </c:pt>
                <c:pt idx="10662">
                  <c:v>53032</c:v>
                </c:pt>
                <c:pt idx="10663">
                  <c:v>53033</c:v>
                </c:pt>
                <c:pt idx="10664">
                  <c:v>53034</c:v>
                </c:pt>
                <c:pt idx="10665">
                  <c:v>53035</c:v>
                </c:pt>
                <c:pt idx="10666">
                  <c:v>53036</c:v>
                </c:pt>
                <c:pt idx="10667">
                  <c:v>53037</c:v>
                </c:pt>
                <c:pt idx="10668">
                  <c:v>53038</c:v>
                </c:pt>
                <c:pt idx="10669">
                  <c:v>53039</c:v>
                </c:pt>
                <c:pt idx="10670">
                  <c:v>53040</c:v>
                </c:pt>
                <c:pt idx="10671">
                  <c:v>53041</c:v>
                </c:pt>
                <c:pt idx="10672">
                  <c:v>53042</c:v>
                </c:pt>
                <c:pt idx="10673">
                  <c:v>53043</c:v>
                </c:pt>
                <c:pt idx="10674">
                  <c:v>53044</c:v>
                </c:pt>
                <c:pt idx="10675">
                  <c:v>53045</c:v>
                </c:pt>
                <c:pt idx="10676">
                  <c:v>53046</c:v>
                </c:pt>
                <c:pt idx="10677">
                  <c:v>53047</c:v>
                </c:pt>
                <c:pt idx="10678">
                  <c:v>53048</c:v>
                </c:pt>
                <c:pt idx="10679">
                  <c:v>53049</c:v>
                </c:pt>
                <c:pt idx="10680">
                  <c:v>53050</c:v>
                </c:pt>
                <c:pt idx="10681">
                  <c:v>53051</c:v>
                </c:pt>
                <c:pt idx="10682">
                  <c:v>53052</c:v>
                </c:pt>
                <c:pt idx="10683">
                  <c:v>53053</c:v>
                </c:pt>
                <c:pt idx="10684">
                  <c:v>53054</c:v>
                </c:pt>
                <c:pt idx="10685">
                  <c:v>53055</c:v>
                </c:pt>
                <c:pt idx="10686">
                  <c:v>53056</c:v>
                </c:pt>
                <c:pt idx="10687">
                  <c:v>53057</c:v>
                </c:pt>
                <c:pt idx="10688">
                  <c:v>53058</c:v>
                </c:pt>
                <c:pt idx="10689">
                  <c:v>53059</c:v>
                </c:pt>
                <c:pt idx="10690">
                  <c:v>53060</c:v>
                </c:pt>
                <c:pt idx="10691">
                  <c:v>53061</c:v>
                </c:pt>
                <c:pt idx="10692">
                  <c:v>53062</c:v>
                </c:pt>
                <c:pt idx="10693">
                  <c:v>53063</c:v>
                </c:pt>
                <c:pt idx="10694">
                  <c:v>53064</c:v>
                </c:pt>
                <c:pt idx="10695">
                  <c:v>53065</c:v>
                </c:pt>
                <c:pt idx="10696">
                  <c:v>53066</c:v>
                </c:pt>
                <c:pt idx="10697">
                  <c:v>53067</c:v>
                </c:pt>
                <c:pt idx="10698">
                  <c:v>53068</c:v>
                </c:pt>
                <c:pt idx="10699">
                  <c:v>53069</c:v>
                </c:pt>
                <c:pt idx="10700">
                  <c:v>53070</c:v>
                </c:pt>
                <c:pt idx="10701">
                  <c:v>53071</c:v>
                </c:pt>
                <c:pt idx="10702">
                  <c:v>53072</c:v>
                </c:pt>
                <c:pt idx="10703">
                  <c:v>53073</c:v>
                </c:pt>
                <c:pt idx="10704">
                  <c:v>53074</c:v>
                </c:pt>
                <c:pt idx="10705">
                  <c:v>53075</c:v>
                </c:pt>
                <c:pt idx="10706">
                  <c:v>53076</c:v>
                </c:pt>
                <c:pt idx="10707">
                  <c:v>53077</c:v>
                </c:pt>
                <c:pt idx="10708">
                  <c:v>53078</c:v>
                </c:pt>
                <c:pt idx="10709">
                  <c:v>53079</c:v>
                </c:pt>
                <c:pt idx="10710">
                  <c:v>53080</c:v>
                </c:pt>
                <c:pt idx="10711">
                  <c:v>53081</c:v>
                </c:pt>
                <c:pt idx="10712">
                  <c:v>53082</c:v>
                </c:pt>
                <c:pt idx="10713">
                  <c:v>53083</c:v>
                </c:pt>
                <c:pt idx="10714">
                  <c:v>53084</c:v>
                </c:pt>
                <c:pt idx="10715">
                  <c:v>53085</c:v>
                </c:pt>
                <c:pt idx="10716">
                  <c:v>53086</c:v>
                </c:pt>
                <c:pt idx="10717">
                  <c:v>53087</c:v>
                </c:pt>
                <c:pt idx="10718">
                  <c:v>53088</c:v>
                </c:pt>
                <c:pt idx="10719">
                  <c:v>53089</c:v>
                </c:pt>
                <c:pt idx="10720">
                  <c:v>53090</c:v>
                </c:pt>
                <c:pt idx="10721">
                  <c:v>53091</c:v>
                </c:pt>
                <c:pt idx="10722">
                  <c:v>53092</c:v>
                </c:pt>
                <c:pt idx="10723">
                  <c:v>53093</c:v>
                </c:pt>
                <c:pt idx="10724">
                  <c:v>53094</c:v>
                </c:pt>
                <c:pt idx="10725">
                  <c:v>53095</c:v>
                </c:pt>
                <c:pt idx="10726">
                  <c:v>53096</c:v>
                </c:pt>
                <c:pt idx="10727">
                  <c:v>53097</c:v>
                </c:pt>
                <c:pt idx="10728">
                  <c:v>53098</c:v>
                </c:pt>
                <c:pt idx="10729">
                  <c:v>53099</c:v>
                </c:pt>
                <c:pt idx="10730">
                  <c:v>53100</c:v>
                </c:pt>
                <c:pt idx="10731">
                  <c:v>53101</c:v>
                </c:pt>
                <c:pt idx="10732">
                  <c:v>53102</c:v>
                </c:pt>
                <c:pt idx="10733">
                  <c:v>53103</c:v>
                </c:pt>
                <c:pt idx="10734">
                  <c:v>53104</c:v>
                </c:pt>
                <c:pt idx="10735">
                  <c:v>53105</c:v>
                </c:pt>
                <c:pt idx="10736">
                  <c:v>53106</c:v>
                </c:pt>
                <c:pt idx="10737">
                  <c:v>53107</c:v>
                </c:pt>
                <c:pt idx="10738">
                  <c:v>53108</c:v>
                </c:pt>
                <c:pt idx="10739">
                  <c:v>53109</c:v>
                </c:pt>
                <c:pt idx="10740">
                  <c:v>53110</c:v>
                </c:pt>
                <c:pt idx="10741">
                  <c:v>53111</c:v>
                </c:pt>
                <c:pt idx="10742">
                  <c:v>53112</c:v>
                </c:pt>
                <c:pt idx="10743">
                  <c:v>53113</c:v>
                </c:pt>
                <c:pt idx="10744">
                  <c:v>53114</c:v>
                </c:pt>
                <c:pt idx="10745">
                  <c:v>53115</c:v>
                </c:pt>
                <c:pt idx="10746">
                  <c:v>53116</c:v>
                </c:pt>
                <c:pt idx="10747">
                  <c:v>53117</c:v>
                </c:pt>
                <c:pt idx="10748">
                  <c:v>53118</c:v>
                </c:pt>
                <c:pt idx="10749">
                  <c:v>53119</c:v>
                </c:pt>
                <c:pt idx="10750">
                  <c:v>53120</c:v>
                </c:pt>
                <c:pt idx="10751">
                  <c:v>53121</c:v>
                </c:pt>
                <c:pt idx="10752">
                  <c:v>53122</c:v>
                </c:pt>
                <c:pt idx="10753">
                  <c:v>53123</c:v>
                </c:pt>
                <c:pt idx="10754">
                  <c:v>53124</c:v>
                </c:pt>
                <c:pt idx="10755">
                  <c:v>53125</c:v>
                </c:pt>
                <c:pt idx="10756">
                  <c:v>53126</c:v>
                </c:pt>
                <c:pt idx="10757">
                  <c:v>53127</c:v>
                </c:pt>
                <c:pt idx="10758">
                  <c:v>53128</c:v>
                </c:pt>
                <c:pt idx="10759">
                  <c:v>53129</c:v>
                </c:pt>
                <c:pt idx="10760">
                  <c:v>53130</c:v>
                </c:pt>
                <c:pt idx="10761">
                  <c:v>53131</c:v>
                </c:pt>
                <c:pt idx="10762">
                  <c:v>53132</c:v>
                </c:pt>
                <c:pt idx="10763">
                  <c:v>53133</c:v>
                </c:pt>
                <c:pt idx="10764">
                  <c:v>53134</c:v>
                </c:pt>
                <c:pt idx="10765">
                  <c:v>53135</c:v>
                </c:pt>
                <c:pt idx="10766">
                  <c:v>53136</c:v>
                </c:pt>
                <c:pt idx="10767">
                  <c:v>53137</c:v>
                </c:pt>
                <c:pt idx="10768">
                  <c:v>53138</c:v>
                </c:pt>
                <c:pt idx="10769">
                  <c:v>53139</c:v>
                </c:pt>
                <c:pt idx="10770">
                  <c:v>53140</c:v>
                </c:pt>
                <c:pt idx="10771">
                  <c:v>53141</c:v>
                </c:pt>
                <c:pt idx="10772">
                  <c:v>53142</c:v>
                </c:pt>
                <c:pt idx="10773">
                  <c:v>53143</c:v>
                </c:pt>
                <c:pt idx="10774">
                  <c:v>53144</c:v>
                </c:pt>
                <c:pt idx="10775">
                  <c:v>53145</c:v>
                </c:pt>
                <c:pt idx="10776">
                  <c:v>53146</c:v>
                </c:pt>
                <c:pt idx="10777">
                  <c:v>53147</c:v>
                </c:pt>
                <c:pt idx="10778">
                  <c:v>53148</c:v>
                </c:pt>
                <c:pt idx="10779">
                  <c:v>53149</c:v>
                </c:pt>
                <c:pt idx="10780">
                  <c:v>53150</c:v>
                </c:pt>
                <c:pt idx="10781">
                  <c:v>53151</c:v>
                </c:pt>
                <c:pt idx="10782">
                  <c:v>53152</c:v>
                </c:pt>
                <c:pt idx="10783">
                  <c:v>53153</c:v>
                </c:pt>
                <c:pt idx="10784">
                  <c:v>53154</c:v>
                </c:pt>
                <c:pt idx="10785">
                  <c:v>53155</c:v>
                </c:pt>
                <c:pt idx="10786">
                  <c:v>53156</c:v>
                </c:pt>
                <c:pt idx="10787">
                  <c:v>53157</c:v>
                </c:pt>
                <c:pt idx="10788">
                  <c:v>53158</c:v>
                </c:pt>
                <c:pt idx="10789">
                  <c:v>53159</c:v>
                </c:pt>
                <c:pt idx="10790">
                  <c:v>53160</c:v>
                </c:pt>
                <c:pt idx="10791">
                  <c:v>53161</c:v>
                </c:pt>
                <c:pt idx="10792">
                  <c:v>53162</c:v>
                </c:pt>
                <c:pt idx="10793">
                  <c:v>53163</c:v>
                </c:pt>
                <c:pt idx="10794">
                  <c:v>53164</c:v>
                </c:pt>
                <c:pt idx="10795">
                  <c:v>53165</c:v>
                </c:pt>
                <c:pt idx="10796">
                  <c:v>53166</c:v>
                </c:pt>
                <c:pt idx="10797">
                  <c:v>53167</c:v>
                </c:pt>
                <c:pt idx="10798">
                  <c:v>53168</c:v>
                </c:pt>
                <c:pt idx="10799">
                  <c:v>53169</c:v>
                </c:pt>
                <c:pt idx="10800">
                  <c:v>53170</c:v>
                </c:pt>
                <c:pt idx="10801">
                  <c:v>53171</c:v>
                </c:pt>
                <c:pt idx="10802">
                  <c:v>53172</c:v>
                </c:pt>
                <c:pt idx="10803">
                  <c:v>53173</c:v>
                </c:pt>
                <c:pt idx="10804">
                  <c:v>53174</c:v>
                </c:pt>
                <c:pt idx="10805">
                  <c:v>53175</c:v>
                </c:pt>
                <c:pt idx="10806">
                  <c:v>53176</c:v>
                </c:pt>
                <c:pt idx="10807">
                  <c:v>53177</c:v>
                </c:pt>
                <c:pt idx="10808">
                  <c:v>53178</c:v>
                </c:pt>
                <c:pt idx="10809">
                  <c:v>53179</c:v>
                </c:pt>
                <c:pt idx="10810">
                  <c:v>53180</c:v>
                </c:pt>
                <c:pt idx="10811">
                  <c:v>53181</c:v>
                </c:pt>
                <c:pt idx="10812">
                  <c:v>53182</c:v>
                </c:pt>
                <c:pt idx="10813">
                  <c:v>53183</c:v>
                </c:pt>
                <c:pt idx="10814">
                  <c:v>53184</c:v>
                </c:pt>
                <c:pt idx="10815">
                  <c:v>53185</c:v>
                </c:pt>
                <c:pt idx="10816">
                  <c:v>53186</c:v>
                </c:pt>
                <c:pt idx="10817">
                  <c:v>53187</c:v>
                </c:pt>
                <c:pt idx="10818">
                  <c:v>53188</c:v>
                </c:pt>
                <c:pt idx="10819">
                  <c:v>53189</c:v>
                </c:pt>
                <c:pt idx="10820">
                  <c:v>53190</c:v>
                </c:pt>
                <c:pt idx="10821">
                  <c:v>53191</c:v>
                </c:pt>
                <c:pt idx="10822">
                  <c:v>53192</c:v>
                </c:pt>
                <c:pt idx="10823">
                  <c:v>53193</c:v>
                </c:pt>
                <c:pt idx="10824">
                  <c:v>53194</c:v>
                </c:pt>
                <c:pt idx="10825">
                  <c:v>53195</c:v>
                </c:pt>
                <c:pt idx="10826">
                  <c:v>53196</c:v>
                </c:pt>
                <c:pt idx="10827">
                  <c:v>53197</c:v>
                </c:pt>
                <c:pt idx="10828">
                  <c:v>53198</c:v>
                </c:pt>
                <c:pt idx="10829">
                  <c:v>53199</c:v>
                </c:pt>
                <c:pt idx="10830">
                  <c:v>53200</c:v>
                </c:pt>
                <c:pt idx="10831">
                  <c:v>53201</c:v>
                </c:pt>
                <c:pt idx="10832">
                  <c:v>53202</c:v>
                </c:pt>
                <c:pt idx="10833">
                  <c:v>53203</c:v>
                </c:pt>
                <c:pt idx="10834">
                  <c:v>53204</c:v>
                </c:pt>
                <c:pt idx="10835">
                  <c:v>53205</c:v>
                </c:pt>
                <c:pt idx="10836">
                  <c:v>53206</c:v>
                </c:pt>
                <c:pt idx="10837">
                  <c:v>53207</c:v>
                </c:pt>
                <c:pt idx="10838">
                  <c:v>53208</c:v>
                </c:pt>
                <c:pt idx="10839">
                  <c:v>53209</c:v>
                </c:pt>
                <c:pt idx="10840">
                  <c:v>53210</c:v>
                </c:pt>
                <c:pt idx="10841">
                  <c:v>53211</c:v>
                </c:pt>
                <c:pt idx="10842">
                  <c:v>53212</c:v>
                </c:pt>
                <c:pt idx="10843">
                  <c:v>53213</c:v>
                </c:pt>
                <c:pt idx="10844">
                  <c:v>53214</c:v>
                </c:pt>
                <c:pt idx="10845">
                  <c:v>53215</c:v>
                </c:pt>
                <c:pt idx="10846">
                  <c:v>53216</c:v>
                </c:pt>
                <c:pt idx="10847">
                  <c:v>53217</c:v>
                </c:pt>
                <c:pt idx="10848">
                  <c:v>53218</c:v>
                </c:pt>
                <c:pt idx="10849">
                  <c:v>53219</c:v>
                </c:pt>
                <c:pt idx="10850">
                  <c:v>53220</c:v>
                </c:pt>
                <c:pt idx="10851">
                  <c:v>53221</c:v>
                </c:pt>
                <c:pt idx="10852">
                  <c:v>53222</c:v>
                </c:pt>
                <c:pt idx="10853">
                  <c:v>53223</c:v>
                </c:pt>
                <c:pt idx="10854">
                  <c:v>53224</c:v>
                </c:pt>
                <c:pt idx="10855">
                  <c:v>53225</c:v>
                </c:pt>
                <c:pt idx="10856">
                  <c:v>53226</c:v>
                </c:pt>
                <c:pt idx="10857">
                  <c:v>53227</c:v>
                </c:pt>
                <c:pt idx="10858">
                  <c:v>53228</c:v>
                </c:pt>
                <c:pt idx="10859">
                  <c:v>53229</c:v>
                </c:pt>
                <c:pt idx="10860">
                  <c:v>53230</c:v>
                </c:pt>
                <c:pt idx="10861">
                  <c:v>53231</c:v>
                </c:pt>
                <c:pt idx="10862">
                  <c:v>53232</c:v>
                </c:pt>
                <c:pt idx="10863">
                  <c:v>53233</c:v>
                </c:pt>
                <c:pt idx="10864">
                  <c:v>53234</c:v>
                </c:pt>
                <c:pt idx="10865">
                  <c:v>53235</c:v>
                </c:pt>
                <c:pt idx="10866">
                  <c:v>53236</c:v>
                </c:pt>
                <c:pt idx="10867">
                  <c:v>53237</c:v>
                </c:pt>
                <c:pt idx="10868">
                  <c:v>53238</c:v>
                </c:pt>
                <c:pt idx="10869">
                  <c:v>53239</c:v>
                </c:pt>
                <c:pt idx="10870">
                  <c:v>53240</c:v>
                </c:pt>
                <c:pt idx="10871">
                  <c:v>53241</c:v>
                </c:pt>
                <c:pt idx="10872">
                  <c:v>53242</c:v>
                </c:pt>
                <c:pt idx="10873">
                  <c:v>53243</c:v>
                </c:pt>
                <c:pt idx="10874">
                  <c:v>53244</c:v>
                </c:pt>
                <c:pt idx="10875">
                  <c:v>53245</c:v>
                </c:pt>
                <c:pt idx="10876">
                  <c:v>53246</c:v>
                </c:pt>
                <c:pt idx="10877">
                  <c:v>53247</c:v>
                </c:pt>
                <c:pt idx="10878">
                  <c:v>53248</c:v>
                </c:pt>
                <c:pt idx="10879">
                  <c:v>53249</c:v>
                </c:pt>
                <c:pt idx="10880">
                  <c:v>53250</c:v>
                </c:pt>
                <c:pt idx="10881">
                  <c:v>53251</c:v>
                </c:pt>
                <c:pt idx="10882">
                  <c:v>53252</c:v>
                </c:pt>
                <c:pt idx="10883">
                  <c:v>53253</c:v>
                </c:pt>
                <c:pt idx="10884">
                  <c:v>53254</c:v>
                </c:pt>
                <c:pt idx="10885">
                  <c:v>53255</c:v>
                </c:pt>
                <c:pt idx="10886">
                  <c:v>53256</c:v>
                </c:pt>
                <c:pt idx="10887">
                  <c:v>53257</c:v>
                </c:pt>
                <c:pt idx="10888">
                  <c:v>53258</c:v>
                </c:pt>
                <c:pt idx="10889">
                  <c:v>53259</c:v>
                </c:pt>
                <c:pt idx="10890">
                  <c:v>53260</c:v>
                </c:pt>
                <c:pt idx="10891">
                  <c:v>53261</c:v>
                </c:pt>
                <c:pt idx="10892">
                  <c:v>53262</c:v>
                </c:pt>
                <c:pt idx="10893">
                  <c:v>53263</c:v>
                </c:pt>
                <c:pt idx="10894">
                  <c:v>53264</c:v>
                </c:pt>
                <c:pt idx="10895">
                  <c:v>53265</c:v>
                </c:pt>
                <c:pt idx="10896">
                  <c:v>53266</c:v>
                </c:pt>
                <c:pt idx="10897">
                  <c:v>53267</c:v>
                </c:pt>
                <c:pt idx="10898">
                  <c:v>53268</c:v>
                </c:pt>
                <c:pt idx="10899">
                  <c:v>53269</c:v>
                </c:pt>
                <c:pt idx="10900">
                  <c:v>53270</c:v>
                </c:pt>
                <c:pt idx="10901">
                  <c:v>53271</c:v>
                </c:pt>
                <c:pt idx="10902">
                  <c:v>53272</c:v>
                </c:pt>
                <c:pt idx="10903">
                  <c:v>53273</c:v>
                </c:pt>
                <c:pt idx="10904">
                  <c:v>53274</c:v>
                </c:pt>
                <c:pt idx="10905">
                  <c:v>53275</c:v>
                </c:pt>
                <c:pt idx="10906">
                  <c:v>53276</c:v>
                </c:pt>
                <c:pt idx="10907">
                  <c:v>53277</c:v>
                </c:pt>
                <c:pt idx="10908">
                  <c:v>53278</c:v>
                </c:pt>
                <c:pt idx="10909">
                  <c:v>53279</c:v>
                </c:pt>
                <c:pt idx="10910">
                  <c:v>53280</c:v>
                </c:pt>
                <c:pt idx="10911">
                  <c:v>53281</c:v>
                </c:pt>
                <c:pt idx="10912">
                  <c:v>53282</c:v>
                </c:pt>
                <c:pt idx="10913">
                  <c:v>53283</c:v>
                </c:pt>
                <c:pt idx="10914">
                  <c:v>53284</c:v>
                </c:pt>
                <c:pt idx="10915">
                  <c:v>53285</c:v>
                </c:pt>
                <c:pt idx="10916">
                  <c:v>53286</c:v>
                </c:pt>
                <c:pt idx="10917">
                  <c:v>53287</c:v>
                </c:pt>
                <c:pt idx="10918">
                  <c:v>53288</c:v>
                </c:pt>
                <c:pt idx="10919">
                  <c:v>53289</c:v>
                </c:pt>
                <c:pt idx="10920">
                  <c:v>53290</c:v>
                </c:pt>
                <c:pt idx="10921">
                  <c:v>53291</c:v>
                </c:pt>
                <c:pt idx="10922">
                  <c:v>53292</c:v>
                </c:pt>
                <c:pt idx="10923">
                  <c:v>53293</c:v>
                </c:pt>
                <c:pt idx="10924">
                  <c:v>53294</c:v>
                </c:pt>
                <c:pt idx="10925">
                  <c:v>53295</c:v>
                </c:pt>
                <c:pt idx="10926">
                  <c:v>53296</c:v>
                </c:pt>
                <c:pt idx="10927">
                  <c:v>53297</c:v>
                </c:pt>
                <c:pt idx="10928">
                  <c:v>53298</c:v>
                </c:pt>
                <c:pt idx="10929">
                  <c:v>53299</c:v>
                </c:pt>
                <c:pt idx="10930">
                  <c:v>53300</c:v>
                </c:pt>
                <c:pt idx="10931">
                  <c:v>53301</c:v>
                </c:pt>
                <c:pt idx="10932">
                  <c:v>53302</c:v>
                </c:pt>
                <c:pt idx="10933">
                  <c:v>53303</c:v>
                </c:pt>
                <c:pt idx="10934">
                  <c:v>53304</c:v>
                </c:pt>
                <c:pt idx="10935">
                  <c:v>53305</c:v>
                </c:pt>
                <c:pt idx="10936">
                  <c:v>53306</c:v>
                </c:pt>
                <c:pt idx="10937">
                  <c:v>53307</c:v>
                </c:pt>
                <c:pt idx="10938">
                  <c:v>53308</c:v>
                </c:pt>
                <c:pt idx="10939">
                  <c:v>53309</c:v>
                </c:pt>
                <c:pt idx="10940">
                  <c:v>53310</c:v>
                </c:pt>
                <c:pt idx="10941">
                  <c:v>53311</c:v>
                </c:pt>
                <c:pt idx="10942">
                  <c:v>53312</c:v>
                </c:pt>
                <c:pt idx="10943">
                  <c:v>53313</c:v>
                </c:pt>
                <c:pt idx="10944">
                  <c:v>53314</c:v>
                </c:pt>
                <c:pt idx="10945">
                  <c:v>53315</c:v>
                </c:pt>
                <c:pt idx="10946">
                  <c:v>53316</c:v>
                </c:pt>
                <c:pt idx="10947">
                  <c:v>53317</c:v>
                </c:pt>
                <c:pt idx="10948">
                  <c:v>53318</c:v>
                </c:pt>
                <c:pt idx="10949">
                  <c:v>53319</c:v>
                </c:pt>
                <c:pt idx="10950">
                  <c:v>53320</c:v>
                </c:pt>
                <c:pt idx="10951">
                  <c:v>53321</c:v>
                </c:pt>
                <c:pt idx="10952">
                  <c:v>53322</c:v>
                </c:pt>
                <c:pt idx="10953">
                  <c:v>53323</c:v>
                </c:pt>
                <c:pt idx="10954">
                  <c:v>53324</c:v>
                </c:pt>
                <c:pt idx="10955">
                  <c:v>53325</c:v>
                </c:pt>
                <c:pt idx="10956">
                  <c:v>53326</c:v>
                </c:pt>
                <c:pt idx="10957">
                  <c:v>53327</c:v>
                </c:pt>
                <c:pt idx="10958">
                  <c:v>53328</c:v>
                </c:pt>
                <c:pt idx="10959">
                  <c:v>53329</c:v>
                </c:pt>
                <c:pt idx="10960">
                  <c:v>53330</c:v>
                </c:pt>
                <c:pt idx="10961">
                  <c:v>53331</c:v>
                </c:pt>
                <c:pt idx="10962">
                  <c:v>53332</c:v>
                </c:pt>
                <c:pt idx="10963">
                  <c:v>53333</c:v>
                </c:pt>
                <c:pt idx="10964">
                  <c:v>53334</c:v>
                </c:pt>
                <c:pt idx="10965">
                  <c:v>53335</c:v>
                </c:pt>
                <c:pt idx="10966">
                  <c:v>53336</c:v>
                </c:pt>
                <c:pt idx="10967">
                  <c:v>53337</c:v>
                </c:pt>
                <c:pt idx="10968">
                  <c:v>53338</c:v>
                </c:pt>
                <c:pt idx="10969">
                  <c:v>53339</c:v>
                </c:pt>
                <c:pt idx="10970">
                  <c:v>53340</c:v>
                </c:pt>
                <c:pt idx="10971">
                  <c:v>53341</c:v>
                </c:pt>
                <c:pt idx="10972">
                  <c:v>53342</c:v>
                </c:pt>
                <c:pt idx="10973">
                  <c:v>53343</c:v>
                </c:pt>
                <c:pt idx="10974">
                  <c:v>53344</c:v>
                </c:pt>
                <c:pt idx="10975">
                  <c:v>53345</c:v>
                </c:pt>
                <c:pt idx="10976">
                  <c:v>53346</c:v>
                </c:pt>
                <c:pt idx="10977">
                  <c:v>53347</c:v>
                </c:pt>
                <c:pt idx="10978">
                  <c:v>53348</c:v>
                </c:pt>
                <c:pt idx="10979">
                  <c:v>53349</c:v>
                </c:pt>
                <c:pt idx="10980">
                  <c:v>53350</c:v>
                </c:pt>
                <c:pt idx="10981">
                  <c:v>53351</c:v>
                </c:pt>
                <c:pt idx="10982">
                  <c:v>53352</c:v>
                </c:pt>
                <c:pt idx="10983">
                  <c:v>53353</c:v>
                </c:pt>
                <c:pt idx="10984">
                  <c:v>53354</c:v>
                </c:pt>
                <c:pt idx="10985">
                  <c:v>53355</c:v>
                </c:pt>
                <c:pt idx="10986">
                  <c:v>53356</c:v>
                </c:pt>
                <c:pt idx="10987">
                  <c:v>53357</c:v>
                </c:pt>
                <c:pt idx="10988">
                  <c:v>53358</c:v>
                </c:pt>
                <c:pt idx="10989">
                  <c:v>53359</c:v>
                </c:pt>
                <c:pt idx="10990">
                  <c:v>53360</c:v>
                </c:pt>
                <c:pt idx="10991">
                  <c:v>53361</c:v>
                </c:pt>
                <c:pt idx="10992">
                  <c:v>53362</c:v>
                </c:pt>
                <c:pt idx="10993">
                  <c:v>53363</c:v>
                </c:pt>
                <c:pt idx="10994">
                  <c:v>53364</c:v>
                </c:pt>
                <c:pt idx="10995">
                  <c:v>53365</c:v>
                </c:pt>
                <c:pt idx="10996">
                  <c:v>53366</c:v>
                </c:pt>
                <c:pt idx="10997">
                  <c:v>53367</c:v>
                </c:pt>
                <c:pt idx="10998">
                  <c:v>53368</c:v>
                </c:pt>
                <c:pt idx="10999">
                  <c:v>53369</c:v>
                </c:pt>
                <c:pt idx="11000">
                  <c:v>53370</c:v>
                </c:pt>
                <c:pt idx="11001">
                  <c:v>53371</c:v>
                </c:pt>
                <c:pt idx="11002">
                  <c:v>53372</c:v>
                </c:pt>
                <c:pt idx="11003">
                  <c:v>53373</c:v>
                </c:pt>
                <c:pt idx="11004">
                  <c:v>53374</c:v>
                </c:pt>
                <c:pt idx="11005">
                  <c:v>53375</c:v>
                </c:pt>
                <c:pt idx="11006">
                  <c:v>53376</c:v>
                </c:pt>
                <c:pt idx="11007">
                  <c:v>53377</c:v>
                </c:pt>
                <c:pt idx="11008">
                  <c:v>53378</c:v>
                </c:pt>
                <c:pt idx="11009">
                  <c:v>53379</c:v>
                </c:pt>
                <c:pt idx="11010">
                  <c:v>53380</c:v>
                </c:pt>
                <c:pt idx="11011">
                  <c:v>53381</c:v>
                </c:pt>
                <c:pt idx="11012">
                  <c:v>53382</c:v>
                </c:pt>
                <c:pt idx="11013">
                  <c:v>53383</c:v>
                </c:pt>
                <c:pt idx="11014">
                  <c:v>53384</c:v>
                </c:pt>
                <c:pt idx="11015">
                  <c:v>53385</c:v>
                </c:pt>
                <c:pt idx="11016">
                  <c:v>53386</c:v>
                </c:pt>
                <c:pt idx="11017">
                  <c:v>53387</c:v>
                </c:pt>
                <c:pt idx="11018">
                  <c:v>53388</c:v>
                </c:pt>
                <c:pt idx="11019">
                  <c:v>53389</c:v>
                </c:pt>
                <c:pt idx="11020">
                  <c:v>53390</c:v>
                </c:pt>
                <c:pt idx="11021">
                  <c:v>53391</c:v>
                </c:pt>
                <c:pt idx="11022">
                  <c:v>53392</c:v>
                </c:pt>
                <c:pt idx="11023">
                  <c:v>53393</c:v>
                </c:pt>
                <c:pt idx="11024">
                  <c:v>53394</c:v>
                </c:pt>
                <c:pt idx="11025">
                  <c:v>53395</c:v>
                </c:pt>
                <c:pt idx="11026">
                  <c:v>53396</c:v>
                </c:pt>
                <c:pt idx="11027">
                  <c:v>53397</c:v>
                </c:pt>
                <c:pt idx="11028">
                  <c:v>53398</c:v>
                </c:pt>
                <c:pt idx="11029">
                  <c:v>53399</c:v>
                </c:pt>
                <c:pt idx="11030">
                  <c:v>53400</c:v>
                </c:pt>
                <c:pt idx="11031">
                  <c:v>53401</c:v>
                </c:pt>
                <c:pt idx="11032">
                  <c:v>53402</c:v>
                </c:pt>
                <c:pt idx="11033">
                  <c:v>53403</c:v>
                </c:pt>
                <c:pt idx="11034">
                  <c:v>53404</c:v>
                </c:pt>
                <c:pt idx="11035">
                  <c:v>53405</c:v>
                </c:pt>
                <c:pt idx="11036">
                  <c:v>53406</c:v>
                </c:pt>
                <c:pt idx="11037">
                  <c:v>53407</c:v>
                </c:pt>
                <c:pt idx="11038">
                  <c:v>53408</c:v>
                </c:pt>
                <c:pt idx="11039">
                  <c:v>53409</c:v>
                </c:pt>
                <c:pt idx="11040">
                  <c:v>53410</c:v>
                </c:pt>
                <c:pt idx="11041">
                  <c:v>53411</c:v>
                </c:pt>
                <c:pt idx="11042">
                  <c:v>53412</c:v>
                </c:pt>
                <c:pt idx="11043">
                  <c:v>53413</c:v>
                </c:pt>
                <c:pt idx="11044">
                  <c:v>53414</c:v>
                </c:pt>
                <c:pt idx="11045">
                  <c:v>53415</c:v>
                </c:pt>
                <c:pt idx="11046">
                  <c:v>53416</c:v>
                </c:pt>
                <c:pt idx="11047">
                  <c:v>53417</c:v>
                </c:pt>
                <c:pt idx="11048">
                  <c:v>53418</c:v>
                </c:pt>
                <c:pt idx="11049">
                  <c:v>53419</c:v>
                </c:pt>
                <c:pt idx="11050">
                  <c:v>53420</c:v>
                </c:pt>
                <c:pt idx="11051">
                  <c:v>53421</c:v>
                </c:pt>
                <c:pt idx="11052">
                  <c:v>53422</c:v>
                </c:pt>
                <c:pt idx="11053">
                  <c:v>53423</c:v>
                </c:pt>
                <c:pt idx="11054">
                  <c:v>53424</c:v>
                </c:pt>
                <c:pt idx="11055">
                  <c:v>53425</c:v>
                </c:pt>
                <c:pt idx="11056">
                  <c:v>53426</c:v>
                </c:pt>
                <c:pt idx="11057">
                  <c:v>53427</c:v>
                </c:pt>
                <c:pt idx="11058">
                  <c:v>53428</c:v>
                </c:pt>
                <c:pt idx="11059">
                  <c:v>53429</c:v>
                </c:pt>
                <c:pt idx="11060">
                  <c:v>53430</c:v>
                </c:pt>
                <c:pt idx="11061">
                  <c:v>53431</c:v>
                </c:pt>
                <c:pt idx="11062">
                  <c:v>53432</c:v>
                </c:pt>
                <c:pt idx="11063">
                  <c:v>53433</c:v>
                </c:pt>
                <c:pt idx="11064">
                  <c:v>53434</c:v>
                </c:pt>
                <c:pt idx="11065">
                  <c:v>53435</c:v>
                </c:pt>
                <c:pt idx="11066">
                  <c:v>53436</c:v>
                </c:pt>
                <c:pt idx="11067">
                  <c:v>53437</c:v>
                </c:pt>
                <c:pt idx="11068">
                  <c:v>53438</c:v>
                </c:pt>
                <c:pt idx="11069">
                  <c:v>53439</c:v>
                </c:pt>
                <c:pt idx="11070">
                  <c:v>53440</c:v>
                </c:pt>
                <c:pt idx="11071">
                  <c:v>53441</c:v>
                </c:pt>
                <c:pt idx="11072">
                  <c:v>53442</c:v>
                </c:pt>
                <c:pt idx="11073">
                  <c:v>53443</c:v>
                </c:pt>
                <c:pt idx="11074">
                  <c:v>53444</c:v>
                </c:pt>
                <c:pt idx="11075">
                  <c:v>53445</c:v>
                </c:pt>
                <c:pt idx="11076">
                  <c:v>53446</c:v>
                </c:pt>
                <c:pt idx="11077">
                  <c:v>53447</c:v>
                </c:pt>
                <c:pt idx="11078">
                  <c:v>53448</c:v>
                </c:pt>
                <c:pt idx="11079">
                  <c:v>53449</c:v>
                </c:pt>
                <c:pt idx="11080">
                  <c:v>53450</c:v>
                </c:pt>
                <c:pt idx="11081">
                  <c:v>53451</c:v>
                </c:pt>
                <c:pt idx="11082">
                  <c:v>53452</c:v>
                </c:pt>
                <c:pt idx="11083">
                  <c:v>53453</c:v>
                </c:pt>
                <c:pt idx="11084">
                  <c:v>53454</c:v>
                </c:pt>
                <c:pt idx="11085">
                  <c:v>53455</c:v>
                </c:pt>
                <c:pt idx="11086">
                  <c:v>53456</c:v>
                </c:pt>
                <c:pt idx="11087">
                  <c:v>53457</c:v>
                </c:pt>
                <c:pt idx="11088">
                  <c:v>53458</c:v>
                </c:pt>
                <c:pt idx="11089">
                  <c:v>53459</c:v>
                </c:pt>
                <c:pt idx="11090">
                  <c:v>53460</c:v>
                </c:pt>
                <c:pt idx="11091">
                  <c:v>53461</c:v>
                </c:pt>
                <c:pt idx="11092">
                  <c:v>53462</c:v>
                </c:pt>
                <c:pt idx="11093">
                  <c:v>53463</c:v>
                </c:pt>
                <c:pt idx="11094">
                  <c:v>53464</c:v>
                </c:pt>
                <c:pt idx="11095">
                  <c:v>53465</c:v>
                </c:pt>
                <c:pt idx="11096">
                  <c:v>53466</c:v>
                </c:pt>
                <c:pt idx="11097">
                  <c:v>53467</c:v>
                </c:pt>
                <c:pt idx="11098">
                  <c:v>53468</c:v>
                </c:pt>
                <c:pt idx="11099">
                  <c:v>53469</c:v>
                </c:pt>
                <c:pt idx="11100">
                  <c:v>53470</c:v>
                </c:pt>
                <c:pt idx="11101">
                  <c:v>53471</c:v>
                </c:pt>
                <c:pt idx="11102">
                  <c:v>53472</c:v>
                </c:pt>
                <c:pt idx="11103">
                  <c:v>53473</c:v>
                </c:pt>
                <c:pt idx="11104">
                  <c:v>53474</c:v>
                </c:pt>
                <c:pt idx="11105">
                  <c:v>53475</c:v>
                </c:pt>
                <c:pt idx="11106">
                  <c:v>53476</c:v>
                </c:pt>
                <c:pt idx="11107">
                  <c:v>53477</c:v>
                </c:pt>
                <c:pt idx="11108">
                  <c:v>53478</c:v>
                </c:pt>
                <c:pt idx="11109">
                  <c:v>53479</c:v>
                </c:pt>
                <c:pt idx="11110">
                  <c:v>53480</c:v>
                </c:pt>
                <c:pt idx="11111">
                  <c:v>53481</c:v>
                </c:pt>
                <c:pt idx="11112">
                  <c:v>53482</c:v>
                </c:pt>
                <c:pt idx="11113">
                  <c:v>53483</c:v>
                </c:pt>
                <c:pt idx="11114">
                  <c:v>53484</c:v>
                </c:pt>
                <c:pt idx="11115">
                  <c:v>53485</c:v>
                </c:pt>
                <c:pt idx="11116">
                  <c:v>53486</c:v>
                </c:pt>
                <c:pt idx="11117">
                  <c:v>53487</c:v>
                </c:pt>
                <c:pt idx="11118">
                  <c:v>53488</c:v>
                </c:pt>
                <c:pt idx="11119">
                  <c:v>53489</c:v>
                </c:pt>
                <c:pt idx="11120">
                  <c:v>53490</c:v>
                </c:pt>
                <c:pt idx="11121">
                  <c:v>53491</c:v>
                </c:pt>
                <c:pt idx="11122">
                  <c:v>53492</c:v>
                </c:pt>
                <c:pt idx="11123">
                  <c:v>53493</c:v>
                </c:pt>
                <c:pt idx="11124">
                  <c:v>53494</c:v>
                </c:pt>
                <c:pt idx="11125">
                  <c:v>53495</c:v>
                </c:pt>
                <c:pt idx="11126">
                  <c:v>53496</c:v>
                </c:pt>
                <c:pt idx="11127">
                  <c:v>53497</c:v>
                </c:pt>
                <c:pt idx="11128">
                  <c:v>53498</c:v>
                </c:pt>
                <c:pt idx="11129">
                  <c:v>53499</c:v>
                </c:pt>
                <c:pt idx="11130">
                  <c:v>53500</c:v>
                </c:pt>
                <c:pt idx="11131">
                  <c:v>53501</c:v>
                </c:pt>
                <c:pt idx="11132">
                  <c:v>53502</c:v>
                </c:pt>
                <c:pt idx="11133">
                  <c:v>53503</c:v>
                </c:pt>
                <c:pt idx="11134">
                  <c:v>53504</c:v>
                </c:pt>
                <c:pt idx="11135">
                  <c:v>53505</c:v>
                </c:pt>
                <c:pt idx="11136">
                  <c:v>53506</c:v>
                </c:pt>
                <c:pt idx="11137">
                  <c:v>53507</c:v>
                </c:pt>
                <c:pt idx="11138">
                  <c:v>53508</c:v>
                </c:pt>
                <c:pt idx="11139">
                  <c:v>53509</c:v>
                </c:pt>
                <c:pt idx="11140">
                  <c:v>53510</c:v>
                </c:pt>
                <c:pt idx="11141">
                  <c:v>53511</c:v>
                </c:pt>
                <c:pt idx="11142">
                  <c:v>53512</c:v>
                </c:pt>
                <c:pt idx="11143">
                  <c:v>53513</c:v>
                </c:pt>
                <c:pt idx="11144">
                  <c:v>53514</c:v>
                </c:pt>
                <c:pt idx="11145">
                  <c:v>53515</c:v>
                </c:pt>
                <c:pt idx="11146">
                  <c:v>53516</c:v>
                </c:pt>
                <c:pt idx="11147">
                  <c:v>53517</c:v>
                </c:pt>
                <c:pt idx="11148">
                  <c:v>53518</c:v>
                </c:pt>
                <c:pt idx="11149">
                  <c:v>53519</c:v>
                </c:pt>
                <c:pt idx="11150">
                  <c:v>53520</c:v>
                </c:pt>
                <c:pt idx="11151">
                  <c:v>53521</c:v>
                </c:pt>
                <c:pt idx="11152">
                  <c:v>53522</c:v>
                </c:pt>
                <c:pt idx="11153">
                  <c:v>53523</c:v>
                </c:pt>
                <c:pt idx="11154">
                  <c:v>53524</c:v>
                </c:pt>
                <c:pt idx="11155">
                  <c:v>53525</c:v>
                </c:pt>
                <c:pt idx="11156">
                  <c:v>53526</c:v>
                </c:pt>
                <c:pt idx="11157">
                  <c:v>53527</c:v>
                </c:pt>
                <c:pt idx="11158">
                  <c:v>53528</c:v>
                </c:pt>
                <c:pt idx="11159">
                  <c:v>53529</c:v>
                </c:pt>
                <c:pt idx="11160">
                  <c:v>53530</c:v>
                </c:pt>
                <c:pt idx="11161">
                  <c:v>53531</c:v>
                </c:pt>
                <c:pt idx="11162">
                  <c:v>53532</c:v>
                </c:pt>
                <c:pt idx="11163">
                  <c:v>53533</c:v>
                </c:pt>
                <c:pt idx="11164">
                  <c:v>53534</c:v>
                </c:pt>
                <c:pt idx="11165">
                  <c:v>53535</c:v>
                </c:pt>
                <c:pt idx="11166">
                  <c:v>53536</c:v>
                </c:pt>
                <c:pt idx="11167">
                  <c:v>53537</c:v>
                </c:pt>
                <c:pt idx="11168">
                  <c:v>53538</c:v>
                </c:pt>
                <c:pt idx="11169">
                  <c:v>53539</c:v>
                </c:pt>
                <c:pt idx="11170">
                  <c:v>53540</c:v>
                </c:pt>
                <c:pt idx="11171">
                  <c:v>53541</c:v>
                </c:pt>
                <c:pt idx="11172">
                  <c:v>53542</c:v>
                </c:pt>
                <c:pt idx="11173">
                  <c:v>53543</c:v>
                </c:pt>
                <c:pt idx="11174">
                  <c:v>53544</c:v>
                </c:pt>
                <c:pt idx="11175">
                  <c:v>53545</c:v>
                </c:pt>
                <c:pt idx="11176">
                  <c:v>53546</c:v>
                </c:pt>
                <c:pt idx="11177">
                  <c:v>53547</c:v>
                </c:pt>
                <c:pt idx="11178">
                  <c:v>53548</c:v>
                </c:pt>
                <c:pt idx="11179">
                  <c:v>53549</c:v>
                </c:pt>
                <c:pt idx="11180">
                  <c:v>53550</c:v>
                </c:pt>
                <c:pt idx="11181">
                  <c:v>53551</c:v>
                </c:pt>
                <c:pt idx="11182">
                  <c:v>53552</c:v>
                </c:pt>
                <c:pt idx="11183">
                  <c:v>53553</c:v>
                </c:pt>
                <c:pt idx="11184">
                  <c:v>53554</c:v>
                </c:pt>
                <c:pt idx="11185">
                  <c:v>53555</c:v>
                </c:pt>
                <c:pt idx="11186">
                  <c:v>53556</c:v>
                </c:pt>
                <c:pt idx="11187">
                  <c:v>53557</c:v>
                </c:pt>
                <c:pt idx="11188">
                  <c:v>53558</c:v>
                </c:pt>
                <c:pt idx="11189">
                  <c:v>53559</c:v>
                </c:pt>
                <c:pt idx="11190">
                  <c:v>53560</c:v>
                </c:pt>
                <c:pt idx="11191">
                  <c:v>53561</c:v>
                </c:pt>
                <c:pt idx="11192">
                  <c:v>53562</c:v>
                </c:pt>
                <c:pt idx="11193">
                  <c:v>53563</c:v>
                </c:pt>
                <c:pt idx="11194">
                  <c:v>53564</c:v>
                </c:pt>
                <c:pt idx="11195">
                  <c:v>53565</c:v>
                </c:pt>
                <c:pt idx="11196">
                  <c:v>53566</c:v>
                </c:pt>
                <c:pt idx="11197">
                  <c:v>53567</c:v>
                </c:pt>
                <c:pt idx="11198">
                  <c:v>53568</c:v>
                </c:pt>
                <c:pt idx="11199">
                  <c:v>53569</c:v>
                </c:pt>
                <c:pt idx="11200">
                  <c:v>53570</c:v>
                </c:pt>
                <c:pt idx="11201">
                  <c:v>53571</c:v>
                </c:pt>
                <c:pt idx="11202">
                  <c:v>53572</c:v>
                </c:pt>
                <c:pt idx="11203">
                  <c:v>53573</c:v>
                </c:pt>
                <c:pt idx="11204">
                  <c:v>53574</c:v>
                </c:pt>
                <c:pt idx="11205">
                  <c:v>53575</c:v>
                </c:pt>
                <c:pt idx="11206">
                  <c:v>53576</c:v>
                </c:pt>
                <c:pt idx="11207">
                  <c:v>53577</c:v>
                </c:pt>
                <c:pt idx="11208">
                  <c:v>53578</c:v>
                </c:pt>
                <c:pt idx="11209">
                  <c:v>53579</c:v>
                </c:pt>
                <c:pt idx="11210">
                  <c:v>53580</c:v>
                </c:pt>
                <c:pt idx="11211">
                  <c:v>53581</c:v>
                </c:pt>
                <c:pt idx="11212">
                  <c:v>53582</c:v>
                </c:pt>
                <c:pt idx="11213">
                  <c:v>53583</c:v>
                </c:pt>
                <c:pt idx="11214">
                  <c:v>53584</c:v>
                </c:pt>
                <c:pt idx="11215">
                  <c:v>53585</c:v>
                </c:pt>
                <c:pt idx="11216">
                  <c:v>53586</c:v>
                </c:pt>
                <c:pt idx="11217">
                  <c:v>53587</c:v>
                </c:pt>
                <c:pt idx="11218">
                  <c:v>53588</c:v>
                </c:pt>
                <c:pt idx="11219">
                  <c:v>53589</c:v>
                </c:pt>
                <c:pt idx="11220">
                  <c:v>53590</c:v>
                </c:pt>
                <c:pt idx="11221">
                  <c:v>53591</c:v>
                </c:pt>
                <c:pt idx="11222">
                  <c:v>53592</c:v>
                </c:pt>
                <c:pt idx="11223">
                  <c:v>53593</c:v>
                </c:pt>
                <c:pt idx="11224">
                  <c:v>53594</c:v>
                </c:pt>
                <c:pt idx="11225">
                  <c:v>53595</c:v>
                </c:pt>
                <c:pt idx="11226">
                  <c:v>53596</c:v>
                </c:pt>
                <c:pt idx="11227">
                  <c:v>53597</c:v>
                </c:pt>
                <c:pt idx="11228">
                  <c:v>53598</c:v>
                </c:pt>
                <c:pt idx="11229">
                  <c:v>53599</c:v>
                </c:pt>
                <c:pt idx="11230">
                  <c:v>53600</c:v>
                </c:pt>
                <c:pt idx="11231">
                  <c:v>53601</c:v>
                </c:pt>
                <c:pt idx="11232">
                  <c:v>53602</c:v>
                </c:pt>
                <c:pt idx="11233">
                  <c:v>53603</c:v>
                </c:pt>
                <c:pt idx="11234">
                  <c:v>53604</c:v>
                </c:pt>
                <c:pt idx="11235">
                  <c:v>53605</c:v>
                </c:pt>
                <c:pt idx="11236">
                  <c:v>53606</c:v>
                </c:pt>
                <c:pt idx="11237">
                  <c:v>53607</c:v>
                </c:pt>
                <c:pt idx="11238">
                  <c:v>53608</c:v>
                </c:pt>
                <c:pt idx="11239">
                  <c:v>53609</c:v>
                </c:pt>
                <c:pt idx="11240">
                  <c:v>53610</c:v>
                </c:pt>
                <c:pt idx="11241">
                  <c:v>53611</c:v>
                </c:pt>
                <c:pt idx="11242">
                  <c:v>53612</c:v>
                </c:pt>
                <c:pt idx="11243">
                  <c:v>53613</c:v>
                </c:pt>
                <c:pt idx="11244">
                  <c:v>53614</c:v>
                </c:pt>
                <c:pt idx="11245">
                  <c:v>53615</c:v>
                </c:pt>
                <c:pt idx="11246">
                  <c:v>53616</c:v>
                </c:pt>
                <c:pt idx="11247">
                  <c:v>53617</c:v>
                </c:pt>
                <c:pt idx="11248">
                  <c:v>53618</c:v>
                </c:pt>
                <c:pt idx="11249">
                  <c:v>53619</c:v>
                </c:pt>
                <c:pt idx="11250">
                  <c:v>53620</c:v>
                </c:pt>
                <c:pt idx="11251">
                  <c:v>53621</c:v>
                </c:pt>
                <c:pt idx="11252">
                  <c:v>53622</c:v>
                </c:pt>
                <c:pt idx="11253">
                  <c:v>53623</c:v>
                </c:pt>
                <c:pt idx="11254">
                  <c:v>53624</c:v>
                </c:pt>
                <c:pt idx="11255">
                  <c:v>53625</c:v>
                </c:pt>
                <c:pt idx="11256">
                  <c:v>53626</c:v>
                </c:pt>
                <c:pt idx="11257">
                  <c:v>53627</c:v>
                </c:pt>
                <c:pt idx="11258">
                  <c:v>53628</c:v>
                </c:pt>
                <c:pt idx="11259">
                  <c:v>53629</c:v>
                </c:pt>
                <c:pt idx="11260">
                  <c:v>53630</c:v>
                </c:pt>
                <c:pt idx="11261">
                  <c:v>53631</c:v>
                </c:pt>
                <c:pt idx="11262">
                  <c:v>53632</c:v>
                </c:pt>
                <c:pt idx="11263">
                  <c:v>53633</c:v>
                </c:pt>
                <c:pt idx="11264">
                  <c:v>53634</c:v>
                </c:pt>
                <c:pt idx="11265">
                  <c:v>53635</c:v>
                </c:pt>
                <c:pt idx="11266">
                  <c:v>53636</c:v>
                </c:pt>
                <c:pt idx="11267">
                  <c:v>53637</c:v>
                </c:pt>
                <c:pt idx="11268">
                  <c:v>53638</c:v>
                </c:pt>
                <c:pt idx="11269">
                  <c:v>53639</c:v>
                </c:pt>
                <c:pt idx="11270">
                  <c:v>53640</c:v>
                </c:pt>
                <c:pt idx="11271">
                  <c:v>53641</c:v>
                </c:pt>
                <c:pt idx="11272">
                  <c:v>53642</c:v>
                </c:pt>
                <c:pt idx="11273">
                  <c:v>53643</c:v>
                </c:pt>
                <c:pt idx="11274">
                  <c:v>53644</c:v>
                </c:pt>
                <c:pt idx="11275">
                  <c:v>53645</c:v>
                </c:pt>
                <c:pt idx="11276">
                  <c:v>53646</c:v>
                </c:pt>
                <c:pt idx="11277">
                  <c:v>53647</c:v>
                </c:pt>
                <c:pt idx="11278">
                  <c:v>53648</c:v>
                </c:pt>
                <c:pt idx="11279">
                  <c:v>53649</c:v>
                </c:pt>
                <c:pt idx="11280">
                  <c:v>53650</c:v>
                </c:pt>
                <c:pt idx="11281">
                  <c:v>53651</c:v>
                </c:pt>
                <c:pt idx="11282">
                  <c:v>53652</c:v>
                </c:pt>
                <c:pt idx="11283">
                  <c:v>53653</c:v>
                </c:pt>
                <c:pt idx="11284">
                  <c:v>53654</c:v>
                </c:pt>
                <c:pt idx="11285">
                  <c:v>53655</c:v>
                </c:pt>
                <c:pt idx="11286">
                  <c:v>53656</c:v>
                </c:pt>
                <c:pt idx="11287">
                  <c:v>53657</c:v>
                </c:pt>
                <c:pt idx="11288">
                  <c:v>53658</c:v>
                </c:pt>
                <c:pt idx="11289">
                  <c:v>53659</c:v>
                </c:pt>
                <c:pt idx="11290">
                  <c:v>53660</c:v>
                </c:pt>
                <c:pt idx="11291">
                  <c:v>53661</c:v>
                </c:pt>
                <c:pt idx="11292">
                  <c:v>53662</c:v>
                </c:pt>
                <c:pt idx="11293">
                  <c:v>53663</c:v>
                </c:pt>
                <c:pt idx="11294">
                  <c:v>53664</c:v>
                </c:pt>
                <c:pt idx="11295">
                  <c:v>53665</c:v>
                </c:pt>
                <c:pt idx="11296">
                  <c:v>53666</c:v>
                </c:pt>
                <c:pt idx="11297">
                  <c:v>53667</c:v>
                </c:pt>
                <c:pt idx="11298">
                  <c:v>53668</c:v>
                </c:pt>
                <c:pt idx="11299">
                  <c:v>53669</c:v>
                </c:pt>
                <c:pt idx="11300">
                  <c:v>53670</c:v>
                </c:pt>
                <c:pt idx="11301">
                  <c:v>53671</c:v>
                </c:pt>
                <c:pt idx="11302">
                  <c:v>53672</c:v>
                </c:pt>
                <c:pt idx="11303">
                  <c:v>53673</c:v>
                </c:pt>
                <c:pt idx="11304">
                  <c:v>53674</c:v>
                </c:pt>
                <c:pt idx="11305">
                  <c:v>53675</c:v>
                </c:pt>
                <c:pt idx="11306">
                  <c:v>53676</c:v>
                </c:pt>
                <c:pt idx="11307">
                  <c:v>53677</c:v>
                </c:pt>
                <c:pt idx="11308">
                  <c:v>53678</c:v>
                </c:pt>
                <c:pt idx="11309">
                  <c:v>53679</c:v>
                </c:pt>
                <c:pt idx="11310">
                  <c:v>53680</c:v>
                </c:pt>
                <c:pt idx="11311">
                  <c:v>53681</c:v>
                </c:pt>
                <c:pt idx="11312">
                  <c:v>53682</c:v>
                </c:pt>
                <c:pt idx="11313">
                  <c:v>53683</c:v>
                </c:pt>
                <c:pt idx="11314">
                  <c:v>53684</c:v>
                </c:pt>
                <c:pt idx="11315">
                  <c:v>53685</c:v>
                </c:pt>
                <c:pt idx="11316">
                  <c:v>53686</c:v>
                </c:pt>
                <c:pt idx="11317">
                  <c:v>53687</c:v>
                </c:pt>
                <c:pt idx="11318">
                  <c:v>53688</c:v>
                </c:pt>
                <c:pt idx="11319">
                  <c:v>53689</c:v>
                </c:pt>
                <c:pt idx="11320">
                  <c:v>53690</c:v>
                </c:pt>
                <c:pt idx="11321">
                  <c:v>53691</c:v>
                </c:pt>
                <c:pt idx="11322">
                  <c:v>53692</c:v>
                </c:pt>
                <c:pt idx="11323">
                  <c:v>53693</c:v>
                </c:pt>
                <c:pt idx="11324">
                  <c:v>53694</c:v>
                </c:pt>
                <c:pt idx="11325">
                  <c:v>53695</c:v>
                </c:pt>
                <c:pt idx="11326">
                  <c:v>53696</c:v>
                </c:pt>
                <c:pt idx="11327">
                  <c:v>53697</c:v>
                </c:pt>
                <c:pt idx="11328">
                  <c:v>53698</c:v>
                </c:pt>
                <c:pt idx="11329">
                  <c:v>53699</c:v>
                </c:pt>
                <c:pt idx="11330">
                  <c:v>53700</c:v>
                </c:pt>
                <c:pt idx="11331">
                  <c:v>53701</c:v>
                </c:pt>
                <c:pt idx="11332">
                  <c:v>53702</c:v>
                </c:pt>
                <c:pt idx="11333">
                  <c:v>53703</c:v>
                </c:pt>
                <c:pt idx="11334">
                  <c:v>53704</c:v>
                </c:pt>
                <c:pt idx="11335">
                  <c:v>53705</c:v>
                </c:pt>
                <c:pt idx="11336">
                  <c:v>53706</c:v>
                </c:pt>
                <c:pt idx="11337">
                  <c:v>53707</c:v>
                </c:pt>
                <c:pt idx="11338">
                  <c:v>53708</c:v>
                </c:pt>
                <c:pt idx="11339">
                  <c:v>53709</c:v>
                </c:pt>
                <c:pt idx="11340">
                  <c:v>53710</c:v>
                </c:pt>
                <c:pt idx="11341">
                  <c:v>53711</c:v>
                </c:pt>
                <c:pt idx="11342">
                  <c:v>53712</c:v>
                </c:pt>
                <c:pt idx="11343">
                  <c:v>53713</c:v>
                </c:pt>
                <c:pt idx="11344">
                  <c:v>53714</c:v>
                </c:pt>
                <c:pt idx="11345">
                  <c:v>53715</c:v>
                </c:pt>
                <c:pt idx="11346">
                  <c:v>53716</c:v>
                </c:pt>
                <c:pt idx="11347">
                  <c:v>53717</c:v>
                </c:pt>
                <c:pt idx="11348">
                  <c:v>53718</c:v>
                </c:pt>
                <c:pt idx="11349">
                  <c:v>53719</c:v>
                </c:pt>
                <c:pt idx="11350">
                  <c:v>53720</c:v>
                </c:pt>
                <c:pt idx="11351">
                  <c:v>53721</c:v>
                </c:pt>
                <c:pt idx="11352">
                  <c:v>53722</c:v>
                </c:pt>
                <c:pt idx="11353">
                  <c:v>53723</c:v>
                </c:pt>
                <c:pt idx="11354">
                  <c:v>53724</c:v>
                </c:pt>
                <c:pt idx="11355">
                  <c:v>53725</c:v>
                </c:pt>
                <c:pt idx="11356">
                  <c:v>53726</c:v>
                </c:pt>
                <c:pt idx="11357">
                  <c:v>53727</c:v>
                </c:pt>
                <c:pt idx="11358">
                  <c:v>53728</c:v>
                </c:pt>
                <c:pt idx="11359">
                  <c:v>53729</c:v>
                </c:pt>
                <c:pt idx="11360">
                  <c:v>53730</c:v>
                </c:pt>
                <c:pt idx="11361">
                  <c:v>53731</c:v>
                </c:pt>
                <c:pt idx="11362">
                  <c:v>53732</c:v>
                </c:pt>
                <c:pt idx="11363">
                  <c:v>53733</c:v>
                </c:pt>
                <c:pt idx="11364">
                  <c:v>53734</c:v>
                </c:pt>
                <c:pt idx="11365">
                  <c:v>53735</c:v>
                </c:pt>
                <c:pt idx="11366">
                  <c:v>53736</c:v>
                </c:pt>
                <c:pt idx="11367">
                  <c:v>53737</c:v>
                </c:pt>
                <c:pt idx="11368">
                  <c:v>53738</c:v>
                </c:pt>
                <c:pt idx="11369">
                  <c:v>53739</c:v>
                </c:pt>
                <c:pt idx="11370">
                  <c:v>53740</c:v>
                </c:pt>
                <c:pt idx="11371">
                  <c:v>53741</c:v>
                </c:pt>
                <c:pt idx="11372">
                  <c:v>53742</c:v>
                </c:pt>
                <c:pt idx="11373">
                  <c:v>53743</c:v>
                </c:pt>
                <c:pt idx="11374">
                  <c:v>53744</c:v>
                </c:pt>
                <c:pt idx="11375">
                  <c:v>53745</c:v>
                </c:pt>
                <c:pt idx="11376">
                  <c:v>53746</c:v>
                </c:pt>
                <c:pt idx="11377">
                  <c:v>53747</c:v>
                </c:pt>
                <c:pt idx="11378">
                  <c:v>53748</c:v>
                </c:pt>
                <c:pt idx="11379">
                  <c:v>53749</c:v>
                </c:pt>
                <c:pt idx="11380">
                  <c:v>53750</c:v>
                </c:pt>
                <c:pt idx="11381">
                  <c:v>53751</c:v>
                </c:pt>
                <c:pt idx="11382">
                  <c:v>53752</c:v>
                </c:pt>
                <c:pt idx="11383">
                  <c:v>53753</c:v>
                </c:pt>
                <c:pt idx="11384">
                  <c:v>53754</c:v>
                </c:pt>
                <c:pt idx="11385">
                  <c:v>53755</c:v>
                </c:pt>
                <c:pt idx="11386">
                  <c:v>53756</c:v>
                </c:pt>
                <c:pt idx="11387">
                  <c:v>53757</c:v>
                </c:pt>
                <c:pt idx="11388">
                  <c:v>53758</c:v>
                </c:pt>
                <c:pt idx="11389">
                  <c:v>53759</c:v>
                </c:pt>
                <c:pt idx="11390">
                  <c:v>53760</c:v>
                </c:pt>
                <c:pt idx="11391">
                  <c:v>53761</c:v>
                </c:pt>
                <c:pt idx="11392">
                  <c:v>53762</c:v>
                </c:pt>
                <c:pt idx="11393">
                  <c:v>53763</c:v>
                </c:pt>
                <c:pt idx="11394">
                  <c:v>53764</c:v>
                </c:pt>
                <c:pt idx="11395">
                  <c:v>53765</c:v>
                </c:pt>
                <c:pt idx="11396">
                  <c:v>53766</c:v>
                </c:pt>
                <c:pt idx="11397">
                  <c:v>53767</c:v>
                </c:pt>
                <c:pt idx="11398">
                  <c:v>53768</c:v>
                </c:pt>
                <c:pt idx="11399">
                  <c:v>53769</c:v>
                </c:pt>
                <c:pt idx="11400">
                  <c:v>53770</c:v>
                </c:pt>
                <c:pt idx="11401">
                  <c:v>53771</c:v>
                </c:pt>
                <c:pt idx="11402">
                  <c:v>53772</c:v>
                </c:pt>
                <c:pt idx="11403">
                  <c:v>53773</c:v>
                </c:pt>
                <c:pt idx="11404">
                  <c:v>53774</c:v>
                </c:pt>
                <c:pt idx="11405">
                  <c:v>53775</c:v>
                </c:pt>
                <c:pt idx="11406">
                  <c:v>53776</c:v>
                </c:pt>
                <c:pt idx="11407">
                  <c:v>53777</c:v>
                </c:pt>
                <c:pt idx="11408">
                  <c:v>53778</c:v>
                </c:pt>
                <c:pt idx="11409">
                  <c:v>53779</c:v>
                </c:pt>
                <c:pt idx="11410">
                  <c:v>53780</c:v>
                </c:pt>
                <c:pt idx="11411">
                  <c:v>53781</c:v>
                </c:pt>
                <c:pt idx="11412">
                  <c:v>53782</c:v>
                </c:pt>
                <c:pt idx="11413">
                  <c:v>53783</c:v>
                </c:pt>
                <c:pt idx="11414">
                  <c:v>53784</c:v>
                </c:pt>
                <c:pt idx="11415">
                  <c:v>53785</c:v>
                </c:pt>
                <c:pt idx="11416">
                  <c:v>53786</c:v>
                </c:pt>
                <c:pt idx="11417">
                  <c:v>53787</c:v>
                </c:pt>
                <c:pt idx="11418">
                  <c:v>53788</c:v>
                </c:pt>
                <c:pt idx="11419">
                  <c:v>53789</c:v>
                </c:pt>
                <c:pt idx="11420">
                  <c:v>53790</c:v>
                </c:pt>
                <c:pt idx="11421">
                  <c:v>53791</c:v>
                </c:pt>
                <c:pt idx="11422">
                  <c:v>53792</c:v>
                </c:pt>
                <c:pt idx="11423">
                  <c:v>53793</c:v>
                </c:pt>
                <c:pt idx="11424">
                  <c:v>53794</c:v>
                </c:pt>
                <c:pt idx="11425">
                  <c:v>53795</c:v>
                </c:pt>
                <c:pt idx="11426">
                  <c:v>53796</c:v>
                </c:pt>
                <c:pt idx="11427">
                  <c:v>53797</c:v>
                </c:pt>
                <c:pt idx="11428">
                  <c:v>53798</c:v>
                </c:pt>
                <c:pt idx="11429">
                  <c:v>53799</c:v>
                </c:pt>
                <c:pt idx="11430">
                  <c:v>53800</c:v>
                </c:pt>
                <c:pt idx="11431">
                  <c:v>53801</c:v>
                </c:pt>
                <c:pt idx="11432">
                  <c:v>53802</c:v>
                </c:pt>
                <c:pt idx="11433">
                  <c:v>53803</c:v>
                </c:pt>
                <c:pt idx="11434">
                  <c:v>53804</c:v>
                </c:pt>
                <c:pt idx="11435">
                  <c:v>53805</c:v>
                </c:pt>
                <c:pt idx="11436">
                  <c:v>53806</c:v>
                </c:pt>
                <c:pt idx="11437">
                  <c:v>53807</c:v>
                </c:pt>
                <c:pt idx="11438">
                  <c:v>53808</c:v>
                </c:pt>
                <c:pt idx="11439">
                  <c:v>53809</c:v>
                </c:pt>
                <c:pt idx="11440">
                  <c:v>53810</c:v>
                </c:pt>
                <c:pt idx="11441">
                  <c:v>53811</c:v>
                </c:pt>
                <c:pt idx="11442">
                  <c:v>53812</c:v>
                </c:pt>
                <c:pt idx="11443">
                  <c:v>53813</c:v>
                </c:pt>
                <c:pt idx="11444">
                  <c:v>53814</c:v>
                </c:pt>
                <c:pt idx="11445">
                  <c:v>53815</c:v>
                </c:pt>
                <c:pt idx="11446">
                  <c:v>53816</c:v>
                </c:pt>
                <c:pt idx="11447">
                  <c:v>53817</c:v>
                </c:pt>
                <c:pt idx="11448">
                  <c:v>53818</c:v>
                </c:pt>
                <c:pt idx="11449">
                  <c:v>53819</c:v>
                </c:pt>
                <c:pt idx="11450">
                  <c:v>53820</c:v>
                </c:pt>
                <c:pt idx="11451">
                  <c:v>53821</c:v>
                </c:pt>
                <c:pt idx="11452">
                  <c:v>53822</c:v>
                </c:pt>
                <c:pt idx="11453">
                  <c:v>53823</c:v>
                </c:pt>
                <c:pt idx="11454">
                  <c:v>53824</c:v>
                </c:pt>
                <c:pt idx="11455">
                  <c:v>53825</c:v>
                </c:pt>
                <c:pt idx="11456">
                  <c:v>53826</c:v>
                </c:pt>
                <c:pt idx="11457">
                  <c:v>53827</c:v>
                </c:pt>
                <c:pt idx="11458">
                  <c:v>53828</c:v>
                </c:pt>
                <c:pt idx="11459">
                  <c:v>53829</c:v>
                </c:pt>
                <c:pt idx="11460">
                  <c:v>53830</c:v>
                </c:pt>
                <c:pt idx="11461">
                  <c:v>53831</c:v>
                </c:pt>
                <c:pt idx="11462">
                  <c:v>53832</c:v>
                </c:pt>
                <c:pt idx="11463">
                  <c:v>53833</c:v>
                </c:pt>
                <c:pt idx="11464">
                  <c:v>53834</c:v>
                </c:pt>
                <c:pt idx="11465">
                  <c:v>53835</c:v>
                </c:pt>
                <c:pt idx="11466">
                  <c:v>53836</c:v>
                </c:pt>
                <c:pt idx="11467">
                  <c:v>53837</c:v>
                </c:pt>
                <c:pt idx="11468">
                  <c:v>53838</c:v>
                </c:pt>
                <c:pt idx="11469">
                  <c:v>53839</c:v>
                </c:pt>
                <c:pt idx="11470">
                  <c:v>53840</c:v>
                </c:pt>
                <c:pt idx="11471">
                  <c:v>53841</c:v>
                </c:pt>
                <c:pt idx="11472">
                  <c:v>53842</c:v>
                </c:pt>
                <c:pt idx="11473">
                  <c:v>53843</c:v>
                </c:pt>
                <c:pt idx="11474">
                  <c:v>53844</c:v>
                </c:pt>
                <c:pt idx="11475">
                  <c:v>53845</c:v>
                </c:pt>
                <c:pt idx="11476">
                  <c:v>53846</c:v>
                </c:pt>
                <c:pt idx="11477">
                  <c:v>53847</c:v>
                </c:pt>
                <c:pt idx="11478">
                  <c:v>53848</c:v>
                </c:pt>
                <c:pt idx="11479">
                  <c:v>53849</c:v>
                </c:pt>
                <c:pt idx="11480">
                  <c:v>53850</c:v>
                </c:pt>
                <c:pt idx="11481">
                  <c:v>53851</c:v>
                </c:pt>
                <c:pt idx="11482">
                  <c:v>53852</c:v>
                </c:pt>
                <c:pt idx="11483">
                  <c:v>53853</c:v>
                </c:pt>
                <c:pt idx="11484">
                  <c:v>53854</c:v>
                </c:pt>
                <c:pt idx="11485">
                  <c:v>53855</c:v>
                </c:pt>
                <c:pt idx="11486">
                  <c:v>53856</c:v>
                </c:pt>
                <c:pt idx="11487">
                  <c:v>53857</c:v>
                </c:pt>
                <c:pt idx="11488">
                  <c:v>53858</c:v>
                </c:pt>
                <c:pt idx="11489">
                  <c:v>53859</c:v>
                </c:pt>
                <c:pt idx="11490">
                  <c:v>53860</c:v>
                </c:pt>
                <c:pt idx="11491">
                  <c:v>53861</c:v>
                </c:pt>
                <c:pt idx="11492">
                  <c:v>53862</c:v>
                </c:pt>
                <c:pt idx="11493">
                  <c:v>53863</c:v>
                </c:pt>
                <c:pt idx="11494">
                  <c:v>53864</c:v>
                </c:pt>
                <c:pt idx="11495">
                  <c:v>53865</c:v>
                </c:pt>
                <c:pt idx="11496">
                  <c:v>53866</c:v>
                </c:pt>
                <c:pt idx="11497">
                  <c:v>53867</c:v>
                </c:pt>
                <c:pt idx="11498">
                  <c:v>53868</c:v>
                </c:pt>
                <c:pt idx="11499">
                  <c:v>53869</c:v>
                </c:pt>
                <c:pt idx="11500">
                  <c:v>53870</c:v>
                </c:pt>
                <c:pt idx="11501">
                  <c:v>53871</c:v>
                </c:pt>
                <c:pt idx="11502">
                  <c:v>53872</c:v>
                </c:pt>
                <c:pt idx="11503">
                  <c:v>53873</c:v>
                </c:pt>
                <c:pt idx="11504">
                  <c:v>53874</c:v>
                </c:pt>
                <c:pt idx="11505">
                  <c:v>53875</c:v>
                </c:pt>
                <c:pt idx="11506">
                  <c:v>53876</c:v>
                </c:pt>
                <c:pt idx="11507">
                  <c:v>53877</c:v>
                </c:pt>
                <c:pt idx="11508">
                  <c:v>53878</c:v>
                </c:pt>
                <c:pt idx="11509">
                  <c:v>53879</c:v>
                </c:pt>
                <c:pt idx="11510">
                  <c:v>53880</c:v>
                </c:pt>
                <c:pt idx="11511">
                  <c:v>53881</c:v>
                </c:pt>
                <c:pt idx="11512">
                  <c:v>53882</c:v>
                </c:pt>
                <c:pt idx="11513">
                  <c:v>53883</c:v>
                </c:pt>
                <c:pt idx="11514">
                  <c:v>53884</c:v>
                </c:pt>
                <c:pt idx="11515">
                  <c:v>53885</c:v>
                </c:pt>
                <c:pt idx="11516">
                  <c:v>53886</c:v>
                </c:pt>
                <c:pt idx="11517">
                  <c:v>53887</c:v>
                </c:pt>
                <c:pt idx="11518">
                  <c:v>53888</c:v>
                </c:pt>
                <c:pt idx="11519">
                  <c:v>53889</c:v>
                </c:pt>
                <c:pt idx="11520">
                  <c:v>53890</c:v>
                </c:pt>
                <c:pt idx="11521">
                  <c:v>53891</c:v>
                </c:pt>
                <c:pt idx="11522">
                  <c:v>53892</c:v>
                </c:pt>
                <c:pt idx="11523">
                  <c:v>53893</c:v>
                </c:pt>
                <c:pt idx="11524">
                  <c:v>53894</c:v>
                </c:pt>
                <c:pt idx="11525">
                  <c:v>53895</c:v>
                </c:pt>
                <c:pt idx="11526">
                  <c:v>53896</c:v>
                </c:pt>
                <c:pt idx="11527">
                  <c:v>53897</c:v>
                </c:pt>
                <c:pt idx="11528">
                  <c:v>53898</c:v>
                </c:pt>
                <c:pt idx="11529">
                  <c:v>53899</c:v>
                </c:pt>
                <c:pt idx="11530">
                  <c:v>53900</c:v>
                </c:pt>
                <c:pt idx="11531">
                  <c:v>53901</c:v>
                </c:pt>
                <c:pt idx="11532">
                  <c:v>53902</c:v>
                </c:pt>
                <c:pt idx="11533">
                  <c:v>53903</c:v>
                </c:pt>
                <c:pt idx="11534">
                  <c:v>53904</c:v>
                </c:pt>
                <c:pt idx="11535">
                  <c:v>53905</c:v>
                </c:pt>
                <c:pt idx="11536">
                  <c:v>53906</c:v>
                </c:pt>
                <c:pt idx="11537">
                  <c:v>53907</c:v>
                </c:pt>
                <c:pt idx="11538">
                  <c:v>53908</c:v>
                </c:pt>
                <c:pt idx="11539">
                  <c:v>53909</c:v>
                </c:pt>
                <c:pt idx="11540">
                  <c:v>53910</c:v>
                </c:pt>
                <c:pt idx="11541">
                  <c:v>53911</c:v>
                </c:pt>
                <c:pt idx="11542">
                  <c:v>53912</c:v>
                </c:pt>
                <c:pt idx="11543">
                  <c:v>53913</c:v>
                </c:pt>
                <c:pt idx="11544">
                  <c:v>53914</c:v>
                </c:pt>
                <c:pt idx="11545">
                  <c:v>53915</c:v>
                </c:pt>
                <c:pt idx="11546">
                  <c:v>53916</c:v>
                </c:pt>
                <c:pt idx="11547">
                  <c:v>53917</c:v>
                </c:pt>
                <c:pt idx="11548">
                  <c:v>53918</c:v>
                </c:pt>
                <c:pt idx="11549">
                  <c:v>53919</c:v>
                </c:pt>
                <c:pt idx="11550">
                  <c:v>53920</c:v>
                </c:pt>
                <c:pt idx="11551">
                  <c:v>53921</c:v>
                </c:pt>
                <c:pt idx="11552">
                  <c:v>53922</c:v>
                </c:pt>
                <c:pt idx="11553">
                  <c:v>53923</c:v>
                </c:pt>
                <c:pt idx="11554">
                  <c:v>53924</c:v>
                </c:pt>
                <c:pt idx="11555">
                  <c:v>53925</c:v>
                </c:pt>
                <c:pt idx="11556">
                  <c:v>53926</c:v>
                </c:pt>
                <c:pt idx="11557">
                  <c:v>53927</c:v>
                </c:pt>
                <c:pt idx="11558">
                  <c:v>53928</c:v>
                </c:pt>
                <c:pt idx="11559">
                  <c:v>53929</c:v>
                </c:pt>
                <c:pt idx="11560">
                  <c:v>53930</c:v>
                </c:pt>
                <c:pt idx="11561">
                  <c:v>53931</c:v>
                </c:pt>
                <c:pt idx="11562">
                  <c:v>53932</c:v>
                </c:pt>
                <c:pt idx="11563">
                  <c:v>53933</c:v>
                </c:pt>
                <c:pt idx="11564">
                  <c:v>53934</c:v>
                </c:pt>
                <c:pt idx="11565">
                  <c:v>53935</c:v>
                </c:pt>
                <c:pt idx="11566">
                  <c:v>53936</c:v>
                </c:pt>
                <c:pt idx="11567">
                  <c:v>53937</c:v>
                </c:pt>
                <c:pt idx="11568">
                  <c:v>53938</c:v>
                </c:pt>
                <c:pt idx="11569">
                  <c:v>53939</c:v>
                </c:pt>
                <c:pt idx="11570">
                  <c:v>53940</c:v>
                </c:pt>
                <c:pt idx="11571">
                  <c:v>53941</c:v>
                </c:pt>
                <c:pt idx="11572">
                  <c:v>53942</c:v>
                </c:pt>
                <c:pt idx="11573">
                  <c:v>53943</c:v>
                </c:pt>
                <c:pt idx="11574">
                  <c:v>53944</c:v>
                </c:pt>
                <c:pt idx="11575">
                  <c:v>53945</c:v>
                </c:pt>
                <c:pt idx="11576">
                  <c:v>53946</c:v>
                </c:pt>
                <c:pt idx="11577">
                  <c:v>53947</c:v>
                </c:pt>
                <c:pt idx="11578">
                  <c:v>53948</c:v>
                </c:pt>
                <c:pt idx="11579">
                  <c:v>53949</c:v>
                </c:pt>
                <c:pt idx="11580">
                  <c:v>53950</c:v>
                </c:pt>
                <c:pt idx="11581">
                  <c:v>53951</c:v>
                </c:pt>
                <c:pt idx="11582">
                  <c:v>53952</c:v>
                </c:pt>
                <c:pt idx="11583">
                  <c:v>53953</c:v>
                </c:pt>
                <c:pt idx="11584">
                  <c:v>53954</c:v>
                </c:pt>
                <c:pt idx="11585">
                  <c:v>53955</c:v>
                </c:pt>
                <c:pt idx="11586">
                  <c:v>53956</c:v>
                </c:pt>
                <c:pt idx="11587">
                  <c:v>53957</c:v>
                </c:pt>
                <c:pt idx="11588">
                  <c:v>53958</c:v>
                </c:pt>
                <c:pt idx="11589">
                  <c:v>53959</c:v>
                </c:pt>
                <c:pt idx="11590">
                  <c:v>53960</c:v>
                </c:pt>
                <c:pt idx="11591">
                  <c:v>53961</c:v>
                </c:pt>
                <c:pt idx="11592">
                  <c:v>53962</c:v>
                </c:pt>
                <c:pt idx="11593">
                  <c:v>53963</c:v>
                </c:pt>
                <c:pt idx="11594">
                  <c:v>53964</c:v>
                </c:pt>
                <c:pt idx="11595">
                  <c:v>53965</c:v>
                </c:pt>
                <c:pt idx="11596">
                  <c:v>53966</c:v>
                </c:pt>
                <c:pt idx="11597">
                  <c:v>53967</c:v>
                </c:pt>
                <c:pt idx="11598">
                  <c:v>53968</c:v>
                </c:pt>
                <c:pt idx="11599">
                  <c:v>53969</c:v>
                </c:pt>
                <c:pt idx="11600">
                  <c:v>53970</c:v>
                </c:pt>
                <c:pt idx="11601">
                  <c:v>53971</c:v>
                </c:pt>
                <c:pt idx="11602">
                  <c:v>53972</c:v>
                </c:pt>
                <c:pt idx="11603">
                  <c:v>53973</c:v>
                </c:pt>
                <c:pt idx="11604">
                  <c:v>53974</c:v>
                </c:pt>
                <c:pt idx="11605">
                  <c:v>53975</c:v>
                </c:pt>
                <c:pt idx="11606">
                  <c:v>53976</c:v>
                </c:pt>
                <c:pt idx="11607">
                  <c:v>53977</c:v>
                </c:pt>
                <c:pt idx="11608">
                  <c:v>53978</c:v>
                </c:pt>
                <c:pt idx="11609">
                  <c:v>53979</c:v>
                </c:pt>
                <c:pt idx="11610">
                  <c:v>53980</c:v>
                </c:pt>
                <c:pt idx="11611">
                  <c:v>53981</c:v>
                </c:pt>
                <c:pt idx="11612">
                  <c:v>53982</c:v>
                </c:pt>
                <c:pt idx="11613">
                  <c:v>53983</c:v>
                </c:pt>
                <c:pt idx="11614">
                  <c:v>53984</c:v>
                </c:pt>
                <c:pt idx="11615">
                  <c:v>53985</c:v>
                </c:pt>
                <c:pt idx="11616">
                  <c:v>53986</c:v>
                </c:pt>
                <c:pt idx="11617">
                  <c:v>53987</c:v>
                </c:pt>
                <c:pt idx="11618">
                  <c:v>53988</c:v>
                </c:pt>
                <c:pt idx="11619">
                  <c:v>53989</c:v>
                </c:pt>
                <c:pt idx="11620">
                  <c:v>53990</c:v>
                </c:pt>
                <c:pt idx="11621">
                  <c:v>53991</c:v>
                </c:pt>
                <c:pt idx="11622">
                  <c:v>53992</c:v>
                </c:pt>
                <c:pt idx="11623">
                  <c:v>53993</c:v>
                </c:pt>
                <c:pt idx="11624">
                  <c:v>53994</c:v>
                </c:pt>
                <c:pt idx="11625">
                  <c:v>53995</c:v>
                </c:pt>
                <c:pt idx="11626">
                  <c:v>53996</c:v>
                </c:pt>
                <c:pt idx="11627">
                  <c:v>53997</c:v>
                </c:pt>
                <c:pt idx="11628">
                  <c:v>53998</c:v>
                </c:pt>
                <c:pt idx="11629">
                  <c:v>53999</c:v>
                </c:pt>
                <c:pt idx="11630">
                  <c:v>54000</c:v>
                </c:pt>
                <c:pt idx="11631">
                  <c:v>54001</c:v>
                </c:pt>
                <c:pt idx="11632">
                  <c:v>54002</c:v>
                </c:pt>
                <c:pt idx="11633">
                  <c:v>54003</c:v>
                </c:pt>
                <c:pt idx="11634">
                  <c:v>54004</c:v>
                </c:pt>
                <c:pt idx="11635">
                  <c:v>54005</c:v>
                </c:pt>
                <c:pt idx="11636">
                  <c:v>54006</c:v>
                </c:pt>
                <c:pt idx="11637">
                  <c:v>54007</c:v>
                </c:pt>
                <c:pt idx="11638">
                  <c:v>54008</c:v>
                </c:pt>
                <c:pt idx="11639">
                  <c:v>54009</c:v>
                </c:pt>
                <c:pt idx="11640">
                  <c:v>54010</c:v>
                </c:pt>
                <c:pt idx="11641">
                  <c:v>54011</c:v>
                </c:pt>
                <c:pt idx="11642">
                  <c:v>54012</c:v>
                </c:pt>
                <c:pt idx="11643">
                  <c:v>54013</c:v>
                </c:pt>
                <c:pt idx="11644">
                  <c:v>54014</c:v>
                </c:pt>
                <c:pt idx="11645">
                  <c:v>54015</c:v>
                </c:pt>
                <c:pt idx="11646">
                  <c:v>54016</c:v>
                </c:pt>
                <c:pt idx="11647">
                  <c:v>54017</c:v>
                </c:pt>
                <c:pt idx="11648">
                  <c:v>54018</c:v>
                </c:pt>
                <c:pt idx="11649">
                  <c:v>54019</c:v>
                </c:pt>
                <c:pt idx="11650">
                  <c:v>54020</c:v>
                </c:pt>
                <c:pt idx="11651">
                  <c:v>54021</c:v>
                </c:pt>
                <c:pt idx="11652">
                  <c:v>54022</c:v>
                </c:pt>
                <c:pt idx="11653">
                  <c:v>54023</c:v>
                </c:pt>
                <c:pt idx="11654">
                  <c:v>54024</c:v>
                </c:pt>
                <c:pt idx="11655">
                  <c:v>54025</c:v>
                </c:pt>
                <c:pt idx="11656">
                  <c:v>54026</c:v>
                </c:pt>
                <c:pt idx="11657">
                  <c:v>54027</c:v>
                </c:pt>
                <c:pt idx="11658">
                  <c:v>54028</c:v>
                </c:pt>
                <c:pt idx="11659">
                  <c:v>54029</c:v>
                </c:pt>
                <c:pt idx="11660">
                  <c:v>54030</c:v>
                </c:pt>
                <c:pt idx="11661">
                  <c:v>54031</c:v>
                </c:pt>
                <c:pt idx="11662">
                  <c:v>54032</c:v>
                </c:pt>
                <c:pt idx="11663">
                  <c:v>54033</c:v>
                </c:pt>
                <c:pt idx="11664">
                  <c:v>54034</c:v>
                </c:pt>
                <c:pt idx="11665">
                  <c:v>54035</c:v>
                </c:pt>
                <c:pt idx="11666">
                  <c:v>54036</c:v>
                </c:pt>
                <c:pt idx="11667">
                  <c:v>54037</c:v>
                </c:pt>
                <c:pt idx="11668">
                  <c:v>54038</c:v>
                </c:pt>
                <c:pt idx="11669">
                  <c:v>54039</c:v>
                </c:pt>
                <c:pt idx="11670">
                  <c:v>54040</c:v>
                </c:pt>
                <c:pt idx="11671">
                  <c:v>54041</c:v>
                </c:pt>
                <c:pt idx="11672">
                  <c:v>54042</c:v>
                </c:pt>
                <c:pt idx="11673">
                  <c:v>54043</c:v>
                </c:pt>
                <c:pt idx="11674">
                  <c:v>54044</c:v>
                </c:pt>
                <c:pt idx="11675">
                  <c:v>54045</c:v>
                </c:pt>
                <c:pt idx="11676">
                  <c:v>54046</c:v>
                </c:pt>
                <c:pt idx="11677">
                  <c:v>54047</c:v>
                </c:pt>
                <c:pt idx="11678">
                  <c:v>54048</c:v>
                </c:pt>
                <c:pt idx="11679">
                  <c:v>54049</c:v>
                </c:pt>
                <c:pt idx="11680">
                  <c:v>54050</c:v>
                </c:pt>
                <c:pt idx="11681">
                  <c:v>54051</c:v>
                </c:pt>
                <c:pt idx="11682">
                  <c:v>54052</c:v>
                </c:pt>
                <c:pt idx="11683">
                  <c:v>54053</c:v>
                </c:pt>
                <c:pt idx="11684">
                  <c:v>54054</c:v>
                </c:pt>
                <c:pt idx="11685">
                  <c:v>54055</c:v>
                </c:pt>
                <c:pt idx="11686">
                  <c:v>54056</c:v>
                </c:pt>
                <c:pt idx="11687">
                  <c:v>54057</c:v>
                </c:pt>
                <c:pt idx="11688">
                  <c:v>54058</c:v>
                </c:pt>
                <c:pt idx="11689">
                  <c:v>54059</c:v>
                </c:pt>
                <c:pt idx="11690">
                  <c:v>54060</c:v>
                </c:pt>
                <c:pt idx="11691">
                  <c:v>54061</c:v>
                </c:pt>
                <c:pt idx="11692">
                  <c:v>54062</c:v>
                </c:pt>
                <c:pt idx="11693">
                  <c:v>54063</c:v>
                </c:pt>
                <c:pt idx="11694">
                  <c:v>54064</c:v>
                </c:pt>
                <c:pt idx="11695">
                  <c:v>54065</c:v>
                </c:pt>
                <c:pt idx="11696">
                  <c:v>54066</c:v>
                </c:pt>
                <c:pt idx="11697">
                  <c:v>54067</c:v>
                </c:pt>
                <c:pt idx="11698">
                  <c:v>54068</c:v>
                </c:pt>
                <c:pt idx="11699">
                  <c:v>54069</c:v>
                </c:pt>
                <c:pt idx="11700">
                  <c:v>54070</c:v>
                </c:pt>
                <c:pt idx="11701">
                  <c:v>54071</c:v>
                </c:pt>
                <c:pt idx="11702">
                  <c:v>54072</c:v>
                </c:pt>
                <c:pt idx="11703">
                  <c:v>54073</c:v>
                </c:pt>
                <c:pt idx="11704">
                  <c:v>54074</c:v>
                </c:pt>
                <c:pt idx="11705">
                  <c:v>54075</c:v>
                </c:pt>
                <c:pt idx="11706">
                  <c:v>54076</c:v>
                </c:pt>
                <c:pt idx="11707">
                  <c:v>54077</c:v>
                </c:pt>
                <c:pt idx="11708">
                  <c:v>54078</c:v>
                </c:pt>
                <c:pt idx="11709">
                  <c:v>54079</c:v>
                </c:pt>
                <c:pt idx="11710">
                  <c:v>54080</c:v>
                </c:pt>
                <c:pt idx="11711">
                  <c:v>54081</c:v>
                </c:pt>
                <c:pt idx="11712">
                  <c:v>54082</c:v>
                </c:pt>
                <c:pt idx="11713">
                  <c:v>54083</c:v>
                </c:pt>
                <c:pt idx="11714">
                  <c:v>54084</c:v>
                </c:pt>
                <c:pt idx="11715">
                  <c:v>54085</c:v>
                </c:pt>
                <c:pt idx="11716">
                  <c:v>54086</c:v>
                </c:pt>
                <c:pt idx="11717">
                  <c:v>54087</c:v>
                </c:pt>
                <c:pt idx="11718">
                  <c:v>54088</c:v>
                </c:pt>
                <c:pt idx="11719">
                  <c:v>54089</c:v>
                </c:pt>
                <c:pt idx="11720">
                  <c:v>54090</c:v>
                </c:pt>
                <c:pt idx="11721">
                  <c:v>54091</c:v>
                </c:pt>
                <c:pt idx="11722">
                  <c:v>54092</c:v>
                </c:pt>
                <c:pt idx="11723">
                  <c:v>54093</c:v>
                </c:pt>
                <c:pt idx="11724">
                  <c:v>54094</c:v>
                </c:pt>
                <c:pt idx="11725">
                  <c:v>54095</c:v>
                </c:pt>
                <c:pt idx="11726">
                  <c:v>54096</c:v>
                </c:pt>
                <c:pt idx="11727">
                  <c:v>54097</c:v>
                </c:pt>
                <c:pt idx="11728">
                  <c:v>54098</c:v>
                </c:pt>
                <c:pt idx="11729">
                  <c:v>54099</c:v>
                </c:pt>
                <c:pt idx="11730">
                  <c:v>54100</c:v>
                </c:pt>
                <c:pt idx="11731">
                  <c:v>54101</c:v>
                </c:pt>
                <c:pt idx="11732">
                  <c:v>54102</c:v>
                </c:pt>
                <c:pt idx="11733">
                  <c:v>54103</c:v>
                </c:pt>
                <c:pt idx="11734">
                  <c:v>54104</c:v>
                </c:pt>
                <c:pt idx="11735">
                  <c:v>54105</c:v>
                </c:pt>
                <c:pt idx="11736">
                  <c:v>54106</c:v>
                </c:pt>
                <c:pt idx="11737">
                  <c:v>54107</c:v>
                </c:pt>
                <c:pt idx="11738">
                  <c:v>54108</c:v>
                </c:pt>
                <c:pt idx="11739">
                  <c:v>54109</c:v>
                </c:pt>
                <c:pt idx="11740">
                  <c:v>54110</c:v>
                </c:pt>
                <c:pt idx="11741">
                  <c:v>54111</c:v>
                </c:pt>
                <c:pt idx="11742">
                  <c:v>54112</c:v>
                </c:pt>
                <c:pt idx="11743">
                  <c:v>54113</c:v>
                </c:pt>
                <c:pt idx="11744">
                  <c:v>54114</c:v>
                </c:pt>
                <c:pt idx="11745">
                  <c:v>54115</c:v>
                </c:pt>
                <c:pt idx="11746">
                  <c:v>54116</c:v>
                </c:pt>
                <c:pt idx="11747">
                  <c:v>54117</c:v>
                </c:pt>
                <c:pt idx="11748">
                  <c:v>54118</c:v>
                </c:pt>
                <c:pt idx="11749">
                  <c:v>54119</c:v>
                </c:pt>
                <c:pt idx="11750">
                  <c:v>54120</c:v>
                </c:pt>
                <c:pt idx="11751">
                  <c:v>54121</c:v>
                </c:pt>
                <c:pt idx="11752">
                  <c:v>54122</c:v>
                </c:pt>
                <c:pt idx="11753">
                  <c:v>54123</c:v>
                </c:pt>
                <c:pt idx="11754">
                  <c:v>54124</c:v>
                </c:pt>
                <c:pt idx="11755">
                  <c:v>54125</c:v>
                </c:pt>
                <c:pt idx="11756">
                  <c:v>54126</c:v>
                </c:pt>
                <c:pt idx="11757">
                  <c:v>54127</c:v>
                </c:pt>
                <c:pt idx="11758">
                  <c:v>54128</c:v>
                </c:pt>
                <c:pt idx="11759">
                  <c:v>54129</c:v>
                </c:pt>
                <c:pt idx="11760">
                  <c:v>54130</c:v>
                </c:pt>
                <c:pt idx="11761">
                  <c:v>54131</c:v>
                </c:pt>
                <c:pt idx="11762">
                  <c:v>54132</c:v>
                </c:pt>
                <c:pt idx="11763">
                  <c:v>54133</c:v>
                </c:pt>
                <c:pt idx="11764">
                  <c:v>54134</c:v>
                </c:pt>
                <c:pt idx="11765">
                  <c:v>54135</c:v>
                </c:pt>
                <c:pt idx="11766">
                  <c:v>54136</c:v>
                </c:pt>
                <c:pt idx="11767">
                  <c:v>54137</c:v>
                </c:pt>
                <c:pt idx="11768">
                  <c:v>54138</c:v>
                </c:pt>
                <c:pt idx="11769">
                  <c:v>54139</c:v>
                </c:pt>
                <c:pt idx="11770">
                  <c:v>54140</c:v>
                </c:pt>
                <c:pt idx="11771">
                  <c:v>54141</c:v>
                </c:pt>
                <c:pt idx="11772">
                  <c:v>54142</c:v>
                </c:pt>
                <c:pt idx="11773">
                  <c:v>54143</c:v>
                </c:pt>
                <c:pt idx="11774">
                  <c:v>54144</c:v>
                </c:pt>
                <c:pt idx="11775">
                  <c:v>54145</c:v>
                </c:pt>
                <c:pt idx="11776">
                  <c:v>54146</c:v>
                </c:pt>
                <c:pt idx="11777">
                  <c:v>54147</c:v>
                </c:pt>
                <c:pt idx="11778">
                  <c:v>54148</c:v>
                </c:pt>
                <c:pt idx="11779">
                  <c:v>54149</c:v>
                </c:pt>
                <c:pt idx="11780">
                  <c:v>54150</c:v>
                </c:pt>
                <c:pt idx="11781">
                  <c:v>54151</c:v>
                </c:pt>
                <c:pt idx="11782">
                  <c:v>54152</c:v>
                </c:pt>
                <c:pt idx="11783">
                  <c:v>54153</c:v>
                </c:pt>
                <c:pt idx="11784">
                  <c:v>54154</c:v>
                </c:pt>
                <c:pt idx="11785">
                  <c:v>54155</c:v>
                </c:pt>
                <c:pt idx="11786">
                  <c:v>54156</c:v>
                </c:pt>
                <c:pt idx="11787">
                  <c:v>54157</c:v>
                </c:pt>
                <c:pt idx="11788">
                  <c:v>54158</c:v>
                </c:pt>
                <c:pt idx="11789">
                  <c:v>54159</c:v>
                </c:pt>
                <c:pt idx="11790">
                  <c:v>54160</c:v>
                </c:pt>
                <c:pt idx="11791">
                  <c:v>54161</c:v>
                </c:pt>
                <c:pt idx="11792">
                  <c:v>54162</c:v>
                </c:pt>
                <c:pt idx="11793">
                  <c:v>54163</c:v>
                </c:pt>
                <c:pt idx="11794">
                  <c:v>54164</c:v>
                </c:pt>
                <c:pt idx="11795">
                  <c:v>54165</c:v>
                </c:pt>
                <c:pt idx="11796">
                  <c:v>54166</c:v>
                </c:pt>
                <c:pt idx="11797">
                  <c:v>54167</c:v>
                </c:pt>
                <c:pt idx="11798">
                  <c:v>54168</c:v>
                </c:pt>
                <c:pt idx="11799">
                  <c:v>54169</c:v>
                </c:pt>
                <c:pt idx="11800">
                  <c:v>54170</c:v>
                </c:pt>
                <c:pt idx="11801">
                  <c:v>54171</c:v>
                </c:pt>
                <c:pt idx="11802">
                  <c:v>54172</c:v>
                </c:pt>
                <c:pt idx="11803">
                  <c:v>54173</c:v>
                </c:pt>
                <c:pt idx="11804">
                  <c:v>54174</c:v>
                </c:pt>
                <c:pt idx="11805">
                  <c:v>54175</c:v>
                </c:pt>
                <c:pt idx="11806">
                  <c:v>54176</c:v>
                </c:pt>
                <c:pt idx="11807">
                  <c:v>54177</c:v>
                </c:pt>
                <c:pt idx="11808">
                  <c:v>54178</c:v>
                </c:pt>
                <c:pt idx="11809">
                  <c:v>54179</c:v>
                </c:pt>
                <c:pt idx="11810">
                  <c:v>54180</c:v>
                </c:pt>
                <c:pt idx="11811">
                  <c:v>54181</c:v>
                </c:pt>
                <c:pt idx="11812">
                  <c:v>54182</c:v>
                </c:pt>
                <c:pt idx="11813">
                  <c:v>54183</c:v>
                </c:pt>
                <c:pt idx="11814">
                  <c:v>54184</c:v>
                </c:pt>
                <c:pt idx="11815">
                  <c:v>54185</c:v>
                </c:pt>
                <c:pt idx="11816">
                  <c:v>54186</c:v>
                </c:pt>
                <c:pt idx="11817">
                  <c:v>54187</c:v>
                </c:pt>
                <c:pt idx="11818">
                  <c:v>54188</c:v>
                </c:pt>
                <c:pt idx="11819">
                  <c:v>54189</c:v>
                </c:pt>
                <c:pt idx="11820">
                  <c:v>54190</c:v>
                </c:pt>
                <c:pt idx="11821">
                  <c:v>54191</c:v>
                </c:pt>
                <c:pt idx="11822">
                  <c:v>54192</c:v>
                </c:pt>
                <c:pt idx="11823">
                  <c:v>54193</c:v>
                </c:pt>
                <c:pt idx="11824">
                  <c:v>54194</c:v>
                </c:pt>
                <c:pt idx="11825">
                  <c:v>54195</c:v>
                </c:pt>
                <c:pt idx="11826">
                  <c:v>54196</c:v>
                </c:pt>
                <c:pt idx="11827">
                  <c:v>54197</c:v>
                </c:pt>
                <c:pt idx="11828">
                  <c:v>54198</c:v>
                </c:pt>
                <c:pt idx="11829">
                  <c:v>54199</c:v>
                </c:pt>
                <c:pt idx="11830">
                  <c:v>54200</c:v>
                </c:pt>
                <c:pt idx="11831">
                  <c:v>54201</c:v>
                </c:pt>
                <c:pt idx="11832">
                  <c:v>54202</c:v>
                </c:pt>
                <c:pt idx="11833">
                  <c:v>54203</c:v>
                </c:pt>
                <c:pt idx="11834">
                  <c:v>54204</c:v>
                </c:pt>
                <c:pt idx="11835">
                  <c:v>54205</c:v>
                </c:pt>
                <c:pt idx="11836">
                  <c:v>54206</c:v>
                </c:pt>
                <c:pt idx="11837">
                  <c:v>54207</c:v>
                </c:pt>
                <c:pt idx="11838">
                  <c:v>54208</c:v>
                </c:pt>
                <c:pt idx="11839">
                  <c:v>54209</c:v>
                </c:pt>
                <c:pt idx="11840">
                  <c:v>54210</c:v>
                </c:pt>
                <c:pt idx="11841">
                  <c:v>54211</c:v>
                </c:pt>
                <c:pt idx="11842">
                  <c:v>54212</c:v>
                </c:pt>
                <c:pt idx="11843">
                  <c:v>54213</c:v>
                </c:pt>
                <c:pt idx="11844">
                  <c:v>54214</c:v>
                </c:pt>
                <c:pt idx="11845">
                  <c:v>54215</c:v>
                </c:pt>
                <c:pt idx="11846">
                  <c:v>54216</c:v>
                </c:pt>
                <c:pt idx="11847">
                  <c:v>54217</c:v>
                </c:pt>
                <c:pt idx="11848">
                  <c:v>54218</c:v>
                </c:pt>
                <c:pt idx="11849">
                  <c:v>54219</c:v>
                </c:pt>
                <c:pt idx="11850">
                  <c:v>54220</c:v>
                </c:pt>
                <c:pt idx="11851">
                  <c:v>54221</c:v>
                </c:pt>
                <c:pt idx="11852">
                  <c:v>54222</c:v>
                </c:pt>
                <c:pt idx="11853">
                  <c:v>54223</c:v>
                </c:pt>
                <c:pt idx="11854">
                  <c:v>54224</c:v>
                </c:pt>
                <c:pt idx="11855">
                  <c:v>54225</c:v>
                </c:pt>
                <c:pt idx="11856">
                  <c:v>54226</c:v>
                </c:pt>
                <c:pt idx="11857">
                  <c:v>54227</c:v>
                </c:pt>
                <c:pt idx="11858">
                  <c:v>54228</c:v>
                </c:pt>
                <c:pt idx="11859">
                  <c:v>54229</c:v>
                </c:pt>
                <c:pt idx="11860">
                  <c:v>54230</c:v>
                </c:pt>
                <c:pt idx="11861">
                  <c:v>54231</c:v>
                </c:pt>
                <c:pt idx="11862">
                  <c:v>54232</c:v>
                </c:pt>
                <c:pt idx="11863">
                  <c:v>54233</c:v>
                </c:pt>
                <c:pt idx="11864">
                  <c:v>54234</c:v>
                </c:pt>
                <c:pt idx="11865">
                  <c:v>54235</c:v>
                </c:pt>
                <c:pt idx="11866">
                  <c:v>54236</c:v>
                </c:pt>
                <c:pt idx="11867">
                  <c:v>54237</c:v>
                </c:pt>
                <c:pt idx="11868">
                  <c:v>54238</c:v>
                </c:pt>
                <c:pt idx="11869">
                  <c:v>54239</c:v>
                </c:pt>
                <c:pt idx="11870">
                  <c:v>54240</c:v>
                </c:pt>
                <c:pt idx="11871">
                  <c:v>54241</c:v>
                </c:pt>
                <c:pt idx="11872">
                  <c:v>54242</c:v>
                </c:pt>
                <c:pt idx="11873">
                  <c:v>54243</c:v>
                </c:pt>
                <c:pt idx="11874">
                  <c:v>54244</c:v>
                </c:pt>
                <c:pt idx="11875">
                  <c:v>54245</c:v>
                </c:pt>
                <c:pt idx="11876">
                  <c:v>54246</c:v>
                </c:pt>
                <c:pt idx="11877">
                  <c:v>54247</c:v>
                </c:pt>
                <c:pt idx="11878">
                  <c:v>54248</c:v>
                </c:pt>
                <c:pt idx="11879">
                  <c:v>54249</c:v>
                </c:pt>
                <c:pt idx="11880">
                  <c:v>54250</c:v>
                </c:pt>
                <c:pt idx="11881">
                  <c:v>54251</c:v>
                </c:pt>
                <c:pt idx="11882">
                  <c:v>54252</c:v>
                </c:pt>
                <c:pt idx="11883">
                  <c:v>54253</c:v>
                </c:pt>
                <c:pt idx="11884">
                  <c:v>54254</c:v>
                </c:pt>
                <c:pt idx="11885">
                  <c:v>54255</c:v>
                </c:pt>
                <c:pt idx="11886">
                  <c:v>54256</c:v>
                </c:pt>
                <c:pt idx="11887">
                  <c:v>54257</c:v>
                </c:pt>
                <c:pt idx="11888">
                  <c:v>54258</c:v>
                </c:pt>
                <c:pt idx="11889">
                  <c:v>54259</c:v>
                </c:pt>
                <c:pt idx="11890">
                  <c:v>54260</c:v>
                </c:pt>
                <c:pt idx="11891">
                  <c:v>54261</c:v>
                </c:pt>
                <c:pt idx="11892">
                  <c:v>54262</c:v>
                </c:pt>
                <c:pt idx="11893">
                  <c:v>54263</c:v>
                </c:pt>
                <c:pt idx="11894">
                  <c:v>54264</c:v>
                </c:pt>
                <c:pt idx="11895">
                  <c:v>54265</c:v>
                </c:pt>
                <c:pt idx="11896">
                  <c:v>54266</c:v>
                </c:pt>
                <c:pt idx="11897">
                  <c:v>54267</c:v>
                </c:pt>
                <c:pt idx="11898">
                  <c:v>54268</c:v>
                </c:pt>
                <c:pt idx="11899">
                  <c:v>54269</c:v>
                </c:pt>
                <c:pt idx="11900">
                  <c:v>54270</c:v>
                </c:pt>
                <c:pt idx="11901">
                  <c:v>54271</c:v>
                </c:pt>
                <c:pt idx="11902">
                  <c:v>54272</c:v>
                </c:pt>
                <c:pt idx="11903">
                  <c:v>54273</c:v>
                </c:pt>
                <c:pt idx="11904">
                  <c:v>54274</c:v>
                </c:pt>
                <c:pt idx="11905">
                  <c:v>54275</c:v>
                </c:pt>
                <c:pt idx="11906">
                  <c:v>54276</c:v>
                </c:pt>
                <c:pt idx="11907">
                  <c:v>54277</c:v>
                </c:pt>
                <c:pt idx="11908">
                  <c:v>54278</c:v>
                </c:pt>
                <c:pt idx="11909">
                  <c:v>54279</c:v>
                </c:pt>
                <c:pt idx="11910">
                  <c:v>54280</c:v>
                </c:pt>
                <c:pt idx="11911">
                  <c:v>54281</c:v>
                </c:pt>
                <c:pt idx="11912">
                  <c:v>54282</c:v>
                </c:pt>
                <c:pt idx="11913">
                  <c:v>54283</c:v>
                </c:pt>
                <c:pt idx="11914">
                  <c:v>54284</c:v>
                </c:pt>
                <c:pt idx="11915">
                  <c:v>54285</c:v>
                </c:pt>
                <c:pt idx="11916">
                  <c:v>54286</c:v>
                </c:pt>
                <c:pt idx="11917">
                  <c:v>54287</c:v>
                </c:pt>
                <c:pt idx="11918">
                  <c:v>54288</c:v>
                </c:pt>
                <c:pt idx="11919">
                  <c:v>54289</c:v>
                </c:pt>
                <c:pt idx="11920">
                  <c:v>54290</c:v>
                </c:pt>
                <c:pt idx="11921">
                  <c:v>54291</c:v>
                </c:pt>
                <c:pt idx="11922">
                  <c:v>54292</c:v>
                </c:pt>
                <c:pt idx="11923">
                  <c:v>54293</c:v>
                </c:pt>
                <c:pt idx="11924">
                  <c:v>54294</c:v>
                </c:pt>
                <c:pt idx="11925">
                  <c:v>54295</c:v>
                </c:pt>
                <c:pt idx="11926">
                  <c:v>54296</c:v>
                </c:pt>
                <c:pt idx="11927">
                  <c:v>54297</c:v>
                </c:pt>
                <c:pt idx="11928">
                  <c:v>54298</c:v>
                </c:pt>
                <c:pt idx="11929">
                  <c:v>54299</c:v>
                </c:pt>
                <c:pt idx="11930">
                  <c:v>54300</c:v>
                </c:pt>
                <c:pt idx="11931">
                  <c:v>54301</c:v>
                </c:pt>
                <c:pt idx="11932">
                  <c:v>54302</c:v>
                </c:pt>
                <c:pt idx="11933">
                  <c:v>54303</c:v>
                </c:pt>
                <c:pt idx="11934">
                  <c:v>54304</c:v>
                </c:pt>
                <c:pt idx="11935">
                  <c:v>54305</c:v>
                </c:pt>
                <c:pt idx="11936">
                  <c:v>54306</c:v>
                </c:pt>
                <c:pt idx="11937">
                  <c:v>54307</c:v>
                </c:pt>
                <c:pt idx="11938">
                  <c:v>54308</c:v>
                </c:pt>
                <c:pt idx="11939">
                  <c:v>54309</c:v>
                </c:pt>
                <c:pt idx="11940">
                  <c:v>54310</c:v>
                </c:pt>
                <c:pt idx="11941">
                  <c:v>54311</c:v>
                </c:pt>
                <c:pt idx="11942">
                  <c:v>54312</c:v>
                </c:pt>
                <c:pt idx="11943">
                  <c:v>54313</c:v>
                </c:pt>
                <c:pt idx="11944">
                  <c:v>54314</c:v>
                </c:pt>
                <c:pt idx="11945">
                  <c:v>54315</c:v>
                </c:pt>
                <c:pt idx="11946">
                  <c:v>54316</c:v>
                </c:pt>
                <c:pt idx="11947">
                  <c:v>54317</c:v>
                </c:pt>
                <c:pt idx="11948">
                  <c:v>54318</c:v>
                </c:pt>
                <c:pt idx="11949">
                  <c:v>54319</c:v>
                </c:pt>
                <c:pt idx="11950">
                  <c:v>54320</c:v>
                </c:pt>
                <c:pt idx="11951">
                  <c:v>54321</c:v>
                </c:pt>
                <c:pt idx="11952">
                  <c:v>54322</c:v>
                </c:pt>
                <c:pt idx="11953">
                  <c:v>54323</c:v>
                </c:pt>
                <c:pt idx="11954">
                  <c:v>54324</c:v>
                </c:pt>
                <c:pt idx="11955">
                  <c:v>54325</c:v>
                </c:pt>
                <c:pt idx="11956">
                  <c:v>54326</c:v>
                </c:pt>
                <c:pt idx="11957">
                  <c:v>54327</c:v>
                </c:pt>
                <c:pt idx="11958">
                  <c:v>54328</c:v>
                </c:pt>
                <c:pt idx="11959">
                  <c:v>54329</c:v>
                </c:pt>
                <c:pt idx="11960">
                  <c:v>54330</c:v>
                </c:pt>
                <c:pt idx="11961">
                  <c:v>54331</c:v>
                </c:pt>
                <c:pt idx="11962">
                  <c:v>54332</c:v>
                </c:pt>
                <c:pt idx="11963">
                  <c:v>54333</c:v>
                </c:pt>
                <c:pt idx="11964">
                  <c:v>54334</c:v>
                </c:pt>
                <c:pt idx="11965">
                  <c:v>54335</c:v>
                </c:pt>
                <c:pt idx="11966">
                  <c:v>54336</c:v>
                </c:pt>
                <c:pt idx="11967">
                  <c:v>54337</c:v>
                </c:pt>
                <c:pt idx="11968">
                  <c:v>54338</c:v>
                </c:pt>
                <c:pt idx="11969">
                  <c:v>54339</c:v>
                </c:pt>
                <c:pt idx="11970">
                  <c:v>54340</c:v>
                </c:pt>
                <c:pt idx="11971">
                  <c:v>54341</c:v>
                </c:pt>
                <c:pt idx="11972">
                  <c:v>54342</c:v>
                </c:pt>
                <c:pt idx="11973">
                  <c:v>54343</c:v>
                </c:pt>
                <c:pt idx="11974">
                  <c:v>54344</c:v>
                </c:pt>
                <c:pt idx="11975">
                  <c:v>54345</c:v>
                </c:pt>
                <c:pt idx="11976">
                  <c:v>54346</c:v>
                </c:pt>
                <c:pt idx="11977">
                  <c:v>54347</c:v>
                </c:pt>
                <c:pt idx="11978">
                  <c:v>54348</c:v>
                </c:pt>
                <c:pt idx="11979">
                  <c:v>54349</c:v>
                </c:pt>
                <c:pt idx="11980">
                  <c:v>54350</c:v>
                </c:pt>
                <c:pt idx="11981">
                  <c:v>54351</c:v>
                </c:pt>
                <c:pt idx="11982">
                  <c:v>54352</c:v>
                </c:pt>
                <c:pt idx="11983">
                  <c:v>54353</c:v>
                </c:pt>
                <c:pt idx="11984">
                  <c:v>54354</c:v>
                </c:pt>
                <c:pt idx="11985">
                  <c:v>54355</c:v>
                </c:pt>
                <c:pt idx="11986">
                  <c:v>54356</c:v>
                </c:pt>
                <c:pt idx="11987">
                  <c:v>54357</c:v>
                </c:pt>
                <c:pt idx="11988">
                  <c:v>54358</c:v>
                </c:pt>
                <c:pt idx="11989">
                  <c:v>54359</c:v>
                </c:pt>
                <c:pt idx="11990">
                  <c:v>54360</c:v>
                </c:pt>
                <c:pt idx="11991">
                  <c:v>54361</c:v>
                </c:pt>
                <c:pt idx="11992">
                  <c:v>54362</c:v>
                </c:pt>
                <c:pt idx="11993">
                  <c:v>54363</c:v>
                </c:pt>
                <c:pt idx="11994">
                  <c:v>54364</c:v>
                </c:pt>
                <c:pt idx="11995">
                  <c:v>54365</c:v>
                </c:pt>
                <c:pt idx="11996">
                  <c:v>54366</c:v>
                </c:pt>
                <c:pt idx="11997">
                  <c:v>54367</c:v>
                </c:pt>
                <c:pt idx="11998">
                  <c:v>54368</c:v>
                </c:pt>
                <c:pt idx="11999">
                  <c:v>54369</c:v>
                </c:pt>
                <c:pt idx="12000">
                  <c:v>54370</c:v>
                </c:pt>
                <c:pt idx="12001">
                  <c:v>54371</c:v>
                </c:pt>
                <c:pt idx="12002">
                  <c:v>54372</c:v>
                </c:pt>
                <c:pt idx="12003">
                  <c:v>54373</c:v>
                </c:pt>
                <c:pt idx="12004">
                  <c:v>54374</c:v>
                </c:pt>
                <c:pt idx="12005">
                  <c:v>54375</c:v>
                </c:pt>
                <c:pt idx="12006">
                  <c:v>54376</c:v>
                </c:pt>
                <c:pt idx="12007">
                  <c:v>54377</c:v>
                </c:pt>
                <c:pt idx="12008">
                  <c:v>54378</c:v>
                </c:pt>
                <c:pt idx="12009">
                  <c:v>54379</c:v>
                </c:pt>
                <c:pt idx="12010">
                  <c:v>54380</c:v>
                </c:pt>
                <c:pt idx="12011">
                  <c:v>54381</c:v>
                </c:pt>
                <c:pt idx="12012">
                  <c:v>54382</c:v>
                </c:pt>
                <c:pt idx="12013">
                  <c:v>54383</c:v>
                </c:pt>
                <c:pt idx="12014">
                  <c:v>54384</c:v>
                </c:pt>
                <c:pt idx="12015">
                  <c:v>54385</c:v>
                </c:pt>
                <c:pt idx="12016">
                  <c:v>54386</c:v>
                </c:pt>
                <c:pt idx="12017">
                  <c:v>54387</c:v>
                </c:pt>
                <c:pt idx="12018">
                  <c:v>54388</c:v>
                </c:pt>
                <c:pt idx="12019">
                  <c:v>54389</c:v>
                </c:pt>
                <c:pt idx="12020">
                  <c:v>54390</c:v>
                </c:pt>
                <c:pt idx="12021">
                  <c:v>54391</c:v>
                </c:pt>
                <c:pt idx="12022">
                  <c:v>54392</c:v>
                </c:pt>
                <c:pt idx="12023">
                  <c:v>54393</c:v>
                </c:pt>
                <c:pt idx="12024">
                  <c:v>54394</c:v>
                </c:pt>
                <c:pt idx="12025">
                  <c:v>54395</c:v>
                </c:pt>
                <c:pt idx="12026">
                  <c:v>54396</c:v>
                </c:pt>
                <c:pt idx="12027">
                  <c:v>54397</c:v>
                </c:pt>
                <c:pt idx="12028">
                  <c:v>54398</c:v>
                </c:pt>
                <c:pt idx="12029">
                  <c:v>54399</c:v>
                </c:pt>
                <c:pt idx="12030">
                  <c:v>54400</c:v>
                </c:pt>
                <c:pt idx="12031">
                  <c:v>54401</c:v>
                </c:pt>
                <c:pt idx="12032">
                  <c:v>54402</c:v>
                </c:pt>
                <c:pt idx="12033">
                  <c:v>54403</c:v>
                </c:pt>
                <c:pt idx="12034">
                  <c:v>54404</c:v>
                </c:pt>
                <c:pt idx="12035">
                  <c:v>54405</c:v>
                </c:pt>
                <c:pt idx="12036">
                  <c:v>54406</c:v>
                </c:pt>
                <c:pt idx="12037">
                  <c:v>54407</c:v>
                </c:pt>
                <c:pt idx="12038">
                  <c:v>54408</c:v>
                </c:pt>
                <c:pt idx="12039">
                  <c:v>54409</c:v>
                </c:pt>
                <c:pt idx="12040">
                  <c:v>54410</c:v>
                </c:pt>
                <c:pt idx="12041">
                  <c:v>54411</c:v>
                </c:pt>
                <c:pt idx="12042">
                  <c:v>54412</c:v>
                </c:pt>
                <c:pt idx="12043">
                  <c:v>54413</c:v>
                </c:pt>
                <c:pt idx="12044">
                  <c:v>54414</c:v>
                </c:pt>
                <c:pt idx="12045">
                  <c:v>54415</c:v>
                </c:pt>
                <c:pt idx="12046">
                  <c:v>54416</c:v>
                </c:pt>
                <c:pt idx="12047">
                  <c:v>54417</c:v>
                </c:pt>
                <c:pt idx="12048">
                  <c:v>54418</c:v>
                </c:pt>
                <c:pt idx="12049">
                  <c:v>54419</c:v>
                </c:pt>
                <c:pt idx="12050">
                  <c:v>54420</c:v>
                </c:pt>
                <c:pt idx="12051">
                  <c:v>54421</c:v>
                </c:pt>
                <c:pt idx="12052">
                  <c:v>54422</c:v>
                </c:pt>
                <c:pt idx="12053">
                  <c:v>54423</c:v>
                </c:pt>
                <c:pt idx="12054">
                  <c:v>54424</c:v>
                </c:pt>
                <c:pt idx="12055">
                  <c:v>54425</c:v>
                </c:pt>
                <c:pt idx="12056">
                  <c:v>54426</c:v>
                </c:pt>
                <c:pt idx="12057">
                  <c:v>54427</c:v>
                </c:pt>
                <c:pt idx="12058">
                  <c:v>54428</c:v>
                </c:pt>
                <c:pt idx="12059">
                  <c:v>54429</c:v>
                </c:pt>
                <c:pt idx="12060">
                  <c:v>54430</c:v>
                </c:pt>
                <c:pt idx="12061">
                  <c:v>54431</c:v>
                </c:pt>
                <c:pt idx="12062">
                  <c:v>54432</c:v>
                </c:pt>
                <c:pt idx="12063">
                  <c:v>54433</c:v>
                </c:pt>
                <c:pt idx="12064">
                  <c:v>54434</c:v>
                </c:pt>
                <c:pt idx="12065">
                  <c:v>54435</c:v>
                </c:pt>
                <c:pt idx="12066">
                  <c:v>54436</c:v>
                </c:pt>
                <c:pt idx="12067">
                  <c:v>54437</c:v>
                </c:pt>
                <c:pt idx="12068">
                  <c:v>54438</c:v>
                </c:pt>
                <c:pt idx="12069">
                  <c:v>54439</c:v>
                </c:pt>
                <c:pt idx="12070">
                  <c:v>54440</c:v>
                </c:pt>
                <c:pt idx="12071">
                  <c:v>54441</c:v>
                </c:pt>
                <c:pt idx="12072">
                  <c:v>54442</c:v>
                </c:pt>
                <c:pt idx="12073">
                  <c:v>54443</c:v>
                </c:pt>
                <c:pt idx="12074">
                  <c:v>54444</c:v>
                </c:pt>
                <c:pt idx="12075">
                  <c:v>54445</c:v>
                </c:pt>
                <c:pt idx="12076">
                  <c:v>54446</c:v>
                </c:pt>
                <c:pt idx="12077">
                  <c:v>54447</c:v>
                </c:pt>
                <c:pt idx="12078">
                  <c:v>54448</c:v>
                </c:pt>
                <c:pt idx="12079">
                  <c:v>54449</c:v>
                </c:pt>
                <c:pt idx="12080">
                  <c:v>54450</c:v>
                </c:pt>
                <c:pt idx="12081">
                  <c:v>54451</c:v>
                </c:pt>
                <c:pt idx="12082">
                  <c:v>54452</c:v>
                </c:pt>
                <c:pt idx="12083">
                  <c:v>54453</c:v>
                </c:pt>
                <c:pt idx="12084">
                  <c:v>54454</c:v>
                </c:pt>
                <c:pt idx="12085">
                  <c:v>54455</c:v>
                </c:pt>
                <c:pt idx="12086">
                  <c:v>54456</c:v>
                </c:pt>
                <c:pt idx="12087">
                  <c:v>54457</c:v>
                </c:pt>
                <c:pt idx="12088">
                  <c:v>54458</c:v>
                </c:pt>
                <c:pt idx="12089">
                  <c:v>54459</c:v>
                </c:pt>
                <c:pt idx="12090">
                  <c:v>54460</c:v>
                </c:pt>
                <c:pt idx="12091">
                  <c:v>54461</c:v>
                </c:pt>
                <c:pt idx="12092">
                  <c:v>54462</c:v>
                </c:pt>
                <c:pt idx="12093">
                  <c:v>54463</c:v>
                </c:pt>
                <c:pt idx="12094">
                  <c:v>54464</c:v>
                </c:pt>
                <c:pt idx="12095">
                  <c:v>54465</c:v>
                </c:pt>
                <c:pt idx="12096">
                  <c:v>54466</c:v>
                </c:pt>
                <c:pt idx="12097">
                  <c:v>54467</c:v>
                </c:pt>
                <c:pt idx="12098">
                  <c:v>54468</c:v>
                </c:pt>
                <c:pt idx="12099">
                  <c:v>54469</c:v>
                </c:pt>
                <c:pt idx="12100">
                  <c:v>54470</c:v>
                </c:pt>
                <c:pt idx="12101">
                  <c:v>54471</c:v>
                </c:pt>
                <c:pt idx="12102">
                  <c:v>54472</c:v>
                </c:pt>
                <c:pt idx="12103">
                  <c:v>54473</c:v>
                </c:pt>
                <c:pt idx="12104">
                  <c:v>54474</c:v>
                </c:pt>
                <c:pt idx="12105">
                  <c:v>54475</c:v>
                </c:pt>
                <c:pt idx="12106">
                  <c:v>54476</c:v>
                </c:pt>
                <c:pt idx="12107">
                  <c:v>54477</c:v>
                </c:pt>
                <c:pt idx="12108">
                  <c:v>54478</c:v>
                </c:pt>
                <c:pt idx="12109">
                  <c:v>54479</c:v>
                </c:pt>
                <c:pt idx="12110">
                  <c:v>54480</c:v>
                </c:pt>
                <c:pt idx="12111">
                  <c:v>54481</c:v>
                </c:pt>
                <c:pt idx="12112">
                  <c:v>54482</c:v>
                </c:pt>
                <c:pt idx="12113">
                  <c:v>54483</c:v>
                </c:pt>
                <c:pt idx="12114">
                  <c:v>54484</c:v>
                </c:pt>
                <c:pt idx="12115">
                  <c:v>54485</c:v>
                </c:pt>
                <c:pt idx="12116">
                  <c:v>54486</c:v>
                </c:pt>
                <c:pt idx="12117">
                  <c:v>54487</c:v>
                </c:pt>
                <c:pt idx="12118">
                  <c:v>54488</c:v>
                </c:pt>
                <c:pt idx="12119">
                  <c:v>54489</c:v>
                </c:pt>
                <c:pt idx="12120">
                  <c:v>54490</c:v>
                </c:pt>
                <c:pt idx="12121">
                  <c:v>54491</c:v>
                </c:pt>
                <c:pt idx="12122">
                  <c:v>54492</c:v>
                </c:pt>
                <c:pt idx="12123">
                  <c:v>54493</c:v>
                </c:pt>
                <c:pt idx="12124">
                  <c:v>54494</c:v>
                </c:pt>
                <c:pt idx="12125">
                  <c:v>54495</c:v>
                </c:pt>
                <c:pt idx="12126">
                  <c:v>54496</c:v>
                </c:pt>
                <c:pt idx="12127">
                  <c:v>54497</c:v>
                </c:pt>
                <c:pt idx="12128">
                  <c:v>54498</c:v>
                </c:pt>
                <c:pt idx="12129">
                  <c:v>54499</c:v>
                </c:pt>
                <c:pt idx="12130">
                  <c:v>54500</c:v>
                </c:pt>
                <c:pt idx="12131">
                  <c:v>54501</c:v>
                </c:pt>
                <c:pt idx="12132">
                  <c:v>54502</c:v>
                </c:pt>
                <c:pt idx="12133">
                  <c:v>54503</c:v>
                </c:pt>
                <c:pt idx="12134">
                  <c:v>54504</c:v>
                </c:pt>
                <c:pt idx="12135">
                  <c:v>54505</c:v>
                </c:pt>
                <c:pt idx="12136">
                  <c:v>54506</c:v>
                </c:pt>
                <c:pt idx="12137">
                  <c:v>54507</c:v>
                </c:pt>
                <c:pt idx="12138">
                  <c:v>54508</c:v>
                </c:pt>
                <c:pt idx="12139">
                  <c:v>54509</c:v>
                </c:pt>
                <c:pt idx="12140">
                  <c:v>54510</c:v>
                </c:pt>
                <c:pt idx="12141">
                  <c:v>54511</c:v>
                </c:pt>
                <c:pt idx="12142">
                  <c:v>54512</c:v>
                </c:pt>
                <c:pt idx="12143">
                  <c:v>54513</c:v>
                </c:pt>
                <c:pt idx="12144">
                  <c:v>54514</c:v>
                </c:pt>
                <c:pt idx="12145">
                  <c:v>54515</c:v>
                </c:pt>
                <c:pt idx="12146">
                  <c:v>54516</c:v>
                </c:pt>
                <c:pt idx="12147">
                  <c:v>54517</c:v>
                </c:pt>
                <c:pt idx="12148">
                  <c:v>54518</c:v>
                </c:pt>
                <c:pt idx="12149">
                  <c:v>54519</c:v>
                </c:pt>
                <c:pt idx="12150">
                  <c:v>54520</c:v>
                </c:pt>
                <c:pt idx="12151">
                  <c:v>54521</c:v>
                </c:pt>
                <c:pt idx="12152">
                  <c:v>54522</c:v>
                </c:pt>
                <c:pt idx="12153">
                  <c:v>54523</c:v>
                </c:pt>
                <c:pt idx="12154">
                  <c:v>54524</c:v>
                </c:pt>
                <c:pt idx="12155">
                  <c:v>54525</c:v>
                </c:pt>
                <c:pt idx="12156">
                  <c:v>54526</c:v>
                </c:pt>
                <c:pt idx="12157">
                  <c:v>54527</c:v>
                </c:pt>
                <c:pt idx="12158">
                  <c:v>54528</c:v>
                </c:pt>
                <c:pt idx="12159">
                  <c:v>54529</c:v>
                </c:pt>
                <c:pt idx="12160">
                  <c:v>54530</c:v>
                </c:pt>
                <c:pt idx="12161">
                  <c:v>54531</c:v>
                </c:pt>
                <c:pt idx="12162">
                  <c:v>54532</c:v>
                </c:pt>
                <c:pt idx="12163">
                  <c:v>54533</c:v>
                </c:pt>
                <c:pt idx="12164">
                  <c:v>54534</c:v>
                </c:pt>
                <c:pt idx="12165">
                  <c:v>54535</c:v>
                </c:pt>
                <c:pt idx="12166">
                  <c:v>54536</c:v>
                </c:pt>
                <c:pt idx="12167">
                  <c:v>54537</c:v>
                </c:pt>
                <c:pt idx="12168">
                  <c:v>54538</c:v>
                </c:pt>
                <c:pt idx="12169">
                  <c:v>54539</c:v>
                </c:pt>
                <c:pt idx="12170">
                  <c:v>54540</c:v>
                </c:pt>
                <c:pt idx="12171">
                  <c:v>54541</c:v>
                </c:pt>
                <c:pt idx="12172">
                  <c:v>54542</c:v>
                </c:pt>
                <c:pt idx="12173">
                  <c:v>54543</c:v>
                </c:pt>
                <c:pt idx="12174">
                  <c:v>54544</c:v>
                </c:pt>
                <c:pt idx="12175">
                  <c:v>54545</c:v>
                </c:pt>
                <c:pt idx="12176">
                  <c:v>54546</c:v>
                </c:pt>
                <c:pt idx="12177">
                  <c:v>54547</c:v>
                </c:pt>
                <c:pt idx="12178">
                  <c:v>54548</c:v>
                </c:pt>
                <c:pt idx="12179">
                  <c:v>54549</c:v>
                </c:pt>
                <c:pt idx="12180">
                  <c:v>54550</c:v>
                </c:pt>
                <c:pt idx="12181">
                  <c:v>54551</c:v>
                </c:pt>
                <c:pt idx="12182">
                  <c:v>54552</c:v>
                </c:pt>
                <c:pt idx="12183">
                  <c:v>54553</c:v>
                </c:pt>
                <c:pt idx="12184">
                  <c:v>54554</c:v>
                </c:pt>
                <c:pt idx="12185">
                  <c:v>54555</c:v>
                </c:pt>
                <c:pt idx="12186">
                  <c:v>54556</c:v>
                </c:pt>
                <c:pt idx="12187">
                  <c:v>54557</c:v>
                </c:pt>
                <c:pt idx="12188">
                  <c:v>54558</c:v>
                </c:pt>
                <c:pt idx="12189">
                  <c:v>54559</c:v>
                </c:pt>
                <c:pt idx="12190">
                  <c:v>54560</c:v>
                </c:pt>
                <c:pt idx="12191">
                  <c:v>54561</c:v>
                </c:pt>
                <c:pt idx="12192">
                  <c:v>54562</c:v>
                </c:pt>
                <c:pt idx="12193">
                  <c:v>54563</c:v>
                </c:pt>
                <c:pt idx="12194">
                  <c:v>54564</c:v>
                </c:pt>
                <c:pt idx="12195">
                  <c:v>54565</c:v>
                </c:pt>
                <c:pt idx="12196">
                  <c:v>54566</c:v>
                </c:pt>
                <c:pt idx="12197">
                  <c:v>54567</c:v>
                </c:pt>
                <c:pt idx="12198">
                  <c:v>54568</c:v>
                </c:pt>
                <c:pt idx="12199">
                  <c:v>54569</c:v>
                </c:pt>
                <c:pt idx="12200">
                  <c:v>54570</c:v>
                </c:pt>
                <c:pt idx="12201">
                  <c:v>54571</c:v>
                </c:pt>
                <c:pt idx="12202">
                  <c:v>54572</c:v>
                </c:pt>
                <c:pt idx="12203">
                  <c:v>54573</c:v>
                </c:pt>
                <c:pt idx="12204">
                  <c:v>54574</c:v>
                </c:pt>
                <c:pt idx="12205">
                  <c:v>54575</c:v>
                </c:pt>
                <c:pt idx="12206">
                  <c:v>54576</c:v>
                </c:pt>
                <c:pt idx="12207">
                  <c:v>54577</c:v>
                </c:pt>
                <c:pt idx="12208">
                  <c:v>54578</c:v>
                </c:pt>
                <c:pt idx="12209">
                  <c:v>54579</c:v>
                </c:pt>
                <c:pt idx="12210">
                  <c:v>54580</c:v>
                </c:pt>
                <c:pt idx="12211">
                  <c:v>54581</c:v>
                </c:pt>
                <c:pt idx="12212">
                  <c:v>54582</c:v>
                </c:pt>
                <c:pt idx="12213">
                  <c:v>54583</c:v>
                </c:pt>
                <c:pt idx="12214">
                  <c:v>54584</c:v>
                </c:pt>
                <c:pt idx="12215">
                  <c:v>54585</c:v>
                </c:pt>
                <c:pt idx="12216">
                  <c:v>54586</c:v>
                </c:pt>
                <c:pt idx="12217">
                  <c:v>54587</c:v>
                </c:pt>
                <c:pt idx="12218">
                  <c:v>54588</c:v>
                </c:pt>
                <c:pt idx="12219">
                  <c:v>54589</c:v>
                </c:pt>
                <c:pt idx="12220">
                  <c:v>54590</c:v>
                </c:pt>
                <c:pt idx="12221">
                  <c:v>54591</c:v>
                </c:pt>
                <c:pt idx="12222">
                  <c:v>54592</c:v>
                </c:pt>
                <c:pt idx="12223">
                  <c:v>54593</c:v>
                </c:pt>
                <c:pt idx="12224">
                  <c:v>54594</c:v>
                </c:pt>
                <c:pt idx="12225">
                  <c:v>54595</c:v>
                </c:pt>
                <c:pt idx="12226">
                  <c:v>54596</c:v>
                </c:pt>
                <c:pt idx="12227">
                  <c:v>54597</c:v>
                </c:pt>
                <c:pt idx="12228">
                  <c:v>54598</c:v>
                </c:pt>
                <c:pt idx="12229">
                  <c:v>54599</c:v>
                </c:pt>
                <c:pt idx="12230">
                  <c:v>54600</c:v>
                </c:pt>
                <c:pt idx="12231">
                  <c:v>54601</c:v>
                </c:pt>
                <c:pt idx="12232">
                  <c:v>54602</c:v>
                </c:pt>
                <c:pt idx="12233">
                  <c:v>54603</c:v>
                </c:pt>
                <c:pt idx="12234">
                  <c:v>54604</c:v>
                </c:pt>
                <c:pt idx="12235">
                  <c:v>54605</c:v>
                </c:pt>
                <c:pt idx="12236">
                  <c:v>54606</c:v>
                </c:pt>
                <c:pt idx="12237">
                  <c:v>54607</c:v>
                </c:pt>
                <c:pt idx="12238">
                  <c:v>54608</c:v>
                </c:pt>
                <c:pt idx="12239">
                  <c:v>54609</c:v>
                </c:pt>
                <c:pt idx="12240">
                  <c:v>54610</c:v>
                </c:pt>
                <c:pt idx="12241">
                  <c:v>54611</c:v>
                </c:pt>
                <c:pt idx="12242">
                  <c:v>54612</c:v>
                </c:pt>
                <c:pt idx="12243">
                  <c:v>54613</c:v>
                </c:pt>
                <c:pt idx="12244">
                  <c:v>54614</c:v>
                </c:pt>
                <c:pt idx="12245">
                  <c:v>54615</c:v>
                </c:pt>
                <c:pt idx="12246">
                  <c:v>54616</c:v>
                </c:pt>
                <c:pt idx="12247">
                  <c:v>54617</c:v>
                </c:pt>
                <c:pt idx="12248">
                  <c:v>54618</c:v>
                </c:pt>
                <c:pt idx="12249">
                  <c:v>54619</c:v>
                </c:pt>
                <c:pt idx="12250">
                  <c:v>54620</c:v>
                </c:pt>
                <c:pt idx="12251">
                  <c:v>54621</c:v>
                </c:pt>
                <c:pt idx="12252">
                  <c:v>54622</c:v>
                </c:pt>
                <c:pt idx="12253">
                  <c:v>54623</c:v>
                </c:pt>
                <c:pt idx="12254">
                  <c:v>54624</c:v>
                </c:pt>
                <c:pt idx="12255">
                  <c:v>54625</c:v>
                </c:pt>
                <c:pt idx="12256">
                  <c:v>54626</c:v>
                </c:pt>
                <c:pt idx="12257">
                  <c:v>54627</c:v>
                </c:pt>
                <c:pt idx="12258">
                  <c:v>54628</c:v>
                </c:pt>
                <c:pt idx="12259">
                  <c:v>54629</c:v>
                </c:pt>
                <c:pt idx="12260">
                  <c:v>54630</c:v>
                </c:pt>
                <c:pt idx="12261">
                  <c:v>54631</c:v>
                </c:pt>
                <c:pt idx="12262">
                  <c:v>54632</c:v>
                </c:pt>
                <c:pt idx="12263">
                  <c:v>54633</c:v>
                </c:pt>
                <c:pt idx="12264">
                  <c:v>54634</c:v>
                </c:pt>
                <c:pt idx="12265">
                  <c:v>54635</c:v>
                </c:pt>
                <c:pt idx="12266">
                  <c:v>54636</c:v>
                </c:pt>
                <c:pt idx="12267">
                  <c:v>54637</c:v>
                </c:pt>
                <c:pt idx="12268">
                  <c:v>54638</c:v>
                </c:pt>
                <c:pt idx="12269">
                  <c:v>54639</c:v>
                </c:pt>
                <c:pt idx="12270">
                  <c:v>54640</c:v>
                </c:pt>
                <c:pt idx="12271">
                  <c:v>54641</c:v>
                </c:pt>
                <c:pt idx="12272">
                  <c:v>54642</c:v>
                </c:pt>
                <c:pt idx="12273">
                  <c:v>54643</c:v>
                </c:pt>
                <c:pt idx="12274">
                  <c:v>54644</c:v>
                </c:pt>
                <c:pt idx="12275">
                  <c:v>54645</c:v>
                </c:pt>
                <c:pt idx="12276">
                  <c:v>54646</c:v>
                </c:pt>
                <c:pt idx="12277">
                  <c:v>54647</c:v>
                </c:pt>
                <c:pt idx="12278">
                  <c:v>54648</c:v>
                </c:pt>
                <c:pt idx="12279">
                  <c:v>54649</c:v>
                </c:pt>
                <c:pt idx="12280">
                  <c:v>54650</c:v>
                </c:pt>
                <c:pt idx="12281">
                  <c:v>54651</c:v>
                </c:pt>
                <c:pt idx="12282">
                  <c:v>54652</c:v>
                </c:pt>
                <c:pt idx="12283">
                  <c:v>54653</c:v>
                </c:pt>
                <c:pt idx="12284">
                  <c:v>54654</c:v>
                </c:pt>
                <c:pt idx="12285">
                  <c:v>54655</c:v>
                </c:pt>
                <c:pt idx="12286">
                  <c:v>54656</c:v>
                </c:pt>
                <c:pt idx="12287">
                  <c:v>54657</c:v>
                </c:pt>
                <c:pt idx="12288">
                  <c:v>54658</c:v>
                </c:pt>
                <c:pt idx="12289">
                  <c:v>54659</c:v>
                </c:pt>
                <c:pt idx="12290">
                  <c:v>54660</c:v>
                </c:pt>
                <c:pt idx="12291">
                  <c:v>54661</c:v>
                </c:pt>
                <c:pt idx="12292">
                  <c:v>54662</c:v>
                </c:pt>
                <c:pt idx="12293">
                  <c:v>54663</c:v>
                </c:pt>
                <c:pt idx="12294">
                  <c:v>54664</c:v>
                </c:pt>
                <c:pt idx="12295">
                  <c:v>54665</c:v>
                </c:pt>
                <c:pt idx="12296">
                  <c:v>54666</c:v>
                </c:pt>
                <c:pt idx="12297">
                  <c:v>54667</c:v>
                </c:pt>
                <c:pt idx="12298">
                  <c:v>54668</c:v>
                </c:pt>
                <c:pt idx="12299">
                  <c:v>54669</c:v>
                </c:pt>
                <c:pt idx="12300">
                  <c:v>54670</c:v>
                </c:pt>
                <c:pt idx="12301">
                  <c:v>54671</c:v>
                </c:pt>
                <c:pt idx="12302">
                  <c:v>54672</c:v>
                </c:pt>
                <c:pt idx="12303">
                  <c:v>54673</c:v>
                </c:pt>
                <c:pt idx="12304">
                  <c:v>54674</c:v>
                </c:pt>
                <c:pt idx="12305">
                  <c:v>54675</c:v>
                </c:pt>
                <c:pt idx="12306">
                  <c:v>54676</c:v>
                </c:pt>
                <c:pt idx="12307">
                  <c:v>54677</c:v>
                </c:pt>
                <c:pt idx="12308">
                  <c:v>54678</c:v>
                </c:pt>
                <c:pt idx="12309">
                  <c:v>54679</c:v>
                </c:pt>
                <c:pt idx="12310">
                  <c:v>54680</c:v>
                </c:pt>
                <c:pt idx="12311">
                  <c:v>54681</c:v>
                </c:pt>
                <c:pt idx="12312">
                  <c:v>54682</c:v>
                </c:pt>
                <c:pt idx="12313">
                  <c:v>54683</c:v>
                </c:pt>
                <c:pt idx="12314">
                  <c:v>54684</c:v>
                </c:pt>
                <c:pt idx="12315">
                  <c:v>54685</c:v>
                </c:pt>
                <c:pt idx="12316">
                  <c:v>54686</c:v>
                </c:pt>
                <c:pt idx="12317">
                  <c:v>54687</c:v>
                </c:pt>
                <c:pt idx="12318">
                  <c:v>54688</c:v>
                </c:pt>
                <c:pt idx="12319">
                  <c:v>54689</c:v>
                </c:pt>
                <c:pt idx="12320">
                  <c:v>54690</c:v>
                </c:pt>
                <c:pt idx="12321">
                  <c:v>54691</c:v>
                </c:pt>
                <c:pt idx="12322">
                  <c:v>54692</c:v>
                </c:pt>
                <c:pt idx="12323">
                  <c:v>54693</c:v>
                </c:pt>
                <c:pt idx="12324">
                  <c:v>54694</c:v>
                </c:pt>
                <c:pt idx="12325">
                  <c:v>54695</c:v>
                </c:pt>
                <c:pt idx="12326">
                  <c:v>54696</c:v>
                </c:pt>
                <c:pt idx="12327">
                  <c:v>54697</c:v>
                </c:pt>
                <c:pt idx="12328">
                  <c:v>54698</c:v>
                </c:pt>
                <c:pt idx="12329">
                  <c:v>54699</c:v>
                </c:pt>
                <c:pt idx="12330">
                  <c:v>54700</c:v>
                </c:pt>
                <c:pt idx="12331">
                  <c:v>54701</c:v>
                </c:pt>
                <c:pt idx="12332">
                  <c:v>54702</c:v>
                </c:pt>
                <c:pt idx="12333">
                  <c:v>54703</c:v>
                </c:pt>
                <c:pt idx="12334">
                  <c:v>54704</c:v>
                </c:pt>
                <c:pt idx="12335">
                  <c:v>54705</c:v>
                </c:pt>
                <c:pt idx="12336">
                  <c:v>54706</c:v>
                </c:pt>
                <c:pt idx="12337">
                  <c:v>54707</c:v>
                </c:pt>
                <c:pt idx="12338">
                  <c:v>54708</c:v>
                </c:pt>
                <c:pt idx="12339">
                  <c:v>54709</c:v>
                </c:pt>
                <c:pt idx="12340">
                  <c:v>54710</c:v>
                </c:pt>
                <c:pt idx="12341">
                  <c:v>54711</c:v>
                </c:pt>
                <c:pt idx="12342">
                  <c:v>54712</c:v>
                </c:pt>
                <c:pt idx="12343">
                  <c:v>54713</c:v>
                </c:pt>
                <c:pt idx="12344">
                  <c:v>54714</c:v>
                </c:pt>
                <c:pt idx="12345">
                  <c:v>54715</c:v>
                </c:pt>
                <c:pt idx="12346">
                  <c:v>54716</c:v>
                </c:pt>
                <c:pt idx="12347">
                  <c:v>54717</c:v>
                </c:pt>
                <c:pt idx="12348">
                  <c:v>54718</c:v>
                </c:pt>
                <c:pt idx="12349">
                  <c:v>54719</c:v>
                </c:pt>
                <c:pt idx="12350">
                  <c:v>54720</c:v>
                </c:pt>
                <c:pt idx="12351">
                  <c:v>54721</c:v>
                </c:pt>
                <c:pt idx="12352">
                  <c:v>54722</c:v>
                </c:pt>
                <c:pt idx="12353">
                  <c:v>54723</c:v>
                </c:pt>
                <c:pt idx="12354">
                  <c:v>54724</c:v>
                </c:pt>
                <c:pt idx="12355">
                  <c:v>54725</c:v>
                </c:pt>
                <c:pt idx="12356">
                  <c:v>54726</c:v>
                </c:pt>
                <c:pt idx="12357">
                  <c:v>54727</c:v>
                </c:pt>
                <c:pt idx="12358">
                  <c:v>54728</c:v>
                </c:pt>
                <c:pt idx="12359">
                  <c:v>54729</c:v>
                </c:pt>
                <c:pt idx="12360">
                  <c:v>54730</c:v>
                </c:pt>
                <c:pt idx="12361">
                  <c:v>54731</c:v>
                </c:pt>
                <c:pt idx="12362">
                  <c:v>54732</c:v>
                </c:pt>
                <c:pt idx="12363">
                  <c:v>54733</c:v>
                </c:pt>
                <c:pt idx="12364">
                  <c:v>54734</c:v>
                </c:pt>
                <c:pt idx="12365">
                  <c:v>54735</c:v>
                </c:pt>
                <c:pt idx="12366">
                  <c:v>54736</c:v>
                </c:pt>
                <c:pt idx="12367">
                  <c:v>54737</c:v>
                </c:pt>
                <c:pt idx="12368">
                  <c:v>54738</c:v>
                </c:pt>
                <c:pt idx="12369">
                  <c:v>54739</c:v>
                </c:pt>
                <c:pt idx="12370">
                  <c:v>54740</c:v>
                </c:pt>
                <c:pt idx="12371">
                  <c:v>54741</c:v>
                </c:pt>
                <c:pt idx="12372">
                  <c:v>54742</c:v>
                </c:pt>
                <c:pt idx="12373">
                  <c:v>54743</c:v>
                </c:pt>
                <c:pt idx="12374">
                  <c:v>54744</c:v>
                </c:pt>
                <c:pt idx="12375">
                  <c:v>54745</c:v>
                </c:pt>
                <c:pt idx="12376">
                  <c:v>54746</c:v>
                </c:pt>
                <c:pt idx="12377">
                  <c:v>54747</c:v>
                </c:pt>
                <c:pt idx="12378">
                  <c:v>54748</c:v>
                </c:pt>
                <c:pt idx="12379">
                  <c:v>54749</c:v>
                </c:pt>
                <c:pt idx="12380">
                  <c:v>54750</c:v>
                </c:pt>
                <c:pt idx="12381">
                  <c:v>54751</c:v>
                </c:pt>
                <c:pt idx="12382">
                  <c:v>54752</c:v>
                </c:pt>
                <c:pt idx="12383">
                  <c:v>54753</c:v>
                </c:pt>
                <c:pt idx="12384">
                  <c:v>54754</c:v>
                </c:pt>
                <c:pt idx="12385">
                  <c:v>54755</c:v>
                </c:pt>
                <c:pt idx="12386">
                  <c:v>54756</c:v>
                </c:pt>
                <c:pt idx="12387">
                  <c:v>54757</c:v>
                </c:pt>
                <c:pt idx="12388">
                  <c:v>54758</c:v>
                </c:pt>
                <c:pt idx="12389">
                  <c:v>54759</c:v>
                </c:pt>
                <c:pt idx="12390">
                  <c:v>54760</c:v>
                </c:pt>
                <c:pt idx="12391">
                  <c:v>54761</c:v>
                </c:pt>
                <c:pt idx="12392">
                  <c:v>54762</c:v>
                </c:pt>
                <c:pt idx="12393">
                  <c:v>54763</c:v>
                </c:pt>
                <c:pt idx="12394">
                  <c:v>54764</c:v>
                </c:pt>
                <c:pt idx="12395">
                  <c:v>54765</c:v>
                </c:pt>
                <c:pt idx="12396">
                  <c:v>54766</c:v>
                </c:pt>
                <c:pt idx="12397">
                  <c:v>54767</c:v>
                </c:pt>
                <c:pt idx="12398">
                  <c:v>54768</c:v>
                </c:pt>
                <c:pt idx="12399">
                  <c:v>54769</c:v>
                </c:pt>
                <c:pt idx="12400">
                  <c:v>54770</c:v>
                </c:pt>
                <c:pt idx="12401">
                  <c:v>54771</c:v>
                </c:pt>
                <c:pt idx="12402">
                  <c:v>54772</c:v>
                </c:pt>
                <c:pt idx="12403">
                  <c:v>54773</c:v>
                </c:pt>
                <c:pt idx="12404">
                  <c:v>54774</c:v>
                </c:pt>
                <c:pt idx="12405">
                  <c:v>54775</c:v>
                </c:pt>
                <c:pt idx="12406">
                  <c:v>54776</c:v>
                </c:pt>
                <c:pt idx="12407">
                  <c:v>54777</c:v>
                </c:pt>
                <c:pt idx="12408">
                  <c:v>54778</c:v>
                </c:pt>
                <c:pt idx="12409">
                  <c:v>54779</c:v>
                </c:pt>
                <c:pt idx="12410">
                  <c:v>54780</c:v>
                </c:pt>
                <c:pt idx="12411">
                  <c:v>54781</c:v>
                </c:pt>
                <c:pt idx="12412">
                  <c:v>54782</c:v>
                </c:pt>
                <c:pt idx="12413">
                  <c:v>54783</c:v>
                </c:pt>
                <c:pt idx="12414">
                  <c:v>54784</c:v>
                </c:pt>
                <c:pt idx="12415">
                  <c:v>54785</c:v>
                </c:pt>
                <c:pt idx="12416">
                  <c:v>54786</c:v>
                </c:pt>
                <c:pt idx="12417">
                  <c:v>54787</c:v>
                </c:pt>
                <c:pt idx="12418">
                  <c:v>54788</c:v>
                </c:pt>
                <c:pt idx="12419">
                  <c:v>54789</c:v>
                </c:pt>
                <c:pt idx="12420">
                  <c:v>54790</c:v>
                </c:pt>
                <c:pt idx="12421">
                  <c:v>54791</c:v>
                </c:pt>
                <c:pt idx="12422">
                  <c:v>54792</c:v>
                </c:pt>
                <c:pt idx="12423">
                  <c:v>54793</c:v>
                </c:pt>
                <c:pt idx="12424">
                  <c:v>54794</c:v>
                </c:pt>
                <c:pt idx="12425">
                  <c:v>54795</c:v>
                </c:pt>
                <c:pt idx="12426">
                  <c:v>54796</c:v>
                </c:pt>
                <c:pt idx="12427">
                  <c:v>54797</c:v>
                </c:pt>
                <c:pt idx="12428">
                  <c:v>54798</c:v>
                </c:pt>
                <c:pt idx="12429">
                  <c:v>54799</c:v>
                </c:pt>
                <c:pt idx="12430">
                  <c:v>54800</c:v>
                </c:pt>
                <c:pt idx="12431">
                  <c:v>54801</c:v>
                </c:pt>
                <c:pt idx="12432">
                  <c:v>54802</c:v>
                </c:pt>
                <c:pt idx="12433">
                  <c:v>54803</c:v>
                </c:pt>
                <c:pt idx="12434">
                  <c:v>54804</c:v>
                </c:pt>
                <c:pt idx="12435">
                  <c:v>54805</c:v>
                </c:pt>
                <c:pt idx="12436">
                  <c:v>54806</c:v>
                </c:pt>
                <c:pt idx="12437">
                  <c:v>54807</c:v>
                </c:pt>
                <c:pt idx="12438">
                  <c:v>54808</c:v>
                </c:pt>
                <c:pt idx="12439">
                  <c:v>54809</c:v>
                </c:pt>
                <c:pt idx="12440">
                  <c:v>54810</c:v>
                </c:pt>
                <c:pt idx="12441">
                  <c:v>54811</c:v>
                </c:pt>
                <c:pt idx="12442">
                  <c:v>54812</c:v>
                </c:pt>
                <c:pt idx="12443">
                  <c:v>54813</c:v>
                </c:pt>
                <c:pt idx="12444">
                  <c:v>54814</c:v>
                </c:pt>
                <c:pt idx="12445">
                  <c:v>54815</c:v>
                </c:pt>
                <c:pt idx="12446">
                  <c:v>54816</c:v>
                </c:pt>
                <c:pt idx="12447">
                  <c:v>54817</c:v>
                </c:pt>
                <c:pt idx="12448">
                  <c:v>54818</c:v>
                </c:pt>
                <c:pt idx="12449">
                  <c:v>54819</c:v>
                </c:pt>
                <c:pt idx="12450">
                  <c:v>54820</c:v>
                </c:pt>
                <c:pt idx="12451">
                  <c:v>54821</c:v>
                </c:pt>
                <c:pt idx="12452">
                  <c:v>54822</c:v>
                </c:pt>
                <c:pt idx="12453">
                  <c:v>54823</c:v>
                </c:pt>
                <c:pt idx="12454">
                  <c:v>54824</c:v>
                </c:pt>
                <c:pt idx="12455">
                  <c:v>54825</c:v>
                </c:pt>
                <c:pt idx="12456">
                  <c:v>54826</c:v>
                </c:pt>
                <c:pt idx="12457">
                  <c:v>54827</c:v>
                </c:pt>
                <c:pt idx="12458">
                  <c:v>54828</c:v>
                </c:pt>
                <c:pt idx="12459">
                  <c:v>54829</c:v>
                </c:pt>
                <c:pt idx="12460">
                  <c:v>54830</c:v>
                </c:pt>
                <c:pt idx="12461">
                  <c:v>54831</c:v>
                </c:pt>
                <c:pt idx="12462">
                  <c:v>54832</c:v>
                </c:pt>
                <c:pt idx="12463">
                  <c:v>54833</c:v>
                </c:pt>
                <c:pt idx="12464">
                  <c:v>54834</c:v>
                </c:pt>
                <c:pt idx="12465">
                  <c:v>54835</c:v>
                </c:pt>
                <c:pt idx="12466">
                  <c:v>54836</c:v>
                </c:pt>
                <c:pt idx="12467">
                  <c:v>54837</c:v>
                </c:pt>
                <c:pt idx="12468">
                  <c:v>54838</c:v>
                </c:pt>
                <c:pt idx="12469">
                  <c:v>54839</c:v>
                </c:pt>
                <c:pt idx="12470">
                  <c:v>54840</c:v>
                </c:pt>
                <c:pt idx="12471">
                  <c:v>54841</c:v>
                </c:pt>
                <c:pt idx="12472">
                  <c:v>54842</c:v>
                </c:pt>
                <c:pt idx="12473">
                  <c:v>54843</c:v>
                </c:pt>
                <c:pt idx="12474">
                  <c:v>54844</c:v>
                </c:pt>
                <c:pt idx="12475">
                  <c:v>54845</c:v>
                </c:pt>
                <c:pt idx="12476">
                  <c:v>54846</c:v>
                </c:pt>
                <c:pt idx="12477">
                  <c:v>54847</c:v>
                </c:pt>
                <c:pt idx="12478">
                  <c:v>54848</c:v>
                </c:pt>
                <c:pt idx="12479">
                  <c:v>54849</c:v>
                </c:pt>
                <c:pt idx="12480">
                  <c:v>54850</c:v>
                </c:pt>
                <c:pt idx="12481">
                  <c:v>54851</c:v>
                </c:pt>
                <c:pt idx="12482">
                  <c:v>54852</c:v>
                </c:pt>
                <c:pt idx="12483">
                  <c:v>54853</c:v>
                </c:pt>
                <c:pt idx="12484">
                  <c:v>54854</c:v>
                </c:pt>
                <c:pt idx="12485">
                  <c:v>54855</c:v>
                </c:pt>
                <c:pt idx="12486">
                  <c:v>54856</c:v>
                </c:pt>
                <c:pt idx="12487">
                  <c:v>54857</c:v>
                </c:pt>
                <c:pt idx="12488">
                  <c:v>54858</c:v>
                </c:pt>
                <c:pt idx="12489">
                  <c:v>54859</c:v>
                </c:pt>
                <c:pt idx="12490">
                  <c:v>54860</c:v>
                </c:pt>
                <c:pt idx="12491">
                  <c:v>54861</c:v>
                </c:pt>
                <c:pt idx="12492">
                  <c:v>54862</c:v>
                </c:pt>
                <c:pt idx="12493">
                  <c:v>54863</c:v>
                </c:pt>
                <c:pt idx="12494">
                  <c:v>54864</c:v>
                </c:pt>
                <c:pt idx="12495">
                  <c:v>54865</c:v>
                </c:pt>
                <c:pt idx="12496">
                  <c:v>54866</c:v>
                </c:pt>
                <c:pt idx="12497">
                  <c:v>54867</c:v>
                </c:pt>
                <c:pt idx="12498">
                  <c:v>54868</c:v>
                </c:pt>
                <c:pt idx="12499">
                  <c:v>54869</c:v>
                </c:pt>
                <c:pt idx="12500">
                  <c:v>54870</c:v>
                </c:pt>
                <c:pt idx="12501">
                  <c:v>54871</c:v>
                </c:pt>
                <c:pt idx="12502">
                  <c:v>54872</c:v>
                </c:pt>
                <c:pt idx="12503">
                  <c:v>54873</c:v>
                </c:pt>
                <c:pt idx="12504">
                  <c:v>54874</c:v>
                </c:pt>
                <c:pt idx="12505">
                  <c:v>54875</c:v>
                </c:pt>
                <c:pt idx="12506">
                  <c:v>54876</c:v>
                </c:pt>
                <c:pt idx="12507">
                  <c:v>54877</c:v>
                </c:pt>
                <c:pt idx="12508">
                  <c:v>54878</c:v>
                </c:pt>
                <c:pt idx="12509">
                  <c:v>54879</c:v>
                </c:pt>
                <c:pt idx="12510">
                  <c:v>54880</c:v>
                </c:pt>
                <c:pt idx="12511">
                  <c:v>54881</c:v>
                </c:pt>
                <c:pt idx="12512">
                  <c:v>54882</c:v>
                </c:pt>
                <c:pt idx="12513">
                  <c:v>54883</c:v>
                </c:pt>
                <c:pt idx="12514">
                  <c:v>54884</c:v>
                </c:pt>
                <c:pt idx="12515">
                  <c:v>54885</c:v>
                </c:pt>
                <c:pt idx="12516">
                  <c:v>54886</c:v>
                </c:pt>
                <c:pt idx="12517">
                  <c:v>54887</c:v>
                </c:pt>
                <c:pt idx="12518">
                  <c:v>54888</c:v>
                </c:pt>
                <c:pt idx="12519">
                  <c:v>54889</c:v>
                </c:pt>
                <c:pt idx="12520">
                  <c:v>54890</c:v>
                </c:pt>
                <c:pt idx="12521">
                  <c:v>54891</c:v>
                </c:pt>
                <c:pt idx="12522">
                  <c:v>54892</c:v>
                </c:pt>
                <c:pt idx="12523">
                  <c:v>54893</c:v>
                </c:pt>
                <c:pt idx="12524">
                  <c:v>54894</c:v>
                </c:pt>
                <c:pt idx="12525">
                  <c:v>54895</c:v>
                </c:pt>
                <c:pt idx="12526">
                  <c:v>54896</c:v>
                </c:pt>
                <c:pt idx="12527">
                  <c:v>54897</c:v>
                </c:pt>
                <c:pt idx="12528">
                  <c:v>54898</c:v>
                </c:pt>
                <c:pt idx="12529">
                  <c:v>54899</c:v>
                </c:pt>
                <c:pt idx="12530">
                  <c:v>54900</c:v>
                </c:pt>
                <c:pt idx="12531">
                  <c:v>54901</c:v>
                </c:pt>
                <c:pt idx="12532">
                  <c:v>54902</c:v>
                </c:pt>
                <c:pt idx="12533">
                  <c:v>54903</c:v>
                </c:pt>
                <c:pt idx="12534">
                  <c:v>54904</c:v>
                </c:pt>
                <c:pt idx="12535">
                  <c:v>54905</c:v>
                </c:pt>
                <c:pt idx="12536">
                  <c:v>54906</c:v>
                </c:pt>
                <c:pt idx="12537">
                  <c:v>54907</c:v>
                </c:pt>
                <c:pt idx="12538">
                  <c:v>54908</c:v>
                </c:pt>
                <c:pt idx="12539">
                  <c:v>54909</c:v>
                </c:pt>
                <c:pt idx="12540">
                  <c:v>54910</c:v>
                </c:pt>
                <c:pt idx="12541">
                  <c:v>54911</c:v>
                </c:pt>
                <c:pt idx="12542">
                  <c:v>54912</c:v>
                </c:pt>
                <c:pt idx="12543">
                  <c:v>54913</c:v>
                </c:pt>
                <c:pt idx="12544">
                  <c:v>54914</c:v>
                </c:pt>
                <c:pt idx="12545">
                  <c:v>54915</c:v>
                </c:pt>
                <c:pt idx="12546">
                  <c:v>54916</c:v>
                </c:pt>
                <c:pt idx="12547">
                  <c:v>54917</c:v>
                </c:pt>
                <c:pt idx="12548">
                  <c:v>54918</c:v>
                </c:pt>
                <c:pt idx="12549">
                  <c:v>54919</c:v>
                </c:pt>
                <c:pt idx="12550">
                  <c:v>54920</c:v>
                </c:pt>
                <c:pt idx="12551">
                  <c:v>54921</c:v>
                </c:pt>
                <c:pt idx="12552">
                  <c:v>54922</c:v>
                </c:pt>
                <c:pt idx="12553">
                  <c:v>54923</c:v>
                </c:pt>
                <c:pt idx="12554">
                  <c:v>54924</c:v>
                </c:pt>
                <c:pt idx="12555">
                  <c:v>54925</c:v>
                </c:pt>
                <c:pt idx="12556">
                  <c:v>54926</c:v>
                </c:pt>
                <c:pt idx="12557">
                  <c:v>54927</c:v>
                </c:pt>
                <c:pt idx="12558">
                  <c:v>54928</c:v>
                </c:pt>
                <c:pt idx="12559">
                  <c:v>54929</c:v>
                </c:pt>
                <c:pt idx="12560">
                  <c:v>54930</c:v>
                </c:pt>
                <c:pt idx="12561">
                  <c:v>54931</c:v>
                </c:pt>
                <c:pt idx="12562">
                  <c:v>54932</c:v>
                </c:pt>
                <c:pt idx="12563">
                  <c:v>54933</c:v>
                </c:pt>
                <c:pt idx="12564">
                  <c:v>54934</c:v>
                </c:pt>
                <c:pt idx="12565">
                  <c:v>54935</c:v>
                </c:pt>
                <c:pt idx="12566">
                  <c:v>54936</c:v>
                </c:pt>
                <c:pt idx="12567">
                  <c:v>54937</c:v>
                </c:pt>
                <c:pt idx="12568">
                  <c:v>54938</c:v>
                </c:pt>
                <c:pt idx="12569">
                  <c:v>54939</c:v>
                </c:pt>
                <c:pt idx="12570">
                  <c:v>54940</c:v>
                </c:pt>
                <c:pt idx="12571">
                  <c:v>54941</c:v>
                </c:pt>
                <c:pt idx="12572">
                  <c:v>54942</c:v>
                </c:pt>
                <c:pt idx="12573">
                  <c:v>54943</c:v>
                </c:pt>
                <c:pt idx="12574">
                  <c:v>54944</c:v>
                </c:pt>
                <c:pt idx="12575">
                  <c:v>54945</c:v>
                </c:pt>
                <c:pt idx="12576">
                  <c:v>54946</c:v>
                </c:pt>
                <c:pt idx="12577">
                  <c:v>54947</c:v>
                </c:pt>
                <c:pt idx="12578">
                  <c:v>54948</c:v>
                </c:pt>
                <c:pt idx="12579">
                  <c:v>54949</c:v>
                </c:pt>
                <c:pt idx="12580">
                  <c:v>54950</c:v>
                </c:pt>
                <c:pt idx="12581">
                  <c:v>54951</c:v>
                </c:pt>
                <c:pt idx="12582">
                  <c:v>54952</c:v>
                </c:pt>
                <c:pt idx="12583">
                  <c:v>54953</c:v>
                </c:pt>
                <c:pt idx="12584">
                  <c:v>54954</c:v>
                </c:pt>
                <c:pt idx="12585">
                  <c:v>54955</c:v>
                </c:pt>
                <c:pt idx="12586">
                  <c:v>54956</c:v>
                </c:pt>
                <c:pt idx="12587">
                  <c:v>54957</c:v>
                </c:pt>
                <c:pt idx="12588">
                  <c:v>54958</c:v>
                </c:pt>
                <c:pt idx="12589">
                  <c:v>54959</c:v>
                </c:pt>
                <c:pt idx="12590">
                  <c:v>54960</c:v>
                </c:pt>
                <c:pt idx="12591">
                  <c:v>54961</c:v>
                </c:pt>
                <c:pt idx="12592">
                  <c:v>54962</c:v>
                </c:pt>
                <c:pt idx="12593">
                  <c:v>54963</c:v>
                </c:pt>
                <c:pt idx="12594">
                  <c:v>54964</c:v>
                </c:pt>
                <c:pt idx="12595">
                  <c:v>54965</c:v>
                </c:pt>
                <c:pt idx="12596">
                  <c:v>54966</c:v>
                </c:pt>
                <c:pt idx="12597">
                  <c:v>54967</c:v>
                </c:pt>
                <c:pt idx="12598">
                  <c:v>54968</c:v>
                </c:pt>
                <c:pt idx="12599">
                  <c:v>54969</c:v>
                </c:pt>
                <c:pt idx="12600">
                  <c:v>54970</c:v>
                </c:pt>
                <c:pt idx="12601">
                  <c:v>54971</c:v>
                </c:pt>
                <c:pt idx="12602">
                  <c:v>54972</c:v>
                </c:pt>
                <c:pt idx="12603">
                  <c:v>54973</c:v>
                </c:pt>
                <c:pt idx="12604">
                  <c:v>54974</c:v>
                </c:pt>
                <c:pt idx="12605">
                  <c:v>54975</c:v>
                </c:pt>
                <c:pt idx="12606">
                  <c:v>54976</c:v>
                </c:pt>
                <c:pt idx="12607">
                  <c:v>54977</c:v>
                </c:pt>
                <c:pt idx="12608">
                  <c:v>54978</c:v>
                </c:pt>
                <c:pt idx="12609">
                  <c:v>54979</c:v>
                </c:pt>
                <c:pt idx="12610">
                  <c:v>54980</c:v>
                </c:pt>
                <c:pt idx="12611">
                  <c:v>54981</c:v>
                </c:pt>
                <c:pt idx="12612">
                  <c:v>54982</c:v>
                </c:pt>
                <c:pt idx="12613">
                  <c:v>54983</c:v>
                </c:pt>
                <c:pt idx="12614">
                  <c:v>54984</c:v>
                </c:pt>
                <c:pt idx="12615">
                  <c:v>54985</c:v>
                </c:pt>
                <c:pt idx="12616">
                  <c:v>54986</c:v>
                </c:pt>
                <c:pt idx="12617">
                  <c:v>54987</c:v>
                </c:pt>
                <c:pt idx="12618">
                  <c:v>54988</c:v>
                </c:pt>
                <c:pt idx="12619">
                  <c:v>54989</c:v>
                </c:pt>
                <c:pt idx="12620">
                  <c:v>54990</c:v>
                </c:pt>
                <c:pt idx="12621">
                  <c:v>54991</c:v>
                </c:pt>
                <c:pt idx="12622">
                  <c:v>54992</c:v>
                </c:pt>
                <c:pt idx="12623">
                  <c:v>54993</c:v>
                </c:pt>
                <c:pt idx="12624">
                  <c:v>54994</c:v>
                </c:pt>
                <c:pt idx="12625">
                  <c:v>54995</c:v>
                </c:pt>
                <c:pt idx="12626">
                  <c:v>54996</c:v>
                </c:pt>
                <c:pt idx="12627">
                  <c:v>54997</c:v>
                </c:pt>
                <c:pt idx="12628">
                  <c:v>54998</c:v>
                </c:pt>
                <c:pt idx="12629">
                  <c:v>54999</c:v>
                </c:pt>
                <c:pt idx="12630">
                  <c:v>55000</c:v>
                </c:pt>
                <c:pt idx="12631">
                  <c:v>55001</c:v>
                </c:pt>
                <c:pt idx="12632">
                  <c:v>55002</c:v>
                </c:pt>
                <c:pt idx="12633">
                  <c:v>55003</c:v>
                </c:pt>
                <c:pt idx="12634">
                  <c:v>55004</c:v>
                </c:pt>
                <c:pt idx="12635">
                  <c:v>55005</c:v>
                </c:pt>
                <c:pt idx="12636">
                  <c:v>55006</c:v>
                </c:pt>
                <c:pt idx="12637">
                  <c:v>55007</c:v>
                </c:pt>
                <c:pt idx="12638">
                  <c:v>55008</c:v>
                </c:pt>
                <c:pt idx="12639">
                  <c:v>55009</c:v>
                </c:pt>
                <c:pt idx="12640">
                  <c:v>55010</c:v>
                </c:pt>
                <c:pt idx="12641">
                  <c:v>55011</c:v>
                </c:pt>
                <c:pt idx="12642">
                  <c:v>55012</c:v>
                </c:pt>
                <c:pt idx="12643">
                  <c:v>55013</c:v>
                </c:pt>
                <c:pt idx="12644">
                  <c:v>55014</c:v>
                </c:pt>
                <c:pt idx="12645">
                  <c:v>55015</c:v>
                </c:pt>
                <c:pt idx="12646">
                  <c:v>55016</c:v>
                </c:pt>
                <c:pt idx="12647">
                  <c:v>55017</c:v>
                </c:pt>
                <c:pt idx="12648">
                  <c:v>55018</c:v>
                </c:pt>
                <c:pt idx="12649">
                  <c:v>55019</c:v>
                </c:pt>
                <c:pt idx="12650">
                  <c:v>55020</c:v>
                </c:pt>
                <c:pt idx="12651">
                  <c:v>55021</c:v>
                </c:pt>
                <c:pt idx="12652">
                  <c:v>55022</c:v>
                </c:pt>
                <c:pt idx="12653">
                  <c:v>55023</c:v>
                </c:pt>
                <c:pt idx="12654">
                  <c:v>55024</c:v>
                </c:pt>
                <c:pt idx="12655">
                  <c:v>55025</c:v>
                </c:pt>
                <c:pt idx="12656">
                  <c:v>55026</c:v>
                </c:pt>
                <c:pt idx="12657">
                  <c:v>55027</c:v>
                </c:pt>
                <c:pt idx="12658">
                  <c:v>55028</c:v>
                </c:pt>
                <c:pt idx="12659">
                  <c:v>55029</c:v>
                </c:pt>
                <c:pt idx="12660">
                  <c:v>55030</c:v>
                </c:pt>
                <c:pt idx="12661">
                  <c:v>55031</c:v>
                </c:pt>
                <c:pt idx="12662">
                  <c:v>55032</c:v>
                </c:pt>
                <c:pt idx="12663">
                  <c:v>55033</c:v>
                </c:pt>
                <c:pt idx="12664">
                  <c:v>55034</c:v>
                </c:pt>
                <c:pt idx="12665">
                  <c:v>55035</c:v>
                </c:pt>
                <c:pt idx="12666">
                  <c:v>55036</c:v>
                </c:pt>
                <c:pt idx="12667">
                  <c:v>55037</c:v>
                </c:pt>
                <c:pt idx="12668">
                  <c:v>55038</c:v>
                </c:pt>
                <c:pt idx="12669">
                  <c:v>55039</c:v>
                </c:pt>
                <c:pt idx="12670">
                  <c:v>55040</c:v>
                </c:pt>
                <c:pt idx="12671">
                  <c:v>55041</c:v>
                </c:pt>
                <c:pt idx="12672">
                  <c:v>55042</c:v>
                </c:pt>
                <c:pt idx="12673">
                  <c:v>55043</c:v>
                </c:pt>
                <c:pt idx="12674">
                  <c:v>55044</c:v>
                </c:pt>
                <c:pt idx="12675">
                  <c:v>55045</c:v>
                </c:pt>
                <c:pt idx="12676">
                  <c:v>55046</c:v>
                </c:pt>
                <c:pt idx="12677">
                  <c:v>55047</c:v>
                </c:pt>
                <c:pt idx="12678">
                  <c:v>55048</c:v>
                </c:pt>
                <c:pt idx="12679">
                  <c:v>55049</c:v>
                </c:pt>
                <c:pt idx="12680">
                  <c:v>55050</c:v>
                </c:pt>
                <c:pt idx="12681">
                  <c:v>55051</c:v>
                </c:pt>
                <c:pt idx="12682">
                  <c:v>55052</c:v>
                </c:pt>
                <c:pt idx="12683">
                  <c:v>55053</c:v>
                </c:pt>
                <c:pt idx="12684">
                  <c:v>55054</c:v>
                </c:pt>
                <c:pt idx="12685">
                  <c:v>55055</c:v>
                </c:pt>
                <c:pt idx="12686">
                  <c:v>55056</c:v>
                </c:pt>
                <c:pt idx="12687">
                  <c:v>55057</c:v>
                </c:pt>
                <c:pt idx="12688">
                  <c:v>55058</c:v>
                </c:pt>
                <c:pt idx="12689">
                  <c:v>55059</c:v>
                </c:pt>
                <c:pt idx="12690">
                  <c:v>55060</c:v>
                </c:pt>
                <c:pt idx="12691">
                  <c:v>55061</c:v>
                </c:pt>
                <c:pt idx="12692">
                  <c:v>55062</c:v>
                </c:pt>
                <c:pt idx="12693">
                  <c:v>55063</c:v>
                </c:pt>
                <c:pt idx="12694">
                  <c:v>55064</c:v>
                </c:pt>
                <c:pt idx="12695">
                  <c:v>55065</c:v>
                </c:pt>
                <c:pt idx="12696">
                  <c:v>55066</c:v>
                </c:pt>
                <c:pt idx="12697">
                  <c:v>55067</c:v>
                </c:pt>
                <c:pt idx="12698">
                  <c:v>55068</c:v>
                </c:pt>
                <c:pt idx="12699">
                  <c:v>55069</c:v>
                </c:pt>
                <c:pt idx="12700">
                  <c:v>55070</c:v>
                </c:pt>
                <c:pt idx="12701">
                  <c:v>55071</c:v>
                </c:pt>
                <c:pt idx="12702">
                  <c:v>55072</c:v>
                </c:pt>
                <c:pt idx="12703">
                  <c:v>55073</c:v>
                </c:pt>
                <c:pt idx="12704">
                  <c:v>55074</c:v>
                </c:pt>
                <c:pt idx="12705">
                  <c:v>55075</c:v>
                </c:pt>
                <c:pt idx="12706">
                  <c:v>55076</c:v>
                </c:pt>
                <c:pt idx="12707">
                  <c:v>55077</c:v>
                </c:pt>
                <c:pt idx="12708">
                  <c:v>55078</c:v>
                </c:pt>
                <c:pt idx="12709">
                  <c:v>55079</c:v>
                </c:pt>
                <c:pt idx="12710">
                  <c:v>55080</c:v>
                </c:pt>
                <c:pt idx="12711">
                  <c:v>55081</c:v>
                </c:pt>
                <c:pt idx="12712">
                  <c:v>55082</c:v>
                </c:pt>
                <c:pt idx="12713">
                  <c:v>55083</c:v>
                </c:pt>
                <c:pt idx="12714">
                  <c:v>55084</c:v>
                </c:pt>
                <c:pt idx="12715">
                  <c:v>55085</c:v>
                </c:pt>
                <c:pt idx="12716">
                  <c:v>55086</c:v>
                </c:pt>
                <c:pt idx="12717">
                  <c:v>55087</c:v>
                </c:pt>
                <c:pt idx="12718">
                  <c:v>55088</c:v>
                </c:pt>
                <c:pt idx="12719">
                  <c:v>55089</c:v>
                </c:pt>
                <c:pt idx="12720">
                  <c:v>55090</c:v>
                </c:pt>
                <c:pt idx="12721">
                  <c:v>55091</c:v>
                </c:pt>
                <c:pt idx="12722">
                  <c:v>55092</c:v>
                </c:pt>
                <c:pt idx="12723">
                  <c:v>55093</c:v>
                </c:pt>
                <c:pt idx="12724">
                  <c:v>55094</c:v>
                </c:pt>
                <c:pt idx="12725">
                  <c:v>55095</c:v>
                </c:pt>
                <c:pt idx="12726">
                  <c:v>55096</c:v>
                </c:pt>
                <c:pt idx="12727">
                  <c:v>55097</c:v>
                </c:pt>
                <c:pt idx="12728">
                  <c:v>55098</c:v>
                </c:pt>
                <c:pt idx="12729">
                  <c:v>55099</c:v>
                </c:pt>
                <c:pt idx="12730">
                  <c:v>55100</c:v>
                </c:pt>
                <c:pt idx="12731">
                  <c:v>55101</c:v>
                </c:pt>
                <c:pt idx="12732">
                  <c:v>55102</c:v>
                </c:pt>
                <c:pt idx="12733">
                  <c:v>55103</c:v>
                </c:pt>
                <c:pt idx="12734">
                  <c:v>55104</c:v>
                </c:pt>
                <c:pt idx="12735">
                  <c:v>55105</c:v>
                </c:pt>
                <c:pt idx="12736">
                  <c:v>55106</c:v>
                </c:pt>
                <c:pt idx="12737">
                  <c:v>55107</c:v>
                </c:pt>
                <c:pt idx="12738">
                  <c:v>55108</c:v>
                </c:pt>
                <c:pt idx="12739">
                  <c:v>55109</c:v>
                </c:pt>
                <c:pt idx="12740">
                  <c:v>55110</c:v>
                </c:pt>
                <c:pt idx="12741">
                  <c:v>55111</c:v>
                </c:pt>
                <c:pt idx="12742">
                  <c:v>55112</c:v>
                </c:pt>
                <c:pt idx="12743">
                  <c:v>55113</c:v>
                </c:pt>
                <c:pt idx="12744">
                  <c:v>55114</c:v>
                </c:pt>
                <c:pt idx="12745">
                  <c:v>55115</c:v>
                </c:pt>
                <c:pt idx="12746">
                  <c:v>55116</c:v>
                </c:pt>
                <c:pt idx="12747">
                  <c:v>55117</c:v>
                </c:pt>
                <c:pt idx="12748">
                  <c:v>55118</c:v>
                </c:pt>
                <c:pt idx="12749">
                  <c:v>55119</c:v>
                </c:pt>
                <c:pt idx="12750">
                  <c:v>55120</c:v>
                </c:pt>
                <c:pt idx="12751">
                  <c:v>55121</c:v>
                </c:pt>
                <c:pt idx="12752">
                  <c:v>55122</c:v>
                </c:pt>
                <c:pt idx="12753">
                  <c:v>55123</c:v>
                </c:pt>
                <c:pt idx="12754">
                  <c:v>55124</c:v>
                </c:pt>
                <c:pt idx="12755">
                  <c:v>55125</c:v>
                </c:pt>
                <c:pt idx="12756">
                  <c:v>55126</c:v>
                </c:pt>
                <c:pt idx="12757">
                  <c:v>55127</c:v>
                </c:pt>
                <c:pt idx="12758">
                  <c:v>55128</c:v>
                </c:pt>
                <c:pt idx="12759">
                  <c:v>55129</c:v>
                </c:pt>
                <c:pt idx="12760">
                  <c:v>55130</c:v>
                </c:pt>
                <c:pt idx="12761">
                  <c:v>55131</c:v>
                </c:pt>
                <c:pt idx="12762">
                  <c:v>55132</c:v>
                </c:pt>
                <c:pt idx="12763">
                  <c:v>55133</c:v>
                </c:pt>
                <c:pt idx="12764">
                  <c:v>55134</c:v>
                </c:pt>
                <c:pt idx="12765">
                  <c:v>55135</c:v>
                </c:pt>
                <c:pt idx="12766">
                  <c:v>55136</c:v>
                </c:pt>
                <c:pt idx="12767">
                  <c:v>55137</c:v>
                </c:pt>
                <c:pt idx="12768">
                  <c:v>55138</c:v>
                </c:pt>
                <c:pt idx="12769">
                  <c:v>55139</c:v>
                </c:pt>
                <c:pt idx="12770">
                  <c:v>55140</c:v>
                </c:pt>
                <c:pt idx="12771">
                  <c:v>55141</c:v>
                </c:pt>
                <c:pt idx="12772">
                  <c:v>55142</c:v>
                </c:pt>
                <c:pt idx="12773">
                  <c:v>55143</c:v>
                </c:pt>
                <c:pt idx="12774">
                  <c:v>55144</c:v>
                </c:pt>
                <c:pt idx="12775">
                  <c:v>55145</c:v>
                </c:pt>
                <c:pt idx="12776">
                  <c:v>55146</c:v>
                </c:pt>
                <c:pt idx="12777">
                  <c:v>55147</c:v>
                </c:pt>
                <c:pt idx="12778">
                  <c:v>55148</c:v>
                </c:pt>
                <c:pt idx="12779">
                  <c:v>55149</c:v>
                </c:pt>
                <c:pt idx="12780">
                  <c:v>55150</c:v>
                </c:pt>
                <c:pt idx="12781">
                  <c:v>55151</c:v>
                </c:pt>
                <c:pt idx="12782">
                  <c:v>55152</c:v>
                </c:pt>
                <c:pt idx="12783">
                  <c:v>55153</c:v>
                </c:pt>
                <c:pt idx="12784">
                  <c:v>55154</c:v>
                </c:pt>
                <c:pt idx="12785">
                  <c:v>55155</c:v>
                </c:pt>
                <c:pt idx="12786">
                  <c:v>55156</c:v>
                </c:pt>
                <c:pt idx="12787">
                  <c:v>55157</c:v>
                </c:pt>
                <c:pt idx="12788">
                  <c:v>55158</c:v>
                </c:pt>
                <c:pt idx="12789">
                  <c:v>55159</c:v>
                </c:pt>
                <c:pt idx="12790">
                  <c:v>55160</c:v>
                </c:pt>
                <c:pt idx="12791">
                  <c:v>55161</c:v>
                </c:pt>
                <c:pt idx="12792">
                  <c:v>55162</c:v>
                </c:pt>
                <c:pt idx="12793">
                  <c:v>55163</c:v>
                </c:pt>
                <c:pt idx="12794">
                  <c:v>55164</c:v>
                </c:pt>
                <c:pt idx="12795">
                  <c:v>55165</c:v>
                </c:pt>
                <c:pt idx="12796">
                  <c:v>55166</c:v>
                </c:pt>
                <c:pt idx="12797">
                  <c:v>55167</c:v>
                </c:pt>
                <c:pt idx="12798">
                  <c:v>55168</c:v>
                </c:pt>
                <c:pt idx="12799">
                  <c:v>55169</c:v>
                </c:pt>
                <c:pt idx="12800">
                  <c:v>55170</c:v>
                </c:pt>
                <c:pt idx="12801">
                  <c:v>55171</c:v>
                </c:pt>
                <c:pt idx="12802">
                  <c:v>55172</c:v>
                </c:pt>
                <c:pt idx="12803">
                  <c:v>55173</c:v>
                </c:pt>
                <c:pt idx="12804">
                  <c:v>55174</c:v>
                </c:pt>
                <c:pt idx="12805">
                  <c:v>55175</c:v>
                </c:pt>
                <c:pt idx="12806">
                  <c:v>55176</c:v>
                </c:pt>
                <c:pt idx="12807">
                  <c:v>55177</c:v>
                </c:pt>
                <c:pt idx="12808">
                  <c:v>55178</c:v>
                </c:pt>
                <c:pt idx="12809">
                  <c:v>55179</c:v>
                </c:pt>
                <c:pt idx="12810">
                  <c:v>55180</c:v>
                </c:pt>
                <c:pt idx="12811">
                  <c:v>55181</c:v>
                </c:pt>
                <c:pt idx="12812">
                  <c:v>55182</c:v>
                </c:pt>
                <c:pt idx="12813">
                  <c:v>55183</c:v>
                </c:pt>
                <c:pt idx="12814">
                  <c:v>55184</c:v>
                </c:pt>
                <c:pt idx="12815">
                  <c:v>55185</c:v>
                </c:pt>
                <c:pt idx="12816">
                  <c:v>55186</c:v>
                </c:pt>
                <c:pt idx="12817">
                  <c:v>55187</c:v>
                </c:pt>
                <c:pt idx="12818">
                  <c:v>55188</c:v>
                </c:pt>
                <c:pt idx="12819">
                  <c:v>55189</c:v>
                </c:pt>
                <c:pt idx="12820">
                  <c:v>55190</c:v>
                </c:pt>
                <c:pt idx="12821">
                  <c:v>55191</c:v>
                </c:pt>
                <c:pt idx="12822">
                  <c:v>55192</c:v>
                </c:pt>
                <c:pt idx="12823">
                  <c:v>55193</c:v>
                </c:pt>
                <c:pt idx="12824">
                  <c:v>55194</c:v>
                </c:pt>
                <c:pt idx="12825">
                  <c:v>55195</c:v>
                </c:pt>
                <c:pt idx="12826">
                  <c:v>55196</c:v>
                </c:pt>
                <c:pt idx="12827">
                  <c:v>55197</c:v>
                </c:pt>
                <c:pt idx="12828">
                  <c:v>55198</c:v>
                </c:pt>
                <c:pt idx="12829">
                  <c:v>55199</c:v>
                </c:pt>
                <c:pt idx="12830">
                  <c:v>55200</c:v>
                </c:pt>
                <c:pt idx="12831">
                  <c:v>55201</c:v>
                </c:pt>
                <c:pt idx="12832">
                  <c:v>55202</c:v>
                </c:pt>
                <c:pt idx="12833">
                  <c:v>55203</c:v>
                </c:pt>
                <c:pt idx="12834">
                  <c:v>55204</c:v>
                </c:pt>
                <c:pt idx="12835">
                  <c:v>55205</c:v>
                </c:pt>
                <c:pt idx="12836">
                  <c:v>55206</c:v>
                </c:pt>
                <c:pt idx="12837">
                  <c:v>55207</c:v>
                </c:pt>
                <c:pt idx="12838">
                  <c:v>55208</c:v>
                </c:pt>
                <c:pt idx="12839">
                  <c:v>55209</c:v>
                </c:pt>
                <c:pt idx="12840">
                  <c:v>55210</c:v>
                </c:pt>
                <c:pt idx="12841">
                  <c:v>55211</c:v>
                </c:pt>
                <c:pt idx="12842">
                  <c:v>55212</c:v>
                </c:pt>
                <c:pt idx="12843">
                  <c:v>55213</c:v>
                </c:pt>
                <c:pt idx="12844">
                  <c:v>55214</c:v>
                </c:pt>
                <c:pt idx="12845">
                  <c:v>55215</c:v>
                </c:pt>
                <c:pt idx="12846">
                  <c:v>55216</c:v>
                </c:pt>
                <c:pt idx="12847">
                  <c:v>55217</c:v>
                </c:pt>
                <c:pt idx="12848">
                  <c:v>55218</c:v>
                </c:pt>
                <c:pt idx="12849">
                  <c:v>55219</c:v>
                </c:pt>
                <c:pt idx="12850">
                  <c:v>55220</c:v>
                </c:pt>
                <c:pt idx="12851">
                  <c:v>55221</c:v>
                </c:pt>
                <c:pt idx="12852">
                  <c:v>55222</c:v>
                </c:pt>
                <c:pt idx="12853">
                  <c:v>55223</c:v>
                </c:pt>
                <c:pt idx="12854">
                  <c:v>55224</c:v>
                </c:pt>
                <c:pt idx="12855">
                  <c:v>55225</c:v>
                </c:pt>
                <c:pt idx="12856">
                  <c:v>55226</c:v>
                </c:pt>
                <c:pt idx="12857">
                  <c:v>55227</c:v>
                </c:pt>
                <c:pt idx="12858">
                  <c:v>55228</c:v>
                </c:pt>
                <c:pt idx="12859">
                  <c:v>55229</c:v>
                </c:pt>
                <c:pt idx="12860">
                  <c:v>55230</c:v>
                </c:pt>
                <c:pt idx="12861">
                  <c:v>55231</c:v>
                </c:pt>
                <c:pt idx="12862">
                  <c:v>55232</c:v>
                </c:pt>
                <c:pt idx="12863">
                  <c:v>55233</c:v>
                </c:pt>
                <c:pt idx="12864">
                  <c:v>55234</c:v>
                </c:pt>
                <c:pt idx="12865">
                  <c:v>55235</c:v>
                </c:pt>
                <c:pt idx="12866">
                  <c:v>55236</c:v>
                </c:pt>
                <c:pt idx="12867">
                  <c:v>55237</c:v>
                </c:pt>
                <c:pt idx="12868">
                  <c:v>55238</c:v>
                </c:pt>
                <c:pt idx="12869">
                  <c:v>55239</c:v>
                </c:pt>
                <c:pt idx="12870">
                  <c:v>55240</c:v>
                </c:pt>
                <c:pt idx="12871">
                  <c:v>55241</c:v>
                </c:pt>
                <c:pt idx="12872">
                  <c:v>55242</c:v>
                </c:pt>
                <c:pt idx="12873">
                  <c:v>55243</c:v>
                </c:pt>
                <c:pt idx="12874">
                  <c:v>55244</c:v>
                </c:pt>
                <c:pt idx="12875">
                  <c:v>55245</c:v>
                </c:pt>
                <c:pt idx="12876">
                  <c:v>55246</c:v>
                </c:pt>
                <c:pt idx="12877">
                  <c:v>55247</c:v>
                </c:pt>
                <c:pt idx="12878">
                  <c:v>55248</c:v>
                </c:pt>
                <c:pt idx="12879">
                  <c:v>55249</c:v>
                </c:pt>
                <c:pt idx="12880">
                  <c:v>55250</c:v>
                </c:pt>
                <c:pt idx="12881">
                  <c:v>55251</c:v>
                </c:pt>
                <c:pt idx="12882">
                  <c:v>55252</c:v>
                </c:pt>
                <c:pt idx="12883">
                  <c:v>55253</c:v>
                </c:pt>
                <c:pt idx="12884">
                  <c:v>55254</c:v>
                </c:pt>
                <c:pt idx="12885">
                  <c:v>55255</c:v>
                </c:pt>
                <c:pt idx="12886">
                  <c:v>55256</c:v>
                </c:pt>
                <c:pt idx="12887">
                  <c:v>55257</c:v>
                </c:pt>
                <c:pt idx="12888">
                  <c:v>55258</c:v>
                </c:pt>
                <c:pt idx="12889">
                  <c:v>55259</c:v>
                </c:pt>
                <c:pt idx="12890">
                  <c:v>55260</c:v>
                </c:pt>
                <c:pt idx="12891">
                  <c:v>55261</c:v>
                </c:pt>
                <c:pt idx="12892">
                  <c:v>55262</c:v>
                </c:pt>
                <c:pt idx="12893">
                  <c:v>55263</c:v>
                </c:pt>
                <c:pt idx="12894">
                  <c:v>55264</c:v>
                </c:pt>
                <c:pt idx="12895">
                  <c:v>55265</c:v>
                </c:pt>
                <c:pt idx="12896">
                  <c:v>55266</c:v>
                </c:pt>
                <c:pt idx="12897">
                  <c:v>55267</c:v>
                </c:pt>
                <c:pt idx="12898">
                  <c:v>55268</c:v>
                </c:pt>
                <c:pt idx="12899">
                  <c:v>55269</c:v>
                </c:pt>
                <c:pt idx="12900">
                  <c:v>55270</c:v>
                </c:pt>
                <c:pt idx="12901">
                  <c:v>55271</c:v>
                </c:pt>
                <c:pt idx="12902">
                  <c:v>55272</c:v>
                </c:pt>
                <c:pt idx="12903">
                  <c:v>55273</c:v>
                </c:pt>
                <c:pt idx="12904">
                  <c:v>55274</c:v>
                </c:pt>
                <c:pt idx="12905">
                  <c:v>55275</c:v>
                </c:pt>
                <c:pt idx="12906">
                  <c:v>55276</c:v>
                </c:pt>
                <c:pt idx="12907">
                  <c:v>55277</c:v>
                </c:pt>
                <c:pt idx="12908">
                  <c:v>55278</c:v>
                </c:pt>
                <c:pt idx="12909">
                  <c:v>55279</c:v>
                </c:pt>
                <c:pt idx="12910">
                  <c:v>55280</c:v>
                </c:pt>
                <c:pt idx="12911">
                  <c:v>55281</c:v>
                </c:pt>
                <c:pt idx="12912">
                  <c:v>55282</c:v>
                </c:pt>
                <c:pt idx="12913">
                  <c:v>55283</c:v>
                </c:pt>
                <c:pt idx="12914">
                  <c:v>55284</c:v>
                </c:pt>
                <c:pt idx="12915">
                  <c:v>55285</c:v>
                </c:pt>
                <c:pt idx="12916">
                  <c:v>55286</c:v>
                </c:pt>
                <c:pt idx="12917">
                  <c:v>55287</c:v>
                </c:pt>
                <c:pt idx="12918">
                  <c:v>55288</c:v>
                </c:pt>
                <c:pt idx="12919">
                  <c:v>55289</c:v>
                </c:pt>
                <c:pt idx="12920">
                  <c:v>55290</c:v>
                </c:pt>
                <c:pt idx="12921">
                  <c:v>55291</c:v>
                </c:pt>
                <c:pt idx="12922">
                  <c:v>55292</c:v>
                </c:pt>
                <c:pt idx="12923">
                  <c:v>55293</c:v>
                </c:pt>
                <c:pt idx="12924">
                  <c:v>55294</c:v>
                </c:pt>
                <c:pt idx="12925">
                  <c:v>55295</c:v>
                </c:pt>
                <c:pt idx="12926">
                  <c:v>55296</c:v>
                </c:pt>
                <c:pt idx="12927">
                  <c:v>55297</c:v>
                </c:pt>
                <c:pt idx="12928">
                  <c:v>55298</c:v>
                </c:pt>
                <c:pt idx="12929">
                  <c:v>55299</c:v>
                </c:pt>
                <c:pt idx="12930">
                  <c:v>55300</c:v>
                </c:pt>
                <c:pt idx="12931">
                  <c:v>55301</c:v>
                </c:pt>
                <c:pt idx="12932">
                  <c:v>55302</c:v>
                </c:pt>
                <c:pt idx="12933">
                  <c:v>55303</c:v>
                </c:pt>
                <c:pt idx="12934">
                  <c:v>55304</c:v>
                </c:pt>
                <c:pt idx="12935">
                  <c:v>55305</c:v>
                </c:pt>
                <c:pt idx="12936">
                  <c:v>55306</c:v>
                </c:pt>
                <c:pt idx="12937">
                  <c:v>55307</c:v>
                </c:pt>
                <c:pt idx="12938">
                  <c:v>55308</c:v>
                </c:pt>
                <c:pt idx="12939">
                  <c:v>55309</c:v>
                </c:pt>
                <c:pt idx="12940">
                  <c:v>55310</c:v>
                </c:pt>
                <c:pt idx="12941">
                  <c:v>55311</c:v>
                </c:pt>
                <c:pt idx="12942">
                  <c:v>55312</c:v>
                </c:pt>
                <c:pt idx="12943">
                  <c:v>55313</c:v>
                </c:pt>
                <c:pt idx="12944">
                  <c:v>55314</c:v>
                </c:pt>
                <c:pt idx="12945">
                  <c:v>55315</c:v>
                </c:pt>
                <c:pt idx="12946">
                  <c:v>55316</c:v>
                </c:pt>
                <c:pt idx="12947">
                  <c:v>55317</c:v>
                </c:pt>
                <c:pt idx="12948">
                  <c:v>55318</c:v>
                </c:pt>
                <c:pt idx="12949">
                  <c:v>55319</c:v>
                </c:pt>
                <c:pt idx="12950">
                  <c:v>55320</c:v>
                </c:pt>
                <c:pt idx="12951">
                  <c:v>55321</c:v>
                </c:pt>
                <c:pt idx="12952">
                  <c:v>55322</c:v>
                </c:pt>
                <c:pt idx="12953">
                  <c:v>55323</c:v>
                </c:pt>
                <c:pt idx="12954">
                  <c:v>55324</c:v>
                </c:pt>
                <c:pt idx="12955">
                  <c:v>55325</c:v>
                </c:pt>
                <c:pt idx="12956">
                  <c:v>55326</c:v>
                </c:pt>
                <c:pt idx="12957">
                  <c:v>55327</c:v>
                </c:pt>
                <c:pt idx="12958">
                  <c:v>55328</c:v>
                </c:pt>
                <c:pt idx="12959">
                  <c:v>55329</c:v>
                </c:pt>
                <c:pt idx="12960">
                  <c:v>55330</c:v>
                </c:pt>
                <c:pt idx="12961">
                  <c:v>55331</c:v>
                </c:pt>
                <c:pt idx="12962">
                  <c:v>55332</c:v>
                </c:pt>
                <c:pt idx="12963">
                  <c:v>55333</c:v>
                </c:pt>
                <c:pt idx="12964">
                  <c:v>55334</c:v>
                </c:pt>
                <c:pt idx="12965">
                  <c:v>55335</c:v>
                </c:pt>
                <c:pt idx="12966">
                  <c:v>55336</c:v>
                </c:pt>
                <c:pt idx="12967">
                  <c:v>55337</c:v>
                </c:pt>
                <c:pt idx="12968">
                  <c:v>55338</c:v>
                </c:pt>
                <c:pt idx="12969">
                  <c:v>55339</c:v>
                </c:pt>
                <c:pt idx="12970">
                  <c:v>55340</c:v>
                </c:pt>
                <c:pt idx="12971">
                  <c:v>55341</c:v>
                </c:pt>
                <c:pt idx="12972">
                  <c:v>55342</c:v>
                </c:pt>
                <c:pt idx="12973">
                  <c:v>55343</c:v>
                </c:pt>
                <c:pt idx="12974">
                  <c:v>55344</c:v>
                </c:pt>
                <c:pt idx="12975">
                  <c:v>55345</c:v>
                </c:pt>
                <c:pt idx="12976">
                  <c:v>55346</c:v>
                </c:pt>
                <c:pt idx="12977">
                  <c:v>55347</c:v>
                </c:pt>
                <c:pt idx="12978">
                  <c:v>55348</c:v>
                </c:pt>
                <c:pt idx="12979">
                  <c:v>55349</c:v>
                </c:pt>
                <c:pt idx="12980">
                  <c:v>55350</c:v>
                </c:pt>
                <c:pt idx="12981">
                  <c:v>55351</c:v>
                </c:pt>
                <c:pt idx="12982">
                  <c:v>55352</c:v>
                </c:pt>
                <c:pt idx="12983">
                  <c:v>55353</c:v>
                </c:pt>
                <c:pt idx="12984">
                  <c:v>55354</c:v>
                </c:pt>
                <c:pt idx="12985">
                  <c:v>55355</c:v>
                </c:pt>
                <c:pt idx="12986">
                  <c:v>55356</c:v>
                </c:pt>
                <c:pt idx="12987">
                  <c:v>55357</c:v>
                </c:pt>
                <c:pt idx="12988">
                  <c:v>55358</c:v>
                </c:pt>
                <c:pt idx="12989">
                  <c:v>55359</c:v>
                </c:pt>
                <c:pt idx="12990">
                  <c:v>55360</c:v>
                </c:pt>
                <c:pt idx="12991">
                  <c:v>55361</c:v>
                </c:pt>
                <c:pt idx="12992">
                  <c:v>55362</c:v>
                </c:pt>
                <c:pt idx="12993">
                  <c:v>55363</c:v>
                </c:pt>
                <c:pt idx="12994">
                  <c:v>55364</c:v>
                </c:pt>
                <c:pt idx="12995">
                  <c:v>55365</c:v>
                </c:pt>
                <c:pt idx="12996">
                  <c:v>55366</c:v>
                </c:pt>
                <c:pt idx="12997">
                  <c:v>55367</c:v>
                </c:pt>
                <c:pt idx="12998">
                  <c:v>55368</c:v>
                </c:pt>
                <c:pt idx="12999">
                  <c:v>55369</c:v>
                </c:pt>
                <c:pt idx="13000">
                  <c:v>55370</c:v>
                </c:pt>
                <c:pt idx="13001">
                  <c:v>55371</c:v>
                </c:pt>
                <c:pt idx="13002">
                  <c:v>55372</c:v>
                </c:pt>
                <c:pt idx="13003">
                  <c:v>55373</c:v>
                </c:pt>
                <c:pt idx="13004">
                  <c:v>55374</c:v>
                </c:pt>
                <c:pt idx="13005">
                  <c:v>55375</c:v>
                </c:pt>
                <c:pt idx="13006">
                  <c:v>55376</c:v>
                </c:pt>
                <c:pt idx="13007">
                  <c:v>55377</c:v>
                </c:pt>
                <c:pt idx="13008">
                  <c:v>55378</c:v>
                </c:pt>
                <c:pt idx="13009">
                  <c:v>55379</c:v>
                </c:pt>
                <c:pt idx="13010">
                  <c:v>55380</c:v>
                </c:pt>
                <c:pt idx="13011">
                  <c:v>55381</c:v>
                </c:pt>
                <c:pt idx="13012">
                  <c:v>55382</c:v>
                </c:pt>
                <c:pt idx="13013">
                  <c:v>55383</c:v>
                </c:pt>
                <c:pt idx="13014">
                  <c:v>55384</c:v>
                </c:pt>
                <c:pt idx="13015">
                  <c:v>55385</c:v>
                </c:pt>
                <c:pt idx="13016">
                  <c:v>55386</c:v>
                </c:pt>
                <c:pt idx="13017">
                  <c:v>55387</c:v>
                </c:pt>
                <c:pt idx="13018">
                  <c:v>55388</c:v>
                </c:pt>
                <c:pt idx="13019">
                  <c:v>55389</c:v>
                </c:pt>
                <c:pt idx="13020">
                  <c:v>55390</c:v>
                </c:pt>
                <c:pt idx="13021">
                  <c:v>55391</c:v>
                </c:pt>
                <c:pt idx="13022">
                  <c:v>55392</c:v>
                </c:pt>
                <c:pt idx="13023">
                  <c:v>55393</c:v>
                </c:pt>
                <c:pt idx="13024">
                  <c:v>55394</c:v>
                </c:pt>
                <c:pt idx="13025">
                  <c:v>55395</c:v>
                </c:pt>
                <c:pt idx="13026">
                  <c:v>55396</c:v>
                </c:pt>
                <c:pt idx="13027">
                  <c:v>55397</c:v>
                </c:pt>
                <c:pt idx="13028">
                  <c:v>55398</c:v>
                </c:pt>
                <c:pt idx="13029">
                  <c:v>55399</c:v>
                </c:pt>
                <c:pt idx="13030">
                  <c:v>55400</c:v>
                </c:pt>
                <c:pt idx="13031">
                  <c:v>55401</c:v>
                </c:pt>
                <c:pt idx="13032">
                  <c:v>55402</c:v>
                </c:pt>
                <c:pt idx="13033">
                  <c:v>55403</c:v>
                </c:pt>
                <c:pt idx="13034">
                  <c:v>55404</c:v>
                </c:pt>
                <c:pt idx="13035">
                  <c:v>55405</c:v>
                </c:pt>
                <c:pt idx="13036">
                  <c:v>55406</c:v>
                </c:pt>
                <c:pt idx="13037">
                  <c:v>55407</c:v>
                </c:pt>
                <c:pt idx="13038">
                  <c:v>55408</c:v>
                </c:pt>
                <c:pt idx="13039">
                  <c:v>55409</c:v>
                </c:pt>
                <c:pt idx="13040">
                  <c:v>55410</c:v>
                </c:pt>
                <c:pt idx="13041">
                  <c:v>55411</c:v>
                </c:pt>
                <c:pt idx="13042">
                  <c:v>55412</c:v>
                </c:pt>
                <c:pt idx="13043">
                  <c:v>55413</c:v>
                </c:pt>
                <c:pt idx="13044">
                  <c:v>55414</c:v>
                </c:pt>
                <c:pt idx="13045">
                  <c:v>55415</c:v>
                </c:pt>
                <c:pt idx="13046">
                  <c:v>55416</c:v>
                </c:pt>
                <c:pt idx="13047">
                  <c:v>55417</c:v>
                </c:pt>
                <c:pt idx="13048">
                  <c:v>55418</c:v>
                </c:pt>
                <c:pt idx="13049">
                  <c:v>55419</c:v>
                </c:pt>
                <c:pt idx="13050">
                  <c:v>55420</c:v>
                </c:pt>
                <c:pt idx="13051">
                  <c:v>55421</c:v>
                </c:pt>
                <c:pt idx="13052">
                  <c:v>55422</c:v>
                </c:pt>
                <c:pt idx="13053">
                  <c:v>55423</c:v>
                </c:pt>
                <c:pt idx="13054">
                  <c:v>55424</c:v>
                </c:pt>
                <c:pt idx="13055">
                  <c:v>55425</c:v>
                </c:pt>
                <c:pt idx="13056">
                  <c:v>55426</c:v>
                </c:pt>
                <c:pt idx="13057">
                  <c:v>55427</c:v>
                </c:pt>
                <c:pt idx="13058">
                  <c:v>55428</c:v>
                </c:pt>
                <c:pt idx="13059">
                  <c:v>55429</c:v>
                </c:pt>
                <c:pt idx="13060">
                  <c:v>55430</c:v>
                </c:pt>
                <c:pt idx="13061">
                  <c:v>55431</c:v>
                </c:pt>
                <c:pt idx="13062">
                  <c:v>55432</c:v>
                </c:pt>
                <c:pt idx="13063">
                  <c:v>55433</c:v>
                </c:pt>
                <c:pt idx="13064">
                  <c:v>55434</c:v>
                </c:pt>
                <c:pt idx="13065">
                  <c:v>55435</c:v>
                </c:pt>
                <c:pt idx="13066">
                  <c:v>55436</c:v>
                </c:pt>
                <c:pt idx="13067">
                  <c:v>55437</c:v>
                </c:pt>
                <c:pt idx="13068">
                  <c:v>55438</c:v>
                </c:pt>
                <c:pt idx="13069">
                  <c:v>55439</c:v>
                </c:pt>
                <c:pt idx="13070">
                  <c:v>55440</c:v>
                </c:pt>
                <c:pt idx="13071">
                  <c:v>55441</c:v>
                </c:pt>
                <c:pt idx="13072">
                  <c:v>55442</c:v>
                </c:pt>
                <c:pt idx="13073">
                  <c:v>55443</c:v>
                </c:pt>
                <c:pt idx="13074">
                  <c:v>55444</c:v>
                </c:pt>
                <c:pt idx="13075">
                  <c:v>55445</c:v>
                </c:pt>
                <c:pt idx="13076">
                  <c:v>55446</c:v>
                </c:pt>
                <c:pt idx="13077">
                  <c:v>55447</c:v>
                </c:pt>
                <c:pt idx="13078">
                  <c:v>55448</c:v>
                </c:pt>
                <c:pt idx="13079">
                  <c:v>55449</c:v>
                </c:pt>
                <c:pt idx="13080">
                  <c:v>55450</c:v>
                </c:pt>
                <c:pt idx="13081">
                  <c:v>55451</c:v>
                </c:pt>
                <c:pt idx="13082">
                  <c:v>55452</c:v>
                </c:pt>
                <c:pt idx="13083">
                  <c:v>55453</c:v>
                </c:pt>
                <c:pt idx="13084">
                  <c:v>55454</c:v>
                </c:pt>
                <c:pt idx="13085">
                  <c:v>55455</c:v>
                </c:pt>
                <c:pt idx="13086">
                  <c:v>55456</c:v>
                </c:pt>
                <c:pt idx="13087">
                  <c:v>55457</c:v>
                </c:pt>
                <c:pt idx="13088">
                  <c:v>55458</c:v>
                </c:pt>
                <c:pt idx="13089">
                  <c:v>55459</c:v>
                </c:pt>
                <c:pt idx="13090">
                  <c:v>55460</c:v>
                </c:pt>
                <c:pt idx="13091">
                  <c:v>55461</c:v>
                </c:pt>
                <c:pt idx="13092">
                  <c:v>55462</c:v>
                </c:pt>
                <c:pt idx="13093">
                  <c:v>55463</c:v>
                </c:pt>
                <c:pt idx="13094">
                  <c:v>55464</c:v>
                </c:pt>
                <c:pt idx="13095">
                  <c:v>55465</c:v>
                </c:pt>
                <c:pt idx="13096">
                  <c:v>55466</c:v>
                </c:pt>
                <c:pt idx="13097">
                  <c:v>55467</c:v>
                </c:pt>
                <c:pt idx="13098">
                  <c:v>55468</c:v>
                </c:pt>
                <c:pt idx="13099">
                  <c:v>55469</c:v>
                </c:pt>
                <c:pt idx="13100">
                  <c:v>55470</c:v>
                </c:pt>
                <c:pt idx="13101">
                  <c:v>55471</c:v>
                </c:pt>
                <c:pt idx="13102">
                  <c:v>55472</c:v>
                </c:pt>
                <c:pt idx="13103">
                  <c:v>55473</c:v>
                </c:pt>
                <c:pt idx="13104">
                  <c:v>55474</c:v>
                </c:pt>
                <c:pt idx="13105">
                  <c:v>55475</c:v>
                </c:pt>
                <c:pt idx="13106">
                  <c:v>55476</c:v>
                </c:pt>
                <c:pt idx="13107">
                  <c:v>55477</c:v>
                </c:pt>
                <c:pt idx="13108">
                  <c:v>55478</c:v>
                </c:pt>
                <c:pt idx="13109">
                  <c:v>55479</c:v>
                </c:pt>
                <c:pt idx="13110">
                  <c:v>55480</c:v>
                </c:pt>
                <c:pt idx="13111">
                  <c:v>55481</c:v>
                </c:pt>
                <c:pt idx="13112">
                  <c:v>55482</c:v>
                </c:pt>
                <c:pt idx="13113">
                  <c:v>55483</c:v>
                </c:pt>
                <c:pt idx="13114">
                  <c:v>55484</c:v>
                </c:pt>
                <c:pt idx="13115">
                  <c:v>55485</c:v>
                </c:pt>
                <c:pt idx="13116">
                  <c:v>55486</c:v>
                </c:pt>
                <c:pt idx="13117">
                  <c:v>55487</c:v>
                </c:pt>
                <c:pt idx="13118">
                  <c:v>55488</c:v>
                </c:pt>
                <c:pt idx="13119">
                  <c:v>55489</c:v>
                </c:pt>
                <c:pt idx="13120">
                  <c:v>55490</c:v>
                </c:pt>
                <c:pt idx="13121">
                  <c:v>55491</c:v>
                </c:pt>
                <c:pt idx="13122">
                  <c:v>55492</c:v>
                </c:pt>
                <c:pt idx="13123">
                  <c:v>55493</c:v>
                </c:pt>
                <c:pt idx="13124">
                  <c:v>55494</c:v>
                </c:pt>
                <c:pt idx="13125">
                  <c:v>55495</c:v>
                </c:pt>
                <c:pt idx="13126">
                  <c:v>55496</c:v>
                </c:pt>
                <c:pt idx="13127">
                  <c:v>55497</c:v>
                </c:pt>
                <c:pt idx="13128">
                  <c:v>55498</c:v>
                </c:pt>
                <c:pt idx="13129">
                  <c:v>55499</c:v>
                </c:pt>
                <c:pt idx="13130">
                  <c:v>55500</c:v>
                </c:pt>
                <c:pt idx="13131">
                  <c:v>55501</c:v>
                </c:pt>
                <c:pt idx="13132">
                  <c:v>55502</c:v>
                </c:pt>
                <c:pt idx="13133">
                  <c:v>55503</c:v>
                </c:pt>
                <c:pt idx="13134">
                  <c:v>55504</c:v>
                </c:pt>
                <c:pt idx="13135">
                  <c:v>55505</c:v>
                </c:pt>
                <c:pt idx="13136">
                  <c:v>55506</c:v>
                </c:pt>
                <c:pt idx="13137">
                  <c:v>55507</c:v>
                </c:pt>
                <c:pt idx="13138">
                  <c:v>55508</c:v>
                </c:pt>
                <c:pt idx="13139">
                  <c:v>55509</c:v>
                </c:pt>
                <c:pt idx="13140">
                  <c:v>55510</c:v>
                </c:pt>
                <c:pt idx="13141">
                  <c:v>55511</c:v>
                </c:pt>
                <c:pt idx="13142">
                  <c:v>55512</c:v>
                </c:pt>
                <c:pt idx="13143">
                  <c:v>55513</c:v>
                </c:pt>
                <c:pt idx="13144">
                  <c:v>55514</c:v>
                </c:pt>
                <c:pt idx="13145">
                  <c:v>55515</c:v>
                </c:pt>
                <c:pt idx="13146">
                  <c:v>55516</c:v>
                </c:pt>
                <c:pt idx="13147">
                  <c:v>55517</c:v>
                </c:pt>
                <c:pt idx="13148">
                  <c:v>55518</c:v>
                </c:pt>
                <c:pt idx="13149">
                  <c:v>55519</c:v>
                </c:pt>
                <c:pt idx="13150">
                  <c:v>55520</c:v>
                </c:pt>
                <c:pt idx="13151">
                  <c:v>55521</c:v>
                </c:pt>
                <c:pt idx="13152">
                  <c:v>55522</c:v>
                </c:pt>
                <c:pt idx="13153">
                  <c:v>55523</c:v>
                </c:pt>
                <c:pt idx="13154">
                  <c:v>55524</c:v>
                </c:pt>
                <c:pt idx="13155">
                  <c:v>55525</c:v>
                </c:pt>
                <c:pt idx="13156">
                  <c:v>55526</c:v>
                </c:pt>
                <c:pt idx="13157">
                  <c:v>55527</c:v>
                </c:pt>
                <c:pt idx="13158">
                  <c:v>55528</c:v>
                </c:pt>
                <c:pt idx="13159">
                  <c:v>55529</c:v>
                </c:pt>
                <c:pt idx="13160">
                  <c:v>55530</c:v>
                </c:pt>
                <c:pt idx="13161">
                  <c:v>55531</c:v>
                </c:pt>
                <c:pt idx="13162">
                  <c:v>55532</c:v>
                </c:pt>
                <c:pt idx="13163">
                  <c:v>55533</c:v>
                </c:pt>
                <c:pt idx="13164">
                  <c:v>55534</c:v>
                </c:pt>
                <c:pt idx="13165">
                  <c:v>55535</c:v>
                </c:pt>
                <c:pt idx="13166">
                  <c:v>55536</c:v>
                </c:pt>
                <c:pt idx="13167">
                  <c:v>55537</c:v>
                </c:pt>
                <c:pt idx="13168">
                  <c:v>55538</c:v>
                </c:pt>
                <c:pt idx="13169">
                  <c:v>55539</c:v>
                </c:pt>
                <c:pt idx="13170">
                  <c:v>55540</c:v>
                </c:pt>
                <c:pt idx="13171">
                  <c:v>55541</c:v>
                </c:pt>
                <c:pt idx="13172">
                  <c:v>55542</c:v>
                </c:pt>
                <c:pt idx="13173">
                  <c:v>55543</c:v>
                </c:pt>
                <c:pt idx="13174">
                  <c:v>55544</c:v>
                </c:pt>
                <c:pt idx="13175">
                  <c:v>55545</c:v>
                </c:pt>
                <c:pt idx="13176">
                  <c:v>55546</c:v>
                </c:pt>
                <c:pt idx="13177">
                  <c:v>55547</c:v>
                </c:pt>
                <c:pt idx="13178">
                  <c:v>55548</c:v>
                </c:pt>
                <c:pt idx="13179">
                  <c:v>55549</c:v>
                </c:pt>
                <c:pt idx="13180">
                  <c:v>55550</c:v>
                </c:pt>
                <c:pt idx="13181">
                  <c:v>55551</c:v>
                </c:pt>
                <c:pt idx="13182">
                  <c:v>55552</c:v>
                </c:pt>
                <c:pt idx="13183">
                  <c:v>55553</c:v>
                </c:pt>
                <c:pt idx="13184">
                  <c:v>55554</c:v>
                </c:pt>
                <c:pt idx="13185">
                  <c:v>55555</c:v>
                </c:pt>
                <c:pt idx="13186">
                  <c:v>55556</c:v>
                </c:pt>
                <c:pt idx="13187">
                  <c:v>55557</c:v>
                </c:pt>
                <c:pt idx="13188">
                  <c:v>55558</c:v>
                </c:pt>
                <c:pt idx="13189">
                  <c:v>55559</c:v>
                </c:pt>
                <c:pt idx="13190">
                  <c:v>55560</c:v>
                </c:pt>
                <c:pt idx="13191">
                  <c:v>55561</c:v>
                </c:pt>
                <c:pt idx="13192">
                  <c:v>55562</c:v>
                </c:pt>
                <c:pt idx="13193">
                  <c:v>55563</c:v>
                </c:pt>
                <c:pt idx="13194">
                  <c:v>55564</c:v>
                </c:pt>
                <c:pt idx="13195">
                  <c:v>55565</c:v>
                </c:pt>
                <c:pt idx="13196">
                  <c:v>55566</c:v>
                </c:pt>
                <c:pt idx="13197">
                  <c:v>55567</c:v>
                </c:pt>
                <c:pt idx="13198">
                  <c:v>55568</c:v>
                </c:pt>
                <c:pt idx="13199">
                  <c:v>55569</c:v>
                </c:pt>
                <c:pt idx="13200">
                  <c:v>55570</c:v>
                </c:pt>
                <c:pt idx="13201">
                  <c:v>55571</c:v>
                </c:pt>
                <c:pt idx="13202">
                  <c:v>55572</c:v>
                </c:pt>
                <c:pt idx="13203">
                  <c:v>55573</c:v>
                </c:pt>
                <c:pt idx="13204">
                  <c:v>55574</c:v>
                </c:pt>
                <c:pt idx="13205">
                  <c:v>55575</c:v>
                </c:pt>
                <c:pt idx="13206">
                  <c:v>55576</c:v>
                </c:pt>
                <c:pt idx="13207">
                  <c:v>55577</c:v>
                </c:pt>
                <c:pt idx="13208">
                  <c:v>55578</c:v>
                </c:pt>
                <c:pt idx="13209">
                  <c:v>55579</c:v>
                </c:pt>
                <c:pt idx="13210">
                  <c:v>55580</c:v>
                </c:pt>
                <c:pt idx="13211">
                  <c:v>55581</c:v>
                </c:pt>
                <c:pt idx="13212">
                  <c:v>55582</c:v>
                </c:pt>
                <c:pt idx="13213">
                  <c:v>55583</c:v>
                </c:pt>
                <c:pt idx="13214">
                  <c:v>55584</c:v>
                </c:pt>
                <c:pt idx="13215">
                  <c:v>55585</c:v>
                </c:pt>
                <c:pt idx="13216">
                  <c:v>55586</c:v>
                </c:pt>
                <c:pt idx="13217">
                  <c:v>55587</c:v>
                </c:pt>
                <c:pt idx="13218">
                  <c:v>55588</c:v>
                </c:pt>
                <c:pt idx="13219">
                  <c:v>55589</c:v>
                </c:pt>
                <c:pt idx="13220">
                  <c:v>55590</c:v>
                </c:pt>
                <c:pt idx="13221">
                  <c:v>55591</c:v>
                </c:pt>
                <c:pt idx="13222">
                  <c:v>55592</c:v>
                </c:pt>
                <c:pt idx="13223">
                  <c:v>55593</c:v>
                </c:pt>
                <c:pt idx="13224">
                  <c:v>55594</c:v>
                </c:pt>
                <c:pt idx="13225">
                  <c:v>55595</c:v>
                </c:pt>
                <c:pt idx="13226">
                  <c:v>55596</c:v>
                </c:pt>
                <c:pt idx="13227">
                  <c:v>55597</c:v>
                </c:pt>
                <c:pt idx="13228">
                  <c:v>55598</c:v>
                </c:pt>
                <c:pt idx="13229">
                  <c:v>55599</c:v>
                </c:pt>
                <c:pt idx="13230">
                  <c:v>55600</c:v>
                </c:pt>
                <c:pt idx="13231">
                  <c:v>55601</c:v>
                </c:pt>
                <c:pt idx="13232">
                  <c:v>55602</c:v>
                </c:pt>
                <c:pt idx="13233">
                  <c:v>55603</c:v>
                </c:pt>
                <c:pt idx="13234">
                  <c:v>55604</c:v>
                </c:pt>
                <c:pt idx="13235">
                  <c:v>55605</c:v>
                </c:pt>
                <c:pt idx="13236">
                  <c:v>55606</c:v>
                </c:pt>
                <c:pt idx="13237">
                  <c:v>55607</c:v>
                </c:pt>
                <c:pt idx="13238">
                  <c:v>55608</c:v>
                </c:pt>
                <c:pt idx="13239">
                  <c:v>55609</c:v>
                </c:pt>
                <c:pt idx="13240">
                  <c:v>55610</c:v>
                </c:pt>
                <c:pt idx="13241">
                  <c:v>55611</c:v>
                </c:pt>
                <c:pt idx="13242">
                  <c:v>55612</c:v>
                </c:pt>
                <c:pt idx="13243">
                  <c:v>55613</c:v>
                </c:pt>
                <c:pt idx="13244">
                  <c:v>55614</c:v>
                </c:pt>
                <c:pt idx="13245">
                  <c:v>55615</c:v>
                </c:pt>
                <c:pt idx="13246">
                  <c:v>55616</c:v>
                </c:pt>
                <c:pt idx="13247">
                  <c:v>55617</c:v>
                </c:pt>
                <c:pt idx="13248">
                  <c:v>55618</c:v>
                </c:pt>
                <c:pt idx="13249">
                  <c:v>55619</c:v>
                </c:pt>
                <c:pt idx="13250">
                  <c:v>55620</c:v>
                </c:pt>
                <c:pt idx="13251">
                  <c:v>55621</c:v>
                </c:pt>
                <c:pt idx="13252">
                  <c:v>55622</c:v>
                </c:pt>
                <c:pt idx="13253">
                  <c:v>55623</c:v>
                </c:pt>
                <c:pt idx="13254">
                  <c:v>55624</c:v>
                </c:pt>
                <c:pt idx="13255">
                  <c:v>55625</c:v>
                </c:pt>
                <c:pt idx="13256">
                  <c:v>55626</c:v>
                </c:pt>
                <c:pt idx="13257">
                  <c:v>55627</c:v>
                </c:pt>
                <c:pt idx="13258">
                  <c:v>55628</c:v>
                </c:pt>
                <c:pt idx="13259">
                  <c:v>55629</c:v>
                </c:pt>
                <c:pt idx="13260">
                  <c:v>55630</c:v>
                </c:pt>
                <c:pt idx="13261">
                  <c:v>55631</c:v>
                </c:pt>
                <c:pt idx="13262">
                  <c:v>55632</c:v>
                </c:pt>
                <c:pt idx="13263">
                  <c:v>55633</c:v>
                </c:pt>
                <c:pt idx="13264">
                  <c:v>55634</c:v>
                </c:pt>
                <c:pt idx="13265">
                  <c:v>55635</c:v>
                </c:pt>
                <c:pt idx="13266">
                  <c:v>55636</c:v>
                </c:pt>
                <c:pt idx="13267">
                  <c:v>55637</c:v>
                </c:pt>
                <c:pt idx="13268">
                  <c:v>55638</c:v>
                </c:pt>
                <c:pt idx="13269">
                  <c:v>55639</c:v>
                </c:pt>
                <c:pt idx="13270">
                  <c:v>55640</c:v>
                </c:pt>
                <c:pt idx="13271">
                  <c:v>55641</c:v>
                </c:pt>
                <c:pt idx="13272">
                  <c:v>55642</c:v>
                </c:pt>
                <c:pt idx="13273">
                  <c:v>55643</c:v>
                </c:pt>
                <c:pt idx="13274">
                  <c:v>55644</c:v>
                </c:pt>
                <c:pt idx="13275">
                  <c:v>55645</c:v>
                </c:pt>
                <c:pt idx="13276">
                  <c:v>55646</c:v>
                </c:pt>
                <c:pt idx="13277">
                  <c:v>55647</c:v>
                </c:pt>
                <c:pt idx="13278">
                  <c:v>55648</c:v>
                </c:pt>
                <c:pt idx="13279">
                  <c:v>55649</c:v>
                </c:pt>
                <c:pt idx="13280">
                  <c:v>55650</c:v>
                </c:pt>
                <c:pt idx="13281">
                  <c:v>55651</c:v>
                </c:pt>
                <c:pt idx="13282">
                  <c:v>55652</c:v>
                </c:pt>
                <c:pt idx="13283">
                  <c:v>55653</c:v>
                </c:pt>
                <c:pt idx="13284">
                  <c:v>55654</c:v>
                </c:pt>
                <c:pt idx="13285">
                  <c:v>55655</c:v>
                </c:pt>
                <c:pt idx="13286">
                  <c:v>55656</c:v>
                </c:pt>
                <c:pt idx="13287">
                  <c:v>55657</c:v>
                </c:pt>
                <c:pt idx="13288">
                  <c:v>55658</c:v>
                </c:pt>
                <c:pt idx="13289">
                  <c:v>55659</c:v>
                </c:pt>
                <c:pt idx="13290">
                  <c:v>55660</c:v>
                </c:pt>
                <c:pt idx="13291">
                  <c:v>55661</c:v>
                </c:pt>
                <c:pt idx="13292">
                  <c:v>55662</c:v>
                </c:pt>
                <c:pt idx="13293">
                  <c:v>55663</c:v>
                </c:pt>
                <c:pt idx="13294">
                  <c:v>55664</c:v>
                </c:pt>
                <c:pt idx="13295">
                  <c:v>55665</c:v>
                </c:pt>
                <c:pt idx="13296">
                  <c:v>55666</c:v>
                </c:pt>
                <c:pt idx="13297">
                  <c:v>55667</c:v>
                </c:pt>
                <c:pt idx="13298">
                  <c:v>55668</c:v>
                </c:pt>
                <c:pt idx="13299">
                  <c:v>55669</c:v>
                </c:pt>
                <c:pt idx="13300">
                  <c:v>55670</c:v>
                </c:pt>
                <c:pt idx="13301">
                  <c:v>55671</c:v>
                </c:pt>
                <c:pt idx="13302">
                  <c:v>55672</c:v>
                </c:pt>
                <c:pt idx="13303">
                  <c:v>55673</c:v>
                </c:pt>
                <c:pt idx="13304">
                  <c:v>55674</c:v>
                </c:pt>
                <c:pt idx="13305">
                  <c:v>55675</c:v>
                </c:pt>
                <c:pt idx="13306">
                  <c:v>55676</c:v>
                </c:pt>
                <c:pt idx="13307">
                  <c:v>55677</c:v>
                </c:pt>
                <c:pt idx="13308">
                  <c:v>55678</c:v>
                </c:pt>
                <c:pt idx="13309">
                  <c:v>55679</c:v>
                </c:pt>
                <c:pt idx="13310">
                  <c:v>55680</c:v>
                </c:pt>
                <c:pt idx="13311">
                  <c:v>55681</c:v>
                </c:pt>
                <c:pt idx="13312">
                  <c:v>55682</c:v>
                </c:pt>
                <c:pt idx="13313">
                  <c:v>55683</c:v>
                </c:pt>
                <c:pt idx="13314">
                  <c:v>55684</c:v>
                </c:pt>
                <c:pt idx="13315">
                  <c:v>55685</c:v>
                </c:pt>
                <c:pt idx="13316">
                  <c:v>55686</c:v>
                </c:pt>
                <c:pt idx="13317">
                  <c:v>55687</c:v>
                </c:pt>
                <c:pt idx="13318">
                  <c:v>55688</c:v>
                </c:pt>
                <c:pt idx="13319">
                  <c:v>55689</c:v>
                </c:pt>
                <c:pt idx="13320">
                  <c:v>55690</c:v>
                </c:pt>
                <c:pt idx="13321">
                  <c:v>55691</c:v>
                </c:pt>
                <c:pt idx="13322">
                  <c:v>55692</c:v>
                </c:pt>
                <c:pt idx="13323">
                  <c:v>55693</c:v>
                </c:pt>
                <c:pt idx="13324">
                  <c:v>55694</c:v>
                </c:pt>
                <c:pt idx="13325">
                  <c:v>55695</c:v>
                </c:pt>
                <c:pt idx="13326">
                  <c:v>55696</c:v>
                </c:pt>
                <c:pt idx="13327">
                  <c:v>55697</c:v>
                </c:pt>
                <c:pt idx="13328">
                  <c:v>55698</c:v>
                </c:pt>
                <c:pt idx="13329">
                  <c:v>55699</c:v>
                </c:pt>
                <c:pt idx="13330">
                  <c:v>55700</c:v>
                </c:pt>
                <c:pt idx="13331">
                  <c:v>55701</c:v>
                </c:pt>
                <c:pt idx="13332">
                  <c:v>55702</c:v>
                </c:pt>
                <c:pt idx="13333">
                  <c:v>55703</c:v>
                </c:pt>
                <c:pt idx="13334">
                  <c:v>55704</c:v>
                </c:pt>
                <c:pt idx="13335">
                  <c:v>55705</c:v>
                </c:pt>
                <c:pt idx="13336">
                  <c:v>55706</c:v>
                </c:pt>
                <c:pt idx="13337">
                  <c:v>55707</c:v>
                </c:pt>
                <c:pt idx="13338">
                  <c:v>55708</c:v>
                </c:pt>
                <c:pt idx="13339">
                  <c:v>55709</c:v>
                </c:pt>
                <c:pt idx="13340">
                  <c:v>55710</c:v>
                </c:pt>
                <c:pt idx="13341">
                  <c:v>55711</c:v>
                </c:pt>
                <c:pt idx="13342">
                  <c:v>55712</c:v>
                </c:pt>
                <c:pt idx="13343">
                  <c:v>55713</c:v>
                </c:pt>
                <c:pt idx="13344">
                  <c:v>55714</c:v>
                </c:pt>
                <c:pt idx="13345">
                  <c:v>55715</c:v>
                </c:pt>
                <c:pt idx="13346">
                  <c:v>55716</c:v>
                </c:pt>
                <c:pt idx="13347">
                  <c:v>55717</c:v>
                </c:pt>
                <c:pt idx="13348">
                  <c:v>55718</c:v>
                </c:pt>
                <c:pt idx="13349">
                  <c:v>55719</c:v>
                </c:pt>
                <c:pt idx="13350">
                  <c:v>55720</c:v>
                </c:pt>
                <c:pt idx="13351">
                  <c:v>55721</c:v>
                </c:pt>
                <c:pt idx="13352">
                  <c:v>55722</c:v>
                </c:pt>
                <c:pt idx="13353">
                  <c:v>55723</c:v>
                </c:pt>
                <c:pt idx="13354">
                  <c:v>55724</c:v>
                </c:pt>
                <c:pt idx="13355">
                  <c:v>55725</c:v>
                </c:pt>
                <c:pt idx="13356">
                  <c:v>55726</c:v>
                </c:pt>
                <c:pt idx="13357">
                  <c:v>55727</c:v>
                </c:pt>
                <c:pt idx="13358">
                  <c:v>55728</c:v>
                </c:pt>
                <c:pt idx="13359">
                  <c:v>55729</c:v>
                </c:pt>
                <c:pt idx="13360">
                  <c:v>55730</c:v>
                </c:pt>
                <c:pt idx="13361">
                  <c:v>55731</c:v>
                </c:pt>
                <c:pt idx="13362">
                  <c:v>55732</c:v>
                </c:pt>
                <c:pt idx="13363">
                  <c:v>55733</c:v>
                </c:pt>
                <c:pt idx="13364">
                  <c:v>55734</c:v>
                </c:pt>
                <c:pt idx="13365">
                  <c:v>55735</c:v>
                </c:pt>
                <c:pt idx="13366">
                  <c:v>55736</c:v>
                </c:pt>
                <c:pt idx="13367">
                  <c:v>55737</c:v>
                </c:pt>
                <c:pt idx="13368">
                  <c:v>55738</c:v>
                </c:pt>
                <c:pt idx="13369">
                  <c:v>55739</c:v>
                </c:pt>
                <c:pt idx="13370">
                  <c:v>55740</c:v>
                </c:pt>
                <c:pt idx="13371">
                  <c:v>55741</c:v>
                </c:pt>
                <c:pt idx="13372">
                  <c:v>55742</c:v>
                </c:pt>
                <c:pt idx="13373">
                  <c:v>55743</c:v>
                </c:pt>
                <c:pt idx="13374">
                  <c:v>55744</c:v>
                </c:pt>
                <c:pt idx="13375">
                  <c:v>55745</c:v>
                </c:pt>
                <c:pt idx="13376">
                  <c:v>55746</c:v>
                </c:pt>
                <c:pt idx="13377">
                  <c:v>55747</c:v>
                </c:pt>
                <c:pt idx="13378">
                  <c:v>55748</c:v>
                </c:pt>
                <c:pt idx="13379">
                  <c:v>55749</c:v>
                </c:pt>
                <c:pt idx="13380">
                  <c:v>55750</c:v>
                </c:pt>
                <c:pt idx="13381">
                  <c:v>55751</c:v>
                </c:pt>
                <c:pt idx="13382">
                  <c:v>55752</c:v>
                </c:pt>
                <c:pt idx="13383">
                  <c:v>55753</c:v>
                </c:pt>
                <c:pt idx="13384">
                  <c:v>55754</c:v>
                </c:pt>
                <c:pt idx="13385">
                  <c:v>55755</c:v>
                </c:pt>
                <c:pt idx="13386">
                  <c:v>55756</c:v>
                </c:pt>
                <c:pt idx="13387">
                  <c:v>55757</c:v>
                </c:pt>
                <c:pt idx="13388">
                  <c:v>55758</c:v>
                </c:pt>
                <c:pt idx="13389">
                  <c:v>55759</c:v>
                </c:pt>
                <c:pt idx="13390">
                  <c:v>55760</c:v>
                </c:pt>
                <c:pt idx="13391">
                  <c:v>55761</c:v>
                </c:pt>
                <c:pt idx="13392">
                  <c:v>55762</c:v>
                </c:pt>
                <c:pt idx="13393">
                  <c:v>55763</c:v>
                </c:pt>
                <c:pt idx="13394">
                  <c:v>55764</c:v>
                </c:pt>
                <c:pt idx="13395">
                  <c:v>55765</c:v>
                </c:pt>
                <c:pt idx="13396">
                  <c:v>55766</c:v>
                </c:pt>
                <c:pt idx="13397">
                  <c:v>55767</c:v>
                </c:pt>
                <c:pt idx="13398">
                  <c:v>55768</c:v>
                </c:pt>
                <c:pt idx="13399">
                  <c:v>55769</c:v>
                </c:pt>
                <c:pt idx="13400">
                  <c:v>55770</c:v>
                </c:pt>
                <c:pt idx="13401">
                  <c:v>55771</c:v>
                </c:pt>
                <c:pt idx="13402">
                  <c:v>55772</c:v>
                </c:pt>
                <c:pt idx="13403">
                  <c:v>55773</c:v>
                </c:pt>
                <c:pt idx="13404">
                  <c:v>55774</c:v>
                </c:pt>
                <c:pt idx="13405">
                  <c:v>55775</c:v>
                </c:pt>
                <c:pt idx="13406">
                  <c:v>55776</c:v>
                </c:pt>
                <c:pt idx="13407">
                  <c:v>55777</c:v>
                </c:pt>
                <c:pt idx="13408">
                  <c:v>55778</c:v>
                </c:pt>
                <c:pt idx="13409">
                  <c:v>55779</c:v>
                </c:pt>
                <c:pt idx="13410">
                  <c:v>55780</c:v>
                </c:pt>
                <c:pt idx="13411">
                  <c:v>55781</c:v>
                </c:pt>
                <c:pt idx="13412">
                  <c:v>55782</c:v>
                </c:pt>
                <c:pt idx="13413">
                  <c:v>55783</c:v>
                </c:pt>
                <c:pt idx="13414">
                  <c:v>55784</c:v>
                </c:pt>
                <c:pt idx="13415">
                  <c:v>55785</c:v>
                </c:pt>
                <c:pt idx="13416">
                  <c:v>55786</c:v>
                </c:pt>
                <c:pt idx="13417">
                  <c:v>55787</c:v>
                </c:pt>
                <c:pt idx="13418">
                  <c:v>55788</c:v>
                </c:pt>
                <c:pt idx="13419">
                  <c:v>55789</c:v>
                </c:pt>
                <c:pt idx="13420">
                  <c:v>55790</c:v>
                </c:pt>
                <c:pt idx="13421">
                  <c:v>55791</c:v>
                </c:pt>
                <c:pt idx="13422">
                  <c:v>55792</c:v>
                </c:pt>
                <c:pt idx="13423">
                  <c:v>55793</c:v>
                </c:pt>
                <c:pt idx="13424">
                  <c:v>55794</c:v>
                </c:pt>
                <c:pt idx="13425">
                  <c:v>55795</c:v>
                </c:pt>
                <c:pt idx="13426">
                  <c:v>55796</c:v>
                </c:pt>
                <c:pt idx="13427">
                  <c:v>55797</c:v>
                </c:pt>
                <c:pt idx="13428">
                  <c:v>55798</c:v>
                </c:pt>
                <c:pt idx="13429">
                  <c:v>55799</c:v>
                </c:pt>
                <c:pt idx="13430">
                  <c:v>55800</c:v>
                </c:pt>
                <c:pt idx="13431">
                  <c:v>55801</c:v>
                </c:pt>
                <c:pt idx="13432">
                  <c:v>55802</c:v>
                </c:pt>
                <c:pt idx="13433">
                  <c:v>55803</c:v>
                </c:pt>
                <c:pt idx="13434">
                  <c:v>55804</c:v>
                </c:pt>
                <c:pt idx="13435">
                  <c:v>55805</c:v>
                </c:pt>
                <c:pt idx="13436">
                  <c:v>55806</c:v>
                </c:pt>
                <c:pt idx="13437">
                  <c:v>55807</c:v>
                </c:pt>
                <c:pt idx="13438">
                  <c:v>55808</c:v>
                </c:pt>
                <c:pt idx="13439">
                  <c:v>55809</c:v>
                </c:pt>
                <c:pt idx="13440">
                  <c:v>55810</c:v>
                </c:pt>
                <c:pt idx="13441">
                  <c:v>55811</c:v>
                </c:pt>
                <c:pt idx="13442">
                  <c:v>55812</c:v>
                </c:pt>
                <c:pt idx="13443">
                  <c:v>55813</c:v>
                </c:pt>
                <c:pt idx="13444">
                  <c:v>55814</c:v>
                </c:pt>
                <c:pt idx="13445">
                  <c:v>55815</c:v>
                </c:pt>
                <c:pt idx="13446">
                  <c:v>55816</c:v>
                </c:pt>
                <c:pt idx="13447">
                  <c:v>55817</c:v>
                </c:pt>
                <c:pt idx="13448">
                  <c:v>55818</c:v>
                </c:pt>
                <c:pt idx="13449">
                  <c:v>55819</c:v>
                </c:pt>
                <c:pt idx="13450">
                  <c:v>55820</c:v>
                </c:pt>
                <c:pt idx="13451">
                  <c:v>55821</c:v>
                </c:pt>
                <c:pt idx="13452">
                  <c:v>55822</c:v>
                </c:pt>
                <c:pt idx="13453">
                  <c:v>55823</c:v>
                </c:pt>
                <c:pt idx="13454">
                  <c:v>55824</c:v>
                </c:pt>
                <c:pt idx="13455">
                  <c:v>55825</c:v>
                </c:pt>
                <c:pt idx="13456">
                  <c:v>55826</c:v>
                </c:pt>
                <c:pt idx="13457">
                  <c:v>55827</c:v>
                </c:pt>
                <c:pt idx="13458">
                  <c:v>55828</c:v>
                </c:pt>
                <c:pt idx="13459">
                  <c:v>55829</c:v>
                </c:pt>
                <c:pt idx="13460">
                  <c:v>55830</c:v>
                </c:pt>
                <c:pt idx="13461">
                  <c:v>55831</c:v>
                </c:pt>
                <c:pt idx="13462">
                  <c:v>55832</c:v>
                </c:pt>
                <c:pt idx="13463">
                  <c:v>55833</c:v>
                </c:pt>
                <c:pt idx="13464">
                  <c:v>55834</c:v>
                </c:pt>
                <c:pt idx="13465">
                  <c:v>55835</c:v>
                </c:pt>
                <c:pt idx="13466">
                  <c:v>55836</c:v>
                </c:pt>
                <c:pt idx="13467">
                  <c:v>55837</c:v>
                </c:pt>
                <c:pt idx="13468">
                  <c:v>55838</c:v>
                </c:pt>
                <c:pt idx="13469">
                  <c:v>55839</c:v>
                </c:pt>
                <c:pt idx="13470">
                  <c:v>55840</c:v>
                </c:pt>
                <c:pt idx="13471">
                  <c:v>55841</c:v>
                </c:pt>
                <c:pt idx="13472">
                  <c:v>55842</c:v>
                </c:pt>
                <c:pt idx="13473">
                  <c:v>55843</c:v>
                </c:pt>
                <c:pt idx="13474">
                  <c:v>55844</c:v>
                </c:pt>
                <c:pt idx="13475">
                  <c:v>55845</c:v>
                </c:pt>
                <c:pt idx="13476">
                  <c:v>55846</c:v>
                </c:pt>
                <c:pt idx="13477">
                  <c:v>55847</c:v>
                </c:pt>
                <c:pt idx="13478">
                  <c:v>55848</c:v>
                </c:pt>
                <c:pt idx="13479">
                  <c:v>55849</c:v>
                </c:pt>
                <c:pt idx="13480">
                  <c:v>55850</c:v>
                </c:pt>
                <c:pt idx="13481">
                  <c:v>55851</c:v>
                </c:pt>
                <c:pt idx="13482">
                  <c:v>55852</c:v>
                </c:pt>
                <c:pt idx="13483">
                  <c:v>55853</c:v>
                </c:pt>
                <c:pt idx="13484">
                  <c:v>55854</c:v>
                </c:pt>
                <c:pt idx="13485">
                  <c:v>55855</c:v>
                </c:pt>
                <c:pt idx="13486">
                  <c:v>55856</c:v>
                </c:pt>
                <c:pt idx="13487">
                  <c:v>55857</c:v>
                </c:pt>
                <c:pt idx="13488">
                  <c:v>55858</c:v>
                </c:pt>
                <c:pt idx="13489">
                  <c:v>55859</c:v>
                </c:pt>
                <c:pt idx="13490">
                  <c:v>55860</c:v>
                </c:pt>
                <c:pt idx="13491">
                  <c:v>55861</c:v>
                </c:pt>
                <c:pt idx="13492">
                  <c:v>55862</c:v>
                </c:pt>
                <c:pt idx="13493">
                  <c:v>55863</c:v>
                </c:pt>
                <c:pt idx="13494">
                  <c:v>55864</c:v>
                </c:pt>
                <c:pt idx="13495">
                  <c:v>55865</c:v>
                </c:pt>
                <c:pt idx="13496">
                  <c:v>55866</c:v>
                </c:pt>
                <c:pt idx="13497">
                  <c:v>55867</c:v>
                </c:pt>
                <c:pt idx="13498">
                  <c:v>55868</c:v>
                </c:pt>
                <c:pt idx="13499">
                  <c:v>55869</c:v>
                </c:pt>
                <c:pt idx="13500">
                  <c:v>55870</c:v>
                </c:pt>
                <c:pt idx="13501">
                  <c:v>55871</c:v>
                </c:pt>
                <c:pt idx="13502">
                  <c:v>55872</c:v>
                </c:pt>
                <c:pt idx="13503">
                  <c:v>55873</c:v>
                </c:pt>
                <c:pt idx="13504">
                  <c:v>55874</c:v>
                </c:pt>
                <c:pt idx="13505">
                  <c:v>55875</c:v>
                </c:pt>
                <c:pt idx="13506">
                  <c:v>55876</c:v>
                </c:pt>
                <c:pt idx="13507">
                  <c:v>55877</c:v>
                </c:pt>
                <c:pt idx="13508">
                  <c:v>55878</c:v>
                </c:pt>
                <c:pt idx="13509">
                  <c:v>55879</c:v>
                </c:pt>
                <c:pt idx="13510">
                  <c:v>55880</c:v>
                </c:pt>
                <c:pt idx="13511">
                  <c:v>55881</c:v>
                </c:pt>
                <c:pt idx="13512">
                  <c:v>55882</c:v>
                </c:pt>
                <c:pt idx="13513">
                  <c:v>55883</c:v>
                </c:pt>
                <c:pt idx="13514">
                  <c:v>55884</c:v>
                </c:pt>
                <c:pt idx="13515">
                  <c:v>55885</c:v>
                </c:pt>
                <c:pt idx="13516">
                  <c:v>55886</c:v>
                </c:pt>
                <c:pt idx="13517">
                  <c:v>55887</c:v>
                </c:pt>
                <c:pt idx="13518">
                  <c:v>55888</c:v>
                </c:pt>
                <c:pt idx="13519">
                  <c:v>55889</c:v>
                </c:pt>
                <c:pt idx="13520">
                  <c:v>55890</c:v>
                </c:pt>
                <c:pt idx="13521">
                  <c:v>55891</c:v>
                </c:pt>
                <c:pt idx="13522">
                  <c:v>55892</c:v>
                </c:pt>
                <c:pt idx="13523">
                  <c:v>55893</c:v>
                </c:pt>
                <c:pt idx="13524">
                  <c:v>55894</c:v>
                </c:pt>
                <c:pt idx="13525">
                  <c:v>55895</c:v>
                </c:pt>
                <c:pt idx="13526">
                  <c:v>55896</c:v>
                </c:pt>
                <c:pt idx="13527">
                  <c:v>55897</c:v>
                </c:pt>
                <c:pt idx="13528">
                  <c:v>55898</c:v>
                </c:pt>
                <c:pt idx="13529">
                  <c:v>55899</c:v>
                </c:pt>
                <c:pt idx="13530">
                  <c:v>55900</c:v>
                </c:pt>
                <c:pt idx="13531">
                  <c:v>55901</c:v>
                </c:pt>
                <c:pt idx="13532">
                  <c:v>55902</c:v>
                </c:pt>
                <c:pt idx="13533">
                  <c:v>55903</c:v>
                </c:pt>
                <c:pt idx="13534">
                  <c:v>55904</c:v>
                </c:pt>
                <c:pt idx="13535">
                  <c:v>55905</c:v>
                </c:pt>
                <c:pt idx="13536">
                  <c:v>55906</c:v>
                </c:pt>
                <c:pt idx="13537">
                  <c:v>55907</c:v>
                </c:pt>
                <c:pt idx="13538">
                  <c:v>55908</c:v>
                </c:pt>
                <c:pt idx="13539">
                  <c:v>55909</c:v>
                </c:pt>
                <c:pt idx="13540">
                  <c:v>55910</c:v>
                </c:pt>
                <c:pt idx="13541">
                  <c:v>55911</c:v>
                </c:pt>
                <c:pt idx="13542">
                  <c:v>55912</c:v>
                </c:pt>
                <c:pt idx="13543">
                  <c:v>55913</c:v>
                </c:pt>
                <c:pt idx="13544">
                  <c:v>55914</c:v>
                </c:pt>
                <c:pt idx="13545">
                  <c:v>55915</c:v>
                </c:pt>
                <c:pt idx="13546">
                  <c:v>55916</c:v>
                </c:pt>
                <c:pt idx="13547">
                  <c:v>55917</c:v>
                </c:pt>
                <c:pt idx="13548">
                  <c:v>55918</c:v>
                </c:pt>
                <c:pt idx="13549">
                  <c:v>55919</c:v>
                </c:pt>
                <c:pt idx="13550">
                  <c:v>55920</c:v>
                </c:pt>
                <c:pt idx="13551">
                  <c:v>55921</c:v>
                </c:pt>
                <c:pt idx="13552">
                  <c:v>55922</c:v>
                </c:pt>
                <c:pt idx="13553">
                  <c:v>55923</c:v>
                </c:pt>
                <c:pt idx="13554">
                  <c:v>55924</c:v>
                </c:pt>
                <c:pt idx="13555">
                  <c:v>55925</c:v>
                </c:pt>
                <c:pt idx="13556">
                  <c:v>55926</c:v>
                </c:pt>
                <c:pt idx="13557">
                  <c:v>55927</c:v>
                </c:pt>
                <c:pt idx="13558">
                  <c:v>55928</c:v>
                </c:pt>
                <c:pt idx="13559">
                  <c:v>55929</c:v>
                </c:pt>
                <c:pt idx="13560">
                  <c:v>55930</c:v>
                </c:pt>
                <c:pt idx="13561">
                  <c:v>55931</c:v>
                </c:pt>
                <c:pt idx="13562">
                  <c:v>55932</c:v>
                </c:pt>
                <c:pt idx="13563">
                  <c:v>55933</c:v>
                </c:pt>
                <c:pt idx="13564">
                  <c:v>55934</c:v>
                </c:pt>
                <c:pt idx="13565">
                  <c:v>55935</c:v>
                </c:pt>
                <c:pt idx="13566">
                  <c:v>55936</c:v>
                </c:pt>
                <c:pt idx="13567">
                  <c:v>55937</c:v>
                </c:pt>
                <c:pt idx="13568">
                  <c:v>55938</c:v>
                </c:pt>
                <c:pt idx="13569">
                  <c:v>55939</c:v>
                </c:pt>
                <c:pt idx="13570">
                  <c:v>55940</c:v>
                </c:pt>
                <c:pt idx="13571">
                  <c:v>55941</c:v>
                </c:pt>
                <c:pt idx="13572">
                  <c:v>55942</c:v>
                </c:pt>
                <c:pt idx="13573">
                  <c:v>55943</c:v>
                </c:pt>
                <c:pt idx="13574">
                  <c:v>55944</c:v>
                </c:pt>
                <c:pt idx="13575">
                  <c:v>55945</c:v>
                </c:pt>
                <c:pt idx="13576">
                  <c:v>55946</c:v>
                </c:pt>
                <c:pt idx="13577">
                  <c:v>55947</c:v>
                </c:pt>
                <c:pt idx="13578">
                  <c:v>55948</c:v>
                </c:pt>
                <c:pt idx="13579">
                  <c:v>55949</c:v>
                </c:pt>
                <c:pt idx="13580">
                  <c:v>55950</c:v>
                </c:pt>
                <c:pt idx="13581">
                  <c:v>55951</c:v>
                </c:pt>
                <c:pt idx="13582">
                  <c:v>55952</c:v>
                </c:pt>
                <c:pt idx="13583">
                  <c:v>55953</c:v>
                </c:pt>
                <c:pt idx="13584">
                  <c:v>55954</c:v>
                </c:pt>
                <c:pt idx="13585">
                  <c:v>55955</c:v>
                </c:pt>
                <c:pt idx="13586">
                  <c:v>55956</c:v>
                </c:pt>
                <c:pt idx="13587">
                  <c:v>55957</c:v>
                </c:pt>
                <c:pt idx="13588">
                  <c:v>55958</c:v>
                </c:pt>
                <c:pt idx="13589">
                  <c:v>55959</c:v>
                </c:pt>
                <c:pt idx="13590">
                  <c:v>55960</c:v>
                </c:pt>
                <c:pt idx="13591">
                  <c:v>55961</c:v>
                </c:pt>
                <c:pt idx="13592">
                  <c:v>55962</c:v>
                </c:pt>
                <c:pt idx="13593">
                  <c:v>55963</c:v>
                </c:pt>
                <c:pt idx="13594">
                  <c:v>55964</c:v>
                </c:pt>
                <c:pt idx="13595">
                  <c:v>55965</c:v>
                </c:pt>
                <c:pt idx="13596">
                  <c:v>55966</c:v>
                </c:pt>
                <c:pt idx="13597">
                  <c:v>55967</c:v>
                </c:pt>
                <c:pt idx="13598">
                  <c:v>55968</c:v>
                </c:pt>
                <c:pt idx="13599">
                  <c:v>55969</c:v>
                </c:pt>
                <c:pt idx="13600">
                  <c:v>55970</c:v>
                </c:pt>
                <c:pt idx="13601">
                  <c:v>55971</c:v>
                </c:pt>
                <c:pt idx="13602">
                  <c:v>55972</c:v>
                </c:pt>
                <c:pt idx="13603">
                  <c:v>55973</c:v>
                </c:pt>
                <c:pt idx="13604">
                  <c:v>55974</c:v>
                </c:pt>
                <c:pt idx="13605">
                  <c:v>55975</c:v>
                </c:pt>
                <c:pt idx="13606">
                  <c:v>55976</c:v>
                </c:pt>
                <c:pt idx="13607">
                  <c:v>55977</c:v>
                </c:pt>
                <c:pt idx="13608">
                  <c:v>55978</c:v>
                </c:pt>
                <c:pt idx="13609">
                  <c:v>55979</c:v>
                </c:pt>
                <c:pt idx="13610">
                  <c:v>55980</c:v>
                </c:pt>
                <c:pt idx="13611">
                  <c:v>55981</c:v>
                </c:pt>
                <c:pt idx="13612">
                  <c:v>55982</c:v>
                </c:pt>
                <c:pt idx="13613">
                  <c:v>55983</c:v>
                </c:pt>
                <c:pt idx="13614">
                  <c:v>55984</c:v>
                </c:pt>
                <c:pt idx="13615">
                  <c:v>55985</c:v>
                </c:pt>
                <c:pt idx="13616">
                  <c:v>55986</c:v>
                </c:pt>
                <c:pt idx="13617">
                  <c:v>55987</c:v>
                </c:pt>
                <c:pt idx="13618">
                  <c:v>55988</c:v>
                </c:pt>
                <c:pt idx="13619">
                  <c:v>55989</c:v>
                </c:pt>
                <c:pt idx="13620">
                  <c:v>55990</c:v>
                </c:pt>
                <c:pt idx="13621">
                  <c:v>55991</c:v>
                </c:pt>
                <c:pt idx="13622">
                  <c:v>55992</c:v>
                </c:pt>
                <c:pt idx="13623">
                  <c:v>55993</c:v>
                </c:pt>
                <c:pt idx="13624">
                  <c:v>55994</c:v>
                </c:pt>
                <c:pt idx="13625">
                  <c:v>55995</c:v>
                </c:pt>
                <c:pt idx="13626">
                  <c:v>55996</c:v>
                </c:pt>
                <c:pt idx="13627">
                  <c:v>55997</c:v>
                </c:pt>
                <c:pt idx="13628">
                  <c:v>55998</c:v>
                </c:pt>
                <c:pt idx="13629">
                  <c:v>55999</c:v>
                </c:pt>
                <c:pt idx="13630">
                  <c:v>56000</c:v>
                </c:pt>
                <c:pt idx="13631">
                  <c:v>56001</c:v>
                </c:pt>
                <c:pt idx="13632">
                  <c:v>56002</c:v>
                </c:pt>
                <c:pt idx="13633">
                  <c:v>56003</c:v>
                </c:pt>
                <c:pt idx="13634">
                  <c:v>56004</c:v>
                </c:pt>
                <c:pt idx="13635">
                  <c:v>56005</c:v>
                </c:pt>
                <c:pt idx="13636">
                  <c:v>56006</c:v>
                </c:pt>
                <c:pt idx="13637">
                  <c:v>56007</c:v>
                </c:pt>
                <c:pt idx="13638">
                  <c:v>56008</c:v>
                </c:pt>
                <c:pt idx="13639">
                  <c:v>56009</c:v>
                </c:pt>
                <c:pt idx="13640">
                  <c:v>56010</c:v>
                </c:pt>
                <c:pt idx="13641">
                  <c:v>56011</c:v>
                </c:pt>
                <c:pt idx="13642">
                  <c:v>56012</c:v>
                </c:pt>
                <c:pt idx="13643">
                  <c:v>56013</c:v>
                </c:pt>
                <c:pt idx="13644">
                  <c:v>56014</c:v>
                </c:pt>
                <c:pt idx="13645">
                  <c:v>56015</c:v>
                </c:pt>
                <c:pt idx="13646">
                  <c:v>56016</c:v>
                </c:pt>
                <c:pt idx="13647">
                  <c:v>56017</c:v>
                </c:pt>
                <c:pt idx="13648">
                  <c:v>56018</c:v>
                </c:pt>
                <c:pt idx="13649">
                  <c:v>56019</c:v>
                </c:pt>
                <c:pt idx="13650">
                  <c:v>56020</c:v>
                </c:pt>
                <c:pt idx="13651">
                  <c:v>56021</c:v>
                </c:pt>
                <c:pt idx="13652">
                  <c:v>56022</c:v>
                </c:pt>
                <c:pt idx="13653">
                  <c:v>56023</c:v>
                </c:pt>
                <c:pt idx="13654">
                  <c:v>56024</c:v>
                </c:pt>
                <c:pt idx="13655">
                  <c:v>56025</c:v>
                </c:pt>
                <c:pt idx="13656">
                  <c:v>56026</c:v>
                </c:pt>
                <c:pt idx="13657">
                  <c:v>56027</c:v>
                </c:pt>
                <c:pt idx="13658">
                  <c:v>56028</c:v>
                </c:pt>
                <c:pt idx="13659">
                  <c:v>56029</c:v>
                </c:pt>
                <c:pt idx="13660">
                  <c:v>56030</c:v>
                </c:pt>
                <c:pt idx="13661">
                  <c:v>56031</c:v>
                </c:pt>
                <c:pt idx="13662">
                  <c:v>56032</c:v>
                </c:pt>
                <c:pt idx="13663">
                  <c:v>56033</c:v>
                </c:pt>
                <c:pt idx="13664">
                  <c:v>56034</c:v>
                </c:pt>
                <c:pt idx="13665">
                  <c:v>56035</c:v>
                </c:pt>
                <c:pt idx="13666">
                  <c:v>56036</c:v>
                </c:pt>
                <c:pt idx="13667">
                  <c:v>56037</c:v>
                </c:pt>
                <c:pt idx="13668">
                  <c:v>56038</c:v>
                </c:pt>
                <c:pt idx="13669">
                  <c:v>56039</c:v>
                </c:pt>
                <c:pt idx="13670">
                  <c:v>56040</c:v>
                </c:pt>
                <c:pt idx="13671">
                  <c:v>56041</c:v>
                </c:pt>
                <c:pt idx="13672">
                  <c:v>56042</c:v>
                </c:pt>
                <c:pt idx="13673">
                  <c:v>56043</c:v>
                </c:pt>
                <c:pt idx="13674">
                  <c:v>56044</c:v>
                </c:pt>
                <c:pt idx="13675">
                  <c:v>56045</c:v>
                </c:pt>
                <c:pt idx="13676">
                  <c:v>56046</c:v>
                </c:pt>
                <c:pt idx="13677">
                  <c:v>56047</c:v>
                </c:pt>
                <c:pt idx="13678">
                  <c:v>56048</c:v>
                </c:pt>
                <c:pt idx="13679">
                  <c:v>56049</c:v>
                </c:pt>
                <c:pt idx="13680">
                  <c:v>56050</c:v>
                </c:pt>
                <c:pt idx="13681">
                  <c:v>56051</c:v>
                </c:pt>
                <c:pt idx="13682">
                  <c:v>56052</c:v>
                </c:pt>
                <c:pt idx="13683">
                  <c:v>56053</c:v>
                </c:pt>
                <c:pt idx="13684">
                  <c:v>56054</c:v>
                </c:pt>
                <c:pt idx="13685">
                  <c:v>56055</c:v>
                </c:pt>
                <c:pt idx="13686">
                  <c:v>56056</c:v>
                </c:pt>
                <c:pt idx="13687">
                  <c:v>56057</c:v>
                </c:pt>
                <c:pt idx="13688">
                  <c:v>56058</c:v>
                </c:pt>
                <c:pt idx="13689">
                  <c:v>56059</c:v>
                </c:pt>
                <c:pt idx="13690">
                  <c:v>56060</c:v>
                </c:pt>
                <c:pt idx="13691">
                  <c:v>56061</c:v>
                </c:pt>
                <c:pt idx="13692">
                  <c:v>56062</c:v>
                </c:pt>
                <c:pt idx="13693">
                  <c:v>56063</c:v>
                </c:pt>
                <c:pt idx="13694">
                  <c:v>56064</c:v>
                </c:pt>
                <c:pt idx="13695">
                  <c:v>56065</c:v>
                </c:pt>
                <c:pt idx="13696">
                  <c:v>56066</c:v>
                </c:pt>
                <c:pt idx="13697">
                  <c:v>56067</c:v>
                </c:pt>
                <c:pt idx="13698">
                  <c:v>56068</c:v>
                </c:pt>
                <c:pt idx="13699">
                  <c:v>56069</c:v>
                </c:pt>
                <c:pt idx="13700">
                  <c:v>56070</c:v>
                </c:pt>
                <c:pt idx="13701">
                  <c:v>56071</c:v>
                </c:pt>
                <c:pt idx="13702">
                  <c:v>56072</c:v>
                </c:pt>
                <c:pt idx="13703">
                  <c:v>56073</c:v>
                </c:pt>
                <c:pt idx="13704">
                  <c:v>56074</c:v>
                </c:pt>
                <c:pt idx="13705">
                  <c:v>56075</c:v>
                </c:pt>
                <c:pt idx="13706">
                  <c:v>56076</c:v>
                </c:pt>
                <c:pt idx="13707">
                  <c:v>56077</c:v>
                </c:pt>
                <c:pt idx="13708">
                  <c:v>56078</c:v>
                </c:pt>
                <c:pt idx="13709">
                  <c:v>56079</c:v>
                </c:pt>
                <c:pt idx="13710">
                  <c:v>56080</c:v>
                </c:pt>
                <c:pt idx="13711">
                  <c:v>56081</c:v>
                </c:pt>
                <c:pt idx="13712">
                  <c:v>56082</c:v>
                </c:pt>
                <c:pt idx="13713">
                  <c:v>56083</c:v>
                </c:pt>
                <c:pt idx="13714">
                  <c:v>56084</c:v>
                </c:pt>
                <c:pt idx="13715">
                  <c:v>56085</c:v>
                </c:pt>
                <c:pt idx="13716">
                  <c:v>56086</c:v>
                </c:pt>
                <c:pt idx="13717">
                  <c:v>56087</c:v>
                </c:pt>
                <c:pt idx="13718">
                  <c:v>56088</c:v>
                </c:pt>
                <c:pt idx="13719">
                  <c:v>56089</c:v>
                </c:pt>
                <c:pt idx="13720">
                  <c:v>56090</c:v>
                </c:pt>
                <c:pt idx="13721">
                  <c:v>56091</c:v>
                </c:pt>
                <c:pt idx="13722">
                  <c:v>56092</c:v>
                </c:pt>
                <c:pt idx="13723">
                  <c:v>56093</c:v>
                </c:pt>
                <c:pt idx="13724">
                  <c:v>56094</c:v>
                </c:pt>
                <c:pt idx="13725">
                  <c:v>56095</c:v>
                </c:pt>
                <c:pt idx="13726">
                  <c:v>56096</c:v>
                </c:pt>
                <c:pt idx="13727">
                  <c:v>56097</c:v>
                </c:pt>
                <c:pt idx="13728">
                  <c:v>56098</c:v>
                </c:pt>
                <c:pt idx="13729">
                  <c:v>56099</c:v>
                </c:pt>
                <c:pt idx="13730">
                  <c:v>56100</c:v>
                </c:pt>
                <c:pt idx="13731">
                  <c:v>56101</c:v>
                </c:pt>
                <c:pt idx="13732">
                  <c:v>56102</c:v>
                </c:pt>
                <c:pt idx="13733">
                  <c:v>56103</c:v>
                </c:pt>
                <c:pt idx="13734">
                  <c:v>56104</c:v>
                </c:pt>
                <c:pt idx="13735">
                  <c:v>56105</c:v>
                </c:pt>
                <c:pt idx="13736">
                  <c:v>56106</c:v>
                </c:pt>
                <c:pt idx="13737">
                  <c:v>56107</c:v>
                </c:pt>
                <c:pt idx="13738">
                  <c:v>56108</c:v>
                </c:pt>
                <c:pt idx="13739">
                  <c:v>56109</c:v>
                </c:pt>
                <c:pt idx="13740">
                  <c:v>56110</c:v>
                </c:pt>
                <c:pt idx="13741">
                  <c:v>56111</c:v>
                </c:pt>
                <c:pt idx="13742">
                  <c:v>56112</c:v>
                </c:pt>
                <c:pt idx="13743">
                  <c:v>56113</c:v>
                </c:pt>
                <c:pt idx="13744">
                  <c:v>56114</c:v>
                </c:pt>
                <c:pt idx="13745">
                  <c:v>56115</c:v>
                </c:pt>
                <c:pt idx="13746">
                  <c:v>56116</c:v>
                </c:pt>
                <c:pt idx="13747">
                  <c:v>56117</c:v>
                </c:pt>
                <c:pt idx="13748">
                  <c:v>56118</c:v>
                </c:pt>
                <c:pt idx="13749">
                  <c:v>56119</c:v>
                </c:pt>
                <c:pt idx="13750">
                  <c:v>56120</c:v>
                </c:pt>
                <c:pt idx="13751">
                  <c:v>56121</c:v>
                </c:pt>
                <c:pt idx="13752">
                  <c:v>56122</c:v>
                </c:pt>
                <c:pt idx="13753">
                  <c:v>56123</c:v>
                </c:pt>
                <c:pt idx="13754">
                  <c:v>56124</c:v>
                </c:pt>
                <c:pt idx="13755">
                  <c:v>56125</c:v>
                </c:pt>
                <c:pt idx="13756">
                  <c:v>56126</c:v>
                </c:pt>
                <c:pt idx="13757">
                  <c:v>56127</c:v>
                </c:pt>
                <c:pt idx="13758">
                  <c:v>56128</c:v>
                </c:pt>
                <c:pt idx="13759">
                  <c:v>56129</c:v>
                </c:pt>
                <c:pt idx="13760">
                  <c:v>56130</c:v>
                </c:pt>
                <c:pt idx="13761">
                  <c:v>56131</c:v>
                </c:pt>
                <c:pt idx="13762">
                  <c:v>56132</c:v>
                </c:pt>
                <c:pt idx="13763">
                  <c:v>56133</c:v>
                </c:pt>
                <c:pt idx="13764">
                  <c:v>56134</c:v>
                </c:pt>
                <c:pt idx="13765">
                  <c:v>56135</c:v>
                </c:pt>
                <c:pt idx="13766">
                  <c:v>56136</c:v>
                </c:pt>
                <c:pt idx="13767">
                  <c:v>56137</c:v>
                </c:pt>
                <c:pt idx="13768">
                  <c:v>56138</c:v>
                </c:pt>
                <c:pt idx="13769">
                  <c:v>56139</c:v>
                </c:pt>
                <c:pt idx="13770">
                  <c:v>56140</c:v>
                </c:pt>
                <c:pt idx="13771">
                  <c:v>56141</c:v>
                </c:pt>
                <c:pt idx="13772">
                  <c:v>56142</c:v>
                </c:pt>
                <c:pt idx="13773">
                  <c:v>56143</c:v>
                </c:pt>
                <c:pt idx="13774">
                  <c:v>56144</c:v>
                </c:pt>
                <c:pt idx="13775">
                  <c:v>56145</c:v>
                </c:pt>
                <c:pt idx="13776">
                  <c:v>56146</c:v>
                </c:pt>
                <c:pt idx="13777">
                  <c:v>56147</c:v>
                </c:pt>
                <c:pt idx="13778">
                  <c:v>56148</c:v>
                </c:pt>
                <c:pt idx="13779">
                  <c:v>56149</c:v>
                </c:pt>
                <c:pt idx="13780">
                  <c:v>56150</c:v>
                </c:pt>
                <c:pt idx="13781">
                  <c:v>56151</c:v>
                </c:pt>
                <c:pt idx="13782">
                  <c:v>56152</c:v>
                </c:pt>
                <c:pt idx="13783">
                  <c:v>56153</c:v>
                </c:pt>
                <c:pt idx="13784">
                  <c:v>56154</c:v>
                </c:pt>
                <c:pt idx="13785">
                  <c:v>56155</c:v>
                </c:pt>
                <c:pt idx="13786">
                  <c:v>56156</c:v>
                </c:pt>
                <c:pt idx="13787">
                  <c:v>56157</c:v>
                </c:pt>
                <c:pt idx="13788">
                  <c:v>56158</c:v>
                </c:pt>
                <c:pt idx="13789">
                  <c:v>56159</c:v>
                </c:pt>
                <c:pt idx="13790">
                  <c:v>56160</c:v>
                </c:pt>
                <c:pt idx="13791">
                  <c:v>56161</c:v>
                </c:pt>
                <c:pt idx="13792">
                  <c:v>56162</c:v>
                </c:pt>
                <c:pt idx="13793">
                  <c:v>56163</c:v>
                </c:pt>
                <c:pt idx="13794">
                  <c:v>56164</c:v>
                </c:pt>
                <c:pt idx="13795">
                  <c:v>56165</c:v>
                </c:pt>
                <c:pt idx="13796">
                  <c:v>56166</c:v>
                </c:pt>
                <c:pt idx="13797">
                  <c:v>56167</c:v>
                </c:pt>
                <c:pt idx="13798">
                  <c:v>56168</c:v>
                </c:pt>
                <c:pt idx="13799">
                  <c:v>56169</c:v>
                </c:pt>
                <c:pt idx="13800">
                  <c:v>56170</c:v>
                </c:pt>
                <c:pt idx="13801">
                  <c:v>56171</c:v>
                </c:pt>
                <c:pt idx="13802">
                  <c:v>56172</c:v>
                </c:pt>
                <c:pt idx="13803">
                  <c:v>56173</c:v>
                </c:pt>
                <c:pt idx="13804">
                  <c:v>56174</c:v>
                </c:pt>
                <c:pt idx="13805">
                  <c:v>56175</c:v>
                </c:pt>
                <c:pt idx="13806">
                  <c:v>56176</c:v>
                </c:pt>
                <c:pt idx="13807">
                  <c:v>56177</c:v>
                </c:pt>
                <c:pt idx="13808">
                  <c:v>56178</c:v>
                </c:pt>
                <c:pt idx="13809">
                  <c:v>56179</c:v>
                </c:pt>
                <c:pt idx="13810">
                  <c:v>56180</c:v>
                </c:pt>
                <c:pt idx="13811">
                  <c:v>56181</c:v>
                </c:pt>
                <c:pt idx="13812">
                  <c:v>56182</c:v>
                </c:pt>
                <c:pt idx="13813">
                  <c:v>56183</c:v>
                </c:pt>
                <c:pt idx="13814">
                  <c:v>56184</c:v>
                </c:pt>
                <c:pt idx="13815">
                  <c:v>56185</c:v>
                </c:pt>
                <c:pt idx="13816">
                  <c:v>56186</c:v>
                </c:pt>
                <c:pt idx="13817">
                  <c:v>56187</c:v>
                </c:pt>
                <c:pt idx="13818">
                  <c:v>56188</c:v>
                </c:pt>
                <c:pt idx="13819">
                  <c:v>56189</c:v>
                </c:pt>
                <c:pt idx="13820">
                  <c:v>56190</c:v>
                </c:pt>
                <c:pt idx="13821">
                  <c:v>56191</c:v>
                </c:pt>
                <c:pt idx="13822">
                  <c:v>56192</c:v>
                </c:pt>
                <c:pt idx="13823">
                  <c:v>56193</c:v>
                </c:pt>
                <c:pt idx="13824">
                  <c:v>56194</c:v>
                </c:pt>
                <c:pt idx="13825">
                  <c:v>56195</c:v>
                </c:pt>
                <c:pt idx="13826">
                  <c:v>56196</c:v>
                </c:pt>
                <c:pt idx="13827">
                  <c:v>56197</c:v>
                </c:pt>
                <c:pt idx="13828">
                  <c:v>56198</c:v>
                </c:pt>
                <c:pt idx="13829">
                  <c:v>56199</c:v>
                </c:pt>
                <c:pt idx="13830">
                  <c:v>56200</c:v>
                </c:pt>
                <c:pt idx="13831">
                  <c:v>56201</c:v>
                </c:pt>
                <c:pt idx="13832">
                  <c:v>56202</c:v>
                </c:pt>
                <c:pt idx="13833">
                  <c:v>56203</c:v>
                </c:pt>
                <c:pt idx="13834">
                  <c:v>56204</c:v>
                </c:pt>
                <c:pt idx="13835">
                  <c:v>56205</c:v>
                </c:pt>
                <c:pt idx="13836">
                  <c:v>56206</c:v>
                </c:pt>
                <c:pt idx="13837">
                  <c:v>56207</c:v>
                </c:pt>
                <c:pt idx="13838">
                  <c:v>56208</c:v>
                </c:pt>
                <c:pt idx="13839">
                  <c:v>56209</c:v>
                </c:pt>
                <c:pt idx="13840">
                  <c:v>56210</c:v>
                </c:pt>
                <c:pt idx="13841">
                  <c:v>56211</c:v>
                </c:pt>
                <c:pt idx="13842">
                  <c:v>56212</c:v>
                </c:pt>
                <c:pt idx="13843">
                  <c:v>56213</c:v>
                </c:pt>
                <c:pt idx="13844">
                  <c:v>56214</c:v>
                </c:pt>
                <c:pt idx="13845">
                  <c:v>56215</c:v>
                </c:pt>
                <c:pt idx="13846">
                  <c:v>56216</c:v>
                </c:pt>
                <c:pt idx="13847">
                  <c:v>56217</c:v>
                </c:pt>
                <c:pt idx="13848">
                  <c:v>56218</c:v>
                </c:pt>
                <c:pt idx="13849">
                  <c:v>56219</c:v>
                </c:pt>
                <c:pt idx="13850">
                  <c:v>56220</c:v>
                </c:pt>
                <c:pt idx="13851">
                  <c:v>56221</c:v>
                </c:pt>
                <c:pt idx="13852">
                  <c:v>56222</c:v>
                </c:pt>
                <c:pt idx="13853">
                  <c:v>56223</c:v>
                </c:pt>
                <c:pt idx="13854">
                  <c:v>56224</c:v>
                </c:pt>
                <c:pt idx="13855">
                  <c:v>56225</c:v>
                </c:pt>
                <c:pt idx="13856">
                  <c:v>56226</c:v>
                </c:pt>
                <c:pt idx="13857">
                  <c:v>56227</c:v>
                </c:pt>
                <c:pt idx="13858">
                  <c:v>56228</c:v>
                </c:pt>
                <c:pt idx="13859">
                  <c:v>56229</c:v>
                </c:pt>
                <c:pt idx="13860">
                  <c:v>56230</c:v>
                </c:pt>
                <c:pt idx="13861">
                  <c:v>56231</c:v>
                </c:pt>
                <c:pt idx="13862">
                  <c:v>56232</c:v>
                </c:pt>
                <c:pt idx="13863">
                  <c:v>56233</c:v>
                </c:pt>
                <c:pt idx="13864">
                  <c:v>56234</c:v>
                </c:pt>
                <c:pt idx="13865">
                  <c:v>56235</c:v>
                </c:pt>
                <c:pt idx="13866">
                  <c:v>56236</c:v>
                </c:pt>
                <c:pt idx="13867">
                  <c:v>56237</c:v>
                </c:pt>
                <c:pt idx="13868">
                  <c:v>56238</c:v>
                </c:pt>
                <c:pt idx="13869">
                  <c:v>56239</c:v>
                </c:pt>
                <c:pt idx="13870">
                  <c:v>56240</c:v>
                </c:pt>
                <c:pt idx="13871">
                  <c:v>56241</c:v>
                </c:pt>
                <c:pt idx="13872">
                  <c:v>56242</c:v>
                </c:pt>
                <c:pt idx="13873">
                  <c:v>56243</c:v>
                </c:pt>
                <c:pt idx="13874">
                  <c:v>56244</c:v>
                </c:pt>
                <c:pt idx="13875">
                  <c:v>56245</c:v>
                </c:pt>
                <c:pt idx="13876">
                  <c:v>56246</c:v>
                </c:pt>
                <c:pt idx="13877">
                  <c:v>56247</c:v>
                </c:pt>
                <c:pt idx="13878">
                  <c:v>56248</c:v>
                </c:pt>
                <c:pt idx="13879">
                  <c:v>56249</c:v>
                </c:pt>
                <c:pt idx="13880">
                  <c:v>56250</c:v>
                </c:pt>
                <c:pt idx="13881">
                  <c:v>56251</c:v>
                </c:pt>
                <c:pt idx="13882">
                  <c:v>56252</c:v>
                </c:pt>
                <c:pt idx="13883">
                  <c:v>56253</c:v>
                </c:pt>
                <c:pt idx="13884">
                  <c:v>56254</c:v>
                </c:pt>
                <c:pt idx="13885">
                  <c:v>56255</c:v>
                </c:pt>
                <c:pt idx="13886">
                  <c:v>56256</c:v>
                </c:pt>
                <c:pt idx="13887">
                  <c:v>56257</c:v>
                </c:pt>
                <c:pt idx="13888">
                  <c:v>56258</c:v>
                </c:pt>
                <c:pt idx="13889">
                  <c:v>56259</c:v>
                </c:pt>
                <c:pt idx="13890">
                  <c:v>56260</c:v>
                </c:pt>
                <c:pt idx="13891">
                  <c:v>56261</c:v>
                </c:pt>
                <c:pt idx="13892">
                  <c:v>56262</c:v>
                </c:pt>
                <c:pt idx="13893">
                  <c:v>56263</c:v>
                </c:pt>
                <c:pt idx="13894">
                  <c:v>56264</c:v>
                </c:pt>
                <c:pt idx="13895">
                  <c:v>56265</c:v>
                </c:pt>
                <c:pt idx="13896">
                  <c:v>56266</c:v>
                </c:pt>
                <c:pt idx="13897">
                  <c:v>56267</c:v>
                </c:pt>
                <c:pt idx="13898">
                  <c:v>56268</c:v>
                </c:pt>
                <c:pt idx="13899">
                  <c:v>56269</c:v>
                </c:pt>
                <c:pt idx="13900">
                  <c:v>56270</c:v>
                </c:pt>
                <c:pt idx="13901">
                  <c:v>56271</c:v>
                </c:pt>
                <c:pt idx="13902">
                  <c:v>56272</c:v>
                </c:pt>
                <c:pt idx="13903">
                  <c:v>56273</c:v>
                </c:pt>
                <c:pt idx="13904">
                  <c:v>56274</c:v>
                </c:pt>
                <c:pt idx="13905">
                  <c:v>56275</c:v>
                </c:pt>
                <c:pt idx="13906">
                  <c:v>56276</c:v>
                </c:pt>
                <c:pt idx="13907">
                  <c:v>56277</c:v>
                </c:pt>
                <c:pt idx="13908">
                  <c:v>56278</c:v>
                </c:pt>
                <c:pt idx="13909">
                  <c:v>56279</c:v>
                </c:pt>
                <c:pt idx="13910">
                  <c:v>56280</c:v>
                </c:pt>
                <c:pt idx="13911">
                  <c:v>56281</c:v>
                </c:pt>
                <c:pt idx="13912">
                  <c:v>56282</c:v>
                </c:pt>
                <c:pt idx="13913">
                  <c:v>56283</c:v>
                </c:pt>
                <c:pt idx="13914">
                  <c:v>56284</c:v>
                </c:pt>
                <c:pt idx="13915">
                  <c:v>56285</c:v>
                </c:pt>
                <c:pt idx="13916">
                  <c:v>56286</c:v>
                </c:pt>
                <c:pt idx="13917">
                  <c:v>56287</c:v>
                </c:pt>
                <c:pt idx="13918">
                  <c:v>56288</c:v>
                </c:pt>
                <c:pt idx="13919">
                  <c:v>56289</c:v>
                </c:pt>
                <c:pt idx="13920">
                  <c:v>56290</c:v>
                </c:pt>
                <c:pt idx="13921">
                  <c:v>56291</c:v>
                </c:pt>
                <c:pt idx="13922">
                  <c:v>56292</c:v>
                </c:pt>
                <c:pt idx="13923">
                  <c:v>56293</c:v>
                </c:pt>
                <c:pt idx="13924">
                  <c:v>56294</c:v>
                </c:pt>
                <c:pt idx="13925">
                  <c:v>56295</c:v>
                </c:pt>
                <c:pt idx="13926">
                  <c:v>56296</c:v>
                </c:pt>
                <c:pt idx="13927">
                  <c:v>56297</c:v>
                </c:pt>
                <c:pt idx="13928">
                  <c:v>56298</c:v>
                </c:pt>
                <c:pt idx="13929">
                  <c:v>56299</c:v>
                </c:pt>
                <c:pt idx="13930">
                  <c:v>56300</c:v>
                </c:pt>
                <c:pt idx="13931">
                  <c:v>56301</c:v>
                </c:pt>
                <c:pt idx="13932">
                  <c:v>56302</c:v>
                </c:pt>
                <c:pt idx="13933">
                  <c:v>56303</c:v>
                </c:pt>
                <c:pt idx="13934">
                  <c:v>56304</c:v>
                </c:pt>
                <c:pt idx="13935">
                  <c:v>56305</c:v>
                </c:pt>
                <c:pt idx="13936">
                  <c:v>56306</c:v>
                </c:pt>
                <c:pt idx="13937">
                  <c:v>56307</c:v>
                </c:pt>
                <c:pt idx="13938">
                  <c:v>56308</c:v>
                </c:pt>
                <c:pt idx="13939">
                  <c:v>56309</c:v>
                </c:pt>
                <c:pt idx="13940">
                  <c:v>56310</c:v>
                </c:pt>
                <c:pt idx="13941">
                  <c:v>56311</c:v>
                </c:pt>
                <c:pt idx="13942">
                  <c:v>56312</c:v>
                </c:pt>
                <c:pt idx="13943">
                  <c:v>56313</c:v>
                </c:pt>
                <c:pt idx="13944">
                  <c:v>56314</c:v>
                </c:pt>
                <c:pt idx="13945">
                  <c:v>56315</c:v>
                </c:pt>
                <c:pt idx="13946">
                  <c:v>56316</c:v>
                </c:pt>
                <c:pt idx="13947">
                  <c:v>56317</c:v>
                </c:pt>
                <c:pt idx="13948">
                  <c:v>56318</c:v>
                </c:pt>
                <c:pt idx="13949">
                  <c:v>56319</c:v>
                </c:pt>
                <c:pt idx="13950">
                  <c:v>56320</c:v>
                </c:pt>
                <c:pt idx="13951">
                  <c:v>56321</c:v>
                </c:pt>
                <c:pt idx="13952">
                  <c:v>56322</c:v>
                </c:pt>
                <c:pt idx="13953">
                  <c:v>56323</c:v>
                </c:pt>
                <c:pt idx="13954">
                  <c:v>56324</c:v>
                </c:pt>
                <c:pt idx="13955">
                  <c:v>56325</c:v>
                </c:pt>
                <c:pt idx="13956">
                  <c:v>56326</c:v>
                </c:pt>
                <c:pt idx="13957">
                  <c:v>56327</c:v>
                </c:pt>
                <c:pt idx="13958">
                  <c:v>56328</c:v>
                </c:pt>
                <c:pt idx="13959">
                  <c:v>56329</c:v>
                </c:pt>
                <c:pt idx="13960">
                  <c:v>56330</c:v>
                </c:pt>
                <c:pt idx="13961">
                  <c:v>56331</c:v>
                </c:pt>
                <c:pt idx="13962">
                  <c:v>56332</c:v>
                </c:pt>
                <c:pt idx="13963">
                  <c:v>56333</c:v>
                </c:pt>
                <c:pt idx="13964">
                  <c:v>56334</c:v>
                </c:pt>
                <c:pt idx="13965">
                  <c:v>56335</c:v>
                </c:pt>
                <c:pt idx="13966">
                  <c:v>56336</c:v>
                </c:pt>
                <c:pt idx="13967">
                  <c:v>56337</c:v>
                </c:pt>
                <c:pt idx="13968">
                  <c:v>56338</c:v>
                </c:pt>
                <c:pt idx="13969">
                  <c:v>56339</c:v>
                </c:pt>
                <c:pt idx="13970">
                  <c:v>56340</c:v>
                </c:pt>
                <c:pt idx="13971">
                  <c:v>56341</c:v>
                </c:pt>
                <c:pt idx="13972">
                  <c:v>56342</c:v>
                </c:pt>
                <c:pt idx="13973">
                  <c:v>56343</c:v>
                </c:pt>
                <c:pt idx="13974">
                  <c:v>56344</c:v>
                </c:pt>
                <c:pt idx="13975">
                  <c:v>56345</c:v>
                </c:pt>
                <c:pt idx="13976">
                  <c:v>56346</c:v>
                </c:pt>
                <c:pt idx="13977">
                  <c:v>56347</c:v>
                </c:pt>
                <c:pt idx="13978">
                  <c:v>56348</c:v>
                </c:pt>
                <c:pt idx="13979">
                  <c:v>56349</c:v>
                </c:pt>
                <c:pt idx="13980">
                  <c:v>56350</c:v>
                </c:pt>
                <c:pt idx="13981">
                  <c:v>56351</c:v>
                </c:pt>
                <c:pt idx="13982">
                  <c:v>56352</c:v>
                </c:pt>
                <c:pt idx="13983">
                  <c:v>56353</c:v>
                </c:pt>
                <c:pt idx="13984">
                  <c:v>56354</c:v>
                </c:pt>
                <c:pt idx="13985">
                  <c:v>56355</c:v>
                </c:pt>
                <c:pt idx="13986">
                  <c:v>56356</c:v>
                </c:pt>
                <c:pt idx="13987">
                  <c:v>56357</c:v>
                </c:pt>
                <c:pt idx="13988">
                  <c:v>56358</c:v>
                </c:pt>
                <c:pt idx="13989">
                  <c:v>56359</c:v>
                </c:pt>
                <c:pt idx="13990">
                  <c:v>56360</c:v>
                </c:pt>
                <c:pt idx="13991">
                  <c:v>56361</c:v>
                </c:pt>
                <c:pt idx="13992">
                  <c:v>56362</c:v>
                </c:pt>
                <c:pt idx="13993">
                  <c:v>56363</c:v>
                </c:pt>
                <c:pt idx="13994">
                  <c:v>56364</c:v>
                </c:pt>
                <c:pt idx="13995">
                  <c:v>56365</c:v>
                </c:pt>
                <c:pt idx="13996">
                  <c:v>56366</c:v>
                </c:pt>
                <c:pt idx="13997">
                  <c:v>56367</c:v>
                </c:pt>
                <c:pt idx="13998">
                  <c:v>56368</c:v>
                </c:pt>
                <c:pt idx="13999">
                  <c:v>56369</c:v>
                </c:pt>
                <c:pt idx="14000">
                  <c:v>56370</c:v>
                </c:pt>
                <c:pt idx="14001">
                  <c:v>56371</c:v>
                </c:pt>
                <c:pt idx="14002">
                  <c:v>56372</c:v>
                </c:pt>
                <c:pt idx="14003">
                  <c:v>56373</c:v>
                </c:pt>
                <c:pt idx="14004">
                  <c:v>56374</c:v>
                </c:pt>
                <c:pt idx="14005">
                  <c:v>56375</c:v>
                </c:pt>
                <c:pt idx="14006">
                  <c:v>56376</c:v>
                </c:pt>
                <c:pt idx="14007">
                  <c:v>56377</c:v>
                </c:pt>
                <c:pt idx="14008">
                  <c:v>56378</c:v>
                </c:pt>
                <c:pt idx="14009">
                  <c:v>56379</c:v>
                </c:pt>
                <c:pt idx="14010">
                  <c:v>56380</c:v>
                </c:pt>
                <c:pt idx="14011">
                  <c:v>56381</c:v>
                </c:pt>
                <c:pt idx="14012">
                  <c:v>56382</c:v>
                </c:pt>
                <c:pt idx="14013">
                  <c:v>56383</c:v>
                </c:pt>
                <c:pt idx="14014">
                  <c:v>56384</c:v>
                </c:pt>
                <c:pt idx="14015">
                  <c:v>56385</c:v>
                </c:pt>
                <c:pt idx="14016">
                  <c:v>56386</c:v>
                </c:pt>
                <c:pt idx="14017">
                  <c:v>56387</c:v>
                </c:pt>
                <c:pt idx="14018">
                  <c:v>56388</c:v>
                </c:pt>
                <c:pt idx="14019">
                  <c:v>56389</c:v>
                </c:pt>
                <c:pt idx="14020">
                  <c:v>56390</c:v>
                </c:pt>
                <c:pt idx="14021">
                  <c:v>56391</c:v>
                </c:pt>
                <c:pt idx="14022">
                  <c:v>56392</c:v>
                </c:pt>
                <c:pt idx="14023">
                  <c:v>56393</c:v>
                </c:pt>
                <c:pt idx="14024">
                  <c:v>56394</c:v>
                </c:pt>
                <c:pt idx="14025">
                  <c:v>56395</c:v>
                </c:pt>
                <c:pt idx="14026">
                  <c:v>56396</c:v>
                </c:pt>
                <c:pt idx="14027">
                  <c:v>56397</c:v>
                </c:pt>
                <c:pt idx="14028">
                  <c:v>56398</c:v>
                </c:pt>
                <c:pt idx="14029">
                  <c:v>56399</c:v>
                </c:pt>
                <c:pt idx="14030">
                  <c:v>56400</c:v>
                </c:pt>
                <c:pt idx="14031">
                  <c:v>56401</c:v>
                </c:pt>
                <c:pt idx="14032">
                  <c:v>56402</c:v>
                </c:pt>
                <c:pt idx="14033">
                  <c:v>56403</c:v>
                </c:pt>
                <c:pt idx="14034">
                  <c:v>56404</c:v>
                </c:pt>
                <c:pt idx="14035">
                  <c:v>56405</c:v>
                </c:pt>
                <c:pt idx="14036">
                  <c:v>56406</c:v>
                </c:pt>
                <c:pt idx="14037">
                  <c:v>56407</c:v>
                </c:pt>
                <c:pt idx="14038">
                  <c:v>56408</c:v>
                </c:pt>
                <c:pt idx="14039">
                  <c:v>56409</c:v>
                </c:pt>
                <c:pt idx="14040">
                  <c:v>56410</c:v>
                </c:pt>
                <c:pt idx="14041">
                  <c:v>56411</c:v>
                </c:pt>
                <c:pt idx="14042">
                  <c:v>56412</c:v>
                </c:pt>
                <c:pt idx="14043">
                  <c:v>56413</c:v>
                </c:pt>
                <c:pt idx="14044">
                  <c:v>56414</c:v>
                </c:pt>
                <c:pt idx="14045">
                  <c:v>56415</c:v>
                </c:pt>
                <c:pt idx="14046">
                  <c:v>56416</c:v>
                </c:pt>
                <c:pt idx="14047">
                  <c:v>56417</c:v>
                </c:pt>
                <c:pt idx="14048">
                  <c:v>56418</c:v>
                </c:pt>
                <c:pt idx="14049">
                  <c:v>56419</c:v>
                </c:pt>
                <c:pt idx="14050">
                  <c:v>56420</c:v>
                </c:pt>
                <c:pt idx="14051">
                  <c:v>56421</c:v>
                </c:pt>
                <c:pt idx="14052">
                  <c:v>56422</c:v>
                </c:pt>
                <c:pt idx="14053">
                  <c:v>56423</c:v>
                </c:pt>
                <c:pt idx="14054">
                  <c:v>56424</c:v>
                </c:pt>
                <c:pt idx="14055">
                  <c:v>56425</c:v>
                </c:pt>
                <c:pt idx="14056">
                  <c:v>56426</c:v>
                </c:pt>
                <c:pt idx="14057">
                  <c:v>56427</c:v>
                </c:pt>
                <c:pt idx="14058">
                  <c:v>56428</c:v>
                </c:pt>
                <c:pt idx="14059">
                  <c:v>56429</c:v>
                </c:pt>
                <c:pt idx="14060">
                  <c:v>56430</c:v>
                </c:pt>
                <c:pt idx="14061">
                  <c:v>56431</c:v>
                </c:pt>
                <c:pt idx="14062">
                  <c:v>56432</c:v>
                </c:pt>
                <c:pt idx="14063">
                  <c:v>56433</c:v>
                </c:pt>
                <c:pt idx="14064">
                  <c:v>56434</c:v>
                </c:pt>
                <c:pt idx="14065">
                  <c:v>56435</c:v>
                </c:pt>
                <c:pt idx="14066">
                  <c:v>56436</c:v>
                </c:pt>
                <c:pt idx="14067">
                  <c:v>56437</c:v>
                </c:pt>
                <c:pt idx="14068">
                  <c:v>56438</c:v>
                </c:pt>
                <c:pt idx="14069">
                  <c:v>56439</c:v>
                </c:pt>
                <c:pt idx="14070">
                  <c:v>56440</c:v>
                </c:pt>
                <c:pt idx="14071">
                  <c:v>56441</c:v>
                </c:pt>
                <c:pt idx="14072">
                  <c:v>56442</c:v>
                </c:pt>
                <c:pt idx="14073">
                  <c:v>56443</c:v>
                </c:pt>
                <c:pt idx="14074">
                  <c:v>56444</c:v>
                </c:pt>
                <c:pt idx="14075">
                  <c:v>56445</c:v>
                </c:pt>
                <c:pt idx="14076">
                  <c:v>56446</c:v>
                </c:pt>
                <c:pt idx="14077">
                  <c:v>56447</c:v>
                </c:pt>
                <c:pt idx="14078">
                  <c:v>56448</c:v>
                </c:pt>
                <c:pt idx="14079">
                  <c:v>56449</c:v>
                </c:pt>
                <c:pt idx="14080">
                  <c:v>56450</c:v>
                </c:pt>
                <c:pt idx="14081">
                  <c:v>56451</c:v>
                </c:pt>
                <c:pt idx="14082">
                  <c:v>56452</c:v>
                </c:pt>
                <c:pt idx="14083">
                  <c:v>56453</c:v>
                </c:pt>
                <c:pt idx="14084">
                  <c:v>56454</c:v>
                </c:pt>
                <c:pt idx="14085">
                  <c:v>56455</c:v>
                </c:pt>
                <c:pt idx="14086">
                  <c:v>56456</c:v>
                </c:pt>
                <c:pt idx="14087">
                  <c:v>56457</c:v>
                </c:pt>
                <c:pt idx="14088">
                  <c:v>56458</c:v>
                </c:pt>
                <c:pt idx="14089">
                  <c:v>56459</c:v>
                </c:pt>
                <c:pt idx="14090">
                  <c:v>56460</c:v>
                </c:pt>
                <c:pt idx="14091">
                  <c:v>56461</c:v>
                </c:pt>
                <c:pt idx="14092">
                  <c:v>56462</c:v>
                </c:pt>
                <c:pt idx="14093">
                  <c:v>56463</c:v>
                </c:pt>
                <c:pt idx="14094">
                  <c:v>56464</c:v>
                </c:pt>
                <c:pt idx="14095">
                  <c:v>56465</c:v>
                </c:pt>
                <c:pt idx="14096">
                  <c:v>56466</c:v>
                </c:pt>
                <c:pt idx="14097">
                  <c:v>56467</c:v>
                </c:pt>
                <c:pt idx="14098">
                  <c:v>56468</c:v>
                </c:pt>
                <c:pt idx="14099">
                  <c:v>56469</c:v>
                </c:pt>
                <c:pt idx="14100">
                  <c:v>56470</c:v>
                </c:pt>
                <c:pt idx="14101">
                  <c:v>56471</c:v>
                </c:pt>
                <c:pt idx="14102">
                  <c:v>56472</c:v>
                </c:pt>
                <c:pt idx="14103">
                  <c:v>56473</c:v>
                </c:pt>
                <c:pt idx="14104">
                  <c:v>56474</c:v>
                </c:pt>
                <c:pt idx="14105">
                  <c:v>56475</c:v>
                </c:pt>
                <c:pt idx="14106">
                  <c:v>56476</c:v>
                </c:pt>
                <c:pt idx="14107">
                  <c:v>56477</c:v>
                </c:pt>
                <c:pt idx="14108">
                  <c:v>56478</c:v>
                </c:pt>
                <c:pt idx="14109">
                  <c:v>56479</c:v>
                </c:pt>
                <c:pt idx="14110">
                  <c:v>56480</c:v>
                </c:pt>
                <c:pt idx="14111">
                  <c:v>56481</c:v>
                </c:pt>
                <c:pt idx="14112">
                  <c:v>56482</c:v>
                </c:pt>
                <c:pt idx="14113">
                  <c:v>56483</c:v>
                </c:pt>
                <c:pt idx="14114">
                  <c:v>56484</c:v>
                </c:pt>
                <c:pt idx="14115">
                  <c:v>56485</c:v>
                </c:pt>
                <c:pt idx="14116">
                  <c:v>56486</c:v>
                </c:pt>
                <c:pt idx="14117">
                  <c:v>56487</c:v>
                </c:pt>
                <c:pt idx="14118">
                  <c:v>56488</c:v>
                </c:pt>
                <c:pt idx="14119">
                  <c:v>56489</c:v>
                </c:pt>
                <c:pt idx="14120">
                  <c:v>56490</c:v>
                </c:pt>
                <c:pt idx="14121">
                  <c:v>56491</c:v>
                </c:pt>
                <c:pt idx="14122">
                  <c:v>56492</c:v>
                </c:pt>
                <c:pt idx="14123">
                  <c:v>56493</c:v>
                </c:pt>
                <c:pt idx="14124">
                  <c:v>56494</c:v>
                </c:pt>
                <c:pt idx="14125">
                  <c:v>56495</c:v>
                </c:pt>
                <c:pt idx="14126">
                  <c:v>56496</c:v>
                </c:pt>
                <c:pt idx="14127">
                  <c:v>56497</c:v>
                </c:pt>
                <c:pt idx="14128">
                  <c:v>56498</c:v>
                </c:pt>
                <c:pt idx="14129">
                  <c:v>56499</c:v>
                </c:pt>
                <c:pt idx="14130">
                  <c:v>56500</c:v>
                </c:pt>
                <c:pt idx="14131">
                  <c:v>56501</c:v>
                </c:pt>
                <c:pt idx="14132">
                  <c:v>56502</c:v>
                </c:pt>
                <c:pt idx="14133">
                  <c:v>56503</c:v>
                </c:pt>
                <c:pt idx="14134">
                  <c:v>56504</c:v>
                </c:pt>
                <c:pt idx="14135">
                  <c:v>56505</c:v>
                </c:pt>
                <c:pt idx="14136">
                  <c:v>56506</c:v>
                </c:pt>
                <c:pt idx="14137">
                  <c:v>56507</c:v>
                </c:pt>
                <c:pt idx="14138">
                  <c:v>56508</c:v>
                </c:pt>
                <c:pt idx="14139">
                  <c:v>56509</c:v>
                </c:pt>
                <c:pt idx="14140">
                  <c:v>56510</c:v>
                </c:pt>
                <c:pt idx="14141">
                  <c:v>56511</c:v>
                </c:pt>
                <c:pt idx="14142">
                  <c:v>56512</c:v>
                </c:pt>
                <c:pt idx="14143">
                  <c:v>56513</c:v>
                </c:pt>
                <c:pt idx="14144">
                  <c:v>56514</c:v>
                </c:pt>
                <c:pt idx="14145">
                  <c:v>56515</c:v>
                </c:pt>
                <c:pt idx="14146">
                  <c:v>56516</c:v>
                </c:pt>
                <c:pt idx="14147">
                  <c:v>56517</c:v>
                </c:pt>
                <c:pt idx="14148">
                  <c:v>56518</c:v>
                </c:pt>
                <c:pt idx="14149">
                  <c:v>56519</c:v>
                </c:pt>
                <c:pt idx="14150">
                  <c:v>56520</c:v>
                </c:pt>
                <c:pt idx="14151">
                  <c:v>56521</c:v>
                </c:pt>
                <c:pt idx="14152">
                  <c:v>56522</c:v>
                </c:pt>
                <c:pt idx="14153">
                  <c:v>56523</c:v>
                </c:pt>
                <c:pt idx="14154">
                  <c:v>56524</c:v>
                </c:pt>
                <c:pt idx="14155">
                  <c:v>56525</c:v>
                </c:pt>
                <c:pt idx="14156">
                  <c:v>56526</c:v>
                </c:pt>
                <c:pt idx="14157">
                  <c:v>56527</c:v>
                </c:pt>
                <c:pt idx="14158">
                  <c:v>56528</c:v>
                </c:pt>
                <c:pt idx="14159">
                  <c:v>56529</c:v>
                </c:pt>
                <c:pt idx="14160">
                  <c:v>56530</c:v>
                </c:pt>
                <c:pt idx="14161">
                  <c:v>56531</c:v>
                </c:pt>
                <c:pt idx="14162">
                  <c:v>56532</c:v>
                </c:pt>
                <c:pt idx="14163">
                  <c:v>56533</c:v>
                </c:pt>
                <c:pt idx="14164">
                  <c:v>56534</c:v>
                </c:pt>
                <c:pt idx="14165">
                  <c:v>56535</c:v>
                </c:pt>
                <c:pt idx="14166">
                  <c:v>56536</c:v>
                </c:pt>
                <c:pt idx="14167">
                  <c:v>56537</c:v>
                </c:pt>
                <c:pt idx="14168">
                  <c:v>56538</c:v>
                </c:pt>
                <c:pt idx="14169">
                  <c:v>56539</c:v>
                </c:pt>
                <c:pt idx="14170">
                  <c:v>56540</c:v>
                </c:pt>
                <c:pt idx="14171">
                  <c:v>56541</c:v>
                </c:pt>
                <c:pt idx="14172">
                  <c:v>56542</c:v>
                </c:pt>
                <c:pt idx="14173">
                  <c:v>56543</c:v>
                </c:pt>
                <c:pt idx="14174">
                  <c:v>56544</c:v>
                </c:pt>
                <c:pt idx="14175">
                  <c:v>56545</c:v>
                </c:pt>
                <c:pt idx="14176">
                  <c:v>56546</c:v>
                </c:pt>
                <c:pt idx="14177">
                  <c:v>56547</c:v>
                </c:pt>
                <c:pt idx="14178">
                  <c:v>56548</c:v>
                </c:pt>
                <c:pt idx="14179">
                  <c:v>56549</c:v>
                </c:pt>
                <c:pt idx="14180">
                  <c:v>56550</c:v>
                </c:pt>
                <c:pt idx="14181">
                  <c:v>56551</c:v>
                </c:pt>
                <c:pt idx="14182">
                  <c:v>56552</c:v>
                </c:pt>
                <c:pt idx="14183">
                  <c:v>56553</c:v>
                </c:pt>
                <c:pt idx="14184">
                  <c:v>56554</c:v>
                </c:pt>
                <c:pt idx="14185">
                  <c:v>56555</c:v>
                </c:pt>
                <c:pt idx="14186">
                  <c:v>56556</c:v>
                </c:pt>
                <c:pt idx="14187">
                  <c:v>56557</c:v>
                </c:pt>
                <c:pt idx="14188">
                  <c:v>56558</c:v>
                </c:pt>
                <c:pt idx="14189">
                  <c:v>56559</c:v>
                </c:pt>
                <c:pt idx="14190">
                  <c:v>56560</c:v>
                </c:pt>
                <c:pt idx="14191">
                  <c:v>56561</c:v>
                </c:pt>
                <c:pt idx="14192">
                  <c:v>56562</c:v>
                </c:pt>
                <c:pt idx="14193">
                  <c:v>56563</c:v>
                </c:pt>
                <c:pt idx="14194">
                  <c:v>56564</c:v>
                </c:pt>
                <c:pt idx="14195">
                  <c:v>56565</c:v>
                </c:pt>
                <c:pt idx="14196">
                  <c:v>56566</c:v>
                </c:pt>
                <c:pt idx="14197">
                  <c:v>56567</c:v>
                </c:pt>
                <c:pt idx="14198">
                  <c:v>56568</c:v>
                </c:pt>
                <c:pt idx="14199">
                  <c:v>56569</c:v>
                </c:pt>
                <c:pt idx="14200">
                  <c:v>56570</c:v>
                </c:pt>
                <c:pt idx="14201">
                  <c:v>56571</c:v>
                </c:pt>
                <c:pt idx="14202">
                  <c:v>56572</c:v>
                </c:pt>
                <c:pt idx="14203">
                  <c:v>56573</c:v>
                </c:pt>
                <c:pt idx="14204">
                  <c:v>56574</c:v>
                </c:pt>
                <c:pt idx="14205">
                  <c:v>56575</c:v>
                </c:pt>
                <c:pt idx="14206">
                  <c:v>56576</c:v>
                </c:pt>
                <c:pt idx="14207">
                  <c:v>56577</c:v>
                </c:pt>
                <c:pt idx="14208">
                  <c:v>56578</c:v>
                </c:pt>
                <c:pt idx="14209">
                  <c:v>56579</c:v>
                </c:pt>
                <c:pt idx="14210">
                  <c:v>56580</c:v>
                </c:pt>
                <c:pt idx="14211">
                  <c:v>56581</c:v>
                </c:pt>
                <c:pt idx="14212">
                  <c:v>56582</c:v>
                </c:pt>
                <c:pt idx="14213">
                  <c:v>56583</c:v>
                </c:pt>
                <c:pt idx="14214">
                  <c:v>56584</c:v>
                </c:pt>
                <c:pt idx="14215">
                  <c:v>56585</c:v>
                </c:pt>
                <c:pt idx="14216">
                  <c:v>56586</c:v>
                </c:pt>
                <c:pt idx="14217">
                  <c:v>56587</c:v>
                </c:pt>
                <c:pt idx="14218">
                  <c:v>56588</c:v>
                </c:pt>
                <c:pt idx="14219">
                  <c:v>56589</c:v>
                </c:pt>
                <c:pt idx="14220">
                  <c:v>56590</c:v>
                </c:pt>
                <c:pt idx="14221">
                  <c:v>56591</c:v>
                </c:pt>
                <c:pt idx="14222">
                  <c:v>56592</c:v>
                </c:pt>
                <c:pt idx="14223">
                  <c:v>56593</c:v>
                </c:pt>
                <c:pt idx="14224">
                  <c:v>56594</c:v>
                </c:pt>
                <c:pt idx="14225">
                  <c:v>56595</c:v>
                </c:pt>
                <c:pt idx="14226">
                  <c:v>56596</c:v>
                </c:pt>
                <c:pt idx="14227">
                  <c:v>56597</c:v>
                </c:pt>
                <c:pt idx="14228">
                  <c:v>56598</c:v>
                </c:pt>
                <c:pt idx="14229">
                  <c:v>56599</c:v>
                </c:pt>
                <c:pt idx="14230">
                  <c:v>56600</c:v>
                </c:pt>
                <c:pt idx="14231">
                  <c:v>56601</c:v>
                </c:pt>
                <c:pt idx="14232">
                  <c:v>56602</c:v>
                </c:pt>
                <c:pt idx="14233">
                  <c:v>56603</c:v>
                </c:pt>
                <c:pt idx="14234">
                  <c:v>56604</c:v>
                </c:pt>
                <c:pt idx="14235">
                  <c:v>56605</c:v>
                </c:pt>
                <c:pt idx="14236">
                  <c:v>56606</c:v>
                </c:pt>
                <c:pt idx="14237">
                  <c:v>56607</c:v>
                </c:pt>
                <c:pt idx="14238">
                  <c:v>56608</c:v>
                </c:pt>
                <c:pt idx="14239">
                  <c:v>56609</c:v>
                </c:pt>
                <c:pt idx="14240">
                  <c:v>56610</c:v>
                </c:pt>
                <c:pt idx="14241">
                  <c:v>56611</c:v>
                </c:pt>
                <c:pt idx="14242">
                  <c:v>56612</c:v>
                </c:pt>
                <c:pt idx="14243">
                  <c:v>56613</c:v>
                </c:pt>
                <c:pt idx="14244">
                  <c:v>56614</c:v>
                </c:pt>
                <c:pt idx="14245">
                  <c:v>56615</c:v>
                </c:pt>
                <c:pt idx="14246">
                  <c:v>56616</c:v>
                </c:pt>
                <c:pt idx="14247">
                  <c:v>56617</c:v>
                </c:pt>
                <c:pt idx="14248">
                  <c:v>56618</c:v>
                </c:pt>
                <c:pt idx="14249">
                  <c:v>56619</c:v>
                </c:pt>
                <c:pt idx="14250">
                  <c:v>56620</c:v>
                </c:pt>
                <c:pt idx="14251">
                  <c:v>56621</c:v>
                </c:pt>
                <c:pt idx="14252">
                  <c:v>56622</c:v>
                </c:pt>
                <c:pt idx="14253">
                  <c:v>56623</c:v>
                </c:pt>
                <c:pt idx="14254">
                  <c:v>56624</c:v>
                </c:pt>
                <c:pt idx="14255">
                  <c:v>56625</c:v>
                </c:pt>
                <c:pt idx="14256">
                  <c:v>56626</c:v>
                </c:pt>
                <c:pt idx="14257">
                  <c:v>56627</c:v>
                </c:pt>
                <c:pt idx="14258">
                  <c:v>56628</c:v>
                </c:pt>
                <c:pt idx="14259">
                  <c:v>56629</c:v>
                </c:pt>
                <c:pt idx="14260">
                  <c:v>56630</c:v>
                </c:pt>
                <c:pt idx="14261">
                  <c:v>56631</c:v>
                </c:pt>
                <c:pt idx="14262">
                  <c:v>56632</c:v>
                </c:pt>
                <c:pt idx="14263">
                  <c:v>56633</c:v>
                </c:pt>
                <c:pt idx="14264">
                  <c:v>56634</c:v>
                </c:pt>
                <c:pt idx="14265">
                  <c:v>56635</c:v>
                </c:pt>
                <c:pt idx="14266">
                  <c:v>56636</c:v>
                </c:pt>
                <c:pt idx="14267">
                  <c:v>56637</c:v>
                </c:pt>
                <c:pt idx="14268">
                  <c:v>56638</c:v>
                </c:pt>
                <c:pt idx="14269">
                  <c:v>56639</c:v>
                </c:pt>
                <c:pt idx="14270">
                  <c:v>56640</c:v>
                </c:pt>
                <c:pt idx="14271">
                  <c:v>56641</c:v>
                </c:pt>
                <c:pt idx="14272">
                  <c:v>56642</c:v>
                </c:pt>
                <c:pt idx="14273">
                  <c:v>56643</c:v>
                </c:pt>
                <c:pt idx="14274">
                  <c:v>56644</c:v>
                </c:pt>
                <c:pt idx="14275">
                  <c:v>56645</c:v>
                </c:pt>
                <c:pt idx="14276">
                  <c:v>56646</c:v>
                </c:pt>
                <c:pt idx="14277">
                  <c:v>56647</c:v>
                </c:pt>
                <c:pt idx="14278">
                  <c:v>56648</c:v>
                </c:pt>
                <c:pt idx="14279">
                  <c:v>56649</c:v>
                </c:pt>
                <c:pt idx="14280">
                  <c:v>56650</c:v>
                </c:pt>
                <c:pt idx="14281">
                  <c:v>56651</c:v>
                </c:pt>
                <c:pt idx="14282">
                  <c:v>56652</c:v>
                </c:pt>
                <c:pt idx="14283">
                  <c:v>56653</c:v>
                </c:pt>
                <c:pt idx="14284">
                  <c:v>56654</c:v>
                </c:pt>
                <c:pt idx="14285">
                  <c:v>56655</c:v>
                </c:pt>
                <c:pt idx="14286">
                  <c:v>56656</c:v>
                </c:pt>
                <c:pt idx="14287">
                  <c:v>56657</c:v>
                </c:pt>
                <c:pt idx="14288">
                  <c:v>56658</c:v>
                </c:pt>
                <c:pt idx="14289">
                  <c:v>56659</c:v>
                </c:pt>
                <c:pt idx="14290">
                  <c:v>56660</c:v>
                </c:pt>
                <c:pt idx="14291">
                  <c:v>56661</c:v>
                </c:pt>
                <c:pt idx="14292">
                  <c:v>56662</c:v>
                </c:pt>
                <c:pt idx="14293">
                  <c:v>56663</c:v>
                </c:pt>
                <c:pt idx="14294">
                  <c:v>56664</c:v>
                </c:pt>
                <c:pt idx="14295">
                  <c:v>56665</c:v>
                </c:pt>
                <c:pt idx="14296">
                  <c:v>56666</c:v>
                </c:pt>
                <c:pt idx="14297">
                  <c:v>56667</c:v>
                </c:pt>
                <c:pt idx="14298">
                  <c:v>56668</c:v>
                </c:pt>
                <c:pt idx="14299">
                  <c:v>56669</c:v>
                </c:pt>
                <c:pt idx="14300">
                  <c:v>56670</c:v>
                </c:pt>
                <c:pt idx="14301">
                  <c:v>56671</c:v>
                </c:pt>
                <c:pt idx="14302">
                  <c:v>56672</c:v>
                </c:pt>
                <c:pt idx="14303">
                  <c:v>56673</c:v>
                </c:pt>
                <c:pt idx="14304">
                  <c:v>56674</c:v>
                </c:pt>
                <c:pt idx="14305">
                  <c:v>56675</c:v>
                </c:pt>
                <c:pt idx="14306">
                  <c:v>56676</c:v>
                </c:pt>
                <c:pt idx="14307">
                  <c:v>56677</c:v>
                </c:pt>
                <c:pt idx="14308">
                  <c:v>56678</c:v>
                </c:pt>
                <c:pt idx="14309">
                  <c:v>56679</c:v>
                </c:pt>
                <c:pt idx="14310">
                  <c:v>56680</c:v>
                </c:pt>
                <c:pt idx="14311">
                  <c:v>56681</c:v>
                </c:pt>
                <c:pt idx="14312">
                  <c:v>56682</c:v>
                </c:pt>
                <c:pt idx="14313">
                  <c:v>56683</c:v>
                </c:pt>
                <c:pt idx="14314">
                  <c:v>56684</c:v>
                </c:pt>
                <c:pt idx="14315">
                  <c:v>56685</c:v>
                </c:pt>
                <c:pt idx="14316">
                  <c:v>56686</c:v>
                </c:pt>
                <c:pt idx="14317">
                  <c:v>56687</c:v>
                </c:pt>
                <c:pt idx="14318">
                  <c:v>56688</c:v>
                </c:pt>
                <c:pt idx="14319">
                  <c:v>56689</c:v>
                </c:pt>
                <c:pt idx="14320">
                  <c:v>56690</c:v>
                </c:pt>
                <c:pt idx="14321">
                  <c:v>56691</c:v>
                </c:pt>
                <c:pt idx="14322">
                  <c:v>56692</c:v>
                </c:pt>
                <c:pt idx="14323">
                  <c:v>56693</c:v>
                </c:pt>
                <c:pt idx="14324">
                  <c:v>56694</c:v>
                </c:pt>
                <c:pt idx="14325">
                  <c:v>56695</c:v>
                </c:pt>
                <c:pt idx="14326">
                  <c:v>56696</c:v>
                </c:pt>
                <c:pt idx="14327">
                  <c:v>56697</c:v>
                </c:pt>
                <c:pt idx="14328">
                  <c:v>56698</c:v>
                </c:pt>
                <c:pt idx="14329">
                  <c:v>56699</c:v>
                </c:pt>
                <c:pt idx="14330">
                  <c:v>56700</c:v>
                </c:pt>
                <c:pt idx="14331">
                  <c:v>56701</c:v>
                </c:pt>
                <c:pt idx="14332">
                  <c:v>56702</c:v>
                </c:pt>
                <c:pt idx="14333">
                  <c:v>56703</c:v>
                </c:pt>
                <c:pt idx="14334">
                  <c:v>56704</c:v>
                </c:pt>
                <c:pt idx="14335">
                  <c:v>56705</c:v>
                </c:pt>
                <c:pt idx="14336">
                  <c:v>56706</c:v>
                </c:pt>
                <c:pt idx="14337">
                  <c:v>56707</c:v>
                </c:pt>
                <c:pt idx="14338">
                  <c:v>56708</c:v>
                </c:pt>
                <c:pt idx="14339">
                  <c:v>56709</c:v>
                </c:pt>
                <c:pt idx="14340">
                  <c:v>56710</c:v>
                </c:pt>
                <c:pt idx="14341">
                  <c:v>56711</c:v>
                </c:pt>
                <c:pt idx="14342">
                  <c:v>56712</c:v>
                </c:pt>
                <c:pt idx="14343">
                  <c:v>56713</c:v>
                </c:pt>
                <c:pt idx="14344">
                  <c:v>56714</c:v>
                </c:pt>
                <c:pt idx="14345">
                  <c:v>56715</c:v>
                </c:pt>
                <c:pt idx="14346">
                  <c:v>56716</c:v>
                </c:pt>
                <c:pt idx="14347">
                  <c:v>56717</c:v>
                </c:pt>
                <c:pt idx="14348">
                  <c:v>56718</c:v>
                </c:pt>
                <c:pt idx="14349">
                  <c:v>56719</c:v>
                </c:pt>
                <c:pt idx="14350">
                  <c:v>56720</c:v>
                </c:pt>
                <c:pt idx="14351">
                  <c:v>56721</c:v>
                </c:pt>
                <c:pt idx="14352">
                  <c:v>56722</c:v>
                </c:pt>
                <c:pt idx="14353">
                  <c:v>56723</c:v>
                </c:pt>
                <c:pt idx="14354">
                  <c:v>56724</c:v>
                </c:pt>
                <c:pt idx="14355">
                  <c:v>56725</c:v>
                </c:pt>
                <c:pt idx="14356">
                  <c:v>56726</c:v>
                </c:pt>
                <c:pt idx="14357">
                  <c:v>56727</c:v>
                </c:pt>
                <c:pt idx="14358">
                  <c:v>56728</c:v>
                </c:pt>
                <c:pt idx="14359">
                  <c:v>56729</c:v>
                </c:pt>
                <c:pt idx="14360">
                  <c:v>56730</c:v>
                </c:pt>
                <c:pt idx="14361">
                  <c:v>56731</c:v>
                </c:pt>
                <c:pt idx="14362">
                  <c:v>56732</c:v>
                </c:pt>
                <c:pt idx="14363">
                  <c:v>56733</c:v>
                </c:pt>
                <c:pt idx="14364">
                  <c:v>56734</c:v>
                </c:pt>
                <c:pt idx="14365">
                  <c:v>56735</c:v>
                </c:pt>
                <c:pt idx="14366">
                  <c:v>56736</c:v>
                </c:pt>
                <c:pt idx="14367">
                  <c:v>56737</c:v>
                </c:pt>
                <c:pt idx="14368">
                  <c:v>56738</c:v>
                </c:pt>
                <c:pt idx="14369">
                  <c:v>56739</c:v>
                </c:pt>
                <c:pt idx="14370">
                  <c:v>56740</c:v>
                </c:pt>
                <c:pt idx="14371">
                  <c:v>56741</c:v>
                </c:pt>
                <c:pt idx="14372">
                  <c:v>56742</c:v>
                </c:pt>
                <c:pt idx="14373">
                  <c:v>56743</c:v>
                </c:pt>
                <c:pt idx="14374">
                  <c:v>56744</c:v>
                </c:pt>
                <c:pt idx="14375">
                  <c:v>56745</c:v>
                </c:pt>
                <c:pt idx="14376">
                  <c:v>56746</c:v>
                </c:pt>
                <c:pt idx="14377">
                  <c:v>56747</c:v>
                </c:pt>
                <c:pt idx="14378">
                  <c:v>56748</c:v>
                </c:pt>
                <c:pt idx="14379">
                  <c:v>56749</c:v>
                </c:pt>
                <c:pt idx="14380">
                  <c:v>56750</c:v>
                </c:pt>
                <c:pt idx="14381">
                  <c:v>56751</c:v>
                </c:pt>
                <c:pt idx="14382">
                  <c:v>56752</c:v>
                </c:pt>
                <c:pt idx="14383">
                  <c:v>56753</c:v>
                </c:pt>
                <c:pt idx="14384">
                  <c:v>56754</c:v>
                </c:pt>
                <c:pt idx="14385">
                  <c:v>56755</c:v>
                </c:pt>
                <c:pt idx="14386">
                  <c:v>56756</c:v>
                </c:pt>
                <c:pt idx="14387">
                  <c:v>56757</c:v>
                </c:pt>
                <c:pt idx="14388">
                  <c:v>56758</c:v>
                </c:pt>
                <c:pt idx="14389">
                  <c:v>56759</c:v>
                </c:pt>
                <c:pt idx="14390">
                  <c:v>56760</c:v>
                </c:pt>
                <c:pt idx="14391">
                  <c:v>56761</c:v>
                </c:pt>
                <c:pt idx="14392">
                  <c:v>56762</c:v>
                </c:pt>
                <c:pt idx="14393">
                  <c:v>56763</c:v>
                </c:pt>
                <c:pt idx="14394">
                  <c:v>56764</c:v>
                </c:pt>
                <c:pt idx="14395">
                  <c:v>56765</c:v>
                </c:pt>
                <c:pt idx="14396">
                  <c:v>56766</c:v>
                </c:pt>
                <c:pt idx="14397">
                  <c:v>56767</c:v>
                </c:pt>
                <c:pt idx="14398">
                  <c:v>56768</c:v>
                </c:pt>
                <c:pt idx="14399">
                  <c:v>56769</c:v>
                </c:pt>
                <c:pt idx="14400">
                  <c:v>56770</c:v>
                </c:pt>
                <c:pt idx="14401">
                  <c:v>56771</c:v>
                </c:pt>
                <c:pt idx="14402">
                  <c:v>56772</c:v>
                </c:pt>
                <c:pt idx="14403">
                  <c:v>56773</c:v>
                </c:pt>
                <c:pt idx="14404">
                  <c:v>56774</c:v>
                </c:pt>
                <c:pt idx="14405">
                  <c:v>56775</c:v>
                </c:pt>
                <c:pt idx="14406">
                  <c:v>56776</c:v>
                </c:pt>
                <c:pt idx="14407">
                  <c:v>56777</c:v>
                </c:pt>
                <c:pt idx="14408">
                  <c:v>56778</c:v>
                </c:pt>
                <c:pt idx="14409">
                  <c:v>56779</c:v>
                </c:pt>
                <c:pt idx="14410">
                  <c:v>56780</c:v>
                </c:pt>
                <c:pt idx="14411">
                  <c:v>56781</c:v>
                </c:pt>
                <c:pt idx="14412">
                  <c:v>56782</c:v>
                </c:pt>
                <c:pt idx="14413">
                  <c:v>56783</c:v>
                </c:pt>
                <c:pt idx="14414">
                  <c:v>56784</c:v>
                </c:pt>
                <c:pt idx="14415">
                  <c:v>56785</c:v>
                </c:pt>
                <c:pt idx="14416">
                  <c:v>56786</c:v>
                </c:pt>
                <c:pt idx="14417">
                  <c:v>56787</c:v>
                </c:pt>
                <c:pt idx="14418">
                  <c:v>56788</c:v>
                </c:pt>
                <c:pt idx="14419">
                  <c:v>56789</c:v>
                </c:pt>
                <c:pt idx="14420">
                  <c:v>56790</c:v>
                </c:pt>
                <c:pt idx="14421">
                  <c:v>56791</c:v>
                </c:pt>
                <c:pt idx="14422">
                  <c:v>56792</c:v>
                </c:pt>
                <c:pt idx="14423">
                  <c:v>56793</c:v>
                </c:pt>
                <c:pt idx="14424">
                  <c:v>56794</c:v>
                </c:pt>
                <c:pt idx="14425">
                  <c:v>56795</c:v>
                </c:pt>
                <c:pt idx="14426">
                  <c:v>56796</c:v>
                </c:pt>
                <c:pt idx="14427">
                  <c:v>56797</c:v>
                </c:pt>
                <c:pt idx="14428">
                  <c:v>56798</c:v>
                </c:pt>
                <c:pt idx="14429">
                  <c:v>56799</c:v>
                </c:pt>
                <c:pt idx="14430">
                  <c:v>56800</c:v>
                </c:pt>
                <c:pt idx="14431">
                  <c:v>56801</c:v>
                </c:pt>
                <c:pt idx="14432">
                  <c:v>56802</c:v>
                </c:pt>
                <c:pt idx="14433">
                  <c:v>56803</c:v>
                </c:pt>
                <c:pt idx="14434">
                  <c:v>56804</c:v>
                </c:pt>
                <c:pt idx="14435">
                  <c:v>56805</c:v>
                </c:pt>
                <c:pt idx="14436">
                  <c:v>56806</c:v>
                </c:pt>
                <c:pt idx="14437">
                  <c:v>56807</c:v>
                </c:pt>
                <c:pt idx="14438">
                  <c:v>56808</c:v>
                </c:pt>
                <c:pt idx="14439">
                  <c:v>56809</c:v>
                </c:pt>
                <c:pt idx="14440">
                  <c:v>56810</c:v>
                </c:pt>
                <c:pt idx="14441">
                  <c:v>56811</c:v>
                </c:pt>
                <c:pt idx="14442">
                  <c:v>56812</c:v>
                </c:pt>
                <c:pt idx="14443">
                  <c:v>56813</c:v>
                </c:pt>
                <c:pt idx="14444">
                  <c:v>56814</c:v>
                </c:pt>
                <c:pt idx="14445">
                  <c:v>56815</c:v>
                </c:pt>
                <c:pt idx="14446">
                  <c:v>56816</c:v>
                </c:pt>
                <c:pt idx="14447">
                  <c:v>56817</c:v>
                </c:pt>
                <c:pt idx="14448">
                  <c:v>56818</c:v>
                </c:pt>
                <c:pt idx="14449">
                  <c:v>56819</c:v>
                </c:pt>
                <c:pt idx="14450">
                  <c:v>56820</c:v>
                </c:pt>
                <c:pt idx="14451">
                  <c:v>56821</c:v>
                </c:pt>
                <c:pt idx="14452">
                  <c:v>56822</c:v>
                </c:pt>
                <c:pt idx="14453">
                  <c:v>56823</c:v>
                </c:pt>
                <c:pt idx="14454">
                  <c:v>56824</c:v>
                </c:pt>
                <c:pt idx="14455">
                  <c:v>56825</c:v>
                </c:pt>
                <c:pt idx="14456">
                  <c:v>56826</c:v>
                </c:pt>
                <c:pt idx="14457">
                  <c:v>56827</c:v>
                </c:pt>
                <c:pt idx="14458">
                  <c:v>56828</c:v>
                </c:pt>
                <c:pt idx="14459">
                  <c:v>56829</c:v>
                </c:pt>
                <c:pt idx="14460">
                  <c:v>56830</c:v>
                </c:pt>
                <c:pt idx="14461">
                  <c:v>56831</c:v>
                </c:pt>
                <c:pt idx="14462">
                  <c:v>56832</c:v>
                </c:pt>
                <c:pt idx="14463">
                  <c:v>56833</c:v>
                </c:pt>
                <c:pt idx="14464">
                  <c:v>56834</c:v>
                </c:pt>
                <c:pt idx="14465">
                  <c:v>56835</c:v>
                </c:pt>
                <c:pt idx="14466">
                  <c:v>56836</c:v>
                </c:pt>
                <c:pt idx="14467">
                  <c:v>56837</c:v>
                </c:pt>
                <c:pt idx="14468">
                  <c:v>56838</c:v>
                </c:pt>
                <c:pt idx="14469">
                  <c:v>56839</c:v>
                </c:pt>
                <c:pt idx="14470">
                  <c:v>56840</c:v>
                </c:pt>
                <c:pt idx="14471">
                  <c:v>56841</c:v>
                </c:pt>
                <c:pt idx="14472">
                  <c:v>56842</c:v>
                </c:pt>
                <c:pt idx="14473">
                  <c:v>56843</c:v>
                </c:pt>
                <c:pt idx="14474">
                  <c:v>56844</c:v>
                </c:pt>
                <c:pt idx="14475">
                  <c:v>56845</c:v>
                </c:pt>
                <c:pt idx="14476">
                  <c:v>56846</c:v>
                </c:pt>
                <c:pt idx="14477">
                  <c:v>56847</c:v>
                </c:pt>
                <c:pt idx="14478">
                  <c:v>56848</c:v>
                </c:pt>
                <c:pt idx="14479">
                  <c:v>56849</c:v>
                </c:pt>
                <c:pt idx="14480">
                  <c:v>56850</c:v>
                </c:pt>
                <c:pt idx="14481">
                  <c:v>56851</c:v>
                </c:pt>
                <c:pt idx="14482">
                  <c:v>56852</c:v>
                </c:pt>
                <c:pt idx="14483">
                  <c:v>56853</c:v>
                </c:pt>
                <c:pt idx="14484">
                  <c:v>56854</c:v>
                </c:pt>
                <c:pt idx="14485">
                  <c:v>56855</c:v>
                </c:pt>
                <c:pt idx="14486">
                  <c:v>56856</c:v>
                </c:pt>
                <c:pt idx="14487">
                  <c:v>56857</c:v>
                </c:pt>
                <c:pt idx="14488">
                  <c:v>56858</c:v>
                </c:pt>
                <c:pt idx="14489">
                  <c:v>56859</c:v>
                </c:pt>
                <c:pt idx="14490">
                  <c:v>56860</c:v>
                </c:pt>
                <c:pt idx="14491">
                  <c:v>56861</c:v>
                </c:pt>
                <c:pt idx="14492">
                  <c:v>56862</c:v>
                </c:pt>
                <c:pt idx="14493">
                  <c:v>56863</c:v>
                </c:pt>
                <c:pt idx="14494">
                  <c:v>56864</c:v>
                </c:pt>
                <c:pt idx="14495">
                  <c:v>56865</c:v>
                </c:pt>
                <c:pt idx="14496">
                  <c:v>56866</c:v>
                </c:pt>
                <c:pt idx="14497">
                  <c:v>56867</c:v>
                </c:pt>
                <c:pt idx="14498">
                  <c:v>56868</c:v>
                </c:pt>
                <c:pt idx="14499">
                  <c:v>56869</c:v>
                </c:pt>
                <c:pt idx="14500">
                  <c:v>56870</c:v>
                </c:pt>
                <c:pt idx="14501">
                  <c:v>56871</c:v>
                </c:pt>
                <c:pt idx="14502">
                  <c:v>56872</c:v>
                </c:pt>
                <c:pt idx="14503">
                  <c:v>56873</c:v>
                </c:pt>
                <c:pt idx="14504">
                  <c:v>56874</c:v>
                </c:pt>
                <c:pt idx="14505">
                  <c:v>56875</c:v>
                </c:pt>
                <c:pt idx="14506">
                  <c:v>56876</c:v>
                </c:pt>
                <c:pt idx="14507">
                  <c:v>56877</c:v>
                </c:pt>
                <c:pt idx="14508">
                  <c:v>56878</c:v>
                </c:pt>
                <c:pt idx="14509">
                  <c:v>56879</c:v>
                </c:pt>
                <c:pt idx="14510">
                  <c:v>56880</c:v>
                </c:pt>
                <c:pt idx="14511">
                  <c:v>56881</c:v>
                </c:pt>
                <c:pt idx="14512">
                  <c:v>56882</c:v>
                </c:pt>
                <c:pt idx="14513">
                  <c:v>56883</c:v>
                </c:pt>
                <c:pt idx="14514">
                  <c:v>56884</c:v>
                </c:pt>
                <c:pt idx="14515">
                  <c:v>56885</c:v>
                </c:pt>
                <c:pt idx="14516">
                  <c:v>56886</c:v>
                </c:pt>
                <c:pt idx="14517">
                  <c:v>56887</c:v>
                </c:pt>
                <c:pt idx="14518">
                  <c:v>56888</c:v>
                </c:pt>
                <c:pt idx="14519">
                  <c:v>56889</c:v>
                </c:pt>
                <c:pt idx="14520">
                  <c:v>56890</c:v>
                </c:pt>
                <c:pt idx="14521">
                  <c:v>56891</c:v>
                </c:pt>
                <c:pt idx="14522">
                  <c:v>56892</c:v>
                </c:pt>
                <c:pt idx="14523">
                  <c:v>56893</c:v>
                </c:pt>
                <c:pt idx="14524">
                  <c:v>56894</c:v>
                </c:pt>
                <c:pt idx="14525">
                  <c:v>56895</c:v>
                </c:pt>
                <c:pt idx="14526">
                  <c:v>56896</c:v>
                </c:pt>
                <c:pt idx="14527">
                  <c:v>56897</c:v>
                </c:pt>
                <c:pt idx="14528">
                  <c:v>56898</c:v>
                </c:pt>
                <c:pt idx="14529">
                  <c:v>56899</c:v>
                </c:pt>
                <c:pt idx="14530">
                  <c:v>56900</c:v>
                </c:pt>
                <c:pt idx="14531">
                  <c:v>56901</c:v>
                </c:pt>
                <c:pt idx="14532">
                  <c:v>56902</c:v>
                </c:pt>
                <c:pt idx="14533">
                  <c:v>56903</c:v>
                </c:pt>
                <c:pt idx="14534">
                  <c:v>56904</c:v>
                </c:pt>
                <c:pt idx="14535">
                  <c:v>56905</c:v>
                </c:pt>
                <c:pt idx="14536">
                  <c:v>56906</c:v>
                </c:pt>
                <c:pt idx="14537">
                  <c:v>56907</c:v>
                </c:pt>
                <c:pt idx="14538">
                  <c:v>56908</c:v>
                </c:pt>
                <c:pt idx="14539">
                  <c:v>56909</c:v>
                </c:pt>
                <c:pt idx="14540">
                  <c:v>56910</c:v>
                </c:pt>
                <c:pt idx="14541">
                  <c:v>56911</c:v>
                </c:pt>
                <c:pt idx="14542">
                  <c:v>56912</c:v>
                </c:pt>
                <c:pt idx="14543">
                  <c:v>56913</c:v>
                </c:pt>
                <c:pt idx="14544">
                  <c:v>56914</c:v>
                </c:pt>
                <c:pt idx="14545">
                  <c:v>56915</c:v>
                </c:pt>
                <c:pt idx="14546">
                  <c:v>56916</c:v>
                </c:pt>
                <c:pt idx="14547">
                  <c:v>56917</c:v>
                </c:pt>
                <c:pt idx="14548">
                  <c:v>56918</c:v>
                </c:pt>
                <c:pt idx="14549">
                  <c:v>56919</c:v>
                </c:pt>
                <c:pt idx="14550">
                  <c:v>56920</c:v>
                </c:pt>
                <c:pt idx="14551">
                  <c:v>56921</c:v>
                </c:pt>
                <c:pt idx="14552">
                  <c:v>56922</c:v>
                </c:pt>
                <c:pt idx="14553">
                  <c:v>56923</c:v>
                </c:pt>
                <c:pt idx="14554">
                  <c:v>56924</c:v>
                </c:pt>
                <c:pt idx="14555">
                  <c:v>56925</c:v>
                </c:pt>
                <c:pt idx="14556">
                  <c:v>56926</c:v>
                </c:pt>
                <c:pt idx="14557">
                  <c:v>56927</c:v>
                </c:pt>
                <c:pt idx="14558">
                  <c:v>56928</c:v>
                </c:pt>
                <c:pt idx="14559">
                  <c:v>56929</c:v>
                </c:pt>
                <c:pt idx="14560">
                  <c:v>56930</c:v>
                </c:pt>
                <c:pt idx="14561">
                  <c:v>56931</c:v>
                </c:pt>
                <c:pt idx="14562">
                  <c:v>56932</c:v>
                </c:pt>
                <c:pt idx="14563">
                  <c:v>56933</c:v>
                </c:pt>
                <c:pt idx="14564">
                  <c:v>56934</c:v>
                </c:pt>
                <c:pt idx="14565">
                  <c:v>56935</c:v>
                </c:pt>
                <c:pt idx="14566">
                  <c:v>56936</c:v>
                </c:pt>
                <c:pt idx="14567">
                  <c:v>56937</c:v>
                </c:pt>
                <c:pt idx="14568">
                  <c:v>56938</c:v>
                </c:pt>
                <c:pt idx="14569">
                  <c:v>56939</c:v>
                </c:pt>
                <c:pt idx="14570">
                  <c:v>56940</c:v>
                </c:pt>
                <c:pt idx="14571">
                  <c:v>56941</c:v>
                </c:pt>
                <c:pt idx="14572">
                  <c:v>56942</c:v>
                </c:pt>
                <c:pt idx="14573">
                  <c:v>56943</c:v>
                </c:pt>
                <c:pt idx="14574">
                  <c:v>56944</c:v>
                </c:pt>
                <c:pt idx="14575">
                  <c:v>56945</c:v>
                </c:pt>
                <c:pt idx="14576">
                  <c:v>56946</c:v>
                </c:pt>
                <c:pt idx="14577">
                  <c:v>56947</c:v>
                </c:pt>
                <c:pt idx="14578">
                  <c:v>56948</c:v>
                </c:pt>
                <c:pt idx="14579">
                  <c:v>56949</c:v>
                </c:pt>
                <c:pt idx="14580">
                  <c:v>56950</c:v>
                </c:pt>
                <c:pt idx="14581">
                  <c:v>56951</c:v>
                </c:pt>
                <c:pt idx="14582">
                  <c:v>56952</c:v>
                </c:pt>
                <c:pt idx="14583">
                  <c:v>56953</c:v>
                </c:pt>
                <c:pt idx="14584">
                  <c:v>56954</c:v>
                </c:pt>
                <c:pt idx="14585">
                  <c:v>56955</c:v>
                </c:pt>
                <c:pt idx="14586">
                  <c:v>56956</c:v>
                </c:pt>
                <c:pt idx="14587">
                  <c:v>56957</c:v>
                </c:pt>
                <c:pt idx="14588">
                  <c:v>56958</c:v>
                </c:pt>
                <c:pt idx="14589">
                  <c:v>56959</c:v>
                </c:pt>
                <c:pt idx="14590">
                  <c:v>56960</c:v>
                </c:pt>
                <c:pt idx="14591">
                  <c:v>56961</c:v>
                </c:pt>
                <c:pt idx="14592">
                  <c:v>56962</c:v>
                </c:pt>
                <c:pt idx="14593">
                  <c:v>56963</c:v>
                </c:pt>
                <c:pt idx="14594">
                  <c:v>56964</c:v>
                </c:pt>
                <c:pt idx="14595">
                  <c:v>56965</c:v>
                </c:pt>
                <c:pt idx="14596">
                  <c:v>56966</c:v>
                </c:pt>
                <c:pt idx="14597">
                  <c:v>56967</c:v>
                </c:pt>
                <c:pt idx="14598">
                  <c:v>56968</c:v>
                </c:pt>
                <c:pt idx="14599">
                  <c:v>56969</c:v>
                </c:pt>
                <c:pt idx="14600">
                  <c:v>56970</c:v>
                </c:pt>
                <c:pt idx="14601">
                  <c:v>56971</c:v>
                </c:pt>
                <c:pt idx="14602">
                  <c:v>56972</c:v>
                </c:pt>
                <c:pt idx="14603">
                  <c:v>56973</c:v>
                </c:pt>
                <c:pt idx="14604">
                  <c:v>56974</c:v>
                </c:pt>
                <c:pt idx="14605">
                  <c:v>56975</c:v>
                </c:pt>
                <c:pt idx="14606">
                  <c:v>56976</c:v>
                </c:pt>
                <c:pt idx="14607">
                  <c:v>56977</c:v>
                </c:pt>
                <c:pt idx="14608">
                  <c:v>56978</c:v>
                </c:pt>
                <c:pt idx="14609">
                  <c:v>56979</c:v>
                </c:pt>
                <c:pt idx="14610">
                  <c:v>56980</c:v>
                </c:pt>
                <c:pt idx="14611">
                  <c:v>56981</c:v>
                </c:pt>
                <c:pt idx="14612">
                  <c:v>56982</c:v>
                </c:pt>
                <c:pt idx="14613">
                  <c:v>56983</c:v>
                </c:pt>
                <c:pt idx="14614">
                  <c:v>56984</c:v>
                </c:pt>
                <c:pt idx="14615">
                  <c:v>56985</c:v>
                </c:pt>
                <c:pt idx="14616">
                  <c:v>56986</c:v>
                </c:pt>
                <c:pt idx="14617">
                  <c:v>56987</c:v>
                </c:pt>
                <c:pt idx="14618">
                  <c:v>56988</c:v>
                </c:pt>
                <c:pt idx="14619">
                  <c:v>56989</c:v>
                </c:pt>
                <c:pt idx="14620">
                  <c:v>56990</c:v>
                </c:pt>
                <c:pt idx="14621">
                  <c:v>56991</c:v>
                </c:pt>
                <c:pt idx="14622">
                  <c:v>56992</c:v>
                </c:pt>
                <c:pt idx="14623">
                  <c:v>56993</c:v>
                </c:pt>
                <c:pt idx="14624">
                  <c:v>56994</c:v>
                </c:pt>
                <c:pt idx="14625">
                  <c:v>56995</c:v>
                </c:pt>
                <c:pt idx="14626">
                  <c:v>56996</c:v>
                </c:pt>
                <c:pt idx="14627">
                  <c:v>56997</c:v>
                </c:pt>
                <c:pt idx="14628">
                  <c:v>56998</c:v>
                </c:pt>
                <c:pt idx="14629">
                  <c:v>56999</c:v>
                </c:pt>
                <c:pt idx="14630">
                  <c:v>57000</c:v>
                </c:pt>
                <c:pt idx="14631">
                  <c:v>57001</c:v>
                </c:pt>
                <c:pt idx="14632">
                  <c:v>57002</c:v>
                </c:pt>
                <c:pt idx="14633">
                  <c:v>57003</c:v>
                </c:pt>
                <c:pt idx="14634">
                  <c:v>57004</c:v>
                </c:pt>
                <c:pt idx="14635">
                  <c:v>57005</c:v>
                </c:pt>
                <c:pt idx="14636">
                  <c:v>57006</c:v>
                </c:pt>
                <c:pt idx="14637">
                  <c:v>57007</c:v>
                </c:pt>
                <c:pt idx="14638">
                  <c:v>57008</c:v>
                </c:pt>
                <c:pt idx="14639">
                  <c:v>57009</c:v>
                </c:pt>
                <c:pt idx="14640">
                  <c:v>57010</c:v>
                </c:pt>
                <c:pt idx="14641">
                  <c:v>57011</c:v>
                </c:pt>
                <c:pt idx="14642">
                  <c:v>57012</c:v>
                </c:pt>
                <c:pt idx="14643">
                  <c:v>57013</c:v>
                </c:pt>
                <c:pt idx="14644">
                  <c:v>57014</c:v>
                </c:pt>
                <c:pt idx="14645">
                  <c:v>57015</c:v>
                </c:pt>
                <c:pt idx="14646">
                  <c:v>57016</c:v>
                </c:pt>
                <c:pt idx="14647">
                  <c:v>57017</c:v>
                </c:pt>
                <c:pt idx="14648">
                  <c:v>57018</c:v>
                </c:pt>
                <c:pt idx="14649">
                  <c:v>57019</c:v>
                </c:pt>
                <c:pt idx="14650">
                  <c:v>57020</c:v>
                </c:pt>
                <c:pt idx="14651">
                  <c:v>57021</c:v>
                </c:pt>
                <c:pt idx="14652">
                  <c:v>57022</c:v>
                </c:pt>
                <c:pt idx="14653">
                  <c:v>57023</c:v>
                </c:pt>
                <c:pt idx="14654">
                  <c:v>57024</c:v>
                </c:pt>
                <c:pt idx="14655">
                  <c:v>57025</c:v>
                </c:pt>
                <c:pt idx="14656">
                  <c:v>57026</c:v>
                </c:pt>
                <c:pt idx="14657">
                  <c:v>57027</c:v>
                </c:pt>
                <c:pt idx="14658">
                  <c:v>57028</c:v>
                </c:pt>
                <c:pt idx="14659">
                  <c:v>57029</c:v>
                </c:pt>
                <c:pt idx="14660">
                  <c:v>57030</c:v>
                </c:pt>
                <c:pt idx="14661">
                  <c:v>57031</c:v>
                </c:pt>
                <c:pt idx="14662">
                  <c:v>57032</c:v>
                </c:pt>
                <c:pt idx="14663">
                  <c:v>57033</c:v>
                </c:pt>
                <c:pt idx="14664">
                  <c:v>57034</c:v>
                </c:pt>
                <c:pt idx="14665">
                  <c:v>57035</c:v>
                </c:pt>
                <c:pt idx="14666">
                  <c:v>57036</c:v>
                </c:pt>
                <c:pt idx="14667">
                  <c:v>57037</c:v>
                </c:pt>
                <c:pt idx="14668">
                  <c:v>57038</c:v>
                </c:pt>
                <c:pt idx="14669">
                  <c:v>57039</c:v>
                </c:pt>
                <c:pt idx="14670">
                  <c:v>57040</c:v>
                </c:pt>
                <c:pt idx="14671">
                  <c:v>57041</c:v>
                </c:pt>
                <c:pt idx="14672">
                  <c:v>57042</c:v>
                </c:pt>
                <c:pt idx="14673">
                  <c:v>57043</c:v>
                </c:pt>
                <c:pt idx="14674">
                  <c:v>57044</c:v>
                </c:pt>
                <c:pt idx="14675">
                  <c:v>57045</c:v>
                </c:pt>
                <c:pt idx="14676">
                  <c:v>57046</c:v>
                </c:pt>
                <c:pt idx="14677">
                  <c:v>57047</c:v>
                </c:pt>
                <c:pt idx="14678">
                  <c:v>57048</c:v>
                </c:pt>
                <c:pt idx="14679">
                  <c:v>57049</c:v>
                </c:pt>
                <c:pt idx="14680">
                  <c:v>57050</c:v>
                </c:pt>
                <c:pt idx="14681">
                  <c:v>57051</c:v>
                </c:pt>
                <c:pt idx="14682">
                  <c:v>57052</c:v>
                </c:pt>
                <c:pt idx="14683">
                  <c:v>57053</c:v>
                </c:pt>
                <c:pt idx="14684">
                  <c:v>57054</c:v>
                </c:pt>
                <c:pt idx="14685">
                  <c:v>57055</c:v>
                </c:pt>
                <c:pt idx="14686">
                  <c:v>57056</c:v>
                </c:pt>
                <c:pt idx="14687">
                  <c:v>57057</c:v>
                </c:pt>
                <c:pt idx="14688">
                  <c:v>57058</c:v>
                </c:pt>
                <c:pt idx="14689">
                  <c:v>57059</c:v>
                </c:pt>
                <c:pt idx="14690">
                  <c:v>57060</c:v>
                </c:pt>
                <c:pt idx="14691">
                  <c:v>57061</c:v>
                </c:pt>
                <c:pt idx="14692">
                  <c:v>57062</c:v>
                </c:pt>
                <c:pt idx="14693">
                  <c:v>57063</c:v>
                </c:pt>
                <c:pt idx="14694">
                  <c:v>57064</c:v>
                </c:pt>
                <c:pt idx="14695">
                  <c:v>57065</c:v>
                </c:pt>
                <c:pt idx="14696">
                  <c:v>57066</c:v>
                </c:pt>
                <c:pt idx="14697">
                  <c:v>57067</c:v>
                </c:pt>
                <c:pt idx="14698">
                  <c:v>57068</c:v>
                </c:pt>
                <c:pt idx="14699">
                  <c:v>57069</c:v>
                </c:pt>
                <c:pt idx="14700">
                  <c:v>57070</c:v>
                </c:pt>
                <c:pt idx="14701">
                  <c:v>57071</c:v>
                </c:pt>
                <c:pt idx="14702">
                  <c:v>57072</c:v>
                </c:pt>
                <c:pt idx="14703">
                  <c:v>57073</c:v>
                </c:pt>
                <c:pt idx="14704">
                  <c:v>57074</c:v>
                </c:pt>
                <c:pt idx="14705">
                  <c:v>57075</c:v>
                </c:pt>
                <c:pt idx="14706">
                  <c:v>57076</c:v>
                </c:pt>
                <c:pt idx="14707">
                  <c:v>57077</c:v>
                </c:pt>
                <c:pt idx="14708">
                  <c:v>57078</c:v>
                </c:pt>
                <c:pt idx="14709">
                  <c:v>57079</c:v>
                </c:pt>
                <c:pt idx="14710">
                  <c:v>57080</c:v>
                </c:pt>
                <c:pt idx="14711">
                  <c:v>57081</c:v>
                </c:pt>
                <c:pt idx="14712">
                  <c:v>57082</c:v>
                </c:pt>
                <c:pt idx="14713">
                  <c:v>57083</c:v>
                </c:pt>
                <c:pt idx="14714">
                  <c:v>57084</c:v>
                </c:pt>
                <c:pt idx="14715">
                  <c:v>57085</c:v>
                </c:pt>
                <c:pt idx="14716">
                  <c:v>57086</c:v>
                </c:pt>
                <c:pt idx="14717">
                  <c:v>57087</c:v>
                </c:pt>
                <c:pt idx="14718">
                  <c:v>57088</c:v>
                </c:pt>
                <c:pt idx="14719">
                  <c:v>57089</c:v>
                </c:pt>
                <c:pt idx="14720">
                  <c:v>57090</c:v>
                </c:pt>
                <c:pt idx="14721">
                  <c:v>57091</c:v>
                </c:pt>
                <c:pt idx="14722">
                  <c:v>57092</c:v>
                </c:pt>
                <c:pt idx="14723">
                  <c:v>57093</c:v>
                </c:pt>
                <c:pt idx="14724">
                  <c:v>57094</c:v>
                </c:pt>
                <c:pt idx="14725">
                  <c:v>57095</c:v>
                </c:pt>
                <c:pt idx="14726">
                  <c:v>57096</c:v>
                </c:pt>
                <c:pt idx="14727">
                  <c:v>57097</c:v>
                </c:pt>
                <c:pt idx="14728">
                  <c:v>57098</c:v>
                </c:pt>
                <c:pt idx="14729">
                  <c:v>57099</c:v>
                </c:pt>
                <c:pt idx="14730">
                  <c:v>57100</c:v>
                </c:pt>
                <c:pt idx="14731">
                  <c:v>57101</c:v>
                </c:pt>
                <c:pt idx="14732">
                  <c:v>57102</c:v>
                </c:pt>
                <c:pt idx="14733">
                  <c:v>57103</c:v>
                </c:pt>
                <c:pt idx="14734">
                  <c:v>57104</c:v>
                </c:pt>
                <c:pt idx="14735">
                  <c:v>57105</c:v>
                </c:pt>
                <c:pt idx="14736">
                  <c:v>57106</c:v>
                </c:pt>
                <c:pt idx="14737">
                  <c:v>57107</c:v>
                </c:pt>
                <c:pt idx="14738">
                  <c:v>57108</c:v>
                </c:pt>
                <c:pt idx="14739">
                  <c:v>57109</c:v>
                </c:pt>
                <c:pt idx="14740">
                  <c:v>57110</c:v>
                </c:pt>
                <c:pt idx="14741">
                  <c:v>57111</c:v>
                </c:pt>
                <c:pt idx="14742">
                  <c:v>57112</c:v>
                </c:pt>
                <c:pt idx="14743">
                  <c:v>57113</c:v>
                </c:pt>
                <c:pt idx="14744">
                  <c:v>57114</c:v>
                </c:pt>
                <c:pt idx="14745">
                  <c:v>57115</c:v>
                </c:pt>
                <c:pt idx="14746">
                  <c:v>57116</c:v>
                </c:pt>
                <c:pt idx="14747">
                  <c:v>57117</c:v>
                </c:pt>
                <c:pt idx="14748">
                  <c:v>57118</c:v>
                </c:pt>
                <c:pt idx="14749">
                  <c:v>57119</c:v>
                </c:pt>
                <c:pt idx="14750">
                  <c:v>57120</c:v>
                </c:pt>
                <c:pt idx="14751">
                  <c:v>57121</c:v>
                </c:pt>
                <c:pt idx="14752">
                  <c:v>57122</c:v>
                </c:pt>
                <c:pt idx="14753">
                  <c:v>57123</c:v>
                </c:pt>
                <c:pt idx="14754">
                  <c:v>57124</c:v>
                </c:pt>
                <c:pt idx="14755">
                  <c:v>57125</c:v>
                </c:pt>
                <c:pt idx="14756">
                  <c:v>57126</c:v>
                </c:pt>
                <c:pt idx="14757">
                  <c:v>57127</c:v>
                </c:pt>
                <c:pt idx="14758">
                  <c:v>57128</c:v>
                </c:pt>
                <c:pt idx="14759">
                  <c:v>57129</c:v>
                </c:pt>
                <c:pt idx="14760">
                  <c:v>57130</c:v>
                </c:pt>
                <c:pt idx="14761">
                  <c:v>57131</c:v>
                </c:pt>
                <c:pt idx="14762">
                  <c:v>57132</c:v>
                </c:pt>
                <c:pt idx="14763">
                  <c:v>57133</c:v>
                </c:pt>
                <c:pt idx="14764">
                  <c:v>57134</c:v>
                </c:pt>
                <c:pt idx="14765">
                  <c:v>57135</c:v>
                </c:pt>
                <c:pt idx="14766">
                  <c:v>57136</c:v>
                </c:pt>
                <c:pt idx="14767">
                  <c:v>57137</c:v>
                </c:pt>
                <c:pt idx="14768">
                  <c:v>57138</c:v>
                </c:pt>
                <c:pt idx="14769">
                  <c:v>57139</c:v>
                </c:pt>
                <c:pt idx="14770">
                  <c:v>57140</c:v>
                </c:pt>
                <c:pt idx="14771">
                  <c:v>57141</c:v>
                </c:pt>
                <c:pt idx="14772">
                  <c:v>57142</c:v>
                </c:pt>
                <c:pt idx="14773">
                  <c:v>57143</c:v>
                </c:pt>
                <c:pt idx="14774">
                  <c:v>57144</c:v>
                </c:pt>
                <c:pt idx="14775">
                  <c:v>57145</c:v>
                </c:pt>
                <c:pt idx="14776">
                  <c:v>57146</c:v>
                </c:pt>
                <c:pt idx="14777">
                  <c:v>57147</c:v>
                </c:pt>
                <c:pt idx="14778">
                  <c:v>57148</c:v>
                </c:pt>
                <c:pt idx="14779">
                  <c:v>57149</c:v>
                </c:pt>
                <c:pt idx="14780">
                  <c:v>57150</c:v>
                </c:pt>
                <c:pt idx="14781">
                  <c:v>57151</c:v>
                </c:pt>
                <c:pt idx="14782">
                  <c:v>57152</c:v>
                </c:pt>
                <c:pt idx="14783">
                  <c:v>57153</c:v>
                </c:pt>
                <c:pt idx="14784">
                  <c:v>57154</c:v>
                </c:pt>
                <c:pt idx="14785">
                  <c:v>57155</c:v>
                </c:pt>
                <c:pt idx="14786">
                  <c:v>57156</c:v>
                </c:pt>
                <c:pt idx="14787">
                  <c:v>57157</c:v>
                </c:pt>
                <c:pt idx="14788">
                  <c:v>57158</c:v>
                </c:pt>
                <c:pt idx="14789">
                  <c:v>57159</c:v>
                </c:pt>
                <c:pt idx="14790">
                  <c:v>57160</c:v>
                </c:pt>
                <c:pt idx="14791">
                  <c:v>57161</c:v>
                </c:pt>
                <c:pt idx="14792">
                  <c:v>57162</c:v>
                </c:pt>
                <c:pt idx="14793">
                  <c:v>57163</c:v>
                </c:pt>
                <c:pt idx="14794">
                  <c:v>57164</c:v>
                </c:pt>
                <c:pt idx="14795">
                  <c:v>57165</c:v>
                </c:pt>
                <c:pt idx="14796">
                  <c:v>57166</c:v>
                </c:pt>
                <c:pt idx="14797">
                  <c:v>57167</c:v>
                </c:pt>
                <c:pt idx="14798">
                  <c:v>57168</c:v>
                </c:pt>
                <c:pt idx="14799">
                  <c:v>57169</c:v>
                </c:pt>
                <c:pt idx="14800">
                  <c:v>57170</c:v>
                </c:pt>
                <c:pt idx="14801">
                  <c:v>57171</c:v>
                </c:pt>
                <c:pt idx="14802">
                  <c:v>57172</c:v>
                </c:pt>
                <c:pt idx="14803">
                  <c:v>57173</c:v>
                </c:pt>
                <c:pt idx="14804">
                  <c:v>57174</c:v>
                </c:pt>
                <c:pt idx="14805">
                  <c:v>57175</c:v>
                </c:pt>
                <c:pt idx="14806">
                  <c:v>57176</c:v>
                </c:pt>
                <c:pt idx="14807">
                  <c:v>57177</c:v>
                </c:pt>
                <c:pt idx="14808">
                  <c:v>57178</c:v>
                </c:pt>
                <c:pt idx="14809">
                  <c:v>57179</c:v>
                </c:pt>
                <c:pt idx="14810">
                  <c:v>57180</c:v>
                </c:pt>
                <c:pt idx="14811">
                  <c:v>57181</c:v>
                </c:pt>
                <c:pt idx="14812">
                  <c:v>57182</c:v>
                </c:pt>
                <c:pt idx="14813">
                  <c:v>57183</c:v>
                </c:pt>
                <c:pt idx="14814">
                  <c:v>57184</c:v>
                </c:pt>
                <c:pt idx="14815">
                  <c:v>57185</c:v>
                </c:pt>
                <c:pt idx="14816">
                  <c:v>57186</c:v>
                </c:pt>
                <c:pt idx="14817">
                  <c:v>57187</c:v>
                </c:pt>
                <c:pt idx="14818">
                  <c:v>57188</c:v>
                </c:pt>
                <c:pt idx="14819">
                  <c:v>57189</c:v>
                </c:pt>
                <c:pt idx="14820">
                  <c:v>57190</c:v>
                </c:pt>
                <c:pt idx="14821">
                  <c:v>57191</c:v>
                </c:pt>
                <c:pt idx="14822">
                  <c:v>57192</c:v>
                </c:pt>
                <c:pt idx="14823">
                  <c:v>57193</c:v>
                </c:pt>
                <c:pt idx="14824">
                  <c:v>57194</c:v>
                </c:pt>
                <c:pt idx="14825">
                  <c:v>57195</c:v>
                </c:pt>
                <c:pt idx="14826">
                  <c:v>57196</c:v>
                </c:pt>
                <c:pt idx="14827">
                  <c:v>57197</c:v>
                </c:pt>
                <c:pt idx="14828">
                  <c:v>57198</c:v>
                </c:pt>
                <c:pt idx="14829">
                  <c:v>57199</c:v>
                </c:pt>
                <c:pt idx="14830">
                  <c:v>57200</c:v>
                </c:pt>
                <c:pt idx="14831">
                  <c:v>57201</c:v>
                </c:pt>
                <c:pt idx="14832">
                  <c:v>57202</c:v>
                </c:pt>
                <c:pt idx="14833">
                  <c:v>57203</c:v>
                </c:pt>
                <c:pt idx="14834">
                  <c:v>57204</c:v>
                </c:pt>
                <c:pt idx="14835">
                  <c:v>57205</c:v>
                </c:pt>
                <c:pt idx="14836">
                  <c:v>57206</c:v>
                </c:pt>
                <c:pt idx="14837">
                  <c:v>57207</c:v>
                </c:pt>
                <c:pt idx="14838">
                  <c:v>57208</c:v>
                </c:pt>
                <c:pt idx="14839">
                  <c:v>57209</c:v>
                </c:pt>
                <c:pt idx="14840">
                  <c:v>57210</c:v>
                </c:pt>
                <c:pt idx="14841">
                  <c:v>57211</c:v>
                </c:pt>
                <c:pt idx="14842">
                  <c:v>57212</c:v>
                </c:pt>
                <c:pt idx="14843">
                  <c:v>57213</c:v>
                </c:pt>
                <c:pt idx="14844">
                  <c:v>57214</c:v>
                </c:pt>
                <c:pt idx="14845">
                  <c:v>57215</c:v>
                </c:pt>
                <c:pt idx="14846">
                  <c:v>57216</c:v>
                </c:pt>
                <c:pt idx="14847">
                  <c:v>57217</c:v>
                </c:pt>
                <c:pt idx="14848">
                  <c:v>57218</c:v>
                </c:pt>
                <c:pt idx="14849">
                  <c:v>57219</c:v>
                </c:pt>
                <c:pt idx="14850">
                  <c:v>57220</c:v>
                </c:pt>
                <c:pt idx="14851">
                  <c:v>57221</c:v>
                </c:pt>
                <c:pt idx="14852">
                  <c:v>57222</c:v>
                </c:pt>
                <c:pt idx="14853">
                  <c:v>57223</c:v>
                </c:pt>
                <c:pt idx="14854">
                  <c:v>57224</c:v>
                </c:pt>
                <c:pt idx="14855">
                  <c:v>57225</c:v>
                </c:pt>
                <c:pt idx="14856">
                  <c:v>57226</c:v>
                </c:pt>
                <c:pt idx="14857">
                  <c:v>57227</c:v>
                </c:pt>
                <c:pt idx="14858">
                  <c:v>57228</c:v>
                </c:pt>
                <c:pt idx="14859">
                  <c:v>57229</c:v>
                </c:pt>
                <c:pt idx="14860">
                  <c:v>57230</c:v>
                </c:pt>
                <c:pt idx="14861">
                  <c:v>57231</c:v>
                </c:pt>
                <c:pt idx="14862">
                  <c:v>57232</c:v>
                </c:pt>
                <c:pt idx="14863">
                  <c:v>57233</c:v>
                </c:pt>
                <c:pt idx="14864">
                  <c:v>57234</c:v>
                </c:pt>
                <c:pt idx="14865">
                  <c:v>57235</c:v>
                </c:pt>
                <c:pt idx="14866">
                  <c:v>57236</c:v>
                </c:pt>
                <c:pt idx="14867">
                  <c:v>57237</c:v>
                </c:pt>
                <c:pt idx="14868">
                  <c:v>57238</c:v>
                </c:pt>
                <c:pt idx="14869">
                  <c:v>57239</c:v>
                </c:pt>
                <c:pt idx="14870">
                  <c:v>57240</c:v>
                </c:pt>
                <c:pt idx="14871">
                  <c:v>57241</c:v>
                </c:pt>
                <c:pt idx="14872">
                  <c:v>57242</c:v>
                </c:pt>
                <c:pt idx="14873">
                  <c:v>57243</c:v>
                </c:pt>
                <c:pt idx="14874">
                  <c:v>57244</c:v>
                </c:pt>
                <c:pt idx="14875">
                  <c:v>57245</c:v>
                </c:pt>
                <c:pt idx="14876">
                  <c:v>57246</c:v>
                </c:pt>
                <c:pt idx="14877">
                  <c:v>57247</c:v>
                </c:pt>
                <c:pt idx="14878">
                  <c:v>57248</c:v>
                </c:pt>
                <c:pt idx="14879">
                  <c:v>57249</c:v>
                </c:pt>
                <c:pt idx="14880">
                  <c:v>57250</c:v>
                </c:pt>
                <c:pt idx="14881">
                  <c:v>57251</c:v>
                </c:pt>
                <c:pt idx="14882">
                  <c:v>57252</c:v>
                </c:pt>
                <c:pt idx="14883">
                  <c:v>57253</c:v>
                </c:pt>
                <c:pt idx="14884">
                  <c:v>57254</c:v>
                </c:pt>
                <c:pt idx="14885">
                  <c:v>57255</c:v>
                </c:pt>
                <c:pt idx="14886">
                  <c:v>57256</c:v>
                </c:pt>
                <c:pt idx="14887">
                  <c:v>57257</c:v>
                </c:pt>
                <c:pt idx="14888">
                  <c:v>57258</c:v>
                </c:pt>
                <c:pt idx="14889">
                  <c:v>57259</c:v>
                </c:pt>
                <c:pt idx="14890">
                  <c:v>57260</c:v>
                </c:pt>
                <c:pt idx="14891">
                  <c:v>57261</c:v>
                </c:pt>
                <c:pt idx="14892">
                  <c:v>57262</c:v>
                </c:pt>
                <c:pt idx="14893">
                  <c:v>57263</c:v>
                </c:pt>
                <c:pt idx="14894">
                  <c:v>57264</c:v>
                </c:pt>
                <c:pt idx="14895">
                  <c:v>57265</c:v>
                </c:pt>
                <c:pt idx="14896">
                  <c:v>57266</c:v>
                </c:pt>
                <c:pt idx="14897">
                  <c:v>57267</c:v>
                </c:pt>
                <c:pt idx="14898">
                  <c:v>57268</c:v>
                </c:pt>
                <c:pt idx="14899">
                  <c:v>57269</c:v>
                </c:pt>
                <c:pt idx="14900">
                  <c:v>57270</c:v>
                </c:pt>
                <c:pt idx="14901">
                  <c:v>57271</c:v>
                </c:pt>
                <c:pt idx="14902">
                  <c:v>57272</c:v>
                </c:pt>
                <c:pt idx="14903">
                  <c:v>57273</c:v>
                </c:pt>
                <c:pt idx="14904">
                  <c:v>57274</c:v>
                </c:pt>
                <c:pt idx="14905">
                  <c:v>57275</c:v>
                </c:pt>
                <c:pt idx="14906">
                  <c:v>57276</c:v>
                </c:pt>
                <c:pt idx="14907">
                  <c:v>57277</c:v>
                </c:pt>
                <c:pt idx="14908">
                  <c:v>57278</c:v>
                </c:pt>
                <c:pt idx="14909">
                  <c:v>57279</c:v>
                </c:pt>
                <c:pt idx="14910">
                  <c:v>57280</c:v>
                </c:pt>
                <c:pt idx="14911">
                  <c:v>57281</c:v>
                </c:pt>
                <c:pt idx="14912">
                  <c:v>57282</c:v>
                </c:pt>
                <c:pt idx="14913">
                  <c:v>57283</c:v>
                </c:pt>
                <c:pt idx="14914">
                  <c:v>57284</c:v>
                </c:pt>
                <c:pt idx="14915">
                  <c:v>57285</c:v>
                </c:pt>
                <c:pt idx="14916">
                  <c:v>57286</c:v>
                </c:pt>
                <c:pt idx="14917">
                  <c:v>57287</c:v>
                </c:pt>
                <c:pt idx="14918">
                  <c:v>57288</c:v>
                </c:pt>
                <c:pt idx="14919">
                  <c:v>57289</c:v>
                </c:pt>
                <c:pt idx="14920">
                  <c:v>57290</c:v>
                </c:pt>
                <c:pt idx="14921">
                  <c:v>57291</c:v>
                </c:pt>
                <c:pt idx="14922">
                  <c:v>57292</c:v>
                </c:pt>
                <c:pt idx="14923">
                  <c:v>57293</c:v>
                </c:pt>
                <c:pt idx="14924">
                  <c:v>57294</c:v>
                </c:pt>
                <c:pt idx="14925">
                  <c:v>57295</c:v>
                </c:pt>
                <c:pt idx="14926">
                  <c:v>57296</c:v>
                </c:pt>
                <c:pt idx="14927">
                  <c:v>57297</c:v>
                </c:pt>
                <c:pt idx="14928">
                  <c:v>57298</c:v>
                </c:pt>
                <c:pt idx="14929">
                  <c:v>57299</c:v>
                </c:pt>
                <c:pt idx="14930">
                  <c:v>57300</c:v>
                </c:pt>
                <c:pt idx="14931">
                  <c:v>57301</c:v>
                </c:pt>
                <c:pt idx="14932">
                  <c:v>57302</c:v>
                </c:pt>
                <c:pt idx="14933">
                  <c:v>57303</c:v>
                </c:pt>
                <c:pt idx="14934">
                  <c:v>57304</c:v>
                </c:pt>
                <c:pt idx="14935">
                  <c:v>57305</c:v>
                </c:pt>
                <c:pt idx="14936">
                  <c:v>57306</c:v>
                </c:pt>
                <c:pt idx="14937">
                  <c:v>57307</c:v>
                </c:pt>
                <c:pt idx="14938">
                  <c:v>57308</c:v>
                </c:pt>
                <c:pt idx="14939">
                  <c:v>57309</c:v>
                </c:pt>
                <c:pt idx="14940">
                  <c:v>57310</c:v>
                </c:pt>
                <c:pt idx="14941">
                  <c:v>57311</c:v>
                </c:pt>
                <c:pt idx="14942">
                  <c:v>57312</c:v>
                </c:pt>
                <c:pt idx="14943">
                  <c:v>57313</c:v>
                </c:pt>
                <c:pt idx="14944">
                  <c:v>57314</c:v>
                </c:pt>
                <c:pt idx="14945">
                  <c:v>57315</c:v>
                </c:pt>
                <c:pt idx="14946">
                  <c:v>57316</c:v>
                </c:pt>
                <c:pt idx="14947">
                  <c:v>57317</c:v>
                </c:pt>
                <c:pt idx="14948">
                  <c:v>57318</c:v>
                </c:pt>
                <c:pt idx="14949">
                  <c:v>57319</c:v>
                </c:pt>
                <c:pt idx="14950">
                  <c:v>57320</c:v>
                </c:pt>
                <c:pt idx="14951">
                  <c:v>57321</c:v>
                </c:pt>
                <c:pt idx="14952">
                  <c:v>57322</c:v>
                </c:pt>
                <c:pt idx="14953">
                  <c:v>57323</c:v>
                </c:pt>
                <c:pt idx="14954">
                  <c:v>57324</c:v>
                </c:pt>
                <c:pt idx="14955">
                  <c:v>57325</c:v>
                </c:pt>
                <c:pt idx="14956">
                  <c:v>57326</c:v>
                </c:pt>
                <c:pt idx="14957">
                  <c:v>57327</c:v>
                </c:pt>
                <c:pt idx="14958">
                  <c:v>57328</c:v>
                </c:pt>
                <c:pt idx="14959">
                  <c:v>57329</c:v>
                </c:pt>
                <c:pt idx="14960">
                  <c:v>57330</c:v>
                </c:pt>
                <c:pt idx="14961">
                  <c:v>57331</c:v>
                </c:pt>
                <c:pt idx="14962">
                  <c:v>57332</c:v>
                </c:pt>
                <c:pt idx="14963">
                  <c:v>57333</c:v>
                </c:pt>
                <c:pt idx="14964">
                  <c:v>57334</c:v>
                </c:pt>
                <c:pt idx="14965">
                  <c:v>57335</c:v>
                </c:pt>
                <c:pt idx="14966">
                  <c:v>57336</c:v>
                </c:pt>
                <c:pt idx="14967">
                  <c:v>57337</c:v>
                </c:pt>
                <c:pt idx="14968">
                  <c:v>57338</c:v>
                </c:pt>
                <c:pt idx="14969">
                  <c:v>57339</c:v>
                </c:pt>
                <c:pt idx="14970">
                  <c:v>57340</c:v>
                </c:pt>
                <c:pt idx="14971">
                  <c:v>57341</c:v>
                </c:pt>
                <c:pt idx="14972">
                  <c:v>57342</c:v>
                </c:pt>
                <c:pt idx="14973">
                  <c:v>57343</c:v>
                </c:pt>
                <c:pt idx="14974">
                  <c:v>57344</c:v>
                </c:pt>
                <c:pt idx="14975">
                  <c:v>57345</c:v>
                </c:pt>
                <c:pt idx="14976">
                  <c:v>57346</c:v>
                </c:pt>
                <c:pt idx="14977">
                  <c:v>57347</c:v>
                </c:pt>
                <c:pt idx="14978">
                  <c:v>57348</c:v>
                </c:pt>
                <c:pt idx="14979">
                  <c:v>57349</c:v>
                </c:pt>
                <c:pt idx="14980">
                  <c:v>57350</c:v>
                </c:pt>
                <c:pt idx="14981">
                  <c:v>57351</c:v>
                </c:pt>
                <c:pt idx="14982">
                  <c:v>57352</c:v>
                </c:pt>
                <c:pt idx="14983">
                  <c:v>57353</c:v>
                </c:pt>
                <c:pt idx="14984">
                  <c:v>57354</c:v>
                </c:pt>
                <c:pt idx="14985">
                  <c:v>57355</c:v>
                </c:pt>
                <c:pt idx="14986">
                  <c:v>57356</c:v>
                </c:pt>
                <c:pt idx="14987">
                  <c:v>57357</c:v>
                </c:pt>
                <c:pt idx="14988">
                  <c:v>57358</c:v>
                </c:pt>
                <c:pt idx="14989">
                  <c:v>57359</c:v>
                </c:pt>
                <c:pt idx="14990">
                  <c:v>57360</c:v>
                </c:pt>
                <c:pt idx="14991">
                  <c:v>57361</c:v>
                </c:pt>
                <c:pt idx="14992">
                  <c:v>57362</c:v>
                </c:pt>
                <c:pt idx="14993">
                  <c:v>57363</c:v>
                </c:pt>
                <c:pt idx="14994">
                  <c:v>57364</c:v>
                </c:pt>
                <c:pt idx="14995">
                  <c:v>57365</c:v>
                </c:pt>
                <c:pt idx="14996">
                  <c:v>57366</c:v>
                </c:pt>
                <c:pt idx="14997">
                  <c:v>57367</c:v>
                </c:pt>
                <c:pt idx="14998">
                  <c:v>57368</c:v>
                </c:pt>
                <c:pt idx="14999">
                  <c:v>57369</c:v>
                </c:pt>
                <c:pt idx="15000">
                  <c:v>57370</c:v>
                </c:pt>
                <c:pt idx="15001">
                  <c:v>57371</c:v>
                </c:pt>
                <c:pt idx="15002">
                  <c:v>57372</c:v>
                </c:pt>
                <c:pt idx="15003">
                  <c:v>57373</c:v>
                </c:pt>
                <c:pt idx="15004">
                  <c:v>57374</c:v>
                </c:pt>
                <c:pt idx="15005">
                  <c:v>57375</c:v>
                </c:pt>
                <c:pt idx="15006">
                  <c:v>57376</c:v>
                </c:pt>
                <c:pt idx="15007">
                  <c:v>57377</c:v>
                </c:pt>
                <c:pt idx="15008">
                  <c:v>57378</c:v>
                </c:pt>
                <c:pt idx="15009">
                  <c:v>57379</c:v>
                </c:pt>
                <c:pt idx="15010">
                  <c:v>57380</c:v>
                </c:pt>
                <c:pt idx="15011">
                  <c:v>57381</c:v>
                </c:pt>
                <c:pt idx="15012">
                  <c:v>57382</c:v>
                </c:pt>
                <c:pt idx="15013">
                  <c:v>57383</c:v>
                </c:pt>
                <c:pt idx="15014">
                  <c:v>57384</c:v>
                </c:pt>
                <c:pt idx="15015">
                  <c:v>57385</c:v>
                </c:pt>
                <c:pt idx="15016">
                  <c:v>57386</c:v>
                </c:pt>
                <c:pt idx="15017">
                  <c:v>57387</c:v>
                </c:pt>
                <c:pt idx="15018">
                  <c:v>57388</c:v>
                </c:pt>
                <c:pt idx="15019">
                  <c:v>57389</c:v>
                </c:pt>
                <c:pt idx="15020">
                  <c:v>57390</c:v>
                </c:pt>
                <c:pt idx="15021">
                  <c:v>57391</c:v>
                </c:pt>
                <c:pt idx="15022">
                  <c:v>57392</c:v>
                </c:pt>
                <c:pt idx="15023">
                  <c:v>57393</c:v>
                </c:pt>
                <c:pt idx="15024">
                  <c:v>57394</c:v>
                </c:pt>
                <c:pt idx="15025">
                  <c:v>57395</c:v>
                </c:pt>
                <c:pt idx="15026">
                  <c:v>57396</c:v>
                </c:pt>
                <c:pt idx="15027">
                  <c:v>57397</c:v>
                </c:pt>
                <c:pt idx="15028">
                  <c:v>57398</c:v>
                </c:pt>
                <c:pt idx="15029">
                  <c:v>57399</c:v>
                </c:pt>
                <c:pt idx="15030">
                  <c:v>57400</c:v>
                </c:pt>
                <c:pt idx="15031">
                  <c:v>57401</c:v>
                </c:pt>
                <c:pt idx="15032">
                  <c:v>57402</c:v>
                </c:pt>
                <c:pt idx="15033">
                  <c:v>57403</c:v>
                </c:pt>
                <c:pt idx="15034">
                  <c:v>57404</c:v>
                </c:pt>
                <c:pt idx="15035">
                  <c:v>57405</c:v>
                </c:pt>
                <c:pt idx="15036">
                  <c:v>57406</c:v>
                </c:pt>
                <c:pt idx="15037">
                  <c:v>57407</c:v>
                </c:pt>
                <c:pt idx="15038">
                  <c:v>57408</c:v>
                </c:pt>
                <c:pt idx="15039">
                  <c:v>57409</c:v>
                </c:pt>
                <c:pt idx="15040">
                  <c:v>57410</c:v>
                </c:pt>
                <c:pt idx="15041">
                  <c:v>57411</c:v>
                </c:pt>
                <c:pt idx="15042">
                  <c:v>57412</c:v>
                </c:pt>
                <c:pt idx="15043">
                  <c:v>57413</c:v>
                </c:pt>
                <c:pt idx="15044">
                  <c:v>57414</c:v>
                </c:pt>
                <c:pt idx="15045">
                  <c:v>57415</c:v>
                </c:pt>
                <c:pt idx="15046">
                  <c:v>57416</c:v>
                </c:pt>
                <c:pt idx="15047">
                  <c:v>57417</c:v>
                </c:pt>
                <c:pt idx="15048">
                  <c:v>57418</c:v>
                </c:pt>
                <c:pt idx="15049">
                  <c:v>57419</c:v>
                </c:pt>
                <c:pt idx="15050">
                  <c:v>57420</c:v>
                </c:pt>
                <c:pt idx="15051">
                  <c:v>57421</c:v>
                </c:pt>
                <c:pt idx="15052">
                  <c:v>57422</c:v>
                </c:pt>
                <c:pt idx="15053">
                  <c:v>57423</c:v>
                </c:pt>
                <c:pt idx="15054">
                  <c:v>57424</c:v>
                </c:pt>
                <c:pt idx="15055">
                  <c:v>57425</c:v>
                </c:pt>
                <c:pt idx="15056">
                  <c:v>57426</c:v>
                </c:pt>
                <c:pt idx="15057">
                  <c:v>57427</c:v>
                </c:pt>
                <c:pt idx="15058">
                  <c:v>57428</c:v>
                </c:pt>
                <c:pt idx="15059">
                  <c:v>57429</c:v>
                </c:pt>
                <c:pt idx="15060">
                  <c:v>57430</c:v>
                </c:pt>
                <c:pt idx="15061">
                  <c:v>57431</c:v>
                </c:pt>
                <c:pt idx="15062">
                  <c:v>57432</c:v>
                </c:pt>
                <c:pt idx="15063">
                  <c:v>57433</c:v>
                </c:pt>
                <c:pt idx="15064">
                  <c:v>57434</c:v>
                </c:pt>
                <c:pt idx="15065">
                  <c:v>57435</c:v>
                </c:pt>
                <c:pt idx="15066">
                  <c:v>57436</c:v>
                </c:pt>
                <c:pt idx="15067">
                  <c:v>57437</c:v>
                </c:pt>
                <c:pt idx="15068">
                  <c:v>57438</c:v>
                </c:pt>
                <c:pt idx="15069">
                  <c:v>57439</c:v>
                </c:pt>
                <c:pt idx="15070">
                  <c:v>57440</c:v>
                </c:pt>
                <c:pt idx="15071">
                  <c:v>57441</c:v>
                </c:pt>
                <c:pt idx="15072">
                  <c:v>57442</c:v>
                </c:pt>
                <c:pt idx="15073">
                  <c:v>57443</c:v>
                </c:pt>
                <c:pt idx="15074">
                  <c:v>57444</c:v>
                </c:pt>
                <c:pt idx="15075">
                  <c:v>57445</c:v>
                </c:pt>
                <c:pt idx="15076">
                  <c:v>57446</c:v>
                </c:pt>
                <c:pt idx="15077">
                  <c:v>57447</c:v>
                </c:pt>
                <c:pt idx="15078">
                  <c:v>57448</c:v>
                </c:pt>
                <c:pt idx="15079">
                  <c:v>57449</c:v>
                </c:pt>
                <c:pt idx="15080">
                  <c:v>57450</c:v>
                </c:pt>
                <c:pt idx="15081">
                  <c:v>57451</c:v>
                </c:pt>
                <c:pt idx="15082">
                  <c:v>57452</c:v>
                </c:pt>
                <c:pt idx="15083">
                  <c:v>57453</c:v>
                </c:pt>
                <c:pt idx="15084">
                  <c:v>57454</c:v>
                </c:pt>
                <c:pt idx="15085">
                  <c:v>57455</c:v>
                </c:pt>
                <c:pt idx="15086">
                  <c:v>57456</c:v>
                </c:pt>
                <c:pt idx="15087">
                  <c:v>57457</c:v>
                </c:pt>
                <c:pt idx="15088">
                  <c:v>57458</c:v>
                </c:pt>
                <c:pt idx="15089">
                  <c:v>57459</c:v>
                </c:pt>
                <c:pt idx="15090">
                  <c:v>57460</c:v>
                </c:pt>
                <c:pt idx="15091">
                  <c:v>57461</c:v>
                </c:pt>
                <c:pt idx="15092">
                  <c:v>57462</c:v>
                </c:pt>
                <c:pt idx="15093">
                  <c:v>57463</c:v>
                </c:pt>
                <c:pt idx="15094">
                  <c:v>57464</c:v>
                </c:pt>
                <c:pt idx="15095">
                  <c:v>57465</c:v>
                </c:pt>
                <c:pt idx="15096">
                  <c:v>57466</c:v>
                </c:pt>
                <c:pt idx="15097">
                  <c:v>57467</c:v>
                </c:pt>
                <c:pt idx="15098">
                  <c:v>57468</c:v>
                </c:pt>
                <c:pt idx="15099">
                  <c:v>57469</c:v>
                </c:pt>
                <c:pt idx="15100">
                  <c:v>57470</c:v>
                </c:pt>
                <c:pt idx="15101">
                  <c:v>57471</c:v>
                </c:pt>
                <c:pt idx="15102">
                  <c:v>57472</c:v>
                </c:pt>
                <c:pt idx="15103">
                  <c:v>57473</c:v>
                </c:pt>
                <c:pt idx="15104">
                  <c:v>57474</c:v>
                </c:pt>
                <c:pt idx="15105">
                  <c:v>57475</c:v>
                </c:pt>
                <c:pt idx="15106">
                  <c:v>57476</c:v>
                </c:pt>
                <c:pt idx="15107">
                  <c:v>57477</c:v>
                </c:pt>
                <c:pt idx="15108">
                  <c:v>57478</c:v>
                </c:pt>
                <c:pt idx="15109">
                  <c:v>57479</c:v>
                </c:pt>
                <c:pt idx="15110">
                  <c:v>57480</c:v>
                </c:pt>
                <c:pt idx="15111">
                  <c:v>57481</c:v>
                </c:pt>
                <c:pt idx="15112">
                  <c:v>57482</c:v>
                </c:pt>
                <c:pt idx="15113">
                  <c:v>57483</c:v>
                </c:pt>
                <c:pt idx="15114">
                  <c:v>57484</c:v>
                </c:pt>
                <c:pt idx="15115">
                  <c:v>57485</c:v>
                </c:pt>
                <c:pt idx="15116">
                  <c:v>57486</c:v>
                </c:pt>
                <c:pt idx="15117">
                  <c:v>57487</c:v>
                </c:pt>
                <c:pt idx="15118">
                  <c:v>57488</c:v>
                </c:pt>
                <c:pt idx="15119">
                  <c:v>57489</c:v>
                </c:pt>
                <c:pt idx="15120">
                  <c:v>57490</c:v>
                </c:pt>
                <c:pt idx="15121">
                  <c:v>57491</c:v>
                </c:pt>
                <c:pt idx="15122">
                  <c:v>57492</c:v>
                </c:pt>
                <c:pt idx="15123">
                  <c:v>57493</c:v>
                </c:pt>
                <c:pt idx="15124">
                  <c:v>57494</c:v>
                </c:pt>
                <c:pt idx="15125">
                  <c:v>57495</c:v>
                </c:pt>
                <c:pt idx="15126">
                  <c:v>57496</c:v>
                </c:pt>
                <c:pt idx="15127">
                  <c:v>57497</c:v>
                </c:pt>
                <c:pt idx="15128">
                  <c:v>57498</c:v>
                </c:pt>
                <c:pt idx="15129">
                  <c:v>57499</c:v>
                </c:pt>
                <c:pt idx="15130">
                  <c:v>57500</c:v>
                </c:pt>
                <c:pt idx="15131">
                  <c:v>57501</c:v>
                </c:pt>
                <c:pt idx="15132">
                  <c:v>57502</c:v>
                </c:pt>
                <c:pt idx="15133">
                  <c:v>57503</c:v>
                </c:pt>
                <c:pt idx="15134">
                  <c:v>57504</c:v>
                </c:pt>
                <c:pt idx="15135">
                  <c:v>57505</c:v>
                </c:pt>
                <c:pt idx="15136">
                  <c:v>57506</c:v>
                </c:pt>
                <c:pt idx="15137">
                  <c:v>57507</c:v>
                </c:pt>
                <c:pt idx="15138">
                  <c:v>57508</c:v>
                </c:pt>
                <c:pt idx="15139">
                  <c:v>57509</c:v>
                </c:pt>
                <c:pt idx="15140">
                  <c:v>57510</c:v>
                </c:pt>
                <c:pt idx="15141">
                  <c:v>57511</c:v>
                </c:pt>
                <c:pt idx="15142">
                  <c:v>57512</c:v>
                </c:pt>
                <c:pt idx="15143">
                  <c:v>57513</c:v>
                </c:pt>
                <c:pt idx="15144">
                  <c:v>57514</c:v>
                </c:pt>
                <c:pt idx="15145">
                  <c:v>57515</c:v>
                </c:pt>
                <c:pt idx="15146">
                  <c:v>57516</c:v>
                </c:pt>
                <c:pt idx="15147">
                  <c:v>57517</c:v>
                </c:pt>
                <c:pt idx="15148">
                  <c:v>57518</c:v>
                </c:pt>
                <c:pt idx="15149">
                  <c:v>57519</c:v>
                </c:pt>
                <c:pt idx="15150">
                  <c:v>57520</c:v>
                </c:pt>
                <c:pt idx="15151">
                  <c:v>57521</c:v>
                </c:pt>
                <c:pt idx="15152">
                  <c:v>57522</c:v>
                </c:pt>
                <c:pt idx="15153">
                  <c:v>57523</c:v>
                </c:pt>
                <c:pt idx="15154">
                  <c:v>57524</c:v>
                </c:pt>
                <c:pt idx="15155">
                  <c:v>57525</c:v>
                </c:pt>
                <c:pt idx="15156">
                  <c:v>57526</c:v>
                </c:pt>
                <c:pt idx="15157">
                  <c:v>57527</c:v>
                </c:pt>
                <c:pt idx="15158">
                  <c:v>57528</c:v>
                </c:pt>
                <c:pt idx="15159">
                  <c:v>57529</c:v>
                </c:pt>
                <c:pt idx="15160">
                  <c:v>57530</c:v>
                </c:pt>
                <c:pt idx="15161">
                  <c:v>57531</c:v>
                </c:pt>
                <c:pt idx="15162">
                  <c:v>57532</c:v>
                </c:pt>
                <c:pt idx="15163">
                  <c:v>57533</c:v>
                </c:pt>
                <c:pt idx="15164">
                  <c:v>57534</c:v>
                </c:pt>
                <c:pt idx="15165">
                  <c:v>57535</c:v>
                </c:pt>
                <c:pt idx="15166">
                  <c:v>57536</c:v>
                </c:pt>
                <c:pt idx="15167">
                  <c:v>57537</c:v>
                </c:pt>
                <c:pt idx="15168">
                  <c:v>57538</c:v>
                </c:pt>
                <c:pt idx="15169">
                  <c:v>57539</c:v>
                </c:pt>
                <c:pt idx="15170">
                  <c:v>57540</c:v>
                </c:pt>
                <c:pt idx="15171">
                  <c:v>57541</c:v>
                </c:pt>
                <c:pt idx="15172">
                  <c:v>57542</c:v>
                </c:pt>
                <c:pt idx="15173">
                  <c:v>57543</c:v>
                </c:pt>
                <c:pt idx="15174">
                  <c:v>57544</c:v>
                </c:pt>
                <c:pt idx="15175">
                  <c:v>57545</c:v>
                </c:pt>
                <c:pt idx="15176">
                  <c:v>57546</c:v>
                </c:pt>
                <c:pt idx="15177">
                  <c:v>57547</c:v>
                </c:pt>
                <c:pt idx="15178">
                  <c:v>57548</c:v>
                </c:pt>
                <c:pt idx="15179">
                  <c:v>57549</c:v>
                </c:pt>
                <c:pt idx="15180">
                  <c:v>57550</c:v>
                </c:pt>
                <c:pt idx="15181">
                  <c:v>57551</c:v>
                </c:pt>
                <c:pt idx="15182">
                  <c:v>57552</c:v>
                </c:pt>
                <c:pt idx="15183">
                  <c:v>57553</c:v>
                </c:pt>
                <c:pt idx="15184">
                  <c:v>57554</c:v>
                </c:pt>
                <c:pt idx="15185">
                  <c:v>57555</c:v>
                </c:pt>
                <c:pt idx="15186">
                  <c:v>57556</c:v>
                </c:pt>
                <c:pt idx="15187">
                  <c:v>57557</c:v>
                </c:pt>
                <c:pt idx="15188">
                  <c:v>57558</c:v>
                </c:pt>
                <c:pt idx="15189">
                  <c:v>57559</c:v>
                </c:pt>
                <c:pt idx="15190">
                  <c:v>57560</c:v>
                </c:pt>
                <c:pt idx="15191">
                  <c:v>57561</c:v>
                </c:pt>
                <c:pt idx="15192">
                  <c:v>57562</c:v>
                </c:pt>
                <c:pt idx="15193">
                  <c:v>57563</c:v>
                </c:pt>
                <c:pt idx="15194">
                  <c:v>57564</c:v>
                </c:pt>
                <c:pt idx="15195">
                  <c:v>57565</c:v>
                </c:pt>
                <c:pt idx="15196">
                  <c:v>57566</c:v>
                </c:pt>
                <c:pt idx="15197">
                  <c:v>57567</c:v>
                </c:pt>
                <c:pt idx="15198">
                  <c:v>57568</c:v>
                </c:pt>
                <c:pt idx="15199">
                  <c:v>57569</c:v>
                </c:pt>
                <c:pt idx="15200">
                  <c:v>57570</c:v>
                </c:pt>
                <c:pt idx="15201">
                  <c:v>57571</c:v>
                </c:pt>
                <c:pt idx="15202">
                  <c:v>57572</c:v>
                </c:pt>
                <c:pt idx="15203">
                  <c:v>57573</c:v>
                </c:pt>
                <c:pt idx="15204">
                  <c:v>57574</c:v>
                </c:pt>
                <c:pt idx="15205">
                  <c:v>57575</c:v>
                </c:pt>
                <c:pt idx="15206">
                  <c:v>57576</c:v>
                </c:pt>
                <c:pt idx="15207">
                  <c:v>57577</c:v>
                </c:pt>
                <c:pt idx="15208">
                  <c:v>57578</c:v>
                </c:pt>
                <c:pt idx="15209">
                  <c:v>57579</c:v>
                </c:pt>
                <c:pt idx="15210">
                  <c:v>57580</c:v>
                </c:pt>
                <c:pt idx="15211">
                  <c:v>57581</c:v>
                </c:pt>
                <c:pt idx="15212">
                  <c:v>57582</c:v>
                </c:pt>
                <c:pt idx="15213">
                  <c:v>57583</c:v>
                </c:pt>
                <c:pt idx="15214">
                  <c:v>57584</c:v>
                </c:pt>
                <c:pt idx="15215">
                  <c:v>57585</c:v>
                </c:pt>
                <c:pt idx="15216">
                  <c:v>57586</c:v>
                </c:pt>
                <c:pt idx="15217">
                  <c:v>57587</c:v>
                </c:pt>
                <c:pt idx="15218">
                  <c:v>57588</c:v>
                </c:pt>
                <c:pt idx="15219">
                  <c:v>57589</c:v>
                </c:pt>
                <c:pt idx="15220">
                  <c:v>57590</c:v>
                </c:pt>
                <c:pt idx="15221">
                  <c:v>57591</c:v>
                </c:pt>
                <c:pt idx="15222">
                  <c:v>57592</c:v>
                </c:pt>
                <c:pt idx="15223">
                  <c:v>57593</c:v>
                </c:pt>
                <c:pt idx="15224">
                  <c:v>57594</c:v>
                </c:pt>
                <c:pt idx="15225">
                  <c:v>57595</c:v>
                </c:pt>
                <c:pt idx="15226">
                  <c:v>57596</c:v>
                </c:pt>
                <c:pt idx="15227">
                  <c:v>57597</c:v>
                </c:pt>
                <c:pt idx="15228">
                  <c:v>57598</c:v>
                </c:pt>
                <c:pt idx="15229">
                  <c:v>57599</c:v>
                </c:pt>
                <c:pt idx="15230">
                  <c:v>57600</c:v>
                </c:pt>
                <c:pt idx="15231">
                  <c:v>57601</c:v>
                </c:pt>
                <c:pt idx="15232">
                  <c:v>57602</c:v>
                </c:pt>
                <c:pt idx="15233">
                  <c:v>57603</c:v>
                </c:pt>
                <c:pt idx="15234">
                  <c:v>57604</c:v>
                </c:pt>
                <c:pt idx="15235">
                  <c:v>57605</c:v>
                </c:pt>
                <c:pt idx="15236">
                  <c:v>57606</c:v>
                </c:pt>
                <c:pt idx="15237">
                  <c:v>57607</c:v>
                </c:pt>
                <c:pt idx="15238">
                  <c:v>57608</c:v>
                </c:pt>
                <c:pt idx="15239">
                  <c:v>57609</c:v>
                </c:pt>
                <c:pt idx="15240">
                  <c:v>57610</c:v>
                </c:pt>
                <c:pt idx="15241">
                  <c:v>57611</c:v>
                </c:pt>
                <c:pt idx="15242">
                  <c:v>57612</c:v>
                </c:pt>
                <c:pt idx="15243">
                  <c:v>57613</c:v>
                </c:pt>
                <c:pt idx="15244">
                  <c:v>57614</c:v>
                </c:pt>
                <c:pt idx="15245">
                  <c:v>57615</c:v>
                </c:pt>
                <c:pt idx="15246">
                  <c:v>57616</c:v>
                </c:pt>
                <c:pt idx="15247">
                  <c:v>57617</c:v>
                </c:pt>
                <c:pt idx="15248">
                  <c:v>57618</c:v>
                </c:pt>
                <c:pt idx="15249">
                  <c:v>57619</c:v>
                </c:pt>
                <c:pt idx="15250">
                  <c:v>57620</c:v>
                </c:pt>
                <c:pt idx="15251">
                  <c:v>57621</c:v>
                </c:pt>
                <c:pt idx="15252">
                  <c:v>57622</c:v>
                </c:pt>
                <c:pt idx="15253">
                  <c:v>57623</c:v>
                </c:pt>
                <c:pt idx="15254">
                  <c:v>57624</c:v>
                </c:pt>
                <c:pt idx="15255">
                  <c:v>57625</c:v>
                </c:pt>
                <c:pt idx="15256">
                  <c:v>57626</c:v>
                </c:pt>
                <c:pt idx="15257">
                  <c:v>57627</c:v>
                </c:pt>
                <c:pt idx="15258">
                  <c:v>57628</c:v>
                </c:pt>
                <c:pt idx="15259">
                  <c:v>57629</c:v>
                </c:pt>
                <c:pt idx="15260">
                  <c:v>57630</c:v>
                </c:pt>
                <c:pt idx="15261">
                  <c:v>57631</c:v>
                </c:pt>
                <c:pt idx="15262">
                  <c:v>57632</c:v>
                </c:pt>
                <c:pt idx="15263">
                  <c:v>57633</c:v>
                </c:pt>
                <c:pt idx="15264">
                  <c:v>57634</c:v>
                </c:pt>
                <c:pt idx="15265">
                  <c:v>57635</c:v>
                </c:pt>
                <c:pt idx="15266">
                  <c:v>57636</c:v>
                </c:pt>
                <c:pt idx="15267">
                  <c:v>57637</c:v>
                </c:pt>
                <c:pt idx="15268">
                  <c:v>57638</c:v>
                </c:pt>
                <c:pt idx="15269">
                  <c:v>57639</c:v>
                </c:pt>
                <c:pt idx="15270">
                  <c:v>57640</c:v>
                </c:pt>
                <c:pt idx="15271">
                  <c:v>57641</c:v>
                </c:pt>
                <c:pt idx="15272">
                  <c:v>57642</c:v>
                </c:pt>
                <c:pt idx="15273">
                  <c:v>57643</c:v>
                </c:pt>
                <c:pt idx="15274">
                  <c:v>57644</c:v>
                </c:pt>
                <c:pt idx="15275">
                  <c:v>57645</c:v>
                </c:pt>
                <c:pt idx="15276">
                  <c:v>57646</c:v>
                </c:pt>
                <c:pt idx="15277">
                  <c:v>57647</c:v>
                </c:pt>
                <c:pt idx="15278">
                  <c:v>57648</c:v>
                </c:pt>
                <c:pt idx="15279">
                  <c:v>57649</c:v>
                </c:pt>
                <c:pt idx="15280">
                  <c:v>57650</c:v>
                </c:pt>
                <c:pt idx="15281">
                  <c:v>57651</c:v>
                </c:pt>
                <c:pt idx="15282">
                  <c:v>57652</c:v>
                </c:pt>
                <c:pt idx="15283">
                  <c:v>57653</c:v>
                </c:pt>
                <c:pt idx="15284">
                  <c:v>57654</c:v>
                </c:pt>
                <c:pt idx="15285">
                  <c:v>57655</c:v>
                </c:pt>
                <c:pt idx="15286">
                  <c:v>57656</c:v>
                </c:pt>
                <c:pt idx="15287">
                  <c:v>57657</c:v>
                </c:pt>
                <c:pt idx="15288">
                  <c:v>57658</c:v>
                </c:pt>
                <c:pt idx="15289">
                  <c:v>57659</c:v>
                </c:pt>
                <c:pt idx="15290">
                  <c:v>57660</c:v>
                </c:pt>
                <c:pt idx="15291">
                  <c:v>57661</c:v>
                </c:pt>
                <c:pt idx="15292">
                  <c:v>57662</c:v>
                </c:pt>
                <c:pt idx="15293">
                  <c:v>57663</c:v>
                </c:pt>
                <c:pt idx="15294">
                  <c:v>57664</c:v>
                </c:pt>
                <c:pt idx="15295">
                  <c:v>57665</c:v>
                </c:pt>
                <c:pt idx="15296">
                  <c:v>57666</c:v>
                </c:pt>
                <c:pt idx="15297">
                  <c:v>57667</c:v>
                </c:pt>
                <c:pt idx="15298">
                  <c:v>57668</c:v>
                </c:pt>
                <c:pt idx="15299">
                  <c:v>57669</c:v>
                </c:pt>
                <c:pt idx="15300">
                  <c:v>57670</c:v>
                </c:pt>
                <c:pt idx="15301">
                  <c:v>57671</c:v>
                </c:pt>
                <c:pt idx="15302">
                  <c:v>57672</c:v>
                </c:pt>
                <c:pt idx="15303">
                  <c:v>57673</c:v>
                </c:pt>
                <c:pt idx="15304">
                  <c:v>57674</c:v>
                </c:pt>
                <c:pt idx="15305">
                  <c:v>57675</c:v>
                </c:pt>
                <c:pt idx="15306">
                  <c:v>57676</c:v>
                </c:pt>
                <c:pt idx="15307">
                  <c:v>57677</c:v>
                </c:pt>
                <c:pt idx="15308">
                  <c:v>57678</c:v>
                </c:pt>
                <c:pt idx="15309">
                  <c:v>57679</c:v>
                </c:pt>
                <c:pt idx="15310">
                  <c:v>57680</c:v>
                </c:pt>
                <c:pt idx="15311">
                  <c:v>57681</c:v>
                </c:pt>
                <c:pt idx="15312">
                  <c:v>57682</c:v>
                </c:pt>
                <c:pt idx="15313">
                  <c:v>57683</c:v>
                </c:pt>
                <c:pt idx="15314">
                  <c:v>57684</c:v>
                </c:pt>
                <c:pt idx="15315">
                  <c:v>57685</c:v>
                </c:pt>
                <c:pt idx="15316">
                  <c:v>57686</c:v>
                </c:pt>
                <c:pt idx="15317">
                  <c:v>57687</c:v>
                </c:pt>
                <c:pt idx="15318">
                  <c:v>57688</c:v>
                </c:pt>
                <c:pt idx="15319">
                  <c:v>57689</c:v>
                </c:pt>
                <c:pt idx="15320">
                  <c:v>57690</c:v>
                </c:pt>
                <c:pt idx="15321">
                  <c:v>57691</c:v>
                </c:pt>
                <c:pt idx="15322">
                  <c:v>57692</c:v>
                </c:pt>
                <c:pt idx="15323">
                  <c:v>57693</c:v>
                </c:pt>
                <c:pt idx="15324">
                  <c:v>57694</c:v>
                </c:pt>
                <c:pt idx="15325">
                  <c:v>57695</c:v>
                </c:pt>
                <c:pt idx="15326">
                  <c:v>57696</c:v>
                </c:pt>
                <c:pt idx="15327">
                  <c:v>57697</c:v>
                </c:pt>
                <c:pt idx="15328">
                  <c:v>57698</c:v>
                </c:pt>
                <c:pt idx="15329">
                  <c:v>57699</c:v>
                </c:pt>
                <c:pt idx="15330">
                  <c:v>57700</c:v>
                </c:pt>
                <c:pt idx="15331">
                  <c:v>57701</c:v>
                </c:pt>
                <c:pt idx="15332">
                  <c:v>57702</c:v>
                </c:pt>
                <c:pt idx="15333">
                  <c:v>57703</c:v>
                </c:pt>
                <c:pt idx="15334">
                  <c:v>57704</c:v>
                </c:pt>
                <c:pt idx="15335">
                  <c:v>57705</c:v>
                </c:pt>
                <c:pt idx="15336">
                  <c:v>57706</c:v>
                </c:pt>
                <c:pt idx="15337">
                  <c:v>57707</c:v>
                </c:pt>
                <c:pt idx="15338">
                  <c:v>57708</c:v>
                </c:pt>
                <c:pt idx="15339">
                  <c:v>57709</c:v>
                </c:pt>
                <c:pt idx="15340">
                  <c:v>57710</c:v>
                </c:pt>
                <c:pt idx="15341">
                  <c:v>57711</c:v>
                </c:pt>
                <c:pt idx="15342">
                  <c:v>57712</c:v>
                </c:pt>
                <c:pt idx="15343">
                  <c:v>57713</c:v>
                </c:pt>
                <c:pt idx="15344">
                  <c:v>57714</c:v>
                </c:pt>
                <c:pt idx="15345">
                  <c:v>57715</c:v>
                </c:pt>
                <c:pt idx="15346">
                  <c:v>57716</c:v>
                </c:pt>
                <c:pt idx="15347">
                  <c:v>57717</c:v>
                </c:pt>
                <c:pt idx="15348">
                  <c:v>57718</c:v>
                </c:pt>
                <c:pt idx="15349">
                  <c:v>57719</c:v>
                </c:pt>
                <c:pt idx="15350">
                  <c:v>57720</c:v>
                </c:pt>
                <c:pt idx="15351">
                  <c:v>57721</c:v>
                </c:pt>
                <c:pt idx="15352">
                  <c:v>57722</c:v>
                </c:pt>
                <c:pt idx="15353">
                  <c:v>57723</c:v>
                </c:pt>
                <c:pt idx="15354">
                  <c:v>57724</c:v>
                </c:pt>
                <c:pt idx="15355">
                  <c:v>57725</c:v>
                </c:pt>
                <c:pt idx="15356">
                  <c:v>57726</c:v>
                </c:pt>
                <c:pt idx="15357">
                  <c:v>57727</c:v>
                </c:pt>
                <c:pt idx="15358">
                  <c:v>57728</c:v>
                </c:pt>
                <c:pt idx="15359">
                  <c:v>57729</c:v>
                </c:pt>
                <c:pt idx="15360">
                  <c:v>57730</c:v>
                </c:pt>
                <c:pt idx="15361">
                  <c:v>57731</c:v>
                </c:pt>
                <c:pt idx="15362">
                  <c:v>57732</c:v>
                </c:pt>
                <c:pt idx="15363">
                  <c:v>57733</c:v>
                </c:pt>
                <c:pt idx="15364">
                  <c:v>57734</c:v>
                </c:pt>
                <c:pt idx="15365">
                  <c:v>57735</c:v>
                </c:pt>
                <c:pt idx="15366">
                  <c:v>57736</c:v>
                </c:pt>
                <c:pt idx="15367">
                  <c:v>57737</c:v>
                </c:pt>
                <c:pt idx="15368">
                  <c:v>57738</c:v>
                </c:pt>
                <c:pt idx="15369">
                  <c:v>57739</c:v>
                </c:pt>
                <c:pt idx="15370">
                  <c:v>57740</c:v>
                </c:pt>
                <c:pt idx="15371">
                  <c:v>57741</c:v>
                </c:pt>
                <c:pt idx="15372">
                  <c:v>57742</c:v>
                </c:pt>
                <c:pt idx="15373">
                  <c:v>57743</c:v>
                </c:pt>
                <c:pt idx="15374">
                  <c:v>57744</c:v>
                </c:pt>
                <c:pt idx="15375">
                  <c:v>57745</c:v>
                </c:pt>
                <c:pt idx="15376">
                  <c:v>57746</c:v>
                </c:pt>
                <c:pt idx="15377">
                  <c:v>57747</c:v>
                </c:pt>
                <c:pt idx="15378">
                  <c:v>57748</c:v>
                </c:pt>
                <c:pt idx="15379">
                  <c:v>57749</c:v>
                </c:pt>
                <c:pt idx="15380">
                  <c:v>57750</c:v>
                </c:pt>
                <c:pt idx="15381">
                  <c:v>57751</c:v>
                </c:pt>
                <c:pt idx="15382">
                  <c:v>57752</c:v>
                </c:pt>
                <c:pt idx="15383">
                  <c:v>57753</c:v>
                </c:pt>
                <c:pt idx="15384">
                  <c:v>57754</c:v>
                </c:pt>
                <c:pt idx="15385">
                  <c:v>57755</c:v>
                </c:pt>
                <c:pt idx="15386">
                  <c:v>57756</c:v>
                </c:pt>
                <c:pt idx="15387">
                  <c:v>57757</c:v>
                </c:pt>
                <c:pt idx="15388">
                  <c:v>57758</c:v>
                </c:pt>
                <c:pt idx="15389">
                  <c:v>57759</c:v>
                </c:pt>
                <c:pt idx="15390">
                  <c:v>57760</c:v>
                </c:pt>
                <c:pt idx="15391">
                  <c:v>57761</c:v>
                </c:pt>
                <c:pt idx="15392">
                  <c:v>57762</c:v>
                </c:pt>
                <c:pt idx="15393">
                  <c:v>57763</c:v>
                </c:pt>
                <c:pt idx="15394">
                  <c:v>57764</c:v>
                </c:pt>
                <c:pt idx="15395">
                  <c:v>57765</c:v>
                </c:pt>
                <c:pt idx="15396">
                  <c:v>57766</c:v>
                </c:pt>
                <c:pt idx="15397">
                  <c:v>57767</c:v>
                </c:pt>
                <c:pt idx="15398">
                  <c:v>57768</c:v>
                </c:pt>
                <c:pt idx="15399">
                  <c:v>57769</c:v>
                </c:pt>
                <c:pt idx="15400">
                  <c:v>57770</c:v>
                </c:pt>
                <c:pt idx="15401">
                  <c:v>57771</c:v>
                </c:pt>
                <c:pt idx="15402">
                  <c:v>57772</c:v>
                </c:pt>
                <c:pt idx="15403">
                  <c:v>57773</c:v>
                </c:pt>
                <c:pt idx="15404">
                  <c:v>57774</c:v>
                </c:pt>
                <c:pt idx="15405">
                  <c:v>57775</c:v>
                </c:pt>
                <c:pt idx="15406">
                  <c:v>57776</c:v>
                </c:pt>
                <c:pt idx="15407">
                  <c:v>57777</c:v>
                </c:pt>
                <c:pt idx="15408">
                  <c:v>57778</c:v>
                </c:pt>
                <c:pt idx="15409">
                  <c:v>57779</c:v>
                </c:pt>
                <c:pt idx="15410">
                  <c:v>57780</c:v>
                </c:pt>
                <c:pt idx="15411">
                  <c:v>57781</c:v>
                </c:pt>
                <c:pt idx="15412">
                  <c:v>57782</c:v>
                </c:pt>
                <c:pt idx="15413">
                  <c:v>57783</c:v>
                </c:pt>
                <c:pt idx="15414">
                  <c:v>57784</c:v>
                </c:pt>
                <c:pt idx="15415">
                  <c:v>57785</c:v>
                </c:pt>
                <c:pt idx="15416">
                  <c:v>57786</c:v>
                </c:pt>
                <c:pt idx="15417">
                  <c:v>57787</c:v>
                </c:pt>
                <c:pt idx="15418">
                  <c:v>57788</c:v>
                </c:pt>
                <c:pt idx="15419">
                  <c:v>57789</c:v>
                </c:pt>
                <c:pt idx="15420">
                  <c:v>57790</c:v>
                </c:pt>
                <c:pt idx="15421">
                  <c:v>57791</c:v>
                </c:pt>
                <c:pt idx="15422">
                  <c:v>57792</c:v>
                </c:pt>
                <c:pt idx="15423">
                  <c:v>57793</c:v>
                </c:pt>
                <c:pt idx="15424">
                  <c:v>57794</c:v>
                </c:pt>
                <c:pt idx="15425">
                  <c:v>57795</c:v>
                </c:pt>
                <c:pt idx="15426">
                  <c:v>57796</c:v>
                </c:pt>
                <c:pt idx="15427">
                  <c:v>57797</c:v>
                </c:pt>
                <c:pt idx="15428">
                  <c:v>57798</c:v>
                </c:pt>
                <c:pt idx="15429">
                  <c:v>57799</c:v>
                </c:pt>
                <c:pt idx="15430">
                  <c:v>57800</c:v>
                </c:pt>
                <c:pt idx="15431">
                  <c:v>57801</c:v>
                </c:pt>
                <c:pt idx="15432">
                  <c:v>57802</c:v>
                </c:pt>
                <c:pt idx="15433">
                  <c:v>57803</c:v>
                </c:pt>
                <c:pt idx="15434">
                  <c:v>57804</c:v>
                </c:pt>
                <c:pt idx="15435">
                  <c:v>57805</c:v>
                </c:pt>
                <c:pt idx="15436">
                  <c:v>57806</c:v>
                </c:pt>
                <c:pt idx="15437">
                  <c:v>57807</c:v>
                </c:pt>
                <c:pt idx="15438">
                  <c:v>57808</c:v>
                </c:pt>
                <c:pt idx="15439">
                  <c:v>57809</c:v>
                </c:pt>
                <c:pt idx="15440">
                  <c:v>57810</c:v>
                </c:pt>
                <c:pt idx="15441">
                  <c:v>57811</c:v>
                </c:pt>
                <c:pt idx="15442">
                  <c:v>57812</c:v>
                </c:pt>
                <c:pt idx="15443">
                  <c:v>57813</c:v>
                </c:pt>
                <c:pt idx="15444">
                  <c:v>57814</c:v>
                </c:pt>
                <c:pt idx="15445">
                  <c:v>57815</c:v>
                </c:pt>
                <c:pt idx="15446">
                  <c:v>57816</c:v>
                </c:pt>
                <c:pt idx="15447">
                  <c:v>57817</c:v>
                </c:pt>
                <c:pt idx="15448">
                  <c:v>57818</c:v>
                </c:pt>
                <c:pt idx="15449">
                  <c:v>57819</c:v>
                </c:pt>
                <c:pt idx="15450">
                  <c:v>57820</c:v>
                </c:pt>
                <c:pt idx="15451">
                  <c:v>57821</c:v>
                </c:pt>
                <c:pt idx="15452">
                  <c:v>57822</c:v>
                </c:pt>
                <c:pt idx="15453">
                  <c:v>57823</c:v>
                </c:pt>
                <c:pt idx="15454">
                  <c:v>57824</c:v>
                </c:pt>
                <c:pt idx="15455">
                  <c:v>57825</c:v>
                </c:pt>
                <c:pt idx="15456">
                  <c:v>57826</c:v>
                </c:pt>
                <c:pt idx="15457">
                  <c:v>57827</c:v>
                </c:pt>
                <c:pt idx="15458">
                  <c:v>57828</c:v>
                </c:pt>
                <c:pt idx="15459">
                  <c:v>57829</c:v>
                </c:pt>
                <c:pt idx="15460">
                  <c:v>57830</c:v>
                </c:pt>
                <c:pt idx="15461">
                  <c:v>57831</c:v>
                </c:pt>
                <c:pt idx="15462">
                  <c:v>57832</c:v>
                </c:pt>
                <c:pt idx="15463">
                  <c:v>57833</c:v>
                </c:pt>
                <c:pt idx="15464">
                  <c:v>57834</c:v>
                </c:pt>
                <c:pt idx="15465">
                  <c:v>57835</c:v>
                </c:pt>
                <c:pt idx="15466">
                  <c:v>57836</c:v>
                </c:pt>
                <c:pt idx="15467">
                  <c:v>57837</c:v>
                </c:pt>
                <c:pt idx="15468">
                  <c:v>57838</c:v>
                </c:pt>
                <c:pt idx="15469">
                  <c:v>57839</c:v>
                </c:pt>
                <c:pt idx="15470">
                  <c:v>57840</c:v>
                </c:pt>
                <c:pt idx="15471">
                  <c:v>57841</c:v>
                </c:pt>
                <c:pt idx="15472">
                  <c:v>57842</c:v>
                </c:pt>
                <c:pt idx="15473">
                  <c:v>57843</c:v>
                </c:pt>
                <c:pt idx="15474">
                  <c:v>57844</c:v>
                </c:pt>
                <c:pt idx="15475">
                  <c:v>57845</c:v>
                </c:pt>
                <c:pt idx="15476">
                  <c:v>57846</c:v>
                </c:pt>
                <c:pt idx="15477">
                  <c:v>57847</c:v>
                </c:pt>
                <c:pt idx="15478">
                  <c:v>57848</c:v>
                </c:pt>
                <c:pt idx="15479">
                  <c:v>57849</c:v>
                </c:pt>
                <c:pt idx="15480">
                  <c:v>57850</c:v>
                </c:pt>
                <c:pt idx="15481">
                  <c:v>57851</c:v>
                </c:pt>
                <c:pt idx="15482">
                  <c:v>57852</c:v>
                </c:pt>
                <c:pt idx="15483">
                  <c:v>57853</c:v>
                </c:pt>
                <c:pt idx="15484">
                  <c:v>57854</c:v>
                </c:pt>
                <c:pt idx="15485">
                  <c:v>57855</c:v>
                </c:pt>
                <c:pt idx="15486">
                  <c:v>57856</c:v>
                </c:pt>
                <c:pt idx="15487">
                  <c:v>57857</c:v>
                </c:pt>
                <c:pt idx="15488">
                  <c:v>57858</c:v>
                </c:pt>
                <c:pt idx="15489">
                  <c:v>57859</c:v>
                </c:pt>
                <c:pt idx="15490">
                  <c:v>57860</c:v>
                </c:pt>
                <c:pt idx="15491">
                  <c:v>57861</c:v>
                </c:pt>
                <c:pt idx="15492">
                  <c:v>57862</c:v>
                </c:pt>
                <c:pt idx="15493">
                  <c:v>57863</c:v>
                </c:pt>
                <c:pt idx="15494">
                  <c:v>57864</c:v>
                </c:pt>
                <c:pt idx="15495">
                  <c:v>57865</c:v>
                </c:pt>
                <c:pt idx="15496">
                  <c:v>57866</c:v>
                </c:pt>
                <c:pt idx="15497">
                  <c:v>57867</c:v>
                </c:pt>
                <c:pt idx="15498">
                  <c:v>57868</c:v>
                </c:pt>
                <c:pt idx="15499">
                  <c:v>57869</c:v>
                </c:pt>
                <c:pt idx="15500">
                  <c:v>57870</c:v>
                </c:pt>
                <c:pt idx="15501">
                  <c:v>57871</c:v>
                </c:pt>
                <c:pt idx="15502">
                  <c:v>57872</c:v>
                </c:pt>
                <c:pt idx="15503">
                  <c:v>57873</c:v>
                </c:pt>
                <c:pt idx="15504">
                  <c:v>57874</c:v>
                </c:pt>
                <c:pt idx="15505">
                  <c:v>57875</c:v>
                </c:pt>
                <c:pt idx="15506">
                  <c:v>57876</c:v>
                </c:pt>
                <c:pt idx="15507">
                  <c:v>57877</c:v>
                </c:pt>
                <c:pt idx="15508">
                  <c:v>57878</c:v>
                </c:pt>
                <c:pt idx="15509">
                  <c:v>57879</c:v>
                </c:pt>
                <c:pt idx="15510">
                  <c:v>57880</c:v>
                </c:pt>
                <c:pt idx="15511">
                  <c:v>57881</c:v>
                </c:pt>
                <c:pt idx="15512">
                  <c:v>57882</c:v>
                </c:pt>
                <c:pt idx="15513">
                  <c:v>57883</c:v>
                </c:pt>
                <c:pt idx="15514">
                  <c:v>57884</c:v>
                </c:pt>
                <c:pt idx="15515">
                  <c:v>57885</c:v>
                </c:pt>
                <c:pt idx="15516">
                  <c:v>57886</c:v>
                </c:pt>
                <c:pt idx="15517">
                  <c:v>57887</c:v>
                </c:pt>
                <c:pt idx="15518">
                  <c:v>57888</c:v>
                </c:pt>
                <c:pt idx="15519">
                  <c:v>57889</c:v>
                </c:pt>
                <c:pt idx="15520">
                  <c:v>57890</c:v>
                </c:pt>
                <c:pt idx="15521">
                  <c:v>57891</c:v>
                </c:pt>
                <c:pt idx="15522">
                  <c:v>57892</c:v>
                </c:pt>
                <c:pt idx="15523">
                  <c:v>57893</c:v>
                </c:pt>
                <c:pt idx="15524">
                  <c:v>57894</c:v>
                </c:pt>
                <c:pt idx="15525">
                  <c:v>57895</c:v>
                </c:pt>
                <c:pt idx="15526">
                  <c:v>57896</c:v>
                </c:pt>
                <c:pt idx="15527">
                  <c:v>57897</c:v>
                </c:pt>
                <c:pt idx="15528">
                  <c:v>57898</c:v>
                </c:pt>
                <c:pt idx="15529">
                  <c:v>57899</c:v>
                </c:pt>
                <c:pt idx="15530">
                  <c:v>57900</c:v>
                </c:pt>
                <c:pt idx="15531">
                  <c:v>57901</c:v>
                </c:pt>
                <c:pt idx="15532">
                  <c:v>57902</c:v>
                </c:pt>
                <c:pt idx="15533">
                  <c:v>57903</c:v>
                </c:pt>
                <c:pt idx="15534">
                  <c:v>57904</c:v>
                </c:pt>
                <c:pt idx="15535">
                  <c:v>57905</c:v>
                </c:pt>
                <c:pt idx="15536">
                  <c:v>57906</c:v>
                </c:pt>
                <c:pt idx="15537">
                  <c:v>57907</c:v>
                </c:pt>
                <c:pt idx="15538">
                  <c:v>57908</c:v>
                </c:pt>
                <c:pt idx="15539">
                  <c:v>57909</c:v>
                </c:pt>
                <c:pt idx="15540">
                  <c:v>57910</c:v>
                </c:pt>
                <c:pt idx="15541">
                  <c:v>57911</c:v>
                </c:pt>
                <c:pt idx="15542">
                  <c:v>57912</c:v>
                </c:pt>
                <c:pt idx="15543">
                  <c:v>57913</c:v>
                </c:pt>
                <c:pt idx="15544">
                  <c:v>57914</c:v>
                </c:pt>
                <c:pt idx="15545">
                  <c:v>57915</c:v>
                </c:pt>
                <c:pt idx="15546">
                  <c:v>57916</c:v>
                </c:pt>
                <c:pt idx="15547">
                  <c:v>57917</c:v>
                </c:pt>
                <c:pt idx="15548">
                  <c:v>57918</c:v>
                </c:pt>
                <c:pt idx="15549">
                  <c:v>57919</c:v>
                </c:pt>
                <c:pt idx="15550">
                  <c:v>57920</c:v>
                </c:pt>
                <c:pt idx="15551">
                  <c:v>57921</c:v>
                </c:pt>
                <c:pt idx="15552">
                  <c:v>57922</c:v>
                </c:pt>
                <c:pt idx="15553">
                  <c:v>57923</c:v>
                </c:pt>
                <c:pt idx="15554">
                  <c:v>57924</c:v>
                </c:pt>
                <c:pt idx="15555">
                  <c:v>57925</c:v>
                </c:pt>
                <c:pt idx="15556">
                  <c:v>57926</c:v>
                </c:pt>
                <c:pt idx="15557">
                  <c:v>57927</c:v>
                </c:pt>
                <c:pt idx="15558">
                  <c:v>57928</c:v>
                </c:pt>
                <c:pt idx="15559">
                  <c:v>57929</c:v>
                </c:pt>
                <c:pt idx="15560">
                  <c:v>57930</c:v>
                </c:pt>
                <c:pt idx="15561">
                  <c:v>57931</c:v>
                </c:pt>
                <c:pt idx="15562">
                  <c:v>57932</c:v>
                </c:pt>
                <c:pt idx="15563">
                  <c:v>57933</c:v>
                </c:pt>
                <c:pt idx="15564">
                  <c:v>57934</c:v>
                </c:pt>
                <c:pt idx="15565">
                  <c:v>57935</c:v>
                </c:pt>
                <c:pt idx="15566">
                  <c:v>57936</c:v>
                </c:pt>
                <c:pt idx="15567">
                  <c:v>57937</c:v>
                </c:pt>
                <c:pt idx="15568">
                  <c:v>57938</c:v>
                </c:pt>
                <c:pt idx="15569">
                  <c:v>57939</c:v>
                </c:pt>
                <c:pt idx="15570">
                  <c:v>57940</c:v>
                </c:pt>
                <c:pt idx="15571">
                  <c:v>57941</c:v>
                </c:pt>
                <c:pt idx="15572">
                  <c:v>57942</c:v>
                </c:pt>
                <c:pt idx="15573">
                  <c:v>57943</c:v>
                </c:pt>
                <c:pt idx="15574">
                  <c:v>57944</c:v>
                </c:pt>
                <c:pt idx="15575">
                  <c:v>57945</c:v>
                </c:pt>
                <c:pt idx="15576">
                  <c:v>57946</c:v>
                </c:pt>
                <c:pt idx="15577">
                  <c:v>57947</c:v>
                </c:pt>
                <c:pt idx="15578">
                  <c:v>57948</c:v>
                </c:pt>
                <c:pt idx="15579">
                  <c:v>57949</c:v>
                </c:pt>
                <c:pt idx="15580">
                  <c:v>57950</c:v>
                </c:pt>
                <c:pt idx="15581">
                  <c:v>57951</c:v>
                </c:pt>
                <c:pt idx="15582">
                  <c:v>57952</c:v>
                </c:pt>
                <c:pt idx="15583">
                  <c:v>57953</c:v>
                </c:pt>
                <c:pt idx="15584">
                  <c:v>57954</c:v>
                </c:pt>
                <c:pt idx="15585">
                  <c:v>57955</c:v>
                </c:pt>
                <c:pt idx="15586">
                  <c:v>57956</c:v>
                </c:pt>
                <c:pt idx="15587">
                  <c:v>57957</c:v>
                </c:pt>
                <c:pt idx="15588">
                  <c:v>57958</c:v>
                </c:pt>
                <c:pt idx="15589">
                  <c:v>57959</c:v>
                </c:pt>
                <c:pt idx="15590">
                  <c:v>57960</c:v>
                </c:pt>
                <c:pt idx="15591">
                  <c:v>57961</c:v>
                </c:pt>
                <c:pt idx="15592">
                  <c:v>57962</c:v>
                </c:pt>
                <c:pt idx="15593">
                  <c:v>57963</c:v>
                </c:pt>
                <c:pt idx="15594">
                  <c:v>57964</c:v>
                </c:pt>
                <c:pt idx="15595">
                  <c:v>57965</c:v>
                </c:pt>
                <c:pt idx="15596">
                  <c:v>57966</c:v>
                </c:pt>
                <c:pt idx="15597">
                  <c:v>57967</c:v>
                </c:pt>
                <c:pt idx="15598">
                  <c:v>57968</c:v>
                </c:pt>
                <c:pt idx="15599">
                  <c:v>57969</c:v>
                </c:pt>
                <c:pt idx="15600">
                  <c:v>57970</c:v>
                </c:pt>
                <c:pt idx="15601">
                  <c:v>57971</c:v>
                </c:pt>
                <c:pt idx="15602">
                  <c:v>57972</c:v>
                </c:pt>
                <c:pt idx="15603">
                  <c:v>57973</c:v>
                </c:pt>
                <c:pt idx="15604">
                  <c:v>57974</c:v>
                </c:pt>
                <c:pt idx="15605">
                  <c:v>57975</c:v>
                </c:pt>
                <c:pt idx="15606">
                  <c:v>57976</c:v>
                </c:pt>
                <c:pt idx="15607">
                  <c:v>57977</c:v>
                </c:pt>
                <c:pt idx="15608">
                  <c:v>57978</c:v>
                </c:pt>
                <c:pt idx="15609">
                  <c:v>57979</c:v>
                </c:pt>
                <c:pt idx="15610">
                  <c:v>57980</c:v>
                </c:pt>
                <c:pt idx="15611">
                  <c:v>57981</c:v>
                </c:pt>
                <c:pt idx="15612">
                  <c:v>57982</c:v>
                </c:pt>
                <c:pt idx="15613">
                  <c:v>57983</c:v>
                </c:pt>
                <c:pt idx="15614">
                  <c:v>57984</c:v>
                </c:pt>
                <c:pt idx="15615">
                  <c:v>57985</c:v>
                </c:pt>
                <c:pt idx="15616">
                  <c:v>57986</c:v>
                </c:pt>
                <c:pt idx="15617">
                  <c:v>57987</c:v>
                </c:pt>
                <c:pt idx="15618">
                  <c:v>57988</c:v>
                </c:pt>
                <c:pt idx="15619">
                  <c:v>57989</c:v>
                </c:pt>
                <c:pt idx="15620">
                  <c:v>57990</c:v>
                </c:pt>
                <c:pt idx="15621">
                  <c:v>57991</c:v>
                </c:pt>
                <c:pt idx="15622">
                  <c:v>57992</c:v>
                </c:pt>
                <c:pt idx="15623">
                  <c:v>57993</c:v>
                </c:pt>
                <c:pt idx="15624">
                  <c:v>57994</c:v>
                </c:pt>
                <c:pt idx="15625">
                  <c:v>57995</c:v>
                </c:pt>
                <c:pt idx="15626">
                  <c:v>57996</c:v>
                </c:pt>
                <c:pt idx="15627">
                  <c:v>57997</c:v>
                </c:pt>
                <c:pt idx="15628">
                  <c:v>57998</c:v>
                </c:pt>
                <c:pt idx="15629">
                  <c:v>57999</c:v>
                </c:pt>
                <c:pt idx="15630">
                  <c:v>58000</c:v>
                </c:pt>
                <c:pt idx="15631">
                  <c:v>58001</c:v>
                </c:pt>
                <c:pt idx="15632">
                  <c:v>58002</c:v>
                </c:pt>
                <c:pt idx="15633">
                  <c:v>58003</c:v>
                </c:pt>
                <c:pt idx="15634">
                  <c:v>58004</c:v>
                </c:pt>
                <c:pt idx="15635">
                  <c:v>58005</c:v>
                </c:pt>
                <c:pt idx="15636">
                  <c:v>58006</c:v>
                </c:pt>
                <c:pt idx="15637">
                  <c:v>58007</c:v>
                </c:pt>
                <c:pt idx="15638">
                  <c:v>58008</c:v>
                </c:pt>
                <c:pt idx="15639">
                  <c:v>58009</c:v>
                </c:pt>
                <c:pt idx="15640">
                  <c:v>58010</c:v>
                </c:pt>
                <c:pt idx="15641">
                  <c:v>58011</c:v>
                </c:pt>
                <c:pt idx="15642">
                  <c:v>58012</c:v>
                </c:pt>
                <c:pt idx="15643">
                  <c:v>58013</c:v>
                </c:pt>
                <c:pt idx="15644">
                  <c:v>58014</c:v>
                </c:pt>
                <c:pt idx="15645">
                  <c:v>58015</c:v>
                </c:pt>
                <c:pt idx="15646">
                  <c:v>58016</c:v>
                </c:pt>
                <c:pt idx="15647">
                  <c:v>58017</c:v>
                </c:pt>
                <c:pt idx="15648">
                  <c:v>58018</c:v>
                </c:pt>
                <c:pt idx="15649">
                  <c:v>58019</c:v>
                </c:pt>
                <c:pt idx="15650">
                  <c:v>58020</c:v>
                </c:pt>
                <c:pt idx="15651">
                  <c:v>58021</c:v>
                </c:pt>
                <c:pt idx="15652">
                  <c:v>58022</c:v>
                </c:pt>
                <c:pt idx="15653">
                  <c:v>58023</c:v>
                </c:pt>
                <c:pt idx="15654">
                  <c:v>58024</c:v>
                </c:pt>
                <c:pt idx="15655">
                  <c:v>58025</c:v>
                </c:pt>
                <c:pt idx="15656">
                  <c:v>58026</c:v>
                </c:pt>
                <c:pt idx="15657">
                  <c:v>58027</c:v>
                </c:pt>
                <c:pt idx="15658">
                  <c:v>58028</c:v>
                </c:pt>
                <c:pt idx="15659">
                  <c:v>58029</c:v>
                </c:pt>
                <c:pt idx="15660">
                  <c:v>58030</c:v>
                </c:pt>
                <c:pt idx="15661">
                  <c:v>58031</c:v>
                </c:pt>
                <c:pt idx="15662">
                  <c:v>58032</c:v>
                </c:pt>
                <c:pt idx="15663">
                  <c:v>58033</c:v>
                </c:pt>
                <c:pt idx="15664">
                  <c:v>58034</c:v>
                </c:pt>
                <c:pt idx="15665">
                  <c:v>58035</c:v>
                </c:pt>
                <c:pt idx="15666">
                  <c:v>58036</c:v>
                </c:pt>
                <c:pt idx="15667">
                  <c:v>58037</c:v>
                </c:pt>
                <c:pt idx="15668">
                  <c:v>58038</c:v>
                </c:pt>
                <c:pt idx="15669">
                  <c:v>58039</c:v>
                </c:pt>
                <c:pt idx="15670">
                  <c:v>58040</c:v>
                </c:pt>
                <c:pt idx="15671">
                  <c:v>58041</c:v>
                </c:pt>
                <c:pt idx="15672">
                  <c:v>58042</c:v>
                </c:pt>
                <c:pt idx="15673">
                  <c:v>58043</c:v>
                </c:pt>
                <c:pt idx="15674">
                  <c:v>58044</c:v>
                </c:pt>
                <c:pt idx="15675">
                  <c:v>58045</c:v>
                </c:pt>
                <c:pt idx="15676">
                  <c:v>58046</c:v>
                </c:pt>
                <c:pt idx="15677">
                  <c:v>58047</c:v>
                </c:pt>
                <c:pt idx="15678">
                  <c:v>58048</c:v>
                </c:pt>
                <c:pt idx="15679">
                  <c:v>58049</c:v>
                </c:pt>
                <c:pt idx="15680">
                  <c:v>58050</c:v>
                </c:pt>
                <c:pt idx="15681">
                  <c:v>58051</c:v>
                </c:pt>
                <c:pt idx="15682">
                  <c:v>58052</c:v>
                </c:pt>
                <c:pt idx="15683">
                  <c:v>58053</c:v>
                </c:pt>
                <c:pt idx="15684">
                  <c:v>58054</c:v>
                </c:pt>
                <c:pt idx="15685">
                  <c:v>58055</c:v>
                </c:pt>
                <c:pt idx="15686">
                  <c:v>58056</c:v>
                </c:pt>
                <c:pt idx="15687">
                  <c:v>58057</c:v>
                </c:pt>
                <c:pt idx="15688">
                  <c:v>58058</c:v>
                </c:pt>
                <c:pt idx="15689">
                  <c:v>58059</c:v>
                </c:pt>
                <c:pt idx="15690">
                  <c:v>58060</c:v>
                </c:pt>
                <c:pt idx="15691">
                  <c:v>58061</c:v>
                </c:pt>
                <c:pt idx="15692">
                  <c:v>58062</c:v>
                </c:pt>
                <c:pt idx="15693">
                  <c:v>58063</c:v>
                </c:pt>
                <c:pt idx="15694">
                  <c:v>58064</c:v>
                </c:pt>
                <c:pt idx="15695">
                  <c:v>58065</c:v>
                </c:pt>
                <c:pt idx="15696">
                  <c:v>58066</c:v>
                </c:pt>
                <c:pt idx="15697">
                  <c:v>58067</c:v>
                </c:pt>
                <c:pt idx="15698">
                  <c:v>58068</c:v>
                </c:pt>
                <c:pt idx="15699">
                  <c:v>58069</c:v>
                </c:pt>
                <c:pt idx="15700">
                  <c:v>58070</c:v>
                </c:pt>
                <c:pt idx="15701">
                  <c:v>58071</c:v>
                </c:pt>
                <c:pt idx="15702">
                  <c:v>58072</c:v>
                </c:pt>
                <c:pt idx="15703">
                  <c:v>58073</c:v>
                </c:pt>
                <c:pt idx="15704">
                  <c:v>58074</c:v>
                </c:pt>
                <c:pt idx="15705">
                  <c:v>58075</c:v>
                </c:pt>
                <c:pt idx="15706">
                  <c:v>58076</c:v>
                </c:pt>
                <c:pt idx="15707">
                  <c:v>58077</c:v>
                </c:pt>
                <c:pt idx="15708">
                  <c:v>58078</c:v>
                </c:pt>
                <c:pt idx="15709">
                  <c:v>58079</c:v>
                </c:pt>
                <c:pt idx="15710">
                  <c:v>58080</c:v>
                </c:pt>
                <c:pt idx="15711">
                  <c:v>58081</c:v>
                </c:pt>
                <c:pt idx="15712">
                  <c:v>58082</c:v>
                </c:pt>
                <c:pt idx="15713">
                  <c:v>58083</c:v>
                </c:pt>
                <c:pt idx="15714">
                  <c:v>58084</c:v>
                </c:pt>
                <c:pt idx="15715">
                  <c:v>58085</c:v>
                </c:pt>
                <c:pt idx="15716">
                  <c:v>58086</c:v>
                </c:pt>
                <c:pt idx="15717">
                  <c:v>58087</c:v>
                </c:pt>
                <c:pt idx="15718">
                  <c:v>58088</c:v>
                </c:pt>
                <c:pt idx="15719">
                  <c:v>58089</c:v>
                </c:pt>
                <c:pt idx="15720">
                  <c:v>58090</c:v>
                </c:pt>
                <c:pt idx="15721">
                  <c:v>58091</c:v>
                </c:pt>
                <c:pt idx="15722">
                  <c:v>58092</c:v>
                </c:pt>
                <c:pt idx="15723">
                  <c:v>58093</c:v>
                </c:pt>
                <c:pt idx="15724">
                  <c:v>58094</c:v>
                </c:pt>
                <c:pt idx="15725">
                  <c:v>58095</c:v>
                </c:pt>
                <c:pt idx="15726">
                  <c:v>58096</c:v>
                </c:pt>
                <c:pt idx="15727">
                  <c:v>58097</c:v>
                </c:pt>
                <c:pt idx="15728">
                  <c:v>58098</c:v>
                </c:pt>
                <c:pt idx="15729">
                  <c:v>58099</c:v>
                </c:pt>
                <c:pt idx="15730">
                  <c:v>58100</c:v>
                </c:pt>
                <c:pt idx="15731">
                  <c:v>58101</c:v>
                </c:pt>
                <c:pt idx="15732">
                  <c:v>58102</c:v>
                </c:pt>
                <c:pt idx="15733">
                  <c:v>58103</c:v>
                </c:pt>
                <c:pt idx="15734">
                  <c:v>58104</c:v>
                </c:pt>
                <c:pt idx="15735">
                  <c:v>58105</c:v>
                </c:pt>
                <c:pt idx="15736">
                  <c:v>58106</c:v>
                </c:pt>
                <c:pt idx="15737">
                  <c:v>58107</c:v>
                </c:pt>
                <c:pt idx="15738">
                  <c:v>58108</c:v>
                </c:pt>
                <c:pt idx="15739">
                  <c:v>58109</c:v>
                </c:pt>
                <c:pt idx="15740">
                  <c:v>58110</c:v>
                </c:pt>
                <c:pt idx="15741">
                  <c:v>58111</c:v>
                </c:pt>
                <c:pt idx="15742">
                  <c:v>58112</c:v>
                </c:pt>
                <c:pt idx="15743">
                  <c:v>58113</c:v>
                </c:pt>
                <c:pt idx="15744">
                  <c:v>58114</c:v>
                </c:pt>
                <c:pt idx="15745">
                  <c:v>58115</c:v>
                </c:pt>
                <c:pt idx="15746">
                  <c:v>58116</c:v>
                </c:pt>
                <c:pt idx="15747">
                  <c:v>58117</c:v>
                </c:pt>
                <c:pt idx="15748">
                  <c:v>58118</c:v>
                </c:pt>
                <c:pt idx="15749">
                  <c:v>58119</c:v>
                </c:pt>
                <c:pt idx="15750">
                  <c:v>58120</c:v>
                </c:pt>
                <c:pt idx="15751">
                  <c:v>58121</c:v>
                </c:pt>
                <c:pt idx="15752">
                  <c:v>58122</c:v>
                </c:pt>
                <c:pt idx="15753">
                  <c:v>58123</c:v>
                </c:pt>
                <c:pt idx="15754">
                  <c:v>58124</c:v>
                </c:pt>
                <c:pt idx="15755">
                  <c:v>58125</c:v>
                </c:pt>
                <c:pt idx="15756">
                  <c:v>58126</c:v>
                </c:pt>
                <c:pt idx="15757">
                  <c:v>58127</c:v>
                </c:pt>
                <c:pt idx="15758">
                  <c:v>58128</c:v>
                </c:pt>
                <c:pt idx="15759">
                  <c:v>58129</c:v>
                </c:pt>
                <c:pt idx="15760">
                  <c:v>58130</c:v>
                </c:pt>
                <c:pt idx="15761">
                  <c:v>58131</c:v>
                </c:pt>
                <c:pt idx="15762">
                  <c:v>58132</c:v>
                </c:pt>
                <c:pt idx="15763">
                  <c:v>58133</c:v>
                </c:pt>
                <c:pt idx="15764">
                  <c:v>58134</c:v>
                </c:pt>
                <c:pt idx="15765">
                  <c:v>58135</c:v>
                </c:pt>
                <c:pt idx="15766">
                  <c:v>58136</c:v>
                </c:pt>
                <c:pt idx="15767">
                  <c:v>58137</c:v>
                </c:pt>
                <c:pt idx="15768">
                  <c:v>58138</c:v>
                </c:pt>
                <c:pt idx="15769">
                  <c:v>58139</c:v>
                </c:pt>
                <c:pt idx="15770">
                  <c:v>58140</c:v>
                </c:pt>
                <c:pt idx="15771">
                  <c:v>58141</c:v>
                </c:pt>
                <c:pt idx="15772">
                  <c:v>58142</c:v>
                </c:pt>
                <c:pt idx="15773">
                  <c:v>58143</c:v>
                </c:pt>
                <c:pt idx="15774">
                  <c:v>58144</c:v>
                </c:pt>
                <c:pt idx="15775">
                  <c:v>58145</c:v>
                </c:pt>
                <c:pt idx="15776">
                  <c:v>58146</c:v>
                </c:pt>
                <c:pt idx="15777">
                  <c:v>58147</c:v>
                </c:pt>
                <c:pt idx="15778">
                  <c:v>58148</c:v>
                </c:pt>
                <c:pt idx="15779">
                  <c:v>58149</c:v>
                </c:pt>
                <c:pt idx="15780">
                  <c:v>58150</c:v>
                </c:pt>
                <c:pt idx="15781">
                  <c:v>58151</c:v>
                </c:pt>
                <c:pt idx="15782">
                  <c:v>58152</c:v>
                </c:pt>
                <c:pt idx="15783">
                  <c:v>58153</c:v>
                </c:pt>
                <c:pt idx="15784">
                  <c:v>58154</c:v>
                </c:pt>
                <c:pt idx="15785">
                  <c:v>58155</c:v>
                </c:pt>
                <c:pt idx="15786">
                  <c:v>58156</c:v>
                </c:pt>
                <c:pt idx="15787">
                  <c:v>58157</c:v>
                </c:pt>
                <c:pt idx="15788">
                  <c:v>58158</c:v>
                </c:pt>
                <c:pt idx="15789">
                  <c:v>58159</c:v>
                </c:pt>
                <c:pt idx="15790">
                  <c:v>58160</c:v>
                </c:pt>
                <c:pt idx="15791">
                  <c:v>58161</c:v>
                </c:pt>
                <c:pt idx="15792">
                  <c:v>58162</c:v>
                </c:pt>
                <c:pt idx="15793">
                  <c:v>58163</c:v>
                </c:pt>
                <c:pt idx="15794">
                  <c:v>58164</c:v>
                </c:pt>
                <c:pt idx="15795">
                  <c:v>58165</c:v>
                </c:pt>
                <c:pt idx="15796">
                  <c:v>58166</c:v>
                </c:pt>
                <c:pt idx="15797">
                  <c:v>58167</c:v>
                </c:pt>
                <c:pt idx="15798">
                  <c:v>58168</c:v>
                </c:pt>
                <c:pt idx="15799">
                  <c:v>58169</c:v>
                </c:pt>
                <c:pt idx="15800">
                  <c:v>58170</c:v>
                </c:pt>
                <c:pt idx="15801">
                  <c:v>58171</c:v>
                </c:pt>
                <c:pt idx="15802">
                  <c:v>58172</c:v>
                </c:pt>
                <c:pt idx="15803">
                  <c:v>58173</c:v>
                </c:pt>
                <c:pt idx="15804">
                  <c:v>58174</c:v>
                </c:pt>
                <c:pt idx="15805">
                  <c:v>58175</c:v>
                </c:pt>
                <c:pt idx="15806">
                  <c:v>58176</c:v>
                </c:pt>
                <c:pt idx="15807">
                  <c:v>58177</c:v>
                </c:pt>
                <c:pt idx="15808">
                  <c:v>58178</c:v>
                </c:pt>
                <c:pt idx="15809">
                  <c:v>58179</c:v>
                </c:pt>
                <c:pt idx="15810">
                  <c:v>58180</c:v>
                </c:pt>
                <c:pt idx="15811">
                  <c:v>58181</c:v>
                </c:pt>
                <c:pt idx="15812">
                  <c:v>58182</c:v>
                </c:pt>
                <c:pt idx="15813">
                  <c:v>58183</c:v>
                </c:pt>
                <c:pt idx="15814">
                  <c:v>58184</c:v>
                </c:pt>
                <c:pt idx="15815">
                  <c:v>58185</c:v>
                </c:pt>
                <c:pt idx="15816">
                  <c:v>58186</c:v>
                </c:pt>
                <c:pt idx="15817">
                  <c:v>58187</c:v>
                </c:pt>
                <c:pt idx="15818">
                  <c:v>58188</c:v>
                </c:pt>
                <c:pt idx="15819">
                  <c:v>58189</c:v>
                </c:pt>
                <c:pt idx="15820">
                  <c:v>58190</c:v>
                </c:pt>
                <c:pt idx="15821">
                  <c:v>58191</c:v>
                </c:pt>
                <c:pt idx="15822">
                  <c:v>58192</c:v>
                </c:pt>
                <c:pt idx="15823">
                  <c:v>58193</c:v>
                </c:pt>
                <c:pt idx="15824">
                  <c:v>58194</c:v>
                </c:pt>
                <c:pt idx="15825">
                  <c:v>58195</c:v>
                </c:pt>
                <c:pt idx="15826">
                  <c:v>58196</c:v>
                </c:pt>
                <c:pt idx="15827">
                  <c:v>58197</c:v>
                </c:pt>
                <c:pt idx="15828">
                  <c:v>58198</c:v>
                </c:pt>
                <c:pt idx="15829">
                  <c:v>58199</c:v>
                </c:pt>
                <c:pt idx="15830">
                  <c:v>58200</c:v>
                </c:pt>
                <c:pt idx="15831">
                  <c:v>58201</c:v>
                </c:pt>
                <c:pt idx="15832">
                  <c:v>58202</c:v>
                </c:pt>
                <c:pt idx="15833">
                  <c:v>58203</c:v>
                </c:pt>
                <c:pt idx="15834">
                  <c:v>58204</c:v>
                </c:pt>
                <c:pt idx="15835">
                  <c:v>58205</c:v>
                </c:pt>
                <c:pt idx="15836">
                  <c:v>58206</c:v>
                </c:pt>
                <c:pt idx="15837">
                  <c:v>58207</c:v>
                </c:pt>
                <c:pt idx="15838">
                  <c:v>58208</c:v>
                </c:pt>
                <c:pt idx="15839">
                  <c:v>58209</c:v>
                </c:pt>
                <c:pt idx="15840">
                  <c:v>58210</c:v>
                </c:pt>
                <c:pt idx="15841">
                  <c:v>58211</c:v>
                </c:pt>
                <c:pt idx="15842">
                  <c:v>58212</c:v>
                </c:pt>
                <c:pt idx="15843">
                  <c:v>58213</c:v>
                </c:pt>
                <c:pt idx="15844">
                  <c:v>58214</c:v>
                </c:pt>
                <c:pt idx="15845">
                  <c:v>58215</c:v>
                </c:pt>
                <c:pt idx="15846">
                  <c:v>58216</c:v>
                </c:pt>
                <c:pt idx="15847">
                  <c:v>58217</c:v>
                </c:pt>
                <c:pt idx="15848">
                  <c:v>58218</c:v>
                </c:pt>
                <c:pt idx="15849">
                  <c:v>58219</c:v>
                </c:pt>
                <c:pt idx="15850">
                  <c:v>58220</c:v>
                </c:pt>
                <c:pt idx="15851">
                  <c:v>58221</c:v>
                </c:pt>
                <c:pt idx="15852">
                  <c:v>58222</c:v>
                </c:pt>
                <c:pt idx="15853">
                  <c:v>58223</c:v>
                </c:pt>
                <c:pt idx="15854">
                  <c:v>58224</c:v>
                </c:pt>
                <c:pt idx="15855">
                  <c:v>58225</c:v>
                </c:pt>
                <c:pt idx="15856">
                  <c:v>58226</c:v>
                </c:pt>
                <c:pt idx="15857">
                  <c:v>58227</c:v>
                </c:pt>
                <c:pt idx="15858">
                  <c:v>58228</c:v>
                </c:pt>
                <c:pt idx="15859">
                  <c:v>58229</c:v>
                </c:pt>
                <c:pt idx="15860">
                  <c:v>58230</c:v>
                </c:pt>
                <c:pt idx="15861">
                  <c:v>58231</c:v>
                </c:pt>
                <c:pt idx="15862">
                  <c:v>58232</c:v>
                </c:pt>
                <c:pt idx="15863">
                  <c:v>58233</c:v>
                </c:pt>
                <c:pt idx="15864">
                  <c:v>58234</c:v>
                </c:pt>
                <c:pt idx="15865">
                  <c:v>58235</c:v>
                </c:pt>
                <c:pt idx="15866">
                  <c:v>58236</c:v>
                </c:pt>
                <c:pt idx="15867">
                  <c:v>58237</c:v>
                </c:pt>
                <c:pt idx="15868">
                  <c:v>58238</c:v>
                </c:pt>
                <c:pt idx="15869">
                  <c:v>58239</c:v>
                </c:pt>
                <c:pt idx="15870">
                  <c:v>58240</c:v>
                </c:pt>
                <c:pt idx="15871">
                  <c:v>58241</c:v>
                </c:pt>
                <c:pt idx="15872">
                  <c:v>58242</c:v>
                </c:pt>
                <c:pt idx="15873">
                  <c:v>58243</c:v>
                </c:pt>
                <c:pt idx="15874">
                  <c:v>58244</c:v>
                </c:pt>
                <c:pt idx="15875">
                  <c:v>58245</c:v>
                </c:pt>
                <c:pt idx="15876">
                  <c:v>58246</c:v>
                </c:pt>
                <c:pt idx="15877">
                  <c:v>58247</c:v>
                </c:pt>
                <c:pt idx="15878">
                  <c:v>58248</c:v>
                </c:pt>
                <c:pt idx="15879">
                  <c:v>58249</c:v>
                </c:pt>
                <c:pt idx="15880">
                  <c:v>58250</c:v>
                </c:pt>
                <c:pt idx="15881">
                  <c:v>58251</c:v>
                </c:pt>
                <c:pt idx="15882">
                  <c:v>58252</c:v>
                </c:pt>
                <c:pt idx="15883">
                  <c:v>58253</c:v>
                </c:pt>
                <c:pt idx="15884">
                  <c:v>58254</c:v>
                </c:pt>
                <c:pt idx="15885">
                  <c:v>58255</c:v>
                </c:pt>
                <c:pt idx="15886">
                  <c:v>58256</c:v>
                </c:pt>
                <c:pt idx="15887">
                  <c:v>58257</c:v>
                </c:pt>
                <c:pt idx="15888">
                  <c:v>58258</c:v>
                </c:pt>
                <c:pt idx="15889">
                  <c:v>58259</c:v>
                </c:pt>
                <c:pt idx="15890">
                  <c:v>58260</c:v>
                </c:pt>
                <c:pt idx="15891">
                  <c:v>58261</c:v>
                </c:pt>
                <c:pt idx="15892">
                  <c:v>58262</c:v>
                </c:pt>
                <c:pt idx="15893">
                  <c:v>58263</c:v>
                </c:pt>
                <c:pt idx="15894">
                  <c:v>58264</c:v>
                </c:pt>
                <c:pt idx="15895">
                  <c:v>58265</c:v>
                </c:pt>
                <c:pt idx="15896">
                  <c:v>58266</c:v>
                </c:pt>
                <c:pt idx="15897">
                  <c:v>58267</c:v>
                </c:pt>
                <c:pt idx="15898">
                  <c:v>58268</c:v>
                </c:pt>
                <c:pt idx="15899">
                  <c:v>58269</c:v>
                </c:pt>
                <c:pt idx="15900">
                  <c:v>58270</c:v>
                </c:pt>
                <c:pt idx="15901">
                  <c:v>58271</c:v>
                </c:pt>
                <c:pt idx="15902">
                  <c:v>58272</c:v>
                </c:pt>
                <c:pt idx="15903">
                  <c:v>58273</c:v>
                </c:pt>
                <c:pt idx="15904">
                  <c:v>58274</c:v>
                </c:pt>
                <c:pt idx="15905">
                  <c:v>58275</c:v>
                </c:pt>
                <c:pt idx="15906">
                  <c:v>58276</c:v>
                </c:pt>
                <c:pt idx="15907">
                  <c:v>58277</c:v>
                </c:pt>
                <c:pt idx="15908">
                  <c:v>58278</c:v>
                </c:pt>
                <c:pt idx="15909">
                  <c:v>58279</c:v>
                </c:pt>
                <c:pt idx="15910">
                  <c:v>58280</c:v>
                </c:pt>
                <c:pt idx="15911">
                  <c:v>58281</c:v>
                </c:pt>
                <c:pt idx="15912">
                  <c:v>58282</c:v>
                </c:pt>
                <c:pt idx="15913">
                  <c:v>58283</c:v>
                </c:pt>
                <c:pt idx="15914">
                  <c:v>58284</c:v>
                </c:pt>
                <c:pt idx="15915">
                  <c:v>58285</c:v>
                </c:pt>
                <c:pt idx="15916">
                  <c:v>58286</c:v>
                </c:pt>
                <c:pt idx="15917">
                  <c:v>58287</c:v>
                </c:pt>
                <c:pt idx="15918">
                  <c:v>58288</c:v>
                </c:pt>
                <c:pt idx="15919">
                  <c:v>58289</c:v>
                </c:pt>
                <c:pt idx="15920">
                  <c:v>58290</c:v>
                </c:pt>
                <c:pt idx="15921">
                  <c:v>58291</c:v>
                </c:pt>
                <c:pt idx="15922">
                  <c:v>58292</c:v>
                </c:pt>
                <c:pt idx="15923">
                  <c:v>58293</c:v>
                </c:pt>
                <c:pt idx="15924">
                  <c:v>58294</c:v>
                </c:pt>
                <c:pt idx="15925">
                  <c:v>58295</c:v>
                </c:pt>
                <c:pt idx="15926">
                  <c:v>58296</c:v>
                </c:pt>
                <c:pt idx="15927">
                  <c:v>58297</c:v>
                </c:pt>
                <c:pt idx="15928">
                  <c:v>58298</c:v>
                </c:pt>
                <c:pt idx="15929">
                  <c:v>58299</c:v>
                </c:pt>
                <c:pt idx="15930">
                  <c:v>58300</c:v>
                </c:pt>
                <c:pt idx="15931">
                  <c:v>58301</c:v>
                </c:pt>
                <c:pt idx="15932">
                  <c:v>58302</c:v>
                </c:pt>
                <c:pt idx="15933">
                  <c:v>58303</c:v>
                </c:pt>
                <c:pt idx="15934">
                  <c:v>58304</c:v>
                </c:pt>
                <c:pt idx="15935">
                  <c:v>58305</c:v>
                </c:pt>
                <c:pt idx="15936">
                  <c:v>58306</c:v>
                </c:pt>
                <c:pt idx="15937">
                  <c:v>58307</c:v>
                </c:pt>
                <c:pt idx="15938">
                  <c:v>58308</c:v>
                </c:pt>
                <c:pt idx="15939">
                  <c:v>58309</c:v>
                </c:pt>
                <c:pt idx="15940">
                  <c:v>58310</c:v>
                </c:pt>
                <c:pt idx="15941">
                  <c:v>58311</c:v>
                </c:pt>
                <c:pt idx="15942">
                  <c:v>58312</c:v>
                </c:pt>
                <c:pt idx="15943">
                  <c:v>58313</c:v>
                </c:pt>
                <c:pt idx="15944">
                  <c:v>58314</c:v>
                </c:pt>
                <c:pt idx="15945">
                  <c:v>58315</c:v>
                </c:pt>
                <c:pt idx="15946">
                  <c:v>58316</c:v>
                </c:pt>
                <c:pt idx="15947">
                  <c:v>58317</c:v>
                </c:pt>
                <c:pt idx="15948">
                  <c:v>58318</c:v>
                </c:pt>
                <c:pt idx="15949">
                  <c:v>58319</c:v>
                </c:pt>
                <c:pt idx="15950">
                  <c:v>58320</c:v>
                </c:pt>
                <c:pt idx="15951">
                  <c:v>58321</c:v>
                </c:pt>
                <c:pt idx="15952">
                  <c:v>58322</c:v>
                </c:pt>
                <c:pt idx="15953">
                  <c:v>58323</c:v>
                </c:pt>
                <c:pt idx="15954">
                  <c:v>58324</c:v>
                </c:pt>
                <c:pt idx="15955">
                  <c:v>58325</c:v>
                </c:pt>
                <c:pt idx="15956">
                  <c:v>58326</c:v>
                </c:pt>
                <c:pt idx="15957">
                  <c:v>58327</c:v>
                </c:pt>
                <c:pt idx="15958">
                  <c:v>58328</c:v>
                </c:pt>
                <c:pt idx="15959">
                  <c:v>58329</c:v>
                </c:pt>
                <c:pt idx="15960">
                  <c:v>58330</c:v>
                </c:pt>
                <c:pt idx="15961">
                  <c:v>58331</c:v>
                </c:pt>
                <c:pt idx="15962">
                  <c:v>58332</c:v>
                </c:pt>
                <c:pt idx="15963">
                  <c:v>58333</c:v>
                </c:pt>
                <c:pt idx="15964">
                  <c:v>58334</c:v>
                </c:pt>
                <c:pt idx="15965">
                  <c:v>58335</c:v>
                </c:pt>
                <c:pt idx="15966">
                  <c:v>58336</c:v>
                </c:pt>
                <c:pt idx="15967">
                  <c:v>58337</c:v>
                </c:pt>
                <c:pt idx="15968">
                  <c:v>58338</c:v>
                </c:pt>
                <c:pt idx="15969">
                  <c:v>58339</c:v>
                </c:pt>
                <c:pt idx="15970">
                  <c:v>58340</c:v>
                </c:pt>
                <c:pt idx="15971">
                  <c:v>58341</c:v>
                </c:pt>
                <c:pt idx="15972">
                  <c:v>58342</c:v>
                </c:pt>
                <c:pt idx="15973">
                  <c:v>58343</c:v>
                </c:pt>
                <c:pt idx="15974">
                  <c:v>58344</c:v>
                </c:pt>
                <c:pt idx="15975">
                  <c:v>58345</c:v>
                </c:pt>
                <c:pt idx="15976">
                  <c:v>58346</c:v>
                </c:pt>
                <c:pt idx="15977">
                  <c:v>58347</c:v>
                </c:pt>
                <c:pt idx="15978">
                  <c:v>58348</c:v>
                </c:pt>
                <c:pt idx="15979">
                  <c:v>58349</c:v>
                </c:pt>
                <c:pt idx="15980">
                  <c:v>58350</c:v>
                </c:pt>
                <c:pt idx="15981">
                  <c:v>58351</c:v>
                </c:pt>
                <c:pt idx="15982">
                  <c:v>58352</c:v>
                </c:pt>
                <c:pt idx="15983">
                  <c:v>58353</c:v>
                </c:pt>
                <c:pt idx="15984">
                  <c:v>58354</c:v>
                </c:pt>
                <c:pt idx="15985">
                  <c:v>58355</c:v>
                </c:pt>
                <c:pt idx="15986">
                  <c:v>58356</c:v>
                </c:pt>
                <c:pt idx="15987">
                  <c:v>58357</c:v>
                </c:pt>
                <c:pt idx="15988">
                  <c:v>58358</c:v>
                </c:pt>
                <c:pt idx="15989">
                  <c:v>58359</c:v>
                </c:pt>
                <c:pt idx="15990">
                  <c:v>58360</c:v>
                </c:pt>
                <c:pt idx="15991">
                  <c:v>58361</c:v>
                </c:pt>
                <c:pt idx="15992">
                  <c:v>58362</c:v>
                </c:pt>
                <c:pt idx="15993">
                  <c:v>58363</c:v>
                </c:pt>
                <c:pt idx="15994">
                  <c:v>58364</c:v>
                </c:pt>
                <c:pt idx="15995">
                  <c:v>58365</c:v>
                </c:pt>
                <c:pt idx="15996">
                  <c:v>58366</c:v>
                </c:pt>
                <c:pt idx="15997">
                  <c:v>58367</c:v>
                </c:pt>
                <c:pt idx="15998">
                  <c:v>58368</c:v>
                </c:pt>
                <c:pt idx="15999">
                  <c:v>58369</c:v>
                </c:pt>
                <c:pt idx="16000">
                  <c:v>58370</c:v>
                </c:pt>
                <c:pt idx="16001">
                  <c:v>58371</c:v>
                </c:pt>
                <c:pt idx="16002">
                  <c:v>58372</c:v>
                </c:pt>
                <c:pt idx="16003">
                  <c:v>58373</c:v>
                </c:pt>
                <c:pt idx="16004">
                  <c:v>58374</c:v>
                </c:pt>
                <c:pt idx="16005">
                  <c:v>58375</c:v>
                </c:pt>
                <c:pt idx="16006">
                  <c:v>58376</c:v>
                </c:pt>
                <c:pt idx="16007">
                  <c:v>58377</c:v>
                </c:pt>
                <c:pt idx="16008">
                  <c:v>58378</c:v>
                </c:pt>
                <c:pt idx="16009">
                  <c:v>58379</c:v>
                </c:pt>
                <c:pt idx="16010">
                  <c:v>58380</c:v>
                </c:pt>
                <c:pt idx="16011">
                  <c:v>58381</c:v>
                </c:pt>
                <c:pt idx="16012">
                  <c:v>58382</c:v>
                </c:pt>
                <c:pt idx="16013">
                  <c:v>58383</c:v>
                </c:pt>
                <c:pt idx="16014">
                  <c:v>58384</c:v>
                </c:pt>
                <c:pt idx="16015">
                  <c:v>58385</c:v>
                </c:pt>
                <c:pt idx="16016">
                  <c:v>58386</c:v>
                </c:pt>
                <c:pt idx="16017">
                  <c:v>58387</c:v>
                </c:pt>
                <c:pt idx="16018">
                  <c:v>58388</c:v>
                </c:pt>
                <c:pt idx="16019">
                  <c:v>58389</c:v>
                </c:pt>
                <c:pt idx="16020">
                  <c:v>58390</c:v>
                </c:pt>
                <c:pt idx="16021">
                  <c:v>58391</c:v>
                </c:pt>
                <c:pt idx="16022">
                  <c:v>58392</c:v>
                </c:pt>
                <c:pt idx="16023">
                  <c:v>58393</c:v>
                </c:pt>
                <c:pt idx="16024">
                  <c:v>58394</c:v>
                </c:pt>
                <c:pt idx="16025">
                  <c:v>58395</c:v>
                </c:pt>
                <c:pt idx="16026">
                  <c:v>58396</c:v>
                </c:pt>
                <c:pt idx="16027">
                  <c:v>58397</c:v>
                </c:pt>
                <c:pt idx="16028">
                  <c:v>58398</c:v>
                </c:pt>
                <c:pt idx="16029">
                  <c:v>58399</c:v>
                </c:pt>
                <c:pt idx="16030">
                  <c:v>58400</c:v>
                </c:pt>
                <c:pt idx="16031">
                  <c:v>58401</c:v>
                </c:pt>
                <c:pt idx="16032">
                  <c:v>58402</c:v>
                </c:pt>
                <c:pt idx="16033">
                  <c:v>58403</c:v>
                </c:pt>
                <c:pt idx="16034">
                  <c:v>58404</c:v>
                </c:pt>
                <c:pt idx="16035">
                  <c:v>58405</c:v>
                </c:pt>
                <c:pt idx="16036">
                  <c:v>58406</c:v>
                </c:pt>
                <c:pt idx="16037">
                  <c:v>58407</c:v>
                </c:pt>
                <c:pt idx="16038">
                  <c:v>58408</c:v>
                </c:pt>
                <c:pt idx="16039">
                  <c:v>58409</c:v>
                </c:pt>
                <c:pt idx="16040">
                  <c:v>58410</c:v>
                </c:pt>
                <c:pt idx="16041">
                  <c:v>58411</c:v>
                </c:pt>
                <c:pt idx="16042">
                  <c:v>58412</c:v>
                </c:pt>
                <c:pt idx="16043">
                  <c:v>58413</c:v>
                </c:pt>
                <c:pt idx="16044">
                  <c:v>58414</c:v>
                </c:pt>
                <c:pt idx="16045">
                  <c:v>58415</c:v>
                </c:pt>
                <c:pt idx="16046">
                  <c:v>58416</c:v>
                </c:pt>
                <c:pt idx="16047">
                  <c:v>58417</c:v>
                </c:pt>
                <c:pt idx="16048">
                  <c:v>58418</c:v>
                </c:pt>
                <c:pt idx="16049">
                  <c:v>58419</c:v>
                </c:pt>
                <c:pt idx="16050">
                  <c:v>58420</c:v>
                </c:pt>
                <c:pt idx="16051">
                  <c:v>58421</c:v>
                </c:pt>
                <c:pt idx="16052">
                  <c:v>58422</c:v>
                </c:pt>
                <c:pt idx="16053">
                  <c:v>58423</c:v>
                </c:pt>
                <c:pt idx="16054">
                  <c:v>58424</c:v>
                </c:pt>
                <c:pt idx="16055">
                  <c:v>58425</c:v>
                </c:pt>
                <c:pt idx="16056">
                  <c:v>58426</c:v>
                </c:pt>
                <c:pt idx="16057">
                  <c:v>58427</c:v>
                </c:pt>
                <c:pt idx="16058">
                  <c:v>58428</c:v>
                </c:pt>
                <c:pt idx="16059">
                  <c:v>58429</c:v>
                </c:pt>
                <c:pt idx="16060">
                  <c:v>58430</c:v>
                </c:pt>
                <c:pt idx="16061">
                  <c:v>58431</c:v>
                </c:pt>
                <c:pt idx="16062">
                  <c:v>58432</c:v>
                </c:pt>
                <c:pt idx="16063">
                  <c:v>58433</c:v>
                </c:pt>
                <c:pt idx="16064">
                  <c:v>58434</c:v>
                </c:pt>
                <c:pt idx="16065">
                  <c:v>58435</c:v>
                </c:pt>
                <c:pt idx="16066">
                  <c:v>58436</c:v>
                </c:pt>
                <c:pt idx="16067">
                  <c:v>58437</c:v>
                </c:pt>
                <c:pt idx="16068">
                  <c:v>58438</c:v>
                </c:pt>
                <c:pt idx="16069">
                  <c:v>58439</c:v>
                </c:pt>
                <c:pt idx="16070">
                  <c:v>58440</c:v>
                </c:pt>
                <c:pt idx="16071">
                  <c:v>58441</c:v>
                </c:pt>
                <c:pt idx="16072">
                  <c:v>58442</c:v>
                </c:pt>
                <c:pt idx="16073">
                  <c:v>58443</c:v>
                </c:pt>
                <c:pt idx="16074">
                  <c:v>58444</c:v>
                </c:pt>
                <c:pt idx="16075">
                  <c:v>58445</c:v>
                </c:pt>
                <c:pt idx="16076">
                  <c:v>58446</c:v>
                </c:pt>
                <c:pt idx="16077">
                  <c:v>58447</c:v>
                </c:pt>
                <c:pt idx="16078">
                  <c:v>58448</c:v>
                </c:pt>
                <c:pt idx="16079">
                  <c:v>58449</c:v>
                </c:pt>
                <c:pt idx="16080">
                  <c:v>58450</c:v>
                </c:pt>
                <c:pt idx="16081">
                  <c:v>58451</c:v>
                </c:pt>
                <c:pt idx="16082">
                  <c:v>58452</c:v>
                </c:pt>
                <c:pt idx="16083">
                  <c:v>58453</c:v>
                </c:pt>
                <c:pt idx="16084">
                  <c:v>58454</c:v>
                </c:pt>
                <c:pt idx="16085">
                  <c:v>58455</c:v>
                </c:pt>
                <c:pt idx="16086">
                  <c:v>58456</c:v>
                </c:pt>
                <c:pt idx="16087">
                  <c:v>58457</c:v>
                </c:pt>
                <c:pt idx="16088">
                  <c:v>58458</c:v>
                </c:pt>
                <c:pt idx="16089">
                  <c:v>58459</c:v>
                </c:pt>
                <c:pt idx="16090">
                  <c:v>58460</c:v>
                </c:pt>
                <c:pt idx="16091">
                  <c:v>58461</c:v>
                </c:pt>
                <c:pt idx="16092">
                  <c:v>58462</c:v>
                </c:pt>
                <c:pt idx="16093">
                  <c:v>58463</c:v>
                </c:pt>
                <c:pt idx="16094">
                  <c:v>58464</c:v>
                </c:pt>
                <c:pt idx="16095">
                  <c:v>58465</c:v>
                </c:pt>
                <c:pt idx="16096">
                  <c:v>58466</c:v>
                </c:pt>
                <c:pt idx="16097">
                  <c:v>58467</c:v>
                </c:pt>
                <c:pt idx="16098">
                  <c:v>58468</c:v>
                </c:pt>
                <c:pt idx="16099">
                  <c:v>58469</c:v>
                </c:pt>
                <c:pt idx="16100">
                  <c:v>58470</c:v>
                </c:pt>
                <c:pt idx="16101">
                  <c:v>58471</c:v>
                </c:pt>
                <c:pt idx="16102">
                  <c:v>58472</c:v>
                </c:pt>
                <c:pt idx="16103">
                  <c:v>58473</c:v>
                </c:pt>
                <c:pt idx="16104">
                  <c:v>58474</c:v>
                </c:pt>
                <c:pt idx="16105">
                  <c:v>58475</c:v>
                </c:pt>
                <c:pt idx="16106">
                  <c:v>58476</c:v>
                </c:pt>
                <c:pt idx="16107">
                  <c:v>58477</c:v>
                </c:pt>
                <c:pt idx="16108">
                  <c:v>58478</c:v>
                </c:pt>
                <c:pt idx="16109">
                  <c:v>58479</c:v>
                </c:pt>
                <c:pt idx="16110">
                  <c:v>58480</c:v>
                </c:pt>
                <c:pt idx="16111">
                  <c:v>58481</c:v>
                </c:pt>
                <c:pt idx="16112">
                  <c:v>58482</c:v>
                </c:pt>
                <c:pt idx="16113">
                  <c:v>58483</c:v>
                </c:pt>
                <c:pt idx="16114">
                  <c:v>58484</c:v>
                </c:pt>
                <c:pt idx="16115">
                  <c:v>58485</c:v>
                </c:pt>
                <c:pt idx="16116">
                  <c:v>58486</c:v>
                </c:pt>
                <c:pt idx="16117">
                  <c:v>58487</c:v>
                </c:pt>
                <c:pt idx="16118">
                  <c:v>58488</c:v>
                </c:pt>
                <c:pt idx="16119">
                  <c:v>58489</c:v>
                </c:pt>
                <c:pt idx="16120">
                  <c:v>58490</c:v>
                </c:pt>
                <c:pt idx="16121">
                  <c:v>58491</c:v>
                </c:pt>
                <c:pt idx="16122">
                  <c:v>58492</c:v>
                </c:pt>
                <c:pt idx="16123">
                  <c:v>58493</c:v>
                </c:pt>
                <c:pt idx="16124">
                  <c:v>58494</c:v>
                </c:pt>
                <c:pt idx="16125">
                  <c:v>58495</c:v>
                </c:pt>
                <c:pt idx="16126">
                  <c:v>58496</c:v>
                </c:pt>
                <c:pt idx="16127">
                  <c:v>58497</c:v>
                </c:pt>
                <c:pt idx="16128">
                  <c:v>58498</c:v>
                </c:pt>
                <c:pt idx="16129">
                  <c:v>58499</c:v>
                </c:pt>
                <c:pt idx="16130">
                  <c:v>58500</c:v>
                </c:pt>
                <c:pt idx="16131">
                  <c:v>58501</c:v>
                </c:pt>
                <c:pt idx="16132">
                  <c:v>58502</c:v>
                </c:pt>
                <c:pt idx="16133">
                  <c:v>58503</c:v>
                </c:pt>
                <c:pt idx="16134">
                  <c:v>58504</c:v>
                </c:pt>
                <c:pt idx="16135">
                  <c:v>58505</c:v>
                </c:pt>
                <c:pt idx="16136">
                  <c:v>58506</c:v>
                </c:pt>
                <c:pt idx="16137">
                  <c:v>58507</c:v>
                </c:pt>
                <c:pt idx="16138">
                  <c:v>58508</c:v>
                </c:pt>
                <c:pt idx="16139">
                  <c:v>58509</c:v>
                </c:pt>
                <c:pt idx="16140">
                  <c:v>58510</c:v>
                </c:pt>
                <c:pt idx="16141">
                  <c:v>58511</c:v>
                </c:pt>
                <c:pt idx="16142">
                  <c:v>58512</c:v>
                </c:pt>
                <c:pt idx="16143">
                  <c:v>58513</c:v>
                </c:pt>
                <c:pt idx="16144">
                  <c:v>58514</c:v>
                </c:pt>
                <c:pt idx="16145">
                  <c:v>58515</c:v>
                </c:pt>
                <c:pt idx="16146">
                  <c:v>58516</c:v>
                </c:pt>
                <c:pt idx="16147">
                  <c:v>58517</c:v>
                </c:pt>
                <c:pt idx="16148">
                  <c:v>58518</c:v>
                </c:pt>
                <c:pt idx="16149">
                  <c:v>58519</c:v>
                </c:pt>
                <c:pt idx="16150">
                  <c:v>58520</c:v>
                </c:pt>
                <c:pt idx="16151">
                  <c:v>58521</c:v>
                </c:pt>
                <c:pt idx="16152">
                  <c:v>58522</c:v>
                </c:pt>
                <c:pt idx="16153">
                  <c:v>58523</c:v>
                </c:pt>
                <c:pt idx="16154">
                  <c:v>58524</c:v>
                </c:pt>
                <c:pt idx="16155">
                  <c:v>58525</c:v>
                </c:pt>
                <c:pt idx="16156">
                  <c:v>58526</c:v>
                </c:pt>
                <c:pt idx="16157">
                  <c:v>58527</c:v>
                </c:pt>
                <c:pt idx="16158">
                  <c:v>58528</c:v>
                </c:pt>
                <c:pt idx="16159">
                  <c:v>58529</c:v>
                </c:pt>
                <c:pt idx="16160">
                  <c:v>58530</c:v>
                </c:pt>
                <c:pt idx="16161">
                  <c:v>58531</c:v>
                </c:pt>
                <c:pt idx="16162">
                  <c:v>58532</c:v>
                </c:pt>
                <c:pt idx="16163">
                  <c:v>58533</c:v>
                </c:pt>
                <c:pt idx="16164">
                  <c:v>58534</c:v>
                </c:pt>
                <c:pt idx="16165">
                  <c:v>58535</c:v>
                </c:pt>
                <c:pt idx="16166">
                  <c:v>58536</c:v>
                </c:pt>
                <c:pt idx="16167">
                  <c:v>58537</c:v>
                </c:pt>
                <c:pt idx="16168">
                  <c:v>58538</c:v>
                </c:pt>
                <c:pt idx="16169">
                  <c:v>58539</c:v>
                </c:pt>
                <c:pt idx="16170">
                  <c:v>58540</c:v>
                </c:pt>
                <c:pt idx="16171">
                  <c:v>58541</c:v>
                </c:pt>
                <c:pt idx="16172">
                  <c:v>58542</c:v>
                </c:pt>
                <c:pt idx="16173">
                  <c:v>58543</c:v>
                </c:pt>
                <c:pt idx="16174">
                  <c:v>58544</c:v>
                </c:pt>
                <c:pt idx="16175">
                  <c:v>58545</c:v>
                </c:pt>
                <c:pt idx="16176">
                  <c:v>58546</c:v>
                </c:pt>
                <c:pt idx="16177">
                  <c:v>58547</c:v>
                </c:pt>
                <c:pt idx="16178">
                  <c:v>58548</c:v>
                </c:pt>
                <c:pt idx="16179">
                  <c:v>58549</c:v>
                </c:pt>
                <c:pt idx="16180">
                  <c:v>58550</c:v>
                </c:pt>
                <c:pt idx="16181">
                  <c:v>58551</c:v>
                </c:pt>
                <c:pt idx="16182">
                  <c:v>58552</c:v>
                </c:pt>
                <c:pt idx="16183">
                  <c:v>58553</c:v>
                </c:pt>
                <c:pt idx="16184">
                  <c:v>58554</c:v>
                </c:pt>
                <c:pt idx="16185">
                  <c:v>58555</c:v>
                </c:pt>
                <c:pt idx="16186">
                  <c:v>58556</c:v>
                </c:pt>
                <c:pt idx="16187">
                  <c:v>58557</c:v>
                </c:pt>
                <c:pt idx="16188">
                  <c:v>58558</c:v>
                </c:pt>
                <c:pt idx="16189">
                  <c:v>58559</c:v>
                </c:pt>
                <c:pt idx="16190">
                  <c:v>58560</c:v>
                </c:pt>
                <c:pt idx="16191">
                  <c:v>58561</c:v>
                </c:pt>
                <c:pt idx="16192">
                  <c:v>58562</c:v>
                </c:pt>
                <c:pt idx="16193">
                  <c:v>58563</c:v>
                </c:pt>
                <c:pt idx="16194">
                  <c:v>58564</c:v>
                </c:pt>
                <c:pt idx="16195">
                  <c:v>58565</c:v>
                </c:pt>
                <c:pt idx="16196">
                  <c:v>58566</c:v>
                </c:pt>
                <c:pt idx="16197">
                  <c:v>58567</c:v>
                </c:pt>
                <c:pt idx="16198">
                  <c:v>58568</c:v>
                </c:pt>
                <c:pt idx="16199">
                  <c:v>58569</c:v>
                </c:pt>
                <c:pt idx="16200">
                  <c:v>58570</c:v>
                </c:pt>
                <c:pt idx="16201">
                  <c:v>58571</c:v>
                </c:pt>
                <c:pt idx="16202">
                  <c:v>58572</c:v>
                </c:pt>
                <c:pt idx="16203">
                  <c:v>58573</c:v>
                </c:pt>
                <c:pt idx="16204">
                  <c:v>58574</c:v>
                </c:pt>
                <c:pt idx="16205">
                  <c:v>58575</c:v>
                </c:pt>
                <c:pt idx="16206">
                  <c:v>58576</c:v>
                </c:pt>
                <c:pt idx="16207">
                  <c:v>58577</c:v>
                </c:pt>
                <c:pt idx="16208">
                  <c:v>58578</c:v>
                </c:pt>
                <c:pt idx="16209">
                  <c:v>58579</c:v>
                </c:pt>
                <c:pt idx="16210">
                  <c:v>58580</c:v>
                </c:pt>
                <c:pt idx="16211">
                  <c:v>58581</c:v>
                </c:pt>
                <c:pt idx="16212">
                  <c:v>58582</c:v>
                </c:pt>
                <c:pt idx="16213">
                  <c:v>58583</c:v>
                </c:pt>
                <c:pt idx="16214">
                  <c:v>58584</c:v>
                </c:pt>
                <c:pt idx="16215">
                  <c:v>58585</c:v>
                </c:pt>
                <c:pt idx="16216">
                  <c:v>58586</c:v>
                </c:pt>
                <c:pt idx="16217">
                  <c:v>58587</c:v>
                </c:pt>
                <c:pt idx="16218">
                  <c:v>58588</c:v>
                </c:pt>
                <c:pt idx="16219">
                  <c:v>58589</c:v>
                </c:pt>
                <c:pt idx="16220">
                  <c:v>58590</c:v>
                </c:pt>
                <c:pt idx="16221">
                  <c:v>58591</c:v>
                </c:pt>
                <c:pt idx="16222">
                  <c:v>58592</c:v>
                </c:pt>
                <c:pt idx="16223">
                  <c:v>58593</c:v>
                </c:pt>
                <c:pt idx="16224">
                  <c:v>58594</c:v>
                </c:pt>
                <c:pt idx="16225">
                  <c:v>58595</c:v>
                </c:pt>
                <c:pt idx="16226">
                  <c:v>58596</c:v>
                </c:pt>
                <c:pt idx="16227">
                  <c:v>58597</c:v>
                </c:pt>
                <c:pt idx="16228">
                  <c:v>58598</c:v>
                </c:pt>
                <c:pt idx="16229">
                  <c:v>58599</c:v>
                </c:pt>
                <c:pt idx="16230">
                  <c:v>58600</c:v>
                </c:pt>
                <c:pt idx="16231">
                  <c:v>58601</c:v>
                </c:pt>
                <c:pt idx="16232">
                  <c:v>58602</c:v>
                </c:pt>
                <c:pt idx="16233">
                  <c:v>58603</c:v>
                </c:pt>
                <c:pt idx="16234">
                  <c:v>58604</c:v>
                </c:pt>
                <c:pt idx="16235">
                  <c:v>58605</c:v>
                </c:pt>
                <c:pt idx="16236">
                  <c:v>58606</c:v>
                </c:pt>
                <c:pt idx="16237">
                  <c:v>58607</c:v>
                </c:pt>
                <c:pt idx="16238">
                  <c:v>58608</c:v>
                </c:pt>
                <c:pt idx="16239">
                  <c:v>58609</c:v>
                </c:pt>
                <c:pt idx="16240">
                  <c:v>58610</c:v>
                </c:pt>
                <c:pt idx="16241">
                  <c:v>58611</c:v>
                </c:pt>
                <c:pt idx="16242">
                  <c:v>58612</c:v>
                </c:pt>
                <c:pt idx="16243">
                  <c:v>58613</c:v>
                </c:pt>
                <c:pt idx="16244">
                  <c:v>58614</c:v>
                </c:pt>
                <c:pt idx="16245">
                  <c:v>58615</c:v>
                </c:pt>
                <c:pt idx="16246">
                  <c:v>58616</c:v>
                </c:pt>
                <c:pt idx="16247">
                  <c:v>58617</c:v>
                </c:pt>
                <c:pt idx="16248">
                  <c:v>58618</c:v>
                </c:pt>
                <c:pt idx="16249">
                  <c:v>58619</c:v>
                </c:pt>
                <c:pt idx="16250">
                  <c:v>58620</c:v>
                </c:pt>
                <c:pt idx="16251">
                  <c:v>58621</c:v>
                </c:pt>
                <c:pt idx="16252">
                  <c:v>58622</c:v>
                </c:pt>
                <c:pt idx="16253">
                  <c:v>58623</c:v>
                </c:pt>
                <c:pt idx="16254">
                  <c:v>58624</c:v>
                </c:pt>
                <c:pt idx="16255">
                  <c:v>58625</c:v>
                </c:pt>
                <c:pt idx="16256">
                  <c:v>58626</c:v>
                </c:pt>
                <c:pt idx="16257">
                  <c:v>58627</c:v>
                </c:pt>
                <c:pt idx="16258">
                  <c:v>58628</c:v>
                </c:pt>
                <c:pt idx="16259">
                  <c:v>58629</c:v>
                </c:pt>
                <c:pt idx="16260">
                  <c:v>58630</c:v>
                </c:pt>
                <c:pt idx="16261">
                  <c:v>58631</c:v>
                </c:pt>
                <c:pt idx="16262">
                  <c:v>58632</c:v>
                </c:pt>
                <c:pt idx="16263">
                  <c:v>58633</c:v>
                </c:pt>
                <c:pt idx="16264">
                  <c:v>58634</c:v>
                </c:pt>
                <c:pt idx="16265">
                  <c:v>58635</c:v>
                </c:pt>
                <c:pt idx="16266">
                  <c:v>58636</c:v>
                </c:pt>
                <c:pt idx="16267">
                  <c:v>58637</c:v>
                </c:pt>
                <c:pt idx="16268">
                  <c:v>58638</c:v>
                </c:pt>
                <c:pt idx="16269">
                  <c:v>58639</c:v>
                </c:pt>
                <c:pt idx="16270">
                  <c:v>58640</c:v>
                </c:pt>
                <c:pt idx="16271">
                  <c:v>58641</c:v>
                </c:pt>
                <c:pt idx="16272">
                  <c:v>58642</c:v>
                </c:pt>
                <c:pt idx="16273">
                  <c:v>58643</c:v>
                </c:pt>
                <c:pt idx="16274">
                  <c:v>58644</c:v>
                </c:pt>
                <c:pt idx="16275">
                  <c:v>58645</c:v>
                </c:pt>
                <c:pt idx="16276">
                  <c:v>58646</c:v>
                </c:pt>
                <c:pt idx="16277">
                  <c:v>58647</c:v>
                </c:pt>
                <c:pt idx="16278">
                  <c:v>58648</c:v>
                </c:pt>
                <c:pt idx="16279">
                  <c:v>58649</c:v>
                </c:pt>
                <c:pt idx="16280">
                  <c:v>58650</c:v>
                </c:pt>
                <c:pt idx="16281">
                  <c:v>58651</c:v>
                </c:pt>
                <c:pt idx="16282">
                  <c:v>58652</c:v>
                </c:pt>
                <c:pt idx="16283">
                  <c:v>58653</c:v>
                </c:pt>
                <c:pt idx="16284">
                  <c:v>58654</c:v>
                </c:pt>
                <c:pt idx="16285">
                  <c:v>58655</c:v>
                </c:pt>
                <c:pt idx="16286">
                  <c:v>58656</c:v>
                </c:pt>
                <c:pt idx="16287">
                  <c:v>58657</c:v>
                </c:pt>
                <c:pt idx="16288">
                  <c:v>58658</c:v>
                </c:pt>
                <c:pt idx="16289">
                  <c:v>58659</c:v>
                </c:pt>
                <c:pt idx="16290">
                  <c:v>58660</c:v>
                </c:pt>
                <c:pt idx="16291">
                  <c:v>58661</c:v>
                </c:pt>
                <c:pt idx="16292">
                  <c:v>58662</c:v>
                </c:pt>
                <c:pt idx="16293">
                  <c:v>58663</c:v>
                </c:pt>
                <c:pt idx="16294">
                  <c:v>58664</c:v>
                </c:pt>
                <c:pt idx="16295">
                  <c:v>58665</c:v>
                </c:pt>
                <c:pt idx="16296">
                  <c:v>58666</c:v>
                </c:pt>
                <c:pt idx="16297">
                  <c:v>58667</c:v>
                </c:pt>
                <c:pt idx="16298">
                  <c:v>58668</c:v>
                </c:pt>
                <c:pt idx="16299">
                  <c:v>58669</c:v>
                </c:pt>
                <c:pt idx="16300">
                  <c:v>58670</c:v>
                </c:pt>
                <c:pt idx="16301">
                  <c:v>58671</c:v>
                </c:pt>
                <c:pt idx="16302">
                  <c:v>58672</c:v>
                </c:pt>
                <c:pt idx="16303">
                  <c:v>58673</c:v>
                </c:pt>
                <c:pt idx="16304">
                  <c:v>58674</c:v>
                </c:pt>
                <c:pt idx="16305">
                  <c:v>58675</c:v>
                </c:pt>
                <c:pt idx="16306">
                  <c:v>58676</c:v>
                </c:pt>
                <c:pt idx="16307">
                  <c:v>58677</c:v>
                </c:pt>
                <c:pt idx="16308">
                  <c:v>58678</c:v>
                </c:pt>
                <c:pt idx="16309">
                  <c:v>58679</c:v>
                </c:pt>
                <c:pt idx="16310">
                  <c:v>58680</c:v>
                </c:pt>
                <c:pt idx="16311">
                  <c:v>58681</c:v>
                </c:pt>
                <c:pt idx="16312">
                  <c:v>58682</c:v>
                </c:pt>
                <c:pt idx="16313">
                  <c:v>58683</c:v>
                </c:pt>
                <c:pt idx="16314">
                  <c:v>58684</c:v>
                </c:pt>
                <c:pt idx="16315">
                  <c:v>58685</c:v>
                </c:pt>
                <c:pt idx="16316">
                  <c:v>58686</c:v>
                </c:pt>
                <c:pt idx="16317">
                  <c:v>58687</c:v>
                </c:pt>
                <c:pt idx="16318">
                  <c:v>58688</c:v>
                </c:pt>
                <c:pt idx="16319">
                  <c:v>58689</c:v>
                </c:pt>
                <c:pt idx="16320">
                  <c:v>58690</c:v>
                </c:pt>
                <c:pt idx="16321">
                  <c:v>58691</c:v>
                </c:pt>
                <c:pt idx="16322">
                  <c:v>58692</c:v>
                </c:pt>
                <c:pt idx="16323">
                  <c:v>58693</c:v>
                </c:pt>
                <c:pt idx="16324">
                  <c:v>58694</c:v>
                </c:pt>
                <c:pt idx="16325">
                  <c:v>58695</c:v>
                </c:pt>
                <c:pt idx="16326">
                  <c:v>58696</c:v>
                </c:pt>
                <c:pt idx="16327">
                  <c:v>58697</c:v>
                </c:pt>
                <c:pt idx="16328">
                  <c:v>58698</c:v>
                </c:pt>
                <c:pt idx="16329">
                  <c:v>58699</c:v>
                </c:pt>
                <c:pt idx="16330">
                  <c:v>58700</c:v>
                </c:pt>
                <c:pt idx="16331">
                  <c:v>58701</c:v>
                </c:pt>
                <c:pt idx="16332">
                  <c:v>58702</c:v>
                </c:pt>
                <c:pt idx="16333">
                  <c:v>58703</c:v>
                </c:pt>
                <c:pt idx="16334">
                  <c:v>58704</c:v>
                </c:pt>
                <c:pt idx="16335">
                  <c:v>58705</c:v>
                </c:pt>
                <c:pt idx="16336">
                  <c:v>58706</c:v>
                </c:pt>
                <c:pt idx="16337">
                  <c:v>58707</c:v>
                </c:pt>
                <c:pt idx="16338">
                  <c:v>58708</c:v>
                </c:pt>
                <c:pt idx="16339">
                  <c:v>58709</c:v>
                </c:pt>
                <c:pt idx="16340">
                  <c:v>58710</c:v>
                </c:pt>
                <c:pt idx="16341">
                  <c:v>58711</c:v>
                </c:pt>
                <c:pt idx="16342">
                  <c:v>58712</c:v>
                </c:pt>
                <c:pt idx="16343">
                  <c:v>58713</c:v>
                </c:pt>
                <c:pt idx="16344">
                  <c:v>58714</c:v>
                </c:pt>
                <c:pt idx="16345">
                  <c:v>58715</c:v>
                </c:pt>
                <c:pt idx="16346">
                  <c:v>58716</c:v>
                </c:pt>
                <c:pt idx="16347">
                  <c:v>58717</c:v>
                </c:pt>
                <c:pt idx="16348">
                  <c:v>58718</c:v>
                </c:pt>
                <c:pt idx="16349">
                  <c:v>58719</c:v>
                </c:pt>
                <c:pt idx="16350">
                  <c:v>58720</c:v>
                </c:pt>
                <c:pt idx="16351">
                  <c:v>58721</c:v>
                </c:pt>
                <c:pt idx="16352">
                  <c:v>58722</c:v>
                </c:pt>
                <c:pt idx="16353">
                  <c:v>58723</c:v>
                </c:pt>
                <c:pt idx="16354">
                  <c:v>58724</c:v>
                </c:pt>
                <c:pt idx="16355">
                  <c:v>58725</c:v>
                </c:pt>
                <c:pt idx="16356">
                  <c:v>58726</c:v>
                </c:pt>
                <c:pt idx="16357">
                  <c:v>58727</c:v>
                </c:pt>
                <c:pt idx="16358">
                  <c:v>58728</c:v>
                </c:pt>
                <c:pt idx="16359">
                  <c:v>58729</c:v>
                </c:pt>
                <c:pt idx="16360">
                  <c:v>58730</c:v>
                </c:pt>
                <c:pt idx="16361">
                  <c:v>58731</c:v>
                </c:pt>
                <c:pt idx="16362">
                  <c:v>58732</c:v>
                </c:pt>
                <c:pt idx="16363">
                  <c:v>58733</c:v>
                </c:pt>
                <c:pt idx="16364">
                  <c:v>58734</c:v>
                </c:pt>
                <c:pt idx="16365">
                  <c:v>58735</c:v>
                </c:pt>
                <c:pt idx="16366">
                  <c:v>58736</c:v>
                </c:pt>
                <c:pt idx="16367">
                  <c:v>58737</c:v>
                </c:pt>
                <c:pt idx="16368">
                  <c:v>58738</c:v>
                </c:pt>
                <c:pt idx="16369">
                  <c:v>58739</c:v>
                </c:pt>
                <c:pt idx="16370">
                  <c:v>58740</c:v>
                </c:pt>
                <c:pt idx="16371">
                  <c:v>58741</c:v>
                </c:pt>
                <c:pt idx="16372">
                  <c:v>58742</c:v>
                </c:pt>
                <c:pt idx="16373">
                  <c:v>58743</c:v>
                </c:pt>
                <c:pt idx="16374">
                  <c:v>58744</c:v>
                </c:pt>
                <c:pt idx="16375">
                  <c:v>58745</c:v>
                </c:pt>
                <c:pt idx="16376">
                  <c:v>58746</c:v>
                </c:pt>
                <c:pt idx="16377">
                  <c:v>58747</c:v>
                </c:pt>
                <c:pt idx="16378">
                  <c:v>58748</c:v>
                </c:pt>
                <c:pt idx="16379">
                  <c:v>58749</c:v>
                </c:pt>
                <c:pt idx="16380">
                  <c:v>58750</c:v>
                </c:pt>
                <c:pt idx="16381">
                  <c:v>58751</c:v>
                </c:pt>
                <c:pt idx="16382">
                  <c:v>58752</c:v>
                </c:pt>
                <c:pt idx="16383">
                  <c:v>58753</c:v>
                </c:pt>
                <c:pt idx="16384">
                  <c:v>58754</c:v>
                </c:pt>
                <c:pt idx="16385">
                  <c:v>58755</c:v>
                </c:pt>
                <c:pt idx="16386">
                  <c:v>58756</c:v>
                </c:pt>
                <c:pt idx="16387">
                  <c:v>58757</c:v>
                </c:pt>
                <c:pt idx="16388">
                  <c:v>58758</c:v>
                </c:pt>
                <c:pt idx="16389">
                  <c:v>58759</c:v>
                </c:pt>
                <c:pt idx="16390">
                  <c:v>58760</c:v>
                </c:pt>
                <c:pt idx="16391">
                  <c:v>58761</c:v>
                </c:pt>
                <c:pt idx="16392">
                  <c:v>58762</c:v>
                </c:pt>
                <c:pt idx="16393">
                  <c:v>58763</c:v>
                </c:pt>
                <c:pt idx="16394">
                  <c:v>58764</c:v>
                </c:pt>
                <c:pt idx="16395">
                  <c:v>58765</c:v>
                </c:pt>
                <c:pt idx="16396">
                  <c:v>58766</c:v>
                </c:pt>
                <c:pt idx="16397">
                  <c:v>58767</c:v>
                </c:pt>
                <c:pt idx="16398">
                  <c:v>58768</c:v>
                </c:pt>
                <c:pt idx="16399">
                  <c:v>58769</c:v>
                </c:pt>
                <c:pt idx="16400">
                  <c:v>58770</c:v>
                </c:pt>
                <c:pt idx="16401">
                  <c:v>58771</c:v>
                </c:pt>
                <c:pt idx="16402">
                  <c:v>58772</c:v>
                </c:pt>
                <c:pt idx="16403">
                  <c:v>58773</c:v>
                </c:pt>
                <c:pt idx="16404">
                  <c:v>58774</c:v>
                </c:pt>
                <c:pt idx="16405">
                  <c:v>58775</c:v>
                </c:pt>
                <c:pt idx="16406">
                  <c:v>58776</c:v>
                </c:pt>
                <c:pt idx="16407">
                  <c:v>58777</c:v>
                </c:pt>
                <c:pt idx="16408">
                  <c:v>58778</c:v>
                </c:pt>
                <c:pt idx="16409">
                  <c:v>58779</c:v>
                </c:pt>
                <c:pt idx="16410">
                  <c:v>58780</c:v>
                </c:pt>
                <c:pt idx="16411">
                  <c:v>58781</c:v>
                </c:pt>
                <c:pt idx="16412">
                  <c:v>58782</c:v>
                </c:pt>
                <c:pt idx="16413">
                  <c:v>58783</c:v>
                </c:pt>
                <c:pt idx="16414">
                  <c:v>58784</c:v>
                </c:pt>
                <c:pt idx="16415">
                  <c:v>58785</c:v>
                </c:pt>
                <c:pt idx="16416">
                  <c:v>58786</c:v>
                </c:pt>
                <c:pt idx="16417">
                  <c:v>58787</c:v>
                </c:pt>
                <c:pt idx="16418">
                  <c:v>58788</c:v>
                </c:pt>
                <c:pt idx="16419">
                  <c:v>58789</c:v>
                </c:pt>
                <c:pt idx="16420">
                  <c:v>58790</c:v>
                </c:pt>
                <c:pt idx="16421">
                  <c:v>58791</c:v>
                </c:pt>
                <c:pt idx="16422">
                  <c:v>58792</c:v>
                </c:pt>
                <c:pt idx="16423">
                  <c:v>58793</c:v>
                </c:pt>
                <c:pt idx="16424">
                  <c:v>58794</c:v>
                </c:pt>
                <c:pt idx="16425">
                  <c:v>58795</c:v>
                </c:pt>
                <c:pt idx="16426">
                  <c:v>58796</c:v>
                </c:pt>
                <c:pt idx="16427">
                  <c:v>58797</c:v>
                </c:pt>
                <c:pt idx="16428">
                  <c:v>58798</c:v>
                </c:pt>
                <c:pt idx="16429">
                  <c:v>58799</c:v>
                </c:pt>
                <c:pt idx="16430">
                  <c:v>58800</c:v>
                </c:pt>
                <c:pt idx="16431">
                  <c:v>58801</c:v>
                </c:pt>
                <c:pt idx="16432">
                  <c:v>58802</c:v>
                </c:pt>
                <c:pt idx="16433">
                  <c:v>58803</c:v>
                </c:pt>
                <c:pt idx="16434">
                  <c:v>58804</c:v>
                </c:pt>
                <c:pt idx="16435">
                  <c:v>58805</c:v>
                </c:pt>
                <c:pt idx="16436">
                  <c:v>58806</c:v>
                </c:pt>
                <c:pt idx="16437">
                  <c:v>58807</c:v>
                </c:pt>
                <c:pt idx="16438">
                  <c:v>58808</c:v>
                </c:pt>
                <c:pt idx="16439">
                  <c:v>58809</c:v>
                </c:pt>
                <c:pt idx="16440">
                  <c:v>58810</c:v>
                </c:pt>
                <c:pt idx="16441">
                  <c:v>58811</c:v>
                </c:pt>
                <c:pt idx="16442">
                  <c:v>58812</c:v>
                </c:pt>
                <c:pt idx="16443">
                  <c:v>58813</c:v>
                </c:pt>
                <c:pt idx="16444">
                  <c:v>58814</c:v>
                </c:pt>
                <c:pt idx="16445">
                  <c:v>58815</c:v>
                </c:pt>
                <c:pt idx="16446">
                  <c:v>58816</c:v>
                </c:pt>
                <c:pt idx="16447">
                  <c:v>58817</c:v>
                </c:pt>
                <c:pt idx="16448">
                  <c:v>58818</c:v>
                </c:pt>
                <c:pt idx="16449">
                  <c:v>58819</c:v>
                </c:pt>
                <c:pt idx="16450">
                  <c:v>58820</c:v>
                </c:pt>
                <c:pt idx="16451">
                  <c:v>58821</c:v>
                </c:pt>
                <c:pt idx="16452">
                  <c:v>58822</c:v>
                </c:pt>
                <c:pt idx="16453">
                  <c:v>58823</c:v>
                </c:pt>
                <c:pt idx="16454">
                  <c:v>58824</c:v>
                </c:pt>
                <c:pt idx="16455">
                  <c:v>58825</c:v>
                </c:pt>
                <c:pt idx="16456">
                  <c:v>58826</c:v>
                </c:pt>
                <c:pt idx="16457">
                  <c:v>58827</c:v>
                </c:pt>
                <c:pt idx="16458">
                  <c:v>58828</c:v>
                </c:pt>
                <c:pt idx="16459">
                  <c:v>58829</c:v>
                </c:pt>
                <c:pt idx="16460">
                  <c:v>58830</c:v>
                </c:pt>
                <c:pt idx="16461">
                  <c:v>58831</c:v>
                </c:pt>
                <c:pt idx="16462">
                  <c:v>58832</c:v>
                </c:pt>
                <c:pt idx="16463">
                  <c:v>58833</c:v>
                </c:pt>
                <c:pt idx="16464">
                  <c:v>58834</c:v>
                </c:pt>
                <c:pt idx="16465">
                  <c:v>58835</c:v>
                </c:pt>
                <c:pt idx="16466">
                  <c:v>58836</c:v>
                </c:pt>
                <c:pt idx="16467">
                  <c:v>58837</c:v>
                </c:pt>
                <c:pt idx="16468">
                  <c:v>58838</c:v>
                </c:pt>
                <c:pt idx="16469">
                  <c:v>58839</c:v>
                </c:pt>
                <c:pt idx="16470">
                  <c:v>58840</c:v>
                </c:pt>
                <c:pt idx="16471">
                  <c:v>58841</c:v>
                </c:pt>
                <c:pt idx="16472">
                  <c:v>58842</c:v>
                </c:pt>
                <c:pt idx="16473">
                  <c:v>58843</c:v>
                </c:pt>
                <c:pt idx="16474">
                  <c:v>58844</c:v>
                </c:pt>
                <c:pt idx="16475">
                  <c:v>58845</c:v>
                </c:pt>
                <c:pt idx="16476">
                  <c:v>58846</c:v>
                </c:pt>
                <c:pt idx="16477">
                  <c:v>58847</c:v>
                </c:pt>
                <c:pt idx="16478">
                  <c:v>58848</c:v>
                </c:pt>
                <c:pt idx="16479">
                  <c:v>58849</c:v>
                </c:pt>
                <c:pt idx="16480">
                  <c:v>58850</c:v>
                </c:pt>
                <c:pt idx="16481">
                  <c:v>58851</c:v>
                </c:pt>
                <c:pt idx="16482">
                  <c:v>58852</c:v>
                </c:pt>
                <c:pt idx="16483">
                  <c:v>58853</c:v>
                </c:pt>
                <c:pt idx="16484">
                  <c:v>58854</c:v>
                </c:pt>
                <c:pt idx="16485">
                  <c:v>58855</c:v>
                </c:pt>
                <c:pt idx="16486">
                  <c:v>58856</c:v>
                </c:pt>
                <c:pt idx="16487">
                  <c:v>58857</c:v>
                </c:pt>
                <c:pt idx="16488">
                  <c:v>58858</c:v>
                </c:pt>
                <c:pt idx="16489">
                  <c:v>58859</c:v>
                </c:pt>
                <c:pt idx="16490">
                  <c:v>58860</c:v>
                </c:pt>
                <c:pt idx="16491">
                  <c:v>58861</c:v>
                </c:pt>
                <c:pt idx="16492">
                  <c:v>58862</c:v>
                </c:pt>
                <c:pt idx="16493">
                  <c:v>58863</c:v>
                </c:pt>
                <c:pt idx="16494">
                  <c:v>58864</c:v>
                </c:pt>
                <c:pt idx="16495">
                  <c:v>58865</c:v>
                </c:pt>
                <c:pt idx="16496">
                  <c:v>58866</c:v>
                </c:pt>
                <c:pt idx="16497">
                  <c:v>58867</c:v>
                </c:pt>
                <c:pt idx="16498">
                  <c:v>58868</c:v>
                </c:pt>
                <c:pt idx="16499">
                  <c:v>58869</c:v>
                </c:pt>
                <c:pt idx="16500">
                  <c:v>58870</c:v>
                </c:pt>
                <c:pt idx="16501">
                  <c:v>58871</c:v>
                </c:pt>
                <c:pt idx="16502">
                  <c:v>58872</c:v>
                </c:pt>
                <c:pt idx="16503">
                  <c:v>58873</c:v>
                </c:pt>
                <c:pt idx="16504">
                  <c:v>58874</c:v>
                </c:pt>
                <c:pt idx="16505">
                  <c:v>58875</c:v>
                </c:pt>
                <c:pt idx="16506">
                  <c:v>58876</c:v>
                </c:pt>
                <c:pt idx="16507">
                  <c:v>58877</c:v>
                </c:pt>
                <c:pt idx="16508">
                  <c:v>58878</c:v>
                </c:pt>
                <c:pt idx="16509">
                  <c:v>58879</c:v>
                </c:pt>
                <c:pt idx="16510">
                  <c:v>58880</c:v>
                </c:pt>
                <c:pt idx="16511">
                  <c:v>58881</c:v>
                </c:pt>
                <c:pt idx="16512">
                  <c:v>58882</c:v>
                </c:pt>
                <c:pt idx="16513">
                  <c:v>58883</c:v>
                </c:pt>
                <c:pt idx="16514">
                  <c:v>58884</c:v>
                </c:pt>
                <c:pt idx="16515">
                  <c:v>58885</c:v>
                </c:pt>
                <c:pt idx="16516">
                  <c:v>58886</c:v>
                </c:pt>
                <c:pt idx="16517">
                  <c:v>58887</c:v>
                </c:pt>
                <c:pt idx="16518">
                  <c:v>58888</c:v>
                </c:pt>
                <c:pt idx="16519">
                  <c:v>58889</c:v>
                </c:pt>
                <c:pt idx="16520">
                  <c:v>58890</c:v>
                </c:pt>
                <c:pt idx="16521">
                  <c:v>58891</c:v>
                </c:pt>
                <c:pt idx="16522">
                  <c:v>58892</c:v>
                </c:pt>
                <c:pt idx="16523">
                  <c:v>58893</c:v>
                </c:pt>
                <c:pt idx="16524">
                  <c:v>58894</c:v>
                </c:pt>
                <c:pt idx="16525">
                  <c:v>58895</c:v>
                </c:pt>
                <c:pt idx="16526">
                  <c:v>58896</c:v>
                </c:pt>
                <c:pt idx="16527">
                  <c:v>58897</c:v>
                </c:pt>
                <c:pt idx="16528">
                  <c:v>58898</c:v>
                </c:pt>
                <c:pt idx="16529">
                  <c:v>58899</c:v>
                </c:pt>
                <c:pt idx="16530">
                  <c:v>58900</c:v>
                </c:pt>
                <c:pt idx="16531">
                  <c:v>58901</c:v>
                </c:pt>
                <c:pt idx="16532">
                  <c:v>58902</c:v>
                </c:pt>
                <c:pt idx="16533">
                  <c:v>58903</c:v>
                </c:pt>
                <c:pt idx="16534">
                  <c:v>58904</c:v>
                </c:pt>
                <c:pt idx="16535">
                  <c:v>58905</c:v>
                </c:pt>
                <c:pt idx="16536">
                  <c:v>58906</c:v>
                </c:pt>
                <c:pt idx="16537">
                  <c:v>58907</c:v>
                </c:pt>
                <c:pt idx="16538">
                  <c:v>58908</c:v>
                </c:pt>
                <c:pt idx="16539">
                  <c:v>58909</c:v>
                </c:pt>
                <c:pt idx="16540">
                  <c:v>58910</c:v>
                </c:pt>
                <c:pt idx="16541">
                  <c:v>58911</c:v>
                </c:pt>
                <c:pt idx="16542">
                  <c:v>58912</c:v>
                </c:pt>
                <c:pt idx="16543">
                  <c:v>58913</c:v>
                </c:pt>
                <c:pt idx="16544">
                  <c:v>58914</c:v>
                </c:pt>
                <c:pt idx="16545">
                  <c:v>58915</c:v>
                </c:pt>
                <c:pt idx="16546">
                  <c:v>58916</c:v>
                </c:pt>
                <c:pt idx="16547">
                  <c:v>58917</c:v>
                </c:pt>
                <c:pt idx="16548">
                  <c:v>58918</c:v>
                </c:pt>
                <c:pt idx="16549">
                  <c:v>58919</c:v>
                </c:pt>
                <c:pt idx="16550">
                  <c:v>58920</c:v>
                </c:pt>
                <c:pt idx="16551">
                  <c:v>58921</c:v>
                </c:pt>
                <c:pt idx="16552">
                  <c:v>58922</c:v>
                </c:pt>
                <c:pt idx="16553">
                  <c:v>58923</c:v>
                </c:pt>
                <c:pt idx="16554">
                  <c:v>58924</c:v>
                </c:pt>
                <c:pt idx="16555">
                  <c:v>58925</c:v>
                </c:pt>
                <c:pt idx="16556">
                  <c:v>58926</c:v>
                </c:pt>
                <c:pt idx="16557">
                  <c:v>58927</c:v>
                </c:pt>
                <c:pt idx="16558">
                  <c:v>58928</c:v>
                </c:pt>
                <c:pt idx="16559">
                  <c:v>58929</c:v>
                </c:pt>
                <c:pt idx="16560">
                  <c:v>58930</c:v>
                </c:pt>
                <c:pt idx="16561">
                  <c:v>58931</c:v>
                </c:pt>
                <c:pt idx="16562">
                  <c:v>58932</c:v>
                </c:pt>
                <c:pt idx="16563">
                  <c:v>58933</c:v>
                </c:pt>
                <c:pt idx="16564">
                  <c:v>58934</c:v>
                </c:pt>
                <c:pt idx="16565">
                  <c:v>58935</c:v>
                </c:pt>
                <c:pt idx="16566">
                  <c:v>58936</c:v>
                </c:pt>
                <c:pt idx="16567">
                  <c:v>58937</c:v>
                </c:pt>
                <c:pt idx="16568">
                  <c:v>58938</c:v>
                </c:pt>
                <c:pt idx="16569">
                  <c:v>58939</c:v>
                </c:pt>
                <c:pt idx="16570">
                  <c:v>58940</c:v>
                </c:pt>
                <c:pt idx="16571">
                  <c:v>58941</c:v>
                </c:pt>
                <c:pt idx="16572">
                  <c:v>58942</c:v>
                </c:pt>
                <c:pt idx="16573">
                  <c:v>58943</c:v>
                </c:pt>
                <c:pt idx="16574">
                  <c:v>58944</c:v>
                </c:pt>
                <c:pt idx="16575">
                  <c:v>58945</c:v>
                </c:pt>
                <c:pt idx="16576">
                  <c:v>58946</c:v>
                </c:pt>
                <c:pt idx="16577">
                  <c:v>58947</c:v>
                </c:pt>
                <c:pt idx="16578">
                  <c:v>58948</c:v>
                </c:pt>
                <c:pt idx="16579">
                  <c:v>58949</c:v>
                </c:pt>
                <c:pt idx="16580">
                  <c:v>58950</c:v>
                </c:pt>
                <c:pt idx="16581">
                  <c:v>58951</c:v>
                </c:pt>
                <c:pt idx="16582">
                  <c:v>58952</c:v>
                </c:pt>
                <c:pt idx="16583">
                  <c:v>58953</c:v>
                </c:pt>
                <c:pt idx="16584">
                  <c:v>58954</c:v>
                </c:pt>
                <c:pt idx="16585">
                  <c:v>58955</c:v>
                </c:pt>
                <c:pt idx="16586">
                  <c:v>58956</c:v>
                </c:pt>
                <c:pt idx="16587">
                  <c:v>58957</c:v>
                </c:pt>
                <c:pt idx="16588">
                  <c:v>58958</c:v>
                </c:pt>
                <c:pt idx="16589">
                  <c:v>58959</c:v>
                </c:pt>
                <c:pt idx="16590">
                  <c:v>58960</c:v>
                </c:pt>
                <c:pt idx="16591">
                  <c:v>58961</c:v>
                </c:pt>
                <c:pt idx="16592">
                  <c:v>58962</c:v>
                </c:pt>
                <c:pt idx="16593">
                  <c:v>58963</c:v>
                </c:pt>
                <c:pt idx="16594">
                  <c:v>58964</c:v>
                </c:pt>
                <c:pt idx="16595">
                  <c:v>58965</c:v>
                </c:pt>
                <c:pt idx="16596">
                  <c:v>58966</c:v>
                </c:pt>
                <c:pt idx="16597">
                  <c:v>58967</c:v>
                </c:pt>
                <c:pt idx="16598">
                  <c:v>58968</c:v>
                </c:pt>
                <c:pt idx="16599">
                  <c:v>58969</c:v>
                </c:pt>
                <c:pt idx="16600">
                  <c:v>58970</c:v>
                </c:pt>
                <c:pt idx="16601">
                  <c:v>58971</c:v>
                </c:pt>
                <c:pt idx="16602">
                  <c:v>58972</c:v>
                </c:pt>
                <c:pt idx="16603">
                  <c:v>58973</c:v>
                </c:pt>
                <c:pt idx="16604">
                  <c:v>58974</c:v>
                </c:pt>
                <c:pt idx="16605">
                  <c:v>58975</c:v>
                </c:pt>
                <c:pt idx="16606">
                  <c:v>58976</c:v>
                </c:pt>
                <c:pt idx="16607">
                  <c:v>58977</c:v>
                </c:pt>
                <c:pt idx="16608">
                  <c:v>58978</c:v>
                </c:pt>
                <c:pt idx="16609">
                  <c:v>58979</c:v>
                </c:pt>
                <c:pt idx="16610">
                  <c:v>58980</c:v>
                </c:pt>
                <c:pt idx="16611">
                  <c:v>58981</c:v>
                </c:pt>
                <c:pt idx="16612">
                  <c:v>58982</c:v>
                </c:pt>
                <c:pt idx="16613">
                  <c:v>58983</c:v>
                </c:pt>
                <c:pt idx="16614">
                  <c:v>58984</c:v>
                </c:pt>
                <c:pt idx="16615">
                  <c:v>58985</c:v>
                </c:pt>
                <c:pt idx="16616">
                  <c:v>58986</c:v>
                </c:pt>
                <c:pt idx="16617">
                  <c:v>58987</c:v>
                </c:pt>
                <c:pt idx="16618">
                  <c:v>58988</c:v>
                </c:pt>
                <c:pt idx="16619">
                  <c:v>58989</c:v>
                </c:pt>
                <c:pt idx="16620">
                  <c:v>58990</c:v>
                </c:pt>
                <c:pt idx="16621">
                  <c:v>58991</c:v>
                </c:pt>
                <c:pt idx="16622">
                  <c:v>58992</c:v>
                </c:pt>
                <c:pt idx="16623">
                  <c:v>58993</c:v>
                </c:pt>
                <c:pt idx="16624">
                  <c:v>58994</c:v>
                </c:pt>
                <c:pt idx="16625">
                  <c:v>58995</c:v>
                </c:pt>
                <c:pt idx="16626">
                  <c:v>58996</c:v>
                </c:pt>
                <c:pt idx="16627">
                  <c:v>58997</c:v>
                </c:pt>
                <c:pt idx="16628">
                  <c:v>58998</c:v>
                </c:pt>
                <c:pt idx="16629">
                  <c:v>58999</c:v>
                </c:pt>
                <c:pt idx="16630">
                  <c:v>59000</c:v>
                </c:pt>
                <c:pt idx="16631">
                  <c:v>59001</c:v>
                </c:pt>
                <c:pt idx="16632">
                  <c:v>59002</c:v>
                </c:pt>
                <c:pt idx="16633">
                  <c:v>59003</c:v>
                </c:pt>
                <c:pt idx="16634">
                  <c:v>59004</c:v>
                </c:pt>
                <c:pt idx="16635">
                  <c:v>59005</c:v>
                </c:pt>
                <c:pt idx="16636">
                  <c:v>59006</c:v>
                </c:pt>
                <c:pt idx="16637">
                  <c:v>59007</c:v>
                </c:pt>
                <c:pt idx="16638">
                  <c:v>59008</c:v>
                </c:pt>
                <c:pt idx="16639">
                  <c:v>59009</c:v>
                </c:pt>
                <c:pt idx="16640">
                  <c:v>59010</c:v>
                </c:pt>
                <c:pt idx="16641">
                  <c:v>59011</c:v>
                </c:pt>
                <c:pt idx="16642">
                  <c:v>59012</c:v>
                </c:pt>
                <c:pt idx="16643">
                  <c:v>59013</c:v>
                </c:pt>
                <c:pt idx="16644">
                  <c:v>59014</c:v>
                </c:pt>
                <c:pt idx="16645">
                  <c:v>59015</c:v>
                </c:pt>
                <c:pt idx="16646">
                  <c:v>59016</c:v>
                </c:pt>
                <c:pt idx="16647">
                  <c:v>59017</c:v>
                </c:pt>
                <c:pt idx="16648">
                  <c:v>59018</c:v>
                </c:pt>
                <c:pt idx="16649">
                  <c:v>59019</c:v>
                </c:pt>
                <c:pt idx="16650">
                  <c:v>59020</c:v>
                </c:pt>
                <c:pt idx="16651">
                  <c:v>59021</c:v>
                </c:pt>
                <c:pt idx="16652">
                  <c:v>59022</c:v>
                </c:pt>
                <c:pt idx="16653">
                  <c:v>59023</c:v>
                </c:pt>
                <c:pt idx="16654">
                  <c:v>59024</c:v>
                </c:pt>
                <c:pt idx="16655">
                  <c:v>59025</c:v>
                </c:pt>
                <c:pt idx="16656">
                  <c:v>59026</c:v>
                </c:pt>
                <c:pt idx="16657">
                  <c:v>59027</c:v>
                </c:pt>
                <c:pt idx="16658">
                  <c:v>59028</c:v>
                </c:pt>
                <c:pt idx="16659">
                  <c:v>59029</c:v>
                </c:pt>
                <c:pt idx="16660">
                  <c:v>59030</c:v>
                </c:pt>
                <c:pt idx="16661">
                  <c:v>59031</c:v>
                </c:pt>
                <c:pt idx="16662">
                  <c:v>59032</c:v>
                </c:pt>
                <c:pt idx="16663">
                  <c:v>59033</c:v>
                </c:pt>
                <c:pt idx="16664">
                  <c:v>59034</c:v>
                </c:pt>
                <c:pt idx="16665">
                  <c:v>59035</c:v>
                </c:pt>
                <c:pt idx="16666">
                  <c:v>59036</c:v>
                </c:pt>
                <c:pt idx="16667">
                  <c:v>59037</c:v>
                </c:pt>
                <c:pt idx="16668">
                  <c:v>59038</c:v>
                </c:pt>
                <c:pt idx="16669">
                  <c:v>59039</c:v>
                </c:pt>
                <c:pt idx="16670">
                  <c:v>59040</c:v>
                </c:pt>
                <c:pt idx="16671">
                  <c:v>59041</c:v>
                </c:pt>
                <c:pt idx="16672">
                  <c:v>59042</c:v>
                </c:pt>
                <c:pt idx="16673">
                  <c:v>59043</c:v>
                </c:pt>
                <c:pt idx="16674">
                  <c:v>59044</c:v>
                </c:pt>
                <c:pt idx="16675">
                  <c:v>59045</c:v>
                </c:pt>
                <c:pt idx="16676">
                  <c:v>59046</c:v>
                </c:pt>
                <c:pt idx="16677">
                  <c:v>59047</c:v>
                </c:pt>
                <c:pt idx="16678">
                  <c:v>59048</c:v>
                </c:pt>
                <c:pt idx="16679">
                  <c:v>59049</c:v>
                </c:pt>
                <c:pt idx="16680">
                  <c:v>59050</c:v>
                </c:pt>
                <c:pt idx="16681">
                  <c:v>59051</c:v>
                </c:pt>
                <c:pt idx="16682">
                  <c:v>59052</c:v>
                </c:pt>
                <c:pt idx="16683">
                  <c:v>59053</c:v>
                </c:pt>
                <c:pt idx="16684">
                  <c:v>59054</c:v>
                </c:pt>
                <c:pt idx="16685">
                  <c:v>59055</c:v>
                </c:pt>
                <c:pt idx="16686">
                  <c:v>59056</c:v>
                </c:pt>
                <c:pt idx="16687">
                  <c:v>59057</c:v>
                </c:pt>
                <c:pt idx="16688">
                  <c:v>59058</c:v>
                </c:pt>
                <c:pt idx="16689">
                  <c:v>59059</c:v>
                </c:pt>
                <c:pt idx="16690">
                  <c:v>59060</c:v>
                </c:pt>
                <c:pt idx="16691">
                  <c:v>59061</c:v>
                </c:pt>
                <c:pt idx="16692">
                  <c:v>59062</c:v>
                </c:pt>
                <c:pt idx="16693">
                  <c:v>59063</c:v>
                </c:pt>
                <c:pt idx="16694">
                  <c:v>59064</c:v>
                </c:pt>
                <c:pt idx="16695">
                  <c:v>59065</c:v>
                </c:pt>
                <c:pt idx="16696">
                  <c:v>59066</c:v>
                </c:pt>
                <c:pt idx="16697">
                  <c:v>59067</c:v>
                </c:pt>
                <c:pt idx="16698">
                  <c:v>59068</c:v>
                </c:pt>
                <c:pt idx="16699">
                  <c:v>59069</c:v>
                </c:pt>
                <c:pt idx="16700">
                  <c:v>59070</c:v>
                </c:pt>
                <c:pt idx="16701">
                  <c:v>59071</c:v>
                </c:pt>
                <c:pt idx="16702">
                  <c:v>59072</c:v>
                </c:pt>
                <c:pt idx="16703">
                  <c:v>59073</c:v>
                </c:pt>
                <c:pt idx="16704">
                  <c:v>59074</c:v>
                </c:pt>
                <c:pt idx="16705">
                  <c:v>59075</c:v>
                </c:pt>
                <c:pt idx="16706">
                  <c:v>59076</c:v>
                </c:pt>
                <c:pt idx="16707">
                  <c:v>59077</c:v>
                </c:pt>
                <c:pt idx="16708">
                  <c:v>59078</c:v>
                </c:pt>
                <c:pt idx="16709">
                  <c:v>59079</c:v>
                </c:pt>
                <c:pt idx="16710">
                  <c:v>59080</c:v>
                </c:pt>
                <c:pt idx="16711">
                  <c:v>59081</c:v>
                </c:pt>
                <c:pt idx="16712">
                  <c:v>59082</c:v>
                </c:pt>
                <c:pt idx="16713">
                  <c:v>59083</c:v>
                </c:pt>
                <c:pt idx="16714">
                  <c:v>59084</c:v>
                </c:pt>
                <c:pt idx="16715">
                  <c:v>59085</c:v>
                </c:pt>
                <c:pt idx="16716">
                  <c:v>59086</c:v>
                </c:pt>
                <c:pt idx="16717">
                  <c:v>59087</c:v>
                </c:pt>
                <c:pt idx="16718">
                  <c:v>59088</c:v>
                </c:pt>
                <c:pt idx="16719">
                  <c:v>59089</c:v>
                </c:pt>
                <c:pt idx="16720">
                  <c:v>59090</c:v>
                </c:pt>
                <c:pt idx="16721">
                  <c:v>59091</c:v>
                </c:pt>
                <c:pt idx="16722">
                  <c:v>59092</c:v>
                </c:pt>
                <c:pt idx="16723">
                  <c:v>59093</c:v>
                </c:pt>
                <c:pt idx="16724">
                  <c:v>59094</c:v>
                </c:pt>
                <c:pt idx="16725">
                  <c:v>59095</c:v>
                </c:pt>
                <c:pt idx="16726">
                  <c:v>59096</c:v>
                </c:pt>
                <c:pt idx="16727">
                  <c:v>59097</c:v>
                </c:pt>
                <c:pt idx="16728">
                  <c:v>59098</c:v>
                </c:pt>
                <c:pt idx="16729">
                  <c:v>59099</c:v>
                </c:pt>
                <c:pt idx="16730">
                  <c:v>59100</c:v>
                </c:pt>
                <c:pt idx="16731">
                  <c:v>59101</c:v>
                </c:pt>
                <c:pt idx="16732">
                  <c:v>59102</c:v>
                </c:pt>
                <c:pt idx="16733">
                  <c:v>59103</c:v>
                </c:pt>
                <c:pt idx="16734">
                  <c:v>59104</c:v>
                </c:pt>
                <c:pt idx="16735">
                  <c:v>59105</c:v>
                </c:pt>
                <c:pt idx="16736">
                  <c:v>59106</c:v>
                </c:pt>
                <c:pt idx="16737">
                  <c:v>59107</c:v>
                </c:pt>
                <c:pt idx="16738">
                  <c:v>59108</c:v>
                </c:pt>
                <c:pt idx="16739">
                  <c:v>59109</c:v>
                </c:pt>
                <c:pt idx="16740">
                  <c:v>59110</c:v>
                </c:pt>
                <c:pt idx="16741">
                  <c:v>59111</c:v>
                </c:pt>
                <c:pt idx="16742">
                  <c:v>59112</c:v>
                </c:pt>
                <c:pt idx="16743">
                  <c:v>59113</c:v>
                </c:pt>
                <c:pt idx="16744">
                  <c:v>59114</c:v>
                </c:pt>
                <c:pt idx="16745">
                  <c:v>59115</c:v>
                </c:pt>
                <c:pt idx="16746">
                  <c:v>59116</c:v>
                </c:pt>
                <c:pt idx="16747">
                  <c:v>59117</c:v>
                </c:pt>
                <c:pt idx="16748">
                  <c:v>59118</c:v>
                </c:pt>
                <c:pt idx="16749">
                  <c:v>59119</c:v>
                </c:pt>
                <c:pt idx="16750">
                  <c:v>59120</c:v>
                </c:pt>
                <c:pt idx="16751">
                  <c:v>59121</c:v>
                </c:pt>
                <c:pt idx="16752">
                  <c:v>59122</c:v>
                </c:pt>
                <c:pt idx="16753">
                  <c:v>59123</c:v>
                </c:pt>
                <c:pt idx="16754">
                  <c:v>59124</c:v>
                </c:pt>
                <c:pt idx="16755">
                  <c:v>59125</c:v>
                </c:pt>
                <c:pt idx="16756">
                  <c:v>59126</c:v>
                </c:pt>
                <c:pt idx="16757">
                  <c:v>59127</c:v>
                </c:pt>
                <c:pt idx="16758">
                  <c:v>59128</c:v>
                </c:pt>
                <c:pt idx="16759">
                  <c:v>59129</c:v>
                </c:pt>
                <c:pt idx="16760">
                  <c:v>59130</c:v>
                </c:pt>
                <c:pt idx="16761">
                  <c:v>59131</c:v>
                </c:pt>
                <c:pt idx="16762">
                  <c:v>59132</c:v>
                </c:pt>
                <c:pt idx="16763">
                  <c:v>59133</c:v>
                </c:pt>
                <c:pt idx="16764">
                  <c:v>59134</c:v>
                </c:pt>
                <c:pt idx="16765">
                  <c:v>59135</c:v>
                </c:pt>
                <c:pt idx="16766">
                  <c:v>59136</c:v>
                </c:pt>
                <c:pt idx="16767">
                  <c:v>59137</c:v>
                </c:pt>
                <c:pt idx="16768">
                  <c:v>59138</c:v>
                </c:pt>
                <c:pt idx="16769">
                  <c:v>59139</c:v>
                </c:pt>
                <c:pt idx="16770">
                  <c:v>59140</c:v>
                </c:pt>
                <c:pt idx="16771">
                  <c:v>59141</c:v>
                </c:pt>
                <c:pt idx="16772">
                  <c:v>59142</c:v>
                </c:pt>
                <c:pt idx="16773">
                  <c:v>59143</c:v>
                </c:pt>
                <c:pt idx="16774">
                  <c:v>59144</c:v>
                </c:pt>
                <c:pt idx="16775">
                  <c:v>59145</c:v>
                </c:pt>
                <c:pt idx="16776">
                  <c:v>59146</c:v>
                </c:pt>
                <c:pt idx="16777">
                  <c:v>59147</c:v>
                </c:pt>
                <c:pt idx="16778">
                  <c:v>59148</c:v>
                </c:pt>
                <c:pt idx="16779">
                  <c:v>59149</c:v>
                </c:pt>
                <c:pt idx="16780">
                  <c:v>59150</c:v>
                </c:pt>
                <c:pt idx="16781">
                  <c:v>59151</c:v>
                </c:pt>
                <c:pt idx="16782">
                  <c:v>59152</c:v>
                </c:pt>
                <c:pt idx="16783">
                  <c:v>59153</c:v>
                </c:pt>
                <c:pt idx="16784">
                  <c:v>59154</c:v>
                </c:pt>
                <c:pt idx="16785">
                  <c:v>59155</c:v>
                </c:pt>
                <c:pt idx="16786">
                  <c:v>59156</c:v>
                </c:pt>
                <c:pt idx="16787">
                  <c:v>59157</c:v>
                </c:pt>
                <c:pt idx="16788">
                  <c:v>59158</c:v>
                </c:pt>
                <c:pt idx="16789">
                  <c:v>59159</c:v>
                </c:pt>
                <c:pt idx="16790">
                  <c:v>59160</c:v>
                </c:pt>
                <c:pt idx="16791">
                  <c:v>59161</c:v>
                </c:pt>
                <c:pt idx="16792">
                  <c:v>59162</c:v>
                </c:pt>
                <c:pt idx="16793">
                  <c:v>59163</c:v>
                </c:pt>
                <c:pt idx="16794">
                  <c:v>59164</c:v>
                </c:pt>
                <c:pt idx="16795">
                  <c:v>59165</c:v>
                </c:pt>
                <c:pt idx="16796">
                  <c:v>59166</c:v>
                </c:pt>
                <c:pt idx="16797">
                  <c:v>59167</c:v>
                </c:pt>
                <c:pt idx="16798">
                  <c:v>59168</c:v>
                </c:pt>
                <c:pt idx="16799">
                  <c:v>59169</c:v>
                </c:pt>
                <c:pt idx="16800">
                  <c:v>59170</c:v>
                </c:pt>
                <c:pt idx="16801">
                  <c:v>59171</c:v>
                </c:pt>
                <c:pt idx="16802">
                  <c:v>59172</c:v>
                </c:pt>
                <c:pt idx="16803">
                  <c:v>59173</c:v>
                </c:pt>
                <c:pt idx="16804">
                  <c:v>59174</c:v>
                </c:pt>
                <c:pt idx="16805">
                  <c:v>59175</c:v>
                </c:pt>
                <c:pt idx="16806">
                  <c:v>59176</c:v>
                </c:pt>
                <c:pt idx="16807">
                  <c:v>59177</c:v>
                </c:pt>
                <c:pt idx="16808">
                  <c:v>59178</c:v>
                </c:pt>
                <c:pt idx="16809">
                  <c:v>59179</c:v>
                </c:pt>
                <c:pt idx="16810">
                  <c:v>59180</c:v>
                </c:pt>
                <c:pt idx="16811">
                  <c:v>59181</c:v>
                </c:pt>
                <c:pt idx="16812">
                  <c:v>59182</c:v>
                </c:pt>
                <c:pt idx="16813">
                  <c:v>59183</c:v>
                </c:pt>
                <c:pt idx="16814">
                  <c:v>59184</c:v>
                </c:pt>
                <c:pt idx="16815">
                  <c:v>59185</c:v>
                </c:pt>
                <c:pt idx="16816">
                  <c:v>59186</c:v>
                </c:pt>
                <c:pt idx="16817">
                  <c:v>59187</c:v>
                </c:pt>
                <c:pt idx="16818">
                  <c:v>59188</c:v>
                </c:pt>
                <c:pt idx="16819">
                  <c:v>59189</c:v>
                </c:pt>
                <c:pt idx="16820">
                  <c:v>59190</c:v>
                </c:pt>
                <c:pt idx="16821">
                  <c:v>59191</c:v>
                </c:pt>
                <c:pt idx="16822">
                  <c:v>59192</c:v>
                </c:pt>
                <c:pt idx="16823">
                  <c:v>59193</c:v>
                </c:pt>
                <c:pt idx="16824">
                  <c:v>59194</c:v>
                </c:pt>
                <c:pt idx="16825">
                  <c:v>59195</c:v>
                </c:pt>
                <c:pt idx="16826">
                  <c:v>59196</c:v>
                </c:pt>
                <c:pt idx="16827">
                  <c:v>59197</c:v>
                </c:pt>
                <c:pt idx="16828">
                  <c:v>59198</c:v>
                </c:pt>
                <c:pt idx="16829">
                  <c:v>59199</c:v>
                </c:pt>
                <c:pt idx="16830">
                  <c:v>59200</c:v>
                </c:pt>
                <c:pt idx="16831">
                  <c:v>59201</c:v>
                </c:pt>
                <c:pt idx="16832">
                  <c:v>59202</c:v>
                </c:pt>
                <c:pt idx="16833">
                  <c:v>59203</c:v>
                </c:pt>
                <c:pt idx="16834">
                  <c:v>59204</c:v>
                </c:pt>
                <c:pt idx="16835">
                  <c:v>59205</c:v>
                </c:pt>
                <c:pt idx="16836">
                  <c:v>59206</c:v>
                </c:pt>
                <c:pt idx="16837">
                  <c:v>59207</c:v>
                </c:pt>
                <c:pt idx="16838">
                  <c:v>59208</c:v>
                </c:pt>
                <c:pt idx="16839">
                  <c:v>59209</c:v>
                </c:pt>
                <c:pt idx="16840">
                  <c:v>59210</c:v>
                </c:pt>
                <c:pt idx="16841">
                  <c:v>59211</c:v>
                </c:pt>
                <c:pt idx="16842">
                  <c:v>59212</c:v>
                </c:pt>
                <c:pt idx="16843">
                  <c:v>59213</c:v>
                </c:pt>
                <c:pt idx="16844">
                  <c:v>59214</c:v>
                </c:pt>
                <c:pt idx="16845">
                  <c:v>59215</c:v>
                </c:pt>
                <c:pt idx="16846">
                  <c:v>59216</c:v>
                </c:pt>
                <c:pt idx="16847">
                  <c:v>59217</c:v>
                </c:pt>
                <c:pt idx="16848">
                  <c:v>59218</c:v>
                </c:pt>
                <c:pt idx="16849">
                  <c:v>59219</c:v>
                </c:pt>
                <c:pt idx="16850">
                  <c:v>59220</c:v>
                </c:pt>
                <c:pt idx="16851">
                  <c:v>59221</c:v>
                </c:pt>
                <c:pt idx="16852">
                  <c:v>59222</c:v>
                </c:pt>
                <c:pt idx="16853">
                  <c:v>59223</c:v>
                </c:pt>
                <c:pt idx="16854">
                  <c:v>59224</c:v>
                </c:pt>
                <c:pt idx="16855">
                  <c:v>59225</c:v>
                </c:pt>
                <c:pt idx="16856">
                  <c:v>59226</c:v>
                </c:pt>
                <c:pt idx="16857">
                  <c:v>59227</c:v>
                </c:pt>
                <c:pt idx="16858">
                  <c:v>59228</c:v>
                </c:pt>
                <c:pt idx="16859">
                  <c:v>59229</c:v>
                </c:pt>
                <c:pt idx="16860">
                  <c:v>59230</c:v>
                </c:pt>
                <c:pt idx="16861">
                  <c:v>59231</c:v>
                </c:pt>
                <c:pt idx="16862">
                  <c:v>59232</c:v>
                </c:pt>
                <c:pt idx="16863">
                  <c:v>59233</c:v>
                </c:pt>
                <c:pt idx="16864">
                  <c:v>59234</c:v>
                </c:pt>
                <c:pt idx="16865">
                  <c:v>59235</c:v>
                </c:pt>
                <c:pt idx="16866">
                  <c:v>59236</c:v>
                </c:pt>
                <c:pt idx="16867">
                  <c:v>59237</c:v>
                </c:pt>
                <c:pt idx="16868">
                  <c:v>59238</c:v>
                </c:pt>
                <c:pt idx="16869">
                  <c:v>59239</c:v>
                </c:pt>
                <c:pt idx="16870">
                  <c:v>59240</c:v>
                </c:pt>
                <c:pt idx="16871">
                  <c:v>59241</c:v>
                </c:pt>
                <c:pt idx="16872">
                  <c:v>59242</c:v>
                </c:pt>
                <c:pt idx="16873">
                  <c:v>59243</c:v>
                </c:pt>
                <c:pt idx="16874">
                  <c:v>59244</c:v>
                </c:pt>
                <c:pt idx="16875">
                  <c:v>59245</c:v>
                </c:pt>
                <c:pt idx="16876">
                  <c:v>59246</c:v>
                </c:pt>
                <c:pt idx="16877">
                  <c:v>59247</c:v>
                </c:pt>
                <c:pt idx="16878">
                  <c:v>59248</c:v>
                </c:pt>
                <c:pt idx="16879">
                  <c:v>59249</c:v>
                </c:pt>
                <c:pt idx="16880">
                  <c:v>59250</c:v>
                </c:pt>
                <c:pt idx="16881">
                  <c:v>59251</c:v>
                </c:pt>
                <c:pt idx="16882">
                  <c:v>59252</c:v>
                </c:pt>
                <c:pt idx="16883">
                  <c:v>59253</c:v>
                </c:pt>
                <c:pt idx="16884">
                  <c:v>59254</c:v>
                </c:pt>
                <c:pt idx="16885">
                  <c:v>59255</c:v>
                </c:pt>
                <c:pt idx="16886">
                  <c:v>59256</c:v>
                </c:pt>
                <c:pt idx="16887">
                  <c:v>59257</c:v>
                </c:pt>
                <c:pt idx="16888">
                  <c:v>59258</c:v>
                </c:pt>
                <c:pt idx="16889">
                  <c:v>59259</c:v>
                </c:pt>
                <c:pt idx="16890">
                  <c:v>59260</c:v>
                </c:pt>
                <c:pt idx="16891">
                  <c:v>59261</c:v>
                </c:pt>
                <c:pt idx="16892">
                  <c:v>59262</c:v>
                </c:pt>
                <c:pt idx="16893">
                  <c:v>59263</c:v>
                </c:pt>
                <c:pt idx="16894">
                  <c:v>59264</c:v>
                </c:pt>
                <c:pt idx="16895">
                  <c:v>59265</c:v>
                </c:pt>
                <c:pt idx="16896">
                  <c:v>59266</c:v>
                </c:pt>
                <c:pt idx="16897">
                  <c:v>59267</c:v>
                </c:pt>
                <c:pt idx="16898">
                  <c:v>59268</c:v>
                </c:pt>
                <c:pt idx="16899">
                  <c:v>59269</c:v>
                </c:pt>
                <c:pt idx="16900">
                  <c:v>59270</c:v>
                </c:pt>
                <c:pt idx="16901">
                  <c:v>59271</c:v>
                </c:pt>
                <c:pt idx="16902">
                  <c:v>59272</c:v>
                </c:pt>
                <c:pt idx="16903">
                  <c:v>59273</c:v>
                </c:pt>
                <c:pt idx="16904">
                  <c:v>59274</c:v>
                </c:pt>
                <c:pt idx="16905">
                  <c:v>59275</c:v>
                </c:pt>
                <c:pt idx="16906">
                  <c:v>59276</c:v>
                </c:pt>
                <c:pt idx="16907">
                  <c:v>59277</c:v>
                </c:pt>
                <c:pt idx="16908">
                  <c:v>59278</c:v>
                </c:pt>
                <c:pt idx="16909">
                  <c:v>59279</c:v>
                </c:pt>
                <c:pt idx="16910">
                  <c:v>59280</c:v>
                </c:pt>
                <c:pt idx="16911">
                  <c:v>59281</c:v>
                </c:pt>
                <c:pt idx="16912">
                  <c:v>59282</c:v>
                </c:pt>
                <c:pt idx="16913">
                  <c:v>59283</c:v>
                </c:pt>
                <c:pt idx="16914">
                  <c:v>59284</c:v>
                </c:pt>
                <c:pt idx="16915">
                  <c:v>59285</c:v>
                </c:pt>
                <c:pt idx="16916">
                  <c:v>59286</c:v>
                </c:pt>
                <c:pt idx="16917">
                  <c:v>59287</c:v>
                </c:pt>
                <c:pt idx="16918">
                  <c:v>59288</c:v>
                </c:pt>
                <c:pt idx="16919">
                  <c:v>59289</c:v>
                </c:pt>
                <c:pt idx="16920">
                  <c:v>59290</c:v>
                </c:pt>
                <c:pt idx="16921">
                  <c:v>59291</c:v>
                </c:pt>
                <c:pt idx="16922">
                  <c:v>59292</c:v>
                </c:pt>
                <c:pt idx="16923">
                  <c:v>59293</c:v>
                </c:pt>
                <c:pt idx="16924">
                  <c:v>59294</c:v>
                </c:pt>
                <c:pt idx="16925">
                  <c:v>59295</c:v>
                </c:pt>
                <c:pt idx="16926">
                  <c:v>59296</c:v>
                </c:pt>
                <c:pt idx="16927">
                  <c:v>59297</c:v>
                </c:pt>
                <c:pt idx="16928">
                  <c:v>59298</c:v>
                </c:pt>
                <c:pt idx="16929">
                  <c:v>59299</c:v>
                </c:pt>
                <c:pt idx="16930">
                  <c:v>59300</c:v>
                </c:pt>
                <c:pt idx="16931">
                  <c:v>59301</c:v>
                </c:pt>
                <c:pt idx="16932">
                  <c:v>59302</c:v>
                </c:pt>
                <c:pt idx="16933">
                  <c:v>59303</c:v>
                </c:pt>
                <c:pt idx="16934">
                  <c:v>59304</c:v>
                </c:pt>
                <c:pt idx="16935">
                  <c:v>59305</c:v>
                </c:pt>
                <c:pt idx="16936">
                  <c:v>59306</c:v>
                </c:pt>
                <c:pt idx="16937">
                  <c:v>59307</c:v>
                </c:pt>
                <c:pt idx="16938">
                  <c:v>59308</c:v>
                </c:pt>
                <c:pt idx="16939">
                  <c:v>59309</c:v>
                </c:pt>
                <c:pt idx="16940">
                  <c:v>59310</c:v>
                </c:pt>
                <c:pt idx="16941">
                  <c:v>59311</c:v>
                </c:pt>
                <c:pt idx="16942">
                  <c:v>59312</c:v>
                </c:pt>
                <c:pt idx="16943">
                  <c:v>59313</c:v>
                </c:pt>
                <c:pt idx="16944">
                  <c:v>59314</c:v>
                </c:pt>
                <c:pt idx="16945">
                  <c:v>59315</c:v>
                </c:pt>
                <c:pt idx="16946">
                  <c:v>59316</c:v>
                </c:pt>
                <c:pt idx="16947">
                  <c:v>59317</c:v>
                </c:pt>
                <c:pt idx="16948">
                  <c:v>59318</c:v>
                </c:pt>
                <c:pt idx="16949">
                  <c:v>59319</c:v>
                </c:pt>
                <c:pt idx="16950">
                  <c:v>59320</c:v>
                </c:pt>
                <c:pt idx="16951">
                  <c:v>59321</c:v>
                </c:pt>
                <c:pt idx="16952">
                  <c:v>59322</c:v>
                </c:pt>
                <c:pt idx="16953">
                  <c:v>59323</c:v>
                </c:pt>
                <c:pt idx="16954">
                  <c:v>59324</c:v>
                </c:pt>
                <c:pt idx="16955">
                  <c:v>59325</c:v>
                </c:pt>
                <c:pt idx="16956">
                  <c:v>59326</c:v>
                </c:pt>
                <c:pt idx="16957">
                  <c:v>59327</c:v>
                </c:pt>
                <c:pt idx="16958">
                  <c:v>59328</c:v>
                </c:pt>
                <c:pt idx="16959">
                  <c:v>59329</c:v>
                </c:pt>
                <c:pt idx="16960">
                  <c:v>59330</c:v>
                </c:pt>
                <c:pt idx="16961">
                  <c:v>59331</c:v>
                </c:pt>
                <c:pt idx="16962">
                  <c:v>59332</c:v>
                </c:pt>
                <c:pt idx="16963">
                  <c:v>59333</c:v>
                </c:pt>
                <c:pt idx="16964">
                  <c:v>59334</c:v>
                </c:pt>
                <c:pt idx="16965">
                  <c:v>59335</c:v>
                </c:pt>
                <c:pt idx="16966">
                  <c:v>59336</c:v>
                </c:pt>
                <c:pt idx="16967">
                  <c:v>59337</c:v>
                </c:pt>
                <c:pt idx="16968">
                  <c:v>59338</c:v>
                </c:pt>
                <c:pt idx="16969">
                  <c:v>59339</c:v>
                </c:pt>
                <c:pt idx="16970">
                  <c:v>59340</c:v>
                </c:pt>
                <c:pt idx="16971">
                  <c:v>59341</c:v>
                </c:pt>
                <c:pt idx="16972">
                  <c:v>59342</c:v>
                </c:pt>
                <c:pt idx="16973">
                  <c:v>59343</c:v>
                </c:pt>
                <c:pt idx="16974">
                  <c:v>59344</c:v>
                </c:pt>
                <c:pt idx="16975">
                  <c:v>59345</c:v>
                </c:pt>
                <c:pt idx="16976">
                  <c:v>59346</c:v>
                </c:pt>
                <c:pt idx="16977">
                  <c:v>59347</c:v>
                </c:pt>
                <c:pt idx="16978">
                  <c:v>59348</c:v>
                </c:pt>
                <c:pt idx="16979">
                  <c:v>59349</c:v>
                </c:pt>
                <c:pt idx="16980">
                  <c:v>59350</c:v>
                </c:pt>
                <c:pt idx="16981">
                  <c:v>59351</c:v>
                </c:pt>
                <c:pt idx="16982">
                  <c:v>59352</c:v>
                </c:pt>
                <c:pt idx="16983">
                  <c:v>59353</c:v>
                </c:pt>
                <c:pt idx="16984">
                  <c:v>59354</c:v>
                </c:pt>
                <c:pt idx="16985">
                  <c:v>59355</c:v>
                </c:pt>
                <c:pt idx="16986">
                  <c:v>59356</c:v>
                </c:pt>
                <c:pt idx="16987">
                  <c:v>59357</c:v>
                </c:pt>
                <c:pt idx="16988">
                  <c:v>59358</c:v>
                </c:pt>
                <c:pt idx="16989">
                  <c:v>59359</c:v>
                </c:pt>
                <c:pt idx="16990">
                  <c:v>59360</c:v>
                </c:pt>
                <c:pt idx="16991">
                  <c:v>59361</c:v>
                </c:pt>
                <c:pt idx="16992">
                  <c:v>59362</c:v>
                </c:pt>
                <c:pt idx="16993">
                  <c:v>59363</c:v>
                </c:pt>
                <c:pt idx="16994">
                  <c:v>59364</c:v>
                </c:pt>
                <c:pt idx="16995">
                  <c:v>59365</c:v>
                </c:pt>
                <c:pt idx="16996">
                  <c:v>59366</c:v>
                </c:pt>
                <c:pt idx="16997">
                  <c:v>59367</c:v>
                </c:pt>
                <c:pt idx="16998">
                  <c:v>59368</c:v>
                </c:pt>
                <c:pt idx="16999">
                  <c:v>59369</c:v>
                </c:pt>
                <c:pt idx="17000">
                  <c:v>59370</c:v>
                </c:pt>
                <c:pt idx="17001">
                  <c:v>59371</c:v>
                </c:pt>
                <c:pt idx="17002">
                  <c:v>59372</c:v>
                </c:pt>
                <c:pt idx="17003">
                  <c:v>59373</c:v>
                </c:pt>
                <c:pt idx="17004">
                  <c:v>59374</c:v>
                </c:pt>
                <c:pt idx="17005">
                  <c:v>59375</c:v>
                </c:pt>
                <c:pt idx="17006">
                  <c:v>59376</c:v>
                </c:pt>
                <c:pt idx="17007">
                  <c:v>59377</c:v>
                </c:pt>
                <c:pt idx="17008">
                  <c:v>59378</c:v>
                </c:pt>
                <c:pt idx="17009">
                  <c:v>59379</c:v>
                </c:pt>
                <c:pt idx="17010">
                  <c:v>59380</c:v>
                </c:pt>
                <c:pt idx="17011">
                  <c:v>59381</c:v>
                </c:pt>
                <c:pt idx="17012">
                  <c:v>59382</c:v>
                </c:pt>
                <c:pt idx="17013">
                  <c:v>59383</c:v>
                </c:pt>
                <c:pt idx="17014">
                  <c:v>59384</c:v>
                </c:pt>
                <c:pt idx="17015">
                  <c:v>59385</c:v>
                </c:pt>
                <c:pt idx="17016">
                  <c:v>59386</c:v>
                </c:pt>
                <c:pt idx="17017">
                  <c:v>59387</c:v>
                </c:pt>
                <c:pt idx="17018">
                  <c:v>59388</c:v>
                </c:pt>
                <c:pt idx="17019">
                  <c:v>59389</c:v>
                </c:pt>
                <c:pt idx="17020">
                  <c:v>59390</c:v>
                </c:pt>
                <c:pt idx="17021">
                  <c:v>59391</c:v>
                </c:pt>
                <c:pt idx="17022">
                  <c:v>59392</c:v>
                </c:pt>
                <c:pt idx="17023">
                  <c:v>59393</c:v>
                </c:pt>
                <c:pt idx="17024">
                  <c:v>59394</c:v>
                </c:pt>
                <c:pt idx="17025">
                  <c:v>59395</c:v>
                </c:pt>
                <c:pt idx="17026">
                  <c:v>59396</c:v>
                </c:pt>
                <c:pt idx="17027">
                  <c:v>59397</c:v>
                </c:pt>
                <c:pt idx="17028">
                  <c:v>59398</c:v>
                </c:pt>
                <c:pt idx="17029">
                  <c:v>59399</c:v>
                </c:pt>
                <c:pt idx="17030">
                  <c:v>59400</c:v>
                </c:pt>
                <c:pt idx="17031">
                  <c:v>59401</c:v>
                </c:pt>
                <c:pt idx="17032">
                  <c:v>59402</c:v>
                </c:pt>
                <c:pt idx="17033">
                  <c:v>59403</c:v>
                </c:pt>
                <c:pt idx="17034">
                  <c:v>59404</c:v>
                </c:pt>
                <c:pt idx="17035">
                  <c:v>59405</c:v>
                </c:pt>
                <c:pt idx="17036">
                  <c:v>59406</c:v>
                </c:pt>
                <c:pt idx="17037">
                  <c:v>59407</c:v>
                </c:pt>
                <c:pt idx="17038">
                  <c:v>59408</c:v>
                </c:pt>
                <c:pt idx="17039">
                  <c:v>59409</c:v>
                </c:pt>
                <c:pt idx="17040">
                  <c:v>59410</c:v>
                </c:pt>
                <c:pt idx="17041">
                  <c:v>59411</c:v>
                </c:pt>
                <c:pt idx="17042">
                  <c:v>59412</c:v>
                </c:pt>
                <c:pt idx="17043">
                  <c:v>59413</c:v>
                </c:pt>
                <c:pt idx="17044">
                  <c:v>59414</c:v>
                </c:pt>
                <c:pt idx="17045">
                  <c:v>59415</c:v>
                </c:pt>
                <c:pt idx="17046">
                  <c:v>59416</c:v>
                </c:pt>
                <c:pt idx="17047">
                  <c:v>59417</c:v>
                </c:pt>
                <c:pt idx="17048">
                  <c:v>59418</c:v>
                </c:pt>
                <c:pt idx="17049">
                  <c:v>59419</c:v>
                </c:pt>
                <c:pt idx="17050">
                  <c:v>59420</c:v>
                </c:pt>
                <c:pt idx="17051">
                  <c:v>59421</c:v>
                </c:pt>
                <c:pt idx="17052">
                  <c:v>59422</c:v>
                </c:pt>
                <c:pt idx="17053">
                  <c:v>59423</c:v>
                </c:pt>
                <c:pt idx="17054">
                  <c:v>59424</c:v>
                </c:pt>
                <c:pt idx="17055">
                  <c:v>59425</c:v>
                </c:pt>
                <c:pt idx="17056">
                  <c:v>59426</c:v>
                </c:pt>
                <c:pt idx="17057">
                  <c:v>59427</c:v>
                </c:pt>
                <c:pt idx="17058">
                  <c:v>59428</c:v>
                </c:pt>
                <c:pt idx="17059">
                  <c:v>59429</c:v>
                </c:pt>
                <c:pt idx="17060">
                  <c:v>59430</c:v>
                </c:pt>
                <c:pt idx="17061">
                  <c:v>59431</c:v>
                </c:pt>
                <c:pt idx="17062">
                  <c:v>59432</c:v>
                </c:pt>
                <c:pt idx="17063">
                  <c:v>59433</c:v>
                </c:pt>
                <c:pt idx="17064">
                  <c:v>59434</c:v>
                </c:pt>
                <c:pt idx="17065">
                  <c:v>59435</c:v>
                </c:pt>
                <c:pt idx="17066">
                  <c:v>59436</c:v>
                </c:pt>
                <c:pt idx="17067">
                  <c:v>59437</c:v>
                </c:pt>
                <c:pt idx="17068">
                  <c:v>59438</c:v>
                </c:pt>
                <c:pt idx="17069">
                  <c:v>59439</c:v>
                </c:pt>
                <c:pt idx="17070">
                  <c:v>59440</c:v>
                </c:pt>
                <c:pt idx="17071">
                  <c:v>59441</c:v>
                </c:pt>
                <c:pt idx="17072">
                  <c:v>59442</c:v>
                </c:pt>
                <c:pt idx="17073">
                  <c:v>59443</c:v>
                </c:pt>
                <c:pt idx="17074">
                  <c:v>59444</c:v>
                </c:pt>
                <c:pt idx="17075">
                  <c:v>59445</c:v>
                </c:pt>
                <c:pt idx="17076">
                  <c:v>59446</c:v>
                </c:pt>
                <c:pt idx="17077">
                  <c:v>59447</c:v>
                </c:pt>
                <c:pt idx="17078">
                  <c:v>59448</c:v>
                </c:pt>
                <c:pt idx="17079">
                  <c:v>59449</c:v>
                </c:pt>
                <c:pt idx="17080">
                  <c:v>59450</c:v>
                </c:pt>
                <c:pt idx="17081">
                  <c:v>59451</c:v>
                </c:pt>
                <c:pt idx="17082">
                  <c:v>59452</c:v>
                </c:pt>
                <c:pt idx="17083">
                  <c:v>59453</c:v>
                </c:pt>
                <c:pt idx="17084">
                  <c:v>59454</c:v>
                </c:pt>
                <c:pt idx="17085">
                  <c:v>59455</c:v>
                </c:pt>
                <c:pt idx="17086">
                  <c:v>59456</c:v>
                </c:pt>
                <c:pt idx="17087">
                  <c:v>59457</c:v>
                </c:pt>
                <c:pt idx="17088">
                  <c:v>59458</c:v>
                </c:pt>
                <c:pt idx="17089">
                  <c:v>59459</c:v>
                </c:pt>
                <c:pt idx="17090">
                  <c:v>59460</c:v>
                </c:pt>
                <c:pt idx="17091">
                  <c:v>59461</c:v>
                </c:pt>
                <c:pt idx="17092">
                  <c:v>59462</c:v>
                </c:pt>
                <c:pt idx="17093">
                  <c:v>59463</c:v>
                </c:pt>
                <c:pt idx="17094">
                  <c:v>59464</c:v>
                </c:pt>
                <c:pt idx="17095">
                  <c:v>59465</c:v>
                </c:pt>
                <c:pt idx="17096">
                  <c:v>59466</c:v>
                </c:pt>
                <c:pt idx="17097">
                  <c:v>59467</c:v>
                </c:pt>
                <c:pt idx="17098">
                  <c:v>59468</c:v>
                </c:pt>
                <c:pt idx="17099">
                  <c:v>59469</c:v>
                </c:pt>
                <c:pt idx="17100">
                  <c:v>59470</c:v>
                </c:pt>
                <c:pt idx="17101">
                  <c:v>59471</c:v>
                </c:pt>
                <c:pt idx="17102">
                  <c:v>59472</c:v>
                </c:pt>
                <c:pt idx="17103">
                  <c:v>59473</c:v>
                </c:pt>
                <c:pt idx="17104">
                  <c:v>59474</c:v>
                </c:pt>
                <c:pt idx="17105">
                  <c:v>59475</c:v>
                </c:pt>
                <c:pt idx="17106">
                  <c:v>59476</c:v>
                </c:pt>
                <c:pt idx="17107">
                  <c:v>59477</c:v>
                </c:pt>
                <c:pt idx="17108">
                  <c:v>59478</c:v>
                </c:pt>
                <c:pt idx="17109">
                  <c:v>59479</c:v>
                </c:pt>
                <c:pt idx="17110">
                  <c:v>59480</c:v>
                </c:pt>
                <c:pt idx="17111">
                  <c:v>59481</c:v>
                </c:pt>
                <c:pt idx="17112">
                  <c:v>59482</c:v>
                </c:pt>
                <c:pt idx="17113">
                  <c:v>59483</c:v>
                </c:pt>
                <c:pt idx="17114">
                  <c:v>59484</c:v>
                </c:pt>
                <c:pt idx="17115">
                  <c:v>59485</c:v>
                </c:pt>
                <c:pt idx="17116">
                  <c:v>59486</c:v>
                </c:pt>
                <c:pt idx="17117">
                  <c:v>59487</c:v>
                </c:pt>
                <c:pt idx="17118">
                  <c:v>59488</c:v>
                </c:pt>
                <c:pt idx="17119">
                  <c:v>59489</c:v>
                </c:pt>
                <c:pt idx="17120">
                  <c:v>59490</c:v>
                </c:pt>
                <c:pt idx="17121">
                  <c:v>59491</c:v>
                </c:pt>
                <c:pt idx="17122">
                  <c:v>59492</c:v>
                </c:pt>
                <c:pt idx="17123">
                  <c:v>59493</c:v>
                </c:pt>
                <c:pt idx="17124">
                  <c:v>59494</c:v>
                </c:pt>
                <c:pt idx="17125">
                  <c:v>59495</c:v>
                </c:pt>
                <c:pt idx="17126">
                  <c:v>59496</c:v>
                </c:pt>
                <c:pt idx="17127">
                  <c:v>59497</c:v>
                </c:pt>
                <c:pt idx="17128">
                  <c:v>59498</c:v>
                </c:pt>
                <c:pt idx="17129">
                  <c:v>59499</c:v>
                </c:pt>
                <c:pt idx="17130">
                  <c:v>59500</c:v>
                </c:pt>
                <c:pt idx="17131">
                  <c:v>59501</c:v>
                </c:pt>
                <c:pt idx="17132">
                  <c:v>59502</c:v>
                </c:pt>
                <c:pt idx="17133">
                  <c:v>59503</c:v>
                </c:pt>
                <c:pt idx="17134">
                  <c:v>59504</c:v>
                </c:pt>
                <c:pt idx="17135">
                  <c:v>59505</c:v>
                </c:pt>
                <c:pt idx="17136">
                  <c:v>59506</c:v>
                </c:pt>
                <c:pt idx="17137">
                  <c:v>59507</c:v>
                </c:pt>
                <c:pt idx="17138">
                  <c:v>59508</c:v>
                </c:pt>
                <c:pt idx="17139">
                  <c:v>59509</c:v>
                </c:pt>
                <c:pt idx="17140">
                  <c:v>59510</c:v>
                </c:pt>
                <c:pt idx="17141">
                  <c:v>59511</c:v>
                </c:pt>
                <c:pt idx="17142">
                  <c:v>59512</c:v>
                </c:pt>
                <c:pt idx="17143">
                  <c:v>59513</c:v>
                </c:pt>
                <c:pt idx="17144">
                  <c:v>59514</c:v>
                </c:pt>
                <c:pt idx="17145">
                  <c:v>59515</c:v>
                </c:pt>
                <c:pt idx="17146">
                  <c:v>59516</c:v>
                </c:pt>
                <c:pt idx="17147">
                  <c:v>59517</c:v>
                </c:pt>
                <c:pt idx="17148">
                  <c:v>59518</c:v>
                </c:pt>
                <c:pt idx="17149">
                  <c:v>59519</c:v>
                </c:pt>
                <c:pt idx="17150">
                  <c:v>59520</c:v>
                </c:pt>
                <c:pt idx="17151">
                  <c:v>59521</c:v>
                </c:pt>
                <c:pt idx="17152">
                  <c:v>59522</c:v>
                </c:pt>
                <c:pt idx="17153">
                  <c:v>59523</c:v>
                </c:pt>
                <c:pt idx="17154">
                  <c:v>59524</c:v>
                </c:pt>
                <c:pt idx="17155">
                  <c:v>59525</c:v>
                </c:pt>
                <c:pt idx="17156">
                  <c:v>59526</c:v>
                </c:pt>
                <c:pt idx="17157">
                  <c:v>59527</c:v>
                </c:pt>
                <c:pt idx="17158">
                  <c:v>59528</c:v>
                </c:pt>
                <c:pt idx="17159">
                  <c:v>59529</c:v>
                </c:pt>
                <c:pt idx="17160">
                  <c:v>59530</c:v>
                </c:pt>
                <c:pt idx="17161">
                  <c:v>59531</c:v>
                </c:pt>
                <c:pt idx="17162">
                  <c:v>59532</c:v>
                </c:pt>
                <c:pt idx="17163">
                  <c:v>59533</c:v>
                </c:pt>
                <c:pt idx="17164">
                  <c:v>59534</c:v>
                </c:pt>
                <c:pt idx="17165">
                  <c:v>59535</c:v>
                </c:pt>
                <c:pt idx="17166">
                  <c:v>59536</c:v>
                </c:pt>
                <c:pt idx="17167">
                  <c:v>59537</c:v>
                </c:pt>
                <c:pt idx="17168">
                  <c:v>59538</c:v>
                </c:pt>
                <c:pt idx="17169">
                  <c:v>59539</c:v>
                </c:pt>
                <c:pt idx="17170">
                  <c:v>59540</c:v>
                </c:pt>
                <c:pt idx="17171">
                  <c:v>59541</c:v>
                </c:pt>
                <c:pt idx="17172">
                  <c:v>59542</c:v>
                </c:pt>
                <c:pt idx="17173">
                  <c:v>59543</c:v>
                </c:pt>
                <c:pt idx="17174">
                  <c:v>59544</c:v>
                </c:pt>
                <c:pt idx="17175">
                  <c:v>59545</c:v>
                </c:pt>
                <c:pt idx="17176">
                  <c:v>59546</c:v>
                </c:pt>
                <c:pt idx="17177">
                  <c:v>59547</c:v>
                </c:pt>
                <c:pt idx="17178">
                  <c:v>59548</c:v>
                </c:pt>
                <c:pt idx="17179">
                  <c:v>59549</c:v>
                </c:pt>
                <c:pt idx="17180">
                  <c:v>59550</c:v>
                </c:pt>
                <c:pt idx="17181">
                  <c:v>59551</c:v>
                </c:pt>
                <c:pt idx="17182">
                  <c:v>59552</c:v>
                </c:pt>
                <c:pt idx="17183">
                  <c:v>59553</c:v>
                </c:pt>
                <c:pt idx="17184">
                  <c:v>59554</c:v>
                </c:pt>
                <c:pt idx="17185">
                  <c:v>59555</c:v>
                </c:pt>
                <c:pt idx="17186">
                  <c:v>59556</c:v>
                </c:pt>
                <c:pt idx="17187">
                  <c:v>59557</c:v>
                </c:pt>
                <c:pt idx="17188">
                  <c:v>59558</c:v>
                </c:pt>
                <c:pt idx="17189">
                  <c:v>59559</c:v>
                </c:pt>
                <c:pt idx="17190">
                  <c:v>59560</c:v>
                </c:pt>
                <c:pt idx="17191">
                  <c:v>59561</c:v>
                </c:pt>
                <c:pt idx="17192">
                  <c:v>59562</c:v>
                </c:pt>
                <c:pt idx="17193">
                  <c:v>59563</c:v>
                </c:pt>
                <c:pt idx="17194">
                  <c:v>59564</c:v>
                </c:pt>
                <c:pt idx="17195">
                  <c:v>59565</c:v>
                </c:pt>
                <c:pt idx="17196">
                  <c:v>59566</c:v>
                </c:pt>
                <c:pt idx="17197">
                  <c:v>59567</c:v>
                </c:pt>
                <c:pt idx="17198">
                  <c:v>59568</c:v>
                </c:pt>
                <c:pt idx="17199">
                  <c:v>59569</c:v>
                </c:pt>
                <c:pt idx="17200">
                  <c:v>59570</c:v>
                </c:pt>
                <c:pt idx="17201">
                  <c:v>59571</c:v>
                </c:pt>
                <c:pt idx="17202">
                  <c:v>59572</c:v>
                </c:pt>
                <c:pt idx="17203">
                  <c:v>59573</c:v>
                </c:pt>
                <c:pt idx="17204">
                  <c:v>59574</c:v>
                </c:pt>
                <c:pt idx="17205">
                  <c:v>59575</c:v>
                </c:pt>
                <c:pt idx="17206">
                  <c:v>59576</c:v>
                </c:pt>
                <c:pt idx="17207">
                  <c:v>59577</c:v>
                </c:pt>
                <c:pt idx="17208">
                  <c:v>59578</c:v>
                </c:pt>
                <c:pt idx="17209">
                  <c:v>59579</c:v>
                </c:pt>
                <c:pt idx="17210">
                  <c:v>59580</c:v>
                </c:pt>
                <c:pt idx="17211">
                  <c:v>59581</c:v>
                </c:pt>
                <c:pt idx="17212">
                  <c:v>59582</c:v>
                </c:pt>
                <c:pt idx="17213">
                  <c:v>59583</c:v>
                </c:pt>
                <c:pt idx="17214">
                  <c:v>59584</c:v>
                </c:pt>
                <c:pt idx="17215">
                  <c:v>59585</c:v>
                </c:pt>
                <c:pt idx="17216">
                  <c:v>59586</c:v>
                </c:pt>
                <c:pt idx="17217">
                  <c:v>59587</c:v>
                </c:pt>
                <c:pt idx="17218">
                  <c:v>59588</c:v>
                </c:pt>
                <c:pt idx="17219">
                  <c:v>59589</c:v>
                </c:pt>
                <c:pt idx="17220">
                  <c:v>59590</c:v>
                </c:pt>
                <c:pt idx="17221">
                  <c:v>59591</c:v>
                </c:pt>
                <c:pt idx="17222">
                  <c:v>59592</c:v>
                </c:pt>
                <c:pt idx="17223">
                  <c:v>59593</c:v>
                </c:pt>
                <c:pt idx="17224">
                  <c:v>59594</c:v>
                </c:pt>
                <c:pt idx="17225">
                  <c:v>59595</c:v>
                </c:pt>
                <c:pt idx="17226">
                  <c:v>59596</c:v>
                </c:pt>
                <c:pt idx="17227">
                  <c:v>59597</c:v>
                </c:pt>
                <c:pt idx="17228">
                  <c:v>59598</c:v>
                </c:pt>
                <c:pt idx="17229">
                  <c:v>59599</c:v>
                </c:pt>
                <c:pt idx="17230">
                  <c:v>59600</c:v>
                </c:pt>
                <c:pt idx="17231">
                  <c:v>59601</c:v>
                </c:pt>
                <c:pt idx="17232">
                  <c:v>59602</c:v>
                </c:pt>
                <c:pt idx="17233">
                  <c:v>59603</c:v>
                </c:pt>
                <c:pt idx="17234">
                  <c:v>59604</c:v>
                </c:pt>
                <c:pt idx="17235">
                  <c:v>59605</c:v>
                </c:pt>
                <c:pt idx="17236">
                  <c:v>59606</c:v>
                </c:pt>
                <c:pt idx="17237">
                  <c:v>59607</c:v>
                </c:pt>
                <c:pt idx="17238">
                  <c:v>59608</c:v>
                </c:pt>
                <c:pt idx="17239">
                  <c:v>59609</c:v>
                </c:pt>
                <c:pt idx="17240">
                  <c:v>59610</c:v>
                </c:pt>
                <c:pt idx="17241">
                  <c:v>59611</c:v>
                </c:pt>
                <c:pt idx="17242">
                  <c:v>59612</c:v>
                </c:pt>
                <c:pt idx="17243">
                  <c:v>59613</c:v>
                </c:pt>
                <c:pt idx="17244">
                  <c:v>59614</c:v>
                </c:pt>
                <c:pt idx="17245">
                  <c:v>59615</c:v>
                </c:pt>
                <c:pt idx="17246">
                  <c:v>59616</c:v>
                </c:pt>
                <c:pt idx="17247">
                  <c:v>59617</c:v>
                </c:pt>
                <c:pt idx="17248">
                  <c:v>59618</c:v>
                </c:pt>
                <c:pt idx="17249">
                  <c:v>59619</c:v>
                </c:pt>
                <c:pt idx="17250">
                  <c:v>59620</c:v>
                </c:pt>
                <c:pt idx="17251">
                  <c:v>59621</c:v>
                </c:pt>
                <c:pt idx="17252">
                  <c:v>59622</c:v>
                </c:pt>
                <c:pt idx="17253">
                  <c:v>59623</c:v>
                </c:pt>
                <c:pt idx="17254">
                  <c:v>59624</c:v>
                </c:pt>
                <c:pt idx="17255">
                  <c:v>59625</c:v>
                </c:pt>
                <c:pt idx="17256">
                  <c:v>59626</c:v>
                </c:pt>
                <c:pt idx="17257">
                  <c:v>59627</c:v>
                </c:pt>
                <c:pt idx="17258">
                  <c:v>59628</c:v>
                </c:pt>
                <c:pt idx="17259">
                  <c:v>59629</c:v>
                </c:pt>
                <c:pt idx="17260">
                  <c:v>59630</c:v>
                </c:pt>
                <c:pt idx="17261">
                  <c:v>59631</c:v>
                </c:pt>
                <c:pt idx="17262">
                  <c:v>59632</c:v>
                </c:pt>
                <c:pt idx="17263">
                  <c:v>59633</c:v>
                </c:pt>
                <c:pt idx="17264">
                  <c:v>59634</c:v>
                </c:pt>
                <c:pt idx="17265">
                  <c:v>59635</c:v>
                </c:pt>
                <c:pt idx="17266">
                  <c:v>59636</c:v>
                </c:pt>
                <c:pt idx="17267">
                  <c:v>59637</c:v>
                </c:pt>
                <c:pt idx="17268">
                  <c:v>59638</c:v>
                </c:pt>
                <c:pt idx="17269">
                  <c:v>59639</c:v>
                </c:pt>
                <c:pt idx="17270">
                  <c:v>59640</c:v>
                </c:pt>
                <c:pt idx="17271">
                  <c:v>59641</c:v>
                </c:pt>
                <c:pt idx="17272">
                  <c:v>59642</c:v>
                </c:pt>
                <c:pt idx="17273">
                  <c:v>59643</c:v>
                </c:pt>
                <c:pt idx="17274">
                  <c:v>59644</c:v>
                </c:pt>
                <c:pt idx="17275">
                  <c:v>59645</c:v>
                </c:pt>
                <c:pt idx="17276">
                  <c:v>59646</c:v>
                </c:pt>
                <c:pt idx="17277">
                  <c:v>59647</c:v>
                </c:pt>
                <c:pt idx="17278">
                  <c:v>59648</c:v>
                </c:pt>
                <c:pt idx="17279">
                  <c:v>59649</c:v>
                </c:pt>
                <c:pt idx="17280">
                  <c:v>59650</c:v>
                </c:pt>
                <c:pt idx="17281">
                  <c:v>59651</c:v>
                </c:pt>
                <c:pt idx="17282">
                  <c:v>59652</c:v>
                </c:pt>
                <c:pt idx="17283">
                  <c:v>59653</c:v>
                </c:pt>
                <c:pt idx="17284">
                  <c:v>59654</c:v>
                </c:pt>
                <c:pt idx="17285">
                  <c:v>59655</c:v>
                </c:pt>
                <c:pt idx="17286">
                  <c:v>59656</c:v>
                </c:pt>
                <c:pt idx="17287">
                  <c:v>59657</c:v>
                </c:pt>
                <c:pt idx="17288">
                  <c:v>59658</c:v>
                </c:pt>
                <c:pt idx="17289">
                  <c:v>59659</c:v>
                </c:pt>
                <c:pt idx="17290">
                  <c:v>59660</c:v>
                </c:pt>
                <c:pt idx="17291">
                  <c:v>59661</c:v>
                </c:pt>
                <c:pt idx="17292">
                  <c:v>59662</c:v>
                </c:pt>
                <c:pt idx="17293">
                  <c:v>59663</c:v>
                </c:pt>
                <c:pt idx="17294">
                  <c:v>59664</c:v>
                </c:pt>
                <c:pt idx="17295">
                  <c:v>59665</c:v>
                </c:pt>
                <c:pt idx="17296">
                  <c:v>59666</c:v>
                </c:pt>
                <c:pt idx="17297">
                  <c:v>59667</c:v>
                </c:pt>
                <c:pt idx="17298">
                  <c:v>59668</c:v>
                </c:pt>
                <c:pt idx="17299">
                  <c:v>59669</c:v>
                </c:pt>
                <c:pt idx="17300">
                  <c:v>59670</c:v>
                </c:pt>
                <c:pt idx="17301">
                  <c:v>59671</c:v>
                </c:pt>
                <c:pt idx="17302">
                  <c:v>59672</c:v>
                </c:pt>
                <c:pt idx="17303">
                  <c:v>59673</c:v>
                </c:pt>
                <c:pt idx="17304">
                  <c:v>59674</c:v>
                </c:pt>
                <c:pt idx="17305">
                  <c:v>59675</c:v>
                </c:pt>
                <c:pt idx="17306">
                  <c:v>59676</c:v>
                </c:pt>
                <c:pt idx="17307">
                  <c:v>59677</c:v>
                </c:pt>
                <c:pt idx="17308">
                  <c:v>59678</c:v>
                </c:pt>
                <c:pt idx="17309">
                  <c:v>59679</c:v>
                </c:pt>
                <c:pt idx="17310">
                  <c:v>59680</c:v>
                </c:pt>
                <c:pt idx="17311">
                  <c:v>59681</c:v>
                </c:pt>
                <c:pt idx="17312">
                  <c:v>59682</c:v>
                </c:pt>
                <c:pt idx="17313">
                  <c:v>59683</c:v>
                </c:pt>
                <c:pt idx="17314">
                  <c:v>59684</c:v>
                </c:pt>
                <c:pt idx="17315">
                  <c:v>59685</c:v>
                </c:pt>
                <c:pt idx="17316">
                  <c:v>59686</c:v>
                </c:pt>
                <c:pt idx="17317">
                  <c:v>59687</c:v>
                </c:pt>
                <c:pt idx="17318">
                  <c:v>59688</c:v>
                </c:pt>
                <c:pt idx="17319">
                  <c:v>59689</c:v>
                </c:pt>
                <c:pt idx="17320">
                  <c:v>59690</c:v>
                </c:pt>
                <c:pt idx="17321">
                  <c:v>59691</c:v>
                </c:pt>
                <c:pt idx="17322">
                  <c:v>59692</c:v>
                </c:pt>
                <c:pt idx="17323">
                  <c:v>59693</c:v>
                </c:pt>
                <c:pt idx="17324">
                  <c:v>59694</c:v>
                </c:pt>
                <c:pt idx="17325">
                  <c:v>59695</c:v>
                </c:pt>
                <c:pt idx="17326">
                  <c:v>59696</c:v>
                </c:pt>
                <c:pt idx="17327">
                  <c:v>59697</c:v>
                </c:pt>
                <c:pt idx="17328">
                  <c:v>59698</c:v>
                </c:pt>
                <c:pt idx="17329">
                  <c:v>59699</c:v>
                </c:pt>
                <c:pt idx="17330">
                  <c:v>59700</c:v>
                </c:pt>
                <c:pt idx="17331">
                  <c:v>59701</c:v>
                </c:pt>
                <c:pt idx="17332">
                  <c:v>59702</c:v>
                </c:pt>
                <c:pt idx="17333">
                  <c:v>59703</c:v>
                </c:pt>
                <c:pt idx="17334">
                  <c:v>59704</c:v>
                </c:pt>
                <c:pt idx="17335">
                  <c:v>59705</c:v>
                </c:pt>
                <c:pt idx="17336">
                  <c:v>59706</c:v>
                </c:pt>
                <c:pt idx="17337">
                  <c:v>59707</c:v>
                </c:pt>
                <c:pt idx="17338">
                  <c:v>59708</c:v>
                </c:pt>
                <c:pt idx="17339">
                  <c:v>59709</c:v>
                </c:pt>
                <c:pt idx="17340">
                  <c:v>59710</c:v>
                </c:pt>
                <c:pt idx="17341">
                  <c:v>59711</c:v>
                </c:pt>
                <c:pt idx="17342">
                  <c:v>59712</c:v>
                </c:pt>
                <c:pt idx="17343">
                  <c:v>59713</c:v>
                </c:pt>
                <c:pt idx="17344">
                  <c:v>59714</c:v>
                </c:pt>
                <c:pt idx="17345">
                  <c:v>59715</c:v>
                </c:pt>
                <c:pt idx="17346">
                  <c:v>59716</c:v>
                </c:pt>
                <c:pt idx="17347">
                  <c:v>59717</c:v>
                </c:pt>
                <c:pt idx="17348">
                  <c:v>59718</c:v>
                </c:pt>
                <c:pt idx="17349">
                  <c:v>59719</c:v>
                </c:pt>
                <c:pt idx="17350">
                  <c:v>59720</c:v>
                </c:pt>
                <c:pt idx="17351">
                  <c:v>59721</c:v>
                </c:pt>
                <c:pt idx="17352">
                  <c:v>59722</c:v>
                </c:pt>
                <c:pt idx="17353">
                  <c:v>59723</c:v>
                </c:pt>
                <c:pt idx="17354">
                  <c:v>59724</c:v>
                </c:pt>
                <c:pt idx="17355">
                  <c:v>59725</c:v>
                </c:pt>
                <c:pt idx="17356">
                  <c:v>59726</c:v>
                </c:pt>
                <c:pt idx="17357">
                  <c:v>59727</c:v>
                </c:pt>
                <c:pt idx="17358">
                  <c:v>59728</c:v>
                </c:pt>
                <c:pt idx="17359">
                  <c:v>59729</c:v>
                </c:pt>
                <c:pt idx="17360">
                  <c:v>59730</c:v>
                </c:pt>
                <c:pt idx="17361">
                  <c:v>59731</c:v>
                </c:pt>
                <c:pt idx="17362">
                  <c:v>59732</c:v>
                </c:pt>
                <c:pt idx="17363">
                  <c:v>59733</c:v>
                </c:pt>
                <c:pt idx="17364">
                  <c:v>59734</c:v>
                </c:pt>
                <c:pt idx="17365">
                  <c:v>59735</c:v>
                </c:pt>
                <c:pt idx="17366">
                  <c:v>59736</c:v>
                </c:pt>
                <c:pt idx="17367">
                  <c:v>59737</c:v>
                </c:pt>
                <c:pt idx="17368">
                  <c:v>59738</c:v>
                </c:pt>
                <c:pt idx="17369">
                  <c:v>59739</c:v>
                </c:pt>
                <c:pt idx="17370">
                  <c:v>59740</c:v>
                </c:pt>
                <c:pt idx="17371">
                  <c:v>59741</c:v>
                </c:pt>
                <c:pt idx="17372">
                  <c:v>59742</c:v>
                </c:pt>
                <c:pt idx="17373">
                  <c:v>59743</c:v>
                </c:pt>
                <c:pt idx="17374">
                  <c:v>59744</c:v>
                </c:pt>
                <c:pt idx="17375">
                  <c:v>59745</c:v>
                </c:pt>
                <c:pt idx="17376">
                  <c:v>59746</c:v>
                </c:pt>
                <c:pt idx="17377">
                  <c:v>59747</c:v>
                </c:pt>
                <c:pt idx="17378">
                  <c:v>59748</c:v>
                </c:pt>
                <c:pt idx="17379">
                  <c:v>59749</c:v>
                </c:pt>
                <c:pt idx="17380">
                  <c:v>59750</c:v>
                </c:pt>
                <c:pt idx="17381">
                  <c:v>59751</c:v>
                </c:pt>
                <c:pt idx="17382">
                  <c:v>59752</c:v>
                </c:pt>
                <c:pt idx="17383">
                  <c:v>59753</c:v>
                </c:pt>
                <c:pt idx="17384">
                  <c:v>59754</c:v>
                </c:pt>
                <c:pt idx="17385">
                  <c:v>59755</c:v>
                </c:pt>
                <c:pt idx="17386">
                  <c:v>59756</c:v>
                </c:pt>
                <c:pt idx="17387">
                  <c:v>59757</c:v>
                </c:pt>
                <c:pt idx="17388">
                  <c:v>59758</c:v>
                </c:pt>
                <c:pt idx="17389">
                  <c:v>59759</c:v>
                </c:pt>
                <c:pt idx="17390">
                  <c:v>59760</c:v>
                </c:pt>
                <c:pt idx="17391">
                  <c:v>59761</c:v>
                </c:pt>
                <c:pt idx="17392">
                  <c:v>59762</c:v>
                </c:pt>
                <c:pt idx="17393">
                  <c:v>59763</c:v>
                </c:pt>
                <c:pt idx="17394">
                  <c:v>59764</c:v>
                </c:pt>
                <c:pt idx="17395">
                  <c:v>59765</c:v>
                </c:pt>
                <c:pt idx="17396">
                  <c:v>59766</c:v>
                </c:pt>
                <c:pt idx="17397">
                  <c:v>59767</c:v>
                </c:pt>
                <c:pt idx="17398">
                  <c:v>59768</c:v>
                </c:pt>
                <c:pt idx="17399">
                  <c:v>59769</c:v>
                </c:pt>
                <c:pt idx="17400">
                  <c:v>59770</c:v>
                </c:pt>
                <c:pt idx="17401">
                  <c:v>59771</c:v>
                </c:pt>
                <c:pt idx="17402">
                  <c:v>59772</c:v>
                </c:pt>
                <c:pt idx="17403">
                  <c:v>59773</c:v>
                </c:pt>
                <c:pt idx="17404">
                  <c:v>59774</c:v>
                </c:pt>
                <c:pt idx="17405">
                  <c:v>59775</c:v>
                </c:pt>
                <c:pt idx="17406">
                  <c:v>59776</c:v>
                </c:pt>
                <c:pt idx="17407">
                  <c:v>59777</c:v>
                </c:pt>
                <c:pt idx="17408">
                  <c:v>59778</c:v>
                </c:pt>
                <c:pt idx="17409">
                  <c:v>59779</c:v>
                </c:pt>
                <c:pt idx="17410">
                  <c:v>59780</c:v>
                </c:pt>
                <c:pt idx="17411">
                  <c:v>59781</c:v>
                </c:pt>
                <c:pt idx="17412">
                  <c:v>59782</c:v>
                </c:pt>
                <c:pt idx="17413">
                  <c:v>59783</c:v>
                </c:pt>
                <c:pt idx="17414">
                  <c:v>59784</c:v>
                </c:pt>
                <c:pt idx="17415">
                  <c:v>59785</c:v>
                </c:pt>
                <c:pt idx="17416">
                  <c:v>59786</c:v>
                </c:pt>
                <c:pt idx="17417">
                  <c:v>59787</c:v>
                </c:pt>
                <c:pt idx="17418">
                  <c:v>59788</c:v>
                </c:pt>
                <c:pt idx="17419">
                  <c:v>59789</c:v>
                </c:pt>
                <c:pt idx="17420">
                  <c:v>59790</c:v>
                </c:pt>
                <c:pt idx="17421">
                  <c:v>59791</c:v>
                </c:pt>
                <c:pt idx="17422">
                  <c:v>59792</c:v>
                </c:pt>
                <c:pt idx="17423">
                  <c:v>59793</c:v>
                </c:pt>
                <c:pt idx="17424">
                  <c:v>59794</c:v>
                </c:pt>
                <c:pt idx="17425">
                  <c:v>59795</c:v>
                </c:pt>
                <c:pt idx="17426">
                  <c:v>59796</c:v>
                </c:pt>
                <c:pt idx="17427">
                  <c:v>59797</c:v>
                </c:pt>
                <c:pt idx="17428">
                  <c:v>59798</c:v>
                </c:pt>
                <c:pt idx="17429">
                  <c:v>59799</c:v>
                </c:pt>
                <c:pt idx="17430">
                  <c:v>59800</c:v>
                </c:pt>
                <c:pt idx="17431">
                  <c:v>59801</c:v>
                </c:pt>
                <c:pt idx="17432">
                  <c:v>59802</c:v>
                </c:pt>
                <c:pt idx="17433">
                  <c:v>59803</c:v>
                </c:pt>
                <c:pt idx="17434">
                  <c:v>59804</c:v>
                </c:pt>
                <c:pt idx="17435">
                  <c:v>59805</c:v>
                </c:pt>
                <c:pt idx="17436">
                  <c:v>59806</c:v>
                </c:pt>
                <c:pt idx="17437">
                  <c:v>59807</c:v>
                </c:pt>
                <c:pt idx="17438">
                  <c:v>59808</c:v>
                </c:pt>
                <c:pt idx="17439">
                  <c:v>59809</c:v>
                </c:pt>
                <c:pt idx="17440">
                  <c:v>59810</c:v>
                </c:pt>
                <c:pt idx="17441">
                  <c:v>59811</c:v>
                </c:pt>
                <c:pt idx="17442">
                  <c:v>59812</c:v>
                </c:pt>
                <c:pt idx="17443">
                  <c:v>59813</c:v>
                </c:pt>
                <c:pt idx="17444">
                  <c:v>59814</c:v>
                </c:pt>
                <c:pt idx="17445">
                  <c:v>59815</c:v>
                </c:pt>
                <c:pt idx="17446">
                  <c:v>59816</c:v>
                </c:pt>
                <c:pt idx="17447">
                  <c:v>59817</c:v>
                </c:pt>
                <c:pt idx="17448">
                  <c:v>59818</c:v>
                </c:pt>
                <c:pt idx="17449">
                  <c:v>59819</c:v>
                </c:pt>
                <c:pt idx="17450">
                  <c:v>59820</c:v>
                </c:pt>
                <c:pt idx="17451">
                  <c:v>59821</c:v>
                </c:pt>
                <c:pt idx="17452">
                  <c:v>59822</c:v>
                </c:pt>
                <c:pt idx="17453">
                  <c:v>59823</c:v>
                </c:pt>
                <c:pt idx="17454">
                  <c:v>59824</c:v>
                </c:pt>
                <c:pt idx="17455">
                  <c:v>59825</c:v>
                </c:pt>
                <c:pt idx="17456">
                  <c:v>59826</c:v>
                </c:pt>
                <c:pt idx="17457">
                  <c:v>59827</c:v>
                </c:pt>
                <c:pt idx="17458">
                  <c:v>59828</c:v>
                </c:pt>
                <c:pt idx="17459">
                  <c:v>59829</c:v>
                </c:pt>
                <c:pt idx="17460">
                  <c:v>59830</c:v>
                </c:pt>
                <c:pt idx="17461">
                  <c:v>59831</c:v>
                </c:pt>
                <c:pt idx="17462">
                  <c:v>59832</c:v>
                </c:pt>
                <c:pt idx="17463">
                  <c:v>59833</c:v>
                </c:pt>
                <c:pt idx="17464">
                  <c:v>59834</c:v>
                </c:pt>
                <c:pt idx="17465">
                  <c:v>59835</c:v>
                </c:pt>
                <c:pt idx="17466">
                  <c:v>59836</c:v>
                </c:pt>
                <c:pt idx="17467">
                  <c:v>59837</c:v>
                </c:pt>
                <c:pt idx="17468">
                  <c:v>59838</c:v>
                </c:pt>
                <c:pt idx="17469">
                  <c:v>59839</c:v>
                </c:pt>
                <c:pt idx="17470">
                  <c:v>59840</c:v>
                </c:pt>
                <c:pt idx="17471">
                  <c:v>59841</c:v>
                </c:pt>
                <c:pt idx="17472">
                  <c:v>59842</c:v>
                </c:pt>
                <c:pt idx="17473">
                  <c:v>59843</c:v>
                </c:pt>
                <c:pt idx="17474">
                  <c:v>59844</c:v>
                </c:pt>
                <c:pt idx="17475">
                  <c:v>59845</c:v>
                </c:pt>
                <c:pt idx="17476">
                  <c:v>59846</c:v>
                </c:pt>
                <c:pt idx="17477">
                  <c:v>59847</c:v>
                </c:pt>
                <c:pt idx="17478">
                  <c:v>59848</c:v>
                </c:pt>
                <c:pt idx="17479">
                  <c:v>59849</c:v>
                </c:pt>
                <c:pt idx="17480">
                  <c:v>59850</c:v>
                </c:pt>
                <c:pt idx="17481">
                  <c:v>59851</c:v>
                </c:pt>
                <c:pt idx="17482">
                  <c:v>59852</c:v>
                </c:pt>
                <c:pt idx="17483">
                  <c:v>59853</c:v>
                </c:pt>
                <c:pt idx="17484">
                  <c:v>59854</c:v>
                </c:pt>
                <c:pt idx="17485">
                  <c:v>59855</c:v>
                </c:pt>
                <c:pt idx="17486">
                  <c:v>59856</c:v>
                </c:pt>
                <c:pt idx="17487">
                  <c:v>59857</c:v>
                </c:pt>
                <c:pt idx="17488">
                  <c:v>59858</c:v>
                </c:pt>
                <c:pt idx="17489">
                  <c:v>59859</c:v>
                </c:pt>
                <c:pt idx="17490">
                  <c:v>59860</c:v>
                </c:pt>
                <c:pt idx="17491">
                  <c:v>59861</c:v>
                </c:pt>
                <c:pt idx="17492">
                  <c:v>59862</c:v>
                </c:pt>
                <c:pt idx="17493">
                  <c:v>59863</c:v>
                </c:pt>
                <c:pt idx="17494">
                  <c:v>59864</c:v>
                </c:pt>
                <c:pt idx="17495">
                  <c:v>59865</c:v>
                </c:pt>
                <c:pt idx="17496">
                  <c:v>59866</c:v>
                </c:pt>
                <c:pt idx="17497">
                  <c:v>59867</c:v>
                </c:pt>
                <c:pt idx="17498">
                  <c:v>59868</c:v>
                </c:pt>
                <c:pt idx="17499">
                  <c:v>59869</c:v>
                </c:pt>
                <c:pt idx="17500">
                  <c:v>59870</c:v>
                </c:pt>
                <c:pt idx="17501">
                  <c:v>59871</c:v>
                </c:pt>
                <c:pt idx="17502">
                  <c:v>59872</c:v>
                </c:pt>
                <c:pt idx="17503">
                  <c:v>59873</c:v>
                </c:pt>
                <c:pt idx="17504">
                  <c:v>59874</c:v>
                </c:pt>
                <c:pt idx="17505">
                  <c:v>59875</c:v>
                </c:pt>
                <c:pt idx="17506">
                  <c:v>59876</c:v>
                </c:pt>
                <c:pt idx="17507">
                  <c:v>59877</c:v>
                </c:pt>
                <c:pt idx="17508">
                  <c:v>59878</c:v>
                </c:pt>
                <c:pt idx="17509">
                  <c:v>59879</c:v>
                </c:pt>
                <c:pt idx="17510">
                  <c:v>59880</c:v>
                </c:pt>
                <c:pt idx="17511">
                  <c:v>59881</c:v>
                </c:pt>
                <c:pt idx="17512">
                  <c:v>59882</c:v>
                </c:pt>
                <c:pt idx="17513">
                  <c:v>59883</c:v>
                </c:pt>
                <c:pt idx="17514">
                  <c:v>59884</c:v>
                </c:pt>
                <c:pt idx="17515">
                  <c:v>59885</c:v>
                </c:pt>
                <c:pt idx="17516">
                  <c:v>59886</c:v>
                </c:pt>
                <c:pt idx="17517">
                  <c:v>59887</c:v>
                </c:pt>
                <c:pt idx="17518">
                  <c:v>59888</c:v>
                </c:pt>
                <c:pt idx="17519">
                  <c:v>59889</c:v>
                </c:pt>
                <c:pt idx="17520">
                  <c:v>59890</c:v>
                </c:pt>
                <c:pt idx="17521">
                  <c:v>59891</c:v>
                </c:pt>
                <c:pt idx="17522">
                  <c:v>59892</c:v>
                </c:pt>
                <c:pt idx="17523">
                  <c:v>59893</c:v>
                </c:pt>
                <c:pt idx="17524">
                  <c:v>59894</c:v>
                </c:pt>
                <c:pt idx="17525">
                  <c:v>59895</c:v>
                </c:pt>
                <c:pt idx="17526">
                  <c:v>59896</c:v>
                </c:pt>
                <c:pt idx="17527">
                  <c:v>59897</c:v>
                </c:pt>
                <c:pt idx="17528">
                  <c:v>59898</c:v>
                </c:pt>
                <c:pt idx="17529">
                  <c:v>59899</c:v>
                </c:pt>
                <c:pt idx="17530">
                  <c:v>59900</c:v>
                </c:pt>
                <c:pt idx="17531">
                  <c:v>59901</c:v>
                </c:pt>
                <c:pt idx="17532">
                  <c:v>59902</c:v>
                </c:pt>
                <c:pt idx="17533">
                  <c:v>59903</c:v>
                </c:pt>
                <c:pt idx="17534">
                  <c:v>59904</c:v>
                </c:pt>
                <c:pt idx="17535">
                  <c:v>59905</c:v>
                </c:pt>
                <c:pt idx="17536">
                  <c:v>59906</c:v>
                </c:pt>
                <c:pt idx="17537">
                  <c:v>59907</c:v>
                </c:pt>
                <c:pt idx="17538">
                  <c:v>59908</c:v>
                </c:pt>
                <c:pt idx="17539">
                  <c:v>59909</c:v>
                </c:pt>
                <c:pt idx="17540">
                  <c:v>59910</c:v>
                </c:pt>
                <c:pt idx="17541">
                  <c:v>59911</c:v>
                </c:pt>
                <c:pt idx="17542">
                  <c:v>59912</c:v>
                </c:pt>
                <c:pt idx="17543">
                  <c:v>59913</c:v>
                </c:pt>
                <c:pt idx="17544">
                  <c:v>59914</c:v>
                </c:pt>
                <c:pt idx="17545">
                  <c:v>59915</c:v>
                </c:pt>
                <c:pt idx="17546">
                  <c:v>59916</c:v>
                </c:pt>
                <c:pt idx="17547">
                  <c:v>59917</c:v>
                </c:pt>
                <c:pt idx="17548">
                  <c:v>59918</c:v>
                </c:pt>
                <c:pt idx="17549">
                  <c:v>59919</c:v>
                </c:pt>
                <c:pt idx="17550">
                  <c:v>59920</c:v>
                </c:pt>
                <c:pt idx="17551">
                  <c:v>59921</c:v>
                </c:pt>
                <c:pt idx="17552">
                  <c:v>59922</c:v>
                </c:pt>
                <c:pt idx="17553">
                  <c:v>59923</c:v>
                </c:pt>
                <c:pt idx="17554">
                  <c:v>59924</c:v>
                </c:pt>
                <c:pt idx="17555">
                  <c:v>59925</c:v>
                </c:pt>
                <c:pt idx="17556">
                  <c:v>59926</c:v>
                </c:pt>
                <c:pt idx="17557">
                  <c:v>59927</c:v>
                </c:pt>
                <c:pt idx="17558">
                  <c:v>59928</c:v>
                </c:pt>
                <c:pt idx="17559">
                  <c:v>59929</c:v>
                </c:pt>
                <c:pt idx="17560">
                  <c:v>59930</c:v>
                </c:pt>
                <c:pt idx="17561">
                  <c:v>59931</c:v>
                </c:pt>
                <c:pt idx="17562">
                  <c:v>59932</c:v>
                </c:pt>
                <c:pt idx="17563">
                  <c:v>59933</c:v>
                </c:pt>
                <c:pt idx="17564">
                  <c:v>59934</c:v>
                </c:pt>
                <c:pt idx="17565">
                  <c:v>59935</c:v>
                </c:pt>
                <c:pt idx="17566">
                  <c:v>59936</c:v>
                </c:pt>
                <c:pt idx="17567">
                  <c:v>59937</c:v>
                </c:pt>
                <c:pt idx="17568">
                  <c:v>59938</c:v>
                </c:pt>
                <c:pt idx="17569">
                  <c:v>59939</c:v>
                </c:pt>
                <c:pt idx="17570">
                  <c:v>59940</c:v>
                </c:pt>
                <c:pt idx="17571">
                  <c:v>59941</c:v>
                </c:pt>
                <c:pt idx="17572">
                  <c:v>59942</c:v>
                </c:pt>
                <c:pt idx="17573">
                  <c:v>59943</c:v>
                </c:pt>
                <c:pt idx="17574">
                  <c:v>59944</c:v>
                </c:pt>
                <c:pt idx="17575">
                  <c:v>59945</c:v>
                </c:pt>
                <c:pt idx="17576">
                  <c:v>59946</c:v>
                </c:pt>
                <c:pt idx="17577">
                  <c:v>59947</c:v>
                </c:pt>
                <c:pt idx="17578">
                  <c:v>59948</c:v>
                </c:pt>
                <c:pt idx="17579">
                  <c:v>59949</c:v>
                </c:pt>
                <c:pt idx="17580">
                  <c:v>59950</c:v>
                </c:pt>
                <c:pt idx="17581">
                  <c:v>59951</c:v>
                </c:pt>
                <c:pt idx="17582">
                  <c:v>59952</c:v>
                </c:pt>
                <c:pt idx="17583">
                  <c:v>59953</c:v>
                </c:pt>
                <c:pt idx="17584">
                  <c:v>59954</c:v>
                </c:pt>
                <c:pt idx="17585">
                  <c:v>59955</c:v>
                </c:pt>
                <c:pt idx="17586">
                  <c:v>59956</c:v>
                </c:pt>
                <c:pt idx="17587">
                  <c:v>59957</c:v>
                </c:pt>
                <c:pt idx="17588">
                  <c:v>59958</c:v>
                </c:pt>
                <c:pt idx="17589">
                  <c:v>59959</c:v>
                </c:pt>
                <c:pt idx="17590">
                  <c:v>59960</c:v>
                </c:pt>
                <c:pt idx="17591">
                  <c:v>59961</c:v>
                </c:pt>
                <c:pt idx="17592">
                  <c:v>59962</c:v>
                </c:pt>
                <c:pt idx="17593">
                  <c:v>59963</c:v>
                </c:pt>
                <c:pt idx="17594">
                  <c:v>59964</c:v>
                </c:pt>
                <c:pt idx="17595">
                  <c:v>59965</c:v>
                </c:pt>
                <c:pt idx="17596">
                  <c:v>59966</c:v>
                </c:pt>
                <c:pt idx="17597">
                  <c:v>59967</c:v>
                </c:pt>
                <c:pt idx="17598">
                  <c:v>59968</c:v>
                </c:pt>
                <c:pt idx="17599">
                  <c:v>59969</c:v>
                </c:pt>
                <c:pt idx="17600">
                  <c:v>59970</c:v>
                </c:pt>
                <c:pt idx="17601">
                  <c:v>59971</c:v>
                </c:pt>
                <c:pt idx="17602">
                  <c:v>59972</c:v>
                </c:pt>
                <c:pt idx="17603">
                  <c:v>59973</c:v>
                </c:pt>
                <c:pt idx="17604">
                  <c:v>59974</c:v>
                </c:pt>
                <c:pt idx="17605">
                  <c:v>59975</c:v>
                </c:pt>
                <c:pt idx="17606">
                  <c:v>59976</c:v>
                </c:pt>
                <c:pt idx="17607">
                  <c:v>59977</c:v>
                </c:pt>
                <c:pt idx="17608">
                  <c:v>59978</c:v>
                </c:pt>
                <c:pt idx="17609">
                  <c:v>59979</c:v>
                </c:pt>
                <c:pt idx="17610">
                  <c:v>59980</c:v>
                </c:pt>
                <c:pt idx="17611">
                  <c:v>59981</c:v>
                </c:pt>
                <c:pt idx="17612">
                  <c:v>59982</c:v>
                </c:pt>
                <c:pt idx="17613">
                  <c:v>59983</c:v>
                </c:pt>
                <c:pt idx="17614">
                  <c:v>59984</c:v>
                </c:pt>
                <c:pt idx="17615">
                  <c:v>59985</c:v>
                </c:pt>
                <c:pt idx="17616">
                  <c:v>59986</c:v>
                </c:pt>
                <c:pt idx="17617">
                  <c:v>59987</c:v>
                </c:pt>
                <c:pt idx="17618">
                  <c:v>59988</c:v>
                </c:pt>
                <c:pt idx="17619">
                  <c:v>59989</c:v>
                </c:pt>
                <c:pt idx="17620">
                  <c:v>59990</c:v>
                </c:pt>
                <c:pt idx="17621">
                  <c:v>59991</c:v>
                </c:pt>
                <c:pt idx="17622">
                  <c:v>59992</c:v>
                </c:pt>
                <c:pt idx="17623">
                  <c:v>59993</c:v>
                </c:pt>
                <c:pt idx="17624">
                  <c:v>59994</c:v>
                </c:pt>
                <c:pt idx="17625">
                  <c:v>59995</c:v>
                </c:pt>
                <c:pt idx="17626">
                  <c:v>59996</c:v>
                </c:pt>
                <c:pt idx="17627">
                  <c:v>59997</c:v>
                </c:pt>
                <c:pt idx="17628">
                  <c:v>59998</c:v>
                </c:pt>
                <c:pt idx="17629">
                  <c:v>59999</c:v>
                </c:pt>
                <c:pt idx="17630">
                  <c:v>60000</c:v>
                </c:pt>
                <c:pt idx="17631">
                  <c:v>60001</c:v>
                </c:pt>
                <c:pt idx="17632">
                  <c:v>60002</c:v>
                </c:pt>
                <c:pt idx="17633">
                  <c:v>60003</c:v>
                </c:pt>
                <c:pt idx="17634">
                  <c:v>60004</c:v>
                </c:pt>
                <c:pt idx="17635">
                  <c:v>60005</c:v>
                </c:pt>
                <c:pt idx="17636">
                  <c:v>60006</c:v>
                </c:pt>
                <c:pt idx="17637">
                  <c:v>60007</c:v>
                </c:pt>
                <c:pt idx="17638">
                  <c:v>60008</c:v>
                </c:pt>
                <c:pt idx="17639">
                  <c:v>60009</c:v>
                </c:pt>
                <c:pt idx="17640">
                  <c:v>60010</c:v>
                </c:pt>
                <c:pt idx="17641">
                  <c:v>60011</c:v>
                </c:pt>
                <c:pt idx="17642">
                  <c:v>60012</c:v>
                </c:pt>
                <c:pt idx="17643">
                  <c:v>60013</c:v>
                </c:pt>
                <c:pt idx="17644">
                  <c:v>60014</c:v>
                </c:pt>
                <c:pt idx="17645">
                  <c:v>60015</c:v>
                </c:pt>
                <c:pt idx="17646">
                  <c:v>60016</c:v>
                </c:pt>
                <c:pt idx="17647">
                  <c:v>60017</c:v>
                </c:pt>
                <c:pt idx="17648">
                  <c:v>60018</c:v>
                </c:pt>
                <c:pt idx="17649">
                  <c:v>60019</c:v>
                </c:pt>
                <c:pt idx="17650">
                  <c:v>60020</c:v>
                </c:pt>
                <c:pt idx="17651">
                  <c:v>60021</c:v>
                </c:pt>
                <c:pt idx="17652">
                  <c:v>60022</c:v>
                </c:pt>
                <c:pt idx="17653">
                  <c:v>60023</c:v>
                </c:pt>
                <c:pt idx="17654">
                  <c:v>60024</c:v>
                </c:pt>
                <c:pt idx="17655">
                  <c:v>60025</c:v>
                </c:pt>
                <c:pt idx="17656">
                  <c:v>60026</c:v>
                </c:pt>
                <c:pt idx="17657">
                  <c:v>60027</c:v>
                </c:pt>
                <c:pt idx="17658">
                  <c:v>60028</c:v>
                </c:pt>
                <c:pt idx="17659">
                  <c:v>60029</c:v>
                </c:pt>
                <c:pt idx="17660">
                  <c:v>60030</c:v>
                </c:pt>
                <c:pt idx="17661">
                  <c:v>60031</c:v>
                </c:pt>
                <c:pt idx="17662">
                  <c:v>60032</c:v>
                </c:pt>
                <c:pt idx="17663">
                  <c:v>60033</c:v>
                </c:pt>
                <c:pt idx="17664">
                  <c:v>60034</c:v>
                </c:pt>
                <c:pt idx="17665">
                  <c:v>60035</c:v>
                </c:pt>
                <c:pt idx="17666">
                  <c:v>60036</c:v>
                </c:pt>
                <c:pt idx="17667">
                  <c:v>60037</c:v>
                </c:pt>
                <c:pt idx="17668">
                  <c:v>60038</c:v>
                </c:pt>
                <c:pt idx="17669">
                  <c:v>60039</c:v>
                </c:pt>
                <c:pt idx="17670">
                  <c:v>60040</c:v>
                </c:pt>
                <c:pt idx="17671">
                  <c:v>60041</c:v>
                </c:pt>
                <c:pt idx="17672">
                  <c:v>60042</c:v>
                </c:pt>
                <c:pt idx="17673">
                  <c:v>60043</c:v>
                </c:pt>
                <c:pt idx="17674">
                  <c:v>60044</c:v>
                </c:pt>
                <c:pt idx="17675">
                  <c:v>60045</c:v>
                </c:pt>
                <c:pt idx="17676">
                  <c:v>60046</c:v>
                </c:pt>
                <c:pt idx="17677">
                  <c:v>60047</c:v>
                </c:pt>
                <c:pt idx="17678">
                  <c:v>60048</c:v>
                </c:pt>
                <c:pt idx="17679">
                  <c:v>60049</c:v>
                </c:pt>
                <c:pt idx="17680">
                  <c:v>60050</c:v>
                </c:pt>
                <c:pt idx="17681">
                  <c:v>60051</c:v>
                </c:pt>
                <c:pt idx="17682">
                  <c:v>60052</c:v>
                </c:pt>
                <c:pt idx="17683">
                  <c:v>60053</c:v>
                </c:pt>
                <c:pt idx="17684">
                  <c:v>60054</c:v>
                </c:pt>
                <c:pt idx="17685">
                  <c:v>60055</c:v>
                </c:pt>
                <c:pt idx="17686">
                  <c:v>60056</c:v>
                </c:pt>
                <c:pt idx="17687">
                  <c:v>60057</c:v>
                </c:pt>
                <c:pt idx="17688">
                  <c:v>60058</c:v>
                </c:pt>
                <c:pt idx="17689">
                  <c:v>60059</c:v>
                </c:pt>
                <c:pt idx="17690">
                  <c:v>60060</c:v>
                </c:pt>
                <c:pt idx="17691">
                  <c:v>60061</c:v>
                </c:pt>
                <c:pt idx="17692">
                  <c:v>60062</c:v>
                </c:pt>
                <c:pt idx="17693">
                  <c:v>60063</c:v>
                </c:pt>
                <c:pt idx="17694">
                  <c:v>60064</c:v>
                </c:pt>
                <c:pt idx="17695">
                  <c:v>60065</c:v>
                </c:pt>
                <c:pt idx="17696">
                  <c:v>60066</c:v>
                </c:pt>
                <c:pt idx="17697">
                  <c:v>60067</c:v>
                </c:pt>
                <c:pt idx="17698">
                  <c:v>60068</c:v>
                </c:pt>
                <c:pt idx="17699">
                  <c:v>60069</c:v>
                </c:pt>
                <c:pt idx="17700">
                  <c:v>60070</c:v>
                </c:pt>
                <c:pt idx="17701">
                  <c:v>60071</c:v>
                </c:pt>
                <c:pt idx="17702">
                  <c:v>60072</c:v>
                </c:pt>
                <c:pt idx="17703">
                  <c:v>60073</c:v>
                </c:pt>
                <c:pt idx="17704">
                  <c:v>60074</c:v>
                </c:pt>
                <c:pt idx="17705">
                  <c:v>60075</c:v>
                </c:pt>
                <c:pt idx="17706">
                  <c:v>60076</c:v>
                </c:pt>
                <c:pt idx="17707">
                  <c:v>60077</c:v>
                </c:pt>
                <c:pt idx="17708">
                  <c:v>60078</c:v>
                </c:pt>
                <c:pt idx="17709">
                  <c:v>60079</c:v>
                </c:pt>
                <c:pt idx="17710">
                  <c:v>60080</c:v>
                </c:pt>
                <c:pt idx="17711">
                  <c:v>60081</c:v>
                </c:pt>
                <c:pt idx="17712">
                  <c:v>60082</c:v>
                </c:pt>
                <c:pt idx="17713">
                  <c:v>60083</c:v>
                </c:pt>
                <c:pt idx="17714">
                  <c:v>60084</c:v>
                </c:pt>
                <c:pt idx="17715">
                  <c:v>60085</c:v>
                </c:pt>
                <c:pt idx="17716">
                  <c:v>60086</c:v>
                </c:pt>
                <c:pt idx="17717">
                  <c:v>60087</c:v>
                </c:pt>
                <c:pt idx="17718">
                  <c:v>60088</c:v>
                </c:pt>
                <c:pt idx="17719">
                  <c:v>60089</c:v>
                </c:pt>
                <c:pt idx="17720">
                  <c:v>60090</c:v>
                </c:pt>
                <c:pt idx="17721">
                  <c:v>60091</c:v>
                </c:pt>
                <c:pt idx="17722">
                  <c:v>60092</c:v>
                </c:pt>
                <c:pt idx="17723">
                  <c:v>60093</c:v>
                </c:pt>
                <c:pt idx="17724">
                  <c:v>60094</c:v>
                </c:pt>
                <c:pt idx="17725">
                  <c:v>60095</c:v>
                </c:pt>
                <c:pt idx="17726">
                  <c:v>60096</c:v>
                </c:pt>
                <c:pt idx="17727">
                  <c:v>60097</c:v>
                </c:pt>
                <c:pt idx="17728">
                  <c:v>60098</c:v>
                </c:pt>
                <c:pt idx="17729">
                  <c:v>60099</c:v>
                </c:pt>
                <c:pt idx="17730">
                  <c:v>60100</c:v>
                </c:pt>
                <c:pt idx="17731">
                  <c:v>60101</c:v>
                </c:pt>
                <c:pt idx="17732">
                  <c:v>60102</c:v>
                </c:pt>
                <c:pt idx="17733">
                  <c:v>60103</c:v>
                </c:pt>
                <c:pt idx="17734">
                  <c:v>60104</c:v>
                </c:pt>
                <c:pt idx="17735">
                  <c:v>60105</c:v>
                </c:pt>
                <c:pt idx="17736">
                  <c:v>60106</c:v>
                </c:pt>
                <c:pt idx="17737">
                  <c:v>60107</c:v>
                </c:pt>
                <c:pt idx="17738">
                  <c:v>60108</c:v>
                </c:pt>
                <c:pt idx="17739">
                  <c:v>60109</c:v>
                </c:pt>
                <c:pt idx="17740">
                  <c:v>60110</c:v>
                </c:pt>
                <c:pt idx="17741">
                  <c:v>60111</c:v>
                </c:pt>
                <c:pt idx="17742">
                  <c:v>60112</c:v>
                </c:pt>
                <c:pt idx="17743">
                  <c:v>60113</c:v>
                </c:pt>
                <c:pt idx="17744">
                  <c:v>60114</c:v>
                </c:pt>
                <c:pt idx="17745">
                  <c:v>60115</c:v>
                </c:pt>
                <c:pt idx="17746">
                  <c:v>60116</c:v>
                </c:pt>
                <c:pt idx="17747">
                  <c:v>60117</c:v>
                </c:pt>
                <c:pt idx="17748">
                  <c:v>60118</c:v>
                </c:pt>
                <c:pt idx="17749">
                  <c:v>60119</c:v>
                </c:pt>
                <c:pt idx="17750">
                  <c:v>60120</c:v>
                </c:pt>
                <c:pt idx="17751">
                  <c:v>60121</c:v>
                </c:pt>
                <c:pt idx="17752">
                  <c:v>60122</c:v>
                </c:pt>
                <c:pt idx="17753">
                  <c:v>60123</c:v>
                </c:pt>
                <c:pt idx="17754">
                  <c:v>60124</c:v>
                </c:pt>
                <c:pt idx="17755">
                  <c:v>60125</c:v>
                </c:pt>
                <c:pt idx="17756">
                  <c:v>60126</c:v>
                </c:pt>
                <c:pt idx="17757">
                  <c:v>60127</c:v>
                </c:pt>
                <c:pt idx="17758">
                  <c:v>60128</c:v>
                </c:pt>
                <c:pt idx="17759">
                  <c:v>60129</c:v>
                </c:pt>
                <c:pt idx="17760">
                  <c:v>60130</c:v>
                </c:pt>
                <c:pt idx="17761">
                  <c:v>60131</c:v>
                </c:pt>
                <c:pt idx="17762">
                  <c:v>60132</c:v>
                </c:pt>
                <c:pt idx="17763">
                  <c:v>60133</c:v>
                </c:pt>
                <c:pt idx="17764">
                  <c:v>60134</c:v>
                </c:pt>
                <c:pt idx="17765">
                  <c:v>60135</c:v>
                </c:pt>
                <c:pt idx="17766">
                  <c:v>60136</c:v>
                </c:pt>
                <c:pt idx="17767">
                  <c:v>60137</c:v>
                </c:pt>
                <c:pt idx="17768">
                  <c:v>60138</c:v>
                </c:pt>
                <c:pt idx="17769">
                  <c:v>60139</c:v>
                </c:pt>
                <c:pt idx="17770">
                  <c:v>60140</c:v>
                </c:pt>
                <c:pt idx="17771">
                  <c:v>60141</c:v>
                </c:pt>
                <c:pt idx="17772">
                  <c:v>60142</c:v>
                </c:pt>
                <c:pt idx="17773">
                  <c:v>60143</c:v>
                </c:pt>
                <c:pt idx="17774">
                  <c:v>60144</c:v>
                </c:pt>
                <c:pt idx="17775">
                  <c:v>60145</c:v>
                </c:pt>
                <c:pt idx="17776">
                  <c:v>60146</c:v>
                </c:pt>
                <c:pt idx="17777">
                  <c:v>60147</c:v>
                </c:pt>
                <c:pt idx="17778">
                  <c:v>60148</c:v>
                </c:pt>
                <c:pt idx="17779">
                  <c:v>60149</c:v>
                </c:pt>
                <c:pt idx="17780">
                  <c:v>60150</c:v>
                </c:pt>
                <c:pt idx="17781">
                  <c:v>60151</c:v>
                </c:pt>
                <c:pt idx="17782">
                  <c:v>60152</c:v>
                </c:pt>
                <c:pt idx="17783">
                  <c:v>60153</c:v>
                </c:pt>
                <c:pt idx="17784">
                  <c:v>60154</c:v>
                </c:pt>
                <c:pt idx="17785">
                  <c:v>60155</c:v>
                </c:pt>
                <c:pt idx="17786">
                  <c:v>60156</c:v>
                </c:pt>
                <c:pt idx="17787">
                  <c:v>60157</c:v>
                </c:pt>
                <c:pt idx="17788">
                  <c:v>60158</c:v>
                </c:pt>
                <c:pt idx="17789">
                  <c:v>60159</c:v>
                </c:pt>
                <c:pt idx="17790">
                  <c:v>60160</c:v>
                </c:pt>
                <c:pt idx="17791">
                  <c:v>60161</c:v>
                </c:pt>
                <c:pt idx="17792">
                  <c:v>60162</c:v>
                </c:pt>
                <c:pt idx="17793">
                  <c:v>60163</c:v>
                </c:pt>
                <c:pt idx="17794">
                  <c:v>60164</c:v>
                </c:pt>
                <c:pt idx="17795">
                  <c:v>60165</c:v>
                </c:pt>
                <c:pt idx="17796">
                  <c:v>60166</c:v>
                </c:pt>
                <c:pt idx="17797">
                  <c:v>60167</c:v>
                </c:pt>
                <c:pt idx="17798">
                  <c:v>60168</c:v>
                </c:pt>
                <c:pt idx="17799">
                  <c:v>60169</c:v>
                </c:pt>
                <c:pt idx="17800">
                  <c:v>60170</c:v>
                </c:pt>
                <c:pt idx="17801">
                  <c:v>60171</c:v>
                </c:pt>
                <c:pt idx="17802">
                  <c:v>60172</c:v>
                </c:pt>
                <c:pt idx="17803">
                  <c:v>60173</c:v>
                </c:pt>
                <c:pt idx="17804">
                  <c:v>60174</c:v>
                </c:pt>
                <c:pt idx="17805">
                  <c:v>60175</c:v>
                </c:pt>
                <c:pt idx="17806">
                  <c:v>60176</c:v>
                </c:pt>
                <c:pt idx="17807">
                  <c:v>60177</c:v>
                </c:pt>
                <c:pt idx="17808">
                  <c:v>60178</c:v>
                </c:pt>
                <c:pt idx="17809">
                  <c:v>60179</c:v>
                </c:pt>
                <c:pt idx="17810">
                  <c:v>60180</c:v>
                </c:pt>
                <c:pt idx="17811">
                  <c:v>60181</c:v>
                </c:pt>
                <c:pt idx="17812">
                  <c:v>60182</c:v>
                </c:pt>
                <c:pt idx="17813">
                  <c:v>60183</c:v>
                </c:pt>
                <c:pt idx="17814">
                  <c:v>60184</c:v>
                </c:pt>
                <c:pt idx="17815">
                  <c:v>60185</c:v>
                </c:pt>
                <c:pt idx="17816">
                  <c:v>60186</c:v>
                </c:pt>
                <c:pt idx="17817">
                  <c:v>60187</c:v>
                </c:pt>
                <c:pt idx="17818">
                  <c:v>60188</c:v>
                </c:pt>
                <c:pt idx="17819">
                  <c:v>60189</c:v>
                </c:pt>
                <c:pt idx="17820">
                  <c:v>60190</c:v>
                </c:pt>
                <c:pt idx="17821">
                  <c:v>60191</c:v>
                </c:pt>
                <c:pt idx="17822">
                  <c:v>60192</c:v>
                </c:pt>
                <c:pt idx="17823">
                  <c:v>60193</c:v>
                </c:pt>
                <c:pt idx="17824">
                  <c:v>60194</c:v>
                </c:pt>
                <c:pt idx="17825">
                  <c:v>60195</c:v>
                </c:pt>
                <c:pt idx="17826">
                  <c:v>60196</c:v>
                </c:pt>
                <c:pt idx="17827">
                  <c:v>60197</c:v>
                </c:pt>
                <c:pt idx="17828">
                  <c:v>60198</c:v>
                </c:pt>
                <c:pt idx="17829">
                  <c:v>60199</c:v>
                </c:pt>
                <c:pt idx="17830">
                  <c:v>60200</c:v>
                </c:pt>
                <c:pt idx="17831">
                  <c:v>60201</c:v>
                </c:pt>
                <c:pt idx="17832">
                  <c:v>60202</c:v>
                </c:pt>
                <c:pt idx="17833">
                  <c:v>60203</c:v>
                </c:pt>
                <c:pt idx="17834">
                  <c:v>60204</c:v>
                </c:pt>
                <c:pt idx="17835">
                  <c:v>60205</c:v>
                </c:pt>
                <c:pt idx="17836">
                  <c:v>60206</c:v>
                </c:pt>
                <c:pt idx="17837">
                  <c:v>60207</c:v>
                </c:pt>
                <c:pt idx="17838">
                  <c:v>60208</c:v>
                </c:pt>
                <c:pt idx="17839">
                  <c:v>60209</c:v>
                </c:pt>
                <c:pt idx="17840">
                  <c:v>60210</c:v>
                </c:pt>
                <c:pt idx="17841">
                  <c:v>60211</c:v>
                </c:pt>
                <c:pt idx="17842">
                  <c:v>60212</c:v>
                </c:pt>
                <c:pt idx="17843">
                  <c:v>60213</c:v>
                </c:pt>
                <c:pt idx="17844">
                  <c:v>60214</c:v>
                </c:pt>
                <c:pt idx="17845">
                  <c:v>60215</c:v>
                </c:pt>
                <c:pt idx="17846">
                  <c:v>60216</c:v>
                </c:pt>
                <c:pt idx="17847">
                  <c:v>60217</c:v>
                </c:pt>
                <c:pt idx="17848">
                  <c:v>60218</c:v>
                </c:pt>
                <c:pt idx="17849">
                  <c:v>60219</c:v>
                </c:pt>
                <c:pt idx="17850">
                  <c:v>60220</c:v>
                </c:pt>
                <c:pt idx="17851">
                  <c:v>60221</c:v>
                </c:pt>
                <c:pt idx="17852">
                  <c:v>60222</c:v>
                </c:pt>
                <c:pt idx="17853">
                  <c:v>60223</c:v>
                </c:pt>
                <c:pt idx="17854">
                  <c:v>60224</c:v>
                </c:pt>
                <c:pt idx="17855">
                  <c:v>60225</c:v>
                </c:pt>
                <c:pt idx="17856">
                  <c:v>60226</c:v>
                </c:pt>
                <c:pt idx="17857">
                  <c:v>60227</c:v>
                </c:pt>
                <c:pt idx="17858">
                  <c:v>60228</c:v>
                </c:pt>
                <c:pt idx="17859">
                  <c:v>60229</c:v>
                </c:pt>
                <c:pt idx="17860">
                  <c:v>60230</c:v>
                </c:pt>
                <c:pt idx="17861">
                  <c:v>60231</c:v>
                </c:pt>
                <c:pt idx="17862">
                  <c:v>60232</c:v>
                </c:pt>
                <c:pt idx="17863">
                  <c:v>60233</c:v>
                </c:pt>
                <c:pt idx="17864">
                  <c:v>60234</c:v>
                </c:pt>
                <c:pt idx="17865">
                  <c:v>60235</c:v>
                </c:pt>
                <c:pt idx="17866">
                  <c:v>60236</c:v>
                </c:pt>
                <c:pt idx="17867">
                  <c:v>60237</c:v>
                </c:pt>
                <c:pt idx="17868">
                  <c:v>60238</c:v>
                </c:pt>
                <c:pt idx="17869">
                  <c:v>60239</c:v>
                </c:pt>
                <c:pt idx="17870">
                  <c:v>60240</c:v>
                </c:pt>
                <c:pt idx="17871">
                  <c:v>60241</c:v>
                </c:pt>
                <c:pt idx="17872">
                  <c:v>60242</c:v>
                </c:pt>
                <c:pt idx="17873">
                  <c:v>60243</c:v>
                </c:pt>
                <c:pt idx="17874">
                  <c:v>60244</c:v>
                </c:pt>
                <c:pt idx="17875">
                  <c:v>60245</c:v>
                </c:pt>
                <c:pt idx="17876">
                  <c:v>60246</c:v>
                </c:pt>
                <c:pt idx="17877">
                  <c:v>60247</c:v>
                </c:pt>
                <c:pt idx="17878">
                  <c:v>60248</c:v>
                </c:pt>
                <c:pt idx="17879">
                  <c:v>60249</c:v>
                </c:pt>
                <c:pt idx="17880">
                  <c:v>60250</c:v>
                </c:pt>
                <c:pt idx="17881">
                  <c:v>60251</c:v>
                </c:pt>
                <c:pt idx="17882">
                  <c:v>60252</c:v>
                </c:pt>
                <c:pt idx="17883">
                  <c:v>60253</c:v>
                </c:pt>
                <c:pt idx="17884">
                  <c:v>60254</c:v>
                </c:pt>
                <c:pt idx="17885">
                  <c:v>60255</c:v>
                </c:pt>
                <c:pt idx="17886">
                  <c:v>60256</c:v>
                </c:pt>
                <c:pt idx="17887">
                  <c:v>60257</c:v>
                </c:pt>
                <c:pt idx="17888">
                  <c:v>60258</c:v>
                </c:pt>
                <c:pt idx="17889">
                  <c:v>60259</c:v>
                </c:pt>
                <c:pt idx="17890">
                  <c:v>60260</c:v>
                </c:pt>
                <c:pt idx="17891">
                  <c:v>60261</c:v>
                </c:pt>
                <c:pt idx="17892">
                  <c:v>60262</c:v>
                </c:pt>
                <c:pt idx="17893">
                  <c:v>60263</c:v>
                </c:pt>
                <c:pt idx="17894">
                  <c:v>60264</c:v>
                </c:pt>
                <c:pt idx="17895">
                  <c:v>60265</c:v>
                </c:pt>
                <c:pt idx="17896">
                  <c:v>60266</c:v>
                </c:pt>
                <c:pt idx="17897">
                  <c:v>60267</c:v>
                </c:pt>
                <c:pt idx="17898">
                  <c:v>60268</c:v>
                </c:pt>
                <c:pt idx="17899">
                  <c:v>60269</c:v>
                </c:pt>
                <c:pt idx="17900">
                  <c:v>60270</c:v>
                </c:pt>
                <c:pt idx="17901">
                  <c:v>60271</c:v>
                </c:pt>
                <c:pt idx="17902">
                  <c:v>60272</c:v>
                </c:pt>
                <c:pt idx="17903">
                  <c:v>60273</c:v>
                </c:pt>
                <c:pt idx="17904">
                  <c:v>60274</c:v>
                </c:pt>
                <c:pt idx="17905">
                  <c:v>60275</c:v>
                </c:pt>
                <c:pt idx="17906">
                  <c:v>60276</c:v>
                </c:pt>
                <c:pt idx="17907">
                  <c:v>60277</c:v>
                </c:pt>
                <c:pt idx="17908">
                  <c:v>60278</c:v>
                </c:pt>
                <c:pt idx="17909">
                  <c:v>60279</c:v>
                </c:pt>
                <c:pt idx="17910">
                  <c:v>60280</c:v>
                </c:pt>
                <c:pt idx="17911">
                  <c:v>60281</c:v>
                </c:pt>
                <c:pt idx="17912">
                  <c:v>60282</c:v>
                </c:pt>
                <c:pt idx="17913">
                  <c:v>60283</c:v>
                </c:pt>
                <c:pt idx="17914">
                  <c:v>60284</c:v>
                </c:pt>
                <c:pt idx="17915">
                  <c:v>60285</c:v>
                </c:pt>
                <c:pt idx="17916">
                  <c:v>60286</c:v>
                </c:pt>
                <c:pt idx="17917">
                  <c:v>60287</c:v>
                </c:pt>
                <c:pt idx="17918">
                  <c:v>60288</c:v>
                </c:pt>
                <c:pt idx="17919">
                  <c:v>60289</c:v>
                </c:pt>
                <c:pt idx="17920">
                  <c:v>60290</c:v>
                </c:pt>
                <c:pt idx="17921">
                  <c:v>60291</c:v>
                </c:pt>
                <c:pt idx="17922">
                  <c:v>60292</c:v>
                </c:pt>
                <c:pt idx="17923">
                  <c:v>60293</c:v>
                </c:pt>
                <c:pt idx="17924">
                  <c:v>60294</c:v>
                </c:pt>
                <c:pt idx="17925">
                  <c:v>60295</c:v>
                </c:pt>
                <c:pt idx="17926">
                  <c:v>60296</c:v>
                </c:pt>
                <c:pt idx="17927">
                  <c:v>60297</c:v>
                </c:pt>
                <c:pt idx="17928">
                  <c:v>60298</c:v>
                </c:pt>
                <c:pt idx="17929">
                  <c:v>60299</c:v>
                </c:pt>
                <c:pt idx="17930">
                  <c:v>60300</c:v>
                </c:pt>
                <c:pt idx="17931">
                  <c:v>60301</c:v>
                </c:pt>
                <c:pt idx="17932">
                  <c:v>60302</c:v>
                </c:pt>
                <c:pt idx="17933">
                  <c:v>60303</c:v>
                </c:pt>
                <c:pt idx="17934">
                  <c:v>60304</c:v>
                </c:pt>
                <c:pt idx="17935">
                  <c:v>60305</c:v>
                </c:pt>
                <c:pt idx="17936">
                  <c:v>60306</c:v>
                </c:pt>
                <c:pt idx="17937">
                  <c:v>60307</c:v>
                </c:pt>
                <c:pt idx="17938">
                  <c:v>60308</c:v>
                </c:pt>
                <c:pt idx="17939">
                  <c:v>60309</c:v>
                </c:pt>
                <c:pt idx="17940">
                  <c:v>60310</c:v>
                </c:pt>
                <c:pt idx="17941">
                  <c:v>60311</c:v>
                </c:pt>
                <c:pt idx="17942">
                  <c:v>60312</c:v>
                </c:pt>
                <c:pt idx="17943">
                  <c:v>60313</c:v>
                </c:pt>
                <c:pt idx="17944">
                  <c:v>60314</c:v>
                </c:pt>
                <c:pt idx="17945">
                  <c:v>60315</c:v>
                </c:pt>
                <c:pt idx="17946">
                  <c:v>60316</c:v>
                </c:pt>
                <c:pt idx="17947">
                  <c:v>60317</c:v>
                </c:pt>
                <c:pt idx="17948">
                  <c:v>60318</c:v>
                </c:pt>
                <c:pt idx="17949">
                  <c:v>60319</c:v>
                </c:pt>
                <c:pt idx="17950">
                  <c:v>60320</c:v>
                </c:pt>
                <c:pt idx="17951">
                  <c:v>60321</c:v>
                </c:pt>
                <c:pt idx="17952">
                  <c:v>60322</c:v>
                </c:pt>
                <c:pt idx="17953">
                  <c:v>60323</c:v>
                </c:pt>
                <c:pt idx="17954">
                  <c:v>60324</c:v>
                </c:pt>
                <c:pt idx="17955">
                  <c:v>60325</c:v>
                </c:pt>
                <c:pt idx="17956">
                  <c:v>60326</c:v>
                </c:pt>
                <c:pt idx="17957">
                  <c:v>60327</c:v>
                </c:pt>
                <c:pt idx="17958">
                  <c:v>60328</c:v>
                </c:pt>
                <c:pt idx="17959">
                  <c:v>60329</c:v>
                </c:pt>
                <c:pt idx="17960">
                  <c:v>60330</c:v>
                </c:pt>
                <c:pt idx="17961">
                  <c:v>60331</c:v>
                </c:pt>
                <c:pt idx="17962">
                  <c:v>60332</c:v>
                </c:pt>
                <c:pt idx="17963">
                  <c:v>60333</c:v>
                </c:pt>
                <c:pt idx="17964">
                  <c:v>60334</c:v>
                </c:pt>
                <c:pt idx="17965">
                  <c:v>60335</c:v>
                </c:pt>
                <c:pt idx="17966">
                  <c:v>60336</c:v>
                </c:pt>
                <c:pt idx="17967">
                  <c:v>60337</c:v>
                </c:pt>
                <c:pt idx="17968">
                  <c:v>60338</c:v>
                </c:pt>
                <c:pt idx="17969">
                  <c:v>60339</c:v>
                </c:pt>
                <c:pt idx="17970">
                  <c:v>60340</c:v>
                </c:pt>
                <c:pt idx="17971">
                  <c:v>60341</c:v>
                </c:pt>
                <c:pt idx="17972">
                  <c:v>60342</c:v>
                </c:pt>
                <c:pt idx="17973">
                  <c:v>60343</c:v>
                </c:pt>
                <c:pt idx="17974">
                  <c:v>60344</c:v>
                </c:pt>
                <c:pt idx="17975">
                  <c:v>60345</c:v>
                </c:pt>
                <c:pt idx="17976">
                  <c:v>60346</c:v>
                </c:pt>
                <c:pt idx="17977">
                  <c:v>60347</c:v>
                </c:pt>
                <c:pt idx="17978">
                  <c:v>60348</c:v>
                </c:pt>
                <c:pt idx="17979">
                  <c:v>60349</c:v>
                </c:pt>
                <c:pt idx="17980">
                  <c:v>60350</c:v>
                </c:pt>
                <c:pt idx="17981">
                  <c:v>60351</c:v>
                </c:pt>
                <c:pt idx="17982">
                  <c:v>60352</c:v>
                </c:pt>
                <c:pt idx="17983">
                  <c:v>60353</c:v>
                </c:pt>
                <c:pt idx="17984">
                  <c:v>60354</c:v>
                </c:pt>
                <c:pt idx="17985">
                  <c:v>60355</c:v>
                </c:pt>
                <c:pt idx="17986">
                  <c:v>60356</c:v>
                </c:pt>
                <c:pt idx="17987">
                  <c:v>60357</c:v>
                </c:pt>
                <c:pt idx="17988">
                  <c:v>60358</c:v>
                </c:pt>
                <c:pt idx="17989">
                  <c:v>60359</c:v>
                </c:pt>
                <c:pt idx="17990">
                  <c:v>60360</c:v>
                </c:pt>
                <c:pt idx="17991">
                  <c:v>60361</c:v>
                </c:pt>
                <c:pt idx="17992">
                  <c:v>60362</c:v>
                </c:pt>
                <c:pt idx="17993">
                  <c:v>60363</c:v>
                </c:pt>
                <c:pt idx="17994">
                  <c:v>60364</c:v>
                </c:pt>
                <c:pt idx="17995">
                  <c:v>60365</c:v>
                </c:pt>
                <c:pt idx="17996">
                  <c:v>60366</c:v>
                </c:pt>
                <c:pt idx="17997">
                  <c:v>60367</c:v>
                </c:pt>
                <c:pt idx="17998">
                  <c:v>60368</c:v>
                </c:pt>
                <c:pt idx="17999">
                  <c:v>60369</c:v>
                </c:pt>
                <c:pt idx="18000">
                  <c:v>60370</c:v>
                </c:pt>
                <c:pt idx="18001">
                  <c:v>60371</c:v>
                </c:pt>
                <c:pt idx="18002">
                  <c:v>60372</c:v>
                </c:pt>
                <c:pt idx="18003">
                  <c:v>60373</c:v>
                </c:pt>
                <c:pt idx="18004">
                  <c:v>60374</c:v>
                </c:pt>
                <c:pt idx="18005">
                  <c:v>60375</c:v>
                </c:pt>
                <c:pt idx="18006">
                  <c:v>60376</c:v>
                </c:pt>
                <c:pt idx="18007">
                  <c:v>60377</c:v>
                </c:pt>
                <c:pt idx="18008">
                  <c:v>60378</c:v>
                </c:pt>
                <c:pt idx="18009">
                  <c:v>60379</c:v>
                </c:pt>
                <c:pt idx="18010">
                  <c:v>60380</c:v>
                </c:pt>
                <c:pt idx="18011">
                  <c:v>60381</c:v>
                </c:pt>
                <c:pt idx="18012">
                  <c:v>60382</c:v>
                </c:pt>
                <c:pt idx="18013">
                  <c:v>60383</c:v>
                </c:pt>
                <c:pt idx="18014">
                  <c:v>60384</c:v>
                </c:pt>
                <c:pt idx="18015">
                  <c:v>60385</c:v>
                </c:pt>
                <c:pt idx="18016">
                  <c:v>60386</c:v>
                </c:pt>
                <c:pt idx="18017">
                  <c:v>60387</c:v>
                </c:pt>
                <c:pt idx="18018">
                  <c:v>60388</c:v>
                </c:pt>
                <c:pt idx="18019">
                  <c:v>60389</c:v>
                </c:pt>
                <c:pt idx="18020">
                  <c:v>60390</c:v>
                </c:pt>
                <c:pt idx="18021">
                  <c:v>60391</c:v>
                </c:pt>
                <c:pt idx="18022">
                  <c:v>60392</c:v>
                </c:pt>
                <c:pt idx="18023">
                  <c:v>60393</c:v>
                </c:pt>
                <c:pt idx="18024">
                  <c:v>60394</c:v>
                </c:pt>
                <c:pt idx="18025">
                  <c:v>60395</c:v>
                </c:pt>
                <c:pt idx="18026">
                  <c:v>60396</c:v>
                </c:pt>
                <c:pt idx="18027">
                  <c:v>60397</c:v>
                </c:pt>
                <c:pt idx="18028">
                  <c:v>60398</c:v>
                </c:pt>
                <c:pt idx="18029">
                  <c:v>60399</c:v>
                </c:pt>
                <c:pt idx="18030">
                  <c:v>60400</c:v>
                </c:pt>
                <c:pt idx="18031">
                  <c:v>60401</c:v>
                </c:pt>
                <c:pt idx="18032">
                  <c:v>60402</c:v>
                </c:pt>
                <c:pt idx="18033">
                  <c:v>60403</c:v>
                </c:pt>
                <c:pt idx="18034">
                  <c:v>60404</c:v>
                </c:pt>
                <c:pt idx="18035">
                  <c:v>60405</c:v>
                </c:pt>
                <c:pt idx="18036">
                  <c:v>60406</c:v>
                </c:pt>
                <c:pt idx="18037">
                  <c:v>60407</c:v>
                </c:pt>
                <c:pt idx="18038">
                  <c:v>60408</c:v>
                </c:pt>
                <c:pt idx="18039">
                  <c:v>60409</c:v>
                </c:pt>
                <c:pt idx="18040">
                  <c:v>60410</c:v>
                </c:pt>
                <c:pt idx="18041">
                  <c:v>60411</c:v>
                </c:pt>
                <c:pt idx="18042">
                  <c:v>60412</c:v>
                </c:pt>
                <c:pt idx="18043">
                  <c:v>60413</c:v>
                </c:pt>
                <c:pt idx="18044">
                  <c:v>60414</c:v>
                </c:pt>
                <c:pt idx="18045">
                  <c:v>60415</c:v>
                </c:pt>
                <c:pt idx="18046">
                  <c:v>60416</c:v>
                </c:pt>
                <c:pt idx="18047">
                  <c:v>60417</c:v>
                </c:pt>
                <c:pt idx="18048">
                  <c:v>60418</c:v>
                </c:pt>
                <c:pt idx="18049">
                  <c:v>60419</c:v>
                </c:pt>
                <c:pt idx="18050">
                  <c:v>60420</c:v>
                </c:pt>
                <c:pt idx="18051">
                  <c:v>60421</c:v>
                </c:pt>
                <c:pt idx="18052">
                  <c:v>60422</c:v>
                </c:pt>
                <c:pt idx="18053">
                  <c:v>60423</c:v>
                </c:pt>
                <c:pt idx="18054">
                  <c:v>60424</c:v>
                </c:pt>
                <c:pt idx="18055">
                  <c:v>60425</c:v>
                </c:pt>
                <c:pt idx="18056">
                  <c:v>60426</c:v>
                </c:pt>
                <c:pt idx="18057">
                  <c:v>60427</c:v>
                </c:pt>
                <c:pt idx="18058">
                  <c:v>60428</c:v>
                </c:pt>
                <c:pt idx="18059">
                  <c:v>60429</c:v>
                </c:pt>
                <c:pt idx="18060">
                  <c:v>60430</c:v>
                </c:pt>
                <c:pt idx="18061">
                  <c:v>60431</c:v>
                </c:pt>
                <c:pt idx="18062">
                  <c:v>60432</c:v>
                </c:pt>
                <c:pt idx="18063">
                  <c:v>60433</c:v>
                </c:pt>
                <c:pt idx="18064">
                  <c:v>60434</c:v>
                </c:pt>
                <c:pt idx="18065">
                  <c:v>60435</c:v>
                </c:pt>
                <c:pt idx="18066">
                  <c:v>60436</c:v>
                </c:pt>
                <c:pt idx="18067">
                  <c:v>60437</c:v>
                </c:pt>
                <c:pt idx="18068">
                  <c:v>60438</c:v>
                </c:pt>
                <c:pt idx="18069">
                  <c:v>60439</c:v>
                </c:pt>
                <c:pt idx="18070">
                  <c:v>60440</c:v>
                </c:pt>
                <c:pt idx="18071">
                  <c:v>60441</c:v>
                </c:pt>
                <c:pt idx="18072">
                  <c:v>60442</c:v>
                </c:pt>
                <c:pt idx="18073">
                  <c:v>60443</c:v>
                </c:pt>
                <c:pt idx="18074">
                  <c:v>60444</c:v>
                </c:pt>
                <c:pt idx="18075">
                  <c:v>60445</c:v>
                </c:pt>
                <c:pt idx="18076">
                  <c:v>60446</c:v>
                </c:pt>
                <c:pt idx="18077">
                  <c:v>60447</c:v>
                </c:pt>
                <c:pt idx="18078">
                  <c:v>60448</c:v>
                </c:pt>
                <c:pt idx="18079">
                  <c:v>60449</c:v>
                </c:pt>
                <c:pt idx="18080">
                  <c:v>60450</c:v>
                </c:pt>
                <c:pt idx="18081">
                  <c:v>60451</c:v>
                </c:pt>
                <c:pt idx="18082">
                  <c:v>60452</c:v>
                </c:pt>
                <c:pt idx="18083">
                  <c:v>60453</c:v>
                </c:pt>
                <c:pt idx="18084">
                  <c:v>60454</c:v>
                </c:pt>
                <c:pt idx="18085">
                  <c:v>60455</c:v>
                </c:pt>
                <c:pt idx="18086">
                  <c:v>60456</c:v>
                </c:pt>
                <c:pt idx="18087">
                  <c:v>60457</c:v>
                </c:pt>
                <c:pt idx="18088">
                  <c:v>60458</c:v>
                </c:pt>
                <c:pt idx="18089">
                  <c:v>60459</c:v>
                </c:pt>
                <c:pt idx="18090">
                  <c:v>60460</c:v>
                </c:pt>
                <c:pt idx="18091">
                  <c:v>60461</c:v>
                </c:pt>
                <c:pt idx="18092">
                  <c:v>60462</c:v>
                </c:pt>
                <c:pt idx="18093">
                  <c:v>60463</c:v>
                </c:pt>
                <c:pt idx="18094">
                  <c:v>60464</c:v>
                </c:pt>
                <c:pt idx="18095">
                  <c:v>60465</c:v>
                </c:pt>
                <c:pt idx="18096">
                  <c:v>60466</c:v>
                </c:pt>
                <c:pt idx="18097">
                  <c:v>60467</c:v>
                </c:pt>
                <c:pt idx="18098">
                  <c:v>60468</c:v>
                </c:pt>
                <c:pt idx="18099">
                  <c:v>60469</c:v>
                </c:pt>
                <c:pt idx="18100">
                  <c:v>60470</c:v>
                </c:pt>
                <c:pt idx="18101">
                  <c:v>60471</c:v>
                </c:pt>
                <c:pt idx="18102">
                  <c:v>60472</c:v>
                </c:pt>
                <c:pt idx="18103">
                  <c:v>60473</c:v>
                </c:pt>
                <c:pt idx="18104">
                  <c:v>60474</c:v>
                </c:pt>
                <c:pt idx="18105">
                  <c:v>60475</c:v>
                </c:pt>
                <c:pt idx="18106">
                  <c:v>60476</c:v>
                </c:pt>
                <c:pt idx="18107">
                  <c:v>60477</c:v>
                </c:pt>
                <c:pt idx="18108">
                  <c:v>60478</c:v>
                </c:pt>
                <c:pt idx="18109">
                  <c:v>60479</c:v>
                </c:pt>
                <c:pt idx="18110">
                  <c:v>60480</c:v>
                </c:pt>
                <c:pt idx="18111">
                  <c:v>60481</c:v>
                </c:pt>
                <c:pt idx="18112">
                  <c:v>60482</c:v>
                </c:pt>
                <c:pt idx="18113">
                  <c:v>60483</c:v>
                </c:pt>
                <c:pt idx="18114">
                  <c:v>60484</c:v>
                </c:pt>
                <c:pt idx="18115">
                  <c:v>60485</c:v>
                </c:pt>
                <c:pt idx="18116">
                  <c:v>60486</c:v>
                </c:pt>
                <c:pt idx="18117">
                  <c:v>60487</c:v>
                </c:pt>
                <c:pt idx="18118">
                  <c:v>60488</c:v>
                </c:pt>
                <c:pt idx="18119">
                  <c:v>60489</c:v>
                </c:pt>
                <c:pt idx="18120">
                  <c:v>60490</c:v>
                </c:pt>
                <c:pt idx="18121">
                  <c:v>60491</c:v>
                </c:pt>
                <c:pt idx="18122">
                  <c:v>60492</c:v>
                </c:pt>
                <c:pt idx="18123">
                  <c:v>60493</c:v>
                </c:pt>
                <c:pt idx="18124">
                  <c:v>60494</c:v>
                </c:pt>
                <c:pt idx="18125">
                  <c:v>60495</c:v>
                </c:pt>
                <c:pt idx="18126">
                  <c:v>60496</c:v>
                </c:pt>
                <c:pt idx="18127">
                  <c:v>60497</c:v>
                </c:pt>
                <c:pt idx="18128">
                  <c:v>60498</c:v>
                </c:pt>
                <c:pt idx="18129">
                  <c:v>60499</c:v>
                </c:pt>
                <c:pt idx="18130">
                  <c:v>60500</c:v>
                </c:pt>
                <c:pt idx="18131">
                  <c:v>60501</c:v>
                </c:pt>
                <c:pt idx="18132">
                  <c:v>60502</c:v>
                </c:pt>
                <c:pt idx="18133">
                  <c:v>60503</c:v>
                </c:pt>
                <c:pt idx="18134">
                  <c:v>60504</c:v>
                </c:pt>
                <c:pt idx="18135">
                  <c:v>60505</c:v>
                </c:pt>
                <c:pt idx="18136">
                  <c:v>60506</c:v>
                </c:pt>
                <c:pt idx="18137">
                  <c:v>60507</c:v>
                </c:pt>
                <c:pt idx="18138">
                  <c:v>60508</c:v>
                </c:pt>
                <c:pt idx="18139">
                  <c:v>60509</c:v>
                </c:pt>
                <c:pt idx="18140">
                  <c:v>60510</c:v>
                </c:pt>
                <c:pt idx="18141">
                  <c:v>60511</c:v>
                </c:pt>
                <c:pt idx="18142">
                  <c:v>60512</c:v>
                </c:pt>
                <c:pt idx="18143">
                  <c:v>60513</c:v>
                </c:pt>
                <c:pt idx="18144">
                  <c:v>60514</c:v>
                </c:pt>
                <c:pt idx="18145">
                  <c:v>60515</c:v>
                </c:pt>
                <c:pt idx="18146">
                  <c:v>60516</c:v>
                </c:pt>
                <c:pt idx="18147">
                  <c:v>60517</c:v>
                </c:pt>
                <c:pt idx="18148">
                  <c:v>60518</c:v>
                </c:pt>
                <c:pt idx="18149">
                  <c:v>60519</c:v>
                </c:pt>
                <c:pt idx="18150">
                  <c:v>60520</c:v>
                </c:pt>
                <c:pt idx="18151">
                  <c:v>60521</c:v>
                </c:pt>
                <c:pt idx="18152">
                  <c:v>60522</c:v>
                </c:pt>
                <c:pt idx="18153">
                  <c:v>60523</c:v>
                </c:pt>
                <c:pt idx="18154">
                  <c:v>60524</c:v>
                </c:pt>
                <c:pt idx="18155">
                  <c:v>60525</c:v>
                </c:pt>
                <c:pt idx="18156">
                  <c:v>60526</c:v>
                </c:pt>
                <c:pt idx="18157">
                  <c:v>60527</c:v>
                </c:pt>
                <c:pt idx="18158">
                  <c:v>60528</c:v>
                </c:pt>
                <c:pt idx="18159">
                  <c:v>60529</c:v>
                </c:pt>
                <c:pt idx="18160">
                  <c:v>60530</c:v>
                </c:pt>
                <c:pt idx="18161">
                  <c:v>60531</c:v>
                </c:pt>
                <c:pt idx="18162">
                  <c:v>60532</c:v>
                </c:pt>
                <c:pt idx="18163">
                  <c:v>60533</c:v>
                </c:pt>
                <c:pt idx="18164">
                  <c:v>60534</c:v>
                </c:pt>
                <c:pt idx="18165">
                  <c:v>60535</c:v>
                </c:pt>
                <c:pt idx="18166">
                  <c:v>60536</c:v>
                </c:pt>
                <c:pt idx="18167">
                  <c:v>60537</c:v>
                </c:pt>
                <c:pt idx="18168">
                  <c:v>60538</c:v>
                </c:pt>
                <c:pt idx="18169">
                  <c:v>60539</c:v>
                </c:pt>
                <c:pt idx="18170">
                  <c:v>60540</c:v>
                </c:pt>
                <c:pt idx="18171">
                  <c:v>60541</c:v>
                </c:pt>
                <c:pt idx="18172">
                  <c:v>60542</c:v>
                </c:pt>
                <c:pt idx="18173">
                  <c:v>60543</c:v>
                </c:pt>
                <c:pt idx="18174">
                  <c:v>60544</c:v>
                </c:pt>
                <c:pt idx="18175">
                  <c:v>60545</c:v>
                </c:pt>
                <c:pt idx="18176">
                  <c:v>60546</c:v>
                </c:pt>
                <c:pt idx="18177">
                  <c:v>60547</c:v>
                </c:pt>
                <c:pt idx="18178">
                  <c:v>60548</c:v>
                </c:pt>
                <c:pt idx="18179">
                  <c:v>60549</c:v>
                </c:pt>
                <c:pt idx="18180">
                  <c:v>60550</c:v>
                </c:pt>
                <c:pt idx="18181">
                  <c:v>60551</c:v>
                </c:pt>
                <c:pt idx="18182">
                  <c:v>60552</c:v>
                </c:pt>
                <c:pt idx="18183">
                  <c:v>60553</c:v>
                </c:pt>
                <c:pt idx="18184">
                  <c:v>60554</c:v>
                </c:pt>
                <c:pt idx="18185">
                  <c:v>60555</c:v>
                </c:pt>
                <c:pt idx="18186">
                  <c:v>60556</c:v>
                </c:pt>
                <c:pt idx="18187">
                  <c:v>60557</c:v>
                </c:pt>
                <c:pt idx="18188">
                  <c:v>60558</c:v>
                </c:pt>
                <c:pt idx="18189">
                  <c:v>60559</c:v>
                </c:pt>
                <c:pt idx="18190">
                  <c:v>60560</c:v>
                </c:pt>
                <c:pt idx="18191">
                  <c:v>60561</c:v>
                </c:pt>
                <c:pt idx="18192">
                  <c:v>60562</c:v>
                </c:pt>
                <c:pt idx="18193">
                  <c:v>60563</c:v>
                </c:pt>
                <c:pt idx="18194">
                  <c:v>60564</c:v>
                </c:pt>
                <c:pt idx="18195">
                  <c:v>60565</c:v>
                </c:pt>
                <c:pt idx="18196">
                  <c:v>60566</c:v>
                </c:pt>
                <c:pt idx="18197">
                  <c:v>60567</c:v>
                </c:pt>
                <c:pt idx="18198">
                  <c:v>60568</c:v>
                </c:pt>
                <c:pt idx="18199">
                  <c:v>60569</c:v>
                </c:pt>
                <c:pt idx="18200">
                  <c:v>60570</c:v>
                </c:pt>
                <c:pt idx="18201">
                  <c:v>60571</c:v>
                </c:pt>
                <c:pt idx="18202">
                  <c:v>60572</c:v>
                </c:pt>
                <c:pt idx="18203">
                  <c:v>60573</c:v>
                </c:pt>
                <c:pt idx="18204">
                  <c:v>60574</c:v>
                </c:pt>
                <c:pt idx="18205">
                  <c:v>60575</c:v>
                </c:pt>
                <c:pt idx="18206">
                  <c:v>60576</c:v>
                </c:pt>
                <c:pt idx="18207">
                  <c:v>60577</c:v>
                </c:pt>
                <c:pt idx="18208">
                  <c:v>60578</c:v>
                </c:pt>
                <c:pt idx="18209">
                  <c:v>60579</c:v>
                </c:pt>
                <c:pt idx="18210">
                  <c:v>60580</c:v>
                </c:pt>
                <c:pt idx="18211">
                  <c:v>60581</c:v>
                </c:pt>
                <c:pt idx="18212">
                  <c:v>60582</c:v>
                </c:pt>
                <c:pt idx="18213">
                  <c:v>60583</c:v>
                </c:pt>
                <c:pt idx="18214">
                  <c:v>60584</c:v>
                </c:pt>
                <c:pt idx="18215">
                  <c:v>60585</c:v>
                </c:pt>
                <c:pt idx="18216">
                  <c:v>60586</c:v>
                </c:pt>
                <c:pt idx="18217">
                  <c:v>60587</c:v>
                </c:pt>
                <c:pt idx="18218">
                  <c:v>60588</c:v>
                </c:pt>
                <c:pt idx="18219">
                  <c:v>60589</c:v>
                </c:pt>
                <c:pt idx="18220">
                  <c:v>60590</c:v>
                </c:pt>
                <c:pt idx="18221">
                  <c:v>60591</c:v>
                </c:pt>
                <c:pt idx="18222">
                  <c:v>60592</c:v>
                </c:pt>
                <c:pt idx="18223">
                  <c:v>60593</c:v>
                </c:pt>
                <c:pt idx="18224">
                  <c:v>60594</c:v>
                </c:pt>
                <c:pt idx="18225">
                  <c:v>60595</c:v>
                </c:pt>
                <c:pt idx="18226">
                  <c:v>60596</c:v>
                </c:pt>
                <c:pt idx="18227">
                  <c:v>60597</c:v>
                </c:pt>
                <c:pt idx="18228">
                  <c:v>60598</c:v>
                </c:pt>
                <c:pt idx="18229">
                  <c:v>60599</c:v>
                </c:pt>
                <c:pt idx="18230">
                  <c:v>60600</c:v>
                </c:pt>
                <c:pt idx="18231">
                  <c:v>60601</c:v>
                </c:pt>
                <c:pt idx="18232">
                  <c:v>60602</c:v>
                </c:pt>
                <c:pt idx="18233">
                  <c:v>60603</c:v>
                </c:pt>
                <c:pt idx="18234">
                  <c:v>60604</c:v>
                </c:pt>
                <c:pt idx="18235">
                  <c:v>60605</c:v>
                </c:pt>
                <c:pt idx="18236">
                  <c:v>60606</c:v>
                </c:pt>
                <c:pt idx="18237">
                  <c:v>60607</c:v>
                </c:pt>
                <c:pt idx="18238">
                  <c:v>60608</c:v>
                </c:pt>
                <c:pt idx="18239">
                  <c:v>60609</c:v>
                </c:pt>
                <c:pt idx="18240">
                  <c:v>60610</c:v>
                </c:pt>
                <c:pt idx="18241">
                  <c:v>60611</c:v>
                </c:pt>
                <c:pt idx="18242">
                  <c:v>60612</c:v>
                </c:pt>
                <c:pt idx="18243">
                  <c:v>60613</c:v>
                </c:pt>
                <c:pt idx="18244">
                  <c:v>60614</c:v>
                </c:pt>
                <c:pt idx="18245">
                  <c:v>60615</c:v>
                </c:pt>
                <c:pt idx="18246">
                  <c:v>60616</c:v>
                </c:pt>
                <c:pt idx="18247">
                  <c:v>60617</c:v>
                </c:pt>
                <c:pt idx="18248">
                  <c:v>60618</c:v>
                </c:pt>
                <c:pt idx="18249">
                  <c:v>60619</c:v>
                </c:pt>
                <c:pt idx="18250">
                  <c:v>60620</c:v>
                </c:pt>
                <c:pt idx="18251">
                  <c:v>60621</c:v>
                </c:pt>
                <c:pt idx="18252">
                  <c:v>60622</c:v>
                </c:pt>
                <c:pt idx="18253">
                  <c:v>60623</c:v>
                </c:pt>
                <c:pt idx="18254">
                  <c:v>60624</c:v>
                </c:pt>
                <c:pt idx="18255">
                  <c:v>60625</c:v>
                </c:pt>
                <c:pt idx="18256">
                  <c:v>60626</c:v>
                </c:pt>
                <c:pt idx="18257">
                  <c:v>60627</c:v>
                </c:pt>
                <c:pt idx="18258">
                  <c:v>60628</c:v>
                </c:pt>
                <c:pt idx="18259">
                  <c:v>60629</c:v>
                </c:pt>
                <c:pt idx="18260">
                  <c:v>60630</c:v>
                </c:pt>
                <c:pt idx="18261">
                  <c:v>60631</c:v>
                </c:pt>
                <c:pt idx="18262">
                  <c:v>60632</c:v>
                </c:pt>
                <c:pt idx="18263">
                  <c:v>60633</c:v>
                </c:pt>
                <c:pt idx="18264">
                  <c:v>60634</c:v>
                </c:pt>
                <c:pt idx="18265">
                  <c:v>60635</c:v>
                </c:pt>
                <c:pt idx="18266">
                  <c:v>60636</c:v>
                </c:pt>
                <c:pt idx="18267">
                  <c:v>60637</c:v>
                </c:pt>
                <c:pt idx="18268">
                  <c:v>60638</c:v>
                </c:pt>
                <c:pt idx="18269">
                  <c:v>60639</c:v>
                </c:pt>
                <c:pt idx="18270">
                  <c:v>60640</c:v>
                </c:pt>
                <c:pt idx="18271">
                  <c:v>60641</c:v>
                </c:pt>
                <c:pt idx="18272">
                  <c:v>60642</c:v>
                </c:pt>
                <c:pt idx="18273">
                  <c:v>60643</c:v>
                </c:pt>
                <c:pt idx="18274">
                  <c:v>60644</c:v>
                </c:pt>
                <c:pt idx="18275">
                  <c:v>60645</c:v>
                </c:pt>
                <c:pt idx="18276">
                  <c:v>60646</c:v>
                </c:pt>
                <c:pt idx="18277">
                  <c:v>60647</c:v>
                </c:pt>
                <c:pt idx="18278">
                  <c:v>60648</c:v>
                </c:pt>
                <c:pt idx="18279">
                  <c:v>60649</c:v>
                </c:pt>
                <c:pt idx="18280">
                  <c:v>60650</c:v>
                </c:pt>
                <c:pt idx="18281">
                  <c:v>60651</c:v>
                </c:pt>
                <c:pt idx="18282">
                  <c:v>60652</c:v>
                </c:pt>
                <c:pt idx="18283">
                  <c:v>60653</c:v>
                </c:pt>
                <c:pt idx="18284">
                  <c:v>60654</c:v>
                </c:pt>
                <c:pt idx="18285">
                  <c:v>60655</c:v>
                </c:pt>
                <c:pt idx="18286">
                  <c:v>60656</c:v>
                </c:pt>
                <c:pt idx="18287">
                  <c:v>60657</c:v>
                </c:pt>
                <c:pt idx="18288">
                  <c:v>60658</c:v>
                </c:pt>
                <c:pt idx="18289">
                  <c:v>60659</c:v>
                </c:pt>
                <c:pt idx="18290">
                  <c:v>60660</c:v>
                </c:pt>
                <c:pt idx="18291">
                  <c:v>60661</c:v>
                </c:pt>
                <c:pt idx="18292">
                  <c:v>60662</c:v>
                </c:pt>
                <c:pt idx="18293">
                  <c:v>60663</c:v>
                </c:pt>
                <c:pt idx="18294">
                  <c:v>60664</c:v>
                </c:pt>
                <c:pt idx="18295">
                  <c:v>60665</c:v>
                </c:pt>
                <c:pt idx="18296">
                  <c:v>60666</c:v>
                </c:pt>
                <c:pt idx="18297">
                  <c:v>60667</c:v>
                </c:pt>
                <c:pt idx="18298">
                  <c:v>60668</c:v>
                </c:pt>
                <c:pt idx="18299">
                  <c:v>60669</c:v>
                </c:pt>
                <c:pt idx="18300">
                  <c:v>60670</c:v>
                </c:pt>
                <c:pt idx="18301">
                  <c:v>60671</c:v>
                </c:pt>
                <c:pt idx="18302">
                  <c:v>60672</c:v>
                </c:pt>
                <c:pt idx="18303">
                  <c:v>60673</c:v>
                </c:pt>
                <c:pt idx="18304">
                  <c:v>60674</c:v>
                </c:pt>
                <c:pt idx="18305">
                  <c:v>60675</c:v>
                </c:pt>
                <c:pt idx="18306">
                  <c:v>60676</c:v>
                </c:pt>
                <c:pt idx="18307">
                  <c:v>60677</c:v>
                </c:pt>
                <c:pt idx="18308">
                  <c:v>60678</c:v>
                </c:pt>
                <c:pt idx="18309">
                  <c:v>60679</c:v>
                </c:pt>
                <c:pt idx="18310">
                  <c:v>60680</c:v>
                </c:pt>
                <c:pt idx="18311">
                  <c:v>60681</c:v>
                </c:pt>
                <c:pt idx="18312">
                  <c:v>60682</c:v>
                </c:pt>
                <c:pt idx="18313">
                  <c:v>60683</c:v>
                </c:pt>
                <c:pt idx="18314">
                  <c:v>60684</c:v>
                </c:pt>
                <c:pt idx="18315">
                  <c:v>60685</c:v>
                </c:pt>
                <c:pt idx="18316">
                  <c:v>60686</c:v>
                </c:pt>
                <c:pt idx="18317">
                  <c:v>60687</c:v>
                </c:pt>
                <c:pt idx="18318">
                  <c:v>60688</c:v>
                </c:pt>
                <c:pt idx="18319">
                  <c:v>60689</c:v>
                </c:pt>
                <c:pt idx="18320">
                  <c:v>60690</c:v>
                </c:pt>
                <c:pt idx="18321">
                  <c:v>60691</c:v>
                </c:pt>
                <c:pt idx="18322">
                  <c:v>60692</c:v>
                </c:pt>
                <c:pt idx="18323">
                  <c:v>60693</c:v>
                </c:pt>
                <c:pt idx="18324">
                  <c:v>60694</c:v>
                </c:pt>
                <c:pt idx="18325">
                  <c:v>60695</c:v>
                </c:pt>
                <c:pt idx="18326">
                  <c:v>60696</c:v>
                </c:pt>
                <c:pt idx="18327">
                  <c:v>60697</c:v>
                </c:pt>
                <c:pt idx="18328">
                  <c:v>60698</c:v>
                </c:pt>
                <c:pt idx="18329">
                  <c:v>60699</c:v>
                </c:pt>
                <c:pt idx="18330">
                  <c:v>60700</c:v>
                </c:pt>
                <c:pt idx="18331">
                  <c:v>60701</c:v>
                </c:pt>
                <c:pt idx="18332">
                  <c:v>60702</c:v>
                </c:pt>
                <c:pt idx="18333">
                  <c:v>60703</c:v>
                </c:pt>
                <c:pt idx="18334">
                  <c:v>60704</c:v>
                </c:pt>
                <c:pt idx="18335">
                  <c:v>60705</c:v>
                </c:pt>
                <c:pt idx="18336">
                  <c:v>60706</c:v>
                </c:pt>
                <c:pt idx="18337">
                  <c:v>60707</c:v>
                </c:pt>
                <c:pt idx="18338">
                  <c:v>60708</c:v>
                </c:pt>
                <c:pt idx="18339">
                  <c:v>60709</c:v>
                </c:pt>
                <c:pt idx="18340">
                  <c:v>60710</c:v>
                </c:pt>
                <c:pt idx="18341">
                  <c:v>60711</c:v>
                </c:pt>
                <c:pt idx="18342">
                  <c:v>60712</c:v>
                </c:pt>
                <c:pt idx="18343">
                  <c:v>60713</c:v>
                </c:pt>
                <c:pt idx="18344">
                  <c:v>60714</c:v>
                </c:pt>
                <c:pt idx="18345">
                  <c:v>60715</c:v>
                </c:pt>
                <c:pt idx="18346">
                  <c:v>60716</c:v>
                </c:pt>
                <c:pt idx="18347">
                  <c:v>60717</c:v>
                </c:pt>
                <c:pt idx="18348">
                  <c:v>60718</c:v>
                </c:pt>
                <c:pt idx="18349">
                  <c:v>60719</c:v>
                </c:pt>
                <c:pt idx="18350">
                  <c:v>60720</c:v>
                </c:pt>
                <c:pt idx="18351">
                  <c:v>60721</c:v>
                </c:pt>
                <c:pt idx="18352">
                  <c:v>60722</c:v>
                </c:pt>
                <c:pt idx="18353">
                  <c:v>60723</c:v>
                </c:pt>
                <c:pt idx="18354">
                  <c:v>60724</c:v>
                </c:pt>
                <c:pt idx="18355">
                  <c:v>60725</c:v>
                </c:pt>
                <c:pt idx="18356">
                  <c:v>60726</c:v>
                </c:pt>
                <c:pt idx="18357">
                  <c:v>60727</c:v>
                </c:pt>
                <c:pt idx="18358">
                  <c:v>60728</c:v>
                </c:pt>
                <c:pt idx="18359">
                  <c:v>60729</c:v>
                </c:pt>
                <c:pt idx="18360">
                  <c:v>60730</c:v>
                </c:pt>
                <c:pt idx="18361">
                  <c:v>60731</c:v>
                </c:pt>
                <c:pt idx="18362">
                  <c:v>60732</c:v>
                </c:pt>
                <c:pt idx="18363">
                  <c:v>60733</c:v>
                </c:pt>
                <c:pt idx="18364">
                  <c:v>60734</c:v>
                </c:pt>
                <c:pt idx="18365">
                  <c:v>60735</c:v>
                </c:pt>
                <c:pt idx="18366">
                  <c:v>60736</c:v>
                </c:pt>
                <c:pt idx="18367">
                  <c:v>60737</c:v>
                </c:pt>
                <c:pt idx="18368">
                  <c:v>60738</c:v>
                </c:pt>
                <c:pt idx="18369">
                  <c:v>60739</c:v>
                </c:pt>
                <c:pt idx="18370">
                  <c:v>60740</c:v>
                </c:pt>
                <c:pt idx="18371">
                  <c:v>60741</c:v>
                </c:pt>
                <c:pt idx="18372">
                  <c:v>60742</c:v>
                </c:pt>
                <c:pt idx="18373">
                  <c:v>60743</c:v>
                </c:pt>
                <c:pt idx="18374">
                  <c:v>60744</c:v>
                </c:pt>
                <c:pt idx="18375">
                  <c:v>60745</c:v>
                </c:pt>
                <c:pt idx="18376">
                  <c:v>60746</c:v>
                </c:pt>
                <c:pt idx="18377">
                  <c:v>60747</c:v>
                </c:pt>
                <c:pt idx="18378">
                  <c:v>60748</c:v>
                </c:pt>
                <c:pt idx="18379">
                  <c:v>60749</c:v>
                </c:pt>
                <c:pt idx="18380">
                  <c:v>60750</c:v>
                </c:pt>
                <c:pt idx="18381">
                  <c:v>60751</c:v>
                </c:pt>
                <c:pt idx="18382">
                  <c:v>60752</c:v>
                </c:pt>
                <c:pt idx="18383">
                  <c:v>60753</c:v>
                </c:pt>
                <c:pt idx="18384">
                  <c:v>60754</c:v>
                </c:pt>
                <c:pt idx="18385">
                  <c:v>60755</c:v>
                </c:pt>
                <c:pt idx="18386">
                  <c:v>60756</c:v>
                </c:pt>
                <c:pt idx="18387">
                  <c:v>60757</c:v>
                </c:pt>
                <c:pt idx="18388">
                  <c:v>60758</c:v>
                </c:pt>
                <c:pt idx="18389">
                  <c:v>60759</c:v>
                </c:pt>
                <c:pt idx="18390">
                  <c:v>60760</c:v>
                </c:pt>
                <c:pt idx="18391">
                  <c:v>60761</c:v>
                </c:pt>
                <c:pt idx="18392">
                  <c:v>60762</c:v>
                </c:pt>
                <c:pt idx="18393">
                  <c:v>60763</c:v>
                </c:pt>
                <c:pt idx="18394">
                  <c:v>60764</c:v>
                </c:pt>
                <c:pt idx="18395">
                  <c:v>60765</c:v>
                </c:pt>
                <c:pt idx="18396">
                  <c:v>60766</c:v>
                </c:pt>
                <c:pt idx="18397">
                  <c:v>60767</c:v>
                </c:pt>
                <c:pt idx="18398">
                  <c:v>60768</c:v>
                </c:pt>
                <c:pt idx="18399">
                  <c:v>60769</c:v>
                </c:pt>
                <c:pt idx="18400">
                  <c:v>60770</c:v>
                </c:pt>
                <c:pt idx="18401">
                  <c:v>60771</c:v>
                </c:pt>
                <c:pt idx="18402">
                  <c:v>60772</c:v>
                </c:pt>
                <c:pt idx="18403">
                  <c:v>60773</c:v>
                </c:pt>
                <c:pt idx="18404">
                  <c:v>60774</c:v>
                </c:pt>
                <c:pt idx="18405">
                  <c:v>60775</c:v>
                </c:pt>
                <c:pt idx="18406">
                  <c:v>60776</c:v>
                </c:pt>
                <c:pt idx="18407">
                  <c:v>60777</c:v>
                </c:pt>
                <c:pt idx="18408">
                  <c:v>60778</c:v>
                </c:pt>
                <c:pt idx="18409">
                  <c:v>60779</c:v>
                </c:pt>
                <c:pt idx="18410">
                  <c:v>60780</c:v>
                </c:pt>
                <c:pt idx="18411">
                  <c:v>60781</c:v>
                </c:pt>
                <c:pt idx="18412">
                  <c:v>60782</c:v>
                </c:pt>
                <c:pt idx="18413">
                  <c:v>60783</c:v>
                </c:pt>
                <c:pt idx="18414">
                  <c:v>60784</c:v>
                </c:pt>
                <c:pt idx="18415">
                  <c:v>60785</c:v>
                </c:pt>
                <c:pt idx="18416">
                  <c:v>60786</c:v>
                </c:pt>
                <c:pt idx="18417">
                  <c:v>60787</c:v>
                </c:pt>
                <c:pt idx="18418">
                  <c:v>60788</c:v>
                </c:pt>
                <c:pt idx="18419">
                  <c:v>60789</c:v>
                </c:pt>
                <c:pt idx="18420">
                  <c:v>60790</c:v>
                </c:pt>
                <c:pt idx="18421">
                  <c:v>60791</c:v>
                </c:pt>
                <c:pt idx="18422">
                  <c:v>60792</c:v>
                </c:pt>
                <c:pt idx="18423">
                  <c:v>60793</c:v>
                </c:pt>
                <c:pt idx="18424">
                  <c:v>60794</c:v>
                </c:pt>
                <c:pt idx="18425">
                  <c:v>60795</c:v>
                </c:pt>
                <c:pt idx="18426">
                  <c:v>60796</c:v>
                </c:pt>
                <c:pt idx="18427">
                  <c:v>60797</c:v>
                </c:pt>
                <c:pt idx="18428">
                  <c:v>60798</c:v>
                </c:pt>
                <c:pt idx="18429">
                  <c:v>60799</c:v>
                </c:pt>
                <c:pt idx="18430">
                  <c:v>60800</c:v>
                </c:pt>
                <c:pt idx="18431">
                  <c:v>60801</c:v>
                </c:pt>
                <c:pt idx="18432">
                  <c:v>60802</c:v>
                </c:pt>
                <c:pt idx="18433">
                  <c:v>60803</c:v>
                </c:pt>
                <c:pt idx="18434">
                  <c:v>60804</c:v>
                </c:pt>
                <c:pt idx="18435">
                  <c:v>60805</c:v>
                </c:pt>
                <c:pt idx="18436">
                  <c:v>60806</c:v>
                </c:pt>
                <c:pt idx="18437">
                  <c:v>60807</c:v>
                </c:pt>
                <c:pt idx="18438">
                  <c:v>60808</c:v>
                </c:pt>
                <c:pt idx="18439">
                  <c:v>60809</c:v>
                </c:pt>
                <c:pt idx="18440">
                  <c:v>60810</c:v>
                </c:pt>
                <c:pt idx="18441">
                  <c:v>60811</c:v>
                </c:pt>
                <c:pt idx="18442">
                  <c:v>60812</c:v>
                </c:pt>
                <c:pt idx="18443">
                  <c:v>60813</c:v>
                </c:pt>
                <c:pt idx="18444">
                  <c:v>60814</c:v>
                </c:pt>
                <c:pt idx="18445">
                  <c:v>60815</c:v>
                </c:pt>
                <c:pt idx="18446">
                  <c:v>60816</c:v>
                </c:pt>
                <c:pt idx="18447">
                  <c:v>60817</c:v>
                </c:pt>
                <c:pt idx="18448">
                  <c:v>60818</c:v>
                </c:pt>
                <c:pt idx="18449">
                  <c:v>60819</c:v>
                </c:pt>
                <c:pt idx="18450">
                  <c:v>60820</c:v>
                </c:pt>
                <c:pt idx="18451">
                  <c:v>60821</c:v>
                </c:pt>
                <c:pt idx="18452">
                  <c:v>60822</c:v>
                </c:pt>
                <c:pt idx="18453">
                  <c:v>60823</c:v>
                </c:pt>
                <c:pt idx="18454">
                  <c:v>60824</c:v>
                </c:pt>
                <c:pt idx="18455">
                  <c:v>60825</c:v>
                </c:pt>
                <c:pt idx="18456">
                  <c:v>60826</c:v>
                </c:pt>
                <c:pt idx="18457">
                  <c:v>60827</c:v>
                </c:pt>
                <c:pt idx="18458">
                  <c:v>60828</c:v>
                </c:pt>
                <c:pt idx="18459">
                  <c:v>60829</c:v>
                </c:pt>
                <c:pt idx="18460">
                  <c:v>60830</c:v>
                </c:pt>
                <c:pt idx="18461">
                  <c:v>60831</c:v>
                </c:pt>
                <c:pt idx="18462">
                  <c:v>60832</c:v>
                </c:pt>
                <c:pt idx="18463">
                  <c:v>60833</c:v>
                </c:pt>
                <c:pt idx="18464">
                  <c:v>60834</c:v>
                </c:pt>
                <c:pt idx="18465">
                  <c:v>60835</c:v>
                </c:pt>
                <c:pt idx="18466">
                  <c:v>60836</c:v>
                </c:pt>
                <c:pt idx="18467">
                  <c:v>60837</c:v>
                </c:pt>
                <c:pt idx="18468">
                  <c:v>60838</c:v>
                </c:pt>
                <c:pt idx="18469">
                  <c:v>60839</c:v>
                </c:pt>
                <c:pt idx="18470">
                  <c:v>60840</c:v>
                </c:pt>
                <c:pt idx="18471">
                  <c:v>60841</c:v>
                </c:pt>
                <c:pt idx="18472">
                  <c:v>60842</c:v>
                </c:pt>
                <c:pt idx="18473">
                  <c:v>60843</c:v>
                </c:pt>
                <c:pt idx="18474">
                  <c:v>60844</c:v>
                </c:pt>
                <c:pt idx="18475">
                  <c:v>60845</c:v>
                </c:pt>
                <c:pt idx="18476">
                  <c:v>60846</c:v>
                </c:pt>
                <c:pt idx="18477">
                  <c:v>60847</c:v>
                </c:pt>
                <c:pt idx="18478">
                  <c:v>60848</c:v>
                </c:pt>
                <c:pt idx="18479">
                  <c:v>60849</c:v>
                </c:pt>
                <c:pt idx="18480">
                  <c:v>60850</c:v>
                </c:pt>
                <c:pt idx="18481">
                  <c:v>60851</c:v>
                </c:pt>
                <c:pt idx="18482">
                  <c:v>60852</c:v>
                </c:pt>
                <c:pt idx="18483">
                  <c:v>60853</c:v>
                </c:pt>
                <c:pt idx="18484">
                  <c:v>60854</c:v>
                </c:pt>
                <c:pt idx="18485">
                  <c:v>60855</c:v>
                </c:pt>
                <c:pt idx="18486">
                  <c:v>60856</c:v>
                </c:pt>
                <c:pt idx="18487">
                  <c:v>60857</c:v>
                </c:pt>
                <c:pt idx="18488">
                  <c:v>60858</c:v>
                </c:pt>
                <c:pt idx="18489">
                  <c:v>60859</c:v>
                </c:pt>
                <c:pt idx="18490">
                  <c:v>60860</c:v>
                </c:pt>
                <c:pt idx="18491">
                  <c:v>60861</c:v>
                </c:pt>
                <c:pt idx="18492">
                  <c:v>60862</c:v>
                </c:pt>
                <c:pt idx="18493">
                  <c:v>60863</c:v>
                </c:pt>
                <c:pt idx="18494">
                  <c:v>60864</c:v>
                </c:pt>
                <c:pt idx="18495">
                  <c:v>60865</c:v>
                </c:pt>
                <c:pt idx="18496">
                  <c:v>60866</c:v>
                </c:pt>
                <c:pt idx="18497">
                  <c:v>60867</c:v>
                </c:pt>
                <c:pt idx="18498">
                  <c:v>60868</c:v>
                </c:pt>
                <c:pt idx="18499">
                  <c:v>60869</c:v>
                </c:pt>
                <c:pt idx="18500">
                  <c:v>60870</c:v>
                </c:pt>
                <c:pt idx="18501">
                  <c:v>60871</c:v>
                </c:pt>
                <c:pt idx="18502">
                  <c:v>60872</c:v>
                </c:pt>
                <c:pt idx="18503">
                  <c:v>60873</c:v>
                </c:pt>
                <c:pt idx="18504">
                  <c:v>60874</c:v>
                </c:pt>
                <c:pt idx="18505">
                  <c:v>60875</c:v>
                </c:pt>
                <c:pt idx="18506">
                  <c:v>60876</c:v>
                </c:pt>
                <c:pt idx="18507">
                  <c:v>60877</c:v>
                </c:pt>
                <c:pt idx="18508">
                  <c:v>60878</c:v>
                </c:pt>
                <c:pt idx="18509">
                  <c:v>60879</c:v>
                </c:pt>
                <c:pt idx="18510">
                  <c:v>60880</c:v>
                </c:pt>
                <c:pt idx="18511">
                  <c:v>60881</c:v>
                </c:pt>
                <c:pt idx="18512">
                  <c:v>60882</c:v>
                </c:pt>
                <c:pt idx="18513">
                  <c:v>60883</c:v>
                </c:pt>
                <c:pt idx="18514">
                  <c:v>60884</c:v>
                </c:pt>
                <c:pt idx="18515">
                  <c:v>60885</c:v>
                </c:pt>
                <c:pt idx="18516">
                  <c:v>60886</c:v>
                </c:pt>
                <c:pt idx="18517">
                  <c:v>60887</c:v>
                </c:pt>
                <c:pt idx="18518">
                  <c:v>60888</c:v>
                </c:pt>
                <c:pt idx="18519">
                  <c:v>60889</c:v>
                </c:pt>
                <c:pt idx="18520">
                  <c:v>60890</c:v>
                </c:pt>
                <c:pt idx="18521">
                  <c:v>60891</c:v>
                </c:pt>
                <c:pt idx="18522">
                  <c:v>60892</c:v>
                </c:pt>
                <c:pt idx="18523">
                  <c:v>60893</c:v>
                </c:pt>
                <c:pt idx="18524">
                  <c:v>60894</c:v>
                </c:pt>
                <c:pt idx="18525">
                  <c:v>60895</c:v>
                </c:pt>
                <c:pt idx="18526">
                  <c:v>60896</c:v>
                </c:pt>
                <c:pt idx="18527">
                  <c:v>60897</c:v>
                </c:pt>
                <c:pt idx="18528">
                  <c:v>60898</c:v>
                </c:pt>
                <c:pt idx="18529">
                  <c:v>60899</c:v>
                </c:pt>
                <c:pt idx="18530">
                  <c:v>60900</c:v>
                </c:pt>
                <c:pt idx="18531">
                  <c:v>60901</c:v>
                </c:pt>
                <c:pt idx="18532">
                  <c:v>60902</c:v>
                </c:pt>
                <c:pt idx="18533">
                  <c:v>60903</c:v>
                </c:pt>
                <c:pt idx="18534">
                  <c:v>60904</c:v>
                </c:pt>
                <c:pt idx="18535">
                  <c:v>60905</c:v>
                </c:pt>
                <c:pt idx="18536">
                  <c:v>60906</c:v>
                </c:pt>
                <c:pt idx="18537">
                  <c:v>60907</c:v>
                </c:pt>
                <c:pt idx="18538">
                  <c:v>60908</c:v>
                </c:pt>
                <c:pt idx="18539">
                  <c:v>60909</c:v>
                </c:pt>
                <c:pt idx="18540">
                  <c:v>60910</c:v>
                </c:pt>
                <c:pt idx="18541">
                  <c:v>60911</c:v>
                </c:pt>
                <c:pt idx="18542">
                  <c:v>60912</c:v>
                </c:pt>
                <c:pt idx="18543">
                  <c:v>60913</c:v>
                </c:pt>
                <c:pt idx="18544">
                  <c:v>60914</c:v>
                </c:pt>
                <c:pt idx="18545">
                  <c:v>60915</c:v>
                </c:pt>
                <c:pt idx="18546">
                  <c:v>60916</c:v>
                </c:pt>
                <c:pt idx="18547">
                  <c:v>60917</c:v>
                </c:pt>
                <c:pt idx="18548">
                  <c:v>60918</c:v>
                </c:pt>
                <c:pt idx="18549">
                  <c:v>60919</c:v>
                </c:pt>
                <c:pt idx="18550">
                  <c:v>60920</c:v>
                </c:pt>
                <c:pt idx="18551">
                  <c:v>60921</c:v>
                </c:pt>
                <c:pt idx="18552">
                  <c:v>60922</c:v>
                </c:pt>
                <c:pt idx="18553">
                  <c:v>60923</c:v>
                </c:pt>
                <c:pt idx="18554">
                  <c:v>60924</c:v>
                </c:pt>
                <c:pt idx="18555">
                  <c:v>60925</c:v>
                </c:pt>
                <c:pt idx="18556">
                  <c:v>60926</c:v>
                </c:pt>
                <c:pt idx="18557">
                  <c:v>60927</c:v>
                </c:pt>
                <c:pt idx="18558">
                  <c:v>60928</c:v>
                </c:pt>
                <c:pt idx="18559">
                  <c:v>60929</c:v>
                </c:pt>
                <c:pt idx="18560">
                  <c:v>60930</c:v>
                </c:pt>
                <c:pt idx="18561">
                  <c:v>60931</c:v>
                </c:pt>
                <c:pt idx="18562">
                  <c:v>60932</c:v>
                </c:pt>
                <c:pt idx="18563">
                  <c:v>60933</c:v>
                </c:pt>
                <c:pt idx="18564">
                  <c:v>60934</c:v>
                </c:pt>
                <c:pt idx="18565">
                  <c:v>60935</c:v>
                </c:pt>
                <c:pt idx="18566">
                  <c:v>60936</c:v>
                </c:pt>
                <c:pt idx="18567">
                  <c:v>60937</c:v>
                </c:pt>
                <c:pt idx="18568">
                  <c:v>60938</c:v>
                </c:pt>
                <c:pt idx="18569">
                  <c:v>60939</c:v>
                </c:pt>
                <c:pt idx="18570">
                  <c:v>60940</c:v>
                </c:pt>
                <c:pt idx="18571">
                  <c:v>60941</c:v>
                </c:pt>
                <c:pt idx="18572">
                  <c:v>60942</c:v>
                </c:pt>
                <c:pt idx="18573">
                  <c:v>60943</c:v>
                </c:pt>
                <c:pt idx="18574">
                  <c:v>60944</c:v>
                </c:pt>
                <c:pt idx="18575">
                  <c:v>60945</c:v>
                </c:pt>
                <c:pt idx="18576">
                  <c:v>60946</c:v>
                </c:pt>
                <c:pt idx="18577">
                  <c:v>60947</c:v>
                </c:pt>
                <c:pt idx="18578">
                  <c:v>60948</c:v>
                </c:pt>
                <c:pt idx="18579">
                  <c:v>60949</c:v>
                </c:pt>
                <c:pt idx="18580">
                  <c:v>60950</c:v>
                </c:pt>
                <c:pt idx="18581">
                  <c:v>60951</c:v>
                </c:pt>
                <c:pt idx="18582">
                  <c:v>60952</c:v>
                </c:pt>
                <c:pt idx="18583">
                  <c:v>60953</c:v>
                </c:pt>
                <c:pt idx="18584">
                  <c:v>60954</c:v>
                </c:pt>
                <c:pt idx="18585">
                  <c:v>60955</c:v>
                </c:pt>
                <c:pt idx="18586">
                  <c:v>60956</c:v>
                </c:pt>
                <c:pt idx="18587">
                  <c:v>60957</c:v>
                </c:pt>
                <c:pt idx="18588">
                  <c:v>60958</c:v>
                </c:pt>
                <c:pt idx="18589">
                  <c:v>60959</c:v>
                </c:pt>
                <c:pt idx="18590">
                  <c:v>60960</c:v>
                </c:pt>
                <c:pt idx="18591">
                  <c:v>60961</c:v>
                </c:pt>
                <c:pt idx="18592">
                  <c:v>60962</c:v>
                </c:pt>
                <c:pt idx="18593">
                  <c:v>60963</c:v>
                </c:pt>
                <c:pt idx="18594">
                  <c:v>60964</c:v>
                </c:pt>
                <c:pt idx="18595">
                  <c:v>60965</c:v>
                </c:pt>
                <c:pt idx="18596">
                  <c:v>60966</c:v>
                </c:pt>
                <c:pt idx="18597">
                  <c:v>60967</c:v>
                </c:pt>
                <c:pt idx="18598">
                  <c:v>60968</c:v>
                </c:pt>
                <c:pt idx="18599">
                  <c:v>60969</c:v>
                </c:pt>
                <c:pt idx="18600">
                  <c:v>60970</c:v>
                </c:pt>
                <c:pt idx="18601">
                  <c:v>60971</c:v>
                </c:pt>
                <c:pt idx="18602">
                  <c:v>60972</c:v>
                </c:pt>
                <c:pt idx="18603">
                  <c:v>60973</c:v>
                </c:pt>
                <c:pt idx="18604">
                  <c:v>60974</c:v>
                </c:pt>
                <c:pt idx="18605">
                  <c:v>60975</c:v>
                </c:pt>
                <c:pt idx="18606">
                  <c:v>60976</c:v>
                </c:pt>
                <c:pt idx="18607">
                  <c:v>60977</c:v>
                </c:pt>
                <c:pt idx="18608">
                  <c:v>60978</c:v>
                </c:pt>
                <c:pt idx="18609">
                  <c:v>60979</c:v>
                </c:pt>
                <c:pt idx="18610">
                  <c:v>60980</c:v>
                </c:pt>
                <c:pt idx="18611">
                  <c:v>60981</c:v>
                </c:pt>
                <c:pt idx="18612">
                  <c:v>60982</c:v>
                </c:pt>
                <c:pt idx="18613">
                  <c:v>60983</c:v>
                </c:pt>
                <c:pt idx="18614">
                  <c:v>60984</c:v>
                </c:pt>
                <c:pt idx="18615">
                  <c:v>60985</c:v>
                </c:pt>
                <c:pt idx="18616">
                  <c:v>60986</c:v>
                </c:pt>
                <c:pt idx="18617">
                  <c:v>60987</c:v>
                </c:pt>
                <c:pt idx="18618">
                  <c:v>60988</c:v>
                </c:pt>
                <c:pt idx="18619">
                  <c:v>60989</c:v>
                </c:pt>
                <c:pt idx="18620">
                  <c:v>60990</c:v>
                </c:pt>
                <c:pt idx="18621">
                  <c:v>60991</c:v>
                </c:pt>
                <c:pt idx="18622">
                  <c:v>60992</c:v>
                </c:pt>
                <c:pt idx="18623">
                  <c:v>60993</c:v>
                </c:pt>
                <c:pt idx="18624">
                  <c:v>60994</c:v>
                </c:pt>
                <c:pt idx="18625">
                  <c:v>60995</c:v>
                </c:pt>
                <c:pt idx="18626">
                  <c:v>60996</c:v>
                </c:pt>
                <c:pt idx="18627">
                  <c:v>60997</c:v>
                </c:pt>
                <c:pt idx="18628">
                  <c:v>60998</c:v>
                </c:pt>
                <c:pt idx="18629">
                  <c:v>60999</c:v>
                </c:pt>
                <c:pt idx="18630">
                  <c:v>61000</c:v>
                </c:pt>
                <c:pt idx="18631">
                  <c:v>61001</c:v>
                </c:pt>
                <c:pt idx="18632">
                  <c:v>61002</c:v>
                </c:pt>
                <c:pt idx="18633">
                  <c:v>61003</c:v>
                </c:pt>
                <c:pt idx="18634">
                  <c:v>61004</c:v>
                </c:pt>
                <c:pt idx="18635">
                  <c:v>61005</c:v>
                </c:pt>
                <c:pt idx="18636">
                  <c:v>61006</c:v>
                </c:pt>
                <c:pt idx="18637">
                  <c:v>61007</c:v>
                </c:pt>
                <c:pt idx="18638">
                  <c:v>61008</c:v>
                </c:pt>
                <c:pt idx="18639">
                  <c:v>61009</c:v>
                </c:pt>
                <c:pt idx="18640">
                  <c:v>61010</c:v>
                </c:pt>
                <c:pt idx="18641">
                  <c:v>61011</c:v>
                </c:pt>
                <c:pt idx="18642">
                  <c:v>61012</c:v>
                </c:pt>
                <c:pt idx="18643">
                  <c:v>61013</c:v>
                </c:pt>
                <c:pt idx="18644">
                  <c:v>61014</c:v>
                </c:pt>
                <c:pt idx="18645">
                  <c:v>61015</c:v>
                </c:pt>
                <c:pt idx="18646">
                  <c:v>61016</c:v>
                </c:pt>
                <c:pt idx="18647">
                  <c:v>61017</c:v>
                </c:pt>
                <c:pt idx="18648">
                  <c:v>61018</c:v>
                </c:pt>
                <c:pt idx="18649">
                  <c:v>61019</c:v>
                </c:pt>
                <c:pt idx="18650">
                  <c:v>61020</c:v>
                </c:pt>
                <c:pt idx="18651">
                  <c:v>61021</c:v>
                </c:pt>
                <c:pt idx="18652">
                  <c:v>61022</c:v>
                </c:pt>
                <c:pt idx="18653">
                  <c:v>61023</c:v>
                </c:pt>
                <c:pt idx="18654">
                  <c:v>61024</c:v>
                </c:pt>
                <c:pt idx="18655">
                  <c:v>61025</c:v>
                </c:pt>
                <c:pt idx="18656">
                  <c:v>61026</c:v>
                </c:pt>
                <c:pt idx="18657">
                  <c:v>61027</c:v>
                </c:pt>
                <c:pt idx="18658">
                  <c:v>61028</c:v>
                </c:pt>
                <c:pt idx="18659">
                  <c:v>61029</c:v>
                </c:pt>
                <c:pt idx="18660">
                  <c:v>61030</c:v>
                </c:pt>
                <c:pt idx="18661">
                  <c:v>61031</c:v>
                </c:pt>
                <c:pt idx="18662">
                  <c:v>61032</c:v>
                </c:pt>
                <c:pt idx="18663">
                  <c:v>61033</c:v>
                </c:pt>
                <c:pt idx="18664">
                  <c:v>61034</c:v>
                </c:pt>
                <c:pt idx="18665">
                  <c:v>61035</c:v>
                </c:pt>
                <c:pt idx="18666">
                  <c:v>61036</c:v>
                </c:pt>
                <c:pt idx="18667">
                  <c:v>61037</c:v>
                </c:pt>
                <c:pt idx="18668">
                  <c:v>61038</c:v>
                </c:pt>
                <c:pt idx="18669">
                  <c:v>61039</c:v>
                </c:pt>
                <c:pt idx="18670">
                  <c:v>61040</c:v>
                </c:pt>
                <c:pt idx="18671">
                  <c:v>61041</c:v>
                </c:pt>
                <c:pt idx="18672">
                  <c:v>61042</c:v>
                </c:pt>
                <c:pt idx="18673">
                  <c:v>61043</c:v>
                </c:pt>
                <c:pt idx="18674">
                  <c:v>61044</c:v>
                </c:pt>
                <c:pt idx="18675">
                  <c:v>61045</c:v>
                </c:pt>
                <c:pt idx="18676">
                  <c:v>61046</c:v>
                </c:pt>
                <c:pt idx="18677">
                  <c:v>61047</c:v>
                </c:pt>
                <c:pt idx="18678">
                  <c:v>61048</c:v>
                </c:pt>
                <c:pt idx="18679">
                  <c:v>61049</c:v>
                </c:pt>
                <c:pt idx="18680">
                  <c:v>61050</c:v>
                </c:pt>
                <c:pt idx="18681">
                  <c:v>61051</c:v>
                </c:pt>
                <c:pt idx="18682">
                  <c:v>61052</c:v>
                </c:pt>
                <c:pt idx="18683">
                  <c:v>61053</c:v>
                </c:pt>
                <c:pt idx="18684">
                  <c:v>61054</c:v>
                </c:pt>
                <c:pt idx="18685">
                  <c:v>61055</c:v>
                </c:pt>
                <c:pt idx="18686">
                  <c:v>61056</c:v>
                </c:pt>
                <c:pt idx="18687">
                  <c:v>61057</c:v>
                </c:pt>
                <c:pt idx="18688">
                  <c:v>61058</c:v>
                </c:pt>
                <c:pt idx="18689">
                  <c:v>61059</c:v>
                </c:pt>
                <c:pt idx="18690">
                  <c:v>61060</c:v>
                </c:pt>
                <c:pt idx="18691">
                  <c:v>61061</c:v>
                </c:pt>
                <c:pt idx="18692">
                  <c:v>61062</c:v>
                </c:pt>
                <c:pt idx="18693">
                  <c:v>61063</c:v>
                </c:pt>
                <c:pt idx="18694">
                  <c:v>61064</c:v>
                </c:pt>
                <c:pt idx="18695">
                  <c:v>61065</c:v>
                </c:pt>
                <c:pt idx="18696">
                  <c:v>61066</c:v>
                </c:pt>
                <c:pt idx="18697">
                  <c:v>61067</c:v>
                </c:pt>
                <c:pt idx="18698">
                  <c:v>61068</c:v>
                </c:pt>
                <c:pt idx="18699">
                  <c:v>61069</c:v>
                </c:pt>
                <c:pt idx="18700">
                  <c:v>61070</c:v>
                </c:pt>
                <c:pt idx="18701">
                  <c:v>61071</c:v>
                </c:pt>
                <c:pt idx="18702">
                  <c:v>61072</c:v>
                </c:pt>
                <c:pt idx="18703">
                  <c:v>61073</c:v>
                </c:pt>
                <c:pt idx="18704">
                  <c:v>61074</c:v>
                </c:pt>
                <c:pt idx="18705">
                  <c:v>61075</c:v>
                </c:pt>
                <c:pt idx="18706">
                  <c:v>61076</c:v>
                </c:pt>
                <c:pt idx="18707">
                  <c:v>61077</c:v>
                </c:pt>
                <c:pt idx="18708">
                  <c:v>61078</c:v>
                </c:pt>
                <c:pt idx="18709">
                  <c:v>61079</c:v>
                </c:pt>
                <c:pt idx="18710">
                  <c:v>61080</c:v>
                </c:pt>
                <c:pt idx="18711">
                  <c:v>61081</c:v>
                </c:pt>
                <c:pt idx="18712">
                  <c:v>61082</c:v>
                </c:pt>
                <c:pt idx="18713">
                  <c:v>61083</c:v>
                </c:pt>
                <c:pt idx="18714">
                  <c:v>61084</c:v>
                </c:pt>
                <c:pt idx="18715">
                  <c:v>61085</c:v>
                </c:pt>
                <c:pt idx="18716">
                  <c:v>61086</c:v>
                </c:pt>
                <c:pt idx="18717">
                  <c:v>61087</c:v>
                </c:pt>
                <c:pt idx="18718">
                  <c:v>61088</c:v>
                </c:pt>
                <c:pt idx="18719">
                  <c:v>61089</c:v>
                </c:pt>
                <c:pt idx="18720">
                  <c:v>61090</c:v>
                </c:pt>
                <c:pt idx="18721">
                  <c:v>61091</c:v>
                </c:pt>
                <c:pt idx="18722">
                  <c:v>61092</c:v>
                </c:pt>
                <c:pt idx="18723">
                  <c:v>61093</c:v>
                </c:pt>
                <c:pt idx="18724">
                  <c:v>61094</c:v>
                </c:pt>
                <c:pt idx="18725">
                  <c:v>61095</c:v>
                </c:pt>
                <c:pt idx="18726">
                  <c:v>61096</c:v>
                </c:pt>
                <c:pt idx="18727">
                  <c:v>61097</c:v>
                </c:pt>
                <c:pt idx="18728">
                  <c:v>61098</c:v>
                </c:pt>
                <c:pt idx="18729">
                  <c:v>61099</c:v>
                </c:pt>
                <c:pt idx="18730">
                  <c:v>61100</c:v>
                </c:pt>
                <c:pt idx="18731">
                  <c:v>61101</c:v>
                </c:pt>
                <c:pt idx="18732">
                  <c:v>61102</c:v>
                </c:pt>
                <c:pt idx="18733">
                  <c:v>61103</c:v>
                </c:pt>
                <c:pt idx="18734">
                  <c:v>61104</c:v>
                </c:pt>
                <c:pt idx="18735">
                  <c:v>61105</c:v>
                </c:pt>
                <c:pt idx="18736">
                  <c:v>61106</c:v>
                </c:pt>
                <c:pt idx="18737">
                  <c:v>61107</c:v>
                </c:pt>
                <c:pt idx="18738">
                  <c:v>61108</c:v>
                </c:pt>
                <c:pt idx="18739">
                  <c:v>61109</c:v>
                </c:pt>
                <c:pt idx="18740">
                  <c:v>61110</c:v>
                </c:pt>
                <c:pt idx="18741">
                  <c:v>61111</c:v>
                </c:pt>
                <c:pt idx="18742">
                  <c:v>61112</c:v>
                </c:pt>
                <c:pt idx="18743">
                  <c:v>61113</c:v>
                </c:pt>
                <c:pt idx="18744">
                  <c:v>61114</c:v>
                </c:pt>
                <c:pt idx="18745">
                  <c:v>61115</c:v>
                </c:pt>
                <c:pt idx="18746">
                  <c:v>61116</c:v>
                </c:pt>
                <c:pt idx="18747">
                  <c:v>61117</c:v>
                </c:pt>
                <c:pt idx="18748">
                  <c:v>61118</c:v>
                </c:pt>
                <c:pt idx="18749">
                  <c:v>61119</c:v>
                </c:pt>
                <c:pt idx="18750">
                  <c:v>61120</c:v>
                </c:pt>
                <c:pt idx="18751">
                  <c:v>61121</c:v>
                </c:pt>
                <c:pt idx="18752">
                  <c:v>61122</c:v>
                </c:pt>
                <c:pt idx="18753">
                  <c:v>61123</c:v>
                </c:pt>
                <c:pt idx="18754">
                  <c:v>61124</c:v>
                </c:pt>
                <c:pt idx="18755">
                  <c:v>61125</c:v>
                </c:pt>
                <c:pt idx="18756">
                  <c:v>61126</c:v>
                </c:pt>
                <c:pt idx="18757">
                  <c:v>61127</c:v>
                </c:pt>
                <c:pt idx="18758">
                  <c:v>61128</c:v>
                </c:pt>
                <c:pt idx="18759">
                  <c:v>61129</c:v>
                </c:pt>
                <c:pt idx="18760">
                  <c:v>61130</c:v>
                </c:pt>
                <c:pt idx="18761">
                  <c:v>61131</c:v>
                </c:pt>
                <c:pt idx="18762">
                  <c:v>61132</c:v>
                </c:pt>
                <c:pt idx="18763">
                  <c:v>61133</c:v>
                </c:pt>
                <c:pt idx="18764">
                  <c:v>61134</c:v>
                </c:pt>
                <c:pt idx="18765">
                  <c:v>61135</c:v>
                </c:pt>
                <c:pt idx="18766">
                  <c:v>61136</c:v>
                </c:pt>
                <c:pt idx="18767">
                  <c:v>61137</c:v>
                </c:pt>
                <c:pt idx="18768">
                  <c:v>61138</c:v>
                </c:pt>
                <c:pt idx="18769">
                  <c:v>61139</c:v>
                </c:pt>
                <c:pt idx="18770">
                  <c:v>61140</c:v>
                </c:pt>
                <c:pt idx="18771">
                  <c:v>61141</c:v>
                </c:pt>
                <c:pt idx="18772">
                  <c:v>61142</c:v>
                </c:pt>
                <c:pt idx="18773">
                  <c:v>61143</c:v>
                </c:pt>
                <c:pt idx="18774">
                  <c:v>61144</c:v>
                </c:pt>
                <c:pt idx="18775">
                  <c:v>61145</c:v>
                </c:pt>
                <c:pt idx="18776">
                  <c:v>61146</c:v>
                </c:pt>
                <c:pt idx="18777">
                  <c:v>61147</c:v>
                </c:pt>
                <c:pt idx="18778">
                  <c:v>61148</c:v>
                </c:pt>
                <c:pt idx="18779">
                  <c:v>61149</c:v>
                </c:pt>
                <c:pt idx="18780">
                  <c:v>61150</c:v>
                </c:pt>
                <c:pt idx="18781">
                  <c:v>61151</c:v>
                </c:pt>
                <c:pt idx="18782">
                  <c:v>61152</c:v>
                </c:pt>
                <c:pt idx="18783">
                  <c:v>61153</c:v>
                </c:pt>
                <c:pt idx="18784">
                  <c:v>61154</c:v>
                </c:pt>
                <c:pt idx="18785">
                  <c:v>61155</c:v>
                </c:pt>
                <c:pt idx="18786">
                  <c:v>61156</c:v>
                </c:pt>
                <c:pt idx="18787">
                  <c:v>61157</c:v>
                </c:pt>
                <c:pt idx="18788">
                  <c:v>61158</c:v>
                </c:pt>
                <c:pt idx="18789">
                  <c:v>61159</c:v>
                </c:pt>
                <c:pt idx="18790">
                  <c:v>61160</c:v>
                </c:pt>
                <c:pt idx="18791">
                  <c:v>61161</c:v>
                </c:pt>
                <c:pt idx="18792">
                  <c:v>61162</c:v>
                </c:pt>
                <c:pt idx="18793">
                  <c:v>61163</c:v>
                </c:pt>
                <c:pt idx="18794">
                  <c:v>61164</c:v>
                </c:pt>
                <c:pt idx="18795">
                  <c:v>61165</c:v>
                </c:pt>
                <c:pt idx="18796">
                  <c:v>61166</c:v>
                </c:pt>
                <c:pt idx="18797">
                  <c:v>61167</c:v>
                </c:pt>
                <c:pt idx="18798">
                  <c:v>61168</c:v>
                </c:pt>
                <c:pt idx="18799">
                  <c:v>61169</c:v>
                </c:pt>
                <c:pt idx="18800">
                  <c:v>61170</c:v>
                </c:pt>
                <c:pt idx="18801">
                  <c:v>61171</c:v>
                </c:pt>
                <c:pt idx="18802">
                  <c:v>61172</c:v>
                </c:pt>
                <c:pt idx="18803">
                  <c:v>61173</c:v>
                </c:pt>
                <c:pt idx="18804">
                  <c:v>61174</c:v>
                </c:pt>
                <c:pt idx="18805">
                  <c:v>61175</c:v>
                </c:pt>
                <c:pt idx="18806">
                  <c:v>61176</c:v>
                </c:pt>
                <c:pt idx="18807">
                  <c:v>61177</c:v>
                </c:pt>
                <c:pt idx="18808">
                  <c:v>61178</c:v>
                </c:pt>
                <c:pt idx="18809">
                  <c:v>61179</c:v>
                </c:pt>
                <c:pt idx="18810">
                  <c:v>61180</c:v>
                </c:pt>
                <c:pt idx="18811">
                  <c:v>61181</c:v>
                </c:pt>
                <c:pt idx="18812">
                  <c:v>61182</c:v>
                </c:pt>
                <c:pt idx="18813">
                  <c:v>61183</c:v>
                </c:pt>
                <c:pt idx="18814">
                  <c:v>61184</c:v>
                </c:pt>
                <c:pt idx="18815">
                  <c:v>61185</c:v>
                </c:pt>
                <c:pt idx="18816">
                  <c:v>61186</c:v>
                </c:pt>
                <c:pt idx="18817">
                  <c:v>61187</c:v>
                </c:pt>
                <c:pt idx="18818">
                  <c:v>61188</c:v>
                </c:pt>
                <c:pt idx="18819">
                  <c:v>61189</c:v>
                </c:pt>
                <c:pt idx="18820">
                  <c:v>61190</c:v>
                </c:pt>
                <c:pt idx="18821">
                  <c:v>61191</c:v>
                </c:pt>
                <c:pt idx="18822">
                  <c:v>61192</c:v>
                </c:pt>
                <c:pt idx="18823">
                  <c:v>61193</c:v>
                </c:pt>
                <c:pt idx="18824">
                  <c:v>61194</c:v>
                </c:pt>
                <c:pt idx="18825">
                  <c:v>61195</c:v>
                </c:pt>
                <c:pt idx="18826">
                  <c:v>61196</c:v>
                </c:pt>
                <c:pt idx="18827">
                  <c:v>61197</c:v>
                </c:pt>
                <c:pt idx="18828">
                  <c:v>61198</c:v>
                </c:pt>
                <c:pt idx="18829">
                  <c:v>61199</c:v>
                </c:pt>
                <c:pt idx="18830">
                  <c:v>61200</c:v>
                </c:pt>
                <c:pt idx="18831">
                  <c:v>61201</c:v>
                </c:pt>
                <c:pt idx="18832">
                  <c:v>61202</c:v>
                </c:pt>
                <c:pt idx="18833">
                  <c:v>61203</c:v>
                </c:pt>
                <c:pt idx="18834">
                  <c:v>61204</c:v>
                </c:pt>
                <c:pt idx="18835">
                  <c:v>61205</c:v>
                </c:pt>
                <c:pt idx="18836">
                  <c:v>61206</c:v>
                </c:pt>
                <c:pt idx="18837">
                  <c:v>61207</c:v>
                </c:pt>
                <c:pt idx="18838">
                  <c:v>61208</c:v>
                </c:pt>
                <c:pt idx="18839">
                  <c:v>61209</c:v>
                </c:pt>
                <c:pt idx="18840">
                  <c:v>61210</c:v>
                </c:pt>
                <c:pt idx="18841">
                  <c:v>61211</c:v>
                </c:pt>
                <c:pt idx="18842">
                  <c:v>61212</c:v>
                </c:pt>
                <c:pt idx="18843">
                  <c:v>61213</c:v>
                </c:pt>
                <c:pt idx="18844">
                  <c:v>61214</c:v>
                </c:pt>
                <c:pt idx="18845">
                  <c:v>61215</c:v>
                </c:pt>
                <c:pt idx="18846">
                  <c:v>61216</c:v>
                </c:pt>
                <c:pt idx="18847">
                  <c:v>61217</c:v>
                </c:pt>
                <c:pt idx="18848">
                  <c:v>61218</c:v>
                </c:pt>
                <c:pt idx="18849">
                  <c:v>61219</c:v>
                </c:pt>
                <c:pt idx="18850">
                  <c:v>61220</c:v>
                </c:pt>
                <c:pt idx="18851">
                  <c:v>61221</c:v>
                </c:pt>
                <c:pt idx="18852">
                  <c:v>61222</c:v>
                </c:pt>
                <c:pt idx="18853">
                  <c:v>61223</c:v>
                </c:pt>
                <c:pt idx="18854">
                  <c:v>61224</c:v>
                </c:pt>
                <c:pt idx="18855">
                  <c:v>61225</c:v>
                </c:pt>
                <c:pt idx="18856">
                  <c:v>61226</c:v>
                </c:pt>
                <c:pt idx="18857">
                  <c:v>61227</c:v>
                </c:pt>
                <c:pt idx="18858">
                  <c:v>61228</c:v>
                </c:pt>
                <c:pt idx="18859">
                  <c:v>61229</c:v>
                </c:pt>
                <c:pt idx="18860">
                  <c:v>61230</c:v>
                </c:pt>
                <c:pt idx="18861">
                  <c:v>61231</c:v>
                </c:pt>
                <c:pt idx="18862">
                  <c:v>61232</c:v>
                </c:pt>
                <c:pt idx="18863">
                  <c:v>61233</c:v>
                </c:pt>
                <c:pt idx="18864">
                  <c:v>61234</c:v>
                </c:pt>
                <c:pt idx="18865">
                  <c:v>61235</c:v>
                </c:pt>
                <c:pt idx="18866">
                  <c:v>61236</c:v>
                </c:pt>
                <c:pt idx="18867">
                  <c:v>61237</c:v>
                </c:pt>
                <c:pt idx="18868">
                  <c:v>61238</c:v>
                </c:pt>
                <c:pt idx="18869">
                  <c:v>61239</c:v>
                </c:pt>
                <c:pt idx="18870">
                  <c:v>61240</c:v>
                </c:pt>
                <c:pt idx="18871">
                  <c:v>61241</c:v>
                </c:pt>
                <c:pt idx="18872">
                  <c:v>61242</c:v>
                </c:pt>
                <c:pt idx="18873">
                  <c:v>61243</c:v>
                </c:pt>
                <c:pt idx="18874">
                  <c:v>61244</c:v>
                </c:pt>
                <c:pt idx="18875">
                  <c:v>61245</c:v>
                </c:pt>
                <c:pt idx="18876">
                  <c:v>61246</c:v>
                </c:pt>
                <c:pt idx="18877">
                  <c:v>61247</c:v>
                </c:pt>
                <c:pt idx="18878">
                  <c:v>61248</c:v>
                </c:pt>
                <c:pt idx="18879">
                  <c:v>61249</c:v>
                </c:pt>
                <c:pt idx="18880">
                  <c:v>61250</c:v>
                </c:pt>
                <c:pt idx="18881">
                  <c:v>61251</c:v>
                </c:pt>
                <c:pt idx="18882">
                  <c:v>61252</c:v>
                </c:pt>
                <c:pt idx="18883">
                  <c:v>61253</c:v>
                </c:pt>
                <c:pt idx="18884">
                  <c:v>61254</c:v>
                </c:pt>
                <c:pt idx="18885">
                  <c:v>61255</c:v>
                </c:pt>
                <c:pt idx="18886">
                  <c:v>61256</c:v>
                </c:pt>
                <c:pt idx="18887">
                  <c:v>61257</c:v>
                </c:pt>
                <c:pt idx="18888">
                  <c:v>61258</c:v>
                </c:pt>
                <c:pt idx="18889">
                  <c:v>61259</c:v>
                </c:pt>
                <c:pt idx="18890">
                  <c:v>61260</c:v>
                </c:pt>
                <c:pt idx="18891">
                  <c:v>61261</c:v>
                </c:pt>
                <c:pt idx="18892">
                  <c:v>61262</c:v>
                </c:pt>
                <c:pt idx="18893">
                  <c:v>61263</c:v>
                </c:pt>
                <c:pt idx="18894">
                  <c:v>61264</c:v>
                </c:pt>
                <c:pt idx="18895">
                  <c:v>61265</c:v>
                </c:pt>
                <c:pt idx="18896">
                  <c:v>61266</c:v>
                </c:pt>
                <c:pt idx="18897">
                  <c:v>61267</c:v>
                </c:pt>
                <c:pt idx="18898">
                  <c:v>61268</c:v>
                </c:pt>
                <c:pt idx="18899">
                  <c:v>61269</c:v>
                </c:pt>
                <c:pt idx="18900">
                  <c:v>61270</c:v>
                </c:pt>
                <c:pt idx="18901">
                  <c:v>61271</c:v>
                </c:pt>
                <c:pt idx="18902">
                  <c:v>61272</c:v>
                </c:pt>
                <c:pt idx="18903">
                  <c:v>61273</c:v>
                </c:pt>
                <c:pt idx="18904">
                  <c:v>61274</c:v>
                </c:pt>
                <c:pt idx="18905">
                  <c:v>61275</c:v>
                </c:pt>
                <c:pt idx="18906">
                  <c:v>61276</c:v>
                </c:pt>
                <c:pt idx="18907">
                  <c:v>61277</c:v>
                </c:pt>
                <c:pt idx="18908">
                  <c:v>61278</c:v>
                </c:pt>
                <c:pt idx="18909">
                  <c:v>61279</c:v>
                </c:pt>
                <c:pt idx="18910">
                  <c:v>61280</c:v>
                </c:pt>
                <c:pt idx="18911">
                  <c:v>61281</c:v>
                </c:pt>
                <c:pt idx="18912">
                  <c:v>61282</c:v>
                </c:pt>
                <c:pt idx="18913">
                  <c:v>61283</c:v>
                </c:pt>
                <c:pt idx="18914">
                  <c:v>61284</c:v>
                </c:pt>
                <c:pt idx="18915">
                  <c:v>61285</c:v>
                </c:pt>
                <c:pt idx="18916">
                  <c:v>61286</c:v>
                </c:pt>
                <c:pt idx="18917">
                  <c:v>61287</c:v>
                </c:pt>
                <c:pt idx="18918">
                  <c:v>61288</c:v>
                </c:pt>
                <c:pt idx="18919">
                  <c:v>61289</c:v>
                </c:pt>
                <c:pt idx="18920">
                  <c:v>61290</c:v>
                </c:pt>
                <c:pt idx="18921">
                  <c:v>61291</c:v>
                </c:pt>
                <c:pt idx="18922">
                  <c:v>61292</c:v>
                </c:pt>
                <c:pt idx="18923">
                  <c:v>61293</c:v>
                </c:pt>
                <c:pt idx="18924">
                  <c:v>61294</c:v>
                </c:pt>
                <c:pt idx="18925">
                  <c:v>61295</c:v>
                </c:pt>
                <c:pt idx="18926">
                  <c:v>61296</c:v>
                </c:pt>
                <c:pt idx="18927">
                  <c:v>61297</c:v>
                </c:pt>
                <c:pt idx="18928">
                  <c:v>61298</c:v>
                </c:pt>
                <c:pt idx="18929">
                  <c:v>61299</c:v>
                </c:pt>
                <c:pt idx="18930">
                  <c:v>61300</c:v>
                </c:pt>
                <c:pt idx="18931">
                  <c:v>61301</c:v>
                </c:pt>
                <c:pt idx="18932">
                  <c:v>61302</c:v>
                </c:pt>
                <c:pt idx="18933">
                  <c:v>61303</c:v>
                </c:pt>
                <c:pt idx="18934">
                  <c:v>61304</c:v>
                </c:pt>
                <c:pt idx="18935">
                  <c:v>61305</c:v>
                </c:pt>
                <c:pt idx="18936">
                  <c:v>61306</c:v>
                </c:pt>
                <c:pt idx="18937">
                  <c:v>61307</c:v>
                </c:pt>
                <c:pt idx="18938">
                  <c:v>61308</c:v>
                </c:pt>
                <c:pt idx="18939">
                  <c:v>61309</c:v>
                </c:pt>
                <c:pt idx="18940">
                  <c:v>61310</c:v>
                </c:pt>
                <c:pt idx="18941">
                  <c:v>61311</c:v>
                </c:pt>
                <c:pt idx="18942">
                  <c:v>61312</c:v>
                </c:pt>
                <c:pt idx="18943">
                  <c:v>61313</c:v>
                </c:pt>
                <c:pt idx="18944">
                  <c:v>61314</c:v>
                </c:pt>
                <c:pt idx="18945">
                  <c:v>61315</c:v>
                </c:pt>
                <c:pt idx="18946">
                  <c:v>61316</c:v>
                </c:pt>
                <c:pt idx="18947">
                  <c:v>61317</c:v>
                </c:pt>
                <c:pt idx="18948">
                  <c:v>61318</c:v>
                </c:pt>
                <c:pt idx="18949">
                  <c:v>61319</c:v>
                </c:pt>
                <c:pt idx="18950">
                  <c:v>61320</c:v>
                </c:pt>
                <c:pt idx="18951">
                  <c:v>61321</c:v>
                </c:pt>
                <c:pt idx="18952">
                  <c:v>61322</c:v>
                </c:pt>
                <c:pt idx="18953">
                  <c:v>61323</c:v>
                </c:pt>
                <c:pt idx="18954">
                  <c:v>61324</c:v>
                </c:pt>
                <c:pt idx="18955">
                  <c:v>61325</c:v>
                </c:pt>
                <c:pt idx="18956">
                  <c:v>61326</c:v>
                </c:pt>
                <c:pt idx="18957">
                  <c:v>61327</c:v>
                </c:pt>
                <c:pt idx="18958">
                  <c:v>61328</c:v>
                </c:pt>
                <c:pt idx="18959">
                  <c:v>61329</c:v>
                </c:pt>
                <c:pt idx="18960">
                  <c:v>61330</c:v>
                </c:pt>
                <c:pt idx="18961">
                  <c:v>61331</c:v>
                </c:pt>
                <c:pt idx="18962">
                  <c:v>61332</c:v>
                </c:pt>
                <c:pt idx="18963">
                  <c:v>61333</c:v>
                </c:pt>
                <c:pt idx="18964">
                  <c:v>61334</c:v>
                </c:pt>
                <c:pt idx="18965">
                  <c:v>61335</c:v>
                </c:pt>
                <c:pt idx="18966">
                  <c:v>61336</c:v>
                </c:pt>
                <c:pt idx="18967">
                  <c:v>61337</c:v>
                </c:pt>
                <c:pt idx="18968">
                  <c:v>61338</c:v>
                </c:pt>
                <c:pt idx="18969">
                  <c:v>61339</c:v>
                </c:pt>
                <c:pt idx="18970">
                  <c:v>61340</c:v>
                </c:pt>
                <c:pt idx="18971">
                  <c:v>61341</c:v>
                </c:pt>
                <c:pt idx="18972">
                  <c:v>61342</c:v>
                </c:pt>
                <c:pt idx="18973">
                  <c:v>61343</c:v>
                </c:pt>
                <c:pt idx="18974">
                  <c:v>61344</c:v>
                </c:pt>
                <c:pt idx="18975">
                  <c:v>61345</c:v>
                </c:pt>
                <c:pt idx="18976">
                  <c:v>61346</c:v>
                </c:pt>
                <c:pt idx="18977">
                  <c:v>61347</c:v>
                </c:pt>
                <c:pt idx="18978">
                  <c:v>61348</c:v>
                </c:pt>
                <c:pt idx="18979">
                  <c:v>61349</c:v>
                </c:pt>
                <c:pt idx="18980">
                  <c:v>61350</c:v>
                </c:pt>
                <c:pt idx="18981">
                  <c:v>61351</c:v>
                </c:pt>
                <c:pt idx="18982">
                  <c:v>61352</c:v>
                </c:pt>
                <c:pt idx="18983">
                  <c:v>61353</c:v>
                </c:pt>
                <c:pt idx="18984">
                  <c:v>61354</c:v>
                </c:pt>
                <c:pt idx="18985">
                  <c:v>61355</c:v>
                </c:pt>
                <c:pt idx="18986">
                  <c:v>61356</c:v>
                </c:pt>
                <c:pt idx="18987">
                  <c:v>61357</c:v>
                </c:pt>
                <c:pt idx="18988">
                  <c:v>61358</c:v>
                </c:pt>
                <c:pt idx="18989">
                  <c:v>61359</c:v>
                </c:pt>
                <c:pt idx="18990">
                  <c:v>61360</c:v>
                </c:pt>
                <c:pt idx="18991">
                  <c:v>61361</c:v>
                </c:pt>
                <c:pt idx="18992">
                  <c:v>61362</c:v>
                </c:pt>
                <c:pt idx="18993">
                  <c:v>61363</c:v>
                </c:pt>
                <c:pt idx="18994">
                  <c:v>61364</c:v>
                </c:pt>
                <c:pt idx="18995">
                  <c:v>61365</c:v>
                </c:pt>
                <c:pt idx="18996">
                  <c:v>61366</c:v>
                </c:pt>
                <c:pt idx="18997">
                  <c:v>61367</c:v>
                </c:pt>
                <c:pt idx="18998">
                  <c:v>61368</c:v>
                </c:pt>
                <c:pt idx="18999">
                  <c:v>61369</c:v>
                </c:pt>
                <c:pt idx="19000">
                  <c:v>61370</c:v>
                </c:pt>
                <c:pt idx="19001">
                  <c:v>61371</c:v>
                </c:pt>
                <c:pt idx="19002">
                  <c:v>61372</c:v>
                </c:pt>
                <c:pt idx="19003">
                  <c:v>61373</c:v>
                </c:pt>
                <c:pt idx="19004">
                  <c:v>61374</c:v>
                </c:pt>
                <c:pt idx="19005">
                  <c:v>61375</c:v>
                </c:pt>
                <c:pt idx="19006">
                  <c:v>61376</c:v>
                </c:pt>
                <c:pt idx="19007">
                  <c:v>61377</c:v>
                </c:pt>
                <c:pt idx="19008">
                  <c:v>61378</c:v>
                </c:pt>
                <c:pt idx="19009">
                  <c:v>61379</c:v>
                </c:pt>
                <c:pt idx="19010">
                  <c:v>61380</c:v>
                </c:pt>
                <c:pt idx="19011">
                  <c:v>61381</c:v>
                </c:pt>
                <c:pt idx="19012">
                  <c:v>61382</c:v>
                </c:pt>
                <c:pt idx="19013">
                  <c:v>61383</c:v>
                </c:pt>
                <c:pt idx="19014">
                  <c:v>61384</c:v>
                </c:pt>
                <c:pt idx="19015">
                  <c:v>61385</c:v>
                </c:pt>
                <c:pt idx="19016">
                  <c:v>61386</c:v>
                </c:pt>
                <c:pt idx="19017">
                  <c:v>61387</c:v>
                </c:pt>
                <c:pt idx="19018">
                  <c:v>61388</c:v>
                </c:pt>
                <c:pt idx="19019">
                  <c:v>61389</c:v>
                </c:pt>
                <c:pt idx="19020">
                  <c:v>61390</c:v>
                </c:pt>
                <c:pt idx="19021">
                  <c:v>61391</c:v>
                </c:pt>
                <c:pt idx="19022">
                  <c:v>61392</c:v>
                </c:pt>
                <c:pt idx="19023">
                  <c:v>61393</c:v>
                </c:pt>
                <c:pt idx="19024">
                  <c:v>61394</c:v>
                </c:pt>
                <c:pt idx="19025">
                  <c:v>61395</c:v>
                </c:pt>
                <c:pt idx="19026">
                  <c:v>61396</c:v>
                </c:pt>
                <c:pt idx="19027">
                  <c:v>61397</c:v>
                </c:pt>
                <c:pt idx="19028">
                  <c:v>61398</c:v>
                </c:pt>
                <c:pt idx="19029">
                  <c:v>61399</c:v>
                </c:pt>
                <c:pt idx="19030">
                  <c:v>61400</c:v>
                </c:pt>
                <c:pt idx="19031">
                  <c:v>61401</c:v>
                </c:pt>
                <c:pt idx="19032">
                  <c:v>61402</c:v>
                </c:pt>
                <c:pt idx="19033">
                  <c:v>61403</c:v>
                </c:pt>
                <c:pt idx="19034">
                  <c:v>61404</c:v>
                </c:pt>
                <c:pt idx="19035">
                  <c:v>61405</c:v>
                </c:pt>
                <c:pt idx="19036">
                  <c:v>61406</c:v>
                </c:pt>
                <c:pt idx="19037">
                  <c:v>61407</c:v>
                </c:pt>
                <c:pt idx="19038">
                  <c:v>61408</c:v>
                </c:pt>
                <c:pt idx="19039">
                  <c:v>61409</c:v>
                </c:pt>
                <c:pt idx="19040">
                  <c:v>61410</c:v>
                </c:pt>
                <c:pt idx="19041">
                  <c:v>61411</c:v>
                </c:pt>
                <c:pt idx="19042">
                  <c:v>61412</c:v>
                </c:pt>
                <c:pt idx="19043">
                  <c:v>61413</c:v>
                </c:pt>
                <c:pt idx="19044">
                  <c:v>61414</c:v>
                </c:pt>
                <c:pt idx="19045">
                  <c:v>61415</c:v>
                </c:pt>
                <c:pt idx="19046">
                  <c:v>61416</c:v>
                </c:pt>
                <c:pt idx="19047">
                  <c:v>61417</c:v>
                </c:pt>
                <c:pt idx="19048">
                  <c:v>61418</c:v>
                </c:pt>
                <c:pt idx="19049">
                  <c:v>61419</c:v>
                </c:pt>
                <c:pt idx="19050">
                  <c:v>61420</c:v>
                </c:pt>
                <c:pt idx="19051">
                  <c:v>61421</c:v>
                </c:pt>
                <c:pt idx="19052">
                  <c:v>61422</c:v>
                </c:pt>
                <c:pt idx="19053">
                  <c:v>61423</c:v>
                </c:pt>
                <c:pt idx="19054">
                  <c:v>61424</c:v>
                </c:pt>
                <c:pt idx="19055">
                  <c:v>61425</c:v>
                </c:pt>
                <c:pt idx="19056">
                  <c:v>61426</c:v>
                </c:pt>
                <c:pt idx="19057">
                  <c:v>61427</c:v>
                </c:pt>
                <c:pt idx="19058">
                  <c:v>61428</c:v>
                </c:pt>
                <c:pt idx="19059">
                  <c:v>61429</c:v>
                </c:pt>
                <c:pt idx="19060">
                  <c:v>61430</c:v>
                </c:pt>
                <c:pt idx="19061">
                  <c:v>61431</c:v>
                </c:pt>
                <c:pt idx="19062">
                  <c:v>61432</c:v>
                </c:pt>
                <c:pt idx="19063">
                  <c:v>61433</c:v>
                </c:pt>
                <c:pt idx="19064">
                  <c:v>61434</c:v>
                </c:pt>
                <c:pt idx="19065">
                  <c:v>61435</c:v>
                </c:pt>
                <c:pt idx="19066">
                  <c:v>61436</c:v>
                </c:pt>
                <c:pt idx="19067">
                  <c:v>61437</c:v>
                </c:pt>
                <c:pt idx="19068">
                  <c:v>61438</c:v>
                </c:pt>
                <c:pt idx="19069">
                  <c:v>61439</c:v>
                </c:pt>
                <c:pt idx="19070">
                  <c:v>61440</c:v>
                </c:pt>
                <c:pt idx="19071">
                  <c:v>61441</c:v>
                </c:pt>
                <c:pt idx="19072">
                  <c:v>61442</c:v>
                </c:pt>
                <c:pt idx="19073">
                  <c:v>61443</c:v>
                </c:pt>
                <c:pt idx="19074">
                  <c:v>61444</c:v>
                </c:pt>
                <c:pt idx="19075">
                  <c:v>61445</c:v>
                </c:pt>
                <c:pt idx="19076">
                  <c:v>61446</c:v>
                </c:pt>
                <c:pt idx="19077">
                  <c:v>61447</c:v>
                </c:pt>
                <c:pt idx="19078">
                  <c:v>61448</c:v>
                </c:pt>
                <c:pt idx="19079">
                  <c:v>61449</c:v>
                </c:pt>
                <c:pt idx="19080">
                  <c:v>61450</c:v>
                </c:pt>
                <c:pt idx="19081">
                  <c:v>61451</c:v>
                </c:pt>
                <c:pt idx="19082">
                  <c:v>61452</c:v>
                </c:pt>
                <c:pt idx="19083">
                  <c:v>61453</c:v>
                </c:pt>
                <c:pt idx="19084">
                  <c:v>61454</c:v>
                </c:pt>
                <c:pt idx="19085">
                  <c:v>61455</c:v>
                </c:pt>
                <c:pt idx="19086">
                  <c:v>61456</c:v>
                </c:pt>
                <c:pt idx="19087">
                  <c:v>61457</c:v>
                </c:pt>
                <c:pt idx="19088">
                  <c:v>61458</c:v>
                </c:pt>
                <c:pt idx="19089">
                  <c:v>61459</c:v>
                </c:pt>
                <c:pt idx="19090">
                  <c:v>61460</c:v>
                </c:pt>
                <c:pt idx="19091">
                  <c:v>61461</c:v>
                </c:pt>
                <c:pt idx="19092">
                  <c:v>61462</c:v>
                </c:pt>
                <c:pt idx="19093">
                  <c:v>61463</c:v>
                </c:pt>
                <c:pt idx="19094">
                  <c:v>61464</c:v>
                </c:pt>
                <c:pt idx="19095">
                  <c:v>61465</c:v>
                </c:pt>
                <c:pt idx="19096">
                  <c:v>61466</c:v>
                </c:pt>
                <c:pt idx="19097">
                  <c:v>61467</c:v>
                </c:pt>
                <c:pt idx="19098">
                  <c:v>61468</c:v>
                </c:pt>
                <c:pt idx="19099">
                  <c:v>61469</c:v>
                </c:pt>
                <c:pt idx="19100">
                  <c:v>61470</c:v>
                </c:pt>
                <c:pt idx="19101">
                  <c:v>61471</c:v>
                </c:pt>
                <c:pt idx="19102">
                  <c:v>61472</c:v>
                </c:pt>
                <c:pt idx="19103">
                  <c:v>61473</c:v>
                </c:pt>
                <c:pt idx="19104">
                  <c:v>61474</c:v>
                </c:pt>
                <c:pt idx="19105">
                  <c:v>61475</c:v>
                </c:pt>
                <c:pt idx="19106">
                  <c:v>61476</c:v>
                </c:pt>
                <c:pt idx="19107">
                  <c:v>61477</c:v>
                </c:pt>
                <c:pt idx="19108">
                  <c:v>61478</c:v>
                </c:pt>
                <c:pt idx="19109">
                  <c:v>61479</c:v>
                </c:pt>
                <c:pt idx="19110">
                  <c:v>61480</c:v>
                </c:pt>
                <c:pt idx="19111">
                  <c:v>61481</c:v>
                </c:pt>
                <c:pt idx="19112">
                  <c:v>61482</c:v>
                </c:pt>
                <c:pt idx="19113">
                  <c:v>61483</c:v>
                </c:pt>
                <c:pt idx="19114">
                  <c:v>61484</c:v>
                </c:pt>
                <c:pt idx="19115">
                  <c:v>61485</c:v>
                </c:pt>
                <c:pt idx="19116">
                  <c:v>61486</c:v>
                </c:pt>
                <c:pt idx="19117">
                  <c:v>61487</c:v>
                </c:pt>
                <c:pt idx="19118">
                  <c:v>61488</c:v>
                </c:pt>
                <c:pt idx="19119">
                  <c:v>61489</c:v>
                </c:pt>
                <c:pt idx="19120">
                  <c:v>61490</c:v>
                </c:pt>
                <c:pt idx="19121">
                  <c:v>61491</c:v>
                </c:pt>
                <c:pt idx="19122">
                  <c:v>61492</c:v>
                </c:pt>
                <c:pt idx="19123">
                  <c:v>61493</c:v>
                </c:pt>
                <c:pt idx="19124">
                  <c:v>61494</c:v>
                </c:pt>
                <c:pt idx="19125">
                  <c:v>61495</c:v>
                </c:pt>
                <c:pt idx="19126">
                  <c:v>61496</c:v>
                </c:pt>
                <c:pt idx="19127">
                  <c:v>61497</c:v>
                </c:pt>
                <c:pt idx="19128">
                  <c:v>61498</c:v>
                </c:pt>
                <c:pt idx="19129">
                  <c:v>61499</c:v>
                </c:pt>
                <c:pt idx="19130">
                  <c:v>61500</c:v>
                </c:pt>
                <c:pt idx="19131">
                  <c:v>61501</c:v>
                </c:pt>
                <c:pt idx="19132">
                  <c:v>61502</c:v>
                </c:pt>
                <c:pt idx="19133">
                  <c:v>61503</c:v>
                </c:pt>
                <c:pt idx="19134">
                  <c:v>61504</c:v>
                </c:pt>
                <c:pt idx="19135">
                  <c:v>61505</c:v>
                </c:pt>
                <c:pt idx="19136">
                  <c:v>61506</c:v>
                </c:pt>
                <c:pt idx="19137">
                  <c:v>61507</c:v>
                </c:pt>
                <c:pt idx="19138">
                  <c:v>61508</c:v>
                </c:pt>
                <c:pt idx="19139">
                  <c:v>61509</c:v>
                </c:pt>
                <c:pt idx="19140">
                  <c:v>61510</c:v>
                </c:pt>
                <c:pt idx="19141">
                  <c:v>61511</c:v>
                </c:pt>
                <c:pt idx="19142">
                  <c:v>61512</c:v>
                </c:pt>
                <c:pt idx="19143">
                  <c:v>61513</c:v>
                </c:pt>
                <c:pt idx="19144">
                  <c:v>61514</c:v>
                </c:pt>
                <c:pt idx="19145">
                  <c:v>61515</c:v>
                </c:pt>
                <c:pt idx="19146">
                  <c:v>61516</c:v>
                </c:pt>
                <c:pt idx="19147">
                  <c:v>61517</c:v>
                </c:pt>
                <c:pt idx="19148">
                  <c:v>61518</c:v>
                </c:pt>
                <c:pt idx="19149">
                  <c:v>61519</c:v>
                </c:pt>
                <c:pt idx="19150">
                  <c:v>61520</c:v>
                </c:pt>
                <c:pt idx="19151">
                  <c:v>61521</c:v>
                </c:pt>
                <c:pt idx="19152">
                  <c:v>61522</c:v>
                </c:pt>
                <c:pt idx="19153">
                  <c:v>61523</c:v>
                </c:pt>
                <c:pt idx="19154">
                  <c:v>61524</c:v>
                </c:pt>
                <c:pt idx="19155">
                  <c:v>61525</c:v>
                </c:pt>
                <c:pt idx="19156">
                  <c:v>61526</c:v>
                </c:pt>
                <c:pt idx="19157">
                  <c:v>61527</c:v>
                </c:pt>
                <c:pt idx="19158">
                  <c:v>61528</c:v>
                </c:pt>
                <c:pt idx="19159">
                  <c:v>61529</c:v>
                </c:pt>
                <c:pt idx="19160">
                  <c:v>61530</c:v>
                </c:pt>
                <c:pt idx="19161">
                  <c:v>61531</c:v>
                </c:pt>
                <c:pt idx="19162">
                  <c:v>61532</c:v>
                </c:pt>
                <c:pt idx="19163">
                  <c:v>61533</c:v>
                </c:pt>
                <c:pt idx="19164">
                  <c:v>61534</c:v>
                </c:pt>
                <c:pt idx="19165">
                  <c:v>61535</c:v>
                </c:pt>
                <c:pt idx="19166">
                  <c:v>61536</c:v>
                </c:pt>
                <c:pt idx="19167">
                  <c:v>61537</c:v>
                </c:pt>
                <c:pt idx="19168">
                  <c:v>61538</c:v>
                </c:pt>
                <c:pt idx="19169">
                  <c:v>61539</c:v>
                </c:pt>
                <c:pt idx="19170">
                  <c:v>61540</c:v>
                </c:pt>
                <c:pt idx="19171">
                  <c:v>61541</c:v>
                </c:pt>
                <c:pt idx="19172">
                  <c:v>61542</c:v>
                </c:pt>
                <c:pt idx="19173">
                  <c:v>61543</c:v>
                </c:pt>
                <c:pt idx="19174">
                  <c:v>61544</c:v>
                </c:pt>
                <c:pt idx="19175">
                  <c:v>61545</c:v>
                </c:pt>
                <c:pt idx="19176">
                  <c:v>61546</c:v>
                </c:pt>
                <c:pt idx="19177">
                  <c:v>61547</c:v>
                </c:pt>
                <c:pt idx="19178">
                  <c:v>61548</c:v>
                </c:pt>
                <c:pt idx="19179">
                  <c:v>61549</c:v>
                </c:pt>
                <c:pt idx="19180">
                  <c:v>61550</c:v>
                </c:pt>
                <c:pt idx="19181">
                  <c:v>61551</c:v>
                </c:pt>
                <c:pt idx="19182">
                  <c:v>61552</c:v>
                </c:pt>
                <c:pt idx="19183">
                  <c:v>61553</c:v>
                </c:pt>
                <c:pt idx="19184">
                  <c:v>61554</c:v>
                </c:pt>
                <c:pt idx="19185">
                  <c:v>61555</c:v>
                </c:pt>
                <c:pt idx="19186">
                  <c:v>61556</c:v>
                </c:pt>
                <c:pt idx="19187">
                  <c:v>61557</c:v>
                </c:pt>
                <c:pt idx="19188">
                  <c:v>61558</c:v>
                </c:pt>
                <c:pt idx="19189">
                  <c:v>61559</c:v>
                </c:pt>
                <c:pt idx="19190">
                  <c:v>61560</c:v>
                </c:pt>
                <c:pt idx="19191">
                  <c:v>61561</c:v>
                </c:pt>
                <c:pt idx="19192">
                  <c:v>61562</c:v>
                </c:pt>
                <c:pt idx="19193">
                  <c:v>61563</c:v>
                </c:pt>
                <c:pt idx="19194">
                  <c:v>61564</c:v>
                </c:pt>
                <c:pt idx="19195">
                  <c:v>61565</c:v>
                </c:pt>
                <c:pt idx="19196">
                  <c:v>61566</c:v>
                </c:pt>
                <c:pt idx="19197">
                  <c:v>61567</c:v>
                </c:pt>
                <c:pt idx="19198">
                  <c:v>61568</c:v>
                </c:pt>
                <c:pt idx="19199">
                  <c:v>61569</c:v>
                </c:pt>
                <c:pt idx="19200">
                  <c:v>61570</c:v>
                </c:pt>
                <c:pt idx="19201">
                  <c:v>61571</c:v>
                </c:pt>
                <c:pt idx="19202">
                  <c:v>61572</c:v>
                </c:pt>
                <c:pt idx="19203">
                  <c:v>61573</c:v>
                </c:pt>
                <c:pt idx="19204">
                  <c:v>61574</c:v>
                </c:pt>
                <c:pt idx="19205">
                  <c:v>61575</c:v>
                </c:pt>
                <c:pt idx="19206">
                  <c:v>61576</c:v>
                </c:pt>
                <c:pt idx="19207">
                  <c:v>61577</c:v>
                </c:pt>
                <c:pt idx="19208">
                  <c:v>61578</c:v>
                </c:pt>
                <c:pt idx="19209">
                  <c:v>61579</c:v>
                </c:pt>
                <c:pt idx="19210">
                  <c:v>61580</c:v>
                </c:pt>
                <c:pt idx="19211">
                  <c:v>61581</c:v>
                </c:pt>
                <c:pt idx="19212">
                  <c:v>61582</c:v>
                </c:pt>
                <c:pt idx="19213">
                  <c:v>61583</c:v>
                </c:pt>
                <c:pt idx="19214">
                  <c:v>61584</c:v>
                </c:pt>
                <c:pt idx="19215">
                  <c:v>61585</c:v>
                </c:pt>
                <c:pt idx="19216">
                  <c:v>61586</c:v>
                </c:pt>
                <c:pt idx="19217">
                  <c:v>61587</c:v>
                </c:pt>
                <c:pt idx="19218">
                  <c:v>61588</c:v>
                </c:pt>
                <c:pt idx="19219">
                  <c:v>61589</c:v>
                </c:pt>
                <c:pt idx="19220">
                  <c:v>61590</c:v>
                </c:pt>
                <c:pt idx="19221">
                  <c:v>61591</c:v>
                </c:pt>
                <c:pt idx="19222">
                  <c:v>61592</c:v>
                </c:pt>
                <c:pt idx="19223">
                  <c:v>61593</c:v>
                </c:pt>
                <c:pt idx="19224">
                  <c:v>61594</c:v>
                </c:pt>
                <c:pt idx="19225">
                  <c:v>61595</c:v>
                </c:pt>
                <c:pt idx="19226">
                  <c:v>61596</c:v>
                </c:pt>
                <c:pt idx="19227">
                  <c:v>61597</c:v>
                </c:pt>
                <c:pt idx="19228">
                  <c:v>61598</c:v>
                </c:pt>
                <c:pt idx="19229">
                  <c:v>61599</c:v>
                </c:pt>
                <c:pt idx="19230">
                  <c:v>61600</c:v>
                </c:pt>
                <c:pt idx="19231">
                  <c:v>61601</c:v>
                </c:pt>
                <c:pt idx="19232">
                  <c:v>61602</c:v>
                </c:pt>
                <c:pt idx="19233">
                  <c:v>61603</c:v>
                </c:pt>
                <c:pt idx="19234">
                  <c:v>61604</c:v>
                </c:pt>
                <c:pt idx="19235">
                  <c:v>61605</c:v>
                </c:pt>
                <c:pt idx="19236">
                  <c:v>61606</c:v>
                </c:pt>
                <c:pt idx="19237">
                  <c:v>61607</c:v>
                </c:pt>
                <c:pt idx="19238">
                  <c:v>61608</c:v>
                </c:pt>
                <c:pt idx="19239">
                  <c:v>61609</c:v>
                </c:pt>
                <c:pt idx="19240">
                  <c:v>61610</c:v>
                </c:pt>
                <c:pt idx="19241">
                  <c:v>61611</c:v>
                </c:pt>
                <c:pt idx="19242">
                  <c:v>61612</c:v>
                </c:pt>
                <c:pt idx="19243">
                  <c:v>61613</c:v>
                </c:pt>
                <c:pt idx="19244">
                  <c:v>61614</c:v>
                </c:pt>
                <c:pt idx="19245">
                  <c:v>61615</c:v>
                </c:pt>
                <c:pt idx="19246">
                  <c:v>61616</c:v>
                </c:pt>
                <c:pt idx="19247">
                  <c:v>61617</c:v>
                </c:pt>
                <c:pt idx="19248">
                  <c:v>61618</c:v>
                </c:pt>
                <c:pt idx="19249">
                  <c:v>61619</c:v>
                </c:pt>
                <c:pt idx="19250">
                  <c:v>61620</c:v>
                </c:pt>
                <c:pt idx="19251">
                  <c:v>61621</c:v>
                </c:pt>
                <c:pt idx="19252">
                  <c:v>61622</c:v>
                </c:pt>
                <c:pt idx="19253">
                  <c:v>61623</c:v>
                </c:pt>
                <c:pt idx="19254">
                  <c:v>61624</c:v>
                </c:pt>
                <c:pt idx="19255">
                  <c:v>61625</c:v>
                </c:pt>
                <c:pt idx="19256">
                  <c:v>61626</c:v>
                </c:pt>
                <c:pt idx="19257">
                  <c:v>61627</c:v>
                </c:pt>
                <c:pt idx="19258">
                  <c:v>61628</c:v>
                </c:pt>
                <c:pt idx="19259">
                  <c:v>61629</c:v>
                </c:pt>
                <c:pt idx="19260">
                  <c:v>61630</c:v>
                </c:pt>
                <c:pt idx="19261">
                  <c:v>61631</c:v>
                </c:pt>
                <c:pt idx="19262">
                  <c:v>61632</c:v>
                </c:pt>
                <c:pt idx="19263">
                  <c:v>61633</c:v>
                </c:pt>
                <c:pt idx="19264">
                  <c:v>61634</c:v>
                </c:pt>
                <c:pt idx="19265">
                  <c:v>61635</c:v>
                </c:pt>
                <c:pt idx="19266">
                  <c:v>61636</c:v>
                </c:pt>
                <c:pt idx="19267">
                  <c:v>61637</c:v>
                </c:pt>
                <c:pt idx="19268">
                  <c:v>61638</c:v>
                </c:pt>
                <c:pt idx="19269">
                  <c:v>61639</c:v>
                </c:pt>
                <c:pt idx="19270">
                  <c:v>61640</c:v>
                </c:pt>
                <c:pt idx="19271">
                  <c:v>61641</c:v>
                </c:pt>
                <c:pt idx="19272">
                  <c:v>61642</c:v>
                </c:pt>
                <c:pt idx="19273">
                  <c:v>61643</c:v>
                </c:pt>
                <c:pt idx="19274">
                  <c:v>61644</c:v>
                </c:pt>
                <c:pt idx="19275">
                  <c:v>61645</c:v>
                </c:pt>
                <c:pt idx="19276">
                  <c:v>61646</c:v>
                </c:pt>
                <c:pt idx="19277">
                  <c:v>61647</c:v>
                </c:pt>
                <c:pt idx="19278">
                  <c:v>61648</c:v>
                </c:pt>
                <c:pt idx="19279">
                  <c:v>61649</c:v>
                </c:pt>
                <c:pt idx="19280">
                  <c:v>61650</c:v>
                </c:pt>
                <c:pt idx="19281">
                  <c:v>61651</c:v>
                </c:pt>
                <c:pt idx="19282">
                  <c:v>61652</c:v>
                </c:pt>
                <c:pt idx="19283">
                  <c:v>61653</c:v>
                </c:pt>
                <c:pt idx="19284">
                  <c:v>61654</c:v>
                </c:pt>
                <c:pt idx="19285">
                  <c:v>61655</c:v>
                </c:pt>
                <c:pt idx="19286">
                  <c:v>61656</c:v>
                </c:pt>
                <c:pt idx="19287">
                  <c:v>61657</c:v>
                </c:pt>
                <c:pt idx="19288">
                  <c:v>61658</c:v>
                </c:pt>
                <c:pt idx="19289">
                  <c:v>61659</c:v>
                </c:pt>
                <c:pt idx="19290">
                  <c:v>61660</c:v>
                </c:pt>
                <c:pt idx="19291">
                  <c:v>61661</c:v>
                </c:pt>
                <c:pt idx="19292">
                  <c:v>61662</c:v>
                </c:pt>
                <c:pt idx="19293">
                  <c:v>61663</c:v>
                </c:pt>
                <c:pt idx="19294">
                  <c:v>61664</c:v>
                </c:pt>
                <c:pt idx="19295">
                  <c:v>61665</c:v>
                </c:pt>
                <c:pt idx="19296">
                  <c:v>61666</c:v>
                </c:pt>
                <c:pt idx="19297">
                  <c:v>61667</c:v>
                </c:pt>
                <c:pt idx="19298">
                  <c:v>61668</c:v>
                </c:pt>
                <c:pt idx="19299">
                  <c:v>61669</c:v>
                </c:pt>
                <c:pt idx="19300">
                  <c:v>61670</c:v>
                </c:pt>
                <c:pt idx="19301">
                  <c:v>61671</c:v>
                </c:pt>
                <c:pt idx="19302">
                  <c:v>61672</c:v>
                </c:pt>
                <c:pt idx="19303">
                  <c:v>61673</c:v>
                </c:pt>
                <c:pt idx="19304">
                  <c:v>61674</c:v>
                </c:pt>
                <c:pt idx="19305">
                  <c:v>61675</c:v>
                </c:pt>
                <c:pt idx="19306">
                  <c:v>61676</c:v>
                </c:pt>
                <c:pt idx="19307">
                  <c:v>61677</c:v>
                </c:pt>
                <c:pt idx="19308">
                  <c:v>61678</c:v>
                </c:pt>
                <c:pt idx="19309">
                  <c:v>61679</c:v>
                </c:pt>
                <c:pt idx="19310">
                  <c:v>61680</c:v>
                </c:pt>
                <c:pt idx="19311">
                  <c:v>61681</c:v>
                </c:pt>
                <c:pt idx="19312">
                  <c:v>61682</c:v>
                </c:pt>
                <c:pt idx="19313">
                  <c:v>61683</c:v>
                </c:pt>
                <c:pt idx="19314">
                  <c:v>61684</c:v>
                </c:pt>
                <c:pt idx="19315">
                  <c:v>61685</c:v>
                </c:pt>
                <c:pt idx="19316">
                  <c:v>61686</c:v>
                </c:pt>
                <c:pt idx="19317">
                  <c:v>61687</c:v>
                </c:pt>
                <c:pt idx="19318">
                  <c:v>61688</c:v>
                </c:pt>
                <c:pt idx="19319">
                  <c:v>61689</c:v>
                </c:pt>
                <c:pt idx="19320">
                  <c:v>61690</c:v>
                </c:pt>
                <c:pt idx="19321">
                  <c:v>61691</c:v>
                </c:pt>
                <c:pt idx="19322">
                  <c:v>61692</c:v>
                </c:pt>
                <c:pt idx="19323">
                  <c:v>61693</c:v>
                </c:pt>
                <c:pt idx="19324">
                  <c:v>61694</c:v>
                </c:pt>
                <c:pt idx="19325">
                  <c:v>61695</c:v>
                </c:pt>
                <c:pt idx="19326">
                  <c:v>61696</c:v>
                </c:pt>
                <c:pt idx="19327">
                  <c:v>61697</c:v>
                </c:pt>
                <c:pt idx="19328">
                  <c:v>61698</c:v>
                </c:pt>
                <c:pt idx="19329">
                  <c:v>61699</c:v>
                </c:pt>
                <c:pt idx="19330">
                  <c:v>61700</c:v>
                </c:pt>
                <c:pt idx="19331">
                  <c:v>61701</c:v>
                </c:pt>
                <c:pt idx="19332">
                  <c:v>61702</c:v>
                </c:pt>
                <c:pt idx="19333">
                  <c:v>61703</c:v>
                </c:pt>
                <c:pt idx="19334">
                  <c:v>61704</c:v>
                </c:pt>
                <c:pt idx="19335">
                  <c:v>61705</c:v>
                </c:pt>
                <c:pt idx="19336">
                  <c:v>61706</c:v>
                </c:pt>
                <c:pt idx="19337">
                  <c:v>61707</c:v>
                </c:pt>
                <c:pt idx="19338">
                  <c:v>61708</c:v>
                </c:pt>
                <c:pt idx="19339">
                  <c:v>61709</c:v>
                </c:pt>
                <c:pt idx="19340">
                  <c:v>61710</c:v>
                </c:pt>
                <c:pt idx="19341">
                  <c:v>61711</c:v>
                </c:pt>
                <c:pt idx="19342">
                  <c:v>61712</c:v>
                </c:pt>
                <c:pt idx="19343">
                  <c:v>61713</c:v>
                </c:pt>
                <c:pt idx="19344">
                  <c:v>61714</c:v>
                </c:pt>
                <c:pt idx="19345">
                  <c:v>61715</c:v>
                </c:pt>
                <c:pt idx="19346">
                  <c:v>61716</c:v>
                </c:pt>
                <c:pt idx="19347">
                  <c:v>61717</c:v>
                </c:pt>
                <c:pt idx="19348">
                  <c:v>61718</c:v>
                </c:pt>
                <c:pt idx="19349">
                  <c:v>61719</c:v>
                </c:pt>
                <c:pt idx="19350">
                  <c:v>61720</c:v>
                </c:pt>
                <c:pt idx="19351">
                  <c:v>61721</c:v>
                </c:pt>
                <c:pt idx="19352">
                  <c:v>61722</c:v>
                </c:pt>
                <c:pt idx="19353">
                  <c:v>61723</c:v>
                </c:pt>
                <c:pt idx="19354">
                  <c:v>61724</c:v>
                </c:pt>
                <c:pt idx="19355">
                  <c:v>61725</c:v>
                </c:pt>
                <c:pt idx="19356">
                  <c:v>61726</c:v>
                </c:pt>
                <c:pt idx="19357">
                  <c:v>61727</c:v>
                </c:pt>
                <c:pt idx="19358">
                  <c:v>61728</c:v>
                </c:pt>
                <c:pt idx="19359">
                  <c:v>61729</c:v>
                </c:pt>
                <c:pt idx="19360">
                  <c:v>61730</c:v>
                </c:pt>
                <c:pt idx="19361">
                  <c:v>61731</c:v>
                </c:pt>
                <c:pt idx="19362">
                  <c:v>61732</c:v>
                </c:pt>
                <c:pt idx="19363">
                  <c:v>61733</c:v>
                </c:pt>
                <c:pt idx="19364">
                  <c:v>61734</c:v>
                </c:pt>
                <c:pt idx="19365">
                  <c:v>61735</c:v>
                </c:pt>
                <c:pt idx="19366">
                  <c:v>61736</c:v>
                </c:pt>
                <c:pt idx="19367">
                  <c:v>61737</c:v>
                </c:pt>
                <c:pt idx="19368">
                  <c:v>61738</c:v>
                </c:pt>
                <c:pt idx="19369">
                  <c:v>61739</c:v>
                </c:pt>
                <c:pt idx="19370">
                  <c:v>61740</c:v>
                </c:pt>
                <c:pt idx="19371">
                  <c:v>61741</c:v>
                </c:pt>
                <c:pt idx="19372">
                  <c:v>61742</c:v>
                </c:pt>
                <c:pt idx="19373">
                  <c:v>61743</c:v>
                </c:pt>
                <c:pt idx="19374">
                  <c:v>61744</c:v>
                </c:pt>
                <c:pt idx="19375">
                  <c:v>61745</c:v>
                </c:pt>
                <c:pt idx="19376">
                  <c:v>61746</c:v>
                </c:pt>
                <c:pt idx="19377">
                  <c:v>61747</c:v>
                </c:pt>
                <c:pt idx="19378">
                  <c:v>61748</c:v>
                </c:pt>
                <c:pt idx="19379">
                  <c:v>61749</c:v>
                </c:pt>
                <c:pt idx="19380">
                  <c:v>61750</c:v>
                </c:pt>
                <c:pt idx="19381">
                  <c:v>61751</c:v>
                </c:pt>
                <c:pt idx="19382">
                  <c:v>61752</c:v>
                </c:pt>
                <c:pt idx="19383">
                  <c:v>61753</c:v>
                </c:pt>
                <c:pt idx="19384">
                  <c:v>61754</c:v>
                </c:pt>
                <c:pt idx="19385">
                  <c:v>61755</c:v>
                </c:pt>
                <c:pt idx="19386">
                  <c:v>61756</c:v>
                </c:pt>
                <c:pt idx="19387">
                  <c:v>61757</c:v>
                </c:pt>
                <c:pt idx="19388">
                  <c:v>61758</c:v>
                </c:pt>
                <c:pt idx="19389">
                  <c:v>61759</c:v>
                </c:pt>
                <c:pt idx="19390">
                  <c:v>61760</c:v>
                </c:pt>
                <c:pt idx="19391">
                  <c:v>61761</c:v>
                </c:pt>
                <c:pt idx="19392">
                  <c:v>61762</c:v>
                </c:pt>
                <c:pt idx="19393">
                  <c:v>61763</c:v>
                </c:pt>
                <c:pt idx="19394">
                  <c:v>61764</c:v>
                </c:pt>
                <c:pt idx="19395">
                  <c:v>61765</c:v>
                </c:pt>
                <c:pt idx="19396">
                  <c:v>61766</c:v>
                </c:pt>
                <c:pt idx="19397">
                  <c:v>61767</c:v>
                </c:pt>
                <c:pt idx="19398">
                  <c:v>61768</c:v>
                </c:pt>
                <c:pt idx="19399">
                  <c:v>61769</c:v>
                </c:pt>
                <c:pt idx="19400">
                  <c:v>61770</c:v>
                </c:pt>
                <c:pt idx="19401">
                  <c:v>61771</c:v>
                </c:pt>
                <c:pt idx="19402">
                  <c:v>61772</c:v>
                </c:pt>
                <c:pt idx="19403">
                  <c:v>61773</c:v>
                </c:pt>
                <c:pt idx="19404">
                  <c:v>61774</c:v>
                </c:pt>
                <c:pt idx="19405">
                  <c:v>61775</c:v>
                </c:pt>
                <c:pt idx="19406">
                  <c:v>61776</c:v>
                </c:pt>
                <c:pt idx="19407">
                  <c:v>61777</c:v>
                </c:pt>
                <c:pt idx="19408">
                  <c:v>61778</c:v>
                </c:pt>
                <c:pt idx="19409">
                  <c:v>61779</c:v>
                </c:pt>
                <c:pt idx="19410">
                  <c:v>61780</c:v>
                </c:pt>
                <c:pt idx="19411">
                  <c:v>61781</c:v>
                </c:pt>
                <c:pt idx="19412">
                  <c:v>61782</c:v>
                </c:pt>
                <c:pt idx="19413">
                  <c:v>61783</c:v>
                </c:pt>
                <c:pt idx="19414">
                  <c:v>61784</c:v>
                </c:pt>
                <c:pt idx="19415">
                  <c:v>61785</c:v>
                </c:pt>
                <c:pt idx="19416">
                  <c:v>61786</c:v>
                </c:pt>
                <c:pt idx="19417">
                  <c:v>61787</c:v>
                </c:pt>
                <c:pt idx="19418">
                  <c:v>61788</c:v>
                </c:pt>
                <c:pt idx="19419">
                  <c:v>61789</c:v>
                </c:pt>
                <c:pt idx="19420">
                  <c:v>61790</c:v>
                </c:pt>
                <c:pt idx="19421">
                  <c:v>61791</c:v>
                </c:pt>
                <c:pt idx="19422">
                  <c:v>61792</c:v>
                </c:pt>
                <c:pt idx="19423">
                  <c:v>61793</c:v>
                </c:pt>
                <c:pt idx="19424">
                  <c:v>61794</c:v>
                </c:pt>
                <c:pt idx="19425">
                  <c:v>61795</c:v>
                </c:pt>
                <c:pt idx="19426">
                  <c:v>61796</c:v>
                </c:pt>
                <c:pt idx="19427">
                  <c:v>61797</c:v>
                </c:pt>
                <c:pt idx="19428">
                  <c:v>61798</c:v>
                </c:pt>
                <c:pt idx="19429">
                  <c:v>61799</c:v>
                </c:pt>
                <c:pt idx="19430">
                  <c:v>61800</c:v>
                </c:pt>
                <c:pt idx="19431">
                  <c:v>61801</c:v>
                </c:pt>
                <c:pt idx="19432">
                  <c:v>61802</c:v>
                </c:pt>
                <c:pt idx="19433">
                  <c:v>61803</c:v>
                </c:pt>
                <c:pt idx="19434">
                  <c:v>61804</c:v>
                </c:pt>
                <c:pt idx="19435">
                  <c:v>61805</c:v>
                </c:pt>
                <c:pt idx="19436">
                  <c:v>61806</c:v>
                </c:pt>
                <c:pt idx="19437">
                  <c:v>61807</c:v>
                </c:pt>
                <c:pt idx="19438">
                  <c:v>61808</c:v>
                </c:pt>
                <c:pt idx="19439">
                  <c:v>61809</c:v>
                </c:pt>
                <c:pt idx="19440">
                  <c:v>61810</c:v>
                </c:pt>
                <c:pt idx="19441">
                  <c:v>61811</c:v>
                </c:pt>
                <c:pt idx="19442">
                  <c:v>61812</c:v>
                </c:pt>
                <c:pt idx="19443">
                  <c:v>61813</c:v>
                </c:pt>
                <c:pt idx="19444">
                  <c:v>61814</c:v>
                </c:pt>
                <c:pt idx="19445">
                  <c:v>61815</c:v>
                </c:pt>
                <c:pt idx="19446">
                  <c:v>61816</c:v>
                </c:pt>
                <c:pt idx="19447">
                  <c:v>61817</c:v>
                </c:pt>
                <c:pt idx="19448">
                  <c:v>61818</c:v>
                </c:pt>
                <c:pt idx="19449">
                  <c:v>61819</c:v>
                </c:pt>
                <c:pt idx="19450">
                  <c:v>61820</c:v>
                </c:pt>
                <c:pt idx="19451">
                  <c:v>61821</c:v>
                </c:pt>
                <c:pt idx="19452">
                  <c:v>61822</c:v>
                </c:pt>
                <c:pt idx="19453">
                  <c:v>61823</c:v>
                </c:pt>
                <c:pt idx="19454">
                  <c:v>61824</c:v>
                </c:pt>
                <c:pt idx="19455">
                  <c:v>61825</c:v>
                </c:pt>
                <c:pt idx="19456">
                  <c:v>61826</c:v>
                </c:pt>
                <c:pt idx="19457">
                  <c:v>61827</c:v>
                </c:pt>
                <c:pt idx="19458">
                  <c:v>61828</c:v>
                </c:pt>
                <c:pt idx="19459">
                  <c:v>61829</c:v>
                </c:pt>
                <c:pt idx="19460">
                  <c:v>61830</c:v>
                </c:pt>
                <c:pt idx="19461">
                  <c:v>61831</c:v>
                </c:pt>
                <c:pt idx="19462">
                  <c:v>61832</c:v>
                </c:pt>
                <c:pt idx="19463">
                  <c:v>61833</c:v>
                </c:pt>
                <c:pt idx="19464">
                  <c:v>61834</c:v>
                </c:pt>
                <c:pt idx="19465">
                  <c:v>61835</c:v>
                </c:pt>
                <c:pt idx="19466">
                  <c:v>61836</c:v>
                </c:pt>
                <c:pt idx="19467">
                  <c:v>61837</c:v>
                </c:pt>
                <c:pt idx="19468">
                  <c:v>61838</c:v>
                </c:pt>
                <c:pt idx="19469">
                  <c:v>61839</c:v>
                </c:pt>
                <c:pt idx="19470">
                  <c:v>61840</c:v>
                </c:pt>
                <c:pt idx="19471">
                  <c:v>61841</c:v>
                </c:pt>
                <c:pt idx="19472">
                  <c:v>61842</c:v>
                </c:pt>
                <c:pt idx="19473">
                  <c:v>61843</c:v>
                </c:pt>
                <c:pt idx="19474">
                  <c:v>61844</c:v>
                </c:pt>
                <c:pt idx="19475">
                  <c:v>61845</c:v>
                </c:pt>
                <c:pt idx="19476">
                  <c:v>61846</c:v>
                </c:pt>
                <c:pt idx="19477">
                  <c:v>61847</c:v>
                </c:pt>
                <c:pt idx="19478">
                  <c:v>61848</c:v>
                </c:pt>
                <c:pt idx="19479">
                  <c:v>61849</c:v>
                </c:pt>
                <c:pt idx="19480">
                  <c:v>61850</c:v>
                </c:pt>
                <c:pt idx="19481">
                  <c:v>61851</c:v>
                </c:pt>
                <c:pt idx="19482">
                  <c:v>61852</c:v>
                </c:pt>
                <c:pt idx="19483">
                  <c:v>61853</c:v>
                </c:pt>
                <c:pt idx="19484">
                  <c:v>61854</c:v>
                </c:pt>
                <c:pt idx="19485">
                  <c:v>61855</c:v>
                </c:pt>
                <c:pt idx="19486">
                  <c:v>61856</c:v>
                </c:pt>
                <c:pt idx="19487">
                  <c:v>61857</c:v>
                </c:pt>
                <c:pt idx="19488">
                  <c:v>61858</c:v>
                </c:pt>
                <c:pt idx="19489">
                  <c:v>61859</c:v>
                </c:pt>
                <c:pt idx="19490">
                  <c:v>61860</c:v>
                </c:pt>
                <c:pt idx="19491">
                  <c:v>61861</c:v>
                </c:pt>
                <c:pt idx="19492">
                  <c:v>61862</c:v>
                </c:pt>
                <c:pt idx="19493">
                  <c:v>61863</c:v>
                </c:pt>
                <c:pt idx="19494">
                  <c:v>61864</c:v>
                </c:pt>
                <c:pt idx="19495">
                  <c:v>61865</c:v>
                </c:pt>
                <c:pt idx="19496">
                  <c:v>61866</c:v>
                </c:pt>
                <c:pt idx="19497">
                  <c:v>61867</c:v>
                </c:pt>
                <c:pt idx="19498">
                  <c:v>61868</c:v>
                </c:pt>
                <c:pt idx="19499">
                  <c:v>61869</c:v>
                </c:pt>
                <c:pt idx="19500">
                  <c:v>61870</c:v>
                </c:pt>
                <c:pt idx="19501">
                  <c:v>61871</c:v>
                </c:pt>
                <c:pt idx="19502">
                  <c:v>61872</c:v>
                </c:pt>
                <c:pt idx="19503">
                  <c:v>61873</c:v>
                </c:pt>
                <c:pt idx="19504">
                  <c:v>61874</c:v>
                </c:pt>
                <c:pt idx="19505">
                  <c:v>61875</c:v>
                </c:pt>
                <c:pt idx="19506">
                  <c:v>61876</c:v>
                </c:pt>
                <c:pt idx="19507">
                  <c:v>61877</c:v>
                </c:pt>
                <c:pt idx="19508">
                  <c:v>61878</c:v>
                </c:pt>
                <c:pt idx="19509">
                  <c:v>61879</c:v>
                </c:pt>
                <c:pt idx="19510">
                  <c:v>61880</c:v>
                </c:pt>
                <c:pt idx="19511">
                  <c:v>61881</c:v>
                </c:pt>
                <c:pt idx="19512">
                  <c:v>61882</c:v>
                </c:pt>
                <c:pt idx="19513">
                  <c:v>61883</c:v>
                </c:pt>
                <c:pt idx="19514">
                  <c:v>61884</c:v>
                </c:pt>
                <c:pt idx="19515">
                  <c:v>61885</c:v>
                </c:pt>
                <c:pt idx="19516">
                  <c:v>61886</c:v>
                </c:pt>
                <c:pt idx="19517">
                  <c:v>61887</c:v>
                </c:pt>
                <c:pt idx="19518">
                  <c:v>61888</c:v>
                </c:pt>
                <c:pt idx="19519">
                  <c:v>61889</c:v>
                </c:pt>
                <c:pt idx="19520">
                  <c:v>61890</c:v>
                </c:pt>
                <c:pt idx="19521">
                  <c:v>61891</c:v>
                </c:pt>
                <c:pt idx="19522">
                  <c:v>61892</c:v>
                </c:pt>
                <c:pt idx="19523">
                  <c:v>61893</c:v>
                </c:pt>
                <c:pt idx="19524">
                  <c:v>61894</c:v>
                </c:pt>
                <c:pt idx="19525">
                  <c:v>61895</c:v>
                </c:pt>
                <c:pt idx="19526">
                  <c:v>61896</c:v>
                </c:pt>
                <c:pt idx="19527">
                  <c:v>61897</c:v>
                </c:pt>
                <c:pt idx="19528">
                  <c:v>61898</c:v>
                </c:pt>
                <c:pt idx="19529">
                  <c:v>61899</c:v>
                </c:pt>
                <c:pt idx="19530">
                  <c:v>61900</c:v>
                </c:pt>
                <c:pt idx="19531">
                  <c:v>61901</c:v>
                </c:pt>
                <c:pt idx="19532">
                  <c:v>61902</c:v>
                </c:pt>
                <c:pt idx="19533">
                  <c:v>61903</c:v>
                </c:pt>
                <c:pt idx="19534">
                  <c:v>61904</c:v>
                </c:pt>
                <c:pt idx="19535">
                  <c:v>61905</c:v>
                </c:pt>
                <c:pt idx="19536">
                  <c:v>61906</c:v>
                </c:pt>
                <c:pt idx="19537">
                  <c:v>61907</c:v>
                </c:pt>
                <c:pt idx="19538">
                  <c:v>61908</c:v>
                </c:pt>
                <c:pt idx="19539">
                  <c:v>61909</c:v>
                </c:pt>
                <c:pt idx="19540">
                  <c:v>61910</c:v>
                </c:pt>
                <c:pt idx="19541">
                  <c:v>61911</c:v>
                </c:pt>
                <c:pt idx="19542">
                  <c:v>61912</c:v>
                </c:pt>
                <c:pt idx="19543">
                  <c:v>61913</c:v>
                </c:pt>
                <c:pt idx="19544">
                  <c:v>61914</c:v>
                </c:pt>
                <c:pt idx="19545">
                  <c:v>61915</c:v>
                </c:pt>
                <c:pt idx="19546">
                  <c:v>61916</c:v>
                </c:pt>
                <c:pt idx="19547">
                  <c:v>61917</c:v>
                </c:pt>
                <c:pt idx="19548">
                  <c:v>61918</c:v>
                </c:pt>
                <c:pt idx="19549">
                  <c:v>61919</c:v>
                </c:pt>
                <c:pt idx="19550">
                  <c:v>61920</c:v>
                </c:pt>
                <c:pt idx="19551">
                  <c:v>61921</c:v>
                </c:pt>
                <c:pt idx="19552">
                  <c:v>61922</c:v>
                </c:pt>
                <c:pt idx="19553">
                  <c:v>61923</c:v>
                </c:pt>
                <c:pt idx="19554">
                  <c:v>61924</c:v>
                </c:pt>
                <c:pt idx="19555">
                  <c:v>61925</c:v>
                </c:pt>
                <c:pt idx="19556">
                  <c:v>61926</c:v>
                </c:pt>
                <c:pt idx="19557">
                  <c:v>61927</c:v>
                </c:pt>
                <c:pt idx="19558">
                  <c:v>61928</c:v>
                </c:pt>
                <c:pt idx="19559">
                  <c:v>61929</c:v>
                </c:pt>
                <c:pt idx="19560">
                  <c:v>61930</c:v>
                </c:pt>
                <c:pt idx="19561">
                  <c:v>61931</c:v>
                </c:pt>
                <c:pt idx="19562">
                  <c:v>61932</c:v>
                </c:pt>
                <c:pt idx="19563">
                  <c:v>61933</c:v>
                </c:pt>
                <c:pt idx="19564">
                  <c:v>61934</c:v>
                </c:pt>
                <c:pt idx="19565">
                  <c:v>61935</c:v>
                </c:pt>
                <c:pt idx="19566">
                  <c:v>61936</c:v>
                </c:pt>
                <c:pt idx="19567">
                  <c:v>61937</c:v>
                </c:pt>
                <c:pt idx="19568">
                  <c:v>61938</c:v>
                </c:pt>
                <c:pt idx="19569">
                  <c:v>61939</c:v>
                </c:pt>
                <c:pt idx="19570">
                  <c:v>61940</c:v>
                </c:pt>
                <c:pt idx="19571">
                  <c:v>61941</c:v>
                </c:pt>
                <c:pt idx="19572">
                  <c:v>61942</c:v>
                </c:pt>
                <c:pt idx="19573">
                  <c:v>61943</c:v>
                </c:pt>
                <c:pt idx="19574">
                  <c:v>61944</c:v>
                </c:pt>
                <c:pt idx="19575">
                  <c:v>61945</c:v>
                </c:pt>
                <c:pt idx="19576">
                  <c:v>61946</c:v>
                </c:pt>
                <c:pt idx="19577">
                  <c:v>61947</c:v>
                </c:pt>
                <c:pt idx="19578">
                  <c:v>61948</c:v>
                </c:pt>
                <c:pt idx="19579">
                  <c:v>61949</c:v>
                </c:pt>
                <c:pt idx="19580">
                  <c:v>61950</c:v>
                </c:pt>
                <c:pt idx="19581">
                  <c:v>61951</c:v>
                </c:pt>
                <c:pt idx="19582">
                  <c:v>61952</c:v>
                </c:pt>
                <c:pt idx="19583">
                  <c:v>61953</c:v>
                </c:pt>
                <c:pt idx="19584">
                  <c:v>61954</c:v>
                </c:pt>
                <c:pt idx="19585">
                  <c:v>61955</c:v>
                </c:pt>
                <c:pt idx="19586">
                  <c:v>61956</c:v>
                </c:pt>
                <c:pt idx="19587">
                  <c:v>61957</c:v>
                </c:pt>
                <c:pt idx="19588">
                  <c:v>61958</c:v>
                </c:pt>
                <c:pt idx="19589">
                  <c:v>61959</c:v>
                </c:pt>
                <c:pt idx="19590">
                  <c:v>61960</c:v>
                </c:pt>
                <c:pt idx="19591">
                  <c:v>61961</c:v>
                </c:pt>
                <c:pt idx="19592">
                  <c:v>61962</c:v>
                </c:pt>
                <c:pt idx="19593">
                  <c:v>61963</c:v>
                </c:pt>
                <c:pt idx="19594">
                  <c:v>61964</c:v>
                </c:pt>
                <c:pt idx="19595">
                  <c:v>61965</c:v>
                </c:pt>
                <c:pt idx="19596">
                  <c:v>61966</c:v>
                </c:pt>
                <c:pt idx="19597">
                  <c:v>61967</c:v>
                </c:pt>
                <c:pt idx="19598">
                  <c:v>61968</c:v>
                </c:pt>
                <c:pt idx="19599">
                  <c:v>61969</c:v>
                </c:pt>
                <c:pt idx="19600">
                  <c:v>61970</c:v>
                </c:pt>
                <c:pt idx="19601">
                  <c:v>61971</c:v>
                </c:pt>
                <c:pt idx="19602">
                  <c:v>61972</c:v>
                </c:pt>
                <c:pt idx="19603">
                  <c:v>61973</c:v>
                </c:pt>
                <c:pt idx="19604">
                  <c:v>61974</c:v>
                </c:pt>
                <c:pt idx="19605">
                  <c:v>61975</c:v>
                </c:pt>
                <c:pt idx="19606">
                  <c:v>61976</c:v>
                </c:pt>
                <c:pt idx="19607">
                  <c:v>61977</c:v>
                </c:pt>
                <c:pt idx="19608">
                  <c:v>61978</c:v>
                </c:pt>
                <c:pt idx="19609">
                  <c:v>61979</c:v>
                </c:pt>
                <c:pt idx="19610">
                  <c:v>61980</c:v>
                </c:pt>
                <c:pt idx="19611">
                  <c:v>61981</c:v>
                </c:pt>
                <c:pt idx="19612">
                  <c:v>61982</c:v>
                </c:pt>
                <c:pt idx="19613">
                  <c:v>61983</c:v>
                </c:pt>
                <c:pt idx="19614">
                  <c:v>61984</c:v>
                </c:pt>
                <c:pt idx="19615">
                  <c:v>61985</c:v>
                </c:pt>
                <c:pt idx="19616">
                  <c:v>61986</c:v>
                </c:pt>
                <c:pt idx="19617">
                  <c:v>61987</c:v>
                </c:pt>
                <c:pt idx="19618">
                  <c:v>61988</c:v>
                </c:pt>
                <c:pt idx="19619">
                  <c:v>61989</c:v>
                </c:pt>
                <c:pt idx="19620">
                  <c:v>61990</c:v>
                </c:pt>
                <c:pt idx="19621">
                  <c:v>61991</c:v>
                </c:pt>
                <c:pt idx="19622">
                  <c:v>61992</c:v>
                </c:pt>
                <c:pt idx="19623">
                  <c:v>61993</c:v>
                </c:pt>
                <c:pt idx="19624">
                  <c:v>61994</c:v>
                </c:pt>
                <c:pt idx="19625">
                  <c:v>61995</c:v>
                </c:pt>
                <c:pt idx="19626">
                  <c:v>61996</c:v>
                </c:pt>
                <c:pt idx="19627">
                  <c:v>61997</c:v>
                </c:pt>
                <c:pt idx="19628">
                  <c:v>61998</c:v>
                </c:pt>
                <c:pt idx="19629">
                  <c:v>61999</c:v>
                </c:pt>
                <c:pt idx="19630">
                  <c:v>62000</c:v>
                </c:pt>
                <c:pt idx="19631">
                  <c:v>62001</c:v>
                </c:pt>
                <c:pt idx="19632">
                  <c:v>62002</c:v>
                </c:pt>
                <c:pt idx="19633">
                  <c:v>62003</c:v>
                </c:pt>
                <c:pt idx="19634">
                  <c:v>62004</c:v>
                </c:pt>
                <c:pt idx="19635">
                  <c:v>62005</c:v>
                </c:pt>
                <c:pt idx="19636">
                  <c:v>62006</c:v>
                </c:pt>
                <c:pt idx="19637">
                  <c:v>62007</c:v>
                </c:pt>
                <c:pt idx="19638">
                  <c:v>62008</c:v>
                </c:pt>
                <c:pt idx="19639">
                  <c:v>62009</c:v>
                </c:pt>
                <c:pt idx="19640">
                  <c:v>62010</c:v>
                </c:pt>
                <c:pt idx="19641">
                  <c:v>62011</c:v>
                </c:pt>
                <c:pt idx="19642">
                  <c:v>62012</c:v>
                </c:pt>
                <c:pt idx="19643">
                  <c:v>62013</c:v>
                </c:pt>
                <c:pt idx="19644">
                  <c:v>62014</c:v>
                </c:pt>
                <c:pt idx="19645">
                  <c:v>62015</c:v>
                </c:pt>
                <c:pt idx="19646">
                  <c:v>62016</c:v>
                </c:pt>
                <c:pt idx="19647">
                  <c:v>62017</c:v>
                </c:pt>
                <c:pt idx="19648">
                  <c:v>62018</c:v>
                </c:pt>
                <c:pt idx="19649">
                  <c:v>62019</c:v>
                </c:pt>
                <c:pt idx="19650">
                  <c:v>62020</c:v>
                </c:pt>
                <c:pt idx="19651">
                  <c:v>62021</c:v>
                </c:pt>
                <c:pt idx="19652">
                  <c:v>62022</c:v>
                </c:pt>
                <c:pt idx="19653">
                  <c:v>62023</c:v>
                </c:pt>
                <c:pt idx="19654">
                  <c:v>62024</c:v>
                </c:pt>
                <c:pt idx="19655">
                  <c:v>62025</c:v>
                </c:pt>
                <c:pt idx="19656">
                  <c:v>62026</c:v>
                </c:pt>
                <c:pt idx="19657">
                  <c:v>62027</c:v>
                </c:pt>
                <c:pt idx="19658">
                  <c:v>62028</c:v>
                </c:pt>
                <c:pt idx="19659">
                  <c:v>62029</c:v>
                </c:pt>
                <c:pt idx="19660">
                  <c:v>62030</c:v>
                </c:pt>
                <c:pt idx="19661">
                  <c:v>62031</c:v>
                </c:pt>
                <c:pt idx="19662">
                  <c:v>62032</c:v>
                </c:pt>
                <c:pt idx="19663">
                  <c:v>62033</c:v>
                </c:pt>
                <c:pt idx="19664">
                  <c:v>62034</c:v>
                </c:pt>
                <c:pt idx="19665">
                  <c:v>62035</c:v>
                </c:pt>
                <c:pt idx="19666">
                  <c:v>62036</c:v>
                </c:pt>
                <c:pt idx="19667">
                  <c:v>62037</c:v>
                </c:pt>
                <c:pt idx="19668">
                  <c:v>62038</c:v>
                </c:pt>
                <c:pt idx="19669">
                  <c:v>62039</c:v>
                </c:pt>
                <c:pt idx="19670">
                  <c:v>62040</c:v>
                </c:pt>
                <c:pt idx="19671">
                  <c:v>62041</c:v>
                </c:pt>
                <c:pt idx="19672">
                  <c:v>62042</c:v>
                </c:pt>
                <c:pt idx="19673">
                  <c:v>62043</c:v>
                </c:pt>
                <c:pt idx="19674">
                  <c:v>62044</c:v>
                </c:pt>
                <c:pt idx="19675">
                  <c:v>62045</c:v>
                </c:pt>
                <c:pt idx="19676">
                  <c:v>62046</c:v>
                </c:pt>
                <c:pt idx="19677">
                  <c:v>62047</c:v>
                </c:pt>
                <c:pt idx="19678">
                  <c:v>62048</c:v>
                </c:pt>
                <c:pt idx="19679">
                  <c:v>62049</c:v>
                </c:pt>
                <c:pt idx="19680">
                  <c:v>62050</c:v>
                </c:pt>
                <c:pt idx="19681">
                  <c:v>62051</c:v>
                </c:pt>
                <c:pt idx="19682">
                  <c:v>62052</c:v>
                </c:pt>
                <c:pt idx="19683">
                  <c:v>62053</c:v>
                </c:pt>
                <c:pt idx="19684">
                  <c:v>62054</c:v>
                </c:pt>
                <c:pt idx="19685">
                  <c:v>62055</c:v>
                </c:pt>
                <c:pt idx="19686">
                  <c:v>62056</c:v>
                </c:pt>
                <c:pt idx="19687">
                  <c:v>62057</c:v>
                </c:pt>
                <c:pt idx="19688">
                  <c:v>62058</c:v>
                </c:pt>
                <c:pt idx="19689">
                  <c:v>62059</c:v>
                </c:pt>
                <c:pt idx="19690">
                  <c:v>62060</c:v>
                </c:pt>
                <c:pt idx="19691">
                  <c:v>62061</c:v>
                </c:pt>
                <c:pt idx="19692">
                  <c:v>62062</c:v>
                </c:pt>
                <c:pt idx="19693">
                  <c:v>62063</c:v>
                </c:pt>
                <c:pt idx="19694">
                  <c:v>62064</c:v>
                </c:pt>
                <c:pt idx="19695">
                  <c:v>62065</c:v>
                </c:pt>
                <c:pt idx="19696">
                  <c:v>62066</c:v>
                </c:pt>
                <c:pt idx="19697">
                  <c:v>62067</c:v>
                </c:pt>
                <c:pt idx="19698">
                  <c:v>62068</c:v>
                </c:pt>
                <c:pt idx="19699">
                  <c:v>62069</c:v>
                </c:pt>
                <c:pt idx="19700">
                  <c:v>62070</c:v>
                </c:pt>
                <c:pt idx="19701">
                  <c:v>62071</c:v>
                </c:pt>
                <c:pt idx="19702">
                  <c:v>62072</c:v>
                </c:pt>
                <c:pt idx="19703">
                  <c:v>62073</c:v>
                </c:pt>
                <c:pt idx="19704">
                  <c:v>62074</c:v>
                </c:pt>
                <c:pt idx="19705">
                  <c:v>62075</c:v>
                </c:pt>
                <c:pt idx="19706">
                  <c:v>62076</c:v>
                </c:pt>
                <c:pt idx="19707">
                  <c:v>62077</c:v>
                </c:pt>
                <c:pt idx="19708">
                  <c:v>62078</c:v>
                </c:pt>
                <c:pt idx="19709">
                  <c:v>62079</c:v>
                </c:pt>
                <c:pt idx="19710">
                  <c:v>62080</c:v>
                </c:pt>
                <c:pt idx="19711">
                  <c:v>62081</c:v>
                </c:pt>
                <c:pt idx="19712">
                  <c:v>62082</c:v>
                </c:pt>
                <c:pt idx="19713">
                  <c:v>62083</c:v>
                </c:pt>
                <c:pt idx="19714">
                  <c:v>62084</c:v>
                </c:pt>
                <c:pt idx="19715">
                  <c:v>62085</c:v>
                </c:pt>
                <c:pt idx="19716">
                  <c:v>62086</c:v>
                </c:pt>
                <c:pt idx="19717">
                  <c:v>62087</c:v>
                </c:pt>
                <c:pt idx="19718">
                  <c:v>62088</c:v>
                </c:pt>
                <c:pt idx="19719">
                  <c:v>62089</c:v>
                </c:pt>
                <c:pt idx="19720">
                  <c:v>62090</c:v>
                </c:pt>
                <c:pt idx="19721">
                  <c:v>62091</c:v>
                </c:pt>
                <c:pt idx="19722">
                  <c:v>62092</c:v>
                </c:pt>
                <c:pt idx="19723">
                  <c:v>62093</c:v>
                </c:pt>
                <c:pt idx="19724">
                  <c:v>62094</c:v>
                </c:pt>
                <c:pt idx="19725">
                  <c:v>62095</c:v>
                </c:pt>
                <c:pt idx="19726">
                  <c:v>62096</c:v>
                </c:pt>
                <c:pt idx="19727">
                  <c:v>62097</c:v>
                </c:pt>
                <c:pt idx="19728">
                  <c:v>62098</c:v>
                </c:pt>
                <c:pt idx="19729">
                  <c:v>62099</c:v>
                </c:pt>
                <c:pt idx="19730">
                  <c:v>62100</c:v>
                </c:pt>
                <c:pt idx="19731">
                  <c:v>62101</c:v>
                </c:pt>
                <c:pt idx="19732">
                  <c:v>62102</c:v>
                </c:pt>
                <c:pt idx="19733">
                  <c:v>62103</c:v>
                </c:pt>
                <c:pt idx="19734">
                  <c:v>62104</c:v>
                </c:pt>
                <c:pt idx="19735">
                  <c:v>62105</c:v>
                </c:pt>
                <c:pt idx="19736">
                  <c:v>62106</c:v>
                </c:pt>
                <c:pt idx="19737">
                  <c:v>62107</c:v>
                </c:pt>
                <c:pt idx="19738">
                  <c:v>62108</c:v>
                </c:pt>
                <c:pt idx="19739">
                  <c:v>62109</c:v>
                </c:pt>
                <c:pt idx="19740">
                  <c:v>62110</c:v>
                </c:pt>
                <c:pt idx="19741">
                  <c:v>62111</c:v>
                </c:pt>
                <c:pt idx="19742">
                  <c:v>62112</c:v>
                </c:pt>
                <c:pt idx="19743">
                  <c:v>62113</c:v>
                </c:pt>
                <c:pt idx="19744">
                  <c:v>62114</c:v>
                </c:pt>
                <c:pt idx="19745">
                  <c:v>62115</c:v>
                </c:pt>
                <c:pt idx="19746">
                  <c:v>62116</c:v>
                </c:pt>
                <c:pt idx="19747">
                  <c:v>62117</c:v>
                </c:pt>
                <c:pt idx="19748">
                  <c:v>62118</c:v>
                </c:pt>
                <c:pt idx="19749">
                  <c:v>62119</c:v>
                </c:pt>
                <c:pt idx="19750">
                  <c:v>62120</c:v>
                </c:pt>
                <c:pt idx="19751">
                  <c:v>62121</c:v>
                </c:pt>
                <c:pt idx="19752">
                  <c:v>62122</c:v>
                </c:pt>
                <c:pt idx="19753">
                  <c:v>62123</c:v>
                </c:pt>
                <c:pt idx="19754">
                  <c:v>62124</c:v>
                </c:pt>
                <c:pt idx="19755">
                  <c:v>62125</c:v>
                </c:pt>
                <c:pt idx="19756">
                  <c:v>62126</c:v>
                </c:pt>
                <c:pt idx="19757">
                  <c:v>62127</c:v>
                </c:pt>
                <c:pt idx="19758">
                  <c:v>62128</c:v>
                </c:pt>
                <c:pt idx="19759">
                  <c:v>62129</c:v>
                </c:pt>
                <c:pt idx="19760">
                  <c:v>62130</c:v>
                </c:pt>
                <c:pt idx="19761">
                  <c:v>62131</c:v>
                </c:pt>
                <c:pt idx="19762">
                  <c:v>62132</c:v>
                </c:pt>
                <c:pt idx="19763">
                  <c:v>62133</c:v>
                </c:pt>
                <c:pt idx="19764">
                  <c:v>62134</c:v>
                </c:pt>
                <c:pt idx="19765">
                  <c:v>62135</c:v>
                </c:pt>
                <c:pt idx="19766">
                  <c:v>62136</c:v>
                </c:pt>
                <c:pt idx="19767">
                  <c:v>62137</c:v>
                </c:pt>
                <c:pt idx="19768">
                  <c:v>62138</c:v>
                </c:pt>
                <c:pt idx="19769">
                  <c:v>62139</c:v>
                </c:pt>
                <c:pt idx="19770">
                  <c:v>62140</c:v>
                </c:pt>
                <c:pt idx="19771">
                  <c:v>62141</c:v>
                </c:pt>
                <c:pt idx="19772">
                  <c:v>62142</c:v>
                </c:pt>
                <c:pt idx="19773">
                  <c:v>62143</c:v>
                </c:pt>
                <c:pt idx="19774">
                  <c:v>62144</c:v>
                </c:pt>
                <c:pt idx="19775">
                  <c:v>62145</c:v>
                </c:pt>
                <c:pt idx="19776">
                  <c:v>62146</c:v>
                </c:pt>
                <c:pt idx="19777">
                  <c:v>62147</c:v>
                </c:pt>
                <c:pt idx="19778">
                  <c:v>62148</c:v>
                </c:pt>
                <c:pt idx="19779">
                  <c:v>62149</c:v>
                </c:pt>
                <c:pt idx="19780">
                  <c:v>62150</c:v>
                </c:pt>
                <c:pt idx="19781">
                  <c:v>62151</c:v>
                </c:pt>
                <c:pt idx="19782">
                  <c:v>62152</c:v>
                </c:pt>
                <c:pt idx="19783">
                  <c:v>62153</c:v>
                </c:pt>
                <c:pt idx="19784">
                  <c:v>62154</c:v>
                </c:pt>
                <c:pt idx="19785">
                  <c:v>62155</c:v>
                </c:pt>
                <c:pt idx="19786">
                  <c:v>62156</c:v>
                </c:pt>
                <c:pt idx="19787">
                  <c:v>62157</c:v>
                </c:pt>
                <c:pt idx="19788">
                  <c:v>62158</c:v>
                </c:pt>
                <c:pt idx="19789">
                  <c:v>62159</c:v>
                </c:pt>
                <c:pt idx="19790">
                  <c:v>62160</c:v>
                </c:pt>
                <c:pt idx="19791">
                  <c:v>62161</c:v>
                </c:pt>
                <c:pt idx="19792">
                  <c:v>62162</c:v>
                </c:pt>
                <c:pt idx="19793">
                  <c:v>62163</c:v>
                </c:pt>
                <c:pt idx="19794">
                  <c:v>62164</c:v>
                </c:pt>
                <c:pt idx="19795">
                  <c:v>62165</c:v>
                </c:pt>
                <c:pt idx="19796">
                  <c:v>62166</c:v>
                </c:pt>
                <c:pt idx="19797">
                  <c:v>62167</c:v>
                </c:pt>
                <c:pt idx="19798">
                  <c:v>62168</c:v>
                </c:pt>
                <c:pt idx="19799">
                  <c:v>62169</c:v>
                </c:pt>
                <c:pt idx="19800">
                  <c:v>62170</c:v>
                </c:pt>
                <c:pt idx="19801">
                  <c:v>62171</c:v>
                </c:pt>
                <c:pt idx="19802">
                  <c:v>62172</c:v>
                </c:pt>
                <c:pt idx="19803">
                  <c:v>62173</c:v>
                </c:pt>
                <c:pt idx="19804">
                  <c:v>62174</c:v>
                </c:pt>
                <c:pt idx="19805">
                  <c:v>62175</c:v>
                </c:pt>
                <c:pt idx="19806">
                  <c:v>62176</c:v>
                </c:pt>
                <c:pt idx="19807">
                  <c:v>62177</c:v>
                </c:pt>
                <c:pt idx="19808">
                  <c:v>62178</c:v>
                </c:pt>
                <c:pt idx="19809">
                  <c:v>62179</c:v>
                </c:pt>
                <c:pt idx="19810">
                  <c:v>62180</c:v>
                </c:pt>
                <c:pt idx="19811">
                  <c:v>62181</c:v>
                </c:pt>
                <c:pt idx="19812">
                  <c:v>62182</c:v>
                </c:pt>
                <c:pt idx="19813">
                  <c:v>62183</c:v>
                </c:pt>
                <c:pt idx="19814">
                  <c:v>62184</c:v>
                </c:pt>
                <c:pt idx="19815">
                  <c:v>62185</c:v>
                </c:pt>
                <c:pt idx="19816">
                  <c:v>62186</c:v>
                </c:pt>
                <c:pt idx="19817">
                  <c:v>62187</c:v>
                </c:pt>
                <c:pt idx="19818">
                  <c:v>62188</c:v>
                </c:pt>
                <c:pt idx="19819">
                  <c:v>62189</c:v>
                </c:pt>
                <c:pt idx="19820">
                  <c:v>62190</c:v>
                </c:pt>
                <c:pt idx="19821">
                  <c:v>62191</c:v>
                </c:pt>
                <c:pt idx="19822">
                  <c:v>62192</c:v>
                </c:pt>
                <c:pt idx="19823">
                  <c:v>62193</c:v>
                </c:pt>
                <c:pt idx="19824">
                  <c:v>62194</c:v>
                </c:pt>
                <c:pt idx="19825">
                  <c:v>62195</c:v>
                </c:pt>
                <c:pt idx="19826">
                  <c:v>62196</c:v>
                </c:pt>
                <c:pt idx="19827">
                  <c:v>62197</c:v>
                </c:pt>
                <c:pt idx="19828">
                  <c:v>62198</c:v>
                </c:pt>
                <c:pt idx="19829">
                  <c:v>62199</c:v>
                </c:pt>
                <c:pt idx="19830">
                  <c:v>62200</c:v>
                </c:pt>
                <c:pt idx="19831">
                  <c:v>62201</c:v>
                </c:pt>
                <c:pt idx="19832">
                  <c:v>62202</c:v>
                </c:pt>
                <c:pt idx="19833">
                  <c:v>62203</c:v>
                </c:pt>
                <c:pt idx="19834">
                  <c:v>62204</c:v>
                </c:pt>
                <c:pt idx="19835">
                  <c:v>62205</c:v>
                </c:pt>
                <c:pt idx="19836">
                  <c:v>62206</c:v>
                </c:pt>
                <c:pt idx="19837">
                  <c:v>62207</c:v>
                </c:pt>
                <c:pt idx="19838">
                  <c:v>62208</c:v>
                </c:pt>
                <c:pt idx="19839">
                  <c:v>62209</c:v>
                </c:pt>
                <c:pt idx="19840">
                  <c:v>62210</c:v>
                </c:pt>
                <c:pt idx="19841">
                  <c:v>62211</c:v>
                </c:pt>
                <c:pt idx="19842">
                  <c:v>62212</c:v>
                </c:pt>
                <c:pt idx="19843">
                  <c:v>62213</c:v>
                </c:pt>
                <c:pt idx="19844">
                  <c:v>62214</c:v>
                </c:pt>
                <c:pt idx="19845">
                  <c:v>62215</c:v>
                </c:pt>
                <c:pt idx="19846">
                  <c:v>62216</c:v>
                </c:pt>
                <c:pt idx="19847">
                  <c:v>62217</c:v>
                </c:pt>
                <c:pt idx="19848">
                  <c:v>62218</c:v>
                </c:pt>
                <c:pt idx="19849">
                  <c:v>62219</c:v>
                </c:pt>
                <c:pt idx="19850">
                  <c:v>62220</c:v>
                </c:pt>
                <c:pt idx="19851">
                  <c:v>62221</c:v>
                </c:pt>
                <c:pt idx="19852">
                  <c:v>62222</c:v>
                </c:pt>
                <c:pt idx="19853">
                  <c:v>62223</c:v>
                </c:pt>
                <c:pt idx="19854">
                  <c:v>62224</c:v>
                </c:pt>
                <c:pt idx="19855">
                  <c:v>62225</c:v>
                </c:pt>
                <c:pt idx="19856">
                  <c:v>62226</c:v>
                </c:pt>
                <c:pt idx="19857">
                  <c:v>62227</c:v>
                </c:pt>
                <c:pt idx="19858">
                  <c:v>62228</c:v>
                </c:pt>
                <c:pt idx="19859">
                  <c:v>62229</c:v>
                </c:pt>
                <c:pt idx="19860">
                  <c:v>62230</c:v>
                </c:pt>
                <c:pt idx="19861">
                  <c:v>62231</c:v>
                </c:pt>
                <c:pt idx="19862">
                  <c:v>62232</c:v>
                </c:pt>
                <c:pt idx="19863">
                  <c:v>62233</c:v>
                </c:pt>
                <c:pt idx="19864">
                  <c:v>62234</c:v>
                </c:pt>
                <c:pt idx="19865">
                  <c:v>62235</c:v>
                </c:pt>
                <c:pt idx="19866">
                  <c:v>62236</c:v>
                </c:pt>
                <c:pt idx="19867">
                  <c:v>62237</c:v>
                </c:pt>
                <c:pt idx="19868">
                  <c:v>62238</c:v>
                </c:pt>
                <c:pt idx="19869">
                  <c:v>62239</c:v>
                </c:pt>
                <c:pt idx="19870">
                  <c:v>62240</c:v>
                </c:pt>
                <c:pt idx="19871">
                  <c:v>62241</c:v>
                </c:pt>
                <c:pt idx="19872">
                  <c:v>62242</c:v>
                </c:pt>
                <c:pt idx="19873">
                  <c:v>62243</c:v>
                </c:pt>
                <c:pt idx="19874">
                  <c:v>62244</c:v>
                </c:pt>
                <c:pt idx="19875">
                  <c:v>62245</c:v>
                </c:pt>
                <c:pt idx="19876">
                  <c:v>62246</c:v>
                </c:pt>
                <c:pt idx="19877">
                  <c:v>62247</c:v>
                </c:pt>
                <c:pt idx="19878">
                  <c:v>62248</c:v>
                </c:pt>
                <c:pt idx="19879">
                  <c:v>62249</c:v>
                </c:pt>
                <c:pt idx="19880">
                  <c:v>62250</c:v>
                </c:pt>
                <c:pt idx="19881">
                  <c:v>62251</c:v>
                </c:pt>
                <c:pt idx="19882">
                  <c:v>62252</c:v>
                </c:pt>
                <c:pt idx="19883">
                  <c:v>62253</c:v>
                </c:pt>
                <c:pt idx="19884">
                  <c:v>62254</c:v>
                </c:pt>
                <c:pt idx="19885">
                  <c:v>62255</c:v>
                </c:pt>
                <c:pt idx="19886">
                  <c:v>62256</c:v>
                </c:pt>
                <c:pt idx="19887">
                  <c:v>62257</c:v>
                </c:pt>
                <c:pt idx="19888">
                  <c:v>62258</c:v>
                </c:pt>
                <c:pt idx="19889">
                  <c:v>62259</c:v>
                </c:pt>
                <c:pt idx="19890">
                  <c:v>62260</c:v>
                </c:pt>
                <c:pt idx="19891">
                  <c:v>62261</c:v>
                </c:pt>
                <c:pt idx="19892">
                  <c:v>62262</c:v>
                </c:pt>
                <c:pt idx="19893">
                  <c:v>62263</c:v>
                </c:pt>
                <c:pt idx="19894">
                  <c:v>62264</c:v>
                </c:pt>
                <c:pt idx="19895">
                  <c:v>62265</c:v>
                </c:pt>
                <c:pt idx="19896">
                  <c:v>62266</c:v>
                </c:pt>
                <c:pt idx="19897">
                  <c:v>62267</c:v>
                </c:pt>
                <c:pt idx="19898">
                  <c:v>62268</c:v>
                </c:pt>
                <c:pt idx="19899">
                  <c:v>62269</c:v>
                </c:pt>
                <c:pt idx="19900">
                  <c:v>62270</c:v>
                </c:pt>
                <c:pt idx="19901">
                  <c:v>62271</c:v>
                </c:pt>
                <c:pt idx="19902">
                  <c:v>62272</c:v>
                </c:pt>
                <c:pt idx="19903">
                  <c:v>62273</c:v>
                </c:pt>
                <c:pt idx="19904">
                  <c:v>62274</c:v>
                </c:pt>
                <c:pt idx="19905">
                  <c:v>62275</c:v>
                </c:pt>
                <c:pt idx="19906">
                  <c:v>62276</c:v>
                </c:pt>
                <c:pt idx="19907">
                  <c:v>62277</c:v>
                </c:pt>
                <c:pt idx="19908">
                  <c:v>62278</c:v>
                </c:pt>
                <c:pt idx="19909">
                  <c:v>62279</c:v>
                </c:pt>
                <c:pt idx="19910">
                  <c:v>62280</c:v>
                </c:pt>
                <c:pt idx="19911">
                  <c:v>62281</c:v>
                </c:pt>
                <c:pt idx="19912">
                  <c:v>62282</c:v>
                </c:pt>
                <c:pt idx="19913">
                  <c:v>62283</c:v>
                </c:pt>
                <c:pt idx="19914">
                  <c:v>62284</c:v>
                </c:pt>
                <c:pt idx="19915">
                  <c:v>62285</c:v>
                </c:pt>
                <c:pt idx="19916">
                  <c:v>62286</c:v>
                </c:pt>
                <c:pt idx="19917">
                  <c:v>62287</c:v>
                </c:pt>
                <c:pt idx="19918">
                  <c:v>62288</c:v>
                </c:pt>
                <c:pt idx="19919">
                  <c:v>62289</c:v>
                </c:pt>
                <c:pt idx="19920">
                  <c:v>62290</c:v>
                </c:pt>
                <c:pt idx="19921">
                  <c:v>62291</c:v>
                </c:pt>
                <c:pt idx="19922">
                  <c:v>62292</c:v>
                </c:pt>
                <c:pt idx="19923">
                  <c:v>62293</c:v>
                </c:pt>
                <c:pt idx="19924">
                  <c:v>62294</c:v>
                </c:pt>
                <c:pt idx="19925">
                  <c:v>62295</c:v>
                </c:pt>
                <c:pt idx="19926">
                  <c:v>62296</c:v>
                </c:pt>
                <c:pt idx="19927">
                  <c:v>62297</c:v>
                </c:pt>
                <c:pt idx="19928">
                  <c:v>62298</c:v>
                </c:pt>
                <c:pt idx="19929">
                  <c:v>62299</c:v>
                </c:pt>
                <c:pt idx="19930">
                  <c:v>62300</c:v>
                </c:pt>
                <c:pt idx="19931">
                  <c:v>62301</c:v>
                </c:pt>
                <c:pt idx="19932">
                  <c:v>62302</c:v>
                </c:pt>
                <c:pt idx="19933">
                  <c:v>62303</c:v>
                </c:pt>
                <c:pt idx="19934">
                  <c:v>62304</c:v>
                </c:pt>
                <c:pt idx="19935">
                  <c:v>62305</c:v>
                </c:pt>
                <c:pt idx="19936">
                  <c:v>62306</c:v>
                </c:pt>
                <c:pt idx="19937">
                  <c:v>62307</c:v>
                </c:pt>
                <c:pt idx="19938">
                  <c:v>62308</c:v>
                </c:pt>
                <c:pt idx="19939">
                  <c:v>62309</c:v>
                </c:pt>
                <c:pt idx="19940">
                  <c:v>62310</c:v>
                </c:pt>
                <c:pt idx="19941">
                  <c:v>62311</c:v>
                </c:pt>
                <c:pt idx="19942">
                  <c:v>62312</c:v>
                </c:pt>
                <c:pt idx="19943">
                  <c:v>62313</c:v>
                </c:pt>
                <c:pt idx="19944">
                  <c:v>62314</c:v>
                </c:pt>
                <c:pt idx="19945">
                  <c:v>62315</c:v>
                </c:pt>
                <c:pt idx="19946">
                  <c:v>62316</c:v>
                </c:pt>
                <c:pt idx="19947">
                  <c:v>62317</c:v>
                </c:pt>
                <c:pt idx="19948">
                  <c:v>62318</c:v>
                </c:pt>
                <c:pt idx="19949">
                  <c:v>62319</c:v>
                </c:pt>
                <c:pt idx="19950">
                  <c:v>62320</c:v>
                </c:pt>
                <c:pt idx="19951">
                  <c:v>62321</c:v>
                </c:pt>
                <c:pt idx="19952">
                  <c:v>62322</c:v>
                </c:pt>
                <c:pt idx="19953">
                  <c:v>62323</c:v>
                </c:pt>
                <c:pt idx="19954">
                  <c:v>62324</c:v>
                </c:pt>
                <c:pt idx="19955">
                  <c:v>62325</c:v>
                </c:pt>
                <c:pt idx="19956">
                  <c:v>62326</c:v>
                </c:pt>
                <c:pt idx="19957">
                  <c:v>62327</c:v>
                </c:pt>
                <c:pt idx="19958">
                  <c:v>62328</c:v>
                </c:pt>
                <c:pt idx="19959">
                  <c:v>62329</c:v>
                </c:pt>
                <c:pt idx="19960">
                  <c:v>62330</c:v>
                </c:pt>
                <c:pt idx="19961">
                  <c:v>62331</c:v>
                </c:pt>
                <c:pt idx="19962">
                  <c:v>62332</c:v>
                </c:pt>
                <c:pt idx="19963">
                  <c:v>62333</c:v>
                </c:pt>
                <c:pt idx="19964">
                  <c:v>62334</c:v>
                </c:pt>
                <c:pt idx="19965">
                  <c:v>62335</c:v>
                </c:pt>
                <c:pt idx="19966">
                  <c:v>62336</c:v>
                </c:pt>
                <c:pt idx="19967">
                  <c:v>62337</c:v>
                </c:pt>
                <c:pt idx="19968">
                  <c:v>62338</c:v>
                </c:pt>
                <c:pt idx="19969">
                  <c:v>62339</c:v>
                </c:pt>
                <c:pt idx="19970">
                  <c:v>62340</c:v>
                </c:pt>
                <c:pt idx="19971">
                  <c:v>62341</c:v>
                </c:pt>
                <c:pt idx="19972">
                  <c:v>62342</c:v>
                </c:pt>
                <c:pt idx="19973">
                  <c:v>62343</c:v>
                </c:pt>
                <c:pt idx="19974">
                  <c:v>62344</c:v>
                </c:pt>
                <c:pt idx="19975">
                  <c:v>62345</c:v>
                </c:pt>
                <c:pt idx="19976">
                  <c:v>62346</c:v>
                </c:pt>
                <c:pt idx="19977">
                  <c:v>62347</c:v>
                </c:pt>
                <c:pt idx="19978">
                  <c:v>62348</c:v>
                </c:pt>
                <c:pt idx="19979">
                  <c:v>62349</c:v>
                </c:pt>
                <c:pt idx="19980">
                  <c:v>62350</c:v>
                </c:pt>
                <c:pt idx="19981">
                  <c:v>62351</c:v>
                </c:pt>
                <c:pt idx="19982">
                  <c:v>62352</c:v>
                </c:pt>
                <c:pt idx="19983">
                  <c:v>62353</c:v>
                </c:pt>
                <c:pt idx="19984">
                  <c:v>62354</c:v>
                </c:pt>
                <c:pt idx="19985">
                  <c:v>62355</c:v>
                </c:pt>
                <c:pt idx="19986">
                  <c:v>62356</c:v>
                </c:pt>
                <c:pt idx="19987">
                  <c:v>62357</c:v>
                </c:pt>
                <c:pt idx="19988">
                  <c:v>62358</c:v>
                </c:pt>
                <c:pt idx="19989">
                  <c:v>62359</c:v>
                </c:pt>
                <c:pt idx="19990">
                  <c:v>62360</c:v>
                </c:pt>
                <c:pt idx="19991">
                  <c:v>62361</c:v>
                </c:pt>
                <c:pt idx="19992">
                  <c:v>62362</c:v>
                </c:pt>
                <c:pt idx="19993">
                  <c:v>62363</c:v>
                </c:pt>
                <c:pt idx="19994">
                  <c:v>62364</c:v>
                </c:pt>
                <c:pt idx="19995">
                  <c:v>62365</c:v>
                </c:pt>
                <c:pt idx="19996">
                  <c:v>62366</c:v>
                </c:pt>
                <c:pt idx="19997">
                  <c:v>62367</c:v>
                </c:pt>
                <c:pt idx="19998">
                  <c:v>62368</c:v>
                </c:pt>
                <c:pt idx="19999">
                  <c:v>62369</c:v>
                </c:pt>
                <c:pt idx="20000">
                  <c:v>62370</c:v>
                </c:pt>
                <c:pt idx="20001">
                  <c:v>62371</c:v>
                </c:pt>
                <c:pt idx="20002">
                  <c:v>62372</c:v>
                </c:pt>
                <c:pt idx="20003">
                  <c:v>62373</c:v>
                </c:pt>
                <c:pt idx="20004">
                  <c:v>62374</c:v>
                </c:pt>
                <c:pt idx="20005">
                  <c:v>62375</c:v>
                </c:pt>
                <c:pt idx="20006">
                  <c:v>62376</c:v>
                </c:pt>
                <c:pt idx="20007">
                  <c:v>62377</c:v>
                </c:pt>
                <c:pt idx="20008">
                  <c:v>62378</c:v>
                </c:pt>
                <c:pt idx="20009">
                  <c:v>62379</c:v>
                </c:pt>
                <c:pt idx="20010">
                  <c:v>62380</c:v>
                </c:pt>
                <c:pt idx="20011">
                  <c:v>62381</c:v>
                </c:pt>
                <c:pt idx="20012">
                  <c:v>62382</c:v>
                </c:pt>
                <c:pt idx="20013">
                  <c:v>62383</c:v>
                </c:pt>
                <c:pt idx="20014">
                  <c:v>62384</c:v>
                </c:pt>
                <c:pt idx="20015">
                  <c:v>62385</c:v>
                </c:pt>
                <c:pt idx="20016">
                  <c:v>62386</c:v>
                </c:pt>
                <c:pt idx="20017">
                  <c:v>62387</c:v>
                </c:pt>
                <c:pt idx="20018">
                  <c:v>62388</c:v>
                </c:pt>
                <c:pt idx="20019">
                  <c:v>62389</c:v>
                </c:pt>
                <c:pt idx="20020">
                  <c:v>62390</c:v>
                </c:pt>
                <c:pt idx="20021">
                  <c:v>62391</c:v>
                </c:pt>
                <c:pt idx="20022">
                  <c:v>62392</c:v>
                </c:pt>
                <c:pt idx="20023">
                  <c:v>62393</c:v>
                </c:pt>
                <c:pt idx="20024">
                  <c:v>62394</c:v>
                </c:pt>
                <c:pt idx="20025">
                  <c:v>62395</c:v>
                </c:pt>
                <c:pt idx="20026">
                  <c:v>62396</c:v>
                </c:pt>
                <c:pt idx="20027">
                  <c:v>62397</c:v>
                </c:pt>
                <c:pt idx="20028">
                  <c:v>62398</c:v>
                </c:pt>
                <c:pt idx="20029">
                  <c:v>62399</c:v>
                </c:pt>
                <c:pt idx="20030">
                  <c:v>62400</c:v>
                </c:pt>
                <c:pt idx="20031">
                  <c:v>62401</c:v>
                </c:pt>
                <c:pt idx="20032">
                  <c:v>62402</c:v>
                </c:pt>
                <c:pt idx="20033">
                  <c:v>62403</c:v>
                </c:pt>
                <c:pt idx="20034">
                  <c:v>62404</c:v>
                </c:pt>
                <c:pt idx="20035">
                  <c:v>62405</c:v>
                </c:pt>
                <c:pt idx="20036">
                  <c:v>62406</c:v>
                </c:pt>
                <c:pt idx="20037">
                  <c:v>62407</c:v>
                </c:pt>
                <c:pt idx="20038">
                  <c:v>62408</c:v>
                </c:pt>
                <c:pt idx="20039">
                  <c:v>62409</c:v>
                </c:pt>
                <c:pt idx="20040">
                  <c:v>62410</c:v>
                </c:pt>
                <c:pt idx="20041">
                  <c:v>62411</c:v>
                </c:pt>
                <c:pt idx="20042">
                  <c:v>62412</c:v>
                </c:pt>
                <c:pt idx="20043">
                  <c:v>62413</c:v>
                </c:pt>
                <c:pt idx="20044">
                  <c:v>62414</c:v>
                </c:pt>
                <c:pt idx="20045">
                  <c:v>62415</c:v>
                </c:pt>
                <c:pt idx="20046">
                  <c:v>62416</c:v>
                </c:pt>
                <c:pt idx="20047">
                  <c:v>62417</c:v>
                </c:pt>
                <c:pt idx="20048">
                  <c:v>62418</c:v>
                </c:pt>
                <c:pt idx="20049">
                  <c:v>62419</c:v>
                </c:pt>
                <c:pt idx="20050">
                  <c:v>62420</c:v>
                </c:pt>
                <c:pt idx="20051">
                  <c:v>62421</c:v>
                </c:pt>
                <c:pt idx="20052">
                  <c:v>62422</c:v>
                </c:pt>
                <c:pt idx="20053">
                  <c:v>62423</c:v>
                </c:pt>
                <c:pt idx="20054">
                  <c:v>62424</c:v>
                </c:pt>
                <c:pt idx="20055">
                  <c:v>62425</c:v>
                </c:pt>
                <c:pt idx="20056">
                  <c:v>62426</c:v>
                </c:pt>
                <c:pt idx="20057">
                  <c:v>62427</c:v>
                </c:pt>
                <c:pt idx="20058">
                  <c:v>62428</c:v>
                </c:pt>
                <c:pt idx="20059">
                  <c:v>62429</c:v>
                </c:pt>
                <c:pt idx="20060">
                  <c:v>62430</c:v>
                </c:pt>
                <c:pt idx="20061">
                  <c:v>62431</c:v>
                </c:pt>
                <c:pt idx="20062">
                  <c:v>62432</c:v>
                </c:pt>
                <c:pt idx="20063">
                  <c:v>62433</c:v>
                </c:pt>
                <c:pt idx="20064">
                  <c:v>62434</c:v>
                </c:pt>
                <c:pt idx="20065">
                  <c:v>62435</c:v>
                </c:pt>
                <c:pt idx="20066">
                  <c:v>62436</c:v>
                </c:pt>
                <c:pt idx="20067">
                  <c:v>62437</c:v>
                </c:pt>
                <c:pt idx="20068">
                  <c:v>62438</c:v>
                </c:pt>
                <c:pt idx="20069">
                  <c:v>62439</c:v>
                </c:pt>
                <c:pt idx="20070">
                  <c:v>62440</c:v>
                </c:pt>
                <c:pt idx="20071">
                  <c:v>62441</c:v>
                </c:pt>
                <c:pt idx="20072">
                  <c:v>62442</c:v>
                </c:pt>
                <c:pt idx="20073">
                  <c:v>62443</c:v>
                </c:pt>
                <c:pt idx="20074">
                  <c:v>62444</c:v>
                </c:pt>
                <c:pt idx="20075">
                  <c:v>62445</c:v>
                </c:pt>
                <c:pt idx="20076">
                  <c:v>62446</c:v>
                </c:pt>
                <c:pt idx="20077">
                  <c:v>62447</c:v>
                </c:pt>
                <c:pt idx="20078">
                  <c:v>62448</c:v>
                </c:pt>
                <c:pt idx="20079">
                  <c:v>62449</c:v>
                </c:pt>
                <c:pt idx="20080">
                  <c:v>62450</c:v>
                </c:pt>
                <c:pt idx="20081">
                  <c:v>62451</c:v>
                </c:pt>
                <c:pt idx="20082">
                  <c:v>62452</c:v>
                </c:pt>
                <c:pt idx="20083">
                  <c:v>62453</c:v>
                </c:pt>
                <c:pt idx="20084">
                  <c:v>62454</c:v>
                </c:pt>
                <c:pt idx="20085">
                  <c:v>62455</c:v>
                </c:pt>
                <c:pt idx="20086">
                  <c:v>62456</c:v>
                </c:pt>
                <c:pt idx="20087">
                  <c:v>62457</c:v>
                </c:pt>
                <c:pt idx="20088">
                  <c:v>62458</c:v>
                </c:pt>
                <c:pt idx="20089">
                  <c:v>62459</c:v>
                </c:pt>
                <c:pt idx="20090">
                  <c:v>62460</c:v>
                </c:pt>
                <c:pt idx="20091">
                  <c:v>62461</c:v>
                </c:pt>
                <c:pt idx="20092">
                  <c:v>62462</c:v>
                </c:pt>
                <c:pt idx="20093">
                  <c:v>62463</c:v>
                </c:pt>
                <c:pt idx="20094">
                  <c:v>62464</c:v>
                </c:pt>
                <c:pt idx="20095">
                  <c:v>62465</c:v>
                </c:pt>
                <c:pt idx="20096">
                  <c:v>62466</c:v>
                </c:pt>
                <c:pt idx="20097">
                  <c:v>62467</c:v>
                </c:pt>
                <c:pt idx="20098">
                  <c:v>62468</c:v>
                </c:pt>
                <c:pt idx="20099">
                  <c:v>62469</c:v>
                </c:pt>
                <c:pt idx="20100">
                  <c:v>62470</c:v>
                </c:pt>
                <c:pt idx="20101">
                  <c:v>62471</c:v>
                </c:pt>
                <c:pt idx="20102">
                  <c:v>62472</c:v>
                </c:pt>
                <c:pt idx="20103">
                  <c:v>62473</c:v>
                </c:pt>
                <c:pt idx="20104">
                  <c:v>62474</c:v>
                </c:pt>
                <c:pt idx="20105">
                  <c:v>62475</c:v>
                </c:pt>
                <c:pt idx="20106">
                  <c:v>62476</c:v>
                </c:pt>
                <c:pt idx="20107">
                  <c:v>62477</c:v>
                </c:pt>
                <c:pt idx="20108">
                  <c:v>62478</c:v>
                </c:pt>
                <c:pt idx="20109">
                  <c:v>62479</c:v>
                </c:pt>
                <c:pt idx="20110">
                  <c:v>62480</c:v>
                </c:pt>
                <c:pt idx="20111">
                  <c:v>62481</c:v>
                </c:pt>
                <c:pt idx="20112">
                  <c:v>62482</c:v>
                </c:pt>
                <c:pt idx="20113">
                  <c:v>62483</c:v>
                </c:pt>
                <c:pt idx="20114">
                  <c:v>62484</c:v>
                </c:pt>
                <c:pt idx="20115">
                  <c:v>62485</c:v>
                </c:pt>
                <c:pt idx="20116">
                  <c:v>62486</c:v>
                </c:pt>
                <c:pt idx="20117">
                  <c:v>62487</c:v>
                </c:pt>
                <c:pt idx="20118">
                  <c:v>62488</c:v>
                </c:pt>
                <c:pt idx="20119">
                  <c:v>62489</c:v>
                </c:pt>
                <c:pt idx="20120">
                  <c:v>62490</c:v>
                </c:pt>
                <c:pt idx="20121">
                  <c:v>62491</c:v>
                </c:pt>
                <c:pt idx="20122">
                  <c:v>62492</c:v>
                </c:pt>
                <c:pt idx="20123">
                  <c:v>62493</c:v>
                </c:pt>
                <c:pt idx="20124">
                  <c:v>62494</c:v>
                </c:pt>
                <c:pt idx="20125">
                  <c:v>62495</c:v>
                </c:pt>
                <c:pt idx="20126">
                  <c:v>62496</c:v>
                </c:pt>
                <c:pt idx="20127">
                  <c:v>62497</c:v>
                </c:pt>
                <c:pt idx="20128">
                  <c:v>62498</c:v>
                </c:pt>
                <c:pt idx="20129">
                  <c:v>62499</c:v>
                </c:pt>
                <c:pt idx="20130">
                  <c:v>62500</c:v>
                </c:pt>
                <c:pt idx="20131">
                  <c:v>62501</c:v>
                </c:pt>
                <c:pt idx="20132">
                  <c:v>62502</c:v>
                </c:pt>
                <c:pt idx="20133">
                  <c:v>62503</c:v>
                </c:pt>
                <c:pt idx="20134">
                  <c:v>62504</c:v>
                </c:pt>
                <c:pt idx="20135">
                  <c:v>62505</c:v>
                </c:pt>
                <c:pt idx="20136">
                  <c:v>62506</c:v>
                </c:pt>
                <c:pt idx="20137">
                  <c:v>62507</c:v>
                </c:pt>
                <c:pt idx="20138">
                  <c:v>62508</c:v>
                </c:pt>
                <c:pt idx="20139">
                  <c:v>62509</c:v>
                </c:pt>
                <c:pt idx="20140">
                  <c:v>62510</c:v>
                </c:pt>
                <c:pt idx="20141">
                  <c:v>62511</c:v>
                </c:pt>
                <c:pt idx="20142">
                  <c:v>62512</c:v>
                </c:pt>
                <c:pt idx="20143">
                  <c:v>62513</c:v>
                </c:pt>
                <c:pt idx="20144">
                  <c:v>62514</c:v>
                </c:pt>
                <c:pt idx="20145">
                  <c:v>62515</c:v>
                </c:pt>
                <c:pt idx="20146">
                  <c:v>62516</c:v>
                </c:pt>
                <c:pt idx="20147">
                  <c:v>62517</c:v>
                </c:pt>
                <c:pt idx="20148">
                  <c:v>62518</c:v>
                </c:pt>
                <c:pt idx="20149">
                  <c:v>62519</c:v>
                </c:pt>
                <c:pt idx="20150">
                  <c:v>62520</c:v>
                </c:pt>
                <c:pt idx="20151">
                  <c:v>62521</c:v>
                </c:pt>
                <c:pt idx="20152">
                  <c:v>62522</c:v>
                </c:pt>
                <c:pt idx="20153">
                  <c:v>62523</c:v>
                </c:pt>
                <c:pt idx="20154">
                  <c:v>62524</c:v>
                </c:pt>
                <c:pt idx="20155">
                  <c:v>62525</c:v>
                </c:pt>
                <c:pt idx="20156">
                  <c:v>62526</c:v>
                </c:pt>
                <c:pt idx="20157">
                  <c:v>62527</c:v>
                </c:pt>
                <c:pt idx="20158">
                  <c:v>62528</c:v>
                </c:pt>
                <c:pt idx="20159">
                  <c:v>62529</c:v>
                </c:pt>
                <c:pt idx="20160">
                  <c:v>62530</c:v>
                </c:pt>
                <c:pt idx="20161">
                  <c:v>62531</c:v>
                </c:pt>
                <c:pt idx="20162">
                  <c:v>62532</c:v>
                </c:pt>
                <c:pt idx="20163">
                  <c:v>62533</c:v>
                </c:pt>
                <c:pt idx="20164">
                  <c:v>62534</c:v>
                </c:pt>
                <c:pt idx="20165">
                  <c:v>62535</c:v>
                </c:pt>
                <c:pt idx="20166">
                  <c:v>62536</c:v>
                </c:pt>
                <c:pt idx="20167">
                  <c:v>62537</c:v>
                </c:pt>
                <c:pt idx="20168">
                  <c:v>62538</c:v>
                </c:pt>
                <c:pt idx="20169">
                  <c:v>62539</c:v>
                </c:pt>
                <c:pt idx="20170">
                  <c:v>62540</c:v>
                </c:pt>
                <c:pt idx="20171">
                  <c:v>62541</c:v>
                </c:pt>
                <c:pt idx="20172">
                  <c:v>62542</c:v>
                </c:pt>
                <c:pt idx="20173">
                  <c:v>62543</c:v>
                </c:pt>
                <c:pt idx="20174">
                  <c:v>62544</c:v>
                </c:pt>
                <c:pt idx="20175">
                  <c:v>62545</c:v>
                </c:pt>
                <c:pt idx="20176">
                  <c:v>62546</c:v>
                </c:pt>
                <c:pt idx="20177">
                  <c:v>62547</c:v>
                </c:pt>
                <c:pt idx="20178">
                  <c:v>62548</c:v>
                </c:pt>
                <c:pt idx="20179">
                  <c:v>62549</c:v>
                </c:pt>
                <c:pt idx="20180">
                  <c:v>62550</c:v>
                </c:pt>
                <c:pt idx="20181">
                  <c:v>62551</c:v>
                </c:pt>
                <c:pt idx="20182">
                  <c:v>62552</c:v>
                </c:pt>
                <c:pt idx="20183">
                  <c:v>62553</c:v>
                </c:pt>
                <c:pt idx="20184">
                  <c:v>62554</c:v>
                </c:pt>
                <c:pt idx="20185">
                  <c:v>62555</c:v>
                </c:pt>
                <c:pt idx="20186">
                  <c:v>62556</c:v>
                </c:pt>
                <c:pt idx="20187">
                  <c:v>62557</c:v>
                </c:pt>
                <c:pt idx="20188">
                  <c:v>62558</c:v>
                </c:pt>
                <c:pt idx="20189">
                  <c:v>62559</c:v>
                </c:pt>
                <c:pt idx="20190">
                  <c:v>62560</c:v>
                </c:pt>
                <c:pt idx="20191">
                  <c:v>62561</c:v>
                </c:pt>
                <c:pt idx="20192">
                  <c:v>62562</c:v>
                </c:pt>
                <c:pt idx="20193">
                  <c:v>62563</c:v>
                </c:pt>
                <c:pt idx="20194">
                  <c:v>62564</c:v>
                </c:pt>
                <c:pt idx="20195">
                  <c:v>62565</c:v>
                </c:pt>
                <c:pt idx="20196">
                  <c:v>62566</c:v>
                </c:pt>
                <c:pt idx="20197">
                  <c:v>62567</c:v>
                </c:pt>
                <c:pt idx="20198">
                  <c:v>62568</c:v>
                </c:pt>
                <c:pt idx="20199">
                  <c:v>62569</c:v>
                </c:pt>
                <c:pt idx="20200">
                  <c:v>62570</c:v>
                </c:pt>
                <c:pt idx="20201">
                  <c:v>62571</c:v>
                </c:pt>
                <c:pt idx="20202">
                  <c:v>62572</c:v>
                </c:pt>
                <c:pt idx="20203">
                  <c:v>62573</c:v>
                </c:pt>
                <c:pt idx="20204">
                  <c:v>62574</c:v>
                </c:pt>
                <c:pt idx="20205">
                  <c:v>62575</c:v>
                </c:pt>
                <c:pt idx="20206">
                  <c:v>62576</c:v>
                </c:pt>
                <c:pt idx="20207">
                  <c:v>62577</c:v>
                </c:pt>
                <c:pt idx="20208">
                  <c:v>62578</c:v>
                </c:pt>
                <c:pt idx="20209">
                  <c:v>62579</c:v>
                </c:pt>
                <c:pt idx="20210">
                  <c:v>62580</c:v>
                </c:pt>
                <c:pt idx="20211">
                  <c:v>62581</c:v>
                </c:pt>
                <c:pt idx="20212">
                  <c:v>62582</c:v>
                </c:pt>
                <c:pt idx="20213">
                  <c:v>62583</c:v>
                </c:pt>
                <c:pt idx="20214">
                  <c:v>62584</c:v>
                </c:pt>
                <c:pt idx="20215">
                  <c:v>62585</c:v>
                </c:pt>
                <c:pt idx="20216">
                  <c:v>62586</c:v>
                </c:pt>
                <c:pt idx="20217">
                  <c:v>62587</c:v>
                </c:pt>
                <c:pt idx="20218">
                  <c:v>62588</c:v>
                </c:pt>
                <c:pt idx="20219">
                  <c:v>62589</c:v>
                </c:pt>
                <c:pt idx="20220">
                  <c:v>62590</c:v>
                </c:pt>
                <c:pt idx="20221">
                  <c:v>62591</c:v>
                </c:pt>
                <c:pt idx="20222">
                  <c:v>62592</c:v>
                </c:pt>
                <c:pt idx="20223">
                  <c:v>62593</c:v>
                </c:pt>
                <c:pt idx="20224">
                  <c:v>62594</c:v>
                </c:pt>
                <c:pt idx="20225">
                  <c:v>62595</c:v>
                </c:pt>
                <c:pt idx="20226">
                  <c:v>62596</c:v>
                </c:pt>
                <c:pt idx="20227">
                  <c:v>62597</c:v>
                </c:pt>
                <c:pt idx="20228">
                  <c:v>62598</c:v>
                </c:pt>
                <c:pt idx="20229">
                  <c:v>62599</c:v>
                </c:pt>
                <c:pt idx="20230">
                  <c:v>62600</c:v>
                </c:pt>
                <c:pt idx="20231">
                  <c:v>62601</c:v>
                </c:pt>
                <c:pt idx="20232">
                  <c:v>62602</c:v>
                </c:pt>
                <c:pt idx="20233">
                  <c:v>62603</c:v>
                </c:pt>
                <c:pt idx="20234">
                  <c:v>62604</c:v>
                </c:pt>
                <c:pt idx="20235">
                  <c:v>62605</c:v>
                </c:pt>
                <c:pt idx="20236">
                  <c:v>62606</c:v>
                </c:pt>
                <c:pt idx="20237">
                  <c:v>62607</c:v>
                </c:pt>
                <c:pt idx="20238">
                  <c:v>62608</c:v>
                </c:pt>
                <c:pt idx="20239">
                  <c:v>62609</c:v>
                </c:pt>
                <c:pt idx="20240">
                  <c:v>62610</c:v>
                </c:pt>
                <c:pt idx="20241">
                  <c:v>62611</c:v>
                </c:pt>
                <c:pt idx="20242">
                  <c:v>62612</c:v>
                </c:pt>
                <c:pt idx="20243">
                  <c:v>62613</c:v>
                </c:pt>
                <c:pt idx="20244">
                  <c:v>62614</c:v>
                </c:pt>
                <c:pt idx="20245">
                  <c:v>62615</c:v>
                </c:pt>
                <c:pt idx="20246">
                  <c:v>62616</c:v>
                </c:pt>
                <c:pt idx="20247">
                  <c:v>62617</c:v>
                </c:pt>
                <c:pt idx="20248">
                  <c:v>62618</c:v>
                </c:pt>
                <c:pt idx="20249">
                  <c:v>62619</c:v>
                </c:pt>
                <c:pt idx="20250">
                  <c:v>62620</c:v>
                </c:pt>
                <c:pt idx="20251">
                  <c:v>62621</c:v>
                </c:pt>
                <c:pt idx="20252">
                  <c:v>62622</c:v>
                </c:pt>
                <c:pt idx="20253">
                  <c:v>62623</c:v>
                </c:pt>
                <c:pt idx="20254">
                  <c:v>62624</c:v>
                </c:pt>
                <c:pt idx="20255">
                  <c:v>62625</c:v>
                </c:pt>
                <c:pt idx="20256">
                  <c:v>62626</c:v>
                </c:pt>
                <c:pt idx="20257">
                  <c:v>62627</c:v>
                </c:pt>
                <c:pt idx="20258">
                  <c:v>62628</c:v>
                </c:pt>
                <c:pt idx="20259">
                  <c:v>62629</c:v>
                </c:pt>
                <c:pt idx="20260">
                  <c:v>62630</c:v>
                </c:pt>
                <c:pt idx="20261">
                  <c:v>62631</c:v>
                </c:pt>
                <c:pt idx="20262">
                  <c:v>62632</c:v>
                </c:pt>
                <c:pt idx="20263">
                  <c:v>62633</c:v>
                </c:pt>
                <c:pt idx="20264">
                  <c:v>62634</c:v>
                </c:pt>
                <c:pt idx="20265">
                  <c:v>62635</c:v>
                </c:pt>
                <c:pt idx="20266">
                  <c:v>62636</c:v>
                </c:pt>
                <c:pt idx="20267">
                  <c:v>62637</c:v>
                </c:pt>
                <c:pt idx="20268">
                  <c:v>62638</c:v>
                </c:pt>
                <c:pt idx="20269">
                  <c:v>62639</c:v>
                </c:pt>
                <c:pt idx="20270">
                  <c:v>62640</c:v>
                </c:pt>
                <c:pt idx="20271">
                  <c:v>62641</c:v>
                </c:pt>
                <c:pt idx="20272">
                  <c:v>62642</c:v>
                </c:pt>
                <c:pt idx="20273">
                  <c:v>62643</c:v>
                </c:pt>
                <c:pt idx="20274">
                  <c:v>62644</c:v>
                </c:pt>
                <c:pt idx="20275">
                  <c:v>62645</c:v>
                </c:pt>
                <c:pt idx="20276">
                  <c:v>62646</c:v>
                </c:pt>
                <c:pt idx="20277">
                  <c:v>62647</c:v>
                </c:pt>
                <c:pt idx="20278">
                  <c:v>62648</c:v>
                </c:pt>
                <c:pt idx="20279">
                  <c:v>62649</c:v>
                </c:pt>
                <c:pt idx="20280">
                  <c:v>62650</c:v>
                </c:pt>
                <c:pt idx="20281">
                  <c:v>62651</c:v>
                </c:pt>
                <c:pt idx="20282">
                  <c:v>62652</c:v>
                </c:pt>
                <c:pt idx="20283">
                  <c:v>62653</c:v>
                </c:pt>
                <c:pt idx="20284">
                  <c:v>62654</c:v>
                </c:pt>
                <c:pt idx="20285">
                  <c:v>62655</c:v>
                </c:pt>
                <c:pt idx="20286">
                  <c:v>62656</c:v>
                </c:pt>
                <c:pt idx="20287">
                  <c:v>62657</c:v>
                </c:pt>
                <c:pt idx="20288">
                  <c:v>62658</c:v>
                </c:pt>
                <c:pt idx="20289">
                  <c:v>62659</c:v>
                </c:pt>
                <c:pt idx="20290">
                  <c:v>62660</c:v>
                </c:pt>
                <c:pt idx="20291">
                  <c:v>62661</c:v>
                </c:pt>
                <c:pt idx="20292">
                  <c:v>62662</c:v>
                </c:pt>
                <c:pt idx="20293">
                  <c:v>62663</c:v>
                </c:pt>
                <c:pt idx="20294">
                  <c:v>62664</c:v>
                </c:pt>
                <c:pt idx="20295">
                  <c:v>62665</c:v>
                </c:pt>
                <c:pt idx="20296">
                  <c:v>62666</c:v>
                </c:pt>
                <c:pt idx="20297">
                  <c:v>62667</c:v>
                </c:pt>
                <c:pt idx="20298">
                  <c:v>62668</c:v>
                </c:pt>
                <c:pt idx="20299">
                  <c:v>62669</c:v>
                </c:pt>
                <c:pt idx="20300">
                  <c:v>62670</c:v>
                </c:pt>
                <c:pt idx="20301">
                  <c:v>62671</c:v>
                </c:pt>
                <c:pt idx="20302">
                  <c:v>62672</c:v>
                </c:pt>
                <c:pt idx="20303">
                  <c:v>62673</c:v>
                </c:pt>
                <c:pt idx="20304">
                  <c:v>62674</c:v>
                </c:pt>
                <c:pt idx="20305">
                  <c:v>62675</c:v>
                </c:pt>
                <c:pt idx="20306">
                  <c:v>62676</c:v>
                </c:pt>
                <c:pt idx="20307">
                  <c:v>62677</c:v>
                </c:pt>
                <c:pt idx="20308">
                  <c:v>62678</c:v>
                </c:pt>
                <c:pt idx="20309">
                  <c:v>62679</c:v>
                </c:pt>
                <c:pt idx="20310">
                  <c:v>62680</c:v>
                </c:pt>
                <c:pt idx="20311">
                  <c:v>62681</c:v>
                </c:pt>
                <c:pt idx="20312">
                  <c:v>62682</c:v>
                </c:pt>
                <c:pt idx="20313">
                  <c:v>62683</c:v>
                </c:pt>
                <c:pt idx="20314">
                  <c:v>62684</c:v>
                </c:pt>
                <c:pt idx="20315">
                  <c:v>62685</c:v>
                </c:pt>
                <c:pt idx="20316">
                  <c:v>62686</c:v>
                </c:pt>
                <c:pt idx="20317">
                  <c:v>62687</c:v>
                </c:pt>
                <c:pt idx="20318">
                  <c:v>62688</c:v>
                </c:pt>
                <c:pt idx="20319">
                  <c:v>62689</c:v>
                </c:pt>
                <c:pt idx="20320">
                  <c:v>62690</c:v>
                </c:pt>
                <c:pt idx="20321">
                  <c:v>62691</c:v>
                </c:pt>
                <c:pt idx="20322">
                  <c:v>62692</c:v>
                </c:pt>
                <c:pt idx="20323">
                  <c:v>62693</c:v>
                </c:pt>
                <c:pt idx="20324">
                  <c:v>62694</c:v>
                </c:pt>
                <c:pt idx="20325">
                  <c:v>62695</c:v>
                </c:pt>
                <c:pt idx="20326">
                  <c:v>62696</c:v>
                </c:pt>
                <c:pt idx="20327">
                  <c:v>62697</c:v>
                </c:pt>
                <c:pt idx="20328">
                  <c:v>62698</c:v>
                </c:pt>
                <c:pt idx="20329">
                  <c:v>62699</c:v>
                </c:pt>
                <c:pt idx="20330">
                  <c:v>62700</c:v>
                </c:pt>
                <c:pt idx="20331">
                  <c:v>62701</c:v>
                </c:pt>
                <c:pt idx="20332">
                  <c:v>62702</c:v>
                </c:pt>
                <c:pt idx="20333">
                  <c:v>62703</c:v>
                </c:pt>
                <c:pt idx="20334">
                  <c:v>62704</c:v>
                </c:pt>
                <c:pt idx="20335">
                  <c:v>62705</c:v>
                </c:pt>
                <c:pt idx="20336">
                  <c:v>62706</c:v>
                </c:pt>
                <c:pt idx="20337">
                  <c:v>62707</c:v>
                </c:pt>
                <c:pt idx="20338">
                  <c:v>62708</c:v>
                </c:pt>
                <c:pt idx="20339">
                  <c:v>62709</c:v>
                </c:pt>
                <c:pt idx="20340">
                  <c:v>62710</c:v>
                </c:pt>
                <c:pt idx="20341">
                  <c:v>62711</c:v>
                </c:pt>
                <c:pt idx="20342">
                  <c:v>62712</c:v>
                </c:pt>
                <c:pt idx="20343">
                  <c:v>62713</c:v>
                </c:pt>
                <c:pt idx="20344">
                  <c:v>62714</c:v>
                </c:pt>
                <c:pt idx="20345">
                  <c:v>62715</c:v>
                </c:pt>
                <c:pt idx="20346">
                  <c:v>62716</c:v>
                </c:pt>
                <c:pt idx="20347">
                  <c:v>62717</c:v>
                </c:pt>
                <c:pt idx="20348">
                  <c:v>62718</c:v>
                </c:pt>
                <c:pt idx="20349">
                  <c:v>62719</c:v>
                </c:pt>
                <c:pt idx="20350">
                  <c:v>62720</c:v>
                </c:pt>
                <c:pt idx="20351">
                  <c:v>62721</c:v>
                </c:pt>
                <c:pt idx="20352">
                  <c:v>62722</c:v>
                </c:pt>
                <c:pt idx="20353">
                  <c:v>62723</c:v>
                </c:pt>
                <c:pt idx="20354">
                  <c:v>62724</c:v>
                </c:pt>
                <c:pt idx="20355">
                  <c:v>62725</c:v>
                </c:pt>
                <c:pt idx="20356">
                  <c:v>62726</c:v>
                </c:pt>
                <c:pt idx="20357">
                  <c:v>62727</c:v>
                </c:pt>
                <c:pt idx="20358">
                  <c:v>62728</c:v>
                </c:pt>
                <c:pt idx="20359">
                  <c:v>62729</c:v>
                </c:pt>
                <c:pt idx="20360">
                  <c:v>62730</c:v>
                </c:pt>
                <c:pt idx="20361">
                  <c:v>62731</c:v>
                </c:pt>
                <c:pt idx="20362">
                  <c:v>62732</c:v>
                </c:pt>
                <c:pt idx="20363">
                  <c:v>62733</c:v>
                </c:pt>
                <c:pt idx="20364">
                  <c:v>62734</c:v>
                </c:pt>
                <c:pt idx="20365">
                  <c:v>62735</c:v>
                </c:pt>
                <c:pt idx="20366">
                  <c:v>62736</c:v>
                </c:pt>
                <c:pt idx="20367">
                  <c:v>62737</c:v>
                </c:pt>
                <c:pt idx="20368">
                  <c:v>62738</c:v>
                </c:pt>
                <c:pt idx="20369">
                  <c:v>62739</c:v>
                </c:pt>
                <c:pt idx="20370">
                  <c:v>62740</c:v>
                </c:pt>
                <c:pt idx="20371">
                  <c:v>62741</c:v>
                </c:pt>
                <c:pt idx="20372">
                  <c:v>62742</c:v>
                </c:pt>
                <c:pt idx="20373">
                  <c:v>62743</c:v>
                </c:pt>
                <c:pt idx="20374">
                  <c:v>62744</c:v>
                </c:pt>
                <c:pt idx="20375">
                  <c:v>62745</c:v>
                </c:pt>
                <c:pt idx="20376">
                  <c:v>62746</c:v>
                </c:pt>
                <c:pt idx="20377">
                  <c:v>62747</c:v>
                </c:pt>
                <c:pt idx="20378">
                  <c:v>62748</c:v>
                </c:pt>
                <c:pt idx="20379">
                  <c:v>62749</c:v>
                </c:pt>
                <c:pt idx="20380">
                  <c:v>62750</c:v>
                </c:pt>
                <c:pt idx="20381">
                  <c:v>62751</c:v>
                </c:pt>
                <c:pt idx="20382">
                  <c:v>62752</c:v>
                </c:pt>
                <c:pt idx="20383">
                  <c:v>62753</c:v>
                </c:pt>
                <c:pt idx="20384">
                  <c:v>62754</c:v>
                </c:pt>
                <c:pt idx="20385">
                  <c:v>62755</c:v>
                </c:pt>
                <c:pt idx="20386">
                  <c:v>62756</c:v>
                </c:pt>
                <c:pt idx="20387">
                  <c:v>62757</c:v>
                </c:pt>
                <c:pt idx="20388">
                  <c:v>62758</c:v>
                </c:pt>
                <c:pt idx="20389">
                  <c:v>62759</c:v>
                </c:pt>
                <c:pt idx="20390">
                  <c:v>62760</c:v>
                </c:pt>
                <c:pt idx="20391">
                  <c:v>62761</c:v>
                </c:pt>
                <c:pt idx="20392">
                  <c:v>62762</c:v>
                </c:pt>
                <c:pt idx="20393">
                  <c:v>62763</c:v>
                </c:pt>
                <c:pt idx="20394">
                  <c:v>62764</c:v>
                </c:pt>
                <c:pt idx="20395">
                  <c:v>62765</c:v>
                </c:pt>
                <c:pt idx="20396">
                  <c:v>62766</c:v>
                </c:pt>
                <c:pt idx="20397">
                  <c:v>62767</c:v>
                </c:pt>
                <c:pt idx="20398">
                  <c:v>62768</c:v>
                </c:pt>
                <c:pt idx="20399">
                  <c:v>62769</c:v>
                </c:pt>
                <c:pt idx="20400">
                  <c:v>62770</c:v>
                </c:pt>
                <c:pt idx="20401">
                  <c:v>62771</c:v>
                </c:pt>
                <c:pt idx="20402">
                  <c:v>62772</c:v>
                </c:pt>
                <c:pt idx="20403">
                  <c:v>62773</c:v>
                </c:pt>
                <c:pt idx="20404">
                  <c:v>62774</c:v>
                </c:pt>
                <c:pt idx="20405">
                  <c:v>62775</c:v>
                </c:pt>
                <c:pt idx="20406">
                  <c:v>62776</c:v>
                </c:pt>
                <c:pt idx="20407">
                  <c:v>62777</c:v>
                </c:pt>
                <c:pt idx="20408">
                  <c:v>62778</c:v>
                </c:pt>
                <c:pt idx="20409">
                  <c:v>62779</c:v>
                </c:pt>
                <c:pt idx="20410">
                  <c:v>62780</c:v>
                </c:pt>
                <c:pt idx="20411">
                  <c:v>62781</c:v>
                </c:pt>
                <c:pt idx="20412">
                  <c:v>62782</c:v>
                </c:pt>
                <c:pt idx="20413">
                  <c:v>62783</c:v>
                </c:pt>
                <c:pt idx="20414">
                  <c:v>62784</c:v>
                </c:pt>
                <c:pt idx="20415">
                  <c:v>62785</c:v>
                </c:pt>
                <c:pt idx="20416">
                  <c:v>62786</c:v>
                </c:pt>
                <c:pt idx="20417">
                  <c:v>62787</c:v>
                </c:pt>
                <c:pt idx="20418">
                  <c:v>62788</c:v>
                </c:pt>
                <c:pt idx="20419">
                  <c:v>62789</c:v>
                </c:pt>
                <c:pt idx="20420">
                  <c:v>62790</c:v>
                </c:pt>
                <c:pt idx="20421">
                  <c:v>62791</c:v>
                </c:pt>
                <c:pt idx="20422">
                  <c:v>62792</c:v>
                </c:pt>
                <c:pt idx="20423">
                  <c:v>62793</c:v>
                </c:pt>
                <c:pt idx="20424">
                  <c:v>62794</c:v>
                </c:pt>
                <c:pt idx="20425">
                  <c:v>62795</c:v>
                </c:pt>
                <c:pt idx="20426">
                  <c:v>62796</c:v>
                </c:pt>
                <c:pt idx="20427">
                  <c:v>62797</c:v>
                </c:pt>
                <c:pt idx="20428">
                  <c:v>62798</c:v>
                </c:pt>
                <c:pt idx="20429">
                  <c:v>62799</c:v>
                </c:pt>
                <c:pt idx="20430">
                  <c:v>62800</c:v>
                </c:pt>
                <c:pt idx="20431">
                  <c:v>62801</c:v>
                </c:pt>
                <c:pt idx="20432">
                  <c:v>62802</c:v>
                </c:pt>
                <c:pt idx="20433">
                  <c:v>62803</c:v>
                </c:pt>
                <c:pt idx="20434">
                  <c:v>62804</c:v>
                </c:pt>
                <c:pt idx="20435">
                  <c:v>62805</c:v>
                </c:pt>
                <c:pt idx="20436">
                  <c:v>62806</c:v>
                </c:pt>
                <c:pt idx="20437">
                  <c:v>62807</c:v>
                </c:pt>
                <c:pt idx="20438">
                  <c:v>62808</c:v>
                </c:pt>
                <c:pt idx="20439">
                  <c:v>62809</c:v>
                </c:pt>
                <c:pt idx="20440">
                  <c:v>62810</c:v>
                </c:pt>
                <c:pt idx="20441">
                  <c:v>62811</c:v>
                </c:pt>
                <c:pt idx="20442">
                  <c:v>62812</c:v>
                </c:pt>
                <c:pt idx="20443">
                  <c:v>62813</c:v>
                </c:pt>
                <c:pt idx="20444">
                  <c:v>62814</c:v>
                </c:pt>
                <c:pt idx="20445">
                  <c:v>62815</c:v>
                </c:pt>
                <c:pt idx="20446">
                  <c:v>62816</c:v>
                </c:pt>
                <c:pt idx="20447">
                  <c:v>62817</c:v>
                </c:pt>
                <c:pt idx="20448">
                  <c:v>62818</c:v>
                </c:pt>
                <c:pt idx="20449">
                  <c:v>62819</c:v>
                </c:pt>
                <c:pt idx="20450">
                  <c:v>62820</c:v>
                </c:pt>
                <c:pt idx="20451">
                  <c:v>62821</c:v>
                </c:pt>
                <c:pt idx="20452">
                  <c:v>62822</c:v>
                </c:pt>
                <c:pt idx="20453">
                  <c:v>62823</c:v>
                </c:pt>
                <c:pt idx="20454">
                  <c:v>62824</c:v>
                </c:pt>
                <c:pt idx="20455">
                  <c:v>62825</c:v>
                </c:pt>
                <c:pt idx="20456">
                  <c:v>62826</c:v>
                </c:pt>
                <c:pt idx="20457">
                  <c:v>62827</c:v>
                </c:pt>
                <c:pt idx="20458">
                  <c:v>62828</c:v>
                </c:pt>
                <c:pt idx="20459">
                  <c:v>62829</c:v>
                </c:pt>
                <c:pt idx="20460">
                  <c:v>62830</c:v>
                </c:pt>
                <c:pt idx="20461">
                  <c:v>62831</c:v>
                </c:pt>
                <c:pt idx="20462">
                  <c:v>62832</c:v>
                </c:pt>
                <c:pt idx="20463">
                  <c:v>62833</c:v>
                </c:pt>
                <c:pt idx="20464">
                  <c:v>62834</c:v>
                </c:pt>
                <c:pt idx="20465">
                  <c:v>62835</c:v>
                </c:pt>
                <c:pt idx="20466">
                  <c:v>62836</c:v>
                </c:pt>
                <c:pt idx="20467">
                  <c:v>62837</c:v>
                </c:pt>
                <c:pt idx="20468">
                  <c:v>62838</c:v>
                </c:pt>
                <c:pt idx="20469">
                  <c:v>62839</c:v>
                </c:pt>
                <c:pt idx="20470">
                  <c:v>62840</c:v>
                </c:pt>
                <c:pt idx="20471">
                  <c:v>62841</c:v>
                </c:pt>
                <c:pt idx="20472">
                  <c:v>62842</c:v>
                </c:pt>
                <c:pt idx="20473">
                  <c:v>62843</c:v>
                </c:pt>
                <c:pt idx="20474">
                  <c:v>62844</c:v>
                </c:pt>
                <c:pt idx="20475">
                  <c:v>62845</c:v>
                </c:pt>
                <c:pt idx="20476">
                  <c:v>62846</c:v>
                </c:pt>
                <c:pt idx="20477">
                  <c:v>62847</c:v>
                </c:pt>
                <c:pt idx="20478">
                  <c:v>62848</c:v>
                </c:pt>
                <c:pt idx="20479">
                  <c:v>62849</c:v>
                </c:pt>
                <c:pt idx="20480">
                  <c:v>62850</c:v>
                </c:pt>
                <c:pt idx="20481">
                  <c:v>62851</c:v>
                </c:pt>
                <c:pt idx="20482">
                  <c:v>62852</c:v>
                </c:pt>
                <c:pt idx="20483">
                  <c:v>62853</c:v>
                </c:pt>
                <c:pt idx="20484">
                  <c:v>62854</c:v>
                </c:pt>
                <c:pt idx="20485">
                  <c:v>62855</c:v>
                </c:pt>
                <c:pt idx="20486">
                  <c:v>62856</c:v>
                </c:pt>
                <c:pt idx="20487">
                  <c:v>62857</c:v>
                </c:pt>
                <c:pt idx="20488">
                  <c:v>62858</c:v>
                </c:pt>
                <c:pt idx="20489">
                  <c:v>62859</c:v>
                </c:pt>
                <c:pt idx="20490">
                  <c:v>62860</c:v>
                </c:pt>
                <c:pt idx="20491">
                  <c:v>62861</c:v>
                </c:pt>
                <c:pt idx="20492">
                  <c:v>62862</c:v>
                </c:pt>
                <c:pt idx="20493">
                  <c:v>62863</c:v>
                </c:pt>
                <c:pt idx="20494">
                  <c:v>62864</c:v>
                </c:pt>
                <c:pt idx="20495">
                  <c:v>62865</c:v>
                </c:pt>
                <c:pt idx="20496">
                  <c:v>62866</c:v>
                </c:pt>
                <c:pt idx="20497">
                  <c:v>62867</c:v>
                </c:pt>
                <c:pt idx="20498">
                  <c:v>62868</c:v>
                </c:pt>
                <c:pt idx="20499">
                  <c:v>62869</c:v>
                </c:pt>
                <c:pt idx="20500">
                  <c:v>62870</c:v>
                </c:pt>
                <c:pt idx="20501">
                  <c:v>62871</c:v>
                </c:pt>
                <c:pt idx="20502">
                  <c:v>62872</c:v>
                </c:pt>
                <c:pt idx="20503">
                  <c:v>62873</c:v>
                </c:pt>
                <c:pt idx="20504">
                  <c:v>62874</c:v>
                </c:pt>
                <c:pt idx="20505">
                  <c:v>62875</c:v>
                </c:pt>
                <c:pt idx="20506">
                  <c:v>62876</c:v>
                </c:pt>
                <c:pt idx="20507">
                  <c:v>62877</c:v>
                </c:pt>
                <c:pt idx="20508">
                  <c:v>62878</c:v>
                </c:pt>
                <c:pt idx="20509">
                  <c:v>62879</c:v>
                </c:pt>
                <c:pt idx="20510">
                  <c:v>62880</c:v>
                </c:pt>
                <c:pt idx="20511">
                  <c:v>62881</c:v>
                </c:pt>
                <c:pt idx="20512">
                  <c:v>62882</c:v>
                </c:pt>
                <c:pt idx="20513">
                  <c:v>62883</c:v>
                </c:pt>
                <c:pt idx="20514">
                  <c:v>62884</c:v>
                </c:pt>
                <c:pt idx="20515">
                  <c:v>62885</c:v>
                </c:pt>
                <c:pt idx="20516">
                  <c:v>62886</c:v>
                </c:pt>
                <c:pt idx="20517">
                  <c:v>62887</c:v>
                </c:pt>
                <c:pt idx="20518">
                  <c:v>62888</c:v>
                </c:pt>
                <c:pt idx="20519">
                  <c:v>62889</c:v>
                </c:pt>
                <c:pt idx="20520">
                  <c:v>62890</c:v>
                </c:pt>
                <c:pt idx="20521">
                  <c:v>62891</c:v>
                </c:pt>
                <c:pt idx="20522">
                  <c:v>62892</c:v>
                </c:pt>
                <c:pt idx="20523">
                  <c:v>62893</c:v>
                </c:pt>
                <c:pt idx="20524">
                  <c:v>62894</c:v>
                </c:pt>
                <c:pt idx="20525">
                  <c:v>62895</c:v>
                </c:pt>
                <c:pt idx="20526">
                  <c:v>62896</c:v>
                </c:pt>
                <c:pt idx="20527">
                  <c:v>62897</c:v>
                </c:pt>
                <c:pt idx="20528">
                  <c:v>62898</c:v>
                </c:pt>
                <c:pt idx="20529">
                  <c:v>62899</c:v>
                </c:pt>
                <c:pt idx="20530">
                  <c:v>62900</c:v>
                </c:pt>
                <c:pt idx="20531">
                  <c:v>62901</c:v>
                </c:pt>
                <c:pt idx="20532">
                  <c:v>62902</c:v>
                </c:pt>
                <c:pt idx="20533">
                  <c:v>62903</c:v>
                </c:pt>
                <c:pt idx="20534">
                  <c:v>62904</c:v>
                </c:pt>
                <c:pt idx="20535">
                  <c:v>62905</c:v>
                </c:pt>
                <c:pt idx="20536">
                  <c:v>62906</c:v>
                </c:pt>
                <c:pt idx="20537">
                  <c:v>62907</c:v>
                </c:pt>
                <c:pt idx="20538">
                  <c:v>62908</c:v>
                </c:pt>
                <c:pt idx="20539">
                  <c:v>62909</c:v>
                </c:pt>
                <c:pt idx="20540">
                  <c:v>62910</c:v>
                </c:pt>
                <c:pt idx="20541">
                  <c:v>62911</c:v>
                </c:pt>
                <c:pt idx="20542">
                  <c:v>62912</c:v>
                </c:pt>
                <c:pt idx="20543">
                  <c:v>62913</c:v>
                </c:pt>
                <c:pt idx="20544">
                  <c:v>62914</c:v>
                </c:pt>
                <c:pt idx="20545">
                  <c:v>62915</c:v>
                </c:pt>
                <c:pt idx="20546">
                  <c:v>62916</c:v>
                </c:pt>
                <c:pt idx="20547">
                  <c:v>62917</c:v>
                </c:pt>
                <c:pt idx="20548">
                  <c:v>62918</c:v>
                </c:pt>
                <c:pt idx="20549">
                  <c:v>62919</c:v>
                </c:pt>
                <c:pt idx="20550">
                  <c:v>62920</c:v>
                </c:pt>
                <c:pt idx="20551">
                  <c:v>62921</c:v>
                </c:pt>
                <c:pt idx="20552">
                  <c:v>62922</c:v>
                </c:pt>
                <c:pt idx="20553">
                  <c:v>62923</c:v>
                </c:pt>
                <c:pt idx="20554">
                  <c:v>62924</c:v>
                </c:pt>
                <c:pt idx="20555">
                  <c:v>62925</c:v>
                </c:pt>
                <c:pt idx="20556">
                  <c:v>62926</c:v>
                </c:pt>
                <c:pt idx="20557">
                  <c:v>62927</c:v>
                </c:pt>
                <c:pt idx="20558">
                  <c:v>62928</c:v>
                </c:pt>
                <c:pt idx="20559">
                  <c:v>62929</c:v>
                </c:pt>
                <c:pt idx="20560">
                  <c:v>62930</c:v>
                </c:pt>
                <c:pt idx="20561">
                  <c:v>62931</c:v>
                </c:pt>
                <c:pt idx="20562">
                  <c:v>62932</c:v>
                </c:pt>
                <c:pt idx="20563">
                  <c:v>62933</c:v>
                </c:pt>
                <c:pt idx="20564">
                  <c:v>62934</c:v>
                </c:pt>
                <c:pt idx="20565">
                  <c:v>62935</c:v>
                </c:pt>
                <c:pt idx="20566">
                  <c:v>62936</c:v>
                </c:pt>
                <c:pt idx="20567">
                  <c:v>62937</c:v>
                </c:pt>
                <c:pt idx="20568">
                  <c:v>62938</c:v>
                </c:pt>
                <c:pt idx="20569">
                  <c:v>62939</c:v>
                </c:pt>
                <c:pt idx="20570">
                  <c:v>62940</c:v>
                </c:pt>
                <c:pt idx="20571">
                  <c:v>62941</c:v>
                </c:pt>
                <c:pt idx="20572">
                  <c:v>62942</c:v>
                </c:pt>
                <c:pt idx="20573">
                  <c:v>62943</c:v>
                </c:pt>
                <c:pt idx="20574">
                  <c:v>62944</c:v>
                </c:pt>
                <c:pt idx="20575">
                  <c:v>62945</c:v>
                </c:pt>
                <c:pt idx="20576">
                  <c:v>62946</c:v>
                </c:pt>
                <c:pt idx="20577">
                  <c:v>62947</c:v>
                </c:pt>
                <c:pt idx="20578">
                  <c:v>62948</c:v>
                </c:pt>
                <c:pt idx="20579">
                  <c:v>62949</c:v>
                </c:pt>
                <c:pt idx="20580">
                  <c:v>62950</c:v>
                </c:pt>
                <c:pt idx="20581">
                  <c:v>62951</c:v>
                </c:pt>
                <c:pt idx="20582">
                  <c:v>62952</c:v>
                </c:pt>
                <c:pt idx="20583">
                  <c:v>62953</c:v>
                </c:pt>
                <c:pt idx="20584">
                  <c:v>62954</c:v>
                </c:pt>
                <c:pt idx="20585">
                  <c:v>62955</c:v>
                </c:pt>
                <c:pt idx="20586">
                  <c:v>62956</c:v>
                </c:pt>
                <c:pt idx="20587">
                  <c:v>62957</c:v>
                </c:pt>
                <c:pt idx="20588">
                  <c:v>62958</c:v>
                </c:pt>
                <c:pt idx="20589">
                  <c:v>62959</c:v>
                </c:pt>
                <c:pt idx="20590">
                  <c:v>62960</c:v>
                </c:pt>
                <c:pt idx="20591">
                  <c:v>62961</c:v>
                </c:pt>
                <c:pt idx="20592">
                  <c:v>62962</c:v>
                </c:pt>
                <c:pt idx="20593">
                  <c:v>62963</c:v>
                </c:pt>
                <c:pt idx="20594">
                  <c:v>62964</c:v>
                </c:pt>
                <c:pt idx="20595">
                  <c:v>62965</c:v>
                </c:pt>
                <c:pt idx="20596">
                  <c:v>62966</c:v>
                </c:pt>
                <c:pt idx="20597">
                  <c:v>62967</c:v>
                </c:pt>
                <c:pt idx="20598">
                  <c:v>62968</c:v>
                </c:pt>
                <c:pt idx="20599">
                  <c:v>62969</c:v>
                </c:pt>
                <c:pt idx="20600">
                  <c:v>62970</c:v>
                </c:pt>
                <c:pt idx="20601">
                  <c:v>62971</c:v>
                </c:pt>
                <c:pt idx="20602">
                  <c:v>62972</c:v>
                </c:pt>
                <c:pt idx="20603">
                  <c:v>62973</c:v>
                </c:pt>
                <c:pt idx="20604">
                  <c:v>62974</c:v>
                </c:pt>
                <c:pt idx="20605">
                  <c:v>62975</c:v>
                </c:pt>
                <c:pt idx="20606">
                  <c:v>62976</c:v>
                </c:pt>
                <c:pt idx="20607">
                  <c:v>62977</c:v>
                </c:pt>
                <c:pt idx="20608">
                  <c:v>62978</c:v>
                </c:pt>
                <c:pt idx="20609">
                  <c:v>62979</c:v>
                </c:pt>
                <c:pt idx="20610">
                  <c:v>62980</c:v>
                </c:pt>
                <c:pt idx="20611">
                  <c:v>62981</c:v>
                </c:pt>
                <c:pt idx="20612">
                  <c:v>62982</c:v>
                </c:pt>
                <c:pt idx="20613">
                  <c:v>62983</c:v>
                </c:pt>
                <c:pt idx="20614">
                  <c:v>62984</c:v>
                </c:pt>
                <c:pt idx="20615">
                  <c:v>62985</c:v>
                </c:pt>
                <c:pt idx="20616">
                  <c:v>62986</c:v>
                </c:pt>
                <c:pt idx="20617">
                  <c:v>62987</c:v>
                </c:pt>
                <c:pt idx="20618">
                  <c:v>62988</c:v>
                </c:pt>
                <c:pt idx="20619">
                  <c:v>62989</c:v>
                </c:pt>
                <c:pt idx="20620">
                  <c:v>62990</c:v>
                </c:pt>
                <c:pt idx="20621">
                  <c:v>62991</c:v>
                </c:pt>
                <c:pt idx="20622">
                  <c:v>62992</c:v>
                </c:pt>
                <c:pt idx="20623">
                  <c:v>62993</c:v>
                </c:pt>
                <c:pt idx="20624">
                  <c:v>62994</c:v>
                </c:pt>
                <c:pt idx="20625">
                  <c:v>62995</c:v>
                </c:pt>
                <c:pt idx="20626">
                  <c:v>62996</c:v>
                </c:pt>
                <c:pt idx="20627">
                  <c:v>62997</c:v>
                </c:pt>
                <c:pt idx="20628">
                  <c:v>62998</c:v>
                </c:pt>
                <c:pt idx="20629">
                  <c:v>62999</c:v>
                </c:pt>
                <c:pt idx="20630">
                  <c:v>63000</c:v>
                </c:pt>
                <c:pt idx="20631">
                  <c:v>63001</c:v>
                </c:pt>
                <c:pt idx="20632">
                  <c:v>63002</c:v>
                </c:pt>
                <c:pt idx="20633">
                  <c:v>63003</c:v>
                </c:pt>
                <c:pt idx="20634">
                  <c:v>63004</c:v>
                </c:pt>
                <c:pt idx="20635">
                  <c:v>63005</c:v>
                </c:pt>
                <c:pt idx="20636">
                  <c:v>63006</c:v>
                </c:pt>
                <c:pt idx="20637">
                  <c:v>63007</c:v>
                </c:pt>
                <c:pt idx="20638">
                  <c:v>63008</c:v>
                </c:pt>
                <c:pt idx="20639">
                  <c:v>63009</c:v>
                </c:pt>
                <c:pt idx="20640">
                  <c:v>63010</c:v>
                </c:pt>
                <c:pt idx="20641">
                  <c:v>63011</c:v>
                </c:pt>
                <c:pt idx="20642">
                  <c:v>63012</c:v>
                </c:pt>
                <c:pt idx="20643">
                  <c:v>63013</c:v>
                </c:pt>
                <c:pt idx="20644">
                  <c:v>63014</c:v>
                </c:pt>
                <c:pt idx="20645">
                  <c:v>63015</c:v>
                </c:pt>
                <c:pt idx="20646">
                  <c:v>63016</c:v>
                </c:pt>
                <c:pt idx="20647">
                  <c:v>63017</c:v>
                </c:pt>
                <c:pt idx="20648">
                  <c:v>63018</c:v>
                </c:pt>
                <c:pt idx="20649">
                  <c:v>63019</c:v>
                </c:pt>
                <c:pt idx="20650">
                  <c:v>63020</c:v>
                </c:pt>
                <c:pt idx="20651">
                  <c:v>63021</c:v>
                </c:pt>
                <c:pt idx="20652">
                  <c:v>63022</c:v>
                </c:pt>
                <c:pt idx="20653">
                  <c:v>63023</c:v>
                </c:pt>
                <c:pt idx="20654">
                  <c:v>63024</c:v>
                </c:pt>
                <c:pt idx="20655">
                  <c:v>63025</c:v>
                </c:pt>
                <c:pt idx="20656">
                  <c:v>63026</c:v>
                </c:pt>
                <c:pt idx="20657">
                  <c:v>63027</c:v>
                </c:pt>
                <c:pt idx="20658">
                  <c:v>63028</c:v>
                </c:pt>
                <c:pt idx="20659">
                  <c:v>63029</c:v>
                </c:pt>
                <c:pt idx="20660">
                  <c:v>63030</c:v>
                </c:pt>
                <c:pt idx="20661">
                  <c:v>63031</c:v>
                </c:pt>
                <c:pt idx="20662">
                  <c:v>63032</c:v>
                </c:pt>
                <c:pt idx="20663">
                  <c:v>63033</c:v>
                </c:pt>
                <c:pt idx="20664">
                  <c:v>63034</c:v>
                </c:pt>
                <c:pt idx="20665">
                  <c:v>63035</c:v>
                </c:pt>
                <c:pt idx="20666">
                  <c:v>63036</c:v>
                </c:pt>
                <c:pt idx="20667">
                  <c:v>63037</c:v>
                </c:pt>
                <c:pt idx="20668">
                  <c:v>63038</c:v>
                </c:pt>
                <c:pt idx="20669">
                  <c:v>63039</c:v>
                </c:pt>
                <c:pt idx="20670">
                  <c:v>63040</c:v>
                </c:pt>
                <c:pt idx="20671">
                  <c:v>63041</c:v>
                </c:pt>
                <c:pt idx="20672">
                  <c:v>63042</c:v>
                </c:pt>
                <c:pt idx="20673">
                  <c:v>63043</c:v>
                </c:pt>
                <c:pt idx="20674">
                  <c:v>63044</c:v>
                </c:pt>
                <c:pt idx="20675">
                  <c:v>63045</c:v>
                </c:pt>
                <c:pt idx="20676">
                  <c:v>63046</c:v>
                </c:pt>
                <c:pt idx="20677">
                  <c:v>63047</c:v>
                </c:pt>
                <c:pt idx="20678">
                  <c:v>63048</c:v>
                </c:pt>
                <c:pt idx="20679">
                  <c:v>63049</c:v>
                </c:pt>
                <c:pt idx="20680">
                  <c:v>63050</c:v>
                </c:pt>
                <c:pt idx="20681">
                  <c:v>63051</c:v>
                </c:pt>
                <c:pt idx="20682">
                  <c:v>63052</c:v>
                </c:pt>
                <c:pt idx="20683">
                  <c:v>63053</c:v>
                </c:pt>
                <c:pt idx="20684">
                  <c:v>63054</c:v>
                </c:pt>
                <c:pt idx="20685">
                  <c:v>63055</c:v>
                </c:pt>
                <c:pt idx="20686">
                  <c:v>63056</c:v>
                </c:pt>
                <c:pt idx="20687">
                  <c:v>63057</c:v>
                </c:pt>
                <c:pt idx="20688">
                  <c:v>63058</c:v>
                </c:pt>
                <c:pt idx="20689">
                  <c:v>63059</c:v>
                </c:pt>
                <c:pt idx="20690">
                  <c:v>63060</c:v>
                </c:pt>
                <c:pt idx="20691">
                  <c:v>63061</c:v>
                </c:pt>
                <c:pt idx="20692">
                  <c:v>63062</c:v>
                </c:pt>
                <c:pt idx="20693">
                  <c:v>63063</c:v>
                </c:pt>
                <c:pt idx="20694">
                  <c:v>63064</c:v>
                </c:pt>
                <c:pt idx="20695">
                  <c:v>63065</c:v>
                </c:pt>
                <c:pt idx="20696">
                  <c:v>63066</c:v>
                </c:pt>
                <c:pt idx="20697">
                  <c:v>63067</c:v>
                </c:pt>
                <c:pt idx="20698">
                  <c:v>63068</c:v>
                </c:pt>
                <c:pt idx="20699">
                  <c:v>63069</c:v>
                </c:pt>
                <c:pt idx="20700">
                  <c:v>63070</c:v>
                </c:pt>
                <c:pt idx="20701">
                  <c:v>63071</c:v>
                </c:pt>
                <c:pt idx="20702">
                  <c:v>63072</c:v>
                </c:pt>
                <c:pt idx="20703">
                  <c:v>63073</c:v>
                </c:pt>
                <c:pt idx="20704">
                  <c:v>63074</c:v>
                </c:pt>
                <c:pt idx="20705">
                  <c:v>63075</c:v>
                </c:pt>
                <c:pt idx="20706">
                  <c:v>63076</c:v>
                </c:pt>
                <c:pt idx="20707">
                  <c:v>63077</c:v>
                </c:pt>
                <c:pt idx="20708">
                  <c:v>63078</c:v>
                </c:pt>
                <c:pt idx="20709">
                  <c:v>63079</c:v>
                </c:pt>
                <c:pt idx="20710">
                  <c:v>63080</c:v>
                </c:pt>
                <c:pt idx="20711">
                  <c:v>63081</c:v>
                </c:pt>
                <c:pt idx="20712">
                  <c:v>63082</c:v>
                </c:pt>
                <c:pt idx="20713">
                  <c:v>63083</c:v>
                </c:pt>
                <c:pt idx="20714">
                  <c:v>63084</c:v>
                </c:pt>
                <c:pt idx="20715">
                  <c:v>63085</c:v>
                </c:pt>
                <c:pt idx="20716">
                  <c:v>63086</c:v>
                </c:pt>
                <c:pt idx="20717">
                  <c:v>63087</c:v>
                </c:pt>
                <c:pt idx="20718">
                  <c:v>63088</c:v>
                </c:pt>
                <c:pt idx="20719">
                  <c:v>63089</c:v>
                </c:pt>
                <c:pt idx="20720">
                  <c:v>63090</c:v>
                </c:pt>
                <c:pt idx="20721">
                  <c:v>63091</c:v>
                </c:pt>
                <c:pt idx="20722">
                  <c:v>63092</c:v>
                </c:pt>
                <c:pt idx="20723">
                  <c:v>63093</c:v>
                </c:pt>
                <c:pt idx="20724">
                  <c:v>63094</c:v>
                </c:pt>
                <c:pt idx="20725">
                  <c:v>63095</c:v>
                </c:pt>
                <c:pt idx="20726">
                  <c:v>63096</c:v>
                </c:pt>
                <c:pt idx="20727">
                  <c:v>63097</c:v>
                </c:pt>
                <c:pt idx="20728">
                  <c:v>63098</c:v>
                </c:pt>
                <c:pt idx="20729">
                  <c:v>63099</c:v>
                </c:pt>
                <c:pt idx="20730">
                  <c:v>63100</c:v>
                </c:pt>
                <c:pt idx="20731">
                  <c:v>63101</c:v>
                </c:pt>
                <c:pt idx="20732">
                  <c:v>63102</c:v>
                </c:pt>
                <c:pt idx="20733">
                  <c:v>63103</c:v>
                </c:pt>
                <c:pt idx="20734">
                  <c:v>63104</c:v>
                </c:pt>
                <c:pt idx="20735">
                  <c:v>63105</c:v>
                </c:pt>
                <c:pt idx="20736">
                  <c:v>63106</c:v>
                </c:pt>
                <c:pt idx="20737">
                  <c:v>63107</c:v>
                </c:pt>
                <c:pt idx="20738">
                  <c:v>63108</c:v>
                </c:pt>
                <c:pt idx="20739">
                  <c:v>63109</c:v>
                </c:pt>
                <c:pt idx="20740">
                  <c:v>63110</c:v>
                </c:pt>
                <c:pt idx="20741">
                  <c:v>63111</c:v>
                </c:pt>
                <c:pt idx="20742">
                  <c:v>63112</c:v>
                </c:pt>
                <c:pt idx="20743">
                  <c:v>63113</c:v>
                </c:pt>
                <c:pt idx="20744">
                  <c:v>63114</c:v>
                </c:pt>
                <c:pt idx="20745">
                  <c:v>63115</c:v>
                </c:pt>
                <c:pt idx="20746">
                  <c:v>63116</c:v>
                </c:pt>
                <c:pt idx="20747">
                  <c:v>63117</c:v>
                </c:pt>
                <c:pt idx="20748">
                  <c:v>63118</c:v>
                </c:pt>
                <c:pt idx="20749">
                  <c:v>63119</c:v>
                </c:pt>
                <c:pt idx="20750">
                  <c:v>63120</c:v>
                </c:pt>
                <c:pt idx="20751">
                  <c:v>63121</c:v>
                </c:pt>
                <c:pt idx="20752">
                  <c:v>63122</c:v>
                </c:pt>
                <c:pt idx="20753">
                  <c:v>63123</c:v>
                </c:pt>
                <c:pt idx="20754">
                  <c:v>63124</c:v>
                </c:pt>
                <c:pt idx="20755">
                  <c:v>63125</c:v>
                </c:pt>
                <c:pt idx="20756">
                  <c:v>63126</c:v>
                </c:pt>
                <c:pt idx="20757">
                  <c:v>63127</c:v>
                </c:pt>
                <c:pt idx="20758">
                  <c:v>63128</c:v>
                </c:pt>
                <c:pt idx="20759">
                  <c:v>63129</c:v>
                </c:pt>
                <c:pt idx="20760">
                  <c:v>63130</c:v>
                </c:pt>
                <c:pt idx="20761">
                  <c:v>63131</c:v>
                </c:pt>
                <c:pt idx="20762">
                  <c:v>63132</c:v>
                </c:pt>
                <c:pt idx="20763">
                  <c:v>63133</c:v>
                </c:pt>
                <c:pt idx="20764">
                  <c:v>63134</c:v>
                </c:pt>
                <c:pt idx="20765">
                  <c:v>63135</c:v>
                </c:pt>
                <c:pt idx="20766">
                  <c:v>63136</c:v>
                </c:pt>
                <c:pt idx="20767">
                  <c:v>63137</c:v>
                </c:pt>
                <c:pt idx="20768">
                  <c:v>63138</c:v>
                </c:pt>
                <c:pt idx="20769">
                  <c:v>63139</c:v>
                </c:pt>
                <c:pt idx="20770">
                  <c:v>63140</c:v>
                </c:pt>
                <c:pt idx="20771">
                  <c:v>63141</c:v>
                </c:pt>
                <c:pt idx="20772">
                  <c:v>63142</c:v>
                </c:pt>
                <c:pt idx="20773">
                  <c:v>63143</c:v>
                </c:pt>
                <c:pt idx="20774">
                  <c:v>63144</c:v>
                </c:pt>
                <c:pt idx="20775">
                  <c:v>63145</c:v>
                </c:pt>
                <c:pt idx="20776">
                  <c:v>63146</c:v>
                </c:pt>
                <c:pt idx="20777">
                  <c:v>63147</c:v>
                </c:pt>
                <c:pt idx="20778">
                  <c:v>63148</c:v>
                </c:pt>
                <c:pt idx="20779">
                  <c:v>63149</c:v>
                </c:pt>
                <c:pt idx="20780">
                  <c:v>63150</c:v>
                </c:pt>
                <c:pt idx="20781">
                  <c:v>63151</c:v>
                </c:pt>
                <c:pt idx="20782">
                  <c:v>63152</c:v>
                </c:pt>
                <c:pt idx="20783">
                  <c:v>63153</c:v>
                </c:pt>
                <c:pt idx="20784">
                  <c:v>63154</c:v>
                </c:pt>
                <c:pt idx="20785">
                  <c:v>63155</c:v>
                </c:pt>
                <c:pt idx="20786">
                  <c:v>63156</c:v>
                </c:pt>
                <c:pt idx="20787">
                  <c:v>63157</c:v>
                </c:pt>
                <c:pt idx="20788">
                  <c:v>63158</c:v>
                </c:pt>
                <c:pt idx="20789">
                  <c:v>63159</c:v>
                </c:pt>
                <c:pt idx="20790">
                  <c:v>63160</c:v>
                </c:pt>
                <c:pt idx="20791">
                  <c:v>63161</c:v>
                </c:pt>
                <c:pt idx="20792">
                  <c:v>63162</c:v>
                </c:pt>
                <c:pt idx="20793">
                  <c:v>63163</c:v>
                </c:pt>
                <c:pt idx="20794">
                  <c:v>63164</c:v>
                </c:pt>
                <c:pt idx="20795">
                  <c:v>63165</c:v>
                </c:pt>
                <c:pt idx="20796">
                  <c:v>63166</c:v>
                </c:pt>
                <c:pt idx="20797">
                  <c:v>63167</c:v>
                </c:pt>
                <c:pt idx="20798">
                  <c:v>63168</c:v>
                </c:pt>
                <c:pt idx="20799">
                  <c:v>63169</c:v>
                </c:pt>
                <c:pt idx="20800">
                  <c:v>63170</c:v>
                </c:pt>
                <c:pt idx="20801">
                  <c:v>63171</c:v>
                </c:pt>
                <c:pt idx="20802">
                  <c:v>63172</c:v>
                </c:pt>
                <c:pt idx="20803">
                  <c:v>63173</c:v>
                </c:pt>
                <c:pt idx="20804">
                  <c:v>63174</c:v>
                </c:pt>
                <c:pt idx="20805">
                  <c:v>63175</c:v>
                </c:pt>
                <c:pt idx="20806">
                  <c:v>63176</c:v>
                </c:pt>
                <c:pt idx="20807">
                  <c:v>63177</c:v>
                </c:pt>
                <c:pt idx="20808">
                  <c:v>63178</c:v>
                </c:pt>
                <c:pt idx="20809">
                  <c:v>63179</c:v>
                </c:pt>
                <c:pt idx="20810">
                  <c:v>63180</c:v>
                </c:pt>
                <c:pt idx="20811">
                  <c:v>63181</c:v>
                </c:pt>
                <c:pt idx="20812">
                  <c:v>63182</c:v>
                </c:pt>
                <c:pt idx="20813">
                  <c:v>63183</c:v>
                </c:pt>
                <c:pt idx="20814">
                  <c:v>63184</c:v>
                </c:pt>
                <c:pt idx="20815">
                  <c:v>63185</c:v>
                </c:pt>
                <c:pt idx="20816">
                  <c:v>63186</c:v>
                </c:pt>
                <c:pt idx="20817">
                  <c:v>63187</c:v>
                </c:pt>
                <c:pt idx="20818">
                  <c:v>63188</c:v>
                </c:pt>
                <c:pt idx="20819">
                  <c:v>63189</c:v>
                </c:pt>
                <c:pt idx="20820">
                  <c:v>63190</c:v>
                </c:pt>
                <c:pt idx="20821">
                  <c:v>63191</c:v>
                </c:pt>
                <c:pt idx="20822">
                  <c:v>63192</c:v>
                </c:pt>
                <c:pt idx="20823">
                  <c:v>63193</c:v>
                </c:pt>
                <c:pt idx="20824">
                  <c:v>63194</c:v>
                </c:pt>
                <c:pt idx="20825">
                  <c:v>63195</c:v>
                </c:pt>
                <c:pt idx="20826">
                  <c:v>63196</c:v>
                </c:pt>
                <c:pt idx="20827">
                  <c:v>63197</c:v>
                </c:pt>
                <c:pt idx="20828">
                  <c:v>63198</c:v>
                </c:pt>
                <c:pt idx="20829">
                  <c:v>63199</c:v>
                </c:pt>
                <c:pt idx="20830">
                  <c:v>63200</c:v>
                </c:pt>
                <c:pt idx="20831">
                  <c:v>63201</c:v>
                </c:pt>
                <c:pt idx="20832">
                  <c:v>63202</c:v>
                </c:pt>
                <c:pt idx="20833">
                  <c:v>63203</c:v>
                </c:pt>
                <c:pt idx="20834">
                  <c:v>63204</c:v>
                </c:pt>
                <c:pt idx="20835">
                  <c:v>63205</c:v>
                </c:pt>
                <c:pt idx="20836">
                  <c:v>63206</c:v>
                </c:pt>
                <c:pt idx="20837">
                  <c:v>63207</c:v>
                </c:pt>
                <c:pt idx="20838">
                  <c:v>63208</c:v>
                </c:pt>
                <c:pt idx="20839">
                  <c:v>63209</c:v>
                </c:pt>
                <c:pt idx="20840">
                  <c:v>63210</c:v>
                </c:pt>
                <c:pt idx="20841">
                  <c:v>63211</c:v>
                </c:pt>
                <c:pt idx="20842">
                  <c:v>63212</c:v>
                </c:pt>
                <c:pt idx="20843">
                  <c:v>63213</c:v>
                </c:pt>
                <c:pt idx="20844">
                  <c:v>63214</c:v>
                </c:pt>
                <c:pt idx="20845">
                  <c:v>63215</c:v>
                </c:pt>
                <c:pt idx="20846">
                  <c:v>63216</c:v>
                </c:pt>
                <c:pt idx="20847">
                  <c:v>63217</c:v>
                </c:pt>
                <c:pt idx="20848">
                  <c:v>63218</c:v>
                </c:pt>
                <c:pt idx="20849">
                  <c:v>63219</c:v>
                </c:pt>
                <c:pt idx="20850">
                  <c:v>63220</c:v>
                </c:pt>
                <c:pt idx="20851">
                  <c:v>63221</c:v>
                </c:pt>
                <c:pt idx="20852">
                  <c:v>63222</c:v>
                </c:pt>
                <c:pt idx="20853">
                  <c:v>63223</c:v>
                </c:pt>
                <c:pt idx="20854">
                  <c:v>63224</c:v>
                </c:pt>
                <c:pt idx="20855">
                  <c:v>63225</c:v>
                </c:pt>
                <c:pt idx="20856">
                  <c:v>63226</c:v>
                </c:pt>
                <c:pt idx="20857">
                  <c:v>63227</c:v>
                </c:pt>
                <c:pt idx="20858">
                  <c:v>63228</c:v>
                </c:pt>
                <c:pt idx="20859">
                  <c:v>63229</c:v>
                </c:pt>
                <c:pt idx="20860">
                  <c:v>63230</c:v>
                </c:pt>
                <c:pt idx="20861">
                  <c:v>63231</c:v>
                </c:pt>
                <c:pt idx="20862">
                  <c:v>63232</c:v>
                </c:pt>
                <c:pt idx="20863">
                  <c:v>63233</c:v>
                </c:pt>
                <c:pt idx="20864">
                  <c:v>63234</c:v>
                </c:pt>
                <c:pt idx="20865">
                  <c:v>63235</c:v>
                </c:pt>
                <c:pt idx="20866">
                  <c:v>63236</c:v>
                </c:pt>
                <c:pt idx="20867">
                  <c:v>63237</c:v>
                </c:pt>
                <c:pt idx="20868">
                  <c:v>63238</c:v>
                </c:pt>
                <c:pt idx="20869">
                  <c:v>63239</c:v>
                </c:pt>
                <c:pt idx="20870">
                  <c:v>63240</c:v>
                </c:pt>
                <c:pt idx="20871">
                  <c:v>63241</c:v>
                </c:pt>
                <c:pt idx="20872">
                  <c:v>63242</c:v>
                </c:pt>
                <c:pt idx="20873">
                  <c:v>63243</c:v>
                </c:pt>
                <c:pt idx="20874">
                  <c:v>63244</c:v>
                </c:pt>
                <c:pt idx="20875">
                  <c:v>63245</c:v>
                </c:pt>
                <c:pt idx="20876">
                  <c:v>63246</c:v>
                </c:pt>
                <c:pt idx="20877">
                  <c:v>63247</c:v>
                </c:pt>
                <c:pt idx="20878">
                  <c:v>63248</c:v>
                </c:pt>
                <c:pt idx="20879">
                  <c:v>63249</c:v>
                </c:pt>
                <c:pt idx="20880">
                  <c:v>63250</c:v>
                </c:pt>
                <c:pt idx="20881">
                  <c:v>63251</c:v>
                </c:pt>
                <c:pt idx="20882">
                  <c:v>63252</c:v>
                </c:pt>
                <c:pt idx="20883">
                  <c:v>63253</c:v>
                </c:pt>
                <c:pt idx="20884">
                  <c:v>63254</c:v>
                </c:pt>
                <c:pt idx="20885">
                  <c:v>63255</c:v>
                </c:pt>
                <c:pt idx="20886">
                  <c:v>63256</c:v>
                </c:pt>
                <c:pt idx="20887">
                  <c:v>63257</c:v>
                </c:pt>
                <c:pt idx="20888">
                  <c:v>63258</c:v>
                </c:pt>
                <c:pt idx="20889">
                  <c:v>63259</c:v>
                </c:pt>
                <c:pt idx="20890">
                  <c:v>63260</c:v>
                </c:pt>
                <c:pt idx="20891">
                  <c:v>63261</c:v>
                </c:pt>
                <c:pt idx="20892">
                  <c:v>63262</c:v>
                </c:pt>
                <c:pt idx="20893">
                  <c:v>63263</c:v>
                </c:pt>
                <c:pt idx="20894">
                  <c:v>63264</c:v>
                </c:pt>
                <c:pt idx="20895">
                  <c:v>63265</c:v>
                </c:pt>
                <c:pt idx="20896">
                  <c:v>63266</c:v>
                </c:pt>
                <c:pt idx="20897">
                  <c:v>63267</c:v>
                </c:pt>
                <c:pt idx="20898">
                  <c:v>63268</c:v>
                </c:pt>
                <c:pt idx="20899">
                  <c:v>63269</c:v>
                </c:pt>
                <c:pt idx="20900">
                  <c:v>63270</c:v>
                </c:pt>
                <c:pt idx="20901">
                  <c:v>63271</c:v>
                </c:pt>
                <c:pt idx="20902">
                  <c:v>63272</c:v>
                </c:pt>
                <c:pt idx="20903">
                  <c:v>63273</c:v>
                </c:pt>
                <c:pt idx="20904">
                  <c:v>63274</c:v>
                </c:pt>
                <c:pt idx="20905">
                  <c:v>63275</c:v>
                </c:pt>
                <c:pt idx="20906">
                  <c:v>63276</c:v>
                </c:pt>
                <c:pt idx="20907">
                  <c:v>63277</c:v>
                </c:pt>
                <c:pt idx="20908">
                  <c:v>63278</c:v>
                </c:pt>
                <c:pt idx="20909">
                  <c:v>63279</c:v>
                </c:pt>
                <c:pt idx="20910">
                  <c:v>63280</c:v>
                </c:pt>
                <c:pt idx="20911">
                  <c:v>63281</c:v>
                </c:pt>
                <c:pt idx="20912">
                  <c:v>63282</c:v>
                </c:pt>
                <c:pt idx="20913">
                  <c:v>63283</c:v>
                </c:pt>
                <c:pt idx="20914">
                  <c:v>63284</c:v>
                </c:pt>
                <c:pt idx="20915">
                  <c:v>63285</c:v>
                </c:pt>
                <c:pt idx="20916">
                  <c:v>63286</c:v>
                </c:pt>
                <c:pt idx="20917">
                  <c:v>63287</c:v>
                </c:pt>
                <c:pt idx="20918">
                  <c:v>63288</c:v>
                </c:pt>
                <c:pt idx="20919">
                  <c:v>63289</c:v>
                </c:pt>
                <c:pt idx="20920">
                  <c:v>63290</c:v>
                </c:pt>
                <c:pt idx="20921">
                  <c:v>63291</c:v>
                </c:pt>
                <c:pt idx="20922">
                  <c:v>63292</c:v>
                </c:pt>
                <c:pt idx="20923">
                  <c:v>63293</c:v>
                </c:pt>
                <c:pt idx="20924">
                  <c:v>63294</c:v>
                </c:pt>
                <c:pt idx="20925">
                  <c:v>63295</c:v>
                </c:pt>
                <c:pt idx="20926">
                  <c:v>63296</c:v>
                </c:pt>
                <c:pt idx="20927">
                  <c:v>63297</c:v>
                </c:pt>
                <c:pt idx="20928">
                  <c:v>63298</c:v>
                </c:pt>
                <c:pt idx="20929">
                  <c:v>63299</c:v>
                </c:pt>
                <c:pt idx="20930">
                  <c:v>63300</c:v>
                </c:pt>
                <c:pt idx="20931">
                  <c:v>63301</c:v>
                </c:pt>
                <c:pt idx="20932">
                  <c:v>63302</c:v>
                </c:pt>
                <c:pt idx="20933">
                  <c:v>63303</c:v>
                </c:pt>
                <c:pt idx="20934">
                  <c:v>63304</c:v>
                </c:pt>
                <c:pt idx="20935">
                  <c:v>63305</c:v>
                </c:pt>
                <c:pt idx="20936">
                  <c:v>63306</c:v>
                </c:pt>
                <c:pt idx="20937">
                  <c:v>63307</c:v>
                </c:pt>
                <c:pt idx="20938">
                  <c:v>63308</c:v>
                </c:pt>
                <c:pt idx="20939">
                  <c:v>63309</c:v>
                </c:pt>
                <c:pt idx="20940">
                  <c:v>63310</c:v>
                </c:pt>
                <c:pt idx="20941">
                  <c:v>63311</c:v>
                </c:pt>
                <c:pt idx="20942">
                  <c:v>63312</c:v>
                </c:pt>
                <c:pt idx="20943">
                  <c:v>63313</c:v>
                </c:pt>
                <c:pt idx="20944">
                  <c:v>63314</c:v>
                </c:pt>
                <c:pt idx="20945">
                  <c:v>63315</c:v>
                </c:pt>
                <c:pt idx="20946">
                  <c:v>63316</c:v>
                </c:pt>
                <c:pt idx="20947">
                  <c:v>63317</c:v>
                </c:pt>
                <c:pt idx="20948">
                  <c:v>63318</c:v>
                </c:pt>
                <c:pt idx="20949">
                  <c:v>63319</c:v>
                </c:pt>
                <c:pt idx="20950">
                  <c:v>63320</c:v>
                </c:pt>
                <c:pt idx="20951">
                  <c:v>63321</c:v>
                </c:pt>
                <c:pt idx="20952">
                  <c:v>63322</c:v>
                </c:pt>
                <c:pt idx="20953">
                  <c:v>63323</c:v>
                </c:pt>
                <c:pt idx="20954">
                  <c:v>63324</c:v>
                </c:pt>
                <c:pt idx="20955">
                  <c:v>63325</c:v>
                </c:pt>
                <c:pt idx="20956">
                  <c:v>63326</c:v>
                </c:pt>
                <c:pt idx="20957">
                  <c:v>63327</c:v>
                </c:pt>
                <c:pt idx="20958">
                  <c:v>63328</c:v>
                </c:pt>
                <c:pt idx="20959">
                  <c:v>63329</c:v>
                </c:pt>
                <c:pt idx="20960">
                  <c:v>63330</c:v>
                </c:pt>
                <c:pt idx="20961">
                  <c:v>63331</c:v>
                </c:pt>
                <c:pt idx="20962">
                  <c:v>63332</c:v>
                </c:pt>
                <c:pt idx="20963">
                  <c:v>63333</c:v>
                </c:pt>
                <c:pt idx="20964">
                  <c:v>63334</c:v>
                </c:pt>
                <c:pt idx="20965">
                  <c:v>63335</c:v>
                </c:pt>
                <c:pt idx="20966">
                  <c:v>63336</c:v>
                </c:pt>
                <c:pt idx="20967">
                  <c:v>63337</c:v>
                </c:pt>
                <c:pt idx="20968">
                  <c:v>63338</c:v>
                </c:pt>
                <c:pt idx="20969">
                  <c:v>63339</c:v>
                </c:pt>
                <c:pt idx="20970">
                  <c:v>63340</c:v>
                </c:pt>
                <c:pt idx="20971">
                  <c:v>63341</c:v>
                </c:pt>
                <c:pt idx="20972">
                  <c:v>63342</c:v>
                </c:pt>
                <c:pt idx="20973">
                  <c:v>63343</c:v>
                </c:pt>
                <c:pt idx="20974">
                  <c:v>63344</c:v>
                </c:pt>
                <c:pt idx="20975">
                  <c:v>63345</c:v>
                </c:pt>
                <c:pt idx="20976">
                  <c:v>63346</c:v>
                </c:pt>
                <c:pt idx="20977">
                  <c:v>63347</c:v>
                </c:pt>
                <c:pt idx="20978">
                  <c:v>63348</c:v>
                </c:pt>
                <c:pt idx="20979">
                  <c:v>63349</c:v>
                </c:pt>
                <c:pt idx="20980">
                  <c:v>63350</c:v>
                </c:pt>
                <c:pt idx="20981">
                  <c:v>63351</c:v>
                </c:pt>
                <c:pt idx="20982">
                  <c:v>63352</c:v>
                </c:pt>
                <c:pt idx="20983">
                  <c:v>63353</c:v>
                </c:pt>
                <c:pt idx="20984">
                  <c:v>63354</c:v>
                </c:pt>
                <c:pt idx="20985">
                  <c:v>63355</c:v>
                </c:pt>
                <c:pt idx="20986">
                  <c:v>63356</c:v>
                </c:pt>
                <c:pt idx="20987">
                  <c:v>63357</c:v>
                </c:pt>
                <c:pt idx="20988">
                  <c:v>63358</c:v>
                </c:pt>
                <c:pt idx="20989">
                  <c:v>63359</c:v>
                </c:pt>
                <c:pt idx="20990">
                  <c:v>63360</c:v>
                </c:pt>
                <c:pt idx="20991">
                  <c:v>63361</c:v>
                </c:pt>
                <c:pt idx="20992">
                  <c:v>63362</c:v>
                </c:pt>
                <c:pt idx="20993">
                  <c:v>63363</c:v>
                </c:pt>
                <c:pt idx="20994">
                  <c:v>63364</c:v>
                </c:pt>
                <c:pt idx="20995">
                  <c:v>63365</c:v>
                </c:pt>
                <c:pt idx="20996">
                  <c:v>63366</c:v>
                </c:pt>
                <c:pt idx="20997">
                  <c:v>63367</c:v>
                </c:pt>
                <c:pt idx="20998">
                  <c:v>63368</c:v>
                </c:pt>
                <c:pt idx="20999">
                  <c:v>63369</c:v>
                </c:pt>
                <c:pt idx="21000">
                  <c:v>63370</c:v>
                </c:pt>
                <c:pt idx="21001">
                  <c:v>63371</c:v>
                </c:pt>
                <c:pt idx="21002">
                  <c:v>63372</c:v>
                </c:pt>
                <c:pt idx="21003">
                  <c:v>63373</c:v>
                </c:pt>
                <c:pt idx="21004">
                  <c:v>63374</c:v>
                </c:pt>
                <c:pt idx="21005">
                  <c:v>63375</c:v>
                </c:pt>
                <c:pt idx="21006">
                  <c:v>63376</c:v>
                </c:pt>
                <c:pt idx="21007">
                  <c:v>63377</c:v>
                </c:pt>
                <c:pt idx="21008">
                  <c:v>63378</c:v>
                </c:pt>
                <c:pt idx="21009">
                  <c:v>63379</c:v>
                </c:pt>
                <c:pt idx="21010">
                  <c:v>63380</c:v>
                </c:pt>
                <c:pt idx="21011">
                  <c:v>63381</c:v>
                </c:pt>
                <c:pt idx="21012">
                  <c:v>63382</c:v>
                </c:pt>
                <c:pt idx="21013">
                  <c:v>63383</c:v>
                </c:pt>
                <c:pt idx="21014">
                  <c:v>63384</c:v>
                </c:pt>
                <c:pt idx="21015">
                  <c:v>63385</c:v>
                </c:pt>
                <c:pt idx="21016">
                  <c:v>63386</c:v>
                </c:pt>
                <c:pt idx="21017">
                  <c:v>63387</c:v>
                </c:pt>
                <c:pt idx="21018">
                  <c:v>63388</c:v>
                </c:pt>
                <c:pt idx="21019">
                  <c:v>63389</c:v>
                </c:pt>
                <c:pt idx="21020">
                  <c:v>63390</c:v>
                </c:pt>
                <c:pt idx="21021">
                  <c:v>63391</c:v>
                </c:pt>
                <c:pt idx="21022">
                  <c:v>63392</c:v>
                </c:pt>
                <c:pt idx="21023">
                  <c:v>63393</c:v>
                </c:pt>
                <c:pt idx="21024">
                  <c:v>63394</c:v>
                </c:pt>
                <c:pt idx="21025">
                  <c:v>63395</c:v>
                </c:pt>
                <c:pt idx="21026">
                  <c:v>63396</c:v>
                </c:pt>
                <c:pt idx="21027">
                  <c:v>63397</c:v>
                </c:pt>
                <c:pt idx="21028">
                  <c:v>63398</c:v>
                </c:pt>
                <c:pt idx="21029">
                  <c:v>63399</c:v>
                </c:pt>
                <c:pt idx="21030">
                  <c:v>63400</c:v>
                </c:pt>
                <c:pt idx="21031">
                  <c:v>63401</c:v>
                </c:pt>
                <c:pt idx="21032">
                  <c:v>63402</c:v>
                </c:pt>
                <c:pt idx="21033">
                  <c:v>63403</c:v>
                </c:pt>
                <c:pt idx="21034">
                  <c:v>63404</c:v>
                </c:pt>
                <c:pt idx="21035">
                  <c:v>63405</c:v>
                </c:pt>
                <c:pt idx="21036">
                  <c:v>63406</c:v>
                </c:pt>
                <c:pt idx="21037">
                  <c:v>63407</c:v>
                </c:pt>
                <c:pt idx="21038">
                  <c:v>63408</c:v>
                </c:pt>
                <c:pt idx="21039">
                  <c:v>63409</c:v>
                </c:pt>
                <c:pt idx="21040">
                  <c:v>63410</c:v>
                </c:pt>
                <c:pt idx="21041">
                  <c:v>63411</c:v>
                </c:pt>
                <c:pt idx="21042">
                  <c:v>63412</c:v>
                </c:pt>
                <c:pt idx="21043">
                  <c:v>63413</c:v>
                </c:pt>
                <c:pt idx="21044">
                  <c:v>63414</c:v>
                </c:pt>
                <c:pt idx="21045">
                  <c:v>63415</c:v>
                </c:pt>
                <c:pt idx="21046">
                  <c:v>63416</c:v>
                </c:pt>
                <c:pt idx="21047">
                  <c:v>63417</c:v>
                </c:pt>
                <c:pt idx="21048">
                  <c:v>63418</c:v>
                </c:pt>
                <c:pt idx="21049">
                  <c:v>63419</c:v>
                </c:pt>
                <c:pt idx="21050">
                  <c:v>63420</c:v>
                </c:pt>
                <c:pt idx="21051">
                  <c:v>63421</c:v>
                </c:pt>
                <c:pt idx="21052">
                  <c:v>63422</c:v>
                </c:pt>
                <c:pt idx="21053">
                  <c:v>63423</c:v>
                </c:pt>
                <c:pt idx="21054">
                  <c:v>63424</c:v>
                </c:pt>
                <c:pt idx="21055">
                  <c:v>63425</c:v>
                </c:pt>
                <c:pt idx="21056">
                  <c:v>63426</c:v>
                </c:pt>
                <c:pt idx="21057">
                  <c:v>63427</c:v>
                </c:pt>
                <c:pt idx="21058">
                  <c:v>63428</c:v>
                </c:pt>
                <c:pt idx="21059">
                  <c:v>63429</c:v>
                </c:pt>
                <c:pt idx="21060">
                  <c:v>63430</c:v>
                </c:pt>
                <c:pt idx="21061">
                  <c:v>63431</c:v>
                </c:pt>
                <c:pt idx="21062">
                  <c:v>63432</c:v>
                </c:pt>
                <c:pt idx="21063">
                  <c:v>63433</c:v>
                </c:pt>
                <c:pt idx="21064">
                  <c:v>63434</c:v>
                </c:pt>
                <c:pt idx="21065">
                  <c:v>63435</c:v>
                </c:pt>
                <c:pt idx="21066">
                  <c:v>63436</c:v>
                </c:pt>
                <c:pt idx="21067">
                  <c:v>63437</c:v>
                </c:pt>
                <c:pt idx="21068">
                  <c:v>63438</c:v>
                </c:pt>
                <c:pt idx="21069">
                  <c:v>63439</c:v>
                </c:pt>
                <c:pt idx="21070">
                  <c:v>63440</c:v>
                </c:pt>
                <c:pt idx="21071">
                  <c:v>63441</c:v>
                </c:pt>
                <c:pt idx="21072">
                  <c:v>63442</c:v>
                </c:pt>
                <c:pt idx="21073">
                  <c:v>63443</c:v>
                </c:pt>
                <c:pt idx="21074">
                  <c:v>63444</c:v>
                </c:pt>
                <c:pt idx="21075">
                  <c:v>63445</c:v>
                </c:pt>
                <c:pt idx="21076">
                  <c:v>63446</c:v>
                </c:pt>
                <c:pt idx="21077">
                  <c:v>63447</c:v>
                </c:pt>
                <c:pt idx="21078">
                  <c:v>63448</c:v>
                </c:pt>
                <c:pt idx="21079">
                  <c:v>63449</c:v>
                </c:pt>
                <c:pt idx="21080">
                  <c:v>63450</c:v>
                </c:pt>
                <c:pt idx="21081">
                  <c:v>63451</c:v>
                </c:pt>
                <c:pt idx="21082">
                  <c:v>63452</c:v>
                </c:pt>
                <c:pt idx="21083">
                  <c:v>63453</c:v>
                </c:pt>
                <c:pt idx="21084">
                  <c:v>63454</c:v>
                </c:pt>
                <c:pt idx="21085">
                  <c:v>63455</c:v>
                </c:pt>
                <c:pt idx="21086">
                  <c:v>63456</c:v>
                </c:pt>
                <c:pt idx="21087">
                  <c:v>63457</c:v>
                </c:pt>
                <c:pt idx="21088">
                  <c:v>63458</c:v>
                </c:pt>
                <c:pt idx="21089">
                  <c:v>63459</c:v>
                </c:pt>
                <c:pt idx="21090">
                  <c:v>63460</c:v>
                </c:pt>
                <c:pt idx="21091">
                  <c:v>63461</c:v>
                </c:pt>
                <c:pt idx="21092">
                  <c:v>63462</c:v>
                </c:pt>
                <c:pt idx="21093">
                  <c:v>63463</c:v>
                </c:pt>
                <c:pt idx="21094">
                  <c:v>63464</c:v>
                </c:pt>
                <c:pt idx="21095">
                  <c:v>63465</c:v>
                </c:pt>
                <c:pt idx="21096">
                  <c:v>63466</c:v>
                </c:pt>
                <c:pt idx="21097">
                  <c:v>63467</c:v>
                </c:pt>
                <c:pt idx="21098">
                  <c:v>63468</c:v>
                </c:pt>
                <c:pt idx="21099">
                  <c:v>63469</c:v>
                </c:pt>
                <c:pt idx="21100">
                  <c:v>63470</c:v>
                </c:pt>
                <c:pt idx="21101">
                  <c:v>63471</c:v>
                </c:pt>
                <c:pt idx="21102">
                  <c:v>63472</c:v>
                </c:pt>
                <c:pt idx="21103">
                  <c:v>63473</c:v>
                </c:pt>
                <c:pt idx="21104">
                  <c:v>63474</c:v>
                </c:pt>
                <c:pt idx="21105">
                  <c:v>63475</c:v>
                </c:pt>
                <c:pt idx="21106">
                  <c:v>63476</c:v>
                </c:pt>
                <c:pt idx="21107">
                  <c:v>63477</c:v>
                </c:pt>
                <c:pt idx="21108">
                  <c:v>63478</c:v>
                </c:pt>
                <c:pt idx="21109">
                  <c:v>63479</c:v>
                </c:pt>
                <c:pt idx="21110">
                  <c:v>63480</c:v>
                </c:pt>
                <c:pt idx="21111">
                  <c:v>63481</c:v>
                </c:pt>
                <c:pt idx="21112">
                  <c:v>63482</c:v>
                </c:pt>
                <c:pt idx="21113">
                  <c:v>63483</c:v>
                </c:pt>
                <c:pt idx="21114">
                  <c:v>63484</c:v>
                </c:pt>
                <c:pt idx="21115">
                  <c:v>63485</c:v>
                </c:pt>
                <c:pt idx="21116">
                  <c:v>63486</c:v>
                </c:pt>
                <c:pt idx="21117">
                  <c:v>63487</c:v>
                </c:pt>
                <c:pt idx="21118">
                  <c:v>63488</c:v>
                </c:pt>
                <c:pt idx="21119">
                  <c:v>63489</c:v>
                </c:pt>
                <c:pt idx="21120">
                  <c:v>63490</c:v>
                </c:pt>
                <c:pt idx="21121">
                  <c:v>63491</c:v>
                </c:pt>
                <c:pt idx="21122">
                  <c:v>63492</c:v>
                </c:pt>
                <c:pt idx="21123">
                  <c:v>63493</c:v>
                </c:pt>
                <c:pt idx="21124">
                  <c:v>63494</c:v>
                </c:pt>
                <c:pt idx="21125">
                  <c:v>63495</c:v>
                </c:pt>
                <c:pt idx="21126">
                  <c:v>63496</c:v>
                </c:pt>
                <c:pt idx="21127">
                  <c:v>63497</c:v>
                </c:pt>
                <c:pt idx="21128">
                  <c:v>63498</c:v>
                </c:pt>
                <c:pt idx="21129">
                  <c:v>63499</c:v>
                </c:pt>
                <c:pt idx="21130">
                  <c:v>63500</c:v>
                </c:pt>
                <c:pt idx="21131">
                  <c:v>63501</c:v>
                </c:pt>
                <c:pt idx="21132">
                  <c:v>63502</c:v>
                </c:pt>
                <c:pt idx="21133">
                  <c:v>63503</c:v>
                </c:pt>
                <c:pt idx="21134">
                  <c:v>63504</c:v>
                </c:pt>
                <c:pt idx="21135">
                  <c:v>63505</c:v>
                </c:pt>
                <c:pt idx="21136">
                  <c:v>63506</c:v>
                </c:pt>
                <c:pt idx="21137">
                  <c:v>63507</c:v>
                </c:pt>
                <c:pt idx="21138">
                  <c:v>63508</c:v>
                </c:pt>
                <c:pt idx="21139">
                  <c:v>63509</c:v>
                </c:pt>
                <c:pt idx="21140">
                  <c:v>63510</c:v>
                </c:pt>
                <c:pt idx="21141">
                  <c:v>63511</c:v>
                </c:pt>
                <c:pt idx="21142">
                  <c:v>63512</c:v>
                </c:pt>
                <c:pt idx="21143">
                  <c:v>63513</c:v>
                </c:pt>
                <c:pt idx="21144">
                  <c:v>63514</c:v>
                </c:pt>
                <c:pt idx="21145">
                  <c:v>63515</c:v>
                </c:pt>
                <c:pt idx="21146">
                  <c:v>63516</c:v>
                </c:pt>
                <c:pt idx="21147">
                  <c:v>63517</c:v>
                </c:pt>
                <c:pt idx="21148">
                  <c:v>63518</c:v>
                </c:pt>
                <c:pt idx="21149">
                  <c:v>63519</c:v>
                </c:pt>
                <c:pt idx="21150">
                  <c:v>63520</c:v>
                </c:pt>
                <c:pt idx="21151">
                  <c:v>63521</c:v>
                </c:pt>
                <c:pt idx="21152">
                  <c:v>63522</c:v>
                </c:pt>
                <c:pt idx="21153">
                  <c:v>63523</c:v>
                </c:pt>
                <c:pt idx="21154">
                  <c:v>63524</c:v>
                </c:pt>
                <c:pt idx="21155">
                  <c:v>63525</c:v>
                </c:pt>
                <c:pt idx="21156">
                  <c:v>63526</c:v>
                </c:pt>
                <c:pt idx="21157">
                  <c:v>63527</c:v>
                </c:pt>
                <c:pt idx="21158">
                  <c:v>63528</c:v>
                </c:pt>
                <c:pt idx="21159">
                  <c:v>63529</c:v>
                </c:pt>
                <c:pt idx="21160">
                  <c:v>63530</c:v>
                </c:pt>
                <c:pt idx="21161">
                  <c:v>63531</c:v>
                </c:pt>
                <c:pt idx="21162">
                  <c:v>63532</c:v>
                </c:pt>
                <c:pt idx="21163">
                  <c:v>63533</c:v>
                </c:pt>
                <c:pt idx="21164">
                  <c:v>63534</c:v>
                </c:pt>
                <c:pt idx="21165">
                  <c:v>63535</c:v>
                </c:pt>
                <c:pt idx="21166">
                  <c:v>63536</c:v>
                </c:pt>
                <c:pt idx="21167">
                  <c:v>63537</c:v>
                </c:pt>
                <c:pt idx="21168">
                  <c:v>63538</c:v>
                </c:pt>
                <c:pt idx="21169">
                  <c:v>63539</c:v>
                </c:pt>
                <c:pt idx="21170">
                  <c:v>63540</c:v>
                </c:pt>
                <c:pt idx="21171">
                  <c:v>63541</c:v>
                </c:pt>
                <c:pt idx="21172">
                  <c:v>63542</c:v>
                </c:pt>
                <c:pt idx="21173">
                  <c:v>63543</c:v>
                </c:pt>
                <c:pt idx="21174">
                  <c:v>63544</c:v>
                </c:pt>
                <c:pt idx="21175">
                  <c:v>63545</c:v>
                </c:pt>
                <c:pt idx="21176">
                  <c:v>63546</c:v>
                </c:pt>
                <c:pt idx="21177">
                  <c:v>63547</c:v>
                </c:pt>
                <c:pt idx="21178">
                  <c:v>63548</c:v>
                </c:pt>
                <c:pt idx="21179">
                  <c:v>63549</c:v>
                </c:pt>
                <c:pt idx="21180">
                  <c:v>63550</c:v>
                </c:pt>
                <c:pt idx="21181">
                  <c:v>63551</c:v>
                </c:pt>
                <c:pt idx="21182">
                  <c:v>63552</c:v>
                </c:pt>
                <c:pt idx="21183">
                  <c:v>63553</c:v>
                </c:pt>
                <c:pt idx="21184">
                  <c:v>63554</c:v>
                </c:pt>
                <c:pt idx="21185">
                  <c:v>63555</c:v>
                </c:pt>
                <c:pt idx="21186">
                  <c:v>63556</c:v>
                </c:pt>
                <c:pt idx="21187">
                  <c:v>63557</c:v>
                </c:pt>
                <c:pt idx="21188">
                  <c:v>63558</c:v>
                </c:pt>
                <c:pt idx="21189">
                  <c:v>63559</c:v>
                </c:pt>
                <c:pt idx="21190">
                  <c:v>63560</c:v>
                </c:pt>
                <c:pt idx="21191">
                  <c:v>63561</c:v>
                </c:pt>
                <c:pt idx="21192">
                  <c:v>63562</c:v>
                </c:pt>
                <c:pt idx="21193">
                  <c:v>63563</c:v>
                </c:pt>
                <c:pt idx="21194">
                  <c:v>63564</c:v>
                </c:pt>
                <c:pt idx="21195">
                  <c:v>63565</c:v>
                </c:pt>
                <c:pt idx="21196">
                  <c:v>63566</c:v>
                </c:pt>
                <c:pt idx="21197">
                  <c:v>63567</c:v>
                </c:pt>
                <c:pt idx="21198">
                  <c:v>63568</c:v>
                </c:pt>
                <c:pt idx="21199">
                  <c:v>63569</c:v>
                </c:pt>
                <c:pt idx="21200">
                  <c:v>63570</c:v>
                </c:pt>
                <c:pt idx="21201">
                  <c:v>63571</c:v>
                </c:pt>
                <c:pt idx="21202">
                  <c:v>63572</c:v>
                </c:pt>
                <c:pt idx="21203">
                  <c:v>63573</c:v>
                </c:pt>
                <c:pt idx="21204">
                  <c:v>63574</c:v>
                </c:pt>
                <c:pt idx="21205">
                  <c:v>63575</c:v>
                </c:pt>
                <c:pt idx="21206">
                  <c:v>63576</c:v>
                </c:pt>
                <c:pt idx="21207">
                  <c:v>63577</c:v>
                </c:pt>
                <c:pt idx="21208">
                  <c:v>63578</c:v>
                </c:pt>
                <c:pt idx="21209">
                  <c:v>63579</c:v>
                </c:pt>
                <c:pt idx="21210">
                  <c:v>63580</c:v>
                </c:pt>
                <c:pt idx="21211">
                  <c:v>63581</c:v>
                </c:pt>
                <c:pt idx="21212">
                  <c:v>63582</c:v>
                </c:pt>
                <c:pt idx="21213">
                  <c:v>63583</c:v>
                </c:pt>
                <c:pt idx="21214">
                  <c:v>63584</c:v>
                </c:pt>
                <c:pt idx="21215">
                  <c:v>63585</c:v>
                </c:pt>
                <c:pt idx="21216">
                  <c:v>63586</c:v>
                </c:pt>
                <c:pt idx="21217">
                  <c:v>63587</c:v>
                </c:pt>
                <c:pt idx="21218">
                  <c:v>63588</c:v>
                </c:pt>
                <c:pt idx="21219">
                  <c:v>63589</c:v>
                </c:pt>
                <c:pt idx="21220">
                  <c:v>63590</c:v>
                </c:pt>
                <c:pt idx="21221">
                  <c:v>63591</c:v>
                </c:pt>
                <c:pt idx="21222">
                  <c:v>63592</c:v>
                </c:pt>
                <c:pt idx="21223">
                  <c:v>63593</c:v>
                </c:pt>
                <c:pt idx="21224">
                  <c:v>63594</c:v>
                </c:pt>
                <c:pt idx="21225">
                  <c:v>63595</c:v>
                </c:pt>
                <c:pt idx="21226">
                  <c:v>63596</c:v>
                </c:pt>
                <c:pt idx="21227">
                  <c:v>63597</c:v>
                </c:pt>
                <c:pt idx="21228">
                  <c:v>63598</c:v>
                </c:pt>
                <c:pt idx="21229">
                  <c:v>63599</c:v>
                </c:pt>
                <c:pt idx="21230">
                  <c:v>63600</c:v>
                </c:pt>
                <c:pt idx="21231">
                  <c:v>63601</c:v>
                </c:pt>
                <c:pt idx="21232">
                  <c:v>63602</c:v>
                </c:pt>
                <c:pt idx="21233">
                  <c:v>63603</c:v>
                </c:pt>
                <c:pt idx="21234">
                  <c:v>63604</c:v>
                </c:pt>
                <c:pt idx="21235">
                  <c:v>63605</c:v>
                </c:pt>
                <c:pt idx="21236">
                  <c:v>63606</c:v>
                </c:pt>
                <c:pt idx="21237">
                  <c:v>63607</c:v>
                </c:pt>
                <c:pt idx="21238">
                  <c:v>63608</c:v>
                </c:pt>
                <c:pt idx="21239">
                  <c:v>63609</c:v>
                </c:pt>
                <c:pt idx="21240">
                  <c:v>63610</c:v>
                </c:pt>
                <c:pt idx="21241">
                  <c:v>63611</c:v>
                </c:pt>
                <c:pt idx="21242">
                  <c:v>63612</c:v>
                </c:pt>
                <c:pt idx="21243">
                  <c:v>63613</c:v>
                </c:pt>
                <c:pt idx="21244">
                  <c:v>63614</c:v>
                </c:pt>
                <c:pt idx="21245">
                  <c:v>63615</c:v>
                </c:pt>
                <c:pt idx="21246">
                  <c:v>63616</c:v>
                </c:pt>
                <c:pt idx="21247">
                  <c:v>63617</c:v>
                </c:pt>
                <c:pt idx="21248">
                  <c:v>63618</c:v>
                </c:pt>
                <c:pt idx="21249">
                  <c:v>63619</c:v>
                </c:pt>
                <c:pt idx="21250">
                  <c:v>63620</c:v>
                </c:pt>
                <c:pt idx="21251">
                  <c:v>63621</c:v>
                </c:pt>
                <c:pt idx="21252">
                  <c:v>63622</c:v>
                </c:pt>
                <c:pt idx="21253">
                  <c:v>63623</c:v>
                </c:pt>
                <c:pt idx="21254">
                  <c:v>63624</c:v>
                </c:pt>
                <c:pt idx="21255">
                  <c:v>63625</c:v>
                </c:pt>
                <c:pt idx="21256">
                  <c:v>63626</c:v>
                </c:pt>
                <c:pt idx="21257">
                  <c:v>63627</c:v>
                </c:pt>
                <c:pt idx="21258">
                  <c:v>63628</c:v>
                </c:pt>
                <c:pt idx="21259">
                  <c:v>63629</c:v>
                </c:pt>
                <c:pt idx="21260">
                  <c:v>63630</c:v>
                </c:pt>
                <c:pt idx="21261">
                  <c:v>63631</c:v>
                </c:pt>
                <c:pt idx="21262">
                  <c:v>63632</c:v>
                </c:pt>
                <c:pt idx="21263">
                  <c:v>63633</c:v>
                </c:pt>
                <c:pt idx="21264">
                  <c:v>63634</c:v>
                </c:pt>
                <c:pt idx="21265">
                  <c:v>63635</c:v>
                </c:pt>
                <c:pt idx="21266">
                  <c:v>63636</c:v>
                </c:pt>
                <c:pt idx="21267">
                  <c:v>63637</c:v>
                </c:pt>
                <c:pt idx="21268">
                  <c:v>63638</c:v>
                </c:pt>
                <c:pt idx="21269">
                  <c:v>63639</c:v>
                </c:pt>
                <c:pt idx="21270">
                  <c:v>63640</c:v>
                </c:pt>
                <c:pt idx="21271">
                  <c:v>63641</c:v>
                </c:pt>
                <c:pt idx="21272">
                  <c:v>63642</c:v>
                </c:pt>
                <c:pt idx="21273">
                  <c:v>63643</c:v>
                </c:pt>
                <c:pt idx="21274">
                  <c:v>63644</c:v>
                </c:pt>
                <c:pt idx="21275">
                  <c:v>63645</c:v>
                </c:pt>
                <c:pt idx="21276">
                  <c:v>63646</c:v>
                </c:pt>
                <c:pt idx="21277">
                  <c:v>63647</c:v>
                </c:pt>
                <c:pt idx="21278">
                  <c:v>63648</c:v>
                </c:pt>
                <c:pt idx="21279">
                  <c:v>63649</c:v>
                </c:pt>
                <c:pt idx="21280">
                  <c:v>63650</c:v>
                </c:pt>
                <c:pt idx="21281">
                  <c:v>63651</c:v>
                </c:pt>
                <c:pt idx="21282">
                  <c:v>63652</c:v>
                </c:pt>
                <c:pt idx="21283">
                  <c:v>63653</c:v>
                </c:pt>
                <c:pt idx="21284">
                  <c:v>63654</c:v>
                </c:pt>
                <c:pt idx="21285">
                  <c:v>63655</c:v>
                </c:pt>
                <c:pt idx="21286">
                  <c:v>63656</c:v>
                </c:pt>
                <c:pt idx="21287">
                  <c:v>63657</c:v>
                </c:pt>
                <c:pt idx="21288">
                  <c:v>63658</c:v>
                </c:pt>
                <c:pt idx="21289">
                  <c:v>63659</c:v>
                </c:pt>
                <c:pt idx="21290">
                  <c:v>63660</c:v>
                </c:pt>
                <c:pt idx="21291">
                  <c:v>63661</c:v>
                </c:pt>
                <c:pt idx="21292">
                  <c:v>63662</c:v>
                </c:pt>
                <c:pt idx="21293">
                  <c:v>63663</c:v>
                </c:pt>
                <c:pt idx="21294">
                  <c:v>63664</c:v>
                </c:pt>
                <c:pt idx="21295">
                  <c:v>63665</c:v>
                </c:pt>
                <c:pt idx="21296">
                  <c:v>63666</c:v>
                </c:pt>
                <c:pt idx="21297">
                  <c:v>63667</c:v>
                </c:pt>
                <c:pt idx="21298">
                  <c:v>63668</c:v>
                </c:pt>
                <c:pt idx="21299">
                  <c:v>63669</c:v>
                </c:pt>
                <c:pt idx="21300">
                  <c:v>63670</c:v>
                </c:pt>
                <c:pt idx="21301">
                  <c:v>63671</c:v>
                </c:pt>
                <c:pt idx="21302">
                  <c:v>63672</c:v>
                </c:pt>
                <c:pt idx="21303">
                  <c:v>63673</c:v>
                </c:pt>
                <c:pt idx="21304">
                  <c:v>63674</c:v>
                </c:pt>
                <c:pt idx="21305">
                  <c:v>63675</c:v>
                </c:pt>
                <c:pt idx="21306">
                  <c:v>63676</c:v>
                </c:pt>
                <c:pt idx="21307">
                  <c:v>63677</c:v>
                </c:pt>
                <c:pt idx="21308">
                  <c:v>63678</c:v>
                </c:pt>
                <c:pt idx="21309">
                  <c:v>63679</c:v>
                </c:pt>
                <c:pt idx="21310">
                  <c:v>63680</c:v>
                </c:pt>
                <c:pt idx="21311">
                  <c:v>63681</c:v>
                </c:pt>
                <c:pt idx="21312">
                  <c:v>63682</c:v>
                </c:pt>
                <c:pt idx="21313">
                  <c:v>63683</c:v>
                </c:pt>
                <c:pt idx="21314">
                  <c:v>63684</c:v>
                </c:pt>
                <c:pt idx="21315">
                  <c:v>63685</c:v>
                </c:pt>
                <c:pt idx="21316">
                  <c:v>63686</c:v>
                </c:pt>
                <c:pt idx="21317">
                  <c:v>63687</c:v>
                </c:pt>
                <c:pt idx="21318">
                  <c:v>63688</c:v>
                </c:pt>
                <c:pt idx="21319">
                  <c:v>63689</c:v>
                </c:pt>
                <c:pt idx="21320">
                  <c:v>63690</c:v>
                </c:pt>
                <c:pt idx="21321">
                  <c:v>63691</c:v>
                </c:pt>
                <c:pt idx="21322">
                  <c:v>63692</c:v>
                </c:pt>
                <c:pt idx="21323">
                  <c:v>63693</c:v>
                </c:pt>
                <c:pt idx="21324">
                  <c:v>63694</c:v>
                </c:pt>
                <c:pt idx="21325">
                  <c:v>63695</c:v>
                </c:pt>
                <c:pt idx="21326">
                  <c:v>63696</c:v>
                </c:pt>
                <c:pt idx="21327">
                  <c:v>63697</c:v>
                </c:pt>
                <c:pt idx="21328">
                  <c:v>63698</c:v>
                </c:pt>
                <c:pt idx="21329">
                  <c:v>63699</c:v>
                </c:pt>
                <c:pt idx="21330">
                  <c:v>63700</c:v>
                </c:pt>
                <c:pt idx="21331">
                  <c:v>63701</c:v>
                </c:pt>
                <c:pt idx="21332">
                  <c:v>63702</c:v>
                </c:pt>
                <c:pt idx="21333">
                  <c:v>63703</c:v>
                </c:pt>
                <c:pt idx="21334">
                  <c:v>63704</c:v>
                </c:pt>
                <c:pt idx="21335">
                  <c:v>63705</c:v>
                </c:pt>
                <c:pt idx="21336">
                  <c:v>63706</c:v>
                </c:pt>
                <c:pt idx="21337">
                  <c:v>63707</c:v>
                </c:pt>
                <c:pt idx="21338">
                  <c:v>63708</c:v>
                </c:pt>
                <c:pt idx="21339">
                  <c:v>63709</c:v>
                </c:pt>
                <c:pt idx="21340">
                  <c:v>63710</c:v>
                </c:pt>
                <c:pt idx="21341">
                  <c:v>63711</c:v>
                </c:pt>
                <c:pt idx="21342">
                  <c:v>63712</c:v>
                </c:pt>
                <c:pt idx="21343">
                  <c:v>63713</c:v>
                </c:pt>
                <c:pt idx="21344">
                  <c:v>63714</c:v>
                </c:pt>
                <c:pt idx="21345">
                  <c:v>63715</c:v>
                </c:pt>
                <c:pt idx="21346">
                  <c:v>63716</c:v>
                </c:pt>
                <c:pt idx="21347">
                  <c:v>63717</c:v>
                </c:pt>
                <c:pt idx="21348">
                  <c:v>63718</c:v>
                </c:pt>
                <c:pt idx="21349">
                  <c:v>63719</c:v>
                </c:pt>
                <c:pt idx="21350">
                  <c:v>63720</c:v>
                </c:pt>
                <c:pt idx="21351">
                  <c:v>63721</c:v>
                </c:pt>
                <c:pt idx="21352">
                  <c:v>63722</c:v>
                </c:pt>
                <c:pt idx="21353">
                  <c:v>63723</c:v>
                </c:pt>
                <c:pt idx="21354">
                  <c:v>63724</c:v>
                </c:pt>
                <c:pt idx="21355">
                  <c:v>63725</c:v>
                </c:pt>
                <c:pt idx="21356">
                  <c:v>63726</c:v>
                </c:pt>
                <c:pt idx="21357">
                  <c:v>63727</c:v>
                </c:pt>
                <c:pt idx="21358">
                  <c:v>63728</c:v>
                </c:pt>
                <c:pt idx="21359">
                  <c:v>63729</c:v>
                </c:pt>
                <c:pt idx="21360">
                  <c:v>63730</c:v>
                </c:pt>
                <c:pt idx="21361">
                  <c:v>63731</c:v>
                </c:pt>
                <c:pt idx="21362">
                  <c:v>63732</c:v>
                </c:pt>
                <c:pt idx="21363">
                  <c:v>63733</c:v>
                </c:pt>
                <c:pt idx="21364">
                  <c:v>63734</c:v>
                </c:pt>
                <c:pt idx="21365">
                  <c:v>63735</c:v>
                </c:pt>
                <c:pt idx="21366">
                  <c:v>63736</c:v>
                </c:pt>
                <c:pt idx="21367">
                  <c:v>63737</c:v>
                </c:pt>
                <c:pt idx="21368">
                  <c:v>63738</c:v>
                </c:pt>
                <c:pt idx="21369">
                  <c:v>63739</c:v>
                </c:pt>
                <c:pt idx="21370">
                  <c:v>63740</c:v>
                </c:pt>
                <c:pt idx="21371">
                  <c:v>63741</c:v>
                </c:pt>
                <c:pt idx="21372">
                  <c:v>63742</c:v>
                </c:pt>
                <c:pt idx="21373">
                  <c:v>63743</c:v>
                </c:pt>
                <c:pt idx="21374">
                  <c:v>63744</c:v>
                </c:pt>
                <c:pt idx="21375">
                  <c:v>63745</c:v>
                </c:pt>
                <c:pt idx="21376">
                  <c:v>63746</c:v>
                </c:pt>
                <c:pt idx="21377">
                  <c:v>63747</c:v>
                </c:pt>
                <c:pt idx="21378">
                  <c:v>63748</c:v>
                </c:pt>
                <c:pt idx="21379">
                  <c:v>63749</c:v>
                </c:pt>
                <c:pt idx="21380">
                  <c:v>63750</c:v>
                </c:pt>
                <c:pt idx="21381">
                  <c:v>63751</c:v>
                </c:pt>
                <c:pt idx="21382">
                  <c:v>63752</c:v>
                </c:pt>
                <c:pt idx="21383">
                  <c:v>63753</c:v>
                </c:pt>
                <c:pt idx="21384">
                  <c:v>63754</c:v>
                </c:pt>
                <c:pt idx="21385">
                  <c:v>63755</c:v>
                </c:pt>
                <c:pt idx="21386">
                  <c:v>63756</c:v>
                </c:pt>
                <c:pt idx="21387">
                  <c:v>63757</c:v>
                </c:pt>
                <c:pt idx="21388">
                  <c:v>63758</c:v>
                </c:pt>
                <c:pt idx="21389">
                  <c:v>63759</c:v>
                </c:pt>
                <c:pt idx="21390">
                  <c:v>63760</c:v>
                </c:pt>
                <c:pt idx="21391">
                  <c:v>63761</c:v>
                </c:pt>
                <c:pt idx="21392">
                  <c:v>63762</c:v>
                </c:pt>
                <c:pt idx="21393">
                  <c:v>63763</c:v>
                </c:pt>
                <c:pt idx="21394">
                  <c:v>63764</c:v>
                </c:pt>
                <c:pt idx="21395">
                  <c:v>63765</c:v>
                </c:pt>
                <c:pt idx="21396">
                  <c:v>63766</c:v>
                </c:pt>
                <c:pt idx="21397">
                  <c:v>63767</c:v>
                </c:pt>
                <c:pt idx="21398">
                  <c:v>63768</c:v>
                </c:pt>
                <c:pt idx="21399">
                  <c:v>63769</c:v>
                </c:pt>
                <c:pt idx="21400">
                  <c:v>63770</c:v>
                </c:pt>
                <c:pt idx="21401">
                  <c:v>63771</c:v>
                </c:pt>
                <c:pt idx="21402">
                  <c:v>63772</c:v>
                </c:pt>
                <c:pt idx="21403">
                  <c:v>63773</c:v>
                </c:pt>
                <c:pt idx="21404">
                  <c:v>63774</c:v>
                </c:pt>
                <c:pt idx="21405">
                  <c:v>63775</c:v>
                </c:pt>
                <c:pt idx="21406">
                  <c:v>63776</c:v>
                </c:pt>
                <c:pt idx="21407">
                  <c:v>63777</c:v>
                </c:pt>
                <c:pt idx="21408">
                  <c:v>63778</c:v>
                </c:pt>
                <c:pt idx="21409">
                  <c:v>63779</c:v>
                </c:pt>
                <c:pt idx="21410">
                  <c:v>63780</c:v>
                </c:pt>
                <c:pt idx="21411">
                  <c:v>63781</c:v>
                </c:pt>
                <c:pt idx="21412">
                  <c:v>63782</c:v>
                </c:pt>
                <c:pt idx="21413">
                  <c:v>63783</c:v>
                </c:pt>
                <c:pt idx="21414">
                  <c:v>63784</c:v>
                </c:pt>
                <c:pt idx="21415">
                  <c:v>63785</c:v>
                </c:pt>
                <c:pt idx="21416">
                  <c:v>63786</c:v>
                </c:pt>
                <c:pt idx="21417">
                  <c:v>63787</c:v>
                </c:pt>
                <c:pt idx="21418">
                  <c:v>63788</c:v>
                </c:pt>
                <c:pt idx="21419">
                  <c:v>63789</c:v>
                </c:pt>
                <c:pt idx="21420">
                  <c:v>63790</c:v>
                </c:pt>
                <c:pt idx="21421">
                  <c:v>63791</c:v>
                </c:pt>
                <c:pt idx="21422">
                  <c:v>63792</c:v>
                </c:pt>
                <c:pt idx="21423">
                  <c:v>63793</c:v>
                </c:pt>
                <c:pt idx="21424">
                  <c:v>63794</c:v>
                </c:pt>
                <c:pt idx="21425">
                  <c:v>63795</c:v>
                </c:pt>
                <c:pt idx="21426">
                  <c:v>63796</c:v>
                </c:pt>
                <c:pt idx="21427">
                  <c:v>63797</c:v>
                </c:pt>
                <c:pt idx="21428">
                  <c:v>63798</c:v>
                </c:pt>
                <c:pt idx="21429">
                  <c:v>63799</c:v>
                </c:pt>
                <c:pt idx="21430">
                  <c:v>63800</c:v>
                </c:pt>
                <c:pt idx="21431">
                  <c:v>63801</c:v>
                </c:pt>
                <c:pt idx="21432">
                  <c:v>63802</c:v>
                </c:pt>
                <c:pt idx="21433">
                  <c:v>63803</c:v>
                </c:pt>
                <c:pt idx="21434">
                  <c:v>63804</c:v>
                </c:pt>
                <c:pt idx="21435">
                  <c:v>63805</c:v>
                </c:pt>
                <c:pt idx="21436">
                  <c:v>63806</c:v>
                </c:pt>
                <c:pt idx="21437">
                  <c:v>63807</c:v>
                </c:pt>
                <c:pt idx="21438">
                  <c:v>63808</c:v>
                </c:pt>
                <c:pt idx="21439">
                  <c:v>63809</c:v>
                </c:pt>
                <c:pt idx="21440">
                  <c:v>63810</c:v>
                </c:pt>
                <c:pt idx="21441">
                  <c:v>63811</c:v>
                </c:pt>
                <c:pt idx="21442">
                  <c:v>63812</c:v>
                </c:pt>
                <c:pt idx="21443">
                  <c:v>63813</c:v>
                </c:pt>
                <c:pt idx="21444">
                  <c:v>63814</c:v>
                </c:pt>
                <c:pt idx="21445">
                  <c:v>63815</c:v>
                </c:pt>
                <c:pt idx="21446">
                  <c:v>63816</c:v>
                </c:pt>
                <c:pt idx="21447">
                  <c:v>63817</c:v>
                </c:pt>
                <c:pt idx="21448">
                  <c:v>63818</c:v>
                </c:pt>
                <c:pt idx="21449">
                  <c:v>63819</c:v>
                </c:pt>
                <c:pt idx="21450">
                  <c:v>63820</c:v>
                </c:pt>
                <c:pt idx="21451">
                  <c:v>63821</c:v>
                </c:pt>
                <c:pt idx="21452">
                  <c:v>63822</c:v>
                </c:pt>
                <c:pt idx="21453">
                  <c:v>63823</c:v>
                </c:pt>
                <c:pt idx="21454">
                  <c:v>63824</c:v>
                </c:pt>
                <c:pt idx="21455">
                  <c:v>63825</c:v>
                </c:pt>
                <c:pt idx="21456">
                  <c:v>63826</c:v>
                </c:pt>
                <c:pt idx="21457">
                  <c:v>63827</c:v>
                </c:pt>
                <c:pt idx="21458">
                  <c:v>63828</c:v>
                </c:pt>
                <c:pt idx="21459">
                  <c:v>63829</c:v>
                </c:pt>
                <c:pt idx="21460">
                  <c:v>63830</c:v>
                </c:pt>
                <c:pt idx="21461">
                  <c:v>63831</c:v>
                </c:pt>
                <c:pt idx="21462">
                  <c:v>63832</c:v>
                </c:pt>
                <c:pt idx="21463">
                  <c:v>63833</c:v>
                </c:pt>
                <c:pt idx="21464">
                  <c:v>63834</c:v>
                </c:pt>
                <c:pt idx="21465">
                  <c:v>63835</c:v>
                </c:pt>
                <c:pt idx="21466">
                  <c:v>63836</c:v>
                </c:pt>
                <c:pt idx="21467">
                  <c:v>63837</c:v>
                </c:pt>
                <c:pt idx="21468">
                  <c:v>63838</c:v>
                </c:pt>
                <c:pt idx="21469">
                  <c:v>63839</c:v>
                </c:pt>
                <c:pt idx="21470">
                  <c:v>63840</c:v>
                </c:pt>
                <c:pt idx="21471">
                  <c:v>63841</c:v>
                </c:pt>
                <c:pt idx="21472">
                  <c:v>63842</c:v>
                </c:pt>
                <c:pt idx="21473">
                  <c:v>63843</c:v>
                </c:pt>
                <c:pt idx="21474">
                  <c:v>63844</c:v>
                </c:pt>
                <c:pt idx="21475">
                  <c:v>63845</c:v>
                </c:pt>
                <c:pt idx="21476">
                  <c:v>63846</c:v>
                </c:pt>
                <c:pt idx="21477">
                  <c:v>63847</c:v>
                </c:pt>
                <c:pt idx="21478">
                  <c:v>63848</c:v>
                </c:pt>
                <c:pt idx="21479">
                  <c:v>63849</c:v>
                </c:pt>
                <c:pt idx="21480">
                  <c:v>63850</c:v>
                </c:pt>
                <c:pt idx="21481">
                  <c:v>63851</c:v>
                </c:pt>
                <c:pt idx="21482">
                  <c:v>63852</c:v>
                </c:pt>
                <c:pt idx="21483">
                  <c:v>63853</c:v>
                </c:pt>
                <c:pt idx="21484">
                  <c:v>63854</c:v>
                </c:pt>
                <c:pt idx="21485">
                  <c:v>63855</c:v>
                </c:pt>
                <c:pt idx="21486">
                  <c:v>63856</c:v>
                </c:pt>
                <c:pt idx="21487">
                  <c:v>63857</c:v>
                </c:pt>
                <c:pt idx="21488">
                  <c:v>63858</c:v>
                </c:pt>
                <c:pt idx="21489">
                  <c:v>63859</c:v>
                </c:pt>
                <c:pt idx="21490">
                  <c:v>63860</c:v>
                </c:pt>
                <c:pt idx="21491">
                  <c:v>63861</c:v>
                </c:pt>
                <c:pt idx="21492">
                  <c:v>63862</c:v>
                </c:pt>
                <c:pt idx="21493">
                  <c:v>63863</c:v>
                </c:pt>
                <c:pt idx="21494">
                  <c:v>63864</c:v>
                </c:pt>
                <c:pt idx="21495">
                  <c:v>63865</c:v>
                </c:pt>
                <c:pt idx="21496">
                  <c:v>63866</c:v>
                </c:pt>
                <c:pt idx="21497">
                  <c:v>63867</c:v>
                </c:pt>
                <c:pt idx="21498">
                  <c:v>63868</c:v>
                </c:pt>
                <c:pt idx="21499">
                  <c:v>63869</c:v>
                </c:pt>
                <c:pt idx="21500">
                  <c:v>63870</c:v>
                </c:pt>
                <c:pt idx="21501">
                  <c:v>63871</c:v>
                </c:pt>
                <c:pt idx="21502">
                  <c:v>63872</c:v>
                </c:pt>
                <c:pt idx="21503">
                  <c:v>63873</c:v>
                </c:pt>
                <c:pt idx="21504">
                  <c:v>63874</c:v>
                </c:pt>
                <c:pt idx="21505">
                  <c:v>63875</c:v>
                </c:pt>
                <c:pt idx="21506">
                  <c:v>63876</c:v>
                </c:pt>
                <c:pt idx="21507">
                  <c:v>63877</c:v>
                </c:pt>
                <c:pt idx="21508">
                  <c:v>63878</c:v>
                </c:pt>
                <c:pt idx="21509">
                  <c:v>63879</c:v>
                </c:pt>
                <c:pt idx="21510">
                  <c:v>63880</c:v>
                </c:pt>
                <c:pt idx="21511">
                  <c:v>63881</c:v>
                </c:pt>
                <c:pt idx="21512">
                  <c:v>63882</c:v>
                </c:pt>
                <c:pt idx="21513">
                  <c:v>63883</c:v>
                </c:pt>
                <c:pt idx="21514">
                  <c:v>63884</c:v>
                </c:pt>
                <c:pt idx="21515">
                  <c:v>63885</c:v>
                </c:pt>
                <c:pt idx="21516">
                  <c:v>63886</c:v>
                </c:pt>
                <c:pt idx="21517">
                  <c:v>63887</c:v>
                </c:pt>
                <c:pt idx="21518">
                  <c:v>63888</c:v>
                </c:pt>
                <c:pt idx="21519">
                  <c:v>63889</c:v>
                </c:pt>
                <c:pt idx="21520">
                  <c:v>63890</c:v>
                </c:pt>
                <c:pt idx="21521">
                  <c:v>63891</c:v>
                </c:pt>
                <c:pt idx="21522">
                  <c:v>63892</c:v>
                </c:pt>
                <c:pt idx="21523">
                  <c:v>63893</c:v>
                </c:pt>
                <c:pt idx="21524">
                  <c:v>63894</c:v>
                </c:pt>
                <c:pt idx="21525">
                  <c:v>63895</c:v>
                </c:pt>
                <c:pt idx="21526">
                  <c:v>63896</c:v>
                </c:pt>
                <c:pt idx="21527">
                  <c:v>63897</c:v>
                </c:pt>
                <c:pt idx="21528">
                  <c:v>63898</c:v>
                </c:pt>
                <c:pt idx="21529">
                  <c:v>63899</c:v>
                </c:pt>
                <c:pt idx="21530">
                  <c:v>63900</c:v>
                </c:pt>
                <c:pt idx="21531">
                  <c:v>63901</c:v>
                </c:pt>
                <c:pt idx="21532">
                  <c:v>63902</c:v>
                </c:pt>
                <c:pt idx="21533">
                  <c:v>63903</c:v>
                </c:pt>
                <c:pt idx="21534">
                  <c:v>63904</c:v>
                </c:pt>
                <c:pt idx="21535">
                  <c:v>63905</c:v>
                </c:pt>
                <c:pt idx="21536">
                  <c:v>63906</c:v>
                </c:pt>
                <c:pt idx="21537">
                  <c:v>63907</c:v>
                </c:pt>
                <c:pt idx="21538">
                  <c:v>63908</c:v>
                </c:pt>
                <c:pt idx="21539">
                  <c:v>63909</c:v>
                </c:pt>
                <c:pt idx="21540">
                  <c:v>63910</c:v>
                </c:pt>
                <c:pt idx="21541">
                  <c:v>63911</c:v>
                </c:pt>
                <c:pt idx="21542">
                  <c:v>63912</c:v>
                </c:pt>
                <c:pt idx="21543">
                  <c:v>63913</c:v>
                </c:pt>
                <c:pt idx="21544">
                  <c:v>63914</c:v>
                </c:pt>
                <c:pt idx="21545">
                  <c:v>63915</c:v>
                </c:pt>
                <c:pt idx="21546">
                  <c:v>63916</c:v>
                </c:pt>
                <c:pt idx="21547">
                  <c:v>63917</c:v>
                </c:pt>
                <c:pt idx="21548">
                  <c:v>63918</c:v>
                </c:pt>
                <c:pt idx="21549">
                  <c:v>63919</c:v>
                </c:pt>
                <c:pt idx="21550">
                  <c:v>63920</c:v>
                </c:pt>
                <c:pt idx="21551">
                  <c:v>63921</c:v>
                </c:pt>
                <c:pt idx="21552">
                  <c:v>63922</c:v>
                </c:pt>
                <c:pt idx="21553">
                  <c:v>63923</c:v>
                </c:pt>
                <c:pt idx="21554">
                  <c:v>63924</c:v>
                </c:pt>
                <c:pt idx="21555">
                  <c:v>63925</c:v>
                </c:pt>
                <c:pt idx="21556">
                  <c:v>63926</c:v>
                </c:pt>
                <c:pt idx="21557">
                  <c:v>63927</c:v>
                </c:pt>
                <c:pt idx="21558">
                  <c:v>63928</c:v>
                </c:pt>
                <c:pt idx="21559">
                  <c:v>63929</c:v>
                </c:pt>
                <c:pt idx="21560">
                  <c:v>63930</c:v>
                </c:pt>
                <c:pt idx="21561">
                  <c:v>63931</c:v>
                </c:pt>
                <c:pt idx="21562">
                  <c:v>63932</c:v>
                </c:pt>
                <c:pt idx="21563">
                  <c:v>63933</c:v>
                </c:pt>
                <c:pt idx="21564">
                  <c:v>63934</c:v>
                </c:pt>
                <c:pt idx="21565">
                  <c:v>63935</c:v>
                </c:pt>
                <c:pt idx="21566">
                  <c:v>63936</c:v>
                </c:pt>
                <c:pt idx="21567">
                  <c:v>63937</c:v>
                </c:pt>
                <c:pt idx="21568">
                  <c:v>63938</c:v>
                </c:pt>
                <c:pt idx="21569">
                  <c:v>63939</c:v>
                </c:pt>
                <c:pt idx="21570">
                  <c:v>63940</c:v>
                </c:pt>
                <c:pt idx="21571">
                  <c:v>63941</c:v>
                </c:pt>
                <c:pt idx="21572">
                  <c:v>63942</c:v>
                </c:pt>
                <c:pt idx="21573">
                  <c:v>63943</c:v>
                </c:pt>
                <c:pt idx="21574">
                  <c:v>63944</c:v>
                </c:pt>
                <c:pt idx="21575">
                  <c:v>63945</c:v>
                </c:pt>
                <c:pt idx="21576">
                  <c:v>63946</c:v>
                </c:pt>
                <c:pt idx="21577">
                  <c:v>63947</c:v>
                </c:pt>
                <c:pt idx="21578">
                  <c:v>63948</c:v>
                </c:pt>
                <c:pt idx="21579">
                  <c:v>63949</c:v>
                </c:pt>
                <c:pt idx="21580">
                  <c:v>63950</c:v>
                </c:pt>
                <c:pt idx="21581">
                  <c:v>63951</c:v>
                </c:pt>
                <c:pt idx="21582">
                  <c:v>63952</c:v>
                </c:pt>
                <c:pt idx="21583">
                  <c:v>63953</c:v>
                </c:pt>
                <c:pt idx="21584">
                  <c:v>63954</c:v>
                </c:pt>
                <c:pt idx="21585">
                  <c:v>63955</c:v>
                </c:pt>
                <c:pt idx="21586">
                  <c:v>63956</c:v>
                </c:pt>
                <c:pt idx="21587">
                  <c:v>63957</c:v>
                </c:pt>
                <c:pt idx="21588">
                  <c:v>63958</c:v>
                </c:pt>
                <c:pt idx="21589">
                  <c:v>63959</c:v>
                </c:pt>
                <c:pt idx="21590">
                  <c:v>63960</c:v>
                </c:pt>
                <c:pt idx="21591">
                  <c:v>63961</c:v>
                </c:pt>
                <c:pt idx="21592">
                  <c:v>63962</c:v>
                </c:pt>
                <c:pt idx="21593">
                  <c:v>63963</c:v>
                </c:pt>
                <c:pt idx="21594">
                  <c:v>63964</c:v>
                </c:pt>
                <c:pt idx="21595">
                  <c:v>63965</c:v>
                </c:pt>
                <c:pt idx="21596">
                  <c:v>63966</c:v>
                </c:pt>
                <c:pt idx="21597">
                  <c:v>63967</c:v>
                </c:pt>
                <c:pt idx="21598">
                  <c:v>63968</c:v>
                </c:pt>
                <c:pt idx="21599">
                  <c:v>63969</c:v>
                </c:pt>
                <c:pt idx="21600">
                  <c:v>63970</c:v>
                </c:pt>
                <c:pt idx="21601">
                  <c:v>63971</c:v>
                </c:pt>
                <c:pt idx="21602">
                  <c:v>63972</c:v>
                </c:pt>
                <c:pt idx="21603">
                  <c:v>63973</c:v>
                </c:pt>
                <c:pt idx="21604">
                  <c:v>63974</c:v>
                </c:pt>
                <c:pt idx="21605">
                  <c:v>63975</c:v>
                </c:pt>
                <c:pt idx="21606">
                  <c:v>63976</c:v>
                </c:pt>
                <c:pt idx="21607">
                  <c:v>63977</c:v>
                </c:pt>
                <c:pt idx="21608">
                  <c:v>63978</c:v>
                </c:pt>
                <c:pt idx="21609">
                  <c:v>63979</c:v>
                </c:pt>
                <c:pt idx="21610">
                  <c:v>63980</c:v>
                </c:pt>
                <c:pt idx="21611">
                  <c:v>63981</c:v>
                </c:pt>
                <c:pt idx="21612">
                  <c:v>63982</c:v>
                </c:pt>
                <c:pt idx="21613">
                  <c:v>63983</c:v>
                </c:pt>
                <c:pt idx="21614">
                  <c:v>63984</c:v>
                </c:pt>
                <c:pt idx="21615">
                  <c:v>63985</c:v>
                </c:pt>
                <c:pt idx="21616">
                  <c:v>63986</c:v>
                </c:pt>
                <c:pt idx="21617">
                  <c:v>63987</c:v>
                </c:pt>
                <c:pt idx="21618">
                  <c:v>63988</c:v>
                </c:pt>
                <c:pt idx="21619">
                  <c:v>63989</c:v>
                </c:pt>
                <c:pt idx="21620">
                  <c:v>63990</c:v>
                </c:pt>
                <c:pt idx="21621">
                  <c:v>63991</c:v>
                </c:pt>
                <c:pt idx="21622">
                  <c:v>63992</c:v>
                </c:pt>
                <c:pt idx="21623">
                  <c:v>63993</c:v>
                </c:pt>
                <c:pt idx="21624">
                  <c:v>63994</c:v>
                </c:pt>
                <c:pt idx="21625">
                  <c:v>63995</c:v>
                </c:pt>
                <c:pt idx="21626">
                  <c:v>63996</c:v>
                </c:pt>
                <c:pt idx="21627">
                  <c:v>63997</c:v>
                </c:pt>
                <c:pt idx="21628">
                  <c:v>63998</c:v>
                </c:pt>
                <c:pt idx="21629">
                  <c:v>63999</c:v>
                </c:pt>
                <c:pt idx="21630">
                  <c:v>64000</c:v>
                </c:pt>
                <c:pt idx="21631">
                  <c:v>64001</c:v>
                </c:pt>
                <c:pt idx="21632">
                  <c:v>64002</c:v>
                </c:pt>
                <c:pt idx="21633">
                  <c:v>64003</c:v>
                </c:pt>
                <c:pt idx="21634">
                  <c:v>64004</c:v>
                </c:pt>
                <c:pt idx="21635">
                  <c:v>64005</c:v>
                </c:pt>
                <c:pt idx="21636">
                  <c:v>64006</c:v>
                </c:pt>
                <c:pt idx="21637">
                  <c:v>64007</c:v>
                </c:pt>
                <c:pt idx="21638">
                  <c:v>64008</c:v>
                </c:pt>
                <c:pt idx="21639">
                  <c:v>64009</c:v>
                </c:pt>
                <c:pt idx="21640">
                  <c:v>64010</c:v>
                </c:pt>
                <c:pt idx="21641">
                  <c:v>64011</c:v>
                </c:pt>
                <c:pt idx="21642">
                  <c:v>64012</c:v>
                </c:pt>
                <c:pt idx="21643">
                  <c:v>64013</c:v>
                </c:pt>
                <c:pt idx="21644">
                  <c:v>64014</c:v>
                </c:pt>
                <c:pt idx="21645">
                  <c:v>64015</c:v>
                </c:pt>
                <c:pt idx="21646">
                  <c:v>64016</c:v>
                </c:pt>
                <c:pt idx="21647">
                  <c:v>64017</c:v>
                </c:pt>
                <c:pt idx="21648">
                  <c:v>64018</c:v>
                </c:pt>
                <c:pt idx="21649">
                  <c:v>64019</c:v>
                </c:pt>
                <c:pt idx="21650">
                  <c:v>64020</c:v>
                </c:pt>
                <c:pt idx="21651">
                  <c:v>64021</c:v>
                </c:pt>
                <c:pt idx="21652">
                  <c:v>64022</c:v>
                </c:pt>
                <c:pt idx="21653">
                  <c:v>64023</c:v>
                </c:pt>
                <c:pt idx="21654">
                  <c:v>64024</c:v>
                </c:pt>
                <c:pt idx="21655">
                  <c:v>64025</c:v>
                </c:pt>
                <c:pt idx="21656">
                  <c:v>64026</c:v>
                </c:pt>
                <c:pt idx="21657">
                  <c:v>64027</c:v>
                </c:pt>
                <c:pt idx="21658">
                  <c:v>64028</c:v>
                </c:pt>
                <c:pt idx="21659">
                  <c:v>64029</c:v>
                </c:pt>
                <c:pt idx="21660">
                  <c:v>64030</c:v>
                </c:pt>
                <c:pt idx="21661">
                  <c:v>64031</c:v>
                </c:pt>
                <c:pt idx="21662">
                  <c:v>64032</c:v>
                </c:pt>
                <c:pt idx="21663">
                  <c:v>64033</c:v>
                </c:pt>
                <c:pt idx="21664">
                  <c:v>64034</c:v>
                </c:pt>
                <c:pt idx="21665">
                  <c:v>64035</c:v>
                </c:pt>
                <c:pt idx="21666">
                  <c:v>64036</c:v>
                </c:pt>
                <c:pt idx="21667">
                  <c:v>64037</c:v>
                </c:pt>
                <c:pt idx="21668">
                  <c:v>64038</c:v>
                </c:pt>
                <c:pt idx="21669">
                  <c:v>64039</c:v>
                </c:pt>
                <c:pt idx="21670">
                  <c:v>64040</c:v>
                </c:pt>
                <c:pt idx="21671">
                  <c:v>64041</c:v>
                </c:pt>
                <c:pt idx="21672">
                  <c:v>64042</c:v>
                </c:pt>
                <c:pt idx="21673">
                  <c:v>64043</c:v>
                </c:pt>
                <c:pt idx="21674">
                  <c:v>64044</c:v>
                </c:pt>
                <c:pt idx="21675">
                  <c:v>64045</c:v>
                </c:pt>
                <c:pt idx="21676">
                  <c:v>64046</c:v>
                </c:pt>
                <c:pt idx="21677">
                  <c:v>64047</c:v>
                </c:pt>
                <c:pt idx="21678">
                  <c:v>64048</c:v>
                </c:pt>
                <c:pt idx="21679">
                  <c:v>64049</c:v>
                </c:pt>
                <c:pt idx="21680">
                  <c:v>64050</c:v>
                </c:pt>
                <c:pt idx="21681">
                  <c:v>64051</c:v>
                </c:pt>
                <c:pt idx="21682">
                  <c:v>64052</c:v>
                </c:pt>
                <c:pt idx="21683">
                  <c:v>64053</c:v>
                </c:pt>
                <c:pt idx="21684">
                  <c:v>64054</c:v>
                </c:pt>
                <c:pt idx="21685">
                  <c:v>64055</c:v>
                </c:pt>
                <c:pt idx="21686">
                  <c:v>64056</c:v>
                </c:pt>
                <c:pt idx="21687">
                  <c:v>64057</c:v>
                </c:pt>
                <c:pt idx="21688">
                  <c:v>64058</c:v>
                </c:pt>
                <c:pt idx="21689">
                  <c:v>64059</c:v>
                </c:pt>
                <c:pt idx="21690">
                  <c:v>64060</c:v>
                </c:pt>
                <c:pt idx="21691">
                  <c:v>64061</c:v>
                </c:pt>
                <c:pt idx="21692">
                  <c:v>64062</c:v>
                </c:pt>
                <c:pt idx="21693">
                  <c:v>64063</c:v>
                </c:pt>
                <c:pt idx="21694">
                  <c:v>64064</c:v>
                </c:pt>
                <c:pt idx="21695">
                  <c:v>64065</c:v>
                </c:pt>
                <c:pt idx="21696">
                  <c:v>64066</c:v>
                </c:pt>
                <c:pt idx="21697">
                  <c:v>64067</c:v>
                </c:pt>
                <c:pt idx="21698">
                  <c:v>64068</c:v>
                </c:pt>
                <c:pt idx="21699">
                  <c:v>64069</c:v>
                </c:pt>
                <c:pt idx="21700">
                  <c:v>64070</c:v>
                </c:pt>
                <c:pt idx="21701">
                  <c:v>64071</c:v>
                </c:pt>
                <c:pt idx="21702">
                  <c:v>64072</c:v>
                </c:pt>
                <c:pt idx="21703">
                  <c:v>64073</c:v>
                </c:pt>
                <c:pt idx="21704">
                  <c:v>64074</c:v>
                </c:pt>
                <c:pt idx="21705">
                  <c:v>64075</c:v>
                </c:pt>
                <c:pt idx="21706">
                  <c:v>64076</c:v>
                </c:pt>
                <c:pt idx="21707">
                  <c:v>64077</c:v>
                </c:pt>
                <c:pt idx="21708">
                  <c:v>64078</c:v>
                </c:pt>
                <c:pt idx="21709">
                  <c:v>64079</c:v>
                </c:pt>
                <c:pt idx="21710">
                  <c:v>64080</c:v>
                </c:pt>
                <c:pt idx="21711">
                  <c:v>64081</c:v>
                </c:pt>
                <c:pt idx="21712">
                  <c:v>64082</c:v>
                </c:pt>
                <c:pt idx="21713">
                  <c:v>64083</c:v>
                </c:pt>
                <c:pt idx="21714">
                  <c:v>64084</c:v>
                </c:pt>
                <c:pt idx="21715">
                  <c:v>64085</c:v>
                </c:pt>
                <c:pt idx="21716">
                  <c:v>64086</c:v>
                </c:pt>
                <c:pt idx="21717">
                  <c:v>64087</c:v>
                </c:pt>
                <c:pt idx="21718">
                  <c:v>64088</c:v>
                </c:pt>
                <c:pt idx="21719">
                  <c:v>64089</c:v>
                </c:pt>
                <c:pt idx="21720">
                  <c:v>64090</c:v>
                </c:pt>
                <c:pt idx="21721">
                  <c:v>64091</c:v>
                </c:pt>
                <c:pt idx="21722">
                  <c:v>64092</c:v>
                </c:pt>
                <c:pt idx="21723">
                  <c:v>64093</c:v>
                </c:pt>
                <c:pt idx="21724">
                  <c:v>64094</c:v>
                </c:pt>
                <c:pt idx="21725">
                  <c:v>64095</c:v>
                </c:pt>
                <c:pt idx="21726">
                  <c:v>64096</c:v>
                </c:pt>
                <c:pt idx="21727">
                  <c:v>64097</c:v>
                </c:pt>
                <c:pt idx="21728">
                  <c:v>64098</c:v>
                </c:pt>
                <c:pt idx="21729">
                  <c:v>64099</c:v>
                </c:pt>
                <c:pt idx="21730">
                  <c:v>64100</c:v>
                </c:pt>
                <c:pt idx="21731">
                  <c:v>64101</c:v>
                </c:pt>
                <c:pt idx="21732">
                  <c:v>64102</c:v>
                </c:pt>
                <c:pt idx="21733">
                  <c:v>64103</c:v>
                </c:pt>
                <c:pt idx="21734">
                  <c:v>64104</c:v>
                </c:pt>
                <c:pt idx="21735">
                  <c:v>64105</c:v>
                </c:pt>
                <c:pt idx="21736">
                  <c:v>64106</c:v>
                </c:pt>
                <c:pt idx="21737">
                  <c:v>64107</c:v>
                </c:pt>
                <c:pt idx="21738">
                  <c:v>64108</c:v>
                </c:pt>
                <c:pt idx="21739">
                  <c:v>64109</c:v>
                </c:pt>
                <c:pt idx="21740">
                  <c:v>64110</c:v>
                </c:pt>
                <c:pt idx="21741">
                  <c:v>64111</c:v>
                </c:pt>
                <c:pt idx="21742">
                  <c:v>64112</c:v>
                </c:pt>
                <c:pt idx="21743">
                  <c:v>64113</c:v>
                </c:pt>
                <c:pt idx="21744">
                  <c:v>64114</c:v>
                </c:pt>
                <c:pt idx="21745">
                  <c:v>64115</c:v>
                </c:pt>
                <c:pt idx="21746">
                  <c:v>64116</c:v>
                </c:pt>
                <c:pt idx="21747">
                  <c:v>64117</c:v>
                </c:pt>
                <c:pt idx="21748">
                  <c:v>64118</c:v>
                </c:pt>
                <c:pt idx="21749">
                  <c:v>64119</c:v>
                </c:pt>
                <c:pt idx="21750">
                  <c:v>64120</c:v>
                </c:pt>
                <c:pt idx="21751">
                  <c:v>64121</c:v>
                </c:pt>
                <c:pt idx="21752">
                  <c:v>64122</c:v>
                </c:pt>
                <c:pt idx="21753">
                  <c:v>64123</c:v>
                </c:pt>
                <c:pt idx="21754">
                  <c:v>64124</c:v>
                </c:pt>
                <c:pt idx="21755">
                  <c:v>64125</c:v>
                </c:pt>
                <c:pt idx="21756">
                  <c:v>64126</c:v>
                </c:pt>
                <c:pt idx="21757">
                  <c:v>64127</c:v>
                </c:pt>
                <c:pt idx="21758">
                  <c:v>64128</c:v>
                </c:pt>
                <c:pt idx="21759">
                  <c:v>64129</c:v>
                </c:pt>
                <c:pt idx="21760">
                  <c:v>64130</c:v>
                </c:pt>
                <c:pt idx="21761">
                  <c:v>64131</c:v>
                </c:pt>
                <c:pt idx="21762">
                  <c:v>64132</c:v>
                </c:pt>
                <c:pt idx="21763">
                  <c:v>64133</c:v>
                </c:pt>
                <c:pt idx="21764">
                  <c:v>64134</c:v>
                </c:pt>
                <c:pt idx="21765">
                  <c:v>64135</c:v>
                </c:pt>
                <c:pt idx="21766">
                  <c:v>64136</c:v>
                </c:pt>
                <c:pt idx="21767">
                  <c:v>64137</c:v>
                </c:pt>
                <c:pt idx="21768">
                  <c:v>64138</c:v>
                </c:pt>
                <c:pt idx="21769">
                  <c:v>64139</c:v>
                </c:pt>
                <c:pt idx="21770">
                  <c:v>64140</c:v>
                </c:pt>
                <c:pt idx="21771">
                  <c:v>64141</c:v>
                </c:pt>
                <c:pt idx="21772">
                  <c:v>64142</c:v>
                </c:pt>
                <c:pt idx="21773">
                  <c:v>64143</c:v>
                </c:pt>
                <c:pt idx="21774">
                  <c:v>64144</c:v>
                </c:pt>
                <c:pt idx="21775">
                  <c:v>64145</c:v>
                </c:pt>
                <c:pt idx="21776">
                  <c:v>64146</c:v>
                </c:pt>
                <c:pt idx="21777">
                  <c:v>64147</c:v>
                </c:pt>
                <c:pt idx="21778">
                  <c:v>64148</c:v>
                </c:pt>
                <c:pt idx="21779">
                  <c:v>64149</c:v>
                </c:pt>
                <c:pt idx="21780">
                  <c:v>64150</c:v>
                </c:pt>
                <c:pt idx="21781">
                  <c:v>64151</c:v>
                </c:pt>
                <c:pt idx="21782">
                  <c:v>64152</c:v>
                </c:pt>
                <c:pt idx="21783">
                  <c:v>64153</c:v>
                </c:pt>
                <c:pt idx="21784">
                  <c:v>64154</c:v>
                </c:pt>
                <c:pt idx="21785">
                  <c:v>64155</c:v>
                </c:pt>
                <c:pt idx="21786">
                  <c:v>64156</c:v>
                </c:pt>
                <c:pt idx="21787">
                  <c:v>64157</c:v>
                </c:pt>
                <c:pt idx="21788">
                  <c:v>64158</c:v>
                </c:pt>
                <c:pt idx="21789">
                  <c:v>64159</c:v>
                </c:pt>
                <c:pt idx="21790">
                  <c:v>64160</c:v>
                </c:pt>
                <c:pt idx="21791">
                  <c:v>64161</c:v>
                </c:pt>
                <c:pt idx="21792">
                  <c:v>64162</c:v>
                </c:pt>
                <c:pt idx="21793">
                  <c:v>64163</c:v>
                </c:pt>
                <c:pt idx="21794">
                  <c:v>64164</c:v>
                </c:pt>
                <c:pt idx="21795">
                  <c:v>64165</c:v>
                </c:pt>
                <c:pt idx="21796">
                  <c:v>64166</c:v>
                </c:pt>
                <c:pt idx="21797">
                  <c:v>64167</c:v>
                </c:pt>
                <c:pt idx="21798">
                  <c:v>64168</c:v>
                </c:pt>
                <c:pt idx="21799">
                  <c:v>64169</c:v>
                </c:pt>
                <c:pt idx="21800">
                  <c:v>64170</c:v>
                </c:pt>
                <c:pt idx="21801">
                  <c:v>64171</c:v>
                </c:pt>
                <c:pt idx="21802">
                  <c:v>64172</c:v>
                </c:pt>
                <c:pt idx="21803">
                  <c:v>64173</c:v>
                </c:pt>
                <c:pt idx="21804">
                  <c:v>64174</c:v>
                </c:pt>
                <c:pt idx="21805">
                  <c:v>64175</c:v>
                </c:pt>
                <c:pt idx="21806">
                  <c:v>64176</c:v>
                </c:pt>
                <c:pt idx="21807">
                  <c:v>64177</c:v>
                </c:pt>
                <c:pt idx="21808">
                  <c:v>64178</c:v>
                </c:pt>
                <c:pt idx="21809">
                  <c:v>64179</c:v>
                </c:pt>
                <c:pt idx="21810">
                  <c:v>64180</c:v>
                </c:pt>
                <c:pt idx="21811">
                  <c:v>64181</c:v>
                </c:pt>
                <c:pt idx="21812">
                  <c:v>64182</c:v>
                </c:pt>
                <c:pt idx="21813">
                  <c:v>64183</c:v>
                </c:pt>
                <c:pt idx="21814">
                  <c:v>64184</c:v>
                </c:pt>
                <c:pt idx="21815">
                  <c:v>64185</c:v>
                </c:pt>
                <c:pt idx="21816">
                  <c:v>64186</c:v>
                </c:pt>
                <c:pt idx="21817">
                  <c:v>64187</c:v>
                </c:pt>
                <c:pt idx="21818">
                  <c:v>64188</c:v>
                </c:pt>
                <c:pt idx="21819">
                  <c:v>64189</c:v>
                </c:pt>
                <c:pt idx="21820">
                  <c:v>64190</c:v>
                </c:pt>
                <c:pt idx="21821">
                  <c:v>64191</c:v>
                </c:pt>
                <c:pt idx="21822">
                  <c:v>64192</c:v>
                </c:pt>
                <c:pt idx="21823">
                  <c:v>64193</c:v>
                </c:pt>
                <c:pt idx="21824">
                  <c:v>64194</c:v>
                </c:pt>
                <c:pt idx="21825">
                  <c:v>64195</c:v>
                </c:pt>
                <c:pt idx="21826">
                  <c:v>64196</c:v>
                </c:pt>
                <c:pt idx="21827">
                  <c:v>64197</c:v>
                </c:pt>
                <c:pt idx="21828">
                  <c:v>64198</c:v>
                </c:pt>
                <c:pt idx="21829">
                  <c:v>64199</c:v>
                </c:pt>
                <c:pt idx="21830">
                  <c:v>64200</c:v>
                </c:pt>
                <c:pt idx="21831">
                  <c:v>64201</c:v>
                </c:pt>
                <c:pt idx="21832">
                  <c:v>64202</c:v>
                </c:pt>
                <c:pt idx="21833">
                  <c:v>64203</c:v>
                </c:pt>
                <c:pt idx="21834">
                  <c:v>64204</c:v>
                </c:pt>
                <c:pt idx="21835">
                  <c:v>64205</c:v>
                </c:pt>
                <c:pt idx="21836">
                  <c:v>64206</c:v>
                </c:pt>
                <c:pt idx="21837">
                  <c:v>64207</c:v>
                </c:pt>
                <c:pt idx="21838">
                  <c:v>64208</c:v>
                </c:pt>
                <c:pt idx="21839">
                  <c:v>64209</c:v>
                </c:pt>
                <c:pt idx="21840">
                  <c:v>64210</c:v>
                </c:pt>
                <c:pt idx="21841">
                  <c:v>64211</c:v>
                </c:pt>
                <c:pt idx="21842">
                  <c:v>64212</c:v>
                </c:pt>
                <c:pt idx="21843">
                  <c:v>64213</c:v>
                </c:pt>
                <c:pt idx="21844">
                  <c:v>64214</c:v>
                </c:pt>
                <c:pt idx="21845">
                  <c:v>64215</c:v>
                </c:pt>
                <c:pt idx="21846">
                  <c:v>64216</c:v>
                </c:pt>
                <c:pt idx="21847">
                  <c:v>64217</c:v>
                </c:pt>
                <c:pt idx="21848">
                  <c:v>64218</c:v>
                </c:pt>
                <c:pt idx="21849">
                  <c:v>64219</c:v>
                </c:pt>
                <c:pt idx="21850">
                  <c:v>64220</c:v>
                </c:pt>
                <c:pt idx="21851">
                  <c:v>64221</c:v>
                </c:pt>
                <c:pt idx="21852">
                  <c:v>64222</c:v>
                </c:pt>
                <c:pt idx="21853">
                  <c:v>64223</c:v>
                </c:pt>
                <c:pt idx="21854">
                  <c:v>64224</c:v>
                </c:pt>
                <c:pt idx="21855">
                  <c:v>64225</c:v>
                </c:pt>
                <c:pt idx="21856">
                  <c:v>64226</c:v>
                </c:pt>
                <c:pt idx="21857">
                  <c:v>64227</c:v>
                </c:pt>
                <c:pt idx="21858">
                  <c:v>64228</c:v>
                </c:pt>
                <c:pt idx="21859">
                  <c:v>64229</c:v>
                </c:pt>
                <c:pt idx="21860">
                  <c:v>64230</c:v>
                </c:pt>
                <c:pt idx="21861">
                  <c:v>64231</c:v>
                </c:pt>
                <c:pt idx="21862">
                  <c:v>64232</c:v>
                </c:pt>
                <c:pt idx="21863">
                  <c:v>64233</c:v>
                </c:pt>
                <c:pt idx="21864">
                  <c:v>64234</c:v>
                </c:pt>
                <c:pt idx="21865">
                  <c:v>64235</c:v>
                </c:pt>
                <c:pt idx="21866">
                  <c:v>64236</c:v>
                </c:pt>
                <c:pt idx="21867">
                  <c:v>64237</c:v>
                </c:pt>
                <c:pt idx="21868">
                  <c:v>64238</c:v>
                </c:pt>
                <c:pt idx="21869">
                  <c:v>64239</c:v>
                </c:pt>
                <c:pt idx="21870">
                  <c:v>64240</c:v>
                </c:pt>
                <c:pt idx="21871">
                  <c:v>64241</c:v>
                </c:pt>
                <c:pt idx="21872">
                  <c:v>64242</c:v>
                </c:pt>
                <c:pt idx="21873">
                  <c:v>64243</c:v>
                </c:pt>
                <c:pt idx="21874">
                  <c:v>64244</c:v>
                </c:pt>
                <c:pt idx="21875">
                  <c:v>64245</c:v>
                </c:pt>
                <c:pt idx="21876">
                  <c:v>64246</c:v>
                </c:pt>
                <c:pt idx="21877">
                  <c:v>64247</c:v>
                </c:pt>
                <c:pt idx="21878">
                  <c:v>64248</c:v>
                </c:pt>
                <c:pt idx="21879">
                  <c:v>64249</c:v>
                </c:pt>
                <c:pt idx="21880">
                  <c:v>64250</c:v>
                </c:pt>
                <c:pt idx="21881">
                  <c:v>64251</c:v>
                </c:pt>
                <c:pt idx="21882">
                  <c:v>64252</c:v>
                </c:pt>
                <c:pt idx="21883">
                  <c:v>64253</c:v>
                </c:pt>
                <c:pt idx="21884">
                  <c:v>64254</c:v>
                </c:pt>
                <c:pt idx="21885">
                  <c:v>64255</c:v>
                </c:pt>
                <c:pt idx="21886">
                  <c:v>64256</c:v>
                </c:pt>
                <c:pt idx="21887">
                  <c:v>64257</c:v>
                </c:pt>
                <c:pt idx="21888">
                  <c:v>64258</c:v>
                </c:pt>
                <c:pt idx="21889">
                  <c:v>64259</c:v>
                </c:pt>
                <c:pt idx="21890">
                  <c:v>64260</c:v>
                </c:pt>
                <c:pt idx="21891">
                  <c:v>64261</c:v>
                </c:pt>
                <c:pt idx="21892">
                  <c:v>64262</c:v>
                </c:pt>
                <c:pt idx="21893">
                  <c:v>64263</c:v>
                </c:pt>
                <c:pt idx="21894">
                  <c:v>64264</c:v>
                </c:pt>
                <c:pt idx="21895">
                  <c:v>64265</c:v>
                </c:pt>
                <c:pt idx="21896">
                  <c:v>64266</c:v>
                </c:pt>
                <c:pt idx="21897">
                  <c:v>64267</c:v>
                </c:pt>
                <c:pt idx="21898">
                  <c:v>64268</c:v>
                </c:pt>
                <c:pt idx="21899">
                  <c:v>64269</c:v>
                </c:pt>
                <c:pt idx="21900">
                  <c:v>64270</c:v>
                </c:pt>
                <c:pt idx="21901">
                  <c:v>64271</c:v>
                </c:pt>
                <c:pt idx="21902">
                  <c:v>64272</c:v>
                </c:pt>
                <c:pt idx="21903">
                  <c:v>64273</c:v>
                </c:pt>
                <c:pt idx="21904">
                  <c:v>64274</c:v>
                </c:pt>
                <c:pt idx="21905">
                  <c:v>64275</c:v>
                </c:pt>
                <c:pt idx="21906">
                  <c:v>64276</c:v>
                </c:pt>
                <c:pt idx="21907">
                  <c:v>64277</c:v>
                </c:pt>
                <c:pt idx="21908">
                  <c:v>64278</c:v>
                </c:pt>
                <c:pt idx="21909">
                  <c:v>64279</c:v>
                </c:pt>
                <c:pt idx="21910">
                  <c:v>64280</c:v>
                </c:pt>
                <c:pt idx="21911">
                  <c:v>64281</c:v>
                </c:pt>
                <c:pt idx="21912">
                  <c:v>64282</c:v>
                </c:pt>
                <c:pt idx="21913">
                  <c:v>64283</c:v>
                </c:pt>
                <c:pt idx="21914">
                  <c:v>64284</c:v>
                </c:pt>
                <c:pt idx="21915">
                  <c:v>64285</c:v>
                </c:pt>
                <c:pt idx="21916">
                  <c:v>64286</c:v>
                </c:pt>
                <c:pt idx="21917">
                  <c:v>64287</c:v>
                </c:pt>
                <c:pt idx="21918">
                  <c:v>64288</c:v>
                </c:pt>
                <c:pt idx="21919">
                  <c:v>64289</c:v>
                </c:pt>
                <c:pt idx="21920">
                  <c:v>64290</c:v>
                </c:pt>
                <c:pt idx="21921">
                  <c:v>64291</c:v>
                </c:pt>
                <c:pt idx="21922">
                  <c:v>64292</c:v>
                </c:pt>
                <c:pt idx="21923">
                  <c:v>64293</c:v>
                </c:pt>
                <c:pt idx="21924">
                  <c:v>64294</c:v>
                </c:pt>
                <c:pt idx="21925">
                  <c:v>64295</c:v>
                </c:pt>
                <c:pt idx="21926">
                  <c:v>64296</c:v>
                </c:pt>
                <c:pt idx="21927">
                  <c:v>64297</c:v>
                </c:pt>
                <c:pt idx="21928">
                  <c:v>64298</c:v>
                </c:pt>
                <c:pt idx="21929">
                  <c:v>64299</c:v>
                </c:pt>
                <c:pt idx="21930">
                  <c:v>64300</c:v>
                </c:pt>
                <c:pt idx="21931">
                  <c:v>64301</c:v>
                </c:pt>
                <c:pt idx="21932">
                  <c:v>64302</c:v>
                </c:pt>
                <c:pt idx="21933">
                  <c:v>64303</c:v>
                </c:pt>
                <c:pt idx="21934">
                  <c:v>64304</c:v>
                </c:pt>
                <c:pt idx="21935">
                  <c:v>64305</c:v>
                </c:pt>
                <c:pt idx="21936">
                  <c:v>64306</c:v>
                </c:pt>
                <c:pt idx="21937">
                  <c:v>64307</c:v>
                </c:pt>
                <c:pt idx="21938">
                  <c:v>64308</c:v>
                </c:pt>
                <c:pt idx="21939">
                  <c:v>64309</c:v>
                </c:pt>
                <c:pt idx="21940">
                  <c:v>64310</c:v>
                </c:pt>
                <c:pt idx="21941">
                  <c:v>64311</c:v>
                </c:pt>
                <c:pt idx="21942">
                  <c:v>64312</c:v>
                </c:pt>
                <c:pt idx="21943">
                  <c:v>64313</c:v>
                </c:pt>
                <c:pt idx="21944">
                  <c:v>64314</c:v>
                </c:pt>
                <c:pt idx="21945">
                  <c:v>64315</c:v>
                </c:pt>
                <c:pt idx="21946">
                  <c:v>64316</c:v>
                </c:pt>
                <c:pt idx="21947">
                  <c:v>64317</c:v>
                </c:pt>
                <c:pt idx="21948">
                  <c:v>64318</c:v>
                </c:pt>
                <c:pt idx="21949">
                  <c:v>64319</c:v>
                </c:pt>
                <c:pt idx="21950">
                  <c:v>64320</c:v>
                </c:pt>
                <c:pt idx="21951">
                  <c:v>64321</c:v>
                </c:pt>
                <c:pt idx="21952">
                  <c:v>64322</c:v>
                </c:pt>
                <c:pt idx="21953">
                  <c:v>64323</c:v>
                </c:pt>
                <c:pt idx="21954">
                  <c:v>64324</c:v>
                </c:pt>
                <c:pt idx="21955">
                  <c:v>64325</c:v>
                </c:pt>
                <c:pt idx="21956">
                  <c:v>64326</c:v>
                </c:pt>
                <c:pt idx="21957">
                  <c:v>64327</c:v>
                </c:pt>
                <c:pt idx="21958">
                  <c:v>64328</c:v>
                </c:pt>
                <c:pt idx="21959">
                  <c:v>64329</c:v>
                </c:pt>
                <c:pt idx="21960">
                  <c:v>64330</c:v>
                </c:pt>
                <c:pt idx="21961">
                  <c:v>64331</c:v>
                </c:pt>
                <c:pt idx="21962">
                  <c:v>64332</c:v>
                </c:pt>
                <c:pt idx="21963">
                  <c:v>64333</c:v>
                </c:pt>
                <c:pt idx="21964">
                  <c:v>64334</c:v>
                </c:pt>
                <c:pt idx="21965">
                  <c:v>64335</c:v>
                </c:pt>
                <c:pt idx="21966">
                  <c:v>64336</c:v>
                </c:pt>
                <c:pt idx="21967">
                  <c:v>64337</c:v>
                </c:pt>
                <c:pt idx="21968">
                  <c:v>64338</c:v>
                </c:pt>
                <c:pt idx="21969">
                  <c:v>64339</c:v>
                </c:pt>
                <c:pt idx="21970">
                  <c:v>64340</c:v>
                </c:pt>
                <c:pt idx="21971">
                  <c:v>64341</c:v>
                </c:pt>
                <c:pt idx="21972">
                  <c:v>64342</c:v>
                </c:pt>
                <c:pt idx="21973">
                  <c:v>64343</c:v>
                </c:pt>
                <c:pt idx="21974">
                  <c:v>64344</c:v>
                </c:pt>
                <c:pt idx="21975">
                  <c:v>64345</c:v>
                </c:pt>
                <c:pt idx="21976">
                  <c:v>64346</c:v>
                </c:pt>
                <c:pt idx="21977">
                  <c:v>64347</c:v>
                </c:pt>
                <c:pt idx="21978">
                  <c:v>64348</c:v>
                </c:pt>
                <c:pt idx="21979">
                  <c:v>64349</c:v>
                </c:pt>
                <c:pt idx="21980">
                  <c:v>64350</c:v>
                </c:pt>
                <c:pt idx="21981">
                  <c:v>64351</c:v>
                </c:pt>
                <c:pt idx="21982">
                  <c:v>64352</c:v>
                </c:pt>
                <c:pt idx="21983">
                  <c:v>64353</c:v>
                </c:pt>
                <c:pt idx="21984">
                  <c:v>64354</c:v>
                </c:pt>
                <c:pt idx="21985">
                  <c:v>64355</c:v>
                </c:pt>
                <c:pt idx="21986">
                  <c:v>64356</c:v>
                </c:pt>
                <c:pt idx="21987">
                  <c:v>64357</c:v>
                </c:pt>
                <c:pt idx="21988">
                  <c:v>64358</c:v>
                </c:pt>
                <c:pt idx="21989">
                  <c:v>64359</c:v>
                </c:pt>
                <c:pt idx="21990">
                  <c:v>64360</c:v>
                </c:pt>
                <c:pt idx="21991">
                  <c:v>64361</c:v>
                </c:pt>
                <c:pt idx="21992">
                  <c:v>64362</c:v>
                </c:pt>
                <c:pt idx="21993">
                  <c:v>64363</c:v>
                </c:pt>
                <c:pt idx="21994">
                  <c:v>64364</c:v>
                </c:pt>
                <c:pt idx="21995">
                  <c:v>64365</c:v>
                </c:pt>
                <c:pt idx="21996">
                  <c:v>64366</c:v>
                </c:pt>
                <c:pt idx="21997">
                  <c:v>64367</c:v>
                </c:pt>
                <c:pt idx="21998">
                  <c:v>64368</c:v>
                </c:pt>
                <c:pt idx="21999">
                  <c:v>64369</c:v>
                </c:pt>
                <c:pt idx="22000">
                  <c:v>64370</c:v>
                </c:pt>
                <c:pt idx="22001">
                  <c:v>64371</c:v>
                </c:pt>
                <c:pt idx="22002">
                  <c:v>64372</c:v>
                </c:pt>
                <c:pt idx="22003">
                  <c:v>64373</c:v>
                </c:pt>
                <c:pt idx="22004">
                  <c:v>64374</c:v>
                </c:pt>
                <c:pt idx="22005">
                  <c:v>64375</c:v>
                </c:pt>
                <c:pt idx="22006">
                  <c:v>64376</c:v>
                </c:pt>
                <c:pt idx="22007">
                  <c:v>64377</c:v>
                </c:pt>
                <c:pt idx="22008">
                  <c:v>64378</c:v>
                </c:pt>
                <c:pt idx="22009">
                  <c:v>64379</c:v>
                </c:pt>
                <c:pt idx="22010">
                  <c:v>64380</c:v>
                </c:pt>
                <c:pt idx="22011">
                  <c:v>64381</c:v>
                </c:pt>
                <c:pt idx="22012">
                  <c:v>64382</c:v>
                </c:pt>
                <c:pt idx="22013">
                  <c:v>64383</c:v>
                </c:pt>
                <c:pt idx="22014">
                  <c:v>64384</c:v>
                </c:pt>
                <c:pt idx="22015">
                  <c:v>64385</c:v>
                </c:pt>
                <c:pt idx="22016">
                  <c:v>64386</c:v>
                </c:pt>
                <c:pt idx="22017">
                  <c:v>64387</c:v>
                </c:pt>
                <c:pt idx="22018">
                  <c:v>64388</c:v>
                </c:pt>
                <c:pt idx="22019">
                  <c:v>64389</c:v>
                </c:pt>
                <c:pt idx="22020">
                  <c:v>64390</c:v>
                </c:pt>
                <c:pt idx="22021">
                  <c:v>64391</c:v>
                </c:pt>
                <c:pt idx="22022">
                  <c:v>64392</c:v>
                </c:pt>
                <c:pt idx="22023">
                  <c:v>64393</c:v>
                </c:pt>
                <c:pt idx="22024">
                  <c:v>64394</c:v>
                </c:pt>
                <c:pt idx="22025">
                  <c:v>64395</c:v>
                </c:pt>
                <c:pt idx="22026">
                  <c:v>64396</c:v>
                </c:pt>
                <c:pt idx="22027">
                  <c:v>64397</c:v>
                </c:pt>
                <c:pt idx="22028">
                  <c:v>64398</c:v>
                </c:pt>
                <c:pt idx="22029">
                  <c:v>64399</c:v>
                </c:pt>
                <c:pt idx="22030">
                  <c:v>64400</c:v>
                </c:pt>
                <c:pt idx="22031">
                  <c:v>64401</c:v>
                </c:pt>
                <c:pt idx="22032">
                  <c:v>64402</c:v>
                </c:pt>
                <c:pt idx="22033">
                  <c:v>64403</c:v>
                </c:pt>
                <c:pt idx="22034">
                  <c:v>64404</c:v>
                </c:pt>
                <c:pt idx="22035">
                  <c:v>64405</c:v>
                </c:pt>
                <c:pt idx="22036">
                  <c:v>64406</c:v>
                </c:pt>
                <c:pt idx="22037">
                  <c:v>64407</c:v>
                </c:pt>
                <c:pt idx="22038">
                  <c:v>64408</c:v>
                </c:pt>
                <c:pt idx="22039">
                  <c:v>64409</c:v>
                </c:pt>
                <c:pt idx="22040">
                  <c:v>64410</c:v>
                </c:pt>
                <c:pt idx="22041">
                  <c:v>64411</c:v>
                </c:pt>
                <c:pt idx="22042">
                  <c:v>64412</c:v>
                </c:pt>
                <c:pt idx="22043">
                  <c:v>64413</c:v>
                </c:pt>
                <c:pt idx="22044">
                  <c:v>64414</c:v>
                </c:pt>
                <c:pt idx="22045">
                  <c:v>64415</c:v>
                </c:pt>
                <c:pt idx="22046">
                  <c:v>64416</c:v>
                </c:pt>
                <c:pt idx="22047">
                  <c:v>64417</c:v>
                </c:pt>
                <c:pt idx="22048">
                  <c:v>64418</c:v>
                </c:pt>
                <c:pt idx="22049">
                  <c:v>64419</c:v>
                </c:pt>
                <c:pt idx="22050">
                  <c:v>64420</c:v>
                </c:pt>
                <c:pt idx="22051">
                  <c:v>64421</c:v>
                </c:pt>
                <c:pt idx="22052">
                  <c:v>64422</c:v>
                </c:pt>
                <c:pt idx="22053">
                  <c:v>64423</c:v>
                </c:pt>
                <c:pt idx="22054">
                  <c:v>64424</c:v>
                </c:pt>
                <c:pt idx="22055">
                  <c:v>64425</c:v>
                </c:pt>
                <c:pt idx="22056">
                  <c:v>64426</c:v>
                </c:pt>
                <c:pt idx="22057">
                  <c:v>64427</c:v>
                </c:pt>
                <c:pt idx="22058">
                  <c:v>64428</c:v>
                </c:pt>
                <c:pt idx="22059">
                  <c:v>64429</c:v>
                </c:pt>
                <c:pt idx="22060">
                  <c:v>64430</c:v>
                </c:pt>
                <c:pt idx="22061">
                  <c:v>64431</c:v>
                </c:pt>
                <c:pt idx="22062">
                  <c:v>64432</c:v>
                </c:pt>
                <c:pt idx="22063">
                  <c:v>64433</c:v>
                </c:pt>
                <c:pt idx="22064">
                  <c:v>64434</c:v>
                </c:pt>
                <c:pt idx="22065">
                  <c:v>64435</c:v>
                </c:pt>
                <c:pt idx="22066">
                  <c:v>64436</c:v>
                </c:pt>
                <c:pt idx="22067">
                  <c:v>64437</c:v>
                </c:pt>
                <c:pt idx="22068">
                  <c:v>64438</c:v>
                </c:pt>
                <c:pt idx="22069">
                  <c:v>64439</c:v>
                </c:pt>
                <c:pt idx="22070">
                  <c:v>64440</c:v>
                </c:pt>
                <c:pt idx="22071">
                  <c:v>64441</c:v>
                </c:pt>
                <c:pt idx="22072">
                  <c:v>64442</c:v>
                </c:pt>
                <c:pt idx="22073">
                  <c:v>64443</c:v>
                </c:pt>
                <c:pt idx="22074">
                  <c:v>64444</c:v>
                </c:pt>
                <c:pt idx="22075">
                  <c:v>64445</c:v>
                </c:pt>
                <c:pt idx="22076">
                  <c:v>64446</c:v>
                </c:pt>
                <c:pt idx="22077">
                  <c:v>64447</c:v>
                </c:pt>
                <c:pt idx="22078">
                  <c:v>64448</c:v>
                </c:pt>
                <c:pt idx="22079">
                  <c:v>64449</c:v>
                </c:pt>
                <c:pt idx="22080">
                  <c:v>64450</c:v>
                </c:pt>
                <c:pt idx="22081">
                  <c:v>64451</c:v>
                </c:pt>
                <c:pt idx="22082">
                  <c:v>64452</c:v>
                </c:pt>
                <c:pt idx="22083">
                  <c:v>64453</c:v>
                </c:pt>
                <c:pt idx="22084">
                  <c:v>64454</c:v>
                </c:pt>
                <c:pt idx="22085">
                  <c:v>64455</c:v>
                </c:pt>
                <c:pt idx="22086">
                  <c:v>64456</c:v>
                </c:pt>
                <c:pt idx="22087">
                  <c:v>64457</c:v>
                </c:pt>
                <c:pt idx="22088">
                  <c:v>64458</c:v>
                </c:pt>
                <c:pt idx="22089">
                  <c:v>64459</c:v>
                </c:pt>
                <c:pt idx="22090">
                  <c:v>64460</c:v>
                </c:pt>
                <c:pt idx="22091">
                  <c:v>64461</c:v>
                </c:pt>
                <c:pt idx="22092">
                  <c:v>64462</c:v>
                </c:pt>
                <c:pt idx="22093">
                  <c:v>64463</c:v>
                </c:pt>
                <c:pt idx="22094">
                  <c:v>64464</c:v>
                </c:pt>
                <c:pt idx="22095">
                  <c:v>64465</c:v>
                </c:pt>
                <c:pt idx="22096">
                  <c:v>64466</c:v>
                </c:pt>
                <c:pt idx="22097">
                  <c:v>64467</c:v>
                </c:pt>
                <c:pt idx="22098">
                  <c:v>64468</c:v>
                </c:pt>
                <c:pt idx="22099">
                  <c:v>64469</c:v>
                </c:pt>
                <c:pt idx="22100">
                  <c:v>64470</c:v>
                </c:pt>
                <c:pt idx="22101">
                  <c:v>64471</c:v>
                </c:pt>
                <c:pt idx="22102">
                  <c:v>64472</c:v>
                </c:pt>
                <c:pt idx="22103">
                  <c:v>64473</c:v>
                </c:pt>
                <c:pt idx="22104">
                  <c:v>64474</c:v>
                </c:pt>
                <c:pt idx="22105">
                  <c:v>64475</c:v>
                </c:pt>
                <c:pt idx="22106">
                  <c:v>64476</c:v>
                </c:pt>
                <c:pt idx="22107">
                  <c:v>64477</c:v>
                </c:pt>
                <c:pt idx="22108">
                  <c:v>64478</c:v>
                </c:pt>
                <c:pt idx="22109">
                  <c:v>64479</c:v>
                </c:pt>
                <c:pt idx="22110">
                  <c:v>64480</c:v>
                </c:pt>
                <c:pt idx="22111">
                  <c:v>64481</c:v>
                </c:pt>
                <c:pt idx="22112">
                  <c:v>64482</c:v>
                </c:pt>
                <c:pt idx="22113">
                  <c:v>64483</c:v>
                </c:pt>
                <c:pt idx="22114">
                  <c:v>64484</c:v>
                </c:pt>
                <c:pt idx="22115">
                  <c:v>64485</c:v>
                </c:pt>
                <c:pt idx="22116">
                  <c:v>64486</c:v>
                </c:pt>
                <c:pt idx="22117">
                  <c:v>64487</c:v>
                </c:pt>
                <c:pt idx="22118">
                  <c:v>64488</c:v>
                </c:pt>
                <c:pt idx="22119">
                  <c:v>64489</c:v>
                </c:pt>
                <c:pt idx="22120">
                  <c:v>64490</c:v>
                </c:pt>
                <c:pt idx="22121">
                  <c:v>64491</c:v>
                </c:pt>
                <c:pt idx="22122">
                  <c:v>64492</c:v>
                </c:pt>
                <c:pt idx="22123">
                  <c:v>64493</c:v>
                </c:pt>
                <c:pt idx="22124">
                  <c:v>64494</c:v>
                </c:pt>
                <c:pt idx="22125">
                  <c:v>64495</c:v>
                </c:pt>
                <c:pt idx="22126">
                  <c:v>64496</c:v>
                </c:pt>
                <c:pt idx="22127">
                  <c:v>64497</c:v>
                </c:pt>
                <c:pt idx="22128">
                  <c:v>64498</c:v>
                </c:pt>
                <c:pt idx="22129">
                  <c:v>64499</c:v>
                </c:pt>
                <c:pt idx="22130">
                  <c:v>64500</c:v>
                </c:pt>
                <c:pt idx="22131">
                  <c:v>64501</c:v>
                </c:pt>
                <c:pt idx="22132">
                  <c:v>64502</c:v>
                </c:pt>
                <c:pt idx="22133">
                  <c:v>64503</c:v>
                </c:pt>
                <c:pt idx="22134">
                  <c:v>64504</c:v>
                </c:pt>
                <c:pt idx="22135">
                  <c:v>64505</c:v>
                </c:pt>
                <c:pt idx="22136">
                  <c:v>64506</c:v>
                </c:pt>
                <c:pt idx="22137">
                  <c:v>64507</c:v>
                </c:pt>
                <c:pt idx="22138">
                  <c:v>64508</c:v>
                </c:pt>
                <c:pt idx="22139">
                  <c:v>64509</c:v>
                </c:pt>
                <c:pt idx="22140">
                  <c:v>64510</c:v>
                </c:pt>
                <c:pt idx="22141">
                  <c:v>64511</c:v>
                </c:pt>
                <c:pt idx="22142">
                  <c:v>64512</c:v>
                </c:pt>
                <c:pt idx="22143">
                  <c:v>64513</c:v>
                </c:pt>
                <c:pt idx="22144">
                  <c:v>64514</c:v>
                </c:pt>
                <c:pt idx="22145">
                  <c:v>64515</c:v>
                </c:pt>
                <c:pt idx="22146">
                  <c:v>64516</c:v>
                </c:pt>
                <c:pt idx="22147">
                  <c:v>64517</c:v>
                </c:pt>
                <c:pt idx="22148">
                  <c:v>64518</c:v>
                </c:pt>
                <c:pt idx="22149">
                  <c:v>64519</c:v>
                </c:pt>
                <c:pt idx="22150">
                  <c:v>64520</c:v>
                </c:pt>
                <c:pt idx="22151">
                  <c:v>64521</c:v>
                </c:pt>
                <c:pt idx="22152">
                  <c:v>64522</c:v>
                </c:pt>
                <c:pt idx="22153">
                  <c:v>64523</c:v>
                </c:pt>
                <c:pt idx="22154">
                  <c:v>64524</c:v>
                </c:pt>
                <c:pt idx="22155">
                  <c:v>64525</c:v>
                </c:pt>
                <c:pt idx="22156">
                  <c:v>64526</c:v>
                </c:pt>
                <c:pt idx="22157">
                  <c:v>64527</c:v>
                </c:pt>
                <c:pt idx="22158">
                  <c:v>64528</c:v>
                </c:pt>
                <c:pt idx="22159">
                  <c:v>64529</c:v>
                </c:pt>
                <c:pt idx="22160">
                  <c:v>64530</c:v>
                </c:pt>
                <c:pt idx="22161">
                  <c:v>64531</c:v>
                </c:pt>
                <c:pt idx="22162">
                  <c:v>64532</c:v>
                </c:pt>
                <c:pt idx="22163">
                  <c:v>64533</c:v>
                </c:pt>
                <c:pt idx="22164">
                  <c:v>64534</c:v>
                </c:pt>
                <c:pt idx="22165">
                  <c:v>64535</c:v>
                </c:pt>
                <c:pt idx="22166">
                  <c:v>64536</c:v>
                </c:pt>
                <c:pt idx="22167">
                  <c:v>64537</c:v>
                </c:pt>
                <c:pt idx="22168">
                  <c:v>64538</c:v>
                </c:pt>
                <c:pt idx="22169">
                  <c:v>64539</c:v>
                </c:pt>
                <c:pt idx="22170">
                  <c:v>64540</c:v>
                </c:pt>
                <c:pt idx="22171">
                  <c:v>64541</c:v>
                </c:pt>
                <c:pt idx="22172">
                  <c:v>64542</c:v>
                </c:pt>
                <c:pt idx="22173">
                  <c:v>64543</c:v>
                </c:pt>
                <c:pt idx="22174">
                  <c:v>64544</c:v>
                </c:pt>
                <c:pt idx="22175">
                  <c:v>64545</c:v>
                </c:pt>
                <c:pt idx="22176">
                  <c:v>64546</c:v>
                </c:pt>
                <c:pt idx="22177">
                  <c:v>64547</c:v>
                </c:pt>
                <c:pt idx="22178">
                  <c:v>64548</c:v>
                </c:pt>
                <c:pt idx="22179">
                  <c:v>64549</c:v>
                </c:pt>
                <c:pt idx="22180">
                  <c:v>64550</c:v>
                </c:pt>
                <c:pt idx="22181">
                  <c:v>64551</c:v>
                </c:pt>
                <c:pt idx="22182">
                  <c:v>64552</c:v>
                </c:pt>
                <c:pt idx="22183">
                  <c:v>64553</c:v>
                </c:pt>
                <c:pt idx="22184">
                  <c:v>64554</c:v>
                </c:pt>
                <c:pt idx="22185">
                  <c:v>64555</c:v>
                </c:pt>
                <c:pt idx="22186">
                  <c:v>64556</c:v>
                </c:pt>
                <c:pt idx="22187">
                  <c:v>64557</c:v>
                </c:pt>
                <c:pt idx="22188">
                  <c:v>64558</c:v>
                </c:pt>
                <c:pt idx="22189">
                  <c:v>64559</c:v>
                </c:pt>
                <c:pt idx="22190">
                  <c:v>64560</c:v>
                </c:pt>
                <c:pt idx="22191">
                  <c:v>64561</c:v>
                </c:pt>
                <c:pt idx="22192">
                  <c:v>64562</c:v>
                </c:pt>
                <c:pt idx="22193">
                  <c:v>64563</c:v>
                </c:pt>
                <c:pt idx="22194">
                  <c:v>64564</c:v>
                </c:pt>
                <c:pt idx="22195">
                  <c:v>64565</c:v>
                </c:pt>
                <c:pt idx="22196">
                  <c:v>64566</c:v>
                </c:pt>
                <c:pt idx="22197">
                  <c:v>64567</c:v>
                </c:pt>
                <c:pt idx="22198">
                  <c:v>64568</c:v>
                </c:pt>
                <c:pt idx="22199">
                  <c:v>64569</c:v>
                </c:pt>
                <c:pt idx="22200">
                  <c:v>64570</c:v>
                </c:pt>
                <c:pt idx="22201">
                  <c:v>64571</c:v>
                </c:pt>
                <c:pt idx="22202">
                  <c:v>64572</c:v>
                </c:pt>
                <c:pt idx="22203">
                  <c:v>64573</c:v>
                </c:pt>
                <c:pt idx="22204">
                  <c:v>64574</c:v>
                </c:pt>
                <c:pt idx="22205">
                  <c:v>64575</c:v>
                </c:pt>
                <c:pt idx="22206">
                  <c:v>64576</c:v>
                </c:pt>
                <c:pt idx="22207">
                  <c:v>64577</c:v>
                </c:pt>
                <c:pt idx="22208">
                  <c:v>64578</c:v>
                </c:pt>
                <c:pt idx="22209">
                  <c:v>64579</c:v>
                </c:pt>
                <c:pt idx="22210">
                  <c:v>64580</c:v>
                </c:pt>
                <c:pt idx="22211">
                  <c:v>64581</c:v>
                </c:pt>
                <c:pt idx="22212">
                  <c:v>64582</c:v>
                </c:pt>
                <c:pt idx="22213">
                  <c:v>64583</c:v>
                </c:pt>
                <c:pt idx="22214">
                  <c:v>64584</c:v>
                </c:pt>
                <c:pt idx="22215">
                  <c:v>64585</c:v>
                </c:pt>
                <c:pt idx="22216">
                  <c:v>64586</c:v>
                </c:pt>
                <c:pt idx="22217">
                  <c:v>64587</c:v>
                </c:pt>
                <c:pt idx="22218">
                  <c:v>64588</c:v>
                </c:pt>
                <c:pt idx="22219">
                  <c:v>64589</c:v>
                </c:pt>
                <c:pt idx="22220">
                  <c:v>64590</c:v>
                </c:pt>
                <c:pt idx="22221">
                  <c:v>64591</c:v>
                </c:pt>
                <c:pt idx="22222">
                  <c:v>64592</c:v>
                </c:pt>
                <c:pt idx="22223">
                  <c:v>64593</c:v>
                </c:pt>
                <c:pt idx="22224">
                  <c:v>64594</c:v>
                </c:pt>
                <c:pt idx="22225">
                  <c:v>64595</c:v>
                </c:pt>
                <c:pt idx="22226">
                  <c:v>64596</c:v>
                </c:pt>
                <c:pt idx="22227">
                  <c:v>64597</c:v>
                </c:pt>
                <c:pt idx="22228">
                  <c:v>64598</c:v>
                </c:pt>
                <c:pt idx="22229">
                  <c:v>64599</c:v>
                </c:pt>
                <c:pt idx="22230">
                  <c:v>64600</c:v>
                </c:pt>
                <c:pt idx="22231">
                  <c:v>64601</c:v>
                </c:pt>
                <c:pt idx="22232">
                  <c:v>64602</c:v>
                </c:pt>
                <c:pt idx="22233">
                  <c:v>64603</c:v>
                </c:pt>
                <c:pt idx="22234">
                  <c:v>64604</c:v>
                </c:pt>
                <c:pt idx="22235">
                  <c:v>64605</c:v>
                </c:pt>
                <c:pt idx="22236">
                  <c:v>64606</c:v>
                </c:pt>
                <c:pt idx="22237">
                  <c:v>64607</c:v>
                </c:pt>
                <c:pt idx="22238">
                  <c:v>64608</c:v>
                </c:pt>
                <c:pt idx="22239">
                  <c:v>64609</c:v>
                </c:pt>
                <c:pt idx="22240">
                  <c:v>64610</c:v>
                </c:pt>
                <c:pt idx="22241">
                  <c:v>64611</c:v>
                </c:pt>
                <c:pt idx="22242">
                  <c:v>64612</c:v>
                </c:pt>
                <c:pt idx="22243">
                  <c:v>64613</c:v>
                </c:pt>
                <c:pt idx="22244">
                  <c:v>64614</c:v>
                </c:pt>
                <c:pt idx="22245">
                  <c:v>64615</c:v>
                </c:pt>
                <c:pt idx="22246">
                  <c:v>64616</c:v>
                </c:pt>
                <c:pt idx="22247">
                  <c:v>64617</c:v>
                </c:pt>
                <c:pt idx="22248">
                  <c:v>64618</c:v>
                </c:pt>
                <c:pt idx="22249">
                  <c:v>64619</c:v>
                </c:pt>
                <c:pt idx="22250">
                  <c:v>64620</c:v>
                </c:pt>
                <c:pt idx="22251">
                  <c:v>64621</c:v>
                </c:pt>
                <c:pt idx="22252">
                  <c:v>64622</c:v>
                </c:pt>
                <c:pt idx="22253">
                  <c:v>64623</c:v>
                </c:pt>
                <c:pt idx="22254">
                  <c:v>64624</c:v>
                </c:pt>
                <c:pt idx="22255">
                  <c:v>64625</c:v>
                </c:pt>
                <c:pt idx="22256">
                  <c:v>64626</c:v>
                </c:pt>
                <c:pt idx="22257">
                  <c:v>64627</c:v>
                </c:pt>
                <c:pt idx="22258">
                  <c:v>64628</c:v>
                </c:pt>
                <c:pt idx="22259">
                  <c:v>64629</c:v>
                </c:pt>
                <c:pt idx="22260">
                  <c:v>64630</c:v>
                </c:pt>
                <c:pt idx="22261">
                  <c:v>64631</c:v>
                </c:pt>
                <c:pt idx="22262">
                  <c:v>64632</c:v>
                </c:pt>
                <c:pt idx="22263">
                  <c:v>64633</c:v>
                </c:pt>
                <c:pt idx="22264">
                  <c:v>64634</c:v>
                </c:pt>
                <c:pt idx="22265">
                  <c:v>64635</c:v>
                </c:pt>
                <c:pt idx="22266">
                  <c:v>64636</c:v>
                </c:pt>
                <c:pt idx="22267">
                  <c:v>64637</c:v>
                </c:pt>
                <c:pt idx="22268">
                  <c:v>64638</c:v>
                </c:pt>
                <c:pt idx="22269">
                  <c:v>64639</c:v>
                </c:pt>
                <c:pt idx="22270">
                  <c:v>64640</c:v>
                </c:pt>
                <c:pt idx="22271">
                  <c:v>64641</c:v>
                </c:pt>
                <c:pt idx="22272">
                  <c:v>64642</c:v>
                </c:pt>
                <c:pt idx="22273">
                  <c:v>64643</c:v>
                </c:pt>
                <c:pt idx="22274">
                  <c:v>64644</c:v>
                </c:pt>
                <c:pt idx="22275">
                  <c:v>64645</c:v>
                </c:pt>
                <c:pt idx="22276">
                  <c:v>64646</c:v>
                </c:pt>
                <c:pt idx="22277">
                  <c:v>64647</c:v>
                </c:pt>
                <c:pt idx="22278">
                  <c:v>64648</c:v>
                </c:pt>
                <c:pt idx="22279">
                  <c:v>64649</c:v>
                </c:pt>
                <c:pt idx="22280">
                  <c:v>64650</c:v>
                </c:pt>
                <c:pt idx="22281">
                  <c:v>64651</c:v>
                </c:pt>
                <c:pt idx="22282">
                  <c:v>64652</c:v>
                </c:pt>
                <c:pt idx="22283">
                  <c:v>64653</c:v>
                </c:pt>
                <c:pt idx="22284">
                  <c:v>64654</c:v>
                </c:pt>
                <c:pt idx="22285">
                  <c:v>64655</c:v>
                </c:pt>
                <c:pt idx="22286">
                  <c:v>64656</c:v>
                </c:pt>
                <c:pt idx="22287">
                  <c:v>64657</c:v>
                </c:pt>
                <c:pt idx="22288">
                  <c:v>64658</c:v>
                </c:pt>
                <c:pt idx="22289">
                  <c:v>64659</c:v>
                </c:pt>
                <c:pt idx="22290">
                  <c:v>64660</c:v>
                </c:pt>
                <c:pt idx="22291">
                  <c:v>64661</c:v>
                </c:pt>
                <c:pt idx="22292">
                  <c:v>64662</c:v>
                </c:pt>
                <c:pt idx="22293">
                  <c:v>64663</c:v>
                </c:pt>
                <c:pt idx="22294">
                  <c:v>64664</c:v>
                </c:pt>
                <c:pt idx="22295">
                  <c:v>64665</c:v>
                </c:pt>
                <c:pt idx="22296">
                  <c:v>64666</c:v>
                </c:pt>
                <c:pt idx="22297">
                  <c:v>64667</c:v>
                </c:pt>
                <c:pt idx="22298">
                  <c:v>64668</c:v>
                </c:pt>
                <c:pt idx="22299">
                  <c:v>64669</c:v>
                </c:pt>
                <c:pt idx="22300">
                  <c:v>64670</c:v>
                </c:pt>
                <c:pt idx="22301">
                  <c:v>64671</c:v>
                </c:pt>
                <c:pt idx="22302">
                  <c:v>64672</c:v>
                </c:pt>
                <c:pt idx="22303">
                  <c:v>64673</c:v>
                </c:pt>
                <c:pt idx="22304">
                  <c:v>64674</c:v>
                </c:pt>
                <c:pt idx="22305">
                  <c:v>64675</c:v>
                </c:pt>
                <c:pt idx="22306">
                  <c:v>64676</c:v>
                </c:pt>
                <c:pt idx="22307">
                  <c:v>64677</c:v>
                </c:pt>
                <c:pt idx="22308">
                  <c:v>64678</c:v>
                </c:pt>
                <c:pt idx="22309">
                  <c:v>64679</c:v>
                </c:pt>
                <c:pt idx="22310">
                  <c:v>64680</c:v>
                </c:pt>
                <c:pt idx="22311">
                  <c:v>64681</c:v>
                </c:pt>
                <c:pt idx="22312">
                  <c:v>64682</c:v>
                </c:pt>
                <c:pt idx="22313">
                  <c:v>64683</c:v>
                </c:pt>
                <c:pt idx="22314">
                  <c:v>64684</c:v>
                </c:pt>
                <c:pt idx="22315">
                  <c:v>64685</c:v>
                </c:pt>
                <c:pt idx="22316">
                  <c:v>64686</c:v>
                </c:pt>
                <c:pt idx="22317">
                  <c:v>64687</c:v>
                </c:pt>
                <c:pt idx="22318">
                  <c:v>64688</c:v>
                </c:pt>
                <c:pt idx="22319">
                  <c:v>64689</c:v>
                </c:pt>
                <c:pt idx="22320">
                  <c:v>64690</c:v>
                </c:pt>
                <c:pt idx="22321">
                  <c:v>64691</c:v>
                </c:pt>
                <c:pt idx="22322">
                  <c:v>64692</c:v>
                </c:pt>
                <c:pt idx="22323">
                  <c:v>64693</c:v>
                </c:pt>
                <c:pt idx="22324">
                  <c:v>64694</c:v>
                </c:pt>
                <c:pt idx="22325">
                  <c:v>64695</c:v>
                </c:pt>
                <c:pt idx="22326">
                  <c:v>64696</c:v>
                </c:pt>
                <c:pt idx="22327">
                  <c:v>64697</c:v>
                </c:pt>
                <c:pt idx="22328">
                  <c:v>64698</c:v>
                </c:pt>
                <c:pt idx="22329">
                  <c:v>64699</c:v>
                </c:pt>
                <c:pt idx="22330">
                  <c:v>64700</c:v>
                </c:pt>
                <c:pt idx="22331">
                  <c:v>64701</c:v>
                </c:pt>
                <c:pt idx="22332">
                  <c:v>64702</c:v>
                </c:pt>
                <c:pt idx="22333">
                  <c:v>64703</c:v>
                </c:pt>
                <c:pt idx="22334">
                  <c:v>64704</c:v>
                </c:pt>
                <c:pt idx="22335">
                  <c:v>64705</c:v>
                </c:pt>
                <c:pt idx="22336">
                  <c:v>64706</c:v>
                </c:pt>
                <c:pt idx="22337">
                  <c:v>64707</c:v>
                </c:pt>
                <c:pt idx="22338">
                  <c:v>64708</c:v>
                </c:pt>
                <c:pt idx="22339">
                  <c:v>64709</c:v>
                </c:pt>
                <c:pt idx="22340">
                  <c:v>64710</c:v>
                </c:pt>
                <c:pt idx="22341">
                  <c:v>64711</c:v>
                </c:pt>
                <c:pt idx="22342">
                  <c:v>64712</c:v>
                </c:pt>
                <c:pt idx="22343">
                  <c:v>64713</c:v>
                </c:pt>
                <c:pt idx="22344">
                  <c:v>64714</c:v>
                </c:pt>
                <c:pt idx="22345">
                  <c:v>64715</c:v>
                </c:pt>
                <c:pt idx="22346">
                  <c:v>64716</c:v>
                </c:pt>
                <c:pt idx="22347">
                  <c:v>64717</c:v>
                </c:pt>
                <c:pt idx="22348">
                  <c:v>64718</c:v>
                </c:pt>
                <c:pt idx="22349">
                  <c:v>64719</c:v>
                </c:pt>
                <c:pt idx="22350">
                  <c:v>64720</c:v>
                </c:pt>
                <c:pt idx="22351">
                  <c:v>64721</c:v>
                </c:pt>
                <c:pt idx="22352">
                  <c:v>64722</c:v>
                </c:pt>
                <c:pt idx="22353">
                  <c:v>64723</c:v>
                </c:pt>
                <c:pt idx="22354">
                  <c:v>64724</c:v>
                </c:pt>
                <c:pt idx="22355">
                  <c:v>64725</c:v>
                </c:pt>
                <c:pt idx="22356">
                  <c:v>64726</c:v>
                </c:pt>
                <c:pt idx="22357">
                  <c:v>64727</c:v>
                </c:pt>
                <c:pt idx="22358">
                  <c:v>64728</c:v>
                </c:pt>
                <c:pt idx="22359">
                  <c:v>64729</c:v>
                </c:pt>
                <c:pt idx="22360">
                  <c:v>64730</c:v>
                </c:pt>
                <c:pt idx="22361">
                  <c:v>64731</c:v>
                </c:pt>
                <c:pt idx="22362">
                  <c:v>64732</c:v>
                </c:pt>
                <c:pt idx="22363">
                  <c:v>64733</c:v>
                </c:pt>
                <c:pt idx="22364">
                  <c:v>64734</c:v>
                </c:pt>
                <c:pt idx="22365">
                  <c:v>64735</c:v>
                </c:pt>
                <c:pt idx="22366">
                  <c:v>64736</c:v>
                </c:pt>
                <c:pt idx="22367">
                  <c:v>64737</c:v>
                </c:pt>
                <c:pt idx="22368">
                  <c:v>64738</c:v>
                </c:pt>
                <c:pt idx="22369">
                  <c:v>64739</c:v>
                </c:pt>
                <c:pt idx="22370">
                  <c:v>64740</c:v>
                </c:pt>
                <c:pt idx="22371">
                  <c:v>64741</c:v>
                </c:pt>
                <c:pt idx="22372">
                  <c:v>64742</c:v>
                </c:pt>
                <c:pt idx="22373">
                  <c:v>64743</c:v>
                </c:pt>
                <c:pt idx="22374">
                  <c:v>64744</c:v>
                </c:pt>
                <c:pt idx="22375">
                  <c:v>64745</c:v>
                </c:pt>
                <c:pt idx="22376">
                  <c:v>64746</c:v>
                </c:pt>
                <c:pt idx="22377">
                  <c:v>64747</c:v>
                </c:pt>
                <c:pt idx="22378">
                  <c:v>64748</c:v>
                </c:pt>
                <c:pt idx="22379">
                  <c:v>64749</c:v>
                </c:pt>
                <c:pt idx="22380">
                  <c:v>64750</c:v>
                </c:pt>
                <c:pt idx="22381">
                  <c:v>64751</c:v>
                </c:pt>
                <c:pt idx="22382">
                  <c:v>64752</c:v>
                </c:pt>
                <c:pt idx="22383">
                  <c:v>64753</c:v>
                </c:pt>
                <c:pt idx="22384">
                  <c:v>64754</c:v>
                </c:pt>
                <c:pt idx="22385">
                  <c:v>64755</c:v>
                </c:pt>
                <c:pt idx="22386">
                  <c:v>64756</c:v>
                </c:pt>
                <c:pt idx="22387">
                  <c:v>64757</c:v>
                </c:pt>
                <c:pt idx="22388">
                  <c:v>64758</c:v>
                </c:pt>
                <c:pt idx="22389">
                  <c:v>64759</c:v>
                </c:pt>
                <c:pt idx="22390">
                  <c:v>64760</c:v>
                </c:pt>
                <c:pt idx="22391">
                  <c:v>64761</c:v>
                </c:pt>
                <c:pt idx="22392">
                  <c:v>64762</c:v>
                </c:pt>
                <c:pt idx="22393">
                  <c:v>64763</c:v>
                </c:pt>
                <c:pt idx="22394">
                  <c:v>64764</c:v>
                </c:pt>
                <c:pt idx="22395">
                  <c:v>64765</c:v>
                </c:pt>
                <c:pt idx="22396">
                  <c:v>64766</c:v>
                </c:pt>
                <c:pt idx="22397">
                  <c:v>64767</c:v>
                </c:pt>
                <c:pt idx="22398">
                  <c:v>64768</c:v>
                </c:pt>
                <c:pt idx="22399">
                  <c:v>64769</c:v>
                </c:pt>
                <c:pt idx="22400">
                  <c:v>64770</c:v>
                </c:pt>
                <c:pt idx="22401">
                  <c:v>64771</c:v>
                </c:pt>
                <c:pt idx="22402">
                  <c:v>64772</c:v>
                </c:pt>
                <c:pt idx="22403">
                  <c:v>64773</c:v>
                </c:pt>
                <c:pt idx="22404">
                  <c:v>64774</c:v>
                </c:pt>
                <c:pt idx="22405">
                  <c:v>64775</c:v>
                </c:pt>
                <c:pt idx="22406">
                  <c:v>64776</c:v>
                </c:pt>
                <c:pt idx="22407">
                  <c:v>64777</c:v>
                </c:pt>
                <c:pt idx="22408">
                  <c:v>64778</c:v>
                </c:pt>
                <c:pt idx="22409">
                  <c:v>64779</c:v>
                </c:pt>
                <c:pt idx="22410">
                  <c:v>64780</c:v>
                </c:pt>
                <c:pt idx="22411">
                  <c:v>64781</c:v>
                </c:pt>
                <c:pt idx="22412">
                  <c:v>64782</c:v>
                </c:pt>
                <c:pt idx="22413">
                  <c:v>64783</c:v>
                </c:pt>
                <c:pt idx="22414">
                  <c:v>64784</c:v>
                </c:pt>
                <c:pt idx="22415">
                  <c:v>64785</c:v>
                </c:pt>
                <c:pt idx="22416">
                  <c:v>64786</c:v>
                </c:pt>
                <c:pt idx="22417">
                  <c:v>64787</c:v>
                </c:pt>
                <c:pt idx="22418">
                  <c:v>64788</c:v>
                </c:pt>
                <c:pt idx="22419">
                  <c:v>64789</c:v>
                </c:pt>
                <c:pt idx="22420">
                  <c:v>64790</c:v>
                </c:pt>
                <c:pt idx="22421">
                  <c:v>64791</c:v>
                </c:pt>
                <c:pt idx="22422">
                  <c:v>64792</c:v>
                </c:pt>
                <c:pt idx="22423">
                  <c:v>64793</c:v>
                </c:pt>
                <c:pt idx="22424">
                  <c:v>64794</c:v>
                </c:pt>
                <c:pt idx="22425">
                  <c:v>64795</c:v>
                </c:pt>
                <c:pt idx="22426">
                  <c:v>64796</c:v>
                </c:pt>
                <c:pt idx="22427">
                  <c:v>64797</c:v>
                </c:pt>
                <c:pt idx="22428">
                  <c:v>64798</c:v>
                </c:pt>
                <c:pt idx="22429">
                  <c:v>64799</c:v>
                </c:pt>
                <c:pt idx="22430">
                  <c:v>64800</c:v>
                </c:pt>
                <c:pt idx="22431">
                  <c:v>64801</c:v>
                </c:pt>
                <c:pt idx="22432">
                  <c:v>64802</c:v>
                </c:pt>
                <c:pt idx="22433">
                  <c:v>64803</c:v>
                </c:pt>
                <c:pt idx="22434">
                  <c:v>64804</c:v>
                </c:pt>
                <c:pt idx="22435">
                  <c:v>64805</c:v>
                </c:pt>
                <c:pt idx="22436">
                  <c:v>64806</c:v>
                </c:pt>
                <c:pt idx="22437">
                  <c:v>64807</c:v>
                </c:pt>
                <c:pt idx="22438">
                  <c:v>64808</c:v>
                </c:pt>
                <c:pt idx="22439">
                  <c:v>64809</c:v>
                </c:pt>
                <c:pt idx="22440">
                  <c:v>64810</c:v>
                </c:pt>
                <c:pt idx="22441">
                  <c:v>64811</c:v>
                </c:pt>
                <c:pt idx="22442">
                  <c:v>64812</c:v>
                </c:pt>
                <c:pt idx="22443">
                  <c:v>64813</c:v>
                </c:pt>
                <c:pt idx="22444">
                  <c:v>64814</c:v>
                </c:pt>
                <c:pt idx="22445">
                  <c:v>64815</c:v>
                </c:pt>
                <c:pt idx="22446">
                  <c:v>64816</c:v>
                </c:pt>
                <c:pt idx="22447">
                  <c:v>64817</c:v>
                </c:pt>
                <c:pt idx="22448">
                  <c:v>64818</c:v>
                </c:pt>
                <c:pt idx="22449">
                  <c:v>64819</c:v>
                </c:pt>
                <c:pt idx="22450">
                  <c:v>64820</c:v>
                </c:pt>
                <c:pt idx="22451">
                  <c:v>64821</c:v>
                </c:pt>
                <c:pt idx="22452">
                  <c:v>64822</c:v>
                </c:pt>
                <c:pt idx="22453">
                  <c:v>64823</c:v>
                </c:pt>
                <c:pt idx="22454">
                  <c:v>64824</c:v>
                </c:pt>
                <c:pt idx="22455">
                  <c:v>64825</c:v>
                </c:pt>
                <c:pt idx="22456">
                  <c:v>64826</c:v>
                </c:pt>
                <c:pt idx="22457">
                  <c:v>64827</c:v>
                </c:pt>
                <c:pt idx="22458">
                  <c:v>64828</c:v>
                </c:pt>
                <c:pt idx="22459">
                  <c:v>64829</c:v>
                </c:pt>
                <c:pt idx="22460">
                  <c:v>64830</c:v>
                </c:pt>
                <c:pt idx="22461">
                  <c:v>64831</c:v>
                </c:pt>
                <c:pt idx="22462">
                  <c:v>64832</c:v>
                </c:pt>
                <c:pt idx="22463">
                  <c:v>64833</c:v>
                </c:pt>
                <c:pt idx="22464">
                  <c:v>64834</c:v>
                </c:pt>
                <c:pt idx="22465">
                  <c:v>64835</c:v>
                </c:pt>
                <c:pt idx="22466">
                  <c:v>64836</c:v>
                </c:pt>
                <c:pt idx="22467">
                  <c:v>64837</c:v>
                </c:pt>
                <c:pt idx="22468">
                  <c:v>64838</c:v>
                </c:pt>
                <c:pt idx="22469">
                  <c:v>64839</c:v>
                </c:pt>
                <c:pt idx="22470">
                  <c:v>64840</c:v>
                </c:pt>
                <c:pt idx="22471">
                  <c:v>64841</c:v>
                </c:pt>
                <c:pt idx="22472">
                  <c:v>64842</c:v>
                </c:pt>
                <c:pt idx="22473">
                  <c:v>64843</c:v>
                </c:pt>
                <c:pt idx="22474">
                  <c:v>64844</c:v>
                </c:pt>
                <c:pt idx="22475">
                  <c:v>64845</c:v>
                </c:pt>
                <c:pt idx="22476">
                  <c:v>64846</c:v>
                </c:pt>
                <c:pt idx="22477">
                  <c:v>64847</c:v>
                </c:pt>
                <c:pt idx="22478">
                  <c:v>64848</c:v>
                </c:pt>
                <c:pt idx="22479">
                  <c:v>64849</c:v>
                </c:pt>
                <c:pt idx="22480">
                  <c:v>64850</c:v>
                </c:pt>
                <c:pt idx="22481">
                  <c:v>64851</c:v>
                </c:pt>
                <c:pt idx="22482">
                  <c:v>64852</c:v>
                </c:pt>
                <c:pt idx="22483">
                  <c:v>64853</c:v>
                </c:pt>
                <c:pt idx="22484">
                  <c:v>64854</c:v>
                </c:pt>
                <c:pt idx="22485">
                  <c:v>64855</c:v>
                </c:pt>
                <c:pt idx="22486">
                  <c:v>64856</c:v>
                </c:pt>
                <c:pt idx="22487">
                  <c:v>64857</c:v>
                </c:pt>
                <c:pt idx="22488">
                  <c:v>64858</c:v>
                </c:pt>
                <c:pt idx="22489">
                  <c:v>64859</c:v>
                </c:pt>
                <c:pt idx="22490">
                  <c:v>64860</c:v>
                </c:pt>
                <c:pt idx="22491">
                  <c:v>64861</c:v>
                </c:pt>
                <c:pt idx="22492">
                  <c:v>64862</c:v>
                </c:pt>
                <c:pt idx="22493">
                  <c:v>64863</c:v>
                </c:pt>
                <c:pt idx="22494">
                  <c:v>64864</c:v>
                </c:pt>
                <c:pt idx="22495">
                  <c:v>64865</c:v>
                </c:pt>
                <c:pt idx="22496">
                  <c:v>64866</c:v>
                </c:pt>
                <c:pt idx="22497">
                  <c:v>64867</c:v>
                </c:pt>
                <c:pt idx="22498">
                  <c:v>64868</c:v>
                </c:pt>
                <c:pt idx="22499">
                  <c:v>64869</c:v>
                </c:pt>
                <c:pt idx="22500">
                  <c:v>64870</c:v>
                </c:pt>
                <c:pt idx="22501">
                  <c:v>64871</c:v>
                </c:pt>
                <c:pt idx="22502">
                  <c:v>64872</c:v>
                </c:pt>
                <c:pt idx="22503">
                  <c:v>64873</c:v>
                </c:pt>
                <c:pt idx="22504">
                  <c:v>64874</c:v>
                </c:pt>
                <c:pt idx="22505">
                  <c:v>64875</c:v>
                </c:pt>
                <c:pt idx="22506">
                  <c:v>64876</c:v>
                </c:pt>
                <c:pt idx="22507">
                  <c:v>64877</c:v>
                </c:pt>
                <c:pt idx="22508">
                  <c:v>64878</c:v>
                </c:pt>
                <c:pt idx="22509">
                  <c:v>64879</c:v>
                </c:pt>
                <c:pt idx="22510">
                  <c:v>64880</c:v>
                </c:pt>
                <c:pt idx="22511">
                  <c:v>64881</c:v>
                </c:pt>
                <c:pt idx="22512">
                  <c:v>64882</c:v>
                </c:pt>
                <c:pt idx="22513">
                  <c:v>64883</c:v>
                </c:pt>
                <c:pt idx="22514">
                  <c:v>64884</c:v>
                </c:pt>
                <c:pt idx="22515">
                  <c:v>64885</c:v>
                </c:pt>
                <c:pt idx="22516">
                  <c:v>64886</c:v>
                </c:pt>
                <c:pt idx="22517">
                  <c:v>64887</c:v>
                </c:pt>
                <c:pt idx="22518">
                  <c:v>64888</c:v>
                </c:pt>
                <c:pt idx="22519">
                  <c:v>64889</c:v>
                </c:pt>
                <c:pt idx="22520">
                  <c:v>64890</c:v>
                </c:pt>
                <c:pt idx="22521">
                  <c:v>64891</c:v>
                </c:pt>
                <c:pt idx="22522">
                  <c:v>64892</c:v>
                </c:pt>
                <c:pt idx="22523">
                  <c:v>64893</c:v>
                </c:pt>
                <c:pt idx="22524">
                  <c:v>64894</c:v>
                </c:pt>
                <c:pt idx="22525">
                  <c:v>64895</c:v>
                </c:pt>
                <c:pt idx="22526">
                  <c:v>64896</c:v>
                </c:pt>
                <c:pt idx="22527">
                  <c:v>64897</c:v>
                </c:pt>
                <c:pt idx="22528">
                  <c:v>64898</c:v>
                </c:pt>
                <c:pt idx="22529">
                  <c:v>64899</c:v>
                </c:pt>
                <c:pt idx="22530">
                  <c:v>64900</c:v>
                </c:pt>
                <c:pt idx="22531">
                  <c:v>64901</c:v>
                </c:pt>
                <c:pt idx="22532">
                  <c:v>64902</c:v>
                </c:pt>
                <c:pt idx="22533">
                  <c:v>64903</c:v>
                </c:pt>
                <c:pt idx="22534">
                  <c:v>64904</c:v>
                </c:pt>
                <c:pt idx="22535">
                  <c:v>64905</c:v>
                </c:pt>
                <c:pt idx="22536">
                  <c:v>64906</c:v>
                </c:pt>
                <c:pt idx="22537">
                  <c:v>64907</c:v>
                </c:pt>
                <c:pt idx="22538">
                  <c:v>64908</c:v>
                </c:pt>
                <c:pt idx="22539">
                  <c:v>64909</c:v>
                </c:pt>
                <c:pt idx="22540">
                  <c:v>64910</c:v>
                </c:pt>
                <c:pt idx="22541">
                  <c:v>64911</c:v>
                </c:pt>
                <c:pt idx="22542">
                  <c:v>64912</c:v>
                </c:pt>
                <c:pt idx="22543">
                  <c:v>64913</c:v>
                </c:pt>
                <c:pt idx="22544">
                  <c:v>64914</c:v>
                </c:pt>
                <c:pt idx="22545">
                  <c:v>64915</c:v>
                </c:pt>
                <c:pt idx="22546">
                  <c:v>64916</c:v>
                </c:pt>
                <c:pt idx="22547">
                  <c:v>64917</c:v>
                </c:pt>
                <c:pt idx="22548">
                  <c:v>64918</c:v>
                </c:pt>
                <c:pt idx="22549">
                  <c:v>64919</c:v>
                </c:pt>
                <c:pt idx="22550">
                  <c:v>64920</c:v>
                </c:pt>
                <c:pt idx="22551">
                  <c:v>64921</c:v>
                </c:pt>
                <c:pt idx="22552">
                  <c:v>64922</c:v>
                </c:pt>
                <c:pt idx="22553">
                  <c:v>64923</c:v>
                </c:pt>
                <c:pt idx="22554">
                  <c:v>64924</c:v>
                </c:pt>
                <c:pt idx="22555">
                  <c:v>64925</c:v>
                </c:pt>
                <c:pt idx="22556">
                  <c:v>64926</c:v>
                </c:pt>
                <c:pt idx="22557">
                  <c:v>64927</c:v>
                </c:pt>
                <c:pt idx="22558">
                  <c:v>64928</c:v>
                </c:pt>
                <c:pt idx="22559">
                  <c:v>64929</c:v>
                </c:pt>
                <c:pt idx="22560">
                  <c:v>64930</c:v>
                </c:pt>
                <c:pt idx="22561">
                  <c:v>64931</c:v>
                </c:pt>
                <c:pt idx="22562">
                  <c:v>64932</c:v>
                </c:pt>
                <c:pt idx="22563">
                  <c:v>64933</c:v>
                </c:pt>
                <c:pt idx="22564">
                  <c:v>64934</c:v>
                </c:pt>
                <c:pt idx="22565">
                  <c:v>64935</c:v>
                </c:pt>
                <c:pt idx="22566">
                  <c:v>64936</c:v>
                </c:pt>
                <c:pt idx="22567">
                  <c:v>64937</c:v>
                </c:pt>
                <c:pt idx="22568">
                  <c:v>64938</c:v>
                </c:pt>
                <c:pt idx="22569">
                  <c:v>64939</c:v>
                </c:pt>
                <c:pt idx="22570">
                  <c:v>64940</c:v>
                </c:pt>
                <c:pt idx="22571">
                  <c:v>64941</c:v>
                </c:pt>
                <c:pt idx="22572">
                  <c:v>64942</c:v>
                </c:pt>
                <c:pt idx="22573">
                  <c:v>64943</c:v>
                </c:pt>
                <c:pt idx="22574">
                  <c:v>64944</c:v>
                </c:pt>
                <c:pt idx="22575">
                  <c:v>64945</c:v>
                </c:pt>
                <c:pt idx="22576">
                  <c:v>64946</c:v>
                </c:pt>
                <c:pt idx="22577">
                  <c:v>64947</c:v>
                </c:pt>
                <c:pt idx="22578">
                  <c:v>64948</c:v>
                </c:pt>
                <c:pt idx="22579">
                  <c:v>64949</c:v>
                </c:pt>
                <c:pt idx="22580">
                  <c:v>64950</c:v>
                </c:pt>
                <c:pt idx="22581">
                  <c:v>64951</c:v>
                </c:pt>
                <c:pt idx="22582">
                  <c:v>64952</c:v>
                </c:pt>
                <c:pt idx="22583">
                  <c:v>64953</c:v>
                </c:pt>
                <c:pt idx="22584">
                  <c:v>64954</c:v>
                </c:pt>
                <c:pt idx="22585">
                  <c:v>64955</c:v>
                </c:pt>
                <c:pt idx="22586">
                  <c:v>64956</c:v>
                </c:pt>
                <c:pt idx="22587">
                  <c:v>64957</c:v>
                </c:pt>
                <c:pt idx="22588">
                  <c:v>64958</c:v>
                </c:pt>
                <c:pt idx="22589">
                  <c:v>64959</c:v>
                </c:pt>
                <c:pt idx="22590">
                  <c:v>64960</c:v>
                </c:pt>
                <c:pt idx="22591">
                  <c:v>64961</c:v>
                </c:pt>
                <c:pt idx="22592">
                  <c:v>64962</c:v>
                </c:pt>
                <c:pt idx="22593">
                  <c:v>64963</c:v>
                </c:pt>
                <c:pt idx="22594">
                  <c:v>64964</c:v>
                </c:pt>
                <c:pt idx="22595">
                  <c:v>64965</c:v>
                </c:pt>
                <c:pt idx="22596">
                  <c:v>64966</c:v>
                </c:pt>
                <c:pt idx="22597">
                  <c:v>64967</c:v>
                </c:pt>
                <c:pt idx="22598">
                  <c:v>64968</c:v>
                </c:pt>
                <c:pt idx="22599">
                  <c:v>64969</c:v>
                </c:pt>
                <c:pt idx="22600">
                  <c:v>64970</c:v>
                </c:pt>
                <c:pt idx="22601">
                  <c:v>64971</c:v>
                </c:pt>
                <c:pt idx="22602">
                  <c:v>64972</c:v>
                </c:pt>
                <c:pt idx="22603">
                  <c:v>64973</c:v>
                </c:pt>
                <c:pt idx="22604">
                  <c:v>64974</c:v>
                </c:pt>
                <c:pt idx="22605">
                  <c:v>64975</c:v>
                </c:pt>
                <c:pt idx="22606">
                  <c:v>64976</c:v>
                </c:pt>
                <c:pt idx="22607">
                  <c:v>64977</c:v>
                </c:pt>
                <c:pt idx="22608">
                  <c:v>64978</c:v>
                </c:pt>
                <c:pt idx="22609">
                  <c:v>64979</c:v>
                </c:pt>
                <c:pt idx="22610">
                  <c:v>64980</c:v>
                </c:pt>
                <c:pt idx="22611">
                  <c:v>64981</c:v>
                </c:pt>
                <c:pt idx="22612">
                  <c:v>64982</c:v>
                </c:pt>
                <c:pt idx="22613">
                  <c:v>64983</c:v>
                </c:pt>
                <c:pt idx="22614">
                  <c:v>64984</c:v>
                </c:pt>
                <c:pt idx="22615">
                  <c:v>64985</c:v>
                </c:pt>
                <c:pt idx="22616">
                  <c:v>64986</c:v>
                </c:pt>
                <c:pt idx="22617">
                  <c:v>64987</c:v>
                </c:pt>
                <c:pt idx="22618">
                  <c:v>64988</c:v>
                </c:pt>
                <c:pt idx="22619">
                  <c:v>64989</c:v>
                </c:pt>
                <c:pt idx="22620">
                  <c:v>64990</c:v>
                </c:pt>
                <c:pt idx="22621">
                  <c:v>64991</c:v>
                </c:pt>
                <c:pt idx="22622">
                  <c:v>64992</c:v>
                </c:pt>
                <c:pt idx="22623">
                  <c:v>64993</c:v>
                </c:pt>
                <c:pt idx="22624">
                  <c:v>64994</c:v>
                </c:pt>
                <c:pt idx="22625">
                  <c:v>64995</c:v>
                </c:pt>
                <c:pt idx="22626">
                  <c:v>64996</c:v>
                </c:pt>
                <c:pt idx="22627">
                  <c:v>64997</c:v>
                </c:pt>
                <c:pt idx="22628">
                  <c:v>64998</c:v>
                </c:pt>
                <c:pt idx="22629">
                  <c:v>64999</c:v>
                </c:pt>
                <c:pt idx="22630">
                  <c:v>65000</c:v>
                </c:pt>
                <c:pt idx="22631">
                  <c:v>65001</c:v>
                </c:pt>
                <c:pt idx="22632">
                  <c:v>65002</c:v>
                </c:pt>
                <c:pt idx="22633">
                  <c:v>65003</c:v>
                </c:pt>
                <c:pt idx="22634">
                  <c:v>65004</c:v>
                </c:pt>
                <c:pt idx="22635">
                  <c:v>65005</c:v>
                </c:pt>
                <c:pt idx="22636">
                  <c:v>65006</c:v>
                </c:pt>
                <c:pt idx="22637">
                  <c:v>65007</c:v>
                </c:pt>
                <c:pt idx="22638">
                  <c:v>65008</c:v>
                </c:pt>
                <c:pt idx="22639">
                  <c:v>65009</c:v>
                </c:pt>
                <c:pt idx="22640">
                  <c:v>65010</c:v>
                </c:pt>
                <c:pt idx="22641">
                  <c:v>65011</c:v>
                </c:pt>
                <c:pt idx="22642">
                  <c:v>65012</c:v>
                </c:pt>
                <c:pt idx="22643">
                  <c:v>65013</c:v>
                </c:pt>
                <c:pt idx="22644">
                  <c:v>65014</c:v>
                </c:pt>
                <c:pt idx="22645">
                  <c:v>65015</c:v>
                </c:pt>
                <c:pt idx="22646">
                  <c:v>65016</c:v>
                </c:pt>
                <c:pt idx="22647">
                  <c:v>65017</c:v>
                </c:pt>
                <c:pt idx="22648">
                  <c:v>65018</c:v>
                </c:pt>
                <c:pt idx="22649">
                  <c:v>65019</c:v>
                </c:pt>
                <c:pt idx="22650">
                  <c:v>65020</c:v>
                </c:pt>
                <c:pt idx="22651">
                  <c:v>65021</c:v>
                </c:pt>
                <c:pt idx="22652">
                  <c:v>65022</c:v>
                </c:pt>
                <c:pt idx="22653">
                  <c:v>65023</c:v>
                </c:pt>
                <c:pt idx="22654">
                  <c:v>65024</c:v>
                </c:pt>
                <c:pt idx="22655">
                  <c:v>65025</c:v>
                </c:pt>
                <c:pt idx="22656">
                  <c:v>65026</c:v>
                </c:pt>
                <c:pt idx="22657">
                  <c:v>65027</c:v>
                </c:pt>
                <c:pt idx="22658">
                  <c:v>65028</c:v>
                </c:pt>
                <c:pt idx="22659">
                  <c:v>65029</c:v>
                </c:pt>
                <c:pt idx="22660">
                  <c:v>65030</c:v>
                </c:pt>
                <c:pt idx="22661">
                  <c:v>65031</c:v>
                </c:pt>
                <c:pt idx="22662">
                  <c:v>65032</c:v>
                </c:pt>
                <c:pt idx="22663">
                  <c:v>65033</c:v>
                </c:pt>
                <c:pt idx="22664">
                  <c:v>65034</c:v>
                </c:pt>
                <c:pt idx="22665">
                  <c:v>65035</c:v>
                </c:pt>
                <c:pt idx="22666">
                  <c:v>65036</c:v>
                </c:pt>
                <c:pt idx="22667">
                  <c:v>65037</c:v>
                </c:pt>
                <c:pt idx="22668">
                  <c:v>65038</c:v>
                </c:pt>
                <c:pt idx="22669">
                  <c:v>65039</c:v>
                </c:pt>
                <c:pt idx="22670">
                  <c:v>65040</c:v>
                </c:pt>
                <c:pt idx="22671">
                  <c:v>65041</c:v>
                </c:pt>
                <c:pt idx="22672">
                  <c:v>65042</c:v>
                </c:pt>
                <c:pt idx="22673">
                  <c:v>65043</c:v>
                </c:pt>
                <c:pt idx="22674">
                  <c:v>65044</c:v>
                </c:pt>
                <c:pt idx="22675">
                  <c:v>65045</c:v>
                </c:pt>
                <c:pt idx="22676">
                  <c:v>65046</c:v>
                </c:pt>
                <c:pt idx="22677">
                  <c:v>65047</c:v>
                </c:pt>
                <c:pt idx="22678">
                  <c:v>65048</c:v>
                </c:pt>
                <c:pt idx="22679">
                  <c:v>65049</c:v>
                </c:pt>
                <c:pt idx="22680">
                  <c:v>65050</c:v>
                </c:pt>
                <c:pt idx="22681">
                  <c:v>65051</c:v>
                </c:pt>
                <c:pt idx="22682">
                  <c:v>65052</c:v>
                </c:pt>
                <c:pt idx="22683">
                  <c:v>65053</c:v>
                </c:pt>
                <c:pt idx="22684">
                  <c:v>65054</c:v>
                </c:pt>
                <c:pt idx="22685">
                  <c:v>65055</c:v>
                </c:pt>
                <c:pt idx="22686">
                  <c:v>65056</c:v>
                </c:pt>
                <c:pt idx="22687">
                  <c:v>65057</c:v>
                </c:pt>
                <c:pt idx="22688">
                  <c:v>65058</c:v>
                </c:pt>
                <c:pt idx="22689">
                  <c:v>65059</c:v>
                </c:pt>
                <c:pt idx="22690">
                  <c:v>65060</c:v>
                </c:pt>
                <c:pt idx="22691">
                  <c:v>65061</c:v>
                </c:pt>
                <c:pt idx="22692">
                  <c:v>65062</c:v>
                </c:pt>
                <c:pt idx="22693">
                  <c:v>65063</c:v>
                </c:pt>
                <c:pt idx="22694">
                  <c:v>65064</c:v>
                </c:pt>
                <c:pt idx="22695">
                  <c:v>65065</c:v>
                </c:pt>
                <c:pt idx="22696">
                  <c:v>65066</c:v>
                </c:pt>
                <c:pt idx="22697">
                  <c:v>65067</c:v>
                </c:pt>
                <c:pt idx="22698">
                  <c:v>65068</c:v>
                </c:pt>
                <c:pt idx="22699">
                  <c:v>65069</c:v>
                </c:pt>
                <c:pt idx="22700">
                  <c:v>65070</c:v>
                </c:pt>
                <c:pt idx="22701">
                  <c:v>65071</c:v>
                </c:pt>
                <c:pt idx="22702">
                  <c:v>65072</c:v>
                </c:pt>
                <c:pt idx="22703">
                  <c:v>65073</c:v>
                </c:pt>
                <c:pt idx="22704">
                  <c:v>65074</c:v>
                </c:pt>
                <c:pt idx="22705">
                  <c:v>65075</c:v>
                </c:pt>
                <c:pt idx="22706">
                  <c:v>65076</c:v>
                </c:pt>
                <c:pt idx="22707">
                  <c:v>65077</c:v>
                </c:pt>
                <c:pt idx="22708">
                  <c:v>65078</c:v>
                </c:pt>
                <c:pt idx="22709">
                  <c:v>65079</c:v>
                </c:pt>
                <c:pt idx="22710">
                  <c:v>65080</c:v>
                </c:pt>
                <c:pt idx="22711">
                  <c:v>65081</c:v>
                </c:pt>
                <c:pt idx="22712">
                  <c:v>65082</c:v>
                </c:pt>
                <c:pt idx="22713">
                  <c:v>65083</c:v>
                </c:pt>
                <c:pt idx="22714">
                  <c:v>65084</c:v>
                </c:pt>
                <c:pt idx="22715">
                  <c:v>65085</c:v>
                </c:pt>
                <c:pt idx="22716">
                  <c:v>65086</c:v>
                </c:pt>
                <c:pt idx="22717">
                  <c:v>65087</c:v>
                </c:pt>
                <c:pt idx="22718">
                  <c:v>65088</c:v>
                </c:pt>
                <c:pt idx="22719">
                  <c:v>65089</c:v>
                </c:pt>
                <c:pt idx="22720">
                  <c:v>65090</c:v>
                </c:pt>
                <c:pt idx="22721">
                  <c:v>65091</c:v>
                </c:pt>
                <c:pt idx="22722">
                  <c:v>65092</c:v>
                </c:pt>
                <c:pt idx="22723">
                  <c:v>65093</c:v>
                </c:pt>
                <c:pt idx="22724">
                  <c:v>65094</c:v>
                </c:pt>
                <c:pt idx="22725">
                  <c:v>65095</c:v>
                </c:pt>
                <c:pt idx="22726">
                  <c:v>65096</c:v>
                </c:pt>
                <c:pt idx="22727">
                  <c:v>65097</c:v>
                </c:pt>
                <c:pt idx="22728">
                  <c:v>65098</c:v>
                </c:pt>
                <c:pt idx="22729">
                  <c:v>65099</c:v>
                </c:pt>
                <c:pt idx="22730">
                  <c:v>65100</c:v>
                </c:pt>
                <c:pt idx="22731">
                  <c:v>65101</c:v>
                </c:pt>
                <c:pt idx="22732">
                  <c:v>65102</c:v>
                </c:pt>
                <c:pt idx="22733">
                  <c:v>65103</c:v>
                </c:pt>
                <c:pt idx="22734">
                  <c:v>65104</c:v>
                </c:pt>
                <c:pt idx="22735">
                  <c:v>65105</c:v>
                </c:pt>
                <c:pt idx="22736">
                  <c:v>65106</c:v>
                </c:pt>
                <c:pt idx="22737">
                  <c:v>65107</c:v>
                </c:pt>
                <c:pt idx="22738">
                  <c:v>65108</c:v>
                </c:pt>
                <c:pt idx="22739">
                  <c:v>65109</c:v>
                </c:pt>
                <c:pt idx="22740">
                  <c:v>65110</c:v>
                </c:pt>
                <c:pt idx="22741">
                  <c:v>65111</c:v>
                </c:pt>
                <c:pt idx="22742">
                  <c:v>65112</c:v>
                </c:pt>
                <c:pt idx="22743">
                  <c:v>65113</c:v>
                </c:pt>
                <c:pt idx="22744">
                  <c:v>65114</c:v>
                </c:pt>
                <c:pt idx="22745">
                  <c:v>65115</c:v>
                </c:pt>
                <c:pt idx="22746">
                  <c:v>65116</c:v>
                </c:pt>
                <c:pt idx="22747">
                  <c:v>65117</c:v>
                </c:pt>
                <c:pt idx="22748">
                  <c:v>65118</c:v>
                </c:pt>
                <c:pt idx="22749">
                  <c:v>65119</c:v>
                </c:pt>
                <c:pt idx="22750">
                  <c:v>65120</c:v>
                </c:pt>
                <c:pt idx="22751">
                  <c:v>65121</c:v>
                </c:pt>
                <c:pt idx="22752">
                  <c:v>65122</c:v>
                </c:pt>
                <c:pt idx="22753">
                  <c:v>65123</c:v>
                </c:pt>
                <c:pt idx="22754">
                  <c:v>65124</c:v>
                </c:pt>
                <c:pt idx="22755">
                  <c:v>65125</c:v>
                </c:pt>
                <c:pt idx="22756">
                  <c:v>65126</c:v>
                </c:pt>
                <c:pt idx="22757">
                  <c:v>65127</c:v>
                </c:pt>
                <c:pt idx="22758">
                  <c:v>65128</c:v>
                </c:pt>
                <c:pt idx="22759">
                  <c:v>65129</c:v>
                </c:pt>
                <c:pt idx="22760">
                  <c:v>65130</c:v>
                </c:pt>
                <c:pt idx="22761">
                  <c:v>65131</c:v>
                </c:pt>
                <c:pt idx="22762">
                  <c:v>65132</c:v>
                </c:pt>
                <c:pt idx="22763">
                  <c:v>65133</c:v>
                </c:pt>
                <c:pt idx="22764">
                  <c:v>65134</c:v>
                </c:pt>
                <c:pt idx="22765">
                  <c:v>65135</c:v>
                </c:pt>
                <c:pt idx="22766">
                  <c:v>65136</c:v>
                </c:pt>
                <c:pt idx="22767">
                  <c:v>65137</c:v>
                </c:pt>
                <c:pt idx="22768">
                  <c:v>65138</c:v>
                </c:pt>
                <c:pt idx="22769">
                  <c:v>65139</c:v>
                </c:pt>
                <c:pt idx="22770">
                  <c:v>65140</c:v>
                </c:pt>
                <c:pt idx="22771">
                  <c:v>65141</c:v>
                </c:pt>
                <c:pt idx="22772">
                  <c:v>65142</c:v>
                </c:pt>
                <c:pt idx="22773">
                  <c:v>65143</c:v>
                </c:pt>
                <c:pt idx="22774">
                  <c:v>65144</c:v>
                </c:pt>
                <c:pt idx="22775">
                  <c:v>65145</c:v>
                </c:pt>
                <c:pt idx="22776">
                  <c:v>65146</c:v>
                </c:pt>
                <c:pt idx="22777">
                  <c:v>65147</c:v>
                </c:pt>
                <c:pt idx="22778">
                  <c:v>65148</c:v>
                </c:pt>
                <c:pt idx="22779">
                  <c:v>65149</c:v>
                </c:pt>
                <c:pt idx="22780">
                  <c:v>65150</c:v>
                </c:pt>
                <c:pt idx="22781">
                  <c:v>65151</c:v>
                </c:pt>
                <c:pt idx="22782">
                  <c:v>65152</c:v>
                </c:pt>
                <c:pt idx="22783">
                  <c:v>65153</c:v>
                </c:pt>
                <c:pt idx="22784">
                  <c:v>65154</c:v>
                </c:pt>
                <c:pt idx="22785">
                  <c:v>65155</c:v>
                </c:pt>
                <c:pt idx="22786">
                  <c:v>65156</c:v>
                </c:pt>
                <c:pt idx="22787">
                  <c:v>65157</c:v>
                </c:pt>
                <c:pt idx="22788">
                  <c:v>65158</c:v>
                </c:pt>
                <c:pt idx="22789">
                  <c:v>65159</c:v>
                </c:pt>
                <c:pt idx="22790">
                  <c:v>65160</c:v>
                </c:pt>
                <c:pt idx="22791">
                  <c:v>65161</c:v>
                </c:pt>
                <c:pt idx="22792">
                  <c:v>65162</c:v>
                </c:pt>
                <c:pt idx="22793">
                  <c:v>65163</c:v>
                </c:pt>
                <c:pt idx="22794">
                  <c:v>65164</c:v>
                </c:pt>
                <c:pt idx="22795">
                  <c:v>65165</c:v>
                </c:pt>
                <c:pt idx="22796">
                  <c:v>65166</c:v>
                </c:pt>
                <c:pt idx="22797">
                  <c:v>65167</c:v>
                </c:pt>
                <c:pt idx="22798">
                  <c:v>65168</c:v>
                </c:pt>
                <c:pt idx="22799">
                  <c:v>65169</c:v>
                </c:pt>
                <c:pt idx="22800">
                  <c:v>65170</c:v>
                </c:pt>
                <c:pt idx="22801">
                  <c:v>65171</c:v>
                </c:pt>
                <c:pt idx="22802">
                  <c:v>65172</c:v>
                </c:pt>
                <c:pt idx="22803">
                  <c:v>65173</c:v>
                </c:pt>
                <c:pt idx="22804">
                  <c:v>65174</c:v>
                </c:pt>
                <c:pt idx="22805">
                  <c:v>65175</c:v>
                </c:pt>
                <c:pt idx="22806">
                  <c:v>65176</c:v>
                </c:pt>
                <c:pt idx="22807">
                  <c:v>65177</c:v>
                </c:pt>
                <c:pt idx="22808">
                  <c:v>65178</c:v>
                </c:pt>
                <c:pt idx="22809">
                  <c:v>65179</c:v>
                </c:pt>
                <c:pt idx="22810">
                  <c:v>65180</c:v>
                </c:pt>
                <c:pt idx="22811">
                  <c:v>65181</c:v>
                </c:pt>
                <c:pt idx="22812">
                  <c:v>65182</c:v>
                </c:pt>
                <c:pt idx="22813">
                  <c:v>65183</c:v>
                </c:pt>
                <c:pt idx="22814">
                  <c:v>65184</c:v>
                </c:pt>
                <c:pt idx="22815">
                  <c:v>65185</c:v>
                </c:pt>
                <c:pt idx="22816">
                  <c:v>65186</c:v>
                </c:pt>
                <c:pt idx="22817">
                  <c:v>65187</c:v>
                </c:pt>
                <c:pt idx="22818">
                  <c:v>65188</c:v>
                </c:pt>
                <c:pt idx="22819">
                  <c:v>65189</c:v>
                </c:pt>
                <c:pt idx="22820">
                  <c:v>65190</c:v>
                </c:pt>
                <c:pt idx="22821">
                  <c:v>65191</c:v>
                </c:pt>
                <c:pt idx="22822">
                  <c:v>65192</c:v>
                </c:pt>
                <c:pt idx="22823">
                  <c:v>65193</c:v>
                </c:pt>
                <c:pt idx="22824">
                  <c:v>65194</c:v>
                </c:pt>
                <c:pt idx="22825">
                  <c:v>65195</c:v>
                </c:pt>
                <c:pt idx="22826">
                  <c:v>65196</c:v>
                </c:pt>
                <c:pt idx="22827">
                  <c:v>65197</c:v>
                </c:pt>
                <c:pt idx="22828">
                  <c:v>65198</c:v>
                </c:pt>
                <c:pt idx="22829">
                  <c:v>65199</c:v>
                </c:pt>
                <c:pt idx="22830">
                  <c:v>65200</c:v>
                </c:pt>
                <c:pt idx="22831">
                  <c:v>65201</c:v>
                </c:pt>
                <c:pt idx="22832">
                  <c:v>65202</c:v>
                </c:pt>
                <c:pt idx="22833">
                  <c:v>65203</c:v>
                </c:pt>
                <c:pt idx="22834">
                  <c:v>65204</c:v>
                </c:pt>
                <c:pt idx="22835">
                  <c:v>65205</c:v>
                </c:pt>
                <c:pt idx="22836">
                  <c:v>65206</c:v>
                </c:pt>
                <c:pt idx="22837">
                  <c:v>65207</c:v>
                </c:pt>
                <c:pt idx="22838">
                  <c:v>65208</c:v>
                </c:pt>
                <c:pt idx="22839">
                  <c:v>65209</c:v>
                </c:pt>
                <c:pt idx="22840">
                  <c:v>65210</c:v>
                </c:pt>
                <c:pt idx="22841">
                  <c:v>65211</c:v>
                </c:pt>
                <c:pt idx="22842">
                  <c:v>65212</c:v>
                </c:pt>
                <c:pt idx="22843">
                  <c:v>65213</c:v>
                </c:pt>
                <c:pt idx="22844">
                  <c:v>65214</c:v>
                </c:pt>
                <c:pt idx="22845">
                  <c:v>65215</c:v>
                </c:pt>
                <c:pt idx="22846">
                  <c:v>65216</c:v>
                </c:pt>
                <c:pt idx="22847">
                  <c:v>65217</c:v>
                </c:pt>
                <c:pt idx="22848">
                  <c:v>65218</c:v>
                </c:pt>
                <c:pt idx="22849">
                  <c:v>65219</c:v>
                </c:pt>
                <c:pt idx="22850">
                  <c:v>65220</c:v>
                </c:pt>
                <c:pt idx="22851">
                  <c:v>65221</c:v>
                </c:pt>
                <c:pt idx="22852">
                  <c:v>65222</c:v>
                </c:pt>
                <c:pt idx="22853">
                  <c:v>65223</c:v>
                </c:pt>
                <c:pt idx="22854">
                  <c:v>65224</c:v>
                </c:pt>
                <c:pt idx="22855">
                  <c:v>65225</c:v>
                </c:pt>
                <c:pt idx="22856">
                  <c:v>65226</c:v>
                </c:pt>
                <c:pt idx="22857">
                  <c:v>65227</c:v>
                </c:pt>
                <c:pt idx="22858">
                  <c:v>65228</c:v>
                </c:pt>
                <c:pt idx="22859">
                  <c:v>65229</c:v>
                </c:pt>
                <c:pt idx="22860">
                  <c:v>65230</c:v>
                </c:pt>
                <c:pt idx="22861">
                  <c:v>65231</c:v>
                </c:pt>
                <c:pt idx="22862">
                  <c:v>65232</c:v>
                </c:pt>
                <c:pt idx="22863">
                  <c:v>65233</c:v>
                </c:pt>
                <c:pt idx="22864">
                  <c:v>65234</c:v>
                </c:pt>
                <c:pt idx="22865">
                  <c:v>65235</c:v>
                </c:pt>
                <c:pt idx="22866">
                  <c:v>65236</c:v>
                </c:pt>
                <c:pt idx="22867">
                  <c:v>65237</c:v>
                </c:pt>
                <c:pt idx="22868">
                  <c:v>65238</c:v>
                </c:pt>
                <c:pt idx="22869">
                  <c:v>65239</c:v>
                </c:pt>
                <c:pt idx="22870">
                  <c:v>65240</c:v>
                </c:pt>
                <c:pt idx="22871">
                  <c:v>65241</c:v>
                </c:pt>
                <c:pt idx="22872">
                  <c:v>65242</c:v>
                </c:pt>
                <c:pt idx="22873">
                  <c:v>65243</c:v>
                </c:pt>
                <c:pt idx="22874">
                  <c:v>65244</c:v>
                </c:pt>
                <c:pt idx="22875">
                  <c:v>65245</c:v>
                </c:pt>
                <c:pt idx="22876">
                  <c:v>65246</c:v>
                </c:pt>
                <c:pt idx="22877">
                  <c:v>65247</c:v>
                </c:pt>
                <c:pt idx="22878">
                  <c:v>65248</c:v>
                </c:pt>
                <c:pt idx="22879">
                  <c:v>65249</c:v>
                </c:pt>
                <c:pt idx="22880">
                  <c:v>65250</c:v>
                </c:pt>
                <c:pt idx="22881">
                  <c:v>65251</c:v>
                </c:pt>
                <c:pt idx="22882">
                  <c:v>65252</c:v>
                </c:pt>
                <c:pt idx="22883">
                  <c:v>65253</c:v>
                </c:pt>
                <c:pt idx="22884">
                  <c:v>65254</c:v>
                </c:pt>
                <c:pt idx="22885">
                  <c:v>65255</c:v>
                </c:pt>
                <c:pt idx="22886">
                  <c:v>65256</c:v>
                </c:pt>
                <c:pt idx="22887">
                  <c:v>65257</c:v>
                </c:pt>
                <c:pt idx="22888">
                  <c:v>65258</c:v>
                </c:pt>
                <c:pt idx="22889">
                  <c:v>65259</c:v>
                </c:pt>
                <c:pt idx="22890">
                  <c:v>65260</c:v>
                </c:pt>
                <c:pt idx="22891">
                  <c:v>65261</c:v>
                </c:pt>
                <c:pt idx="22892">
                  <c:v>65262</c:v>
                </c:pt>
                <c:pt idx="22893">
                  <c:v>65263</c:v>
                </c:pt>
                <c:pt idx="22894">
                  <c:v>65264</c:v>
                </c:pt>
                <c:pt idx="22895">
                  <c:v>65265</c:v>
                </c:pt>
                <c:pt idx="22896">
                  <c:v>65266</c:v>
                </c:pt>
                <c:pt idx="22897">
                  <c:v>65267</c:v>
                </c:pt>
                <c:pt idx="22898">
                  <c:v>65268</c:v>
                </c:pt>
                <c:pt idx="22899">
                  <c:v>65269</c:v>
                </c:pt>
                <c:pt idx="22900">
                  <c:v>65270</c:v>
                </c:pt>
                <c:pt idx="22901">
                  <c:v>65271</c:v>
                </c:pt>
                <c:pt idx="22902">
                  <c:v>65272</c:v>
                </c:pt>
                <c:pt idx="22903">
                  <c:v>65273</c:v>
                </c:pt>
                <c:pt idx="22904">
                  <c:v>65274</c:v>
                </c:pt>
                <c:pt idx="22905">
                  <c:v>65275</c:v>
                </c:pt>
                <c:pt idx="22906">
                  <c:v>65276</c:v>
                </c:pt>
                <c:pt idx="22907">
                  <c:v>65277</c:v>
                </c:pt>
                <c:pt idx="22908">
                  <c:v>65278</c:v>
                </c:pt>
                <c:pt idx="22909">
                  <c:v>65279</c:v>
                </c:pt>
                <c:pt idx="22910">
                  <c:v>65280</c:v>
                </c:pt>
                <c:pt idx="22911">
                  <c:v>65281</c:v>
                </c:pt>
                <c:pt idx="22912">
                  <c:v>65282</c:v>
                </c:pt>
                <c:pt idx="22913">
                  <c:v>65283</c:v>
                </c:pt>
                <c:pt idx="22914">
                  <c:v>65284</c:v>
                </c:pt>
                <c:pt idx="22915">
                  <c:v>65285</c:v>
                </c:pt>
                <c:pt idx="22916">
                  <c:v>65286</c:v>
                </c:pt>
                <c:pt idx="22917">
                  <c:v>65287</c:v>
                </c:pt>
                <c:pt idx="22918">
                  <c:v>65288</c:v>
                </c:pt>
                <c:pt idx="22919">
                  <c:v>65289</c:v>
                </c:pt>
                <c:pt idx="22920">
                  <c:v>65290</c:v>
                </c:pt>
                <c:pt idx="22921">
                  <c:v>65291</c:v>
                </c:pt>
                <c:pt idx="22922">
                  <c:v>65292</c:v>
                </c:pt>
                <c:pt idx="22923">
                  <c:v>65293</c:v>
                </c:pt>
                <c:pt idx="22924">
                  <c:v>65294</c:v>
                </c:pt>
                <c:pt idx="22925">
                  <c:v>65295</c:v>
                </c:pt>
                <c:pt idx="22926">
                  <c:v>65296</c:v>
                </c:pt>
                <c:pt idx="22927">
                  <c:v>65297</c:v>
                </c:pt>
                <c:pt idx="22928">
                  <c:v>65298</c:v>
                </c:pt>
                <c:pt idx="22929">
                  <c:v>65299</c:v>
                </c:pt>
                <c:pt idx="22930">
                  <c:v>65300</c:v>
                </c:pt>
                <c:pt idx="22931">
                  <c:v>65301</c:v>
                </c:pt>
                <c:pt idx="22932">
                  <c:v>65302</c:v>
                </c:pt>
                <c:pt idx="22933">
                  <c:v>65303</c:v>
                </c:pt>
                <c:pt idx="22934">
                  <c:v>65304</c:v>
                </c:pt>
                <c:pt idx="22935">
                  <c:v>65305</c:v>
                </c:pt>
                <c:pt idx="22936">
                  <c:v>65306</c:v>
                </c:pt>
                <c:pt idx="22937">
                  <c:v>65307</c:v>
                </c:pt>
                <c:pt idx="22938">
                  <c:v>65308</c:v>
                </c:pt>
                <c:pt idx="22939">
                  <c:v>65309</c:v>
                </c:pt>
                <c:pt idx="22940">
                  <c:v>65310</c:v>
                </c:pt>
                <c:pt idx="22941">
                  <c:v>65311</c:v>
                </c:pt>
                <c:pt idx="22942">
                  <c:v>65312</c:v>
                </c:pt>
                <c:pt idx="22943">
                  <c:v>65313</c:v>
                </c:pt>
                <c:pt idx="22944">
                  <c:v>65314</c:v>
                </c:pt>
                <c:pt idx="22945">
                  <c:v>65315</c:v>
                </c:pt>
                <c:pt idx="22946">
                  <c:v>65316</c:v>
                </c:pt>
                <c:pt idx="22947">
                  <c:v>65317</c:v>
                </c:pt>
                <c:pt idx="22948">
                  <c:v>65318</c:v>
                </c:pt>
                <c:pt idx="22949">
                  <c:v>65319</c:v>
                </c:pt>
                <c:pt idx="22950">
                  <c:v>65320</c:v>
                </c:pt>
                <c:pt idx="22951">
                  <c:v>65321</c:v>
                </c:pt>
                <c:pt idx="22952">
                  <c:v>65322</c:v>
                </c:pt>
                <c:pt idx="22953">
                  <c:v>65323</c:v>
                </c:pt>
                <c:pt idx="22954">
                  <c:v>65324</c:v>
                </c:pt>
                <c:pt idx="22955">
                  <c:v>65325</c:v>
                </c:pt>
                <c:pt idx="22956">
                  <c:v>65326</c:v>
                </c:pt>
                <c:pt idx="22957">
                  <c:v>65327</c:v>
                </c:pt>
                <c:pt idx="22958">
                  <c:v>65328</c:v>
                </c:pt>
                <c:pt idx="22959">
                  <c:v>65329</c:v>
                </c:pt>
                <c:pt idx="22960">
                  <c:v>65330</c:v>
                </c:pt>
                <c:pt idx="22961">
                  <c:v>65331</c:v>
                </c:pt>
                <c:pt idx="22962">
                  <c:v>65332</c:v>
                </c:pt>
                <c:pt idx="22963">
                  <c:v>65333</c:v>
                </c:pt>
                <c:pt idx="22964">
                  <c:v>65334</c:v>
                </c:pt>
                <c:pt idx="22965">
                  <c:v>65335</c:v>
                </c:pt>
                <c:pt idx="22966">
                  <c:v>65336</c:v>
                </c:pt>
                <c:pt idx="22967">
                  <c:v>65337</c:v>
                </c:pt>
                <c:pt idx="22968">
                  <c:v>65338</c:v>
                </c:pt>
                <c:pt idx="22969">
                  <c:v>65339</c:v>
                </c:pt>
                <c:pt idx="22970">
                  <c:v>65340</c:v>
                </c:pt>
                <c:pt idx="22971">
                  <c:v>65341</c:v>
                </c:pt>
                <c:pt idx="22972">
                  <c:v>65342</c:v>
                </c:pt>
                <c:pt idx="22973">
                  <c:v>65343</c:v>
                </c:pt>
                <c:pt idx="22974">
                  <c:v>65344</c:v>
                </c:pt>
                <c:pt idx="22975">
                  <c:v>65345</c:v>
                </c:pt>
                <c:pt idx="22976">
                  <c:v>65346</c:v>
                </c:pt>
                <c:pt idx="22977">
                  <c:v>65347</c:v>
                </c:pt>
                <c:pt idx="22978">
                  <c:v>65348</c:v>
                </c:pt>
                <c:pt idx="22979">
                  <c:v>65349</c:v>
                </c:pt>
                <c:pt idx="22980">
                  <c:v>65350</c:v>
                </c:pt>
                <c:pt idx="22981">
                  <c:v>65351</c:v>
                </c:pt>
                <c:pt idx="22982">
                  <c:v>65352</c:v>
                </c:pt>
                <c:pt idx="22983">
                  <c:v>65353</c:v>
                </c:pt>
                <c:pt idx="22984">
                  <c:v>65354</c:v>
                </c:pt>
                <c:pt idx="22985">
                  <c:v>65355</c:v>
                </c:pt>
                <c:pt idx="22986">
                  <c:v>65356</c:v>
                </c:pt>
                <c:pt idx="22987">
                  <c:v>65357</c:v>
                </c:pt>
                <c:pt idx="22988">
                  <c:v>65358</c:v>
                </c:pt>
                <c:pt idx="22989">
                  <c:v>65359</c:v>
                </c:pt>
                <c:pt idx="22990">
                  <c:v>65360</c:v>
                </c:pt>
                <c:pt idx="22991">
                  <c:v>65361</c:v>
                </c:pt>
                <c:pt idx="22992">
                  <c:v>65362</c:v>
                </c:pt>
                <c:pt idx="22993">
                  <c:v>65363</c:v>
                </c:pt>
                <c:pt idx="22994">
                  <c:v>65364</c:v>
                </c:pt>
                <c:pt idx="22995">
                  <c:v>65365</c:v>
                </c:pt>
                <c:pt idx="22996">
                  <c:v>65366</c:v>
                </c:pt>
                <c:pt idx="22997">
                  <c:v>65367</c:v>
                </c:pt>
                <c:pt idx="22998">
                  <c:v>65368</c:v>
                </c:pt>
                <c:pt idx="22999">
                  <c:v>65369</c:v>
                </c:pt>
                <c:pt idx="23000">
                  <c:v>65370</c:v>
                </c:pt>
                <c:pt idx="23001">
                  <c:v>65371</c:v>
                </c:pt>
                <c:pt idx="23002">
                  <c:v>65372</c:v>
                </c:pt>
                <c:pt idx="23003">
                  <c:v>65373</c:v>
                </c:pt>
                <c:pt idx="23004">
                  <c:v>65374</c:v>
                </c:pt>
                <c:pt idx="23005">
                  <c:v>65375</c:v>
                </c:pt>
                <c:pt idx="23006">
                  <c:v>65376</c:v>
                </c:pt>
                <c:pt idx="23007">
                  <c:v>65377</c:v>
                </c:pt>
                <c:pt idx="23008">
                  <c:v>65378</c:v>
                </c:pt>
                <c:pt idx="23009">
                  <c:v>65379</c:v>
                </c:pt>
                <c:pt idx="23010">
                  <c:v>65380</c:v>
                </c:pt>
                <c:pt idx="23011">
                  <c:v>65381</c:v>
                </c:pt>
                <c:pt idx="23012">
                  <c:v>65382</c:v>
                </c:pt>
                <c:pt idx="23013">
                  <c:v>65383</c:v>
                </c:pt>
                <c:pt idx="23014">
                  <c:v>65384</c:v>
                </c:pt>
                <c:pt idx="23015">
                  <c:v>65385</c:v>
                </c:pt>
                <c:pt idx="23016">
                  <c:v>65386</c:v>
                </c:pt>
                <c:pt idx="23017">
                  <c:v>65387</c:v>
                </c:pt>
                <c:pt idx="23018">
                  <c:v>65388</c:v>
                </c:pt>
                <c:pt idx="23019">
                  <c:v>65389</c:v>
                </c:pt>
                <c:pt idx="23020">
                  <c:v>65390</c:v>
                </c:pt>
                <c:pt idx="23021">
                  <c:v>65391</c:v>
                </c:pt>
                <c:pt idx="23022">
                  <c:v>65392</c:v>
                </c:pt>
                <c:pt idx="23023">
                  <c:v>65393</c:v>
                </c:pt>
                <c:pt idx="23024">
                  <c:v>65394</c:v>
                </c:pt>
                <c:pt idx="23025">
                  <c:v>65395</c:v>
                </c:pt>
                <c:pt idx="23026">
                  <c:v>65396</c:v>
                </c:pt>
                <c:pt idx="23027">
                  <c:v>65397</c:v>
                </c:pt>
                <c:pt idx="23028">
                  <c:v>65398</c:v>
                </c:pt>
                <c:pt idx="23029">
                  <c:v>65399</c:v>
                </c:pt>
                <c:pt idx="23030">
                  <c:v>65400</c:v>
                </c:pt>
                <c:pt idx="23031">
                  <c:v>65401</c:v>
                </c:pt>
                <c:pt idx="23032">
                  <c:v>65402</c:v>
                </c:pt>
                <c:pt idx="23033">
                  <c:v>65403</c:v>
                </c:pt>
                <c:pt idx="23034">
                  <c:v>65404</c:v>
                </c:pt>
                <c:pt idx="23035">
                  <c:v>65405</c:v>
                </c:pt>
                <c:pt idx="23036">
                  <c:v>65406</c:v>
                </c:pt>
                <c:pt idx="23037">
                  <c:v>65407</c:v>
                </c:pt>
                <c:pt idx="23038">
                  <c:v>65408</c:v>
                </c:pt>
                <c:pt idx="23039">
                  <c:v>65409</c:v>
                </c:pt>
                <c:pt idx="23040">
                  <c:v>65410</c:v>
                </c:pt>
                <c:pt idx="23041">
                  <c:v>65411</c:v>
                </c:pt>
                <c:pt idx="23042">
                  <c:v>65412</c:v>
                </c:pt>
                <c:pt idx="23043">
                  <c:v>65413</c:v>
                </c:pt>
                <c:pt idx="23044">
                  <c:v>65414</c:v>
                </c:pt>
                <c:pt idx="23045">
                  <c:v>65415</c:v>
                </c:pt>
                <c:pt idx="23046">
                  <c:v>65416</c:v>
                </c:pt>
                <c:pt idx="23047">
                  <c:v>65417</c:v>
                </c:pt>
                <c:pt idx="23048">
                  <c:v>65418</c:v>
                </c:pt>
                <c:pt idx="23049">
                  <c:v>65419</c:v>
                </c:pt>
                <c:pt idx="23050">
                  <c:v>65420</c:v>
                </c:pt>
                <c:pt idx="23051">
                  <c:v>65421</c:v>
                </c:pt>
                <c:pt idx="23052">
                  <c:v>65422</c:v>
                </c:pt>
                <c:pt idx="23053">
                  <c:v>65423</c:v>
                </c:pt>
                <c:pt idx="23054">
                  <c:v>65424</c:v>
                </c:pt>
                <c:pt idx="23055">
                  <c:v>65425</c:v>
                </c:pt>
                <c:pt idx="23056">
                  <c:v>65426</c:v>
                </c:pt>
                <c:pt idx="23057">
                  <c:v>65427</c:v>
                </c:pt>
                <c:pt idx="23058">
                  <c:v>65428</c:v>
                </c:pt>
                <c:pt idx="23059">
                  <c:v>65429</c:v>
                </c:pt>
                <c:pt idx="23060">
                  <c:v>65430</c:v>
                </c:pt>
                <c:pt idx="23061">
                  <c:v>65431</c:v>
                </c:pt>
                <c:pt idx="23062">
                  <c:v>65432</c:v>
                </c:pt>
                <c:pt idx="23063">
                  <c:v>65433</c:v>
                </c:pt>
                <c:pt idx="23064">
                  <c:v>65434</c:v>
                </c:pt>
                <c:pt idx="23065">
                  <c:v>65435</c:v>
                </c:pt>
                <c:pt idx="23066">
                  <c:v>65436</c:v>
                </c:pt>
                <c:pt idx="23067">
                  <c:v>65437</c:v>
                </c:pt>
                <c:pt idx="23068">
                  <c:v>65438</c:v>
                </c:pt>
                <c:pt idx="23069">
                  <c:v>65439</c:v>
                </c:pt>
                <c:pt idx="23070">
                  <c:v>65440</c:v>
                </c:pt>
                <c:pt idx="23071">
                  <c:v>65441</c:v>
                </c:pt>
                <c:pt idx="23072">
                  <c:v>65442</c:v>
                </c:pt>
                <c:pt idx="23073">
                  <c:v>65443</c:v>
                </c:pt>
                <c:pt idx="23074">
                  <c:v>65444</c:v>
                </c:pt>
                <c:pt idx="23075">
                  <c:v>65445</c:v>
                </c:pt>
                <c:pt idx="23076">
                  <c:v>65446</c:v>
                </c:pt>
                <c:pt idx="23077">
                  <c:v>65447</c:v>
                </c:pt>
                <c:pt idx="23078">
                  <c:v>65448</c:v>
                </c:pt>
                <c:pt idx="23079">
                  <c:v>65449</c:v>
                </c:pt>
                <c:pt idx="23080">
                  <c:v>65450</c:v>
                </c:pt>
                <c:pt idx="23081">
                  <c:v>65451</c:v>
                </c:pt>
                <c:pt idx="23082">
                  <c:v>65452</c:v>
                </c:pt>
                <c:pt idx="23083">
                  <c:v>65453</c:v>
                </c:pt>
                <c:pt idx="23084">
                  <c:v>65454</c:v>
                </c:pt>
                <c:pt idx="23085">
                  <c:v>65455</c:v>
                </c:pt>
                <c:pt idx="23086">
                  <c:v>65456</c:v>
                </c:pt>
                <c:pt idx="23087">
                  <c:v>65457</c:v>
                </c:pt>
                <c:pt idx="23088">
                  <c:v>65458</c:v>
                </c:pt>
                <c:pt idx="23089">
                  <c:v>65459</c:v>
                </c:pt>
                <c:pt idx="23090">
                  <c:v>65460</c:v>
                </c:pt>
                <c:pt idx="23091">
                  <c:v>65461</c:v>
                </c:pt>
                <c:pt idx="23092">
                  <c:v>65462</c:v>
                </c:pt>
                <c:pt idx="23093">
                  <c:v>65463</c:v>
                </c:pt>
                <c:pt idx="23094">
                  <c:v>65464</c:v>
                </c:pt>
                <c:pt idx="23095">
                  <c:v>65465</c:v>
                </c:pt>
                <c:pt idx="23096">
                  <c:v>65466</c:v>
                </c:pt>
                <c:pt idx="23097">
                  <c:v>65467</c:v>
                </c:pt>
                <c:pt idx="23098">
                  <c:v>65468</c:v>
                </c:pt>
                <c:pt idx="23099">
                  <c:v>65469</c:v>
                </c:pt>
                <c:pt idx="23100">
                  <c:v>65470</c:v>
                </c:pt>
                <c:pt idx="23101">
                  <c:v>65471</c:v>
                </c:pt>
                <c:pt idx="23102">
                  <c:v>65472</c:v>
                </c:pt>
                <c:pt idx="23103">
                  <c:v>65473</c:v>
                </c:pt>
                <c:pt idx="23104">
                  <c:v>65474</c:v>
                </c:pt>
                <c:pt idx="23105">
                  <c:v>65475</c:v>
                </c:pt>
                <c:pt idx="23106">
                  <c:v>65476</c:v>
                </c:pt>
                <c:pt idx="23107">
                  <c:v>65477</c:v>
                </c:pt>
                <c:pt idx="23108">
                  <c:v>65478</c:v>
                </c:pt>
                <c:pt idx="23109">
                  <c:v>65479</c:v>
                </c:pt>
                <c:pt idx="23110">
                  <c:v>65480</c:v>
                </c:pt>
                <c:pt idx="23111">
                  <c:v>65481</c:v>
                </c:pt>
                <c:pt idx="23112">
                  <c:v>65482</c:v>
                </c:pt>
                <c:pt idx="23113">
                  <c:v>65483</c:v>
                </c:pt>
                <c:pt idx="23114">
                  <c:v>65484</c:v>
                </c:pt>
                <c:pt idx="23115">
                  <c:v>65485</c:v>
                </c:pt>
                <c:pt idx="23116">
                  <c:v>65486</c:v>
                </c:pt>
                <c:pt idx="23117">
                  <c:v>65487</c:v>
                </c:pt>
                <c:pt idx="23118">
                  <c:v>65488</c:v>
                </c:pt>
                <c:pt idx="23119">
                  <c:v>65489</c:v>
                </c:pt>
                <c:pt idx="23120">
                  <c:v>65490</c:v>
                </c:pt>
                <c:pt idx="23121">
                  <c:v>65491</c:v>
                </c:pt>
                <c:pt idx="23122">
                  <c:v>65492</c:v>
                </c:pt>
                <c:pt idx="23123">
                  <c:v>65493</c:v>
                </c:pt>
                <c:pt idx="23124">
                  <c:v>65494</c:v>
                </c:pt>
                <c:pt idx="23125">
                  <c:v>65495</c:v>
                </c:pt>
                <c:pt idx="23126">
                  <c:v>65496</c:v>
                </c:pt>
                <c:pt idx="23127">
                  <c:v>65497</c:v>
                </c:pt>
                <c:pt idx="23128">
                  <c:v>65498</c:v>
                </c:pt>
                <c:pt idx="23129">
                  <c:v>65499</c:v>
                </c:pt>
                <c:pt idx="23130">
                  <c:v>65500</c:v>
                </c:pt>
                <c:pt idx="23131">
                  <c:v>65501</c:v>
                </c:pt>
                <c:pt idx="23132">
                  <c:v>65502</c:v>
                </c:pt>
                <c:pt idx="23133">
                  <c:v>65503</c:v>
                </c:pt>
                <c:pt idx="23134">
                  <c:v>65504</c:v>
                </c:pt>
                <c:pt idx="23135">
                  <c:v>65505</c:v>
                </c:pt>
                <c:pt idx="23136">
                  <c:v>65506</c:v>
                </c:pt>
                <c:pt idx="23137">
                  <c:v>65507</c:v>
                </c:pt>
                <c:pt idx="23138">
                  <c:v>65508</c:v>
                </c:pt>
                <c:pt idx="23139">
                  <c:v>65509</c:v>
                </c:pt>
                <c:pt idx="23140">
                  <c:v>65510</c:v>
                </c:pt>
                <c:pt idx="23141">
                  <c:v>65511</c:v>
                </c:pt>
                <c:pt idx="23142">
                  <c:v>65512</c:v>
                </c:pt>
                <c:pt idx="23143">
                  <c:v>65513</c:v>
                </c:pt>
                <c:pt idx="23144">
                  <c:v>65514</c:v>
                </c:pt>
                <c:pt idx="23145">
                  <c:v>65515</c:v>
                </c:pt>
                <c:pt idx="23146">
                  <c:v>65516</c:v>
                </c:pt>
                <c:pt idx="23147">
                  <c:v>65517</c:v>
                </c:pt>
                <c:pt idx="23148">
                  <c:v>65518</c:v>
                </c:pt>
                <c:pt idx="23149">
                  <c:v>65519</c:v>
                </c:pt>
                <c:pt idx="23150">
                  <c:v>65520</c:v>
                </c:pt>
                <c:pt idx="23151">
                  <c:v>65521</c:v>
                </c:pt>
                <c:pt idx="23152">
                  <c:v>65522</c:v>
                </c:pt>
                <c:pt idx="23153">
                  <c:v>65523</c:v>
                </c:pt>
                <c:pt idx="23154">
                  <c:v>65524</c:v>
                </c:pt>
                <c:pt idx="23155">
                  <c:v>65525</c:v>
                </c:pt>
                <c:pt idx="23156">
                  <c:v>65526</c:v>
                </c:pt>
                <c:pt idx="23157">
                  <c:v>65527</c:v>
                </c:pt>
                <c:pt idx="23158">
                  <c:v>65528</c:v>
                </c:pt>
                <c:pt idx="23159">
                  <c:v>65529</c:v>
                </c:pt>
                <c:pt idx="23160">
                  <c:v>65530</c:v>
                </c:pt>
                <c:pt idx="23161">
                  <c:v>65531</c:v>
                </c:pt>
                <c:pt idx="23162">
                  <c:v>65532</c:v>
                </c:pt>
                <c:pt idx="23163">
                  <c:v>65533</c:v>
                </c:pt>
                <c:pt idx="23164">
                  <c:v>65534</c:v>
                </c:pt>
                <c:pt idx="23165">
                  <c:v>65535</c:v>
                </c:pt>
                <c:pt idx="23166">
                  <c:v>65536</c:v>
                </c:pt>
                <c:pt idx="23167">
                  <c:v>65537</c:v>
                </c:pt>
                <c:pt idx="23168">
                  <c:v>65538</c:v>
                </c:pt>
                <c:pt idx="23169">
                  <c:v>65539</c:v>
                </c:pt>
                <c:pt idx="23170">
                  <c:v>65540</c:v>
                </c:pt>
                <c:pt idx="23171">
                  <c:v>65541</c:v>
                </c:pt>
                <c:pt idx="23172">
                  <c:v>65542</c:v>
                </c:pt>
                <c:pt idx="23173">
                  <c:v>65543</c:v>
                </c:pt>
                <c:pt idx="23174">
                  <c:v>65544</c:v>
                </c:pt>
                <c:pt idx="23175">
                  <c:v>65545</c:v>
                </c:pt>
                <c:pt idx="23176">
                  <c:v>65546</c:v>
                </c:pt>
                <c:pt idx="23177">
                  <c:v>65547</c:v>
                </c:pt>
                <c:pt idx="23178">
                  <c:v>65548</c:v>
                </c:pt>
                <c:pt idx="23179">
                  <c:v>65549</c:v>
                </c:pt>
                <c:pt idx="23180">
                  <c:v>65550</c:v>
                </c:pt>
                <c:pt idx="23181">
                  <c:v>65551</c:v>
                </c:pt>
                <c:pt idx="23182">
                  <c:v>65552</c:v>
                </c:pt>
                <c:pt idx="23183">
                  <c:v>65553</c:v>
                </c:pt>
                <c:pt idx="23184">
                  <c:v>65554</c:v>
                </c:pt>
                <c:pt idx="23185">
                  <c:v>65555</c:v>
                </c:pt>
                <c:pt idx="23186">
                  <c:v>65556</c:v>
                </c:pt>
                <c:pt idx="23187">
                  <c:v>65557</c:v>
                </c:pt>
                <c:pt idx="23188">
                  <c:v>65558</c:v>
                </c:pt>
                <c:pt idx="23189">
                  <c:v>65559</c:v>
                </c:pt>
                <c:pt idx="23190">
                  <c:v>65560</c:v>
                </c:pt>
                <c:pt idx="23191">
                  <c:v>65561</c:v>
                </c:pt>
                <c:pt idx="23192">
                  <c:v>65562</c:v>
                </c:pt>
                <c:pt idx="23193">
                  <c:v>65563</c:v>
                </c:pt>
                <c:pt idx="23194">
                  <c:v>65564</c:v>
                </c:pt>
                <c:pt idx="23195">
                  <c:v>65565</c:v>
                </c:pt>
                <c:pt idx="23196">
                  <c:v>65566</c:v>
                </c:pt>
                <c:pt idx="23197">
                  <c:v>65567</c:v>
                </c:pt>
                <c:pt idx="23198">
                  <c:v>65568</c:v>
                </c:pt>
                <c:pt idx="23199">
                  <c:v>65569</c:v>
                </c:pt>
                <c:pt idx="23200">
                  <c:v>65570</c:v>
                </c:pt>
                <c:pt idx="23201">
                  <c:v>65571</c:v>
                </c:pt>
                <c:pt idx="23202">
                  <c:v>65572</c:v>
                </c:pt>
                <c:pt idx="23203">
                  <c:v>65573</c:v>
                </c:pt>
                <c:pt idx="23204">
                  <c:v>65574</c:v>
                </c:pt>
                <c:pt idx="23205">
                  <c:v>65575</c:v>
                </c:pt>
                <c:pt idx="23206">
                  <c:v>65576</c:v>
                </c:pt>
                <c:pt idx="23207">
                  <c:v>65577</c:v>
                </c:pt>
                <c:pt idx="23208">
                  <c:v>65578</c:v>
                </c:pt>
                <c:pt idx="23209">
                  <c:v>65579</c:v>
                </c:pt>
                <c:pt idx="23210">
                  <c:v>65580</c:v>
                </c:pt>
                <c:pt idx="23211">
                  <c:v>65581</c:v>
                </c:pt>
                <c:pt idx="23212">
                  <c:v>65582</c:v>
                </c:pt>
                <c:pt idx="23213">
                  <c:v>65583</c:v>
                </c:pt>
                <c:pt idx="23214">
                  <c:v>65584</c:v>
                </c:pt>
                <c:pt idx="23215">
                  <c:v>65585</c:v>
                </c:pt>
                <c:pt idx="23216">
                  <c:v>65586</c:v>
                </c:pt>
                <c:pt idx="23217">
                  <c:v>65587</c:v>
                </c:pt>
                <c:pt idx="23218">
                  <c:v>65588</c:v>
                </c:pt>
                <c:pt idx="23219">
                  <c:v>65589</c:v>
                </c:pt>
                <c:pt idx="23220">
                  <c:v>65590</c:v>
                </c:pt>
                <c:pt idx="23221">
                  <c:v>65591</c:v>
                </c:pt>
                <c:pt idx="23222">
                  <c:v>65592</c:v>
                </c:pt>
                <c:pt idx="23223">
                  <c:v>65593</c:v>
                </c:pt>
                <c:pt idx="23224">
                  <c:v>65594</c:v>
                </c:pt>
                <c:pt idx="23225">
                  <c:v>65595</c:v>
                </c:pt>
                <c:pt idx="23226">
                  <c:v>65596</c:v>
                </c:pt>
                <c:pt idx="23227">
                  <c:v>65597</c:v>
                </c:pt>
                <c:pt idx="23228">
                  <c:v>65598</c:v>
                </c:pt>
                <c:pt idx="23229">
                  <c:v>65599</c:v>
                </c:pt>
                <c:pt idx="23230">
                  <c:v>65600</c:v>
                </c:pt>
                <c:pt idx="23231">
                  <c:v>65601</c:v>
                </c:pt>
                <c:pt idx="23232">
                  <c:v>65602</c:v>
                </c:pt>
                <c:pt idx="23233">
                  <c:v>65603</c:v>
                </c:pt>
                <c:pt idx="23234">
                  <c:v>65604</c:v>
                </c:pt>
                <c:pt idx="23235">
                  <c:v>65605</c:v>
                </c:pt>
                <c:pt idx="23236">
                  <c:v>65606</c:v>
                </c:pt>
                <c:pt idx="23237">
                  <c:v>65607</c:v>
                </c:pt>
                <c:pt idx="23238">
                  <c:v>65608</c:v>
                </c:pt>
                <c:pt idx="23239">
                  <c:v>65609</c:v>
                </c:pt>
                <c:pt idx="23240">
                  <c:v>65610</c:v>
                </c:pt>
                <c:pt idx="23241">
                  <c:v>65611</c:v>
                </c:pt>
                <c:pt idx="23242">
                  <c:v>65612</c:v>
                </c:pt>
                <c:pt idx="23243">
                  <c:v>65613</c:v>
                </c:pt>
                <c:pt idx="23244">
                  <c:v>65614</c:v>
                </c:pt>
                <c:pt idx="23245">
                  <c:v>65615</c:v>
                </c:pt>
                <c:pt idx="23246">
                  <c:v>65616</c:v>
                </c:pt>
                <c:pt idx="23247">
                  <c:v>65617</c:v>
                </c:pt>
                <c:pt idx="23248">
                  <c:v>65618</c:v>
                </c:pt>
                <c:pt idx="23249">
                  <c:v>65619</c:v>
                </c:pt>
                <c:pt idx="23250">
                  <c:v>65620</c:v>
                </c:pt>
                <c:pt idx="23251">
                  <c:v>65621</c:v>
                </c:pt>
                <c:pt idx="23252">
                  <c:v>65622</c:v>
                </c:pt>
                <c:pt idx="23253">
                  <c:v>65623</c:v>
                </c:pt>
                <c:pt idx="23254">
                  <c:v>65624</c:v>
                </c:pt>
                <c:pt idx="23255">
                  <c:v>65625</c:v>
                </c:pt>
                <c:pt idx="23256">
                  <c:v>65626</c:v>
                </c:pt>
                <c:pt idx="23257">
                  <c:v>65627</c:v>
                </c:pt>
                <c:pt idx="23258">
                  <c:v>65628</c:v>
                </c:pt>
                <c:pt idx="23259">
                  <c:v>65629</c:v>
                </c:pt>
                <c:pt idx="23260">
                  <c:v>65630</c:v>
                </c:pt>
                <c:pt idx="23261">
                  <c:v>65631</c:v>
                </c:pt>
                <c:pt idx="23262">
                  <c:v>65632</c:v>
                </c:pt>
                <c:pt idx="23263">
                  <c:v>65633</c:v>
                </c:pt>
                <c:pt idx="23264">
                  <c:v>65634</c:v>
                </c:pt>
                <c:pt idx="23265">
                  <c:v>65635</c:v>
                </c:pt>
                <c:pt idx="23266">
                  <c:v>65636</c:v>
                </c:pt>
                <c:pt idx="23267">
                  <c:v>65637</c:v>
                </c:pt>
                <c:pt idx="23268">
                  <c:v>65638</c:v>
                </c:pt>
                <c:pt idx="23269">
                  <c:v>65639</c:v>
                </c:pt>
                <c:pt idx="23270">
                  <c:v>65640</c:v>
                </c:pt>
                <c:pt idx="23271">
                  <c:v>65641</c:v>
                </c:pt>
                <c:pt idx="23272">
                  <c:v>65642</c:v>
                </c:pt>
                <c:pt idx="23273">
                  <c:v>65643</c:v>
                </c:pt>
                <c:pt idx="23274">
                  <c:v>65644</c:v>
                </c:pt>
                <c:pt idx="23275">
                  <c:v>65645</c:v>
                </c:pt>
                <c:pt idx="23276">
                  <c:v>65646</c:v>
                </c:pt>
                <c:pt idx="23277">
                  <c:v>65647</c:v>
                </c:pt>
                <c:pt idx="23278">
                  <c:v>65648</c:v>
                </c:pt>
                <c:pt idx="23279">
                  <c:v>65649</c:v>
                </c:pt>
                <c:pt idx="23280">
                  <c:v>65650</c:v>
                </c:pt>
                <c:pt idx="23281">
                  <c:v>65651</c:v>
                </c:pt>
                <c:pt idx="23282">
                  <c:v>65652</c:v>
                </c:pt>
                <c:pt idx="23283">
                  <c:v>65653</c:v>
                </c:pt>
                <c:pt idx="23284">
                  <c:v>65654</c:v>
                </c:pt>
                <c:pt idx="23285">
                  <c:v>65655</c:v>
                </c:pt>
                <c:pt idx="23286">
                  <c:v>65656</c:v>
                </c:pt>
                <c:pt idx="23287">
                  <c:v>65657</c:v>
                </c:pt>
                <c:pt idx="23288">
                  <c:v>65658</c:v>
                </c:pt>
                <c:pt idx="23289">
                  <c:v>65659</c:v>
                </c:pt>
                <c:pt idx="23290">
                  <c:v>65660</c:v>
                </c:pt>
                <c:pt idx="23291">
                  <c:v>65661</c:v>
                </c:pt>
                <c:pt idx="23292">
                  <c:v>65662</c:v>
                </c:pt>
                <c:pt idx="23293">
                  <c:v>65663</c:v>
                </c:pt>
                <c:pt idx="23294">
                  <c:v>65664</c:v>
                </c:pt>
                <c:pt idx="23295">
                  <c:v>65665</c:v>
                </c:pt>
                <c:pt idx="23296">
                  <c:v>65666</c:v>
                </c:pt>
                <c:pt idx="23297">
                  <c:v>65667</c:v>
                </c:pt>
                <c:pt idx="23298">
                  <c:v>65668</c:v>
                </c:pt>
                <c:pt idx="23299">
                  <c:v>65669</c:v>
                </c:pt>
                <c:pt idx="23300">
                  <c:v>65670</c:v>
                </c:pt>
                <c:pt idx="23301">
                  <c:v>65671</c:v>
                </c:pt>
                <c:pt idx="23302">
                  <c:v>65672</c:v>
                </c:pt>
                <c:pt idx="23303">
                  <c:v>65673</c:v>
                </c:pt>
                <c:pt idx="23304">
                  <c:v>65674</c:v>
                </c:pt>
                <c:pt idx="23305">
                  <c:v>65675</c:v>
                </c:pt>
                <c:pt idx="23306">
                  <c:v>65676</c:v>
                </c:pt>
                <c:pt idx="23307">
                  <c:v>65677</c:v>
                </c:pt>
                <c:pt idx="23308">
                  <c:v>65678</c:v>
                </c:pt>
                <c:pt idx="23309">
                  <c:v>65679</c:v>
                </c:pt>
                <c:pt idx="23310">
                  <c:v>65680</c:v>
                </c:pt>
                <c:pt idx="23311">
                  <c:v>65681</c:v>
                </c:pt>
                <c:pt idx="23312">
                  <c:v>65682</c:v>
                </c:pt>
                <c:pt idx="23313">
                  <c:v>65683</c:v>
                </c:pt>
                <c:pt idx="23314">
                  <c:v>65684</c:v>
                </c:pt>
                <c:pt idx="23315">
                  <c:v>65685</c:v>
                </c:pt>
                <c:pt idx="23316">
                  <c:v>65686</c:v>
                </c:pt>
                <c:pt idx="23317">
                  <c:v>65687</c:v>
                </c:pt>
                <c:pt idx="23318">
                  <c:v>65688</c:v>
                </c:pt>
                <c:pt idx="23319">
                  <c:v>65689</c:v>
                </c:pt>
                <c:pt idx="23320">
                  <c:v>65690</c:v>
                </c:pt>
                <c:pt idx="23321">
                  <c:v>65691</c:v>
                </c:pt>
                <c:pt idx="23322">
                  <c:v>65692</c:v>
                </c:pt>
                <c:pt idx="23323">
                  <c:v>65693</c:v>
                </c:pt>
                <c:pt idx="23324">
                  <c:v>65694</c:v>
                </c:pt>
                <c:pt idx="23325">
                  <c:v>65695</c:v>
                </c:pt>
                <c:pt idx="23326">
                  <c:v>65696</c:v>
                </c:pt>
                <c:pt idx="23327">
                  <c:v>65697</c:v>
                </c:pt>
                <c:pt idx="23328">
                  <c:v>65698</c:v>
                </c:pt>
                <c:pt idx="23329">
                  <c:v>65699</c:v>
                </c:pt>
                <c:pt idx="23330">
                  <c:v>65700</c:v>
                </c:pt>
                <c:pt idx="23331">
                  <c:v>65701</c:v>
                </c:pt>
                <c:pt idx="23332">
                  <c:v>65702</c:v>
                </c:pt>
                <c:pt idx="23333">
                  <c:v>65703</c:v>
                </c:pt>
                <c:pt idx="23334">
                  <c:v>65704</c:v>
                </c:pt>
                <c:pt idx="23335">
                  <c:v>65705</c:v>
                </c:pt>
                <c:pt idx="23336">
                  <c:v>65706</c:v>
                </c:pt>
                <c:pt idx="23337">
                  <c:v>65707</c:v>
                </c:pt>
                <c:pt idx="23338">
                  <c:v>65708</c:v>
                </c:pt>
                <c:pt idx="23339">
                  <c:v>65709</c:v>
                </c:pt>
                <c:pt idx="23340">
                  <c:v>65710</c:v>
                </c:pt>
                <c:pt idx="23341">
                  <c:v>65711</c:v>
                </c:pt>
                <c:pt idx="23342">
                  <c:v>65712</c:v>
                </c:pt>
                <c:pt idx="23343">
                  <c:v>65713</c:v>
                </c:pt>
                <c:pt idx="23344">
                  <c:v>65714</c:v>
                </c:pt>
                <c:pt idx="23345">
                  <c:v>65715</c:v>
                </c:pt>
                <c:pt idx="23346">
                  <c:v>65716</c:v>
                </c:pt>
                <c:pt idx="23347">
                  <c:v>65717</c:v>
                </c:pt>
                <c:pt idx="23348">
                  <c:v>65718</c:v>
                </c:pt>
                <c:pt idx="23349">
                  <c:v>65719</c:v>
                </c:pt>
                <c:pt idx="23350">
                  <c:v>65720</c:v>
                </c:pt>
                <c:pt idx="23351">
                  <c:v>65721</c:v>
                </c:pt>
                <c:pt idx="23352">
                  <c:v>65722</c:v>
                </c:pt>
                <c:pt idx="23353">
                  <c:v>65723</c:v>
                </c:pt>
                <c:pt idx="23354">
                  <c:v>65724</c:v>
                </c:pt>
                <c:pt idx="23355">
                  <c:v>65725</c:v>
                </c:pt>
                <c:pt idx="23356">
                  <c:v>65726</c:v>
                </c:pt>
                <c:pt idx="23357">
                  <c:v>65727</c:v>
                </c:pt>
                <c:pt idx="23358">
                  <c:v>65728</c:v>
                </c:pt>
                <c:pt idx="23359">
                  <c:v>65729</c:v>
                </c:pt>
                <c:pt idx="23360">
                  <c:v>65730</c:v>
                </c:pt>
                <c:pt idx="23361">
                  <c:v>65731</c:v>
                </c:pt>
                <c:pt idx="23362">
                  <c:v>65732</c:v>
                </c:pt>
                <c:pt idx="23363">
                  <c:v>65733</c:v>
                </c:pt>
                <c:pt idx="23364">
                  <c:v>65734</c:v>
                </c:pt>
                <c:pt idx="23365">
                  <c:v>65735</c:v>
                </c:pt>
                <c:pt idx="23366">
                  <c:v>65736</c:v>
                </c:pt>
                <c:pt idx="23367">
                  <c:v>65737</c:v>
                </c:pt>
                <c:pt idx="23368">
                  <c:v>65738</c:v>
                </c:pt>
                <c:pt idx="23369">
                  <c:v>65739</c:v>
                </c:pt>
                <c:pt idx="23370">
                  <c:v>65740</c:v>
                </c:pt>
                <c:pt idx="23371">
                  <c:v>65741</c:v>
                </c:pt>
                <c:pt idx="23372">
                  <c:v>65742</c:v>
                </c:pt>
                <c:pt idx="23373">
                  <c:v>65743</c:v>
                </c:pt>
                <c:pt idx="23374">
                  <c:v>65744</c:v>
                </c:pt>
                <c:pt idx="23375">
                  <c:v>65745</c:v>
                </c:pt>
                <c:pt idx="23376">
                  <c:v>65746</c:v>
                </c:pt>
                <c:pt idx="23377">
                  <c:v>65747</c:v>
                </c:pt>
                <c:pt idx="23378">
                  <c:v>65748</c:v>
                </c:pt>
                <c:pt idx="23379">
                  <c:v>65749</c:v>
                </c:pt>
                <c:pt idx="23380">
                  <c:v>65750</c:v>
                </c:pt>
                <c:pt idx="23381">
                  <c:v>65751</c:v>
                </c:pt>
                <c:pt idx="23382">
                  <c:v>65752</c:v>
                </c:pt>
                <c:pt idx="23383">
                  <c:v>65753</c:v>
                </c:pt>
                <c:pt idx="23384">
                  <c:v>65754</c:v>
                </c:pt>
                <c:pt idx="23385">
                  <c:v>65755</c:v>
                </c:pt>
                <c:pt idx="23386">
                  <c:v>65756</c:v>
                </c:pt>
                <c:pt idx="23387">
                  <c:v>65757</c:v>
                </c:pt>
                <c:pt idx="23388">
                  <c:v>65758</c:v>
                </c:pt>
                <c:pt idx="23389">
                  <c:v>65759</c:v>
                </c:pt>
                <c:pt idx="23390">
                  <c:v>65760</c:v>
                </c:pt>
                <c:pt idx="23391">
                  <c:v>65761</c:v>
                </c:pt>
                <c:pt idx="23392">
                  <c:v>65762</c:v>
                </c:pt>
                <c:pt idx="23393">
                  <c:v>65763</c:v>
                </c:pt>
                <c:pt idx="23394">
                  <c:v>65764</c:v>
                </c:pt>
                <c:pt idx="23395">
                  <c:v>65765</c:v>
                </c:pt>
                <c:pt idx="23396">
                  <c:v>65766</c:v>
                </c:pt>
                <c:pt idx="23397">
                  <c:v>65767</c:v>
                </c:pt>
                <c:pt idx="23398">
                  <c:v>65768</c:v>
                </c:pt>
                <c:pt idx="23399">
                  <c:v>65769</c:v>
                </c:pt>
                <c:pt idx="23400">
                  <c:v>65770</c:v>
                </c:pt>
                <c:pt idx="23401">
                  <c:v>65771</c:v>
                </c:pt>
                <c:pt idx="23402">
                  <c:v>65772</c:v>
                </c:pt>
                <c:pt idx="23403">
                  <c:v>65773</c:v>
                </c:pt>
                <c:pt idx="23404">
                  <c:v>65774</c:v>
                </c:pt>
                <c:pt idx="23405">
                  <c:v>65775</c:v>
                </c:pt>
                <c:pt idx="23406">
                  <c:v>65776</c:v>
                </c:pt>
                <c:pt idx="23407">
                  <c:v>65777</c:v>
                </c:pt>
                <c:pt idx="23408">
                  <c:v>65778</c:v>
                </c:pt>
                <c:pt idx="23409">
                  <c:v>65779</c:v>
                </c:pt>
                <c:pt idx="23410">
                  <c:v>65780</c:v>
                </c:pt>
                <c:pt idx="23411">
                  <c:v>65781</c:v>
                </c:pt>
                <c:pt idx="23412">
                  <c:v>65782</c:v>
                </c:pt>
                <c:pt idx="23413">
                  <c:v>65783</c:v>
                </c:pt>
                <c:pt idx="23414">
                  <c:v>65784</c:v>
                </c:pt>
                <c:pt idx="23415">
                  <c:v>65785</c:v>
                </c:pt>
                <c:pt idx="23416">
                  <c:v>65786</c:v>
                </c:pt>
                <c:pt idx="23417">
                  <c:v>65787</c:v>
                </c:pt>
                <c:pt idx="23418">
                  <c:v>65788</c:v>
                </c:pt>
                <c:pt idx="23419">
                  <c:v>65789</c:v>
                </c:pt>
                <c:pt idx="23420">
                  <c:v>65790</c:v>
                </c:pt>
                <c:pt idx="23421">
                  <c:v>65791</c:v>
                </c:pt>
                <c:pt idx="23422">
                  <c:v>65792</c:v>
                </c:pt>
                <c:pt idx="23423">
                  <c:v>65793</c:v>
                </c:pt>
                <c:pt idx="23424">
                  <c:v>65794</c:v>
                </c:pt>
                <c:pt idx="23425">
                  <c:v>65795</c:v>
                </c:pt>
                <c:pt idx="23426">
                  <c:v>65796</c:v>
                </c:pt>
                <c:pt idx="23427">
                  <c:v>65797</c:v>
                </c:pt>
                <c:pt idx="23428">
                  <c:v>65798</c:v>
                </c:pt>
                <c:pt idx="23429">
                  <c:v>65799</c:v>
                </c:pt>
                <c:pt idx="23430">
                  <c:v>65800</c:v>
                </c:pt>
                <c:pt idx="23431">
                  <c:v>65801</c:v>
                </c:pt>
                <c:pt idx="23432">
                  <c:v>65802</c:v>
                </c:pt>
                <c:pt idx="23433">
                  <c:v>65803</c:v>
                </c:pt>
                <c:pt idx="23434">
                  <c:v>65804</c:v>
                </c:pt>
                <c:pt idx="23435">
                  <c:v>65805</c:v>
                </c:pt>
                <c:pt idx="23436">
                  <c:v>65806</c:v>
                </c:pt>
                <c:pt idx="23437">
                  <c:v>65807</c:v>
                </c:pt>
                <c:pt idx="23438">
                  <c:v>65808</c:v>
                </c:pt>
                <c:pt idx="23439">
                  <c:v>65809</c:v>
                </c:pt>
                <c:pt idx="23440">
                  <c:v>65810</c:v>
                </c:pt>
                <c:pt idx="23441">
                  <c:v>65811</c:v>
                </c:pt>
                <c:pt idx="23442">
                  <c:v>65812</c:v>
                </c:pt>
                <c:pt idx="23443">
                  <c:v>65813</c:v>
                </c:pt>
                <c:pt idx="23444">
                  <c:v>65814</c:v>
                </c:pt>
                <c:pt idx="23445">
                  <c:v>65815</c:v>
                </c:pt>
                <c:pt idx="23446">
                  <c:v>65816</c:v>
                </c:pt>
                <c:pt idx="23447">
                  <c:v>65817</c:v>
                </c:pt>
                <c:pt idx="23448">
                  <c:v>65818</c:v>
                </c:pt>
                <c:pt idx="23449">
                  <c:v>65819</c:v>
                </c:pt>
                <c:pt idx="23450">
                  <c:v>65820</c:v>
                </c:pt>
                <c:pt idx="23451">
                  <c:v>65821</c:v>
                </c:pt>
                <c:pt idx="23452">
                  <c:v>65822</c:v>
                </c:pt>
                <c:pt idx="23453">
                  <c:v>65823</c:v>
                </c:pt>
                <c:pt idx="23454">
                  <c:v>65824</c:v>
                </c:pt>
                <c:pt idx="23455">
                  <c:v>65825</c:v>
                </c:pt>
                <c:pt idx="23456">
                  <c:v>65826</c:v>
                </c:pt>
                <c:pt idx="23457">
                  <c:v>65827</c:v>
                </c:pt>
                <c:pt idx="23458">
                  <c:v>65828</c:v>
                </c:pt>
                <c:pt idx="23459">
                  <c:v>65829</c:v>
                </c:pt>
                <c:pt idx="23460">
                  <c:v>65830</c:v>
                </c:pt>
                <c:pt idx="23461">
                  <c:v>65831</c:v>
                </c:pt>
                <c:pt idx="23462">
                  <c:v>65832</c:v>
                </c:pt>
                <c:pt idx="23463">
                  <c:v>65833</c:v>
                </c:pt>
                <c:pt idx="23464">
                  <c:v>65834</c:v>
                </c:pt>
                <c:pt idx="23465">
                  <c:v>65835</c:v>
                </c:pt>
                <c:pt idx="23466">
                  <c:v>65836</c:v>
                </c:pt>
                <c:pt idx="23467">
                  <c:v>65837</c:v>
                </c:pt>
                <c:pt idx="23468">
                  <c:v>65838</c:v>
                </c:pt>
                <c:pt idx="23469">
                  <c:v>65839</c:v>
                </c:pt>
                <c:pt idx="23470">
                  <c:v>65840</c:v>
                </c:pt>
                <c:pt idx="23471">
                  <c:v>65841</c:v>
                </c:pt>
                <c:pt idx="23472">
                  <c:v>65842</c:v>
                </c:pt>
                <c:pt idx="23473">
                  <c:v>65843</c:v>
                </c:pt>
                <c:pt idx="23474">
                  <c:v>65844</c:v>
                </c:pt>
                <c:pt idx="23475">
                  <c:v>65845</c:v>
                </c:pt>
                <c:pt idx="23476">
                  <c:v>65846</c:v>
                </c:pt>
                <c:pt idx="23477">
                  <c:v>65847</c:v>
                </c:pt>
                <c:pt idx="23478">
                  <c:v>65848</c:v>
                </c:pt>
                <c:pt idx="23479">
                  <c:v>65849</c:v>
                </c:pt>
                <c:pt idx="23480">
                  <c:v>65850</c:v>
                </c:pt>
                <c:pt idx="23481">
                  <c:v>65851</c:v>
                </c:pt>
                <c:pt idx="23482">
                  <c:v>65852</c:v>
                </c:pt>
                <c:pt idx="23483">
                  <c:v>65853</c:v>
                </c:pt>
                <c:pt idx="23484">
                  <c:v>65854</c:v>
                </c:pt>
                <c:pt idx="23485">
                  <c:v>65855</c:v>
                </c:pt>
                <c:pt idx="23486">
                  <c:v>65856</c:v>
                </c:pt>
                <c:pt idx="23487">
                  <c:v>65857</c:v>
                </c:pt>
                <c:pt idx="23488">
                  <c:v>65858</c:v>
                </c:pt>
                <c:pt idx="23489">
                  <c:v>65859</c:v>
                </c:pt>
                <c:pt idx="23490">
                  <c:v>65860</c:v>
                </c:pt>
                <c:pt idx="23491">
                  <c:v>65861</c:v>
                </c:pt>
                <c:pt idx="23492">
                  <c:v>65862</c:v>
                </c:pt>
                <c:pt idx="23493">
                  <c:v>65863</c:v>
                </c:pt>
                <c:pt idx="23494">
                  <c:v>65864</c:v>
                </c:pt>
                <c:pt idx="23495">
                  <c:v>65865</c:v>
                </c:pt>
                <c:pt idx="23496">
                  <c:v>65866</c:v>
                </c:pt>
                <c:pt idx="23497">
                  <c:v>65867</c:v>
                </c:pt>
                <c:pt idx="23498">
                  <c:v>65868</c:v>
                </c:pt>
                <c:pt idx="23499">
                  <c:v>65869</c:v>
                </c:pt>
                <c:pt idx="23500">
                  <c:v>65870</c:v>
                </c:pt>
                <c:pt idx="23501">
                  <c:v>65871</c:v>
                </c:pt>
                <c:pt idx="23502">
                  <c:v>65872</c:v>
                </c:pt>
                <c:pt idx="23503">
                  <c:v>65873</c:v>
                </c:pt>
                <c:pt idx="23504">
                  <c:v>65874</c:v>
                </c:pt>
                <c:pt idx="23505">
                  <c:v>65875</c:v>
                </c:pt>
                <c:pt idx="23506">
                  <c:v>65876</c:v>
                </c:pt>
                <c:pt idx="23507">
                  <c:v>65877</c:v>
                </c:pt>
                <c:pt idx="23508">
                  <c:v>65878</c:v>
                </c:pt>
                <c:pt idx="23509">
                  <c:v>65879</c:v>
                </c:pt>
                <c:pt idx="23510">
                  <c:v>65880</c:v>
                </c:pt>
                <c:pt idx="23511">
                  <c:v>65881</c:v>
                </c:pt>
                <c:pt idx="23512">
                  <c:v>65882</c:v>
                </c:pt>
                <c:pt idx="23513">
                  <c:v>65883</c:v>
                </c:pt>
                <c:pt idx="23514">
                  <c:v>65884</c:v>
                </c:pt>
                <c:pt idx="23515">
                  <c:v>65885</c:v>
                </c:pt>
                <c:pt idx="23516">
                  <c:v>65886</c:v>
                </c:pt>
                <c:pt idx="23517">
                  <c:v>65887</c:v>
                </c:pt>
                <c:pt idx="23518">
                  <c:v>65888</c:v>
                </c:pt>
                <c:pt idx="23519">
                  <c:v>65889</c:v>
                </c:pt>
                <c:pt idx="23520">
                  <c:v>65890</c:v>
                </c:pt>
                <c:pt idx="23521">
                  <c:v>65891</c:v>
                </c:pt>
                <c:pt idx="23522">
                  <c:v>65892</c:v>
                </c:pt>
                <c:pt idx="23523">
                  <c:v>65893</c:v>
                </c:pt>
                <c:pt idx="23524">
                  <c:v>65894</c:v>
                </c:pt>
                <c:pt idx="23525">
                  <c:v>65895</c:v>
                </c:pt>
                <c:pt idx="23526">
                  <c:v>65896</c:v>
                </c:pt>
                <c:pt idx="23527">
                  <c:v>65897</c:v>
                </c:pt>
                <c:pt idx="23528">
                  <c:v>65898</c:v>
                </c:pt>
                <c:pt idx="23529">
                  <c:v>65899</c:v>
                </c:pt>
                <c:pt idx="23530">
                  <c:v>65900</c:v>
                </c:pt>
                <c:pt idx="23531">
                  <c:v>65901</c:v>
                </c:pt>
                <c:pt idx="23532">
                  <c:v>65902</c:v>
                </c:pt>
                <c:pt idx="23533">
                  <c:v>65903</c:v>
                </c:pt>
                <c:pt idx="23534">
                  <c:v>65904</c:v>
                </c:pt>
                <c:pt idx="23535">
                  <c:v>65905</c:v>
                </c:pt>
                <c:pt idx="23536">
                  <c:v>65906</c:v>
                </c:pt>
                <c:pt idx="23537">
                  <c:v>65907</c:v>
                </c:pt>
                <c:pt idx="23538">
                  <c:v>65908</c:v>
                </c:pt>
                <c:pt idx="23539">
                  <c:v>65909</c:v>
                </c:pt>
                <c:pt idx="23540">
                  <c:v>65910</c:v>
                </c:pt>
                <c:pt idx="23541">
                  <c:v>65911</c:v>
                </c:pt>
                <c:pt idx="23542">
                  <c:v>65912</c:v>
                </c:pt>
                <c:pt idx="23543">
                  <c:v>65913</c:v>
                </c:pt>
                <c:pt idx="23544">
                  <c:v>65914</c:v>
                </c:pt>
                <c:pt idx="23545">
                  <c:v>65915</c:v>
                </c:pt>
                <c:pt idx="23546">
                  <c:v>65916</c:v>
                </c:pt>
                <c:pt idx="23547">
                  <c:v>65917</c:v>
                </c:pt>
                <c:pt idx="23548">
                  <c:v>65918</c:v>
                </c:pt>
                <c:pt idx="23549">
                  <c:v>65919</c:v>
                </c:pt>
                <c:pt idx="23550">
                  <c:v>65920</c:v>
                </c:pt>
                <c:pt idx="23551">
                  <c:v>65921</c:v>
                </c:pt>
                <c:pt idx="23552">
                  <c:v>65922</c:v>
                </c:pt>
                <c:pt idx="23553">
                  <c:v>65923</c:v>
                </c:pt>
                <c:pt idx="23554">
                  <c:v>65924</c:v>
                </c:pt>
                <c:pt idx="23555">
                  <c:v>65925</c:v>
                </c:pt>
                <c:pt idx="23556">
                  <c:v>65926</c:v>
                </c:pt>
                <c:pt idx="23557">
                  <c:v>65927</c:v>
                </c:pt>
                <c:pt idx="23558">
                  <c:v>65928</c:v>
                </c:pt>
                <c:pt idx="23559">
                  <c:v>65929</c:v>
                </c:pt>
                <c:pt idx="23560">
                  <c:v>65930</c:v>
                </c:pt>
                <c:pt idx="23561">
                  <c:v>65931</c:v>
                </c:pt>
                <c:pt idx="23562">
                  <c:v>65932</c:v>
                </c:pt>
                <c:pt idx="23563">
                  <c:v>65933</c:v>
                </c:pt>
                <c:pt idx="23564">
                  <c:v>65934</c:v>
                </c:pt>
                <c:pt idx="23565">
                  <c:v>65935</c:v>
                </c:pt>
                <c:pt idx="23566">
                  <c:v>65936</c:v>
                </c:pt>
                <c:pt idx="23567">
                  <c:v>65937</c:v>
                </c:pt>
                <c:pt idx="23568">
                  <c:v>65938</c:v>
                </c:pt>
                <c:pt idx="23569">
                  <c:v>65939</c:v>
                </c:pt>
                <c:pt idx="23570">
                  <c:v>65940</c:v>
                </c:pt>
                <c:pt idx="23571">
                  <c:v>65941</c:v>
                </c:pt>
                <c:pt idx="23572">
                  <c:v>65942</c:v>
                </c:pt>
                <c:pt idx="23573">
                  <c:v>65943</c:v>
                </c:pt>
                <c:pt idx="23574">
                  <c:v>65944</c:v>
                </c:pt>
                <c:pt idx="23575">
                  <c:v>65945</c:v>
                </c:pt>
                <c:pt idx="23576">
                  <c:v>65946</c:v>
                </c:pt>
                <c:pt idx="23577">
                  <c:v>65947</c:v>
                </c:pt>
                <c:pt idx="23578">
                  <c:v>65948</c:v>
                </c:pt>
                <c:pt idx="23579">
                  <c:v>65949</c:v>
                </c:pt>
                <c:pt idx="23580">
                  <c:v>65950</c:v>
                </c:pt>
                <c:pt idx="23581">
                  <c:v>65951</c:v>
                </c:pt>
                <c:pt idx="23582">
                  <c:v>65952</c:v>
                </c:pt>
                <c:pt idx="23583">
                  <c:v>65953</c:v>
                </c:pt>
                <c:pt idx="23584">
                  <c:v>65954</c:v>
                </c:pt>
                <c:pt idx="23585">
                  <c:v>65955</c:v>
                </c:pt>
                <c:pt idx="23586">
                  <c:v>65956</c:v>
                </c:pt>
                <c:pt idx="23587">
                  <c:v>65957</c:v>
                </c:pt>
                <c:pt idx="23588">
                  <c:v>65958</c:v>
                </c:pt>
                <c:pt idx="23589">
                  <c:v>65959</c:v>
                </c:pt>
                <c:pt idx="23590">
                  <c:v>65960</c:v>
                </c:pt>
                <c:pt idx="23591">
                  <c:v>65961</c:v>
                </c:pt>
                <c:pt idx="23592">
                  <c:v>65962</c:v>
                </c:pt>
                <c:pt idx="23593">
                  <c:v>65963</c:v>
                </c:pt>
                <c:pt idx="23594">
                  <c:v>65964</c:v>
                </c:pt>
                <c:pt idx="23595">
                  <c:v>65965</c:v>
                </c:pt>
                <c:pt idx="23596">
                  <c:v>65966</c:v>
                </c:pt>
                <c:pt idx="23597">
                  <c:v>65967</c:v>
                </c:pt>
                <c:pt idx="23598">
                  <c:v>65968</c:v>
                </c:pt>
                <c:pt idx="23599">
                  <c:v>65969</c:v>
                </c:pt>
                <c:pt idx="23600">
                  <c:v>65970</c:v>
                </c:pt>
                <c:pt idx="23601">
                  <c:v>65971</c:v>
                </c:pt>
                <c:pt idx="23602">
                  <c:v>65972</c:v>
                </c:pt>
                <c:pt idx="23603">
                  <c:v>65973</c:v>
                </c:pt>
                <c:pt idx="23604">
                  <c:v>65974</c:v>
                </c:pt>
                <c:pt idx="23605">
                  <c:v>65975</c:v>
                </c:pt>
                <c:pt idx="23606">
                  <c:v>65976</c:v>
                </c:pt>
                <c:pt idx="23607">
                  <c:v>65977</c:v>
                </c:pt>
                <c:pt idx="23608">
                  <c:v>65978</c:v>
                </c:pt>
                <c:pt idx="23609">
                  <c:v>65979</c:v>
                </c:pt>
                <c:pt idx="23610">
                  <c:v>65980</c:v>
                </c:pt>
                <c:pt idx="23611">
                  <c:v>65981</c:v>
                </c:pt>
                <c:pt idx="23612">
                  <c:v>65982</c:v>
                </c:pt>
                <c:pt idx="23613">
                  <c:v>65983</c:v>
                </c:pt>
                <c:pt idx="23614">
                  <c:v>65984</c:v>
                </c:pt>
                <c:pt idx="23615">
                  <c:v>65985</c:v>
                </c:pt>
                <c:pt idx="23616">
                  <c:v>65986</c:v>
                </c:pt>
                <c:pt idx="23617">
                  <c:v>65987</c:v>
                </c:pt>
                <c:pt idx="23618">
                  <c:v>65988</c:v>
                </c:pt>
                <c:pt idx="23619">
                  <c:v>65989</c:v>
                </c:pt>
                <c:pt idx="23620">
                  <c:v>65990</c:v>
                </c:pt>
                <c:pt idx="23621">
                  <c:v>65991</c:v>
                </c:pt>
                <c:pt idx="23622">
                  <c:v>65992</c:v>
                </c:pt>
                <c:pt idx="23623">
                  <c:v>65993</c:v>
                </c:pt>
                <c:pt idx="23624">
                  <c:v>65994</c:v>
                </c:pt>
                <c:pt idx="23625">
                  <c:v>65995</c:v>
                </c:pt>
                <c:pt idx="23626">
                  <c:v>65996</c:v>
                </c:pt>
                <c:pt idx="23627">
                  <c:v>65997</c:v>
                </c:pt>
                <c:pt idx="23628">
                  <c:v>65998</c:v>
                </c:pt>
                <c:pt idx="23629">
                  <c:v>65999</c:v>
                </c:pt>
                <c:pt idx="23630">
                  <c:v>66000</c:v>
                </c:pt>
                <c:pt idx="23631">
                  <c:v>66001</c:v>
                </c:pt>
                <c:pt idx="23632">
                  <c:v>66002</c:v>
                </c:pt>
                <c:pt idx="23633">
                  <c:v>66003</c:v>
                </c:pt>
                <c:pt idx="23634">
                  <c:v>66004</c:v>
                </c:pt>
                <c:pt idx="23635">
                  <c:v>66005</c:v>
                </c:pt>
                <c:pt idx="23636">
                  <c:v>66006</c:v>
                </c:pt>
                <c:pt idx="23637">
                  <c:v>66007</c:v>
                </c:pt>
                <c:pt idx="23638">
                  <c:v>66008</c:v>
                </c:pt>
                <c:pt idx="23639">
                  <c:v>66009</c:v>
                </c:pt>
                <c:pt idx="23640">
                  <c:v>66010</c:v>
                </c:pt>
                <c:pt idx="23641">
                  <c:v>66011</c:v>
                </c:pt>
                <c:pt idx="23642">
                  <c:v>66012</c:v>
                </c:pt>
                <c:pt idx="23643">
                  <c:v>66013</c:v>
                </c:pt>
                <c:pt idx="23644">
                  <c:v>66014</c:v>
                </c:pt>
                <c:pt idx="23645">
                  <c:v>66015</c:v>
                </c:pt>
                <c:pt idx="23646">
                  <c:v>66016</c:v>
                </c:pt>
                <c:pt idx="23647">
                  <c:v>66017</c:v>
                </c:pt>
                <c:pt idx="23648">
                  <c:v>66018</c:v>
                </c:pt>
                <c:pt idx="23649">
                  <c:v>66019</c:v>
                </c:pt>
                <c:pt idx="23650">
                  <c:v>66020</c:v>
                </c:pt>
                <c:pt idx="23651">
                  <c:v>66021</c:v>
                </c:pt>
                <c:pt idx="23652">
                  <c:v>66022</c:v>
                </c:pt>
                <c:pt idx="23653">
                  <c:v>66023</c:v>
                </c:pt>
                <c:pt idx="23654">
                  <c:v>66024</c:v>
                </c:pt>
                <c:pt idx="23655">
                  <c:v>66025</c:v>
                </c:pt>
                <c:pt idx="23656">
                  <c:v>66026</c:v>
                </c:pt>
                <c:pt idx="23657">
                  <c:v>66027</c:v>
                </c:pt>
                <c:pt idx="23658">
                  <c:v>66028</c:v>
                </c:pt>
                <c:pt idx="23659">
                  <c:v>66029</c:v>
                </c:pt>
                <c:pt idx="23660">
                  <c:v>66030</c:v>
                </c:pt>
                <c:pt idx="23661">
                  <c:v>66031</c:v>
                </c:pt>
                <c:pt idx="23662">
                  <c:v>66032</c:v>
                </c:pt>
                <c:pt idx="23663">
                  <c:v>66033</c:v>
                </c:pt>
                <c:pt idx="23664">
                  <c:v>66034</c:v>
                </c:pt>
                <c:pt idx="23665">
                  <c:v>66035</c:v>
                </c:pt>
                <c:pt idx="23666">
                  <c:v>66036</c:v>
                </c:pt>
                <c:pt idx="23667">
                  <c:v>66037</c:v>
                </c:pt>
                <c:pt idx="23668">
                  <c:v>66038</c:v>
                </c:pt>
                <c:pt idx="23669">
                  <c:v>66039</c:v>
                </c:pt>
                <c:pt idx="23670">
                  <c:v>66040</c:v>
                </c:pt>
                <c:pt idx="23671">
                  <c:v>66041</c:v>
                </c:pt>
                <c:pt idx="23672">
                  <c:v>66042</c:v>
                </c:pt>
                <c:pt idx="23673">
                  <c:v>66043</c:v>
                </c:pt>
                <c:pt idx="23674">
                  <c:v>66044</c:v>
                </c:pt>
                <c:pt idx="23675">
                  <c:v>66045</c:v>
                </c:pt>
                <c:pt idx="23676">
                  <c:v>66046</c:v>
                </c:pt>
                <c:pt idx="23677">
                  <c:v>66047</c:v>
                </c:pt>
                <c:pt idx="23678">
                  <c:v>66048</c:v>
                </c:pt>
                <c:pt idx="23679">
                  <c:v>66049</c:v>
                </c:pt>
                <c:pt idx="23680">
                  <c:v>66050</c:v>
                </c:pt>
                <c:pt idx="23681">
                  <c:v>66051</c:v>
                </c:pt>
                <c:pt idx="23682">
                  <c:v>66052</c:v>
                </c:pt>
                <c:pt idx="23683">
                  <c:v>66053</c:v>
                </c:pt>
                <c:pt idx="23684">
                  <c:v>66054</c:v>
                </c:pt>
                <c:pt idx="23685">
                  <c:v>66055</c:v>
                </c:pt>
                <c:pt idx="23686">
                  <c:v>66056</c:v>
                </c:pt>
                <c:pt idx="23687">
                  <c:v>66057</c:v>
                </c:pt>
                <c:pt idx="23688">
                  <c:v>66058</c:v>
                </c:pt>
                <c:pt idx="23689">
                  <c:v>66059</c:v>
                </c:pt>
                <c:pt idx="23690">
                  <c:v>66060</c:v>
                </c:pt>
                <c:pt idx="23691">
                  <c:v>66061</c:v>
                </c:pt>
                <c:pt idx="23692">
                  <c:v>66062</c:v>
                </c:pt>
                <c:pt idx="23693">
                  <c:v>66063</c:v>
                </c:pt>
                <c:pt idx="23694">
                  <c:v>66064</c:v>
                </c:pt>
                <c:pt idx="23695">
                  <c:v>66065</c:v>
                </c:pt>
                <c:pt idx="23696">
                  <c:v>66066</c:v>
                </c:pt>
                <c:pt idx="23697">
                  <c:v>66067</c:v>
                </c:pt>
                <c:pt idx="23698">
                  <c:v>66068</c:v>
                </c:pt>
                <c:pt idx="23699">
                  <c:v>66069</c:v>
                </c:pt>
                <c:pt idx="23700">
                  <c:v>66070</c:v>
                </c:pt>
                <c:pt idx="23701">
                  <c:v>66071</c:v>
                </c:pt>
                <c:pt idx="23702">
                  <c:v>66072</c:v>
                </c:pt>
                <c:pt idx="23703">
                  <c:v>66073</c:v>
                </c:pt>
                <c:pt idx="23704">
                  <c:v>66074</c:v>
                </c:pt>
                <c:pt idx="23705">
                  <c:v>66075</c:v>
                </c:pt>
                <c:pt idx="23706">
                  <c:v>66076</c:v>
                </c:pt>
                <c:pt idx="23707">
                  <c:v>66077</c:v>
                </c:pt>
                <c:pt idx="23708">
                  <c:v>66078</c:v>
                </c:pt>
                <c:pt idx="23709">
                  <c:v>66079</c:v>
                </c:pt>
                <c:pt idx="23710">
                  <c:v>66080</c:v>
                </c:pt>
                <c:pt idx="23711">
                  <c:v>66081</c:v>
                </c:pt>
                <c:pt idx="23712">
                  <c:v>66082</c:v>
                </c:pt>
                <c:pt idx="23713">
                  <c:v>66083</c:v>
                </c:pt>
                <c:pt idx="23714">
                  <c:v>66084</c:v>
                </c:pt>
                <c:pt idx="23715">
                  <c:v>66085</c:v>
                </c:pt>
                <c:pt idx="23716">
                  <c:v>66086</c:v>
                </c:pt>
                <c:pt idx="23717">
                  <c:v>66087</c:v>
                </c:pt>
                <c:pt idx="23718">
                  <c:v>66088</c:v>
                </c:pt>
                <c:pt idx="23719">
                  <c:v>66089</c:v>
                </c:pt>
                <c:pt idx="23720">
                  <c:v>66090</c:v>
                </c:pt>
                <c:pt idx="23721">
                  <c:v>66091</c:v>
                </c:pt>
                <c:pt idx="23722">
                  <c:v>66092</c:v>
                </c:pt>
                <c:pt idx="23723">
                  <c:v>66093</c:v>
                </c:pt>
                <c:pt idx="23724">
                  <c:v>66094</c:v>
                </c:pt>
                <c:pt idx="23725">
                  <c:v>66095</c:v>
                </c:pt>
                <c:pt idx="23726">
                  <c:v>66096</c:v>
                </c:pt>
                <c:pt idx="23727">
                  <c:v>66097</c:v>
                </c:pt>
                <c:pt idx="23728">
                  <c:v>66098</c:v>
                </c:pt>
                <c:pt idx="23729">
                  <c:v>66099</c:v>
                </c:pt>
                <c:pt idx="23730">
                  <c:v>66100</c:v>
                </c:pt>
                <c:pt idx="23731">
                  <c:v>66101</c:v>
                </c:pt>
                <c:pt idx="23732">
                  <c:v>66102</c:v>
                </c:pt>
                <c:pt idx="23733">
                  <c:v>66103</c:v>
                </c:pt>
                <c:pt idx="23734">
                  <c:v>66104</c:v>
                </c:pt>
                <c:pt idx="23735">
                  <c:v>66105</c:v>
                </c:pt>
                <c:pt idx="23736">
                  <c:v>66106</c:v>
                </c:pt>
                <c:pt idx="23737">
                  <c:v>66107</c:v>
                </c:pt>
                <c:pt idx="23738">
                  <c:v>66108</c:v>
                </c:pt>
                <c:pt idx="23739">
                  <c:v>66109</c:v>
                </c:pt>
                <c:pt idx="23740">
                  <c:v>66110</c:v>
                </c:pt>
                <c:pt idx="23741">
                  <c:v>66111</c:v>
                </c:pt>
                <c:pt idx="23742">
                  <c:v>66112</c:v>
                </c:pt>
                <c:pt idx="23743">
                  <c:v>66113</c:v>
                </c:pt>
                <c:pt idx="23744">
                  <c:v>66114</c:v>
                </c:pt>
                <c:pt idx="23745">
                  <c:v>66115</c:v>
                </c:pt>
                <c:pt idx="23746">
                  <c:v>66116</c:v>
                </c:pt>
                <c:pt idx="23747">
                  <c:v>66117</c:v>
                </c:pt>
                <c:pt idx="23748">
                  <c:v>66118</c:v>
                </c:pt>
                <c:pt idx="23749">
                  <c:v>66119</c:v>
                </c:pt>
                <c:pt idx="23750">
                  <c:v>66120</c:v>
                </c:pt>
                <c:pt idx="23751">
                  <c:v>66121</c:v>
                </c:pt>
                <c:pt idx="23752">
                  <c:v>66122</c:v>
                </c:pt>
                <c:pt idx="23753">
                  <c:v>66123</c:v>
                </c:pt>
                <c:pt idx="23754">
                  <c:v>66124</c:v>
                </c:pt>
                <c:pt idx="23755">
                  <c:v>66125</c:v>
                </c:pt>
                <c:pt idx="23756">
                  <c:v>66126</c:v>
                </c:pt>
                <c:pt idx="23757">
                  <c:v>66127</c:v>
                </c:pt>
                <c:pt idx="23758">
                  <c:v>66128</c:v>
                </c:pt>
                <c:pt idx="23759">
                  <c:v>66129</c:v>
                </c:pt>
                <c:pt idx="23760">
                  <c:v>66130</c:v>
                </c:pt>
                <c:pt idx="23761">
                  <c:v>66131</c:v>
                </c:pt>
                <c:pt idx="23762">
                  <c:v>66132</c:v>
                </c:pt>
                <c:pt idx="23763">
                  <c:v>66133</c:v>
                </c:pt>
                <c:pt idx="23764">
                  <c:v>66134</c:v>
                </c:pt>
                <c:pt idx="23765">
                  <c:v>66135</c:v>
                </c:pt>
                <c:pt idx="23766">
                  <c:v>66136</c:v>
                </c:pt>
                <c:pt idx="23767">
                  <c:v>66137</c:v>
                </c:pt>
                <c:pt idx="23768">
                  <c:v>66138</c:v>
                </c:pt>
                <c:pt idx="23769">
                  <c:v>66139</c:v>
                </c:pt>
                <c:pt idx="23770">
                  <c:v>66140</c:v>
                </c:pt>
                <c:pt idx="23771">
                  <c:v>66141</c:v>
                </c:pt>
                <c:pt idx="23772">
                  <c:v>66142</c:v>
                </c:pt>
                <c:pt idx="23773">
                  <c:v>66143</c:v>
                </c:pt>
                <c:pt idx="23774">
                  <c:v>66144</c:v>
                </c:pt>
                <c:pt idx="23775">
                  <c:v>66145</c:v>
                </c:pt>
                <c:pt idx="23776">
                  <c:v>66146</c:v>
                </c:pt>
                <c:pt idx="23777">
                  <c:v>66147</c:v>
                </c:pt>
                <c:pt idx="23778">
                  <c:v>66148</c:v>
                </c:pt>
                <c:pt idx="23779">
                  <c:v>66149</c:v>
                </c:pt>
                <c:pt idx="23780">
                  <c:v>66150</c:v>
                </c:pt>
                <c:pt idx="23781">
                  <c:v>66151</c:v>
                </c:pt>
                <c:pt idx="23782">
                  <c:v>66152</c:v>
                </c:pt>
                <c:pt idx="23783">
                  <c:v>66153</c:v>
                </c:pt>
                <c:pt idx="23784">
                  <c:v>66154</c:v>
                </c:pt>
                <c:pt idx="23785">
                  <c:v>66155</c:v>
                </c:pt>
                <c:pt idx="23786">
                  <c:v>66156</c:v>
                </c:pt>
                <c:pt idx="23787">
                  <c:v>66157</c:v>
                </c:pt>
                <c:pt idx="23788">
                  <c:v>66158</c:v>
                </c:pt>
                <c:pt idx="23789">
                  <c:v>66159</c:v>
                </c:pt>
                <c:pt idx="23790">
                  <c:v>66160</c:v>
                </c:pt>
                <c:pt idx="23791">
                  <c:v>66161</c:v>
                </c:pt>
                <c:pt idx="23792">
                  <c:v>66162</c:v>
                </c:pt>
                <c:pt idx="23793">
                  <c:v>66163</c:v>
                </c:pt>
                <c:pt idx="23794">
                  <c:v>66164</c:v>
                </c:pt>
                <c:pt idx="23795">
                  <c:v>66165</c:v>
                </c:pt>
                <c:pt idx="23796">
                  <c:v>66166</c:v>
                </c:pt>
                <c:pt idx="23797">
                  <c:v>66167</c:v>
                </c:pt>
                <c:pt idx="23798">
                  <c:v>66168</c:v>
                </c:pt>
                <c:pt idx="23799">
                  <c:v>66169</c:v>
                </c:pt>
                <c:pt idx="23800">
                  <c:v>66170</c:v>
                </c:pt>
                <c:pt idx="23801">
                  <c:v>66171</c:v>
                </c:pt>
                <c:pt idx="23802">
                  <c:v>66172</c:v>
                </c:pt>
                <c:pt idx="23803">
                  <c:v>66173</c:v>
                </c:pt>
                <c:pt idx="23804">
                  <c:v>66174</c:v>
                </c:pt>
                <c:pt idx="23805">
                  <c:v>66175</c:v>
                </c:pt>
                <c:pt idx="23806">
                  <c:v>66176</c:v>
                </c:pt>
                <c:pt idx="23807">
                  <c:v>66177</c:v>
                </c:pt>
                <c:pt idx="23808">
                  <c:v>66178</c:v>
                </c:pt>
                <c:pt idx="23809">
                  <c:v>66179</c:v>
                </c:pt>
                <c:pt idx="23810">
                  <c:v>66180</c:v>
                </c:pt>
                <c:pt idx="23811">
                  <c:v>66181</c:v>
                </c:pt>
                <c:pt idx="23812">
                  <c:v>66182</c:v>
                </c:pt>
                <c:pt idx="23813">
                  <c:v>66183</c:v>
                </c:pt>
                <c:pt idx="23814">
                  <c:v>66184</c:v>
                </c:pt>
                <c:pt idx="23815">
                  <c:v>66185</c:v>
                </c:pt>
                <c:pt idx="23816">
                  <c:v>66186</c:v>
                </c:pt>
                <c:pt idx="23817">
                  <c:v>66187</c:v>
                </c:pt>
                <c:pt idx="23818">
                  <c:v>66188</c:v>
                </c:pt>
                <c:pt idx="23819">
                  <c:v>66189</c:v>
                </c:pt>
                <c:pt idx="23820">
                  <c:v>66190</c:v>
                </c:pt>
                <c:pt idx="23821">
                  <c:v>66191</c:v>
                </c:pt>
                <c:pt idx="23822">
                  <c:v>66192</c:v>
                </c:pt>
                <c:pt idx="23823">
                  <c:v>66193</c:v>
                </c:pt>
                <c:pt idx="23824">
                  <c:v>66194</c:v>
                </c:pt>
                <c:pt idx="23825">
                  <c:v>66195</c:v>
                </c:pt>
                <c:pt idx="23826">
                  <c:v>66196</c:v>
                </c:pt>
                <c:pt idx="23827">
                  <c:v>66197</c:v>
                </c:pt>
                <c:pt idx="23828">
                  <c:v>66198</c:v>
                </c:pt>
                <c:pt idx="23829">
                  <c:v>66199</c:v>
                </c:pt>
                <c:pt idx="23830">
                  <c:v>66200</c:v>
                </c:pt>
                <c:pt idx="23831">
                  <c:v>66201</c:v>
                </c:pt>
                <c:pt idx="23832">
                  <c:v>66202</c:v>
                </c:pt>
                <c:pt idx="23833">
                  <c:v>66203</c:v>
                </c:pt>
                <c:pt idx="23834">
                  <c:v>66204</c:v>
                </c:pt>
                <c:pt idx="23835">
                  <c:v>66205</c:v>
                </c:pt>
                <c:pt idx="23836">
                  <c:v>66206</c:v>
                </c:pt>
                <c:pt idx="23837">
                  <c:v>66207</c:v>
                </c:pt>
                <c:pt idx="23838">
                  <c:v>66208</c:v>
                </c:pt>
                <c:pt idx="23839">
                  <c:v>66209</c:v>
                </c:pt>
                <c:pt idx="23840">
                  <c:v>66210</c:v>
                </c:pt>
                <c:pt idx="23841">
                  <c:v>66211</c:v>
                </c:pt>
                <c:pt idx="23842">
                  <c:v>66212</c:v>
                </c:pt>
                <c:pt idx="23843">
                  <c:v>66213</c:v>
                </c:pt>
                <c:pt idx="23844">
                  <c:v>66214</c:v>
                </c:pt>
                <c:pt idx="23845">
                  <c:v>66215</c:v>
                </c:pt>
                <c:pt idx="23846">
                  <c:v>66216</c:v>
                </c:pt>
                <c:pt idx="23847">
                  <c:v>66217</c:v>
                </c:pt>
                <c:pt idx="23848">
                  <c:v>66218</c:v>
                </c:pt>
                <c:pt idx="23849">
                  <c:v>66219</c:v>
                </c:pt>
                <c:pt idx="23850">
                  <c:v>66220</c:v>
                </c:pt>
                <c:pt idx="23851">
                  <c:v>66221</c:v>
                </c:pt>
                <c:pt idx="23852">
                  <c:v>66222</c:v>
                </c:pt>
                <c:pt idx="23853">
                  <c:v>66223</c:v>
                </c:pt>
                <c:pt idx="23854">
                  <c:v>66224</c:v>
                </c:pt>
                <c:pt idx="23855">
                  <c:v>66225</c:v>
                </c:pt>
                <c:pt idx="23856">
                  <c:v>66226</c:v>
                </c:pt>
                <c:pt idx="23857">
                  <c:v>66227</c:v>
                </c:pt>
                <c:pt idx="23858">
                  <c:v>66228</c:v>
                </c:pt>
                <c:pt idx="23859">
                  <c:v>66229</c:v>
                </c:pt>
                <c:pt idx="23860">
                  <c:v>66230</c:v>
                </c:pt>
                <c:pt idx="23861">
                  <c:v>66231</c:v>
                </c:pt>
                <c:pt idx="23862">
                  <c:v>66232</c:v>
                </c:pt>
                <c:pt idx="23863">
                  <c:v>66233</c:v>
                </c:pt>
                <c:pt idx="23864">
                  <c:v>66234</c:v>
                </c:pt>
                <c:pt idx="23865">
                  <c:v>66235</c:v>
                </c:pt>
                <c:pt idx="23866">
                  <c:v>66236</c:v>
                </c:pt>
                <c:pt idx="23867">
                  <c:v>66237</c:v>
                </c:pt>
                <c:pt idx="23868">
                  <c:v>66238</c:v>
                </c:pt>
                <c:pt idx="23869">
                  <c:v>66239</c:v>
                </c:pt>
                <c:pt idx="23870">
                  <c:v>66240</c:v>
                </c:pt>
                <c:pt idx="23871">
                  <c:v>66241</c:v>
                </c:pt>
                <c:pt idx="23872">
                  <c:v>66242</c:v>
                </c:pt>
                <c:pt idx="23873">
                  <c:v>66243</c:v>
                </c:pt>
                <c:pt idx="23874">
                  <c:v>66244</c:v>
                </c:pt>
                <c:pt idx="23875">
                  <c:v>66245</c:v>
                </c:pt>
                <c:pt idx="23876">
                  <c:v>66246</c:v>
                </c:pt>
                <c:pt idx="23877">
                  <c:v>66247</c:v>
                </c:pt>
                <c:pt idx="23878">
                  <c:v>66248</c:v>
                </c:pt>
                <c:pt idx="23879">
                  <c:v>66249</c:v>
                </c:pt>
                <c:pt idx="23880">
                  <c:v>66250</c:v>
                </c:pt>
                <c:pt idx="23881">
                  <c:v>66251</c:v>
                </c:pt>
                <c:pt idx="23882">
                  <c:v>66252</c:v>
                </c:pt>
                <c:pt idx="23883">
                  <c:v>66253</c:v>
                </c:pt>
                <c:pt idx="23884">
                  <c:v>66254</c:v>
                </c:pt>
                <c:pt idx="23885">
                  <c:v>66255</c:v>
                </c:pt>
                <c:pt idx="23886">
                  <c:v>66256</c:v>
                </c:pt>
                <c:pt idx="23887">
                  <c:v>66257</c:v>
                </c:pt>
                <c:pt idx="23888">
                  <c:v>66258</c:v>
                </c:pt>
                <c:pt idx="23889">
                  <c:v>66259</c:v>
                </c:pt>
                <c:pt idx="23890">
                  <c:v>66260</c:v>
                </c:pt>
                <c:pt idx="23891">
                  <c:v>66261</c:v>
                </c:pt>
                <c:pt idx="23892">
                  <c:v>66262</c:v>
                </c:pt>
                <c:pt idx="23893">
                  <c:v>66263</c:v>
                </c:pt>
                <c:pt idx="23894">
                  <c:v>66264</c:v>
                </c:pt>
                <c:pt idx="23895">
                  <c:v>66265</c:v>
                </c:pt>
                <c:pt idx="23896">
                  <c:v>66266</c:v>
                </c:pt>
                <c:pt idx="23897">
                  <c:v>66267</c:v>
                </c:pt>
                <c:pt idx="23898">
                  <c:v>66268</c:v>
                </c:pt>
                <c:pt idx="23899">
                  <c:v>66269</c:v>
                </c:pt>
                <c:pt idx="23900">
                  <c:v>66270</c:v>
                </c:pt>
                <c:pt idx="23901">
                  <c:v>66271</c:v>
                </c:pt>
                <c:pt idx="23902">
                  <c:v>66272</c:v>
                </c:pt>
                <c:pt idx="23903">
                  <c:v>66273</c:v>
                </c:pt>
                <c:pt idx="23904">
                  <c:v>66274</c:v>
                </c:pt>
                <c:pt idx="23905">
                  <c:v>66275</c:v>
                </c:pt>
                <c:pt idx="23906">
                  <c:v>66276</c:v>
                </c:pt>
                <c:pt idx="23907">
                  <c:v>66277</c:v>
                </c:pt>
                <c:pt idx="23908">
                  <c:v>66278</c:v>
                </c:pt>
                <c:pt idx="23909">
                  <c:v>66279</c:v>
                </c:pt>
                <c:pt idx="23910">
                  <c:v>66280</c:v>
                </c:pt>
                <c:pt idx="23911">
                  <c:v>66281</c:v>
                </c:pt>
                <c:pt idx="23912">
                  <c:v>66282</c:v>
                </c:pt>
                <c:pt idx="23913">
                  <c:v>66283</c:v>
                </c:pt>
                <c:pt idx="23914">
                  <c:v>66284</c:v>
                </c:pt>
                <c:pt idx="23915">
                  <c:v>66285</c:v>
                </c:pt>
                <c:pt idx="23916">
                  <c:v>66286</c:v>
                </c:pt>
                <c:pt idx="23917">
                  <c:v>66287</c:v>
                </c:pt>
                <c:pt idx="23918">
                  <c:v>66288</c:v>
                </c:pt>
                <c:pt idx="23919">
                  <c:v>66289</c:v>
                </c:pt>
                <c:pt idx="23920">
                  <c:v>66290</c:v>
                </c:pt>
                <c:pt idx="23921">
                  <c:v>66291</c:v>
                </c:pt>
                <c:pt idx="23922">
                  <c:v>66292</c:v>
                </c:pt>
                <c:pt idx="23923">
                  <c:v>66293</c:v>
                </c:pt>
                <c:pt idx="23924">
                  <c:v>66294</c:v>
                </c:pt>
                <c:pt idx="23925">
                  <c:v>66295</c:v>
                </c:pt>
                <c:pt idx="23926">
                  <c:v>66296</c:v>
                </c:pt>
                <c:pt idx="23927">
                  <c:v>66297</c:v>
                </c:pt>
                <c:pt idx="23928">
                  <c:v>66298</c:v>
                </c:pt>
                <c:pt idx="23929">
                  <c:v>66299</c:v>
                </c:pt>
                <c:pt idx="23930">
                  <c:v>66300</c:v>
                </c:pt>
                <c:pt idx="23931">
                  <c:v>66301</c:v>
                </c:pt>
                <c:pt idx="23932">
                  <c:v>66302</c:v>
                </c:pt>
                <c:pt idx="23933">
                  <c:v>66303</c:v>
                </c:pt>
                <c:pt idx="23934">
                  <c:v>66304</c:v>
                </c:pt>
                <c:pt idx="23935">
                  <c:v>66305</c:v>
                </c:pt>
                <c:pt idx="23936">
                  <c:v>66306</c:v>
                </c:pt>
                <c:pt idx="23937">
                  <c:v>66307</c:v>
                </c:pt>
                <c:pt idx="23938">
                  <c:v>66308</c:v>
                </c:pt>
                <c:pt idx="23939">
                  <c:v>66309</c:v>
                </c:pt>
                <c:pt idx="23940">
                  <c:v>66310</c:v>
                </c:pt>
                <c:pt idx="23941">
                  <c:v>66311</c:v>
                </c:pt>
                <c:pt idx="23942">
                  <c:v>66312</c:v>
                </c:pt>
                <c:pt idx="23943">
                  <c:v>66313</c:v>
                </c:pt>
                <c:pt idx="23944">
                  <c:v>66314</c:v>
                </c:pt>
                <c:pt idx="23945">
                  <c:v>66315</c:v>
                </c:pt>
                <c:pt idx="23946">
                  <c:v>66316</c:v>
                </c:pt>
                <c:pt idx="23947">
                  <c:v>66317</c:v>
                </c:pt>
                <c:pt idx="23948">
                  <c:v>66318</c:v>
                </c:pt>
                <c:pt idx="23949">
                  <c:v>66319</c:v>
                </c:pt>
                <c:pt idx="23950">
                  <c:v>66320</c:v>
                </c:pt>
                <c:pt idx="23951">
                  <c:v>66321</c:v>
                </c:pt>
                <c:pt idx="23952">
                  <c:v>66322</c:v>
                </c:pt>
                <c:pt idx="23953">
                  <c:v>66323</c:v>
                </c:pt>
                <c:pt idx="23954">
                  <c:v>66324</c:v>
                </c:pt>
                <c:pt idx="23955">
                  <c:v>66325</c:v>
                </c:pt>
                <c:pt idx="23956">
                  <c:v>66326</c:v>
                </c:pt>
                <c:pt idx="23957">
                  <c:v>66327</c:v>
                </c:pt>
                <c:pt idx="23958">
                  <c:v>66328</c:v>
                </c:pt>
                <c:pt idx="23959">
                  <c:v>66329</c:v>
                </c:pt>
                <c:pt idx="23960">
                  <c:v>66330</c:v>
                </c:pt>
                <c:pt idx="23961">
                  <c:v>66331</c:v>
                </c:pt>
                <c:pt idx="23962">
                  <c:v>66332</c:v>
                </c:pt>
                <c:pt idx="23963">
                  <c:v>66333</c:v>
                </c:pt>
                <c:pt idx="23964">
                  <c:v>66334</c:v>
                </c:pt>
                <c:pt idx="23965">
                  <c:v>66335</c:v>
                </c:pt>
                <c:pt idx="23966">
                  <c:v>66336</c:v>
                </c:pt>
                <c:pt idx="23967">
                  <c:v>66337</c:v>
                </c:pt>
                <c:pt idx="23968">
                  <c:v>66338</c:v>
                </c:pt>
                <c:pt idx="23969">
                  <c:v>66339</c:v>
                </c:pt>
                <c:pt idx="23970">
                  <c:v>66340</c:v>
                </c:pt>
                <c:pt idx="23971">
                  <c:v>66341</c:v>
                </c:pt>
                <c:pt idx="23972">
                  <c:v>66342</c:v>
                </c:pt>
                <c:pt idx="23973">
                  <c:v>66343</c:v>
                </c:pt>
                <c:pt idx="23974">
                  <c:v>66344</c:v>
                </c:pt>
                <c:pt idx="23975">
                  <c:v>66345</c:v>
                </c:pt>
                <c:pt idx="23976">
                  <c:v>66346</c:v>
                </c:pt>
                <c:pt idx="23977">
                  <c:v>66347</c:v>
                </c:pt>
                <c:pt idx="23978">
                  <c:v>66348</c:v>
                </c:pt>
                <c:pt idx="23979">
                  <c:v>66349</c:v>
                </c:pt>
                <c:pt idx="23980">
                  <c:v>66350</c:v>
                </c:pt>
                <c:pt idx="23981">
                  <c:v>66351</c:v>
                </c:pt>
                <c:pt idx="23982">
                  <c:v>66352</c:v>
                </c:pt>
                <c:pt idx="23983">
                  <c:v>66353</c:v>
                </c:pt>
                <c:pt idx="23984">
                  <c:v>66354</c:v>
                </c:pt>
                <c:pt idx="23985">
                  <c:v>66355</c:v>
                </c:pt>
                <c:pt idx="23986">
                  <c:v>66356</c:v>
                </c:pt>
                <c:pt idx="23987">
                  <c:v>66357</c:v>
                </c:pt>
                <c:pt idx="23988">
                  <c:v>66358</c:v>
                </c:pt>
                <c:pt idx="23989">
                  <c:v>66359</c:v>
                </c:pt>
                <c:pt idx="23990">
                  <c:v>66360</c:v>
                </c:pt>
                <c:pt idx="23991">
                  <c:v>66361</c:v>
                </c:pt>
                <c:pt idx="23992">
                  <c:v>66362</c:v>
                </c:pt>
                <c:pt idx="23993">
                  <c:v>66363</c:v>
                </c:pt>
                <c:pt idx="23994">
                  <c:v>66364</c:v>
                </c:pt>
                <c:pt idx="23995">
                  <c:v>66365</c:v>
                </c:pt>
                <c:pt idx="23996">
                  <c:v>66366</c:v>
                </c:pt>
                <c:pt idx="23997">
                  <c:v>66367</c:v>
                </c:pt>
                <c:pt idx="23998">
                  <c:v>66368</c:v>
                </c:pt>
                <c:pt idx="23999">
                  <c:v>66369</c:v>
                </c:pt>
                <c:pt idx="24000">
                  <c:v>66370</c:v>
                </c:pt>
                <c:pt idx="24001">
                  <c:v>66371</c:v>
                </c:pt>
                <c:pt idx="24002">
                  <c:v>66372</c:v>
                </c:pt>
                <c:pt idx="24003">
                  <c:v>66373</c:v>
                </c:pt>
                <c:pt idx="24004">
                  <c:v>66374</c:v>
                </c:pt>
                <c:pt idx="24005">
                  <c:v>66375</c:v>
                </c:pt>
                <c:pt idx="24006">
                  <c:v>66376</c:v>
                </c:pt>
                <c:pt idx="24007">
                  <c:v>66377</c:v>
                </c:pt>
                <c:pt idx="24008">
                  <c:v>66378</c:v>
                </c:pt>
                <c:pt idx="24009">
                  <c:v>66379</c:v>
                </c:pt>
                <c:pt idx="24010">
                  <c:v>66380</c:v>
                </c:pt>
                <c:pt idx="24011">
                  <c:v>66381</c:v>
                </c:pt>
                <c:pt idx="24012">
                  <c:v>66382</c:v>
                </c:pt>
                <c:pt idx="24013">
                  <c:v>66383</c:v>
                </c:pt>
                <c:pt idx="24014">
                  <c:v>66384</c:v>
                </c:pt>
                <c:pt idx="24015">
                  <c:v>66385</c:v>
                </c:pt>
                <c:pt idx="24016">
                  <c:v>66386</c:v>
                </c:pt>
                <c:pt idx="24017">
                  <c:v>66387</c:v>
                </c:pt>
                <c:pt idx="24018">
                  <c:v>66388</c:v>
                </c:pt>
                <c:pt idx="24019">
                  <c:v>66389</c:v>
                </c:pt>
                <c:pt idx="24020">
                  <c:v>66390</c:v>
                </c:pt>
                <c:pt idx="24021">
                  <c:v>66391</c:v>
                </c:pt>
                <c:pt idx="24022">
                  <c:v>66392</c:v>
                </c:pt>
                <c:pt idx="24023">
                  <c:v>66393</c:v>
                </c:pt>
                <c:pt idx="24024">
                  <c:v>66394</c:v>
                </c:pt>
                <c:pt idx="24025">
                  <c:v>66395</c:v>
                </c:pt>
                <c:pt idx="24026">
                  <c:v>66396</c:v>
                </c:pt>
                <c:pt idx="24027">
                  <c:v>66397</c:v>
                </c:pt>
                <c:pt idx="24028">
                  <c:v>66398</c:v>
                </c:pt>
                <c:pt idx="24029">
                  <c:v>66399</c:v>
                </c:pt>
                <c:pt idx="24030">
                  <c:v>66400</c:v>
                </c:pt>
                <c:pt idx="24031">
                  <c:v>66401</c:v>
                </c:pt>
                <c:pt idx="24032">
                  <c:v>66402</c:v>
                </c:pt>
                <c:pt idx="24033">
                  <c:v>66403</c:v>
                </c:pt>
                <c:pt idx="24034">
                  <c:v>66404</c:v>
                </c:pt>
                <c:pt idx="24035">
                  <c:v>66405</c:v>
                </c:pt>
                <c:pt idx="24036">
                  <c:v>66406</c:v>
                </c:pt>
                <c:pt idx="24037">
                  <c:v>66407</c:v>
                </c:pt>
                <c:pt idx="24038">
                  <c:v>66408</c:v>
                </c:pt>
                <c:pt idx="24039">
                  <c:v>66409</c:v>
                </c:pt>
                <c:pt idx="24040">
                  <c:v>66410</c:v>
                </c:pt>
                <c:pt idx="24041">
                  <c:v>66411</c:v>
                </c:pt>
                <c:pt idx="24042">
                  <c:v>66412</c:v>
                </c:pt>
                <c:pt idx="24043">
                  <c:v>66413</c:v>
                </c:pt>
                <c:pt idx="24044">
                  <c:v>66414</c:v>
                </c:pt>
                <c:pt idx="24045">
                  <c:v>66415</c:v>
                </c:pt>
                <c:pt idx="24046">
                  <c:v>66416</c:v>
                </c:pt>
                <c:pt idx="24047">
                  <c:v>66417</c:v>
                </c:pt>
                <c:pt idx="24048">
                  <c:v>66418</c:v>
                </c:pt>
                <c:pt idx="24049">
                  <c:v>66419</c:v>
                </c:pt>
                <c:pt idx="24050">
                  <c:v>66420</c:v>
                </c:pt>
                <c:pt idx="24051">
                  <c:v>66421</c:v>
                </c:pt>
                <c:pt idx="24052">
                  <c:v>66422</c:v>
                </c:pt>
                <c:pt idx="24053">
                  <c:v>66423</c:v>
                </c:pt>
                <c:pt idx="24054">
                  <c:v>66424</c:v>
                </c:pt>
                <c:pt idx="24055">
                  <c:v>66425</c:v>
                </c:pt>
                <c:pt idx="24056">
                  <c:v>66426</c:v>
                </c:pt>
                <c:pt idx="24057">
                  <c:v>66427</c:v>
                </c:pt>
                <c:pt idx="24058">
                  <c:v>66428</c:v>
                </c:pt>
                <c:pt idx="24059">
                  <c:v>66429</c:v>
                </c:pt>
                <c:pt idx="24060">
                  <c:v>66430</c:v>
                </c:pt>
                <c:pt idx="24061">
                  <c:v>66431</c:v>
                </c:pt>
                <c:pt idx="24062">
                  <c:v>66432</c:v>
                </c:pt>
                <c:pt idx="24063">
                  <c:v>66433</c:v>
                </c:pt>
                <c:pt idx="24064">
                  <c:v>66434</c:v>
                </c:pt>
                <c:pt idx="24065">
                  <c:v>66435</c:v>
                </c:pt>
                <c:pt idx="24066">
                  <c:v>66436</c:v>
                </c:pt>
                <c:pt idx="24067">
                  <c:v>66437</c:v>
                </c:pt>
                <c:pt idx="24068">
                  <c:v>66438</c:v>
                </c:pt>
                <c:pt idx="24069">
                  <c:v>66439</c:v>
                </c:pt>
                <c:pt idx="24070">
                  <c:v>66440</c:v>
                </c:pt>
                <c:pt idx="24071">
                  <c:v>66441</c:v>
                </c:pt>
                <c:pt idx="24072">
                  <c:v>66442</c:v>
                </c:pt>
                <c:pt idx="24073">
                  <c:v>66443</c:v>
                </c:pt>
                <c:pt idx="24074">
                  <c:v>66444</c:v>
                </c:pt>
                <c:pt idx="24075">
                  <c:v>66445</c:v>
                </c:pt>
                <c:pt idx="24076">
                  <c:v>66446</c:v>
                </c:pt>
                <c:pt idx="24077">
                  <c:v>66447</c:v>
                </c:pt>
                <c:pt idx="24078">
                  <c:v>66448</c:v>
                </c:pt>
                <c:pt idx="24079">
                  <c:v>66449</c:v>
                </c:pt>
                <c:pt idx="24080">
                  <c:v>66450</c:v>
                </c:pt>
                <c:pt idx="24081">
                  <c:v>66451</c:v>
                </c:pt>
                <c:pt idx="24082">
                  <c:v>66452</c:v>
                </c:pt>
                <c:pt idx="24083">
                  <c:v>66453</c:v>
                </c:pt>
                <c:pt idx="24084">
                  <c:v>66454</c:v>
                </c:pt>
                <c:pt idx="24085">
                  <c:v>66455</c:v>
                </c:pt>
                <c:pt idx="24086">
                  <c:v>66456</c:v>
                </c:pt>
                <c:pt idx="24087">
                  <c:v>66457</c:v>
                </c:pt>
                <c:pt idx="24088">
                  <c:v>66458</c:v>
                </c:pt>
                <c:pt idx="24089">
                  <c:v>66459</c:v>
                </c:pt>
                <c:pt idx="24090">
                  <c:v>66460</c:v>
                </c:pt>
                <c:pt idx="24091">
                  <c:v>66461</c:v>
                </c:pt>
                <c:pt idx="24092">
                  <c:v>66462</c:v>
                </c:pt>
                <c:pt idx="24093">
                  <c:v>66463</c:v>
                </c:pt>
                <c:pt idx="24094">
                  <c:v>66464</c:v>
                </c:pt>
                <c:pt idx="24095">
                  <c:v>66465</c:v>
                </c:pt>
                <c:pt idx="24096">
                  <c:v>66466</c:v>
                </c:pt>
                <c:pt idx="24097">
                  <c:v>66467</c:v>
                </c:pt>
                <c:pt idx="24098">
                  <c:v>66468</c:v>
                </c:pt>
                <c:pt idx="24099">
                  <c:v>66469</c:v>
                </c:pt>
                <c:pt idx="24100">
                  <c:v>66470</c:v>
                </c:pt>
                <c:pt idx="24101">
                  <c:v>66471</c:v>
                </c:pt>
                <c:pt idx="24102">
                  <c:v>66472</c:v>
                </c:pt>
                <c:pt idx="24103">
                  <c:v>66473</c:v>
                </c:pt>
                <c:pt idx="24104">
                  <c:v>66474</c:v>
                </c:pt>
                <c:pt idx="24105">
                  <c:v>66475</c:v>
                </c:pt>
                <c:pt idx="24106">
                  <c:v>66476</c:v>
                </c:pt>
                <c:pt idx="24107">
                  <c:v>66477</c:v>
                </c:pt>
                <c:pt idx="24108">
                  <c:v>66478</c:v>
                </c:pt>
                <c:pt idx="24109">
                  <c:v>66479</c:v>
                </c:pt>
                <c:pt idx="24110">
                  <c:v>66480</c:v>
                </c:pt>
                <c:pt idx="24111">
                  <c:v>66481</c:v>
                </c:pt>
                <c:pt idx="24112">
                  <c:v>66482</c:v>
                </c:pt>
                <c:pt idx="24113">
                  <c:v>66483</c:v>
                </c:pt>
                <c:pt idx="24114">
                  <c:v>66484</c:v>
                </c:pt>
                <c:pt idx="24115">
                  <c:v>66485</c:v>
                </c:pt>
                <c:pt idx="24116">
                  <c:v>66486</c:v>
                </c:pt>
                <c:pt idx="24117">
                  <c:v>66487</c:v>
                </c:pt>
                <c:pt idx="24118">
                  <c:v>66488</c:v>
                </c:pt>
                <c:pt idx="24119">
                  <c:v>66489</c:v>
                </c:pt>
                <c:pt idx="24120">
                  <c:v>66490</c:v>
                </c:pt>
                <c:pt idx="24121">
                  <c:v>66491</c:v>
                </c:pt>
                <c:pt idx="24122">
                  <c:v>66492</c:v>
                </c:pt>
                <c:pt idx="24123">
                  <c:v>66493</c:v>
                </c:pt>
                <c:pt idx="24124">
                  <c:v>66494</c:v>
                </c:pt>
                <c:pt idx="24125">
                  <c:v>66495</c:v>
                </c:pt>
                <c:pt idx="24126">
                  <c:v>66496</c:v>
                </c:pt>
                <c:pt idx="24127">
                  <c:v>66497</c:v>
                </c:pt>
                <c:pt idx="24128">
                  <c:v>66498</c:v>
                </c:pt>
                <c:pt idx="24129">
                  <c:v>66499</c:v>
                </c:pt>
                <c:pt idx="24130">
                  <c:v>66500</c:v>
                </c:pt>
                <c:pt idx="24131">
                  <c:v>66501</c:v>
                </c:pt>
                <c:pt idx="24132">
                  <c:v>66502</c:v>
                </c:pt>
                <c:pt idx="24133">
                  <c:v>66503</c:v>
                </c:pt>
                <c:pt idx="24134">
                  <c:v>66504</c:v>
                </c:pt>
                <c:pt idx="24135">
                  <c:v>66505</c:v>
                </c:pt>
                <c:pt idx="24136">
                  <c:v>66506</c:v>
                </c:pt>
                <c:pt idx="24137">
                  <c:v>66507</c:v>
                </c:pt>
                <c:pt idx="24138">
                  <c:v>66508</c:v>
                </c:pt>
                <c:pt idx="24139">
                  <c:v>66509</c:v>
                </c:pt>
                <c:pt idx="24140">
                  <c:v>66510</c:v>
                </c:pt>
                <c:pt idx="24141">
                  <c:v>66511</c:v>
                </c:pt>
                <c:pt idx="24142">
                  <c:v>66512</c:v>
                </c:pt>
                <c:pt idx="24143">
                  <c:v>66513</c:v>
                </c:pt>
                <c:pt idx="24144">
                  <c:v>66514</c:v>
                </c:pt>
                <c:pt idx="24145">
                  <c:v>66515</c:v>
                </c:pt>
                <c:pt idx="24146">
                  <c:v>66516</c:v>
                </c:pt>
                <c:pt idx="24147">
                  <c:v>66517</c:v>
                </c:pt>
                <c:pt idx="24148">
                  <c:v>66518</c:v>
                </c:pt>
                <c:pt idx="24149">
                  <c:v>66519</c:v>
                </c:pt>
                <c:pt idx="24150">
                  <c:v>66520</c:v>
                </c:pt>
                <c:pt idx="24151">
                  <c:v>66521</c:v>
                </c:pt>
                <c:pt idx="24152">
                  <c:v>66522</c:v>
                </c:pt>
                <c:pt idx="24153">
                  <c:v>66523</c:v>
                </c:pt>
                <c:pt idx="24154">
                  <c:v>66524</c:v>
                </c:pt>
                <c:pt idx="24155">
                  <c:v>66525</c:v>
                </c:pt>
                <c:pt idx="24156">
                  <c:v>66526</c:v>
                </c:pt>
                <c:pt idx="24157">
                  <c:v>66527</c:v>
                </c:pt>
                <c:pt idx="24158">
                  <c:v>66528</c:v>
                </c:pt>
                <c:pt idx="24159">
                  <c:v>66529</c:v>
                </c:pt>
                <c:pt idx="24160">
                  <c:v>66530</c:v>
                </c:pt>
                <c:pt idx="24161">
                  <c:v>66531</c:v>
                </c:pt>
                <c:pt idx="24162">
                  <c:v>66532</c:v>
                </c:pt>
                <c:pt idx="24163">
                  <c:v>66533</c:v>
                </c:pt>
                <c:pt idx="24164">
                  <c:v>66534</c:v>
                </c:pt>
                <c:pt idx="24165">
                  <c:v>66535</c:v>
                </c:pt>
                <c:pt idx="24166">
                  <c:v>66536</c:v>
                </c:pt>
                <c:pt idx="24167">
                  <c:v>66537</c:v>
                </c:pt>
                <c:pt idx="24168">
                  <c:v>66538</c:v>
                </c:pt>
                <c:pt idx="24169">
                  <c:v>66539</c:v>
                </c:pt>
                <c:pt idx="24170">
                  <c:v>66540</c:v>
                </c:pt>
                <c:pt idx="24171">
                  <c:v>66541</c:v>
                </c:pt>
                <c:pt idx="24172">
                  <c:v>66542</c:v>
                </c:pt>
                <c:pt idx="24173">
                  <c:v>66543</c:v>
                </c:pt>
                <c:pt idx="24174">
                  <c:v>66544</c:v>
                </c:pt>
                <c:pt idx="24175">
                  <c:v>66545</c:v>
                </c:pt>
                <c:pt idx="24176">
                  <c:v>66546</c:v>
                </c:pt>
                <c:pt idx="24177">
                  <c:v>66547</c:v>
                </c:pt>
                <c:pt idx="24178">
                  <c:v>66548</c:v>
                </c:pt>
                <c:pt idx="24179">
                  <c:v>66549</c:v>
                </c:pt>
                <c:pt idx="24180">
                  <c:v>66550</c:v>
                </c:pt>
                <c:pt idx="24181">
                  <c:v>66551</c:v>
                </c:pt>
                <c:pt idx="24182">
                  <c:v>66552</c:v>
                </c:pt>
                <c:pt idx="24183">
                  <c:v>66553</c:v>
                </c:pt>
                <c:pt idx="24184">
                  <c:v>66554</c:v>
                </c:pt>
                <c:pt idx="24185">
                  <c:v>66555</c:v>
                </c:pt>
                <c:pt idx="24186">
                  <c:v>66556</c:v>
                </c:pt>
                <c:pt idx="24187">
                  <c:v>66557</c:v>
                </c:pt>
                <c:pt idx="24188">
                  <c:v>66558</c:v>
                </c:pt>
                <c:pt idx="24189">
                  <c:v>66559</c:v>
                </c:pt>
                <c:pt idx="24190">
                  <c:v>66560</c:v>
                </c:pt>
                <c:pt idx="24191">
                  <c:v>66561</c:v>
                </c:pt>
                <c:pt idx="24192">
                  <c:v>66562</c:v>
                </c:pt>
                <c:pt idx="24193">
                  <c:v>66563</c:v>
                </c:pt>
                <c:pt idx="24194">
                  <c:v>66564</c:v>
                </c:pt>
                <c:pt idx="24195">
                  <c:v>66565</c:v>
                </c:pt>
                <c:pt idx="24196">
                  <c:v>66566</c:v>
                </c:pt>
                <c:pt idx="24197">
                  <c:v>66567</c:v>
                </c:pt>
                <c:pt idx="24198">
                  <c:v>66568</c:v>
                </c:pt>
                <c:pt idx="24199">
                  <c:v>66569</c:v>
                </c:pt>
                <c:pt idx="24200">
                  <c:v>66570</c:v>
                </c:pt>
                <c:pt idx="24201">
                  <c:v>66571</c:v>
                </c:pt>
                <c:pt idx="24202">
                  <c:v>66572</c:v>
                </c:pt>
                <c:pt idx="24203">
                  <c:v>66573</c:v>
                </c:pt>
                <c:pt idx="24204">
                  <c:v>66574</c:v>
                </c:pt>
                <c:pt idx="24205">
                  <c:v>66575</c:v>
                </c:pt>
                <c:pt idx="24206">
                  <c:v>66576</c:v>
                </c:pt>
                <c:pt idx="24207">
                  <c:v>66577</c:v>
                </c:pt>
                <c:pt idx="24208">
                  <c:v>66578</c:v>
                </c:pt>
                <c:pt idx="24209">
                  <c:v>66579</c:v>
                </c:pt>
                <c:pt idx="24210">
                  <c:v>66580</c:v>
                </c:pt>
                <c:pt idx="24211">
                  <c:v>66581</c:v>
                </c:pt>
                <c:pt idx="24212">
                  <c:v>66582</c:v>
                </c:pt>
                <c:pt idx="24213">
                  <c:v>66583</c:v>
                </c:pt>
                <c:pt idx="24214">
                  <c:v>66584</c:v>
                </c:pt>
                <c:pt idx="24215">
                  <c:v>66585</c:v>
                </c:pt>
                <c:pt idx="24216">
                  <c:v>66586</c:v>
                </c:pt>
                <c:pt idx="24217">
                  <c:v>66587</c:v>
                </c:pt>
                <c:pt idx="24218">
                  <c:v>66588</c:v>
                </c:pt>
                <c:pt idx="24219">
                  <c:v>66589</c:v>
                </c:pt>
                <c:pt idx="24220">
                  <c:v>66590</c:v>
                </c:pt>
                <c:pt idx="24221">
                  <c:v>66591</c:v>
                </c:pt>
                <c:pt idx="24222">
                  <c:v>66592</c:v>
                </c:pt>
                <c:pt idx="24223">
                  <c:v>66593</c:v>
                </c:pt>
                <c:pt idx="24224">
                  <c:v>66594</c:v>
                </c:pt>
                <c:pt idx="24225">
                  <c:v>66595</c:v>
                </c:pt>
                <c:pt idx="24226">
                  <c:v>66596</c:v>
                </c:pt>
                <c:pt idx="24227">
                  <c:v>66597</c:v>
                </c:pt>
                <c:pt idx="24228">
                  <c:v>66598</c:v>
                </c:pt>
                <c:pt idx="24229">
                  <c:v>66599</c:v>
                </c:pt>
                <c:pt idx="24230">
                  <c:v>66600</c:v>
                </c:pt>
                <c:pt idx="24231">
                  <c:v>66601</c:v>
                </c:pt>
                <c:pt idx="24232">
                  <c:v>66602</c:v>
                </c:pt>
                <c:pt idx="24233">
                  <c:v>66603</c:v>
                </c:pt>
                <c:pt idx="24234">
                  <c:v>66604</c:v>
                </c:pt>
                <c:pt idx="24235">
                  <c:v>66605</c:v>
                </c:pt>
                <c:pt idx="24236">
                  <c:v>66606</c:v>
                </c:pt>
                <c:pt idx="24237">
                  <c:v>66607</c:v>
                </c:pt>
                <c:pt idx="24238">
                  <c:v>66608</c:v>
                </c:pt>
                <c:pt idx="24239">
                  <c:v>66609</c:v>
                </c:pt>
                <c:pt idx="24240">
                  <c:v>66610</c:v>
                </c:pt>
                <c:pt idx="24241">
                  <c:v>66611</c:v>
                </c:pt>
                <c:pt idx="24242">
                  <c:v>66612</c:v>
                </c:pt>
                <c:pt idx="24243">
                  <c:v>66613</c:v>
                </c:pt>
                <c:pt idx="24244">
                  <c:v>66614</c:v>
                </c:pt>
                <c:pt idx="24245">
                  <c:v>66615</c:v>
                </c:pt>
                <c:pt idx="24246">
                  <c:v>66616</c:v>
                </c:pt>
                <c:pt idx="24247">
                  <c:v>66617</c:v>
                </c:pt>
                <c:pt idx="24248">
                  <c:v>66618</c:v>
                </c:pt>
                <c:pt idx="24249">
                  <c:v>66619</c:v>
                </c:pt>
                <c:pt idx="24250">
                  <c:v>66620</c:v>
                </c:pt>
                <c:pt idx="24251">
                  <c:v>66621</c:v>
                </c:pt>
                <c:pt idx="24252">
                  <c:v>66622</c:v>
                </c:pt>
                <c:pt idx="24253">
                  <c:v>66623</c:v>
                </c:pt>
                <c:pt idx="24254">
                  <c:v>66624</c:v>
                </c:pt>
                <c:pt idx="24255">
                  <c:v>66625</c:v>
                </c:pt>
                <c:pt idx="24256">
                  <c:v>66626</c:v>
                </c:pt>
                <c:pt idx="24257">
                  <c:v>66627</c:v>
                </c:pt>
                <c:pt idx="24258">
                  <c:v>66628</c:v>
                </c:pt>
                <c:pt idx="24259">
                  <c:v>66629</c:v>
                </c:pt>
                <c:pt idx="24260">
                  <c:v>66630</c:v>
                </c:pt>
                <c:pt idx="24261">
                  <c:v>66631</c:v>
                </c:pt>
                <c:pt idx="24262">
                  <c:v>66632</c:v>
                </c:pt>
                <c:pt idx="24263">
                  <c:v>66633</c:v>
                </c:pt>
                <c:pt idx="24264">
                  <c:v>66634</c:v>
                </c:pt>
                <c:pt idx="24265">
                  <c:v>66635</c:v>
                </c:pt>
                <c:pt idx="24266">
                  <c:v>66636</c:v>
                </c:pt>
                <c:pt idx="24267">
                  <c:v>66637</c:v>
                </c:pt>
                <c:pt idx="24268">
                  <c:v>66638</c:v>
                </c:pt>
                <c:pt idx="24269">
                  <c:v>66639</c:v>
                </c:pt>
                <c:pt idx="24270">
                  <c:v>66640</c:v>
                </c:pt>
                <c:pt idx="24271">
                  <c:v>66641</c:v>
                </c:pt>
                <c:pt idx="24272">
                  <c:v>66642</c:v>
                </c:pt>
                <c:pt idx="24273">
                  <c:v>66643</c:v>
                </c:pt>
                <c:pt idx="24274">
                  <c:v>66644</c:v>
                </c:pt>
                <c:pt idx="24275">
                  <c:v>66645</c:v>
                </c:pt>
                <c:pt idx="24276">
                  <c:v>66646</c:v>
                </c:pt>
                <c:pt idx="24277">
                  <c:v>66647</c:v>
                </c:pt>
                <c:pt idx="24278">
                  <c:v>66648</c:v>
                </c:pt>
                <c:pt idx="24279">
                  <c:v>66649</c:v>
                </c:pt>
                <c:pt idx="24280">
                  <c:v>66650</c:v>
                </c:pt>
                <c:pt idx="24281">
                  <c:v>66651</c:v>
                </c:pt>
                <c:pt idx="24282">
                  <c:v>66652</c:v>
                </c:pt>
                <c:pt idx="24283">
                  <c:v>66653</c:v>
                </c:pt>
                <c:pt idx="24284">
                  <c:v>66654</c:v>
                </c:pt>
                <c:pt idx="24285">
                  <c:v>66655</c:v>
                </c:pt>
                <c:pt idx="24286">
                  <c:v>66656</c:v>
                </c:pt>
                <c:pt idx="24287">
                  <c:v>66657</c:v>
                </c:pt>
                <c:pt idx="24288">
                  <c:v>66658</c:v>
                </c:pt>
                <c:pt idx="24289">
                  <c:v>66659</c:v>
                </c:pt>
                <c:pt idx="24290">
                  <c:v>66660</c:v>
                </c:pt>
                <c:pt idx="24291">
                  <c:v>66661</c:v>
                </c:pt>
                <c:pt idx="24292">
                  <c:v>66662</c:v>
                </c:pt>
                <c:pt idx="24293">
                  <c:v>66663</c:v>
                </c:pt>
                <c:pt idx="24294">
                  <c:v>66664</c:v>
                </c:pt>
                <c:pt idx="24295">
                  <c:v>66665</c:v>
                </c:pt>
                <c:pt idx="24296">
                  <c:v>66666</c:v>
                </c:pt>
                <c:pt idx="24297">
                  <c:v>66667</c:v>
                </c:pt>
                <c:pt idx="24298">
                  <c:v>66668</c:v>
                </c:pt>
                <c:pt idx="24299">
                  <c:v>66669</c:v>
                </c:pt>
                <c:pt idx="24300">
                  <c:v>66670</c:v>
                </c:pt>
                <c:pt idx="24301">
                  <c:v>66671</c:v>
                </c:pt>
                <c:pt idx="24302">
                  <c:v>66672</c:v>
                </c:pt>
                <c:pt idx="24303">
                  <c:v>66673</c:v>
                </c:pt>
                <c:pt idx="24304">
                  <c:v>66674</c:v>
                </c:pt>
                <c:pt idx="24305">
                  <c:v>66675</c:v>
                </c:pt>
                <c:pt idx="24306">
                  <c:v>66676</c:v>
                </c:pt>
                <c:pt idx="24307">
                  <c:v>66677</c:v>
                </c:pt>
                <c:pt idx="24308">
                  <c:v>66678</c:v>
                </c:pt>
                <c:pt idx="24309">
                  <c:v>66679</c:v>
                </c:pt>
                <c:pt idx="24310">
                  <c:v>66680</c:v>
                </c:pt>
                <c:pt idx="24311">
                  <c:v>66681</c:v>
                </c:pt>
                <c:pt idx="24312">
                  <c:v>66682</c:v>
                </c:pt>
                <c:pt idx="24313">
                  <c:v>66683</c:v>
                </c:pt>
                <c:pt idx="24314">
                  <c:v>66684</c:v>
                </c:pt>
                <c:pt idx="24315">
                  <c:v>66685</c:v>
                </c:pt>
                <c:pt idx="24316">
                  <c:v>66686</c:v>
                </c:pt>
                <c:pt idx="24317">
                  <c:v>66687</c:v>
                </c:pt>
                <c:pt idx="24318">
                  <c:v>66688</c:v>
                </c:pt>
                <c:pt idx="24319">
                  <c:v>66689</c:v>
                </c:pt>
                <c:pt idx="24320">
                  <c:v>66690</c:v>
                </c:pt>
                <c:pt idx="24321">
                  <c:v>66691</c:v>
                </c:pt>
                <c:pt idx="24322">
                  <c:v>66692</c:v>
                </c:pt>
                <c:pt idx="24323">
                  <c:v>66693</c:v>
                </c:pt>
                <c:pt idx="24324">
                  <c:v>66694</c:v>
                </c:pt>
                <c:pt idx="24325">
                  <c:v>66695</c:v>
                </c:pt>
                <c:pt idx="24326">
                  <c:v>66696</c:v>
                </c:pt>
                <c:pt idx="24327">
                  <c:v>66697</c:v>
                </c:pt>
                <c:pt idx="24328">
                  <c:v>66698</c:v>
                </c:pt>
                <c:pt idx="24329">
                  <c:v>66699</c:v>
                </c:pt>
                <c:pt idx="24330">
                  <c:v>66700</c:v>
                </c:pt>
                <c:pt idx="24331">
                  <c:v>66701</c:v>
                </c:pt>
                <c:pt idx="24332">
                  <c:v>66702</c:v>
                </c:pt>
                <c:pt idx="24333">
                  <c:v>66703</c:v>
                </c:pt>
                <c:pt idx="24334">
                  <c:v>66704</c:v>
                </c:pt>
                <c:pt idx="24335">
                  <c:v>66705</c:v>
                </c:pt>
                <c:pt idx="24336">
                  <c:v>66706</c:v>
                </c:pt>
                <c:pt idx="24337">
                  <c:v>66707</c:v>
                </c:pt>
                <c:pt idx="24338">
                  <c:v>66708</c:v>
                </c:pt>
                <c:pt idx="24339">
                  <c:v>66709</c:v>
                </c:pt>
                <c:pt idx="24340">
                  <c:v>66710</c:v>
                </c:pt>
                <c:pt idx="24341">
                  <c:v>66711</c:v>
                </c:pt>
                <c:pt idx="24342">
                  <c:v>66712</c:v>
                </c:pt>
                <c:pt idx="24343">
                  <c:v>66713</c:v>
                </c:pt>
                <c:pt idx="24344">
                  <c:v>66714</c:v>
                </c:pt>
                <c:pt idx="24345">
                  <c:v>66715</c:v>
                </c:pt>
                <c:pt idx="24346">
                  <c:v>66716</c:v>
                </c:pt>
                <c:pt idx="24347">
                  <c:v>66717</c:v>
                </c:pt>
                <c:pt idx="24348">
                  <c:v>66718</c:v>
                </c:pt>
                <c:pt idx="24349">
                  <c:v>66719</c:v>
                </c:pt>
                <c:pt idx="24350">
                  <c:v>66720</c:v>
                </c:pt>
                <c:pt idx="24351">
                  <c:v>66721</c:v>
                </c:pt>
                <c:pt idx="24352">
                  <c:v>66722</c:v>
                </c:pt>
                <c:pt idx="24353">
                  <c:v>66723</c:v>
                </c:pt>
                <c:pt idx="24354">
                  <c:v>66724</c:v>
                </c:pt>
                <c:pt idx="24355">
                  <c:v>66725</c:v>
                </c:pt>
                <c:pt idx="24356">
                  <c:v>66726</c:v>
                </c:pt>
                <c:pt idx="24357">
                  <c:v>66727</c:v>
                </c:pt>
                <c:pt idx="24358">
                  <c:v>66728</c:v>
                </c:pt>
                <c:pt idx="24359">
                  <c:v>66729</c:v>
                </c:pt>
                <c:pt idx="24360">
                  <c:v>66730</c:v>
                </c:pt>
                <c:pt idx="24361">
                  <c:v>66731</c:v>
                </c:pt>
                <c:pt idx="24362">
                  <c:v>66732</c:v>
                </c:pt>
                <c:pt idx="24363">
                  <c:v>66733</c:v>
                </c:pt>
                <c:pt idx="24364">
                  <c:v>66734</c:v>
                </c:pt>
                <c:pt idx="24365">
                  <c:v>66735</c:v>
                </c:pt>
                <c:pt idx="24366">
                  <c:v>66736</c:v>
                </c:pt>
                <c:pt idx="24367">
                  <c:v>66737</c:v>
                </c:pt>
                <c:pt idx="24368">
                  <c:v>66738</c:v>
                </c:pt>
                <c:pt idx="24369">
                  <c:v>66739</c:v>
                </c:pt>
                <c:pt idx="24370">
                  <c:v>66740</c:v>
                </c:pt>
                <c:pt idx="24371">
                  <c:v>66741</c:v>
                </c:pt>
                <c:pt idx="24372">
                  <c:v>66742</c:v>
                </c:pt>
                <c:pt idx="24373">
                  <c:v>66743</c:v>
                </c:pt>
                <c:pt idx="24374">
                  <c:v>66744</c:v>
                </c:pt>
                <c:pt idx="24375">
                  <c:v>66745</c:v>
                </c:pt>
                <c:pt idx="24376">
                  <c:v>66746</c:v>
                </c:pt>
                <c:pt idx="24377">
                  <c:v>66747</c:v>
                </c:pt>
                <c:pt idx="24378">
                  <c:v>66748</c:v>
                </c:pt>
                <c:pt idx="24379">
                  <c:v>66749</c:v>
                </c:pt>
                <c:pt idx="24380">
                  <c:v>66750</c:v>
                </c:pt>
                <c:pt idx="24381">
                  <c:v>66751</c:v>
                </c:pt>
                <c:pt idx="24382">
                  <c:v>66752</c:v>
                </c:pt>
                <c:pt idx="24383">
                  <c:v>66753</c:v>
                </c:pt>
                <c:pt idx="24384">
                  <c:v>66754</c:v>
                </c:pt>
                <c:pt idx="24385">
                  <c:v>66755</c:v>
                </c:pt>
                <c:pt idx="24386">
                  <c:v>66756</c:v>
                </c:pt>
                <c:pt idx="24387">
                  <c:v>66757</c:v>
                </c:pt>
                <c:pt idx="24388">
                  <c:v>66758</c:v>
                </c:pt>
                <c:pt idx="24389">
                  <c:v>66759</c:v>
                </c:pt>
                <c:pt idx="24390">
                  <c:v>66760</c:v>
                </c:pt>
                <c:pt idx="24391">
                  <c:v>66761</c:v>
                </c:pt>
                <c:pt idx="24392">
                  <c:v>66762</c:v>
                </c:pt>
                <c:pt idx="24393">
                  <c:v>66763</c:v>
                </c:pt>
                <c:pt idx="24394">
                  <c:v>66764</c:v>
                </c:pt>
                <c:pt idx="24395">
                  <c:v>66765</c:v>
                </c:pt>
                <c:pt idx="24396">
                  <c:v>66766</c:v>
                </c:pt>
                <c:pt idx="24397">
                  <c:v>66767</c:v>
                </c:pt>
                <c:pt idx="24398">
                  <c:v>66768</c:v>
                </c:pt>
                <c:pt idx="24399">
                  <c:v>66769</c:v>
                </c:pt>
                <c:pt idx="24400">
                  <c:v>66770</c:v>
                </c:pt>
                <c:pt idx="24401">
                  <c:v>66771</c:v>
                </c:pt>
                <c:pt idx="24402">
                  <c:v>66772</c:v>
                </c:pt>
                <c:pt idx="24403">
                  <c:v>66773</c:v>
                </c:pt>
                <c:pt idx="24404">
                  <c:v>66774</c:v>
                </c:pt>
                <c:pt idx="24405">
                  <c:v>66775</c:v>
                </c:pt>
                <c:pt idx="24406">
                  <c:v>66776</c:v>
                </c:pt>
                <c:pt idx="24407">
                  <c:v>66777</c:v>
                </c:pt>
                <c:pt idx="24408">
                  <c:v>66778</c:v>
                </c:pt>
                <c:pt idx="24409">
                  <c:v>66779</c:v>
                </c:pt>
                <c:pt idx="24410">
                  <c:v>66780</c:v>
                </c:pt>
                <c:pt idx="24411">
                  <c:v>66781</c:v>
                </c:pt>
                <c:pt idx="24412">
                  <c:v>66782</c:v>
                </c:pt>
                <c:pt idx="24413">
                  <c:v>66783</c:v>
                </c:pt>
                <c:pt idx="24414">
                  <c:v>66784</c:v>
                </c:pt>
                <c:pt idx="24415">
                  <c:v>66785</c:v>
                </c:pt>
                <c:pt idx="24416">
                  <c:v>66786</c:v>
                </c:pt>
                <c:pt idx="24417">
                  <c:v>66787</c:v>
                </c:pt>
                <c:pt idx="24418">
                  <c:v>66788</c:v>
                </c:pt>
                <c:pt idx="24419">
                  <c:v>66789</c:v>
                </c:pt>
                <c:pt idx="24420">
                  <c:v>66790</c:v>
                </c:pt>
                <c:pt idx="24421">
                  <c:v>66791</c:v>
                </c:pt>
                <c:pt idx="24422">
                  <c:v>66792</c:v>
                </c:pt>
                <c:pt idx="24423">
                  <c:v>66793</c:v>
                </c:pt>
                <c:pt idx="24424">
                  <c:v>66794</c:v>
                </c:pt>
                <c:pt idx="24425">
                  <c:v>66795</c:v>
                </c:pt>
                <c:pt idx="24426">
                  <c:v>66796</c:v>
                </c:pt>
                <c:pt idx="24427">
                  <c:v>66797</c:v>
                </c:pt>
                <c:pt idx="24428">
                  <c:v>66798</c:v>
                </c:pt>
                <c:pt idx="24429">
                  <c:v>66799</c:v>
                </c:pt>
                <c:pt idx="24430">
                  <c:v>66800</c:v>
                </c:pt>
                <c:pt idx="24431">
                  <c:v>66801</c:v>
                </c:pt>
                <c:pt idx="24432">
                  <c:v>66802</c:v>
                </c:pt>
                <c:pt idx="24433">
                  <c:v>66803</c:v>
                </c:pt>
                <c:pt idx="24434">
                  <c:v>66804</c:v>
                </c:pt>
                <c:pt idx="24435">
                  <c:v>66805</c:v>
                </c:pt>
                <c:pt idx="24436">
                  <c:v>66806</c:v>
                </c:pt>
                <c:pt idx="24437">
                  <c:v>66807</c:v>
                </c:pt>
                <c:pt idx="24438">
                  <c:v>66808</c:v>
                </c:pt>
                <c:pt idx="24439">
                  <c:v>66809</c:v>
                </c:pt>
                <c:pt idx="24440">
                  <c:v>66810</c:v>
                </c:pt>
                <c:pt idx="24441">
                  <c:v>66811</c:v>
                </c:pt>
                <c:pt idx="24442">
                  <c:v>66812</c:v>
                </c:pt>
                <c:pt idx="24443">
                  <c:v>66813</c:v>
                </c:pt>
                <c:pt idx="24444">
                  <c:v>66814</c:v>
                </c:pt>
                <c:pt idx="24445">
                  <c:v>66815</c:v>
                </c:pt>
                <c:pt idx="24446">
                  <c:v>66816</c:v>
                </c:pt>
                <c:pt idx="24447">
                  <c:v>66817</c:v>
                </c:pt>
                <c:pt idx="24448">
                  <c:v>66818</c:v>
                </c:pt>
                <c:pt idx="24449">
                  <c:v>66819</c:v>
                </c:pt>
                <c:pt idx="24450">
                  <c:v>66820</c:v>
                </c:pt>
                <c:pt idx="24451">
                  <c:v>66821</c:v>
                </c:pt>
                <c:pt idx="24452">
                  <c:v>66822</c:v>
                </c:pt>
                <c:pt idx="24453">
                  <c:v>66823</c:v>
                </c:pt>
                <c:pt idx="24454">
                  <c:v>66824</c:v>
                </c:pt>
                <c:pt idx="24455">
                  <c:v>66825</c:v>
                </c:pt>
                <c:pt idx="24456">
                  <c:v>66826</c:v>
                </c:pt>
                <c:pt idx="24457">
                  <c:v>66827</c:v>
                </c:pt>
                <c:pt idx="24458">
                  <c:v>66828</c:v>
                </c:pt>
                <c:pt idx="24459">
                  <c:v>66829</c:v>
                </c:pt>
                <c:pt idx="24460">
                  <c:v>66830</c:v>
                </c:pt>
                <c:pt idx="24461">
                  <c:v>66831</c:v>
                </c:pt>
                <c:pt idx="24462">
                  <c:v>66832</c:v>
                </c:pt>
                <c:pt idx="24463">
                  <c:v>66833</c:v>
                </c:pt>
                <c:pt idx="24464">
                  <c:v>66834</c:v>
                </c:pt>
                <c:pt idx="24465">
                  <c:v>66835</c:v>
                </c:pt>
                <c:pt idx="24466">
                  <c:v>66836</c:v>
                </c:pt>
                <c:pt idx="24467">
                  <c:v>66837</c:v>
                </c:pt>
                <c:pt idx="24468">
                  <c:v>66838</c:v>
                </c:pt>
                <c:pt idx="24469">
                  <c:v>66839</c:v>
                </c:pt>
                <c:pt idx="24470">
                  <c:v>66840</c:v>
                </c:pt>
                <c:pt idx="24471">
                  <c:v>66841</c:v>
                </c:pt>
                <c:pt idx="24472">
                  <c:v>66842</c:v>
                </c:pt>
                <c:pt idx="24473">
                  <c:v>66843</c:v>
                </c:pt>
                <c:pt idx="24474">
                  <c:v>66844</c:v>
                </c:pt>
                <c:pt idx="24475">
                  <c:v>66845</c:v>
                </c:pt>
                <c:pt idx="24476">
                  <c:v>66846</c:v>
                </c:pt>
                <c:pt idx="24477">
                  <c:v>66847</c:v>
                </c:pt>
                <c:pt idx="24478">
                  <c:v>66848</c:v>
                </c:pt>
                <c:pt idx="24479">
                  <c:v>66849</c:v>
                </c:pt>
                <c:pt idx="24480">
                  <c:v>66850</c:v>
                </c:pt>
                <c:pt idx="24481">
                  <c:v>66851</c:v>
                </c:pt>
                <c:pt idx="24482">
                  <c:v>66852</c:v>
                </c:pt>
                <c:pt idx="24483">
                  <c:v>66853</c:v>
                </c:pt>
                <c:pt idx="24484">
                  <c:v>66854</c:v>
                </c:pt>
                <c:pt idx="24485">
                  <c:v>66855</c:v>
                </c:pt>
                <c:pt idx="24486">
                  <c:v>66856</c:v>
                </c:pt>
                <c:pt idx="24487">
                  <c:v>66857</c:v>
                </c:pt>
                <c:pt idx="24488">
                  <c:v>66858</c:v>
                </c:pt>
                <c:pt idx="24489">
                  <c:v>66859</c:v>
                </c:pt>
                <c:pt idx="24490">
                  <c:v>66860</c:v>
                </c:pt>
                <c:pt idx="24491">
                  <c:v>66861</c:v>
                </c:pt>
                <c:pt idx="24492">
                  <c:v>66862</c:v>
                </c:pt>
                <c:pt idx="24493">
                  <c:v>66863</c:v>
                </c:pt>
                <c:pt idx="24494">
                  <c:v>66864</c:v>
                </c:pt>
                <c:pt idx="24495">
                  <c:v>66865</c:v>
                </c:pt>
                <c:pt idx="24496">
                  <c:v>66866</c:v>
                </c:pt>
                <c:pt idx="24497">
                  <c:v>66867</c:v>
                </c:pt>
                <c:pt idx="24498">
                  <c:v>66868</c:v>
                </c:pt>
                <c:pt idx="24499">
                  <c:v>66869</c:v>
                </c:pt>
                <c:pt idx="24500">
                  <c:v>66870</c:v>
                </c:pt>
                <c:pt idx="24501">
                  <c:v>66871</c:v>
                </c:pt>
                <c:pt idx="24502">
                  <c:v>66872</c:v>
                </c:pt>
                <c:pt idx="24503">
                  <c:v>66873</c:v>
                </c:pt>
                <c:pt idx="24504">
                  <c:v>66874</c:v>
                </c:pt>
                <c:pt idx="24505">
                  <c:v>66875</c:v>
                </c:pt>
                <c:pt idx="24506">
                  <c:v>66876</c:v>
                </c:pt>
                <c:pt idx="24507">
                  <c:v>66877</c:v>
                </c:pt>
                <c:pt idx="24508">
                  <c:v>66878</c:v>
                </c:pt>
                <c:pt idx="24509">
                  <c:v>66879</c:v>
                </c:pt>
                <c:pt idx="24510">
                  <c:v>66880</c:v>
                </c:pt>
                <c:pt idx="24511">
                  <c:v>66881</c:v>
                </c:pt>
                <c:pt idx="24512">
                  <c:v>66882</c:v>
                </c:pt>
                <c:pt idx="24513">
                  <c:v>66883</c:v>
                </c:pt>
                <c:pt idx="24514">
                  <c:v>66884</c:v>
                </c:pt>
                <c:pt idx="24515">
                  <c:v>66885</c:v>
                </c:pt>
                <c:pt idx="24516">
                  <c:v>66886</c:v>
                </c:pt>
                <c:pt idx="24517">
                  <c:v>66887</c:v>
                </c:pt>
                <c:pt idx="24518">
                  <c:v>66888</c:v>
                </c:pt>
                <c:pt idx="24519">
                  <c:v>66889</c:v>
                </c:pt>
                <c:pt idx="24520">
                  <c:v>66890</c:v>
                </c:pt>
                <c:pt idx="24521">
                  <c:v>66891</c:v>
                </c:pt>
                <c:pt idx="24522">
                  <c:v>66892</c:v>
                </c:pt>
                <c:pt idx="24523">
                  <c:v>66893</c:v>
                </c:pt>
                <c:pt idx="24524">
                  <c:v>66894</c:v>
                </c:pt>
                <c:pt idx="24525">
                  <c:v>66895</c:v>
                </c:pt>
                <c:pt idx="24526">
                  <c:v>66896</c:v>
                </c:pt>
                <c:pt idx="24527">
                  <c:v>66897</c:v>
                </c:pt>
                <c:pt idx="24528">
                  <c:v>66898</c:v>
                </c:pt>
                <c:pt idx="24529">
                  <c:v>66899</c:v>
                </c:pt>
                <c:pt idx="24530">
                  <c:v>66900</c:v>
                </c:pt>
                <c:pt idx="24531">
                  <c:v>66901</c:v>
                </c:pt>
                <c:pt idx="24532">
                  <c:v>66902</c:v>
                </c:pt>
                <c:pt idx="24533">
                  <c:v>66903</c:v>
                </c:pt>
                <c:pt idx="24534">
                  <c:v>66904</c:v>
                </c:pt>
                <c:pt idx="24535">
                  <c:v>66905</c:v>
                </c:pt>
                <c:pt idx="24536">
                  <c:v>66906</c:v>
                </c:pt>
                <c:pt idx="24537">
                  <c:v>66907</c:v>
                </c:pt>
                <c:pt idx="24538">
                  <c:v>66908</c:v>
                </c:pt>
                <c:pt idx="24539">
                  <c:v>66909</c:v>
                </c:pt>
                <c:pt idx="24540">
                  <c:v>66910</c:v>
                </c:pt>
                <c:pt idx="24541">
                  <c:v>66911</c:v>
                </c:pt>
                <c:pt idx="24542">
                  <c:v>66912</c:v>
                </c:pt>
                <c:pt idx="24543">
                  <c:v>66913</c:v>
                </c:pt>
                <c:pt idx="24544">
                  <c:v>66914</c:v>
                </c:pt>
                <c:pt idx="24545">
                  <c:v>66915</c:v>
                </c:pt>
                <c:pt idx="24546">
                  <c:v>66916</c:v>
                </c:pt>
                <c:pt idx="24547">
                  <c:v>66917</c:v>
                </c:pt>
                <c:pt idx="24548">
                  <c:v>66918</c:v>
                </c:pt>
                <c:pt idx="24549">
                  <c:v>66919</c:v>
                </c:pt>
                <c:pt idx="24550">
                  <c:v>66920</c:v>
                </c:pt>
                <c:pt idx="24551">
                  <c:v>66921</c:v>
                </c:pt>
                <c:pt idx="24552">
                  <c:v>66922</c:v>
                </c:pt>
                <c:pt idx="24553">
                  <c:v>66923</c:v>
                </c:pt>
                <c:pt idx="24554">
                  <c:v>66924</c:v>
                </c:pt>
                <c:pt idx="24555">
                  <c:v>66925</c:v>
                </c:pt>
                <c:pt idx="24556">
                  <c:v>66926</c:v>
                </c:pt>
                <c:pt idx="24557">
                  <c:v>66927</c:v>
                </c:pt>
                <c:pt idx="24558">
                  <c:v>66928</c:v>
                </c:pt>
                <c:pt idx="24559">
                  <c:v>66929</c:v>
                </c:pt>
                <c:pt idx="24560">
                  <c:v>66930</c:v>
                </c:pt>
                <c:pt idx="24561">
                  <c:v>66931</c:v>
                </c:pt>
                <c:pt idx="24562">
                  <c:v>66932</c:v>
                </c:pt>
                <c:pt idx="24563">
                  <c:v>66933</c:v>
                </c:pt>
                <c:pt idx="24564">
                  <c:v>66934</c:v>
                </c:pt>
                <c:pt idx="24565">
                  <c:v>66935</c:v>
                </c:pt>
                <c:pt idx="24566">
                  <c:v>66936</c:v>
                </c:pt>
                <c:pt idx="24567">
                  <c:v>66937</c:v>
                </c:pt>
                <c:pt idx="24568">
                  <c:v>66938</c:v>
                </c:pt>
                <c:pt idx="24569">
                  <c:v>66939</c:v>
                </c:pt>
                <c:pt idx="24570">
                  <c:v>66940</c:v>
                </c:pt>
                <c:pt idx="24571">
                  <c:v>66941</c:v>
                </c:pt>
                <c:pt idx="24572">
                  <c:v>66942</c:v>
                </c:pt>
                <c:pt idx="24573">
                  <c:v>66943</c:v>
                </c:pt>
                <c:pt idx="24574">
                  <c:v>66944</c:v>
                </c:pt>
                <c:pt idx="24575">
                  <c:v>66945</c:v>
                </c:pt>
                <c:pt idx="24576">
                  <c:v>66946</c:v>
                </c:pt>
                <c:pt idx="24577">
                  <c:v>66947</c:v>
                </c:pt>
                <c:pt idx="24578">
                  <c:v>66948</c:v>
                </c:pt>
                <c:pt idx="24579">
                  <c:v>66949</c:v>
                </c:pt>
                <c:pt idx="24580">
                  <c:v>66950</c:v>
                </c:pt>
                <c:pt idx="24581">
                  <c:v>66951</c:v>
                </c:pt>
                <c:pt idx="24582">
                  <c:v>66952</c:v>
                </c:pt>
                <c:pt idx="24583">
                  <c:v>66953</c:v>
                </c:pt>
                <c:pt idx="24584">
                  <c:v>66954</c:v>
                </c:pt>
                <c:pt idx="24585">
                  <c:v>66955</c:v>
                </c:pt>
                <c:pt idx="24586">
                  <c:v>66956</c:v>
                </c:pt>
                <c:pt idx="24587">
                  <c:v>66957</c:v>
                </c:pt>
                <c:pt idx="24588">
                  <c:v>66958</c:v>
                </c:pt>
                <c:pt idx="24589">
                  <c:v>66959</c:v>
                </c:pt>
                <c:pt idx="24590">
                  <c:v>66960</c:v>
                </c:pt>
                <c:pt idx="24591">
                  <c:v>66961</c:v>
                </c:pt>
                <c:pt idx="24592">
                  <c:v>66962</c:v>
                </c:pt>
                <c:pt idx="24593">
                  <c:v>66963</c:v>
                </c:pt>
                <c:pt idx="24594">
                  <c:v>66964</c:v>
                </c:pt>
                <c:pt idx="24595">
                  <c:v>66965</c:v>
                </c:pt>
                <c:pt idx="24596">
                  <c:v>66966</c:v>
                </c:pt>
                <c:pt idx="24597">
                  <c:v>66967</c:v>
                </c:pt>
                <c:pt idx="24598">
                  <c:v>66968</c:v>
                </c:pt>
                <c:pt idx="24599">
                  <c:v>66969</c:v>
                </c:pt>
                <c:pt idx="24600">
                  <c:v>66970</c:v>
                </c:pt>
                <c:pt idx="24601">
                  <c:v>66971</c:v>
                </c:pt>
                <c:pt idx="24602">
                  <c:v>66972</c:v>
                </c:pt>
                <c:pt idx="24603">
                  <c:v>66973</c:v>
                </c:pt>
                <c:pt idx="24604">
                  <c:v>66974</c:v>
                </c:pt>
                <c:pt idx="24605">
                  <c:v>66975</c:v>
                </c:pt>
                <c:pt idx="24606">
                  <c:v>66976</c:v>
                </c:pt>
                <c:pt idx="24607">
                  <c:v>66977</c:v>
                </c:pt>
                <c:pt idx="24608">
                  <c:v>66978</c:v>
                </c:pt>
                <c:pt idx="24609">
                  <c:v>66979</c:v>
                </c:pt>
                <c:pt idx="24610">
                  <c:v>66980</c:v>
                </c:pt>
                <c:pt idx="24611">
                  <c:v>66981</c:v>
                </c:pt>
                <c:pt idx="24612">
                  <c:v>66982</c:v>
                </c:pt>
                <c:pt idx="24613">
                  <c:v>66983</c:v>
                </c:pt>
                <c:pt idx="24614">
                  <c:v>66984</c:v>
                </c:pt>
                <c:pt idx="24615">
                  <c:v>66985</c:v>
                </c:pt>
                <c:pt idx="24616">
                  <c:v>66986</c:v>
                </c:pt>
                <c:pt idx="24617">
                  <c:v>66987</c:v>
                </c:pt>
                <c:pt idx="24618">
                  <c:v>66988</c:v>
                </c:pt>
                <c:pt idx="24619">
                  <c:v>66989</c:v>
                </c:pt>
                <c:pt idx="24620">
                  <c:v>66990</c:v>
                </c:pt>
                <c:pt idx="24621">
                  <c:v>66991</c:v>
                </c:pt>
                <c:pt idx="24622">
                  <c:v>66992</c:v>
                </c:pt>
                <c:pt idx="24623">
                  <c:v>66993</c:v>
                </c:pt>
                <c:pt idx="24624">
                  <c:v>66994</c:v>
                </c:pt>
                <c:pt idx="24625">
                  <c:v>66995</c:v>
                </c:pt>
                <c:pt idx="24626">
                  <c:v>66996</c:v>
                </c:pt>
                <c:pt idx="24627">
                  <c:v>66997</c:v>
                </c:pt>
                <c:pt idx="24628">
                  <c:v>66998</c:v>
                </c:pt>
                <c:pt idx="24629">
                  <c:v>66999</c:v>
                </c:pt>
                <c:pt idx="24630">
                  <c:v>67000</c:v>
                </c:pt>
                <c:pt idx="24631">
                  <c:v>67001</c:v>
                </c:pt>
                <c:pt idx="24632">
                  <c:v>67002</c:v>
                </c:pt>
                <c:pt idx="24633">
                  <c:v>67003</c:v>
                </c:pt>
                <c:pt idx="24634">
                  <c:v>67004</c:v>
                </c:pt>
                <c:pt idx="24635">
                  <c:v>67005</c:v>
                </c:pt>
                <c:pt idx="24636">
                  <c:v>67006</c:v>
                </c:pt>
                <c:pt idx="24637">
                  <c:v>67007</c:v>
                </c:pt>
                <c:pt idx="24638">
                  <c:v>67008</c:v>
                </c:pt>
                <c:pt idx="24639">
                  <c:v>67009</c:v>
                </c:pt>
                <c:pt idx="24640">
                  <c:v>67010</c:v>
                </c:pt>
                <c:pt idx="24641">
                  <c:v>67011</c:v>
                </c:pt>
                <c:pt idx="24642">
                  <c:v>67012</c:v>
                </c:pt>
                <c:pt idx="24643">
                  <c:v>67013</c:v>
                </c:pt>
                <c:pt idx="24644">
                  <c:v>67014</c:v>
                </c:pt>
                <c:pt idx="24645">
                  <c:v>67015</c:v>
                </c:pt>
                <c:pt idx="24646">
                  <c:v>67016</c:v>
                </c:pt>
                <c:pt idx="24647">
                  <c:v>67017</c:v>
                </c:pt>
                <c:pt idx="24648">
                  <c:v>67018</c:v>
                </c:pt>
                <c:pt idx="24649">
                  <c:v>67019</c:v>
                </c:pt>
                <c:pt idx="24650">
                  <c:v>67020</c:v>
                </c:pt>
                <c:pt idx="24651">
                  <c:v>67021</c:v>
                </c:pt>
                <c:pt idx="24652">
                  <c:v>67022</c:v>
                </c:pt>
                <c:pt idx="24653">
                  <c:v>67023</c:v>
                </c:pt>
                <c:pt idx="24654">
                  <c:v>67024</c:v>
                </c:pt>
                <c:pt idx="24655">
                  <c:v>67025</c:v>
                </c:pt>
                <c:pt idx="24656">
                  <c:v>67026</c:v>
                </c:pt>
                <c:pt idx="24657">
                  <c:v>67027</c:v>
                </c:pt>
                <c:pt idx="24658">
                  <c:v>67028</c:v>
                </c:pt>
                <c:pt idx="24659">
                  <c:v>67029</c:v>
                </c:pt>
                <c:pt idx="24660">
                  <c:v>67030</c:v>
                </c:pt>
                <c:pt idx="24661">
                  <c:v>67031</c:v>
                </c:pt>
                <c:pt idx="24662">
                  <c:v>67032</c:v>
                </c:pt>
                <c:pt idx="24663">
                  <c:v>67033</c:v>
                </c:pt>
                <c:pt idx="24664">
                  <c:v>67034</c:v>
                </c:pt>
                <c:pt idx="24665">
                  <c:v>67035</c:v>
                </c:pt>
                <c:pt idx="24666">
                  <c:v>67036</c:v>
                </c:pt>
                <c:pt idx="24667">
                  <c:v>67037</c:v>
                </c:pt>
                <c:pt idx="24668">
                  <c:v>67038</c:v>
                </c:pt>
                <c:pt idx="24669">
                  <c:v>67039</c:v>
                </c:pt>
                <c:pt idx="24670">
                  <c:v>67040</c:v>
                </c:pt>
                <c:pt idx="24671">
                  <c:v>67041</c:v>
                </c:pt>
                <c:pt idx="24672">
                  <c:v>67042</c:v>
                </c:pt>
                <c:pt idx="24673">
                  <c:v>67043</c:v>
                </c:pt>
                <c:pt idx="24674">
                  <c:v>67044</c:v>
                </c:pt>
                <c:pt idx="24675">
                  <c:v>67045</c:v>
                </c:pt>
                <c:pt idx="24676">
                  <c:v>67046</c:v>
                </c:pt>
                <c:pt idx="24677">
                  <c:v>67047</c:v>
                </c:pt>
                <c:pt idx="24678">
                  <c:v>67048</c:v>
                </c:pt>
                <c:pt idx="24679">
                  <c:v>67049</c:v>
                </c:pt>
                <c:pt idx="24680">
                  <c:v>67050</c:v>
                </c:pt>
                <c:pt idx="24681">
                  <c:v>67051</c:v>
                </c:pt>
                <c:pt idx="24682">
                  <c:v>67052</c:v>
                </c:pt>
                <c:pt idx="24683">
                  <c:v>67053</c:v>
                </c:pt>
                <c:pt idx="24684">
                  <c:v>67054</c:v>
                </c:pt>
                <c:pt idx="24685">
                  <c:v>67055</c:v>
                </c:pt>
                <c:pt idx="24686">
                  <c:v>67056</c:v>
                </c:pt>
                <c:pt idx="24687">
                  <c:v>67057</c:v>
                </c:pt>
                <c:pt idx="24688">
                  <c:v>67058</c:v>
                </c:pt>
                <c:pt idx="24689">
                  <c:v>67059</c:v>
                </c:pt>
                <c:pt idx="24690">
                  <c:v>67060</c:v>
                </c:pt>
                <c:pt idx="24691">
                  <c:v>67061</c:v>
                </c:pt>
                <c:pt idx="24692">
                  <c:v>67062</c:v>
                </c:pt>
                <c:pt idx="24693">
                  <c:v>67063</c:v>
                </c:pt>
                <c:pt idx="24694">
                  <c:v>67064</c:v>
                </c:pt>
                <c:pt idx="24695">
                  <c:v>67065</c:v>
                </c:pt>
                <c:pt idx="24696">
                  <c:v>67066</c:v>
                </c:pt>
                <c:pt idx="24697">
                  <c:v>67067</c:v>
                </c:pt>
                <c:pt idx="24698">
                  <c:v>67068</c:v>
                </c:pt>
                <c:pt idx="24699">
                  <c:v>67069</c:v>
                </c:pt>
                <c:pt idx="24700">
                  <c:v>67070</c:v>
                </c:pt>
                <c:pt idx="24701">
                  <c:v>67071</c:v>
                </c:pt>
                <c:pt idx="24702">
                  <c:v>67072</c:v>
                </c:pt>
                <c:pt idx="24703">
                  <c:v>67073</c:v>
                </c:pt>
                <c:pt idx="24704">
                  <c:v>67074</c:v>
                </c:pt>
                <c:pt idx="24705">
                  <c:v>67075</c:v>
                </c:pt>
                <c:pt idx="24706">
                  <c:v>67076</c:v>
                </c:pt>
                <c:pt idx="24707">
                  <c:v>67077</c:v>
                </c:pt>
                <c:pt idx="24708">
                  <c:v>67078</c:v>
                </c:pt>
                <c:pt idx="24709">
                  <c:v>67079</c:v>
                </c:pt>
                <c:pt idx="24710">
                  <c:v>67080</c:v>
                </c:pt>
                <c:pt idx="24711">
                  <c:v>67081</c:v>
                </c:pt>
                <c:pt idx="24712">
                  <c:v>67082</c:v>
                </c:pt>
                <c:pt idx="24713">
                  <c:v>67083</c:v>
                </c:pt>
                <c:pt idx="24714">
                  <c:v>67084</c:v>
                </c:pt>
                <c:pt idx="24715">
                  <c:v>67085</c:v>
                </c:pt>
                <c:pt idx="24716">
                  <c:v>67086</c:v>
                </c:pt>
                <c:pt idx="24717">
                  <c:v>67087</c:v>
                </c:pt>
                <c:pt idx="24718">
                  <c:v>67088</c:v>
                </c:pt>
                <c:pt idx="24719">
                  <c:v>67089</c:v>
                </c:pt>
                <c:pt idx="24720">
                  <c:v>67090</c:v>
                </c:pt>
                <c:pt idx="24721">
                  <c:v>67091</c:v>
                </c:pt>
                <c:pt idx="24722">
                  <c:v>67092</c:v>
                </c:pt>
                <c:pt idx="24723">
                  <c:v>67093</c:v>
                </c:pt>
                <c:pt idx="24724">
                  <c:v>67094</c:v>
                </c:pt>
                <c:pt idx="24725">
                  <c:v>67095</c:v>
                </c:pt>
                <c:pt idx="24726">
                  <c:v>67096</c:v>
                </c:pt>
                <c:pt idx="24727">
                  <c:v>67097</c:v>
                </c:pt>
                <c:pt idx="24728">
                  <c:v>67098</c:v>
                </c:pt>
                <c:pt idx="24729">
                  <c:v>67099</c:v>
                </c:pt>
                <c:pt idx="24730">
                  <c:v>67100</c:v>
                </c:pt>
                <c:pt idx="24731">
                  <c:v>67101</c:v>
                </c:pt>
                <c:pt idx="24732">
                  <c:v>67102</c:v>
                </c:pt>
                <c:pt idx="24733">
                  <c:v>67103</c:v>
                </c:pt>
                <c:pt idx="24734">
                  <c:v>67104</c:v>
                </c:pt>
                <c:pt idx="24735">
                  <c:v>67105</c:v>
                </c:pt>
                <c:pt idx="24736">
                  <c:v>67106</c:v>
                </c:pt>
                <c:pt idx="24737">
                  <c:v>67107</c:v>
                </c:pt>
                <c:pt idx="24738">
                  <c:v>67108</c:v>
                </c:pt>
                <c:pt idx="24739">
                  <c:v>67109</c:v>
                </c:pt>
                <c:pt idx="24740">
                  <c:v>67110</c:v>
                </c:pt>
                <c:pt idx="24741">
                  <c:v>67111</c:v>
                </c:pt>
                <c:pt idx="24742">
                  <c:v>67112</c:v>
                </c:pt>
                <c:pt idx="24743">
                  <c:v>67113</c:v>
                </c:pt>
                <c:pt idx="24744">
                  <c:v>67114</c:v>
                </c:pt>
                <c:pt idx="24745">
                  <c:v>67115</c:v>
                </c:pt>
                <c:pt idx="24746">
                  <c:v>67116</c:v>
                </c:pt>
                <c:pt idx="24747">
                  <c:v>67117</c:v>
                </c:pt>
                <c:pt idx="24748">
                  <c:v>67118</c:v>
                </c:pt>
                <c:pt idx="24749">
                  <c:v>67119</c:v>
                </c:pt>
                <c:pt idx="24750">
                  <c:v>67120</c:v>
                </c:pt>
                <c:pt idx="24751">
                  <c:v>67121</c:v>
                </c:pt>
                <c:pt idx="24752">
                  <c:v>67122</c:v>
                </c:pt>
                <c:pt idx="24753">
                  <c:v>67123</c:v>
                </c:pt>
                <c:pt idx="24754">
                  <c:v>67124</c:v>
                </c:pt>
                <c:pt idx="24755">
                  <c:v>67125</c:v>
                </c:pt>
                <c:pt idx="24756">
                  <c:v>67126</c:v>
                </c:pt>
                <c:pt idx="24757">
                  <c:v>67127</c:v>
                </c:pt>
                <c:pt idx="24758">
                  <c:v>67128</c:v>
                </c:pt>
                <c:pt idx="24759">
                  <c:v>67129</c:v>
                </c:pt>
                <c:pt idx="24760">
                  <c:v>67130</c:v>
                </c:pt>
                <c:pt idx="24761">
                  <c:v>67131</c:v>
                </c:pt>
                <c:pt idx="24762">
                  <c:v>67132</c:v>
                </c:pt>
                <c:pt idx="24763">
                  <c:v>67133</c:v>
                </c:pt>
                <c:pt idx="24764">
                  <c:v>67134</c:v>
                </c:pt>
                <c:pt idx="24765">
                  <c:v>67135</c:v>
                </c:pt>
                <c:pt idx="24766">
                  <c:v>67136</c:v>
                </c:pt>
                <c:pt idx="24767">
                  <c:v>67137</c:v>
                </c:pt>
                <c:pt idx="24768">
                  <c:v>67138</c:v>
                </c:pt>
                <c:pt idx="24769">
                  <c:v>67139</c:v>
                </c:pt>
                <c:pt idx="24770">
                  <c:v>67140</c:v>
                </c:pt>
                <c:pt idx="24771">
                  <c:v>67141</c:v>
                </c:pt>
                <c:pt idx="24772">
                  <c:v>67142</c:v>
                </c:pt>
                <c:pt idx="24773">
                  <c:v>67143</c:v>
                </c:pt>
                <c:pt idx="24774">
                  <c:v>67144</c:v>
                </c:pt>
                <c:pt idx="24775">
                  <c:v>67145</c:v>
                </c:pt>
                <c:pt idx="24776">
                  <c:v>67146</c:v>
                </c:pt>
                <c:pt idx="24777">
                  <c:v>67147</c:v>
                </c:pt>
                <c:pt idx="24778">
                  <c:v>67148</c:v>
                </c:pt>
                <c:pt idx="24779">
                  <c:v>67149</c:v>
                </c:pt>
                <c:pt idx="24780">
                  <c:v>67150</c:v>
                </c:pt>
                <c:pt idx="24781">
                  <c:v>67151</c:v>
                </c:pt>
                <c:pt idx="24782">
                  <c:v>67152</c:v>
                </c:pt>
                <c:pt idx="24783">
                  <c:v>67153</c:v>
                </c:pt>
                <c:pt idx="24784">
                  <c:v>67154</c:v>
                </c:pt>
                <c:pt idx="24785">
                  <c:v>67155</c:v>
                </c:pt>
                <c:pt idx="24786">
                  <c:v>67156</c:v>
                </c:pt>
                <c:pt idx="24787">
                  <c:v>67157</c:v>
                </c:pt>
                <c:pt idx="24788">
                  <c:v>67158</c:v>
                </c:pt>
                <c:pt idx="24789">
                  <c:v>67159</c:v>
                </c:pt>
                <c:pt idx="24790">
                  <c:v>67160</c:v>
                </c:pt>
                <c:pt idx="24791">
                  <c:v>67161</c:v>
                </c:pt>
                <c:pt idx="24792">
                  <c:v>67162</c:v>
                </c:pt>
                <c:pt idx="24793">
                  <c:v>67163</c:v>
                </c:pt>
                <c:pt idx="24794">
                  <c:v>67164</c:v>
                </c:pt>
                <c:pt idx="24795">
                  <c:v>67165</c:v>
                </c:pt>
                <c:pt idx="24796">
                  <c:v>67166</c:v>
                </c:pt>
                <c:pt idx="24797">
                  <c:v>67167</c:v>
                </c:pt>
                <c:pt idx="24798">
                  <c:v>67168</c:v>
                </c:pt>
                <c:pt idx="24799">
                  <c:v>67169</c:v>
                </c:pt>
                <c:pt idx="24800">
                  <c:v>67170</c:v>
                </c:pt>
                <c:pt idx="24801">
                  <c:v>67171</c:v>
                </c:pt>
                <c:pt idx="24802">
                  <c:v>67172</c:v>
                </c:pt>
                <c:pt idx="24803">
                  <c:v>67173</c:v>
                </c:pt>
                <c:pt idx="24804">
                  <c:v>67174</c:v>
                </c:pt>
                <c:pt idx="24805">
                  <c:v>67175</c:v>
                </c:pt>
                <c:pt idx="24806">
                  <c:v>67176</c:v>
                </c:pt>
                <c:pt idx="24807">
                  <c:v>67177</c:v>
                </c:pt>
                <c:pt idx="24808">
                  <c:v>67178</c:v>
                </c:pt>
                <c:pt idx="24809">
                  <c:v>67179</c:v>
                </c:pt>
                <c:pt idx="24810">
                  <c:v>67180</c:v>
                </c:pt>
                <c:pt idx="24811">
                  <c:v>67181</c:v>
                </c:pt>
                <c:pt idx="24812">
                  <c:v>67182</c:v>
                </c:pt>
                <c:pt idx="24813">
                  <c:v>67183</c:v>
                </c:pt>
                <c:pt idx="24814">
                  <c:v>67184</c:v>
                </c:pt>
                <c:pt idx="24815">
                  <c:v>67185</c:v>
                </c:pt>
                <c:pt idx="24816">
                  <c:v>67186</c:v>
                </c:pt>
                <c:pt idx="24817">
                  <c:v>67187</c:v>
                </c:pt>
                <c:pt idx="24818">
                  <c:v>67188</c:v>
                </c:pt>
                <c:pt idx="24819">
                  <c:v>67189</c:v>
                </c:pt>
                <c:pt idx="24820">
                  <c:v>67190</c:v>
                </c:pt>
                <c:pt idx="24821">
                  <c:v>67191</c:v>
                </c:pt>
                <c:pt idx="24822">
                  <c:v>67192</c:v>
                </c:pt>
                <c:pt idx="24823">
                  <c:v>67193</c:v>
                </c:pt>
                <c:pt idx="24824">
                  <c:v>67194</c:v>
                </c:pt>
                <c:pt idx="24825">
                  <c:v>67195</c:v>
                </c:pt>
                <c:pt idx="24826">
                  <c:v>67196</c:v>
                </c:pt>
                <c:pt idx="24827">
                  <c:v>67197</c:v>
                </c:pt>
                <c:pt idx="24828">
                  <c:v>67198</c:v>
                </c:pt>
                <c:pt idx="24829">
                  <c:v>67199</c:v>
                </c:pt>
                <c:pt idx="24830">
                  <c:v>67200</c:v>
                </c:pt>
                <c:pt idx="24831">
                  <c:v>67201</c:v>
                </c:pt>
                <c:pt idx="24832">
                  <c:v>67202</c:v>
                </c:pt>
                <c:pt idx="24833">
                  <c:v>67203</c:v>
                </c:pt>
                <c:pt idx="24834">
                  <c:v>67204</c:v>
                </c:pt>
                <c:pt idx="24835">
                  <c:v>67205</c:v>
                </c:pt>
                <c:pt idx="24836">
                  <c:v>67206</c:v>
                </c:pt>
                <c:pt idx="24837">
                  <c:v>67207</c:v>
                </c:pt>
                <c:pt idx="24838">
                  <c:v>67208</c:v>
                </c:pt>
                <c:pt idx="24839">
                  <c:v>67209</c:v>
                </c:pt>
                <c:pt idx="24840">
                  <c:v>67210</c:v>
                </c:pt>
                <c:pt idx="24841">
                  <c:v>67211</c:v>
                </c:pt>
                <c:pt idx="24842">
                  <c:v>67212</c:v>
                </c:pt>
                <c:pt idx="24843">
                  <c:v>67213</c:v>
                </c:pt>
                <c:pt idx="24844">
                  <c:v>67214</c:v>
                </c:pt>
                <c:pt idx="24845">
                  <c:v>67215</c:v>
                </c:pt>
                <c:pt idx="24846">
                  <c:v>67216</c:v>
                </c:pt>
                <c:pt idx="24847">
                  <c:v>67217</c:v>
                </c:pt>
                <c:pt idx="24848">
                  <c:v>67218</c:v>
                </c:pt>
                <c:pt idx="24849">
                  <c:v>67219</c:v>
                </c:pt>
                <c:pt idx="24850">
                  <c:v>67220</c:v>
                </c:pt>
                <c:pt idx="24851">
                  <c:v>67221</c:v>
                </c:pt>
                <c:pt idx="24852">
                  <c:v>67222</c:v>
                </c:pt>
                <c:pt idx="24853">
                  <c:v>67223</c:v>
                </c:pt>
                <c:pt idx="24854">
                  <c:v>67224</c:v>
                </c:pt>
                <c:pt idx="24855">
                  <c:v>67225</c:v>
                </c:pt>
                <c:pt idx="24856">
                  <c:v>67226</c:v>
                </c:pt>
                <c:pt idx="24857">
                  <c:v>67227</c:v>
                </c:pt>
                <c:pt idx="24858">
                  <c:v>67228</c:v>
                </c:pt>
                <c:pt idx="24859">
                  <c:v>67229</c:v>
                </c:pt>
                <c:pt idx="24860">
                  <c:v>67230</c:v>
                </c:pt>
                <c:pt idx="24861">
                  <c:v>67231</c:v>
                </c:pt>
                <c:pt idx="24862">
                  <c:v>67232</c:v>
                </c:pt>
                <c:pt idx="24863">
                  <c:v>67233</c:v>
                </c:pt>
                <c:pt idx="24864">
                  <c:v>67234</c:v>
                </c:pt>
                <c:pt idx="24865">
                  <c:v>67235</c:v>
                </c:pt>
                <c:pt idx="24866">
                  <c:v>67236</c:v>
                </c:pt>
                <c:pt idx="24867">
                  <c:v>67237</c:v>
                </c:pt>
                <c:pt idx="24868">
                  <c:v>67238</c:v>
                </c:pt>
                <c:pt idx="24869">
                  <c:v>67239</c:v>
                </c:pt>
                <c:pt idx="24870">
                  <c:v>67240</c:v>
                </c:pt>
                <c:pt idx="24871">
                  <c:v>67241</c:v>
                </c:pt>
                <c:pt idx="24872">
                  <c:v>67242</c:v>
                </c:pt>
                <c:pt idx="24873">
                  <c:v>67243</c:v>
                </c:pt>
                <c:pt idx="24874">
                  <c:v>67244</c:v>
                </c:pt>
                <c:pt idx="24875">
                  <c:v>67245</c:v>
                </c:pt>
                <c:pt idx="24876">
                  <c:v>67246</c:v>
                </c:pt>
                <c:pt idx="24877">
                  <c:v>67247</c:v>
                </c:pt>
                <c:pt idx="24878">
                  <c:v>67248</c:v>
                </c:pt>
                <c:pt idx="24879">
                  <c:v>67249</c:v>
                </c:pt>
                <c:pt idx="24880">
                  <c:v>67250</c:v>
                </c:pt>
                <c:pt idx="24881">
                  <c:v>67251</c:v>
                </c:pt>
                <c:pt idx="24882">
                  <c:v>67252</c:v>
                </c:pt>
                <c:pt idx="24883">
                  <c:v>67253</c:v>
                </c:pt>
                <c:pt idx="24884">
                  <c:v>67254</c:v>
                </c:pt>
                <c:pt idx="24885">
                  <c:v>67255</c:v>
                </c:pt>
                <c:pt idx="24886">
                  <c:v>67256</c:v>
                </c:pt>
                <c:pt idx="24887">
                  <c:v>67257</c:v>
                </c:pt>
                <c:pt idx="24888">
                  <c:v>67258</c:v>
                </c:pt>
                <c:pt idx="24889">
                  <c:v>67259</c:v>
                </c:pt>
                <c:pt idx="24890">
                  <c:v>67260</c:v>
                </c:pt>
                <c:pt idx="24891">
                  <c:v>67261</c:v>
                </c:pt>
                <c:pt idx="24892">
                  <c:v>67262</c:v>
                </c:pt>
                <c:pt idx="24893">
                  <c:v>67263</c:v>
                </c:pt>
                <c:pt idx="24894">
                  <c:v>67264</c:v>
                </c:pt>
                <c:pt idx="24895">
                  <c:v>67265</c:v>
                </c:pt>
                <c:pt idx="24896">
                  <c:v>67266</c:v>
                </c:pt>
                <c:pt idx="24897">
                  <c:v>67267</c:v>
                </c:pt>
                <c:pt idx="24898">
                  <c:v>67268</c:v>
                </c:pt>
                <c:pt idx="24899">
                  <c:v>67269</c:v>
                </c:pt>
                <c:pt idx="24900">
                  <c:v>67270</c:v>
                </c:pt>
                <c:pt idx="24901">
                  <c:v>67271</c:v>
                </c:pt>
                <c:pt idx="24902">
                  <c:v>67272</c:v>
                </c:pt>
                <c:pt idx="24903">
                  <c:v>67273</c:v>
                </c:pt>
                <c:pt idx="24904">
                  <c:v>67274</c:v>
                </c:pt>
                <c:pt idx="24905">
                  <c:v>67275</c:v>
                </c:pt>
                <c:pt idx="24906">
                  <c:v>67276</c:v>
                </c:pt>
                <c:pt idx="24907">
                  <c:v>67277</c:v>
                </c:pt>
                <c:pt idx="24908">
                  <c:v>67278</c:v>
                </c:pt>
                <c:pt idx="24909">
                  <c:v>67279</c:v>
                </c:pt>
                <c:pt idx="24910">
                  <c:v>67280</c:v>
                </c:pt>
                <c:pt idx="24911">
                  <c:v>67281</c:v>
                </c:pt>
                <c:pt idx="24912">
                  <c:v>67282</c:v>
                </c:pt>
                <c:pt idx="24913">
                  <c:v>67283</c:v>
                </c:pt>
                <c:pt idx="24914">
                  <c:v>67284</c:v>
                </c:pt>
                <c:pt idx="24915">
                  <c:v>67285</c:v>
                </c:pt>
                <c:pt idx="24916">
                  <c:v>67286</c:v>
                </c:pt>
                <c:pt idx="24917">
                  <c:v>67287</c:v>
                </c:pt>
                <c:pt idx="24918">
                  <c:v>67288</c:v>
                </c:pt>
                <c:pt idx="24919">
                  <c:v>67289</c:v>
                </c:pt>
                <c:pt idx="24920">
                  <c:v>67290</c:v>
                </c:pt>
                <c:pt idx="24921">
                  <c:v>67291</c:v>
                </c:pt>
                <c:pt idx="24922">
                  <c:v>67292</c:v>
                </c:pt>
                <c:pt idx="24923">
                  <c:v>67293</c:v>
                </c:pt>
                <c:pt idx="24924">
                  <c:v>67294</c:v>
                </c:pt>
                <c:pt idx="24925">
                  <c:v>67295</c:v>
                </c:pt>
                <c:pt idx="24926">
                  <c:v>67296</c:v>
                </c:pt>
                <c:pt idx="24927">
                  <c:v>67297</c:v>
                </c:pt>
                <c:pt idx="24928">
                  <c:v>67298</c:v>
                </c:pt>
                <c:pt idx="24929">
                  <c:v>67299</c:v>
                </c:pt>
                <c:pt idx="24930">
                  <c:v>67300</c:v>
                </c:pt>
                <c:pt idx="24931">
                  <c:v>67301</c:v>
                </c:pt>
                <c:pt idx="24932">
                  <c:v>67302</c:v>
                </c:pt>
                <c:pt idx="24933">
                  <c:v>67303</c:v>
                </c:pt>
                <c:pt idx="24934">
                  <c:v>67304</c:v>
                </c:pt>
                <c:pt idx="24935">
                  <c:v>67305</c:v>
                </c:pt>
                <c:pt idx="24936">
                  <c:v>67306</c:v>
                </c:pt>
                <c:pt idx="24937">
                  <c:v>67307</c:v>
                </c:pt>
                <c:pt idx="24938">
                  <c:v>67308</c:v>
                </c:pt>
                <c:pt idx="24939">
                  <c:v>67309</c:v>
                </c:pt>
                <c:pt idx="24940">
                  <c:v>67310</c:v>
                </c:pt>
                <c:pt idx="24941">
                  <c:v>67311</c:v>
                </c:pt>
                <c:pt idx="24942">
                  <c:v>67312</c:v>
                </c:pt>
                <c:pt idx="24943">
                  <c:v>67313</c:v>
                </c:pt>
                <c:pt idx="24944">
                  <c:v>67314</c:v>
                </c:pt>
                <c:pt idx="24945">
                  <c:v>67315</c:v>
                </c:pt>
                <c:pt idx="24946">
                  <c:v>67316</c:v>
                </c:pt>
                <c:pt idx="24947">
                  <c:v>67317</c:v>
                </c:pt>
                <c:pt idx="24948">
                  <c:v>67318</c:v>
                </c:pt>
                <c:pt idx="24949">
                  <c:v>67319</c:v>
                </c:pt>
                <c:pt idx="24950">
                  <c:v>67320</c:v>
                </c:pt>
                <c:pt idx="24951">
                  <c:v>67321</c:v>
                </c:pt>
                <c:pt idx="24952">
                  <c:v>67322</c:v>
                </c:pt>
                <c:pt idx="24953">
                  <c:v>67323</c:v>
                </c:pt>
                <c:pt idx="24954">
                  <c:v>67324</c:v>
                </c:pt>
                <c:pt idx="24955">
                  <c:v>67325</c:v>
                </c:pt>
                <c:pt idx="24956">
                  <c:v>67326</c:v>
                </c:pt>
                <c:pt idx="24957">
                  <c:v>67327</c:v>
                </c:pt>
                <c:pt idx="24958">
                  <c:v>67328</c:v>
                </c:pt>
                <c:pt idx="24959">
                  <c:v>67329</c:v>
                </c:pt>
                <c:pt idx="24960">
                  <c:v>67330</c:v>
                </c:pt>
                <c:pt idx="24961">
                  <c:v>67331</c:v>
                </c:pt>
                <c:pt idx="24962">
                  <c:v>67332</c:v>
                </c:pt>
                <c:pt idx="24963">
                  <c:v>67333</c:v>
                </c:pt>
                <c:pt idx="24964">
                  <c:v>67334</c:v>
                </c:pt>
                <c:pt idx="24965">
                  <c:v>67335</c:v>
                </c:pt>
                <c:pt idx="24966">
                  <c:v>67336</c:v>
                </c:pt>
                <c:pt idx="24967">
                  <c:v>67337</c:v>
                </c:pt>
                <c:pt idx="24968">
                  <c:v>67338</c:v>
                </c:pt>
                <c:pt idx="24969">
                  <c:v>67339</c:v>
                </c:pt>
                <c:pt idx="24970">
                  <c:v>67340</c:v>
                </c:pt>
                <c:pt idx="24971">
                  <c:v>67341</c:v>
                </c:pt>
                <c:pt idx="24972">
                  <c:v>67342</c:v>
                </c:pt>
                <c:pt idx="24973">
                  <c:v>67343</c:v>
                </c:pt>
                <c:pt idx="24974">
                  <c:v>67344</c:v>
                </c:pt>
                <c:pt idx="24975">
                  <c:v>67345</c:v>
                </c:pt>
                <c:pt idx="24976">
                  <c:v>67346</c:v>
                </c:pt>
                <c:pt idx="24977">
                  <c:v>67347</c:v>
                </c:pt>
                <c:pt idx="24978">
                  <c:v>67348</c:v>
                </c:pt>
                <c:pt idx="24979">
                  <c:v>67349</c:v>
                </c:pt>
                <c:pt idx="24980">
                  <c:v>67350</c:v>
                </c:pt>
                <c:pt idx="24981">
                  <c:v>67351</c:v>
                </c:pt>
                <c:pt idx="24982">
                  <c:v>67352</c:v>
                </c:pt>
                <c:pt idx="24983">
                  <c:v>67353</c:v>
                </c:pt>
                <c:pt idx="24984">
                  <c:v>67354</c:v>
                </c:pt>
                <c:pt idx="24985">
                  <c:v>67355</c:v>
                </c:pt>
                <c:pt idx="24986">
                  <c:v>67356</c:v>
                </c:pt>
                <c:pt idx="24987">
                  <c:v>67357</c:v>
                </c:pt>
                <c:pt idx="24988">
                  <c:v>67358</c:v>
                </c:pt>
                <c:pt idx="24989">
                  <c:v>67359</c:v>
                </c:pt>
                <c:pt idx="24990">
                  <c:v>67360</c:v>
                </c:pt>
                <c:pt idx="24991">
                  <c:v>67361</c:v>
                </c:pt>
                <c:pt idx="24992">
                  <c:v>67362</c:v>
                </c:pt>
                <c:pt idx="24993">
                  <c:v>67363</c:v>
                </c:pt>
                <c:pt idx="24994">
                  <c:v>67364</c:v>
                </c:pt>
                <c:pt idx="24995">
                  <c:v>67365</c:v>
                </c:pt>
                <c:pt idx="24996">
                  <c:v>67366</c:v>
                </c:pt>
                <c:pt idx="24997">
                  <c:v>67367</c:v>
                </c:pt>
                <c:pt idx="24998">
                  <c:v>67368</c:v>
                </c:pt>
                <c:pt idx="24999">
                  <c:v>67369</c:v>
                </c:pt>
                <c:pt idx="25000">
                  <c:v>67370</c:v>
                </c:pt>
                <c:pt idx="25001">
                  <c:v>67371</c:v>
                </c:pt>
                <c:pt idx="25002">
                  <c:v>67372</c:v>
                </c:pt>
                <c:pt idx="25003">
                  <c:v>67373</c:v>
                </c:pt>
                <c:pt idx="25004">
                  <c:v>67374</c:v>
                </c:pt>
                <c:pt idx="25005">
                  <c:v>67375</c:v>
                </c:pt>
                <c:pt idx="25006">
                  <c:v>67376</c:v>
                </c:pt>
                <c:pt idx="25007">
                  <c:v>67377</c:v>
                </c:pt>
                <c:pt idx="25008">
                  <c:v>67378</c:v>
                </c:pt>
                <c:pt idx="25009">
                  <c:v>67379</c:v>
                </c:pt>
                <c:pt idx="25010">
                  <c:v>67380</c:v>
                </c:pt>
                <c:pt idx="25011">
                  <c:v>67381</c:v>
                </c:pt>
                <c:pt idx="25012">
                  <c:v>67382</c:v>
                </c:pt>
                <c:pt idx="25013">
                  <c:v>67383</c:v>
                </c:pt>
                <c:pt idx="25014">
                  <c:v>67384</c:v>
                </c:pt>
                <c:pt idx="25015">
                  <c:v>67385</c:v>
                </c:pt>
                <c:pt idx="25016">
                  <c:v>67386</c:v>
                </c:pt>
                <c:pt idx="25017">
                  <c:v>67387</c:v>
                </c:pt>
                <c:pt idx="25018">
                  <c:v>67388</c:v>
                </c:pt>
                <c:pt idx="25019">
                  <c:v>67389</c:v>
                </c:pt>
                <c:pt idx="25020">
                  <c:v>67390</c:v>
                </c:pt>
                <c:pt idx="25021">
                  <c:v>67391</c:v>
                </c:pt>
                <c:pt idx="25022">
                  <c:v>67392</c:v>
                </c:pt>
                <c:pt idx="25023">
                  <c:v>67393</c:v>
                </c:pt>
                <c:pt idx="25024">
                  <c:v>67394</c:v>
                </c:pt>
                <c:pt idx="25025">
                  <c:v>67395</c:v>
                </c:pt>
                <c:pt idx="25026">
                  <c:v>67396</c:v>
                </c:pt>
                <c:pt idx="25027">
                  <c:v>67397</c:v>
                </c:pt>
                <c:pt idx="25028">
                  <c:v>67398</c:v>
                </c:pt>
                <c:pt idx="25029">
                  <c:v>67399</c:v>
                </c:pt>
                <c:pt idx="25030">
                  <c:v>67400</c:v>
                </c:pt>
                <c:pt idx="25031">
                  <c:v>67401</c:v>
                </c:pt>
                <c:pt idx="25032">
                  <c:v>67402</c:v>
                </c:pt>
                <c:pt idx="25033">
                  <c:v>67403</c:v>
                </c:pt>
                <c:pt idx="25034">
                  <c:v>67404</c:v>
                </c:pt>
                <c:pt idx="25035">
                  <c:v>67405</c:v>
                </c:pt>
                <c:pt idx="25036">
                  <c:v>67406</c:v>
                </c:pt>
                <c:pt idx="25037">
                  <c:v>67407</c:v>
                </c:pt>
                <c:pt idx="25038">
                  <c:v>67408</c:v>
                </c:pt>
                <c:pt idx="25039">
                  <c:v>67409</c:v>
                </c:pt>
                <c:pt idx="25040">
                  <c:v>67410</c:v>
                </c:pt>
                <c:pt idx="25041">
                  <c:v>67411</c:v>
                </c:pt>
                <c:pt idx="25042">
                  <c:v>67412</c:v>
                </c:pt>
                <c:pt idx="25043">
                  <c:v>67413</c:v>
                </c:pt>
                <c:pt idx="25044">
                  <c:v>67414</c:v>
                </c:pt>
                <c:pt idx="25045">
                  <c:v>67415</c:v>
                </c:pt>
                <c:pt idx="25046">
                  <c:v>67416</c:v>
                </c:pt>
                <c:pt idx="25047">
                  <c:v>67417</c:v>
                </c:pt>
                <c:pt idx="25048">
                  <c:v>67418</c:v>
                </c:pt>
                <c:pt idx="25049">
                  <c:v>67419</c:v>
                </c:pt>
                <c:pt idx="25050">
                  <c:v>67420</c:v>
                </c:pt>
                <c:pt idx="25051">
                  <c:v>67421</c:v>
                </c:pt>
                <c:pt idx="25052">
                  <c:v>67422</c:v>
                </c:pt>
                <c:pt idx="25053">
                  <c:v>67423</c:v>
                </c:pt>
                <c:pt idx="25054">
                  <c:v>67424</c:v>
                </c:pt>
                <c:pt idx="25055">
                  <c:v>67425</c:v>
                </c:pt>
                <c:pt idx="25056">
                  <c:v>67426</c:v>
                </c:pt>
                <c:pt idx="25057">
                  <c:v>67427</c:v>
                </c:pt>
                <c:pt idx="25058">
                  <c:v>67428</c:v>
                </c:pt>
                <c:pt idx="25059">
                  <c:v>67429</c:v>
                </c:pt>
                <c:pt idx="25060">
                  <c:v>67430</c:v>
                </c:pt>
                <c:pt idx="25061">
                  <c:v>67431</c:v>
                </c:pt>
                <c:pt idx="25062">
                  <c:v>67432</c:v>
                </c:pt>
                <c:pt idx="25063">
                  <c:v>67433</c:v>
                </c:pt>
                <c:pt idx="25064">
                  <c:v>67434</c:v>
                </c:pt>
                <c:pt idx="25065">
                  <c:v>67435</c:v>
                </c:pt>
                <c:pt idx="25066">
                  <c:v>67436</c:v>
                </c:pt>
                <c:pt idx="25067">
                  <c:v>67437</c:v>
                </c:pt>
                <c:pt idx="25068">
                  <c:v>67438</c:v>
                </c:pt>
                <c:pt idx="25069">
                  <c:v>67439</c:v>
                </c:pt>
                <c:pt idx="25070">
                  <c:v>67440</c:v>
                </c:pt>
                <c:pt idx="25071">
                  <c:v>67441</c:v>
                </c:pt>
                <c:pt idx="25072">
                  <c:v>67442</c:v>
                </c:pt>
                <c:pt idx="25073">
                  <c:v>67443</c:v>
                </c:pt>
                <c:pt idx="25074">
                  <c:v>67444</c:v>
                </c:pt>
                <c:pt idx="25075">
                  <c:v>67445</c:v>
                </c:pt>
                <c:pt idx="25076">
                  <c:v>67446</c:v>
                </c:pt>
                <c:pt idx="25077">
                  <c:v>67447</c:v>
                </c:pt>
                <c:pt idx="25078">
                  <c:v>67448</c:v>
                </c:pt>
                <c:pt idx="25079">
                  <c:v>67449</c:v>
                </c:pt>
                <c:pt idx="25080">
                  <c:v>67450</c:v>
                </c:pt>
                <c:pt idx="25081">
                  <c:v>67451</c:v>
                </c:pt>
                <c:pt idx="25082">
                  <c:v>67452</c:v>
                </c:pt>
                <c:pt idx="25083">
                  <c:v>67453</c:v>
                </c:pt>
                <c:pt idx="25084">
                  <c:v>67454</c:v>
                </c:pt>
                <c:pt idx="25085">
                  <c:v>67455</c:v>
                </c:pt>
                <c:pt idx="25086">
                  <c:v>67456</c:v>
                </c:pt>
                <c:pt idx="25087">
                  <c:v>67457</c:v>
                </c:pt>
                <c:pt idx="25088">
                  <c:v>67458</c:v>
                </c:pt>
                <c:pt idx="25089">
                  <c:v>67459</c:v>
                </c:pt>
                <c:pt idx="25090">
                  <c:v>67460</c:v>
                </c:pt>
                <c:pt idx="25091">
                  <c:v>67461</c:v>
                </c:pt>
                <c:pt idx="25092">
                  <c:v>67462</c:v>
                </c:pt>
                <c:pt idx="25093">
                  <c:v>67463</c:v>
                </c:pt>
                <c:pt idx="25094">
                  <c:v>67464</c:v>
                </c:pt>
                <c:pt idx="25095">
                  <c:v>67465</c:v>
                </c:pt>
                <c:pt idx="25096">
                  <c:v>67466</c:v>
                </c:pt>
                <c:pt idx="25097">
                  <c:v>67467</c:v>
                </c:pt>
                <c:pt idx="25098">
                  <c:v>67468</c:v>
                </c:pt>
                <c:pt idx="25099">
                  <c:v>67469</c:v>
                </c:pt>
                <c:pt idx="25100">
                  <c:v>67470</c:v>
                </c:pt>
                <c:pt idx="25101">
                  <c:v>67471</c:v>
                </c:pt>
                <c:pt idx="25102">
                  <c:v>67472</c:v>
                </c:pt>
                <c:pt idx="25103">
                  <c:v>67473</c:v>
                </c:pt>
                <c:pt idx="25104">
                  <c:v>67474</c:v>
                </c:pt>
                <c:pt idx="25105">
                  <c:v>67475</c:v>
                </c:pt>
                <c:pt idx="25106">
                  <c:v>67476</c:v>
                </c:pt>
                <c:pt idx="25107">
                  <c:v>67477</c:v>
                </c:pt>
                <c:pt idx="25108">
                  <c:v>67478</c:v>
                </c:pt>
                <c:pt idx="25109">
                  <c:v>67479</c:v>
                </c:pt>
                <c:pt idx="25110">
                  <c:v>67480</c:v>
                </c:pt>
                <c:pt idx="25111">
                  <c:v>67481</c:v>
                </c:pt>
                <c:pt idx="25112">
                  <c:v>67482</c:v>
                </c:pt>
                <c:pt idx="25113">
                  <c:v>67483</c:v>
                </c:pt>
                <c:pt idx="25114">
                  <c:v>67484</c:v>
                </c:pt>
                <c:pt idx="25115">
                  <c:v>67485</c:v>
                </c:pt>
                <c:pt idx="25116">
                  <c:v>67486</c:v>
                </c:pt>
                <c:pt idx="25117">
                  <c:v>67487</c:v>
                </c:pt>
                <c:pt idx="25118">
                  <c:v>67488</c:v>
                </c:pt>
                <c:pt idx="25119">
                  <c:v>67489</c:v>
                </c:pt>
                <c:pt idx="25120">
                  <c:v>67490</c:v>
                </c:pt>
                <c:pt idx="25121">
                  <c:v>67491</c:v>
                </c:pt>
                <c:pt idx="25122">
                  <c:v>67492</c:v>
                </c:pt>
                <c:pt idx="25123">
                  <c:v>67493</c:v>
                </c:pt>
                <c:pt idx="25124">
                  <c:v>67494</c:v>
                </c:pt>
                <c:pt idx="25125">
                  <c:v>67495</c:v>
                </c:pt>
                <c:pt idx="25126">
                  <c:v>67496</c:v>
                </c:pt>
                <c:pt idx="25127">
                  <c:v>67497</c:v>
                </c:pt>
                <c:pt idx="25128">
                  <c:v>67498</c:v>
                </c:pt>
                <c:pt idx="25129">
                  <c:v>67499</c:v>
                </c:pt>
                <c:pt idx="25130">
                  <c:v>67500</c:v>
                </c:pt>
                <c:pt idx="25131">
                  <c:v>67501</c:v>
                </c:pt>
                <c:pt idx="25132">
                  <c:v>67502</c:v>
                </c:pt>
                <c:pt idx="25133">
                  <c:v>67503</c:v>
                </c:pt>
                <c:pt idx="25134">
                  <c:v>67504</c:v>
                </c:pt>
                <c:pt idx="25135">
                  <c:v>67505</c:v>
                </c:pt>
                <c:pt idx="25136">
                  <c:v>67506</c:v>
                </c:pt>
                <c:pt idx="25137">
                  <c:v>67507</c:v>
                </c:pt>
                <c:pt idx="25138">
                  <c:v>67508</c:v>
                </c:pt>
                <c:pt idx="25139">
                  <c:v>67509</c:v>
                </c:pt>
                <c:pt idx="25140">
                  <c:v>67510</c:v>
                </c:pt>
                <c:pt idx="25141">
                  <c:v>67511</c:v>
                </c:pt>
                <c:pt idx="25142">
                  <c:v>67512</c:v>
                </c:pt>
                <c:pt idx="25143">
                  <c:v>67513</c:v>
                </c:pt>
                <c:pt idx="25144">
                  <c:v>67514</c:v>
                </c:pt>
                <c:pt idx="25145">
                  <c:v>67515</c:v>
                </c:pt>
                <c:pt idx="25146">
                  <c:v>67516</c:v>
                </c:pt>
                <c:pt idx="25147">
                  <c:v>67517</c:v>
                </c:pt>
                <c:pt idx="25148">
                  <c:v>67518</c:v>
                </c:pt>
                <c:pt idx="25149">
                  <c:v>67519</c:v>
                </c:pt>
                <c:pt idx="25150">
                  <c:v>67520</c:v>
                </c:pt>
                <c:pt idx="25151">
                  <c:v>67521</c:v>
                </c:pt>
                <c:pt idx="25152">
                  <c:v>67522</c:v>
                </c:pt>
                <c:pt idx="25153">
                  <c:v>67523</c:v>
                </c:pt>
                <c:pt idx="25154">
                  <c:v>67524</c:v>
                </c:pt>
                <c:pt idx="25155">
                  <c:v>67525</c:v>
                </c:pt>
                <c:pt idx="25156">
                  <c:v>67526</c:v>
                </c:pt>
                <c:pt idx="25157">
                  <c:v>67527</c:v>
                </c:pt>
                <c:pt idx="25158">
                  <c:v>67528</c:v>
                </c:pt>
                <c:pt idx="25159">
                  <c:v>67529</c:v>
                </c:pt>
                <c:pt idx="25160">
                  <c:v>67530</c:v>
                </c:pt>
                <c:pt idx="25161">
                  <c:v>67531</c:v>
                </c:pt>
                <c:pt idx="25162">
                  <c:v>67532</c:v>
                </c:pt>
                <c:pt idx="25163">
                  <c:v>67533</c:v>
                </c:pt>
                <c:pt idx="25164">
                  <c:v>67534</c:v>
                </c:pt>
                <c:pt idx="25165">
                  <c:v>67535</c:v>
                </c:pt>
                <c:pt idx="25166">
                  <c:v>67536</c:v>
                </c:pt>
                <c:pt idx="25167">
                  <c:v>67537</c:v>
                </c:pt>
                <c:pt idx="25168">
                  <c:v>67538</c:v>
                </c:pt>
                <c:pt idx="25169">
                  <c:v>67539</c:v>
                </c:pt>
                <c:pt idx="25170">
                  <c:v>67540</c:v>
                </c:pt>
                <c:pt idx="25171">
                  <c:v>67541</c:v>
                </c:pt>
                <c:pt idx="25172">
                  <c:v>67542</c:v>
                </c:pt>
                <c:pt idx="25173">
                  <c:v>67543</c:v>
                </c:pt>
                <c:pt idx="25174">
                  <c:v>67544</c:v>
                </c:pt>
                <c:pt idx="25175">
                  <c:v>67545</c:v>
                </c:pt>
                <c:pt idx="25176">
                  <c:v>67546</c:v>
                </c:pt>
                <c:pt idx="25177">
                  <c:v>67547</c:v>
                </c:pt>
                <c:pt idx="25178">
                  <c:v>67548</c:v>
                </c:pt>
                <c:pt idx="25179">
                  <c:v>67549</c:v>
                </c:pt>
                <c:pt idx="25180">
                  <c:v>67550</c:v>
                </c:pt>
                <c:pt idx="25181">
                  <c:v>67551</c:v>
                </c:pt>
                <c:pt idx="25182">
                  <c:v>67552</c:v>
                </c:pt>
                <c:pt idx="25183">
                  <c:v>67553</c:v>
                </c:pt>
                <c:pt idx="25184">
                  <c:v>67554</c:v>
                </c:pt>
                <c:pt idx="25185">
                  <c:v>67555</c:v>
                </c:pt>
                <c:pt idx="25186">
                  <c:v>67556</c:v>
                </c:pt>
                <c:pt idx="25187">
                  <c:v>67557</c:v>
                </c:pt>
                <c:pt idx="25188">
                  <c:v>67558</c:v>
                </c:pt>
                <c:pt idx="25189">
                  <c:v>67559</c:v>
                </c:pt>
                <c:pt idx="25190">
                  <c:v>67560</c:v>
                </c:pt>
                <c:pt idx="25191">
                  <c:v>67561</c:v>
                </c:pt>
                <c:pt idx="25192">
                  <c:v>67562</c:v>
                </c:pt>
                <c:pt idx="25193">
                  <c:v>67563</c:v>
                </c:pt>
                <c:pt idx="25194">
                  <c:v>67564</c:v>
                </c:pt>
                <c:pt idx="25195">
                  <c:v>67565</c:v>
                </c:pt>
                <c:pt idx="25196">
                  <c:v>67566</c:v>
                </c:pt>
                <c:pt idx="25197">
                  <c:v>67567</c:v>
                </c:pt>
                <c:pt idx="25198">
                  <c:v>67568</c:v>
                </c:pt>
                <c:pt idx="25199">
                  <c:v>67569</c:v>
                </c:pt>
                <c:pt idx="25200">
                  <c:v>67570</c:v>
                </c:pt>
                <c:pt idx="25201">
                  <c:v>67571</c:v>
                </c:pt>
                <c:pt idx="25202">
                  <c:v>67572</c:v>
                </c:pt>
                <c:pt idx="25203">
                  <c:v>67573</c:v>
                </c:pt>
                <c:pt idx="25204">
                  <c:v>67574</c:v>
                </c:pt>
                <c:pt idx="25205">
                  <c:v>67575</c:v>
                </c:pt>
                <c:pt idx="25206">
                  <c:v>67576</c:v>
                </c:pt>
                <c:pt idx="25207">
                  <c:v>67577</c:v>
                </c:pt>
                <c:pt idx="25208">
                  <c:v>67578</c:v>
                </c:pt>
                <c:pt idx="25209">
                  <c:v>67579</c:v>
                </c:pt>
                <c:pt idx="25210">
                  <c:v>67580</c:v>
                </c:pt>
                <c:pt idx="25211">
                  <c:v>67581</c:v>
                </c:pt>
                <c:pt idx="25212">
                  <c:v>67582</c:v>
                </c:pt>
                <c:pt idx="25213">
                  <c:v>67583</c:v>
                </c:pt>
                <c:pt idx="25214">
                  <c:v>67584</c:v>
                </c:pt>
                <c:pt idx="25215">
                  <c:v>67585</c:v>
                </c:pt>
                <c:pt idx="25216">
                  <c:v>67586</c:v>
                </c:pt>
                <c:pt idx="25217">
                  <c:v>67587</c:v>
                </c:pt>
                <c:pt idx="25218">
                  <c:v>67588</c:v>
                </c:pt>
                <c:pt idx="25219">
                  <c:v>67589</c:v>
                </c:pt>
                <c:pt idx="25220">
                  <c:v>67590</c:v>
                </c:pt>
                <c:pt idx="25221">
                  <c:v>67591</c:v>
                </c:pt>
                <c:pt idx="25222">
                  <c:v>67592</c:v>
                </c:pt>
                <c:pt idx="25223">
                  <c:v>67593</c:v>
                </c:pt>
                <c:pt idx="25224">
                  <c:v>67594</c:v>
                </c:pt>
                <c:pt idx="25225">
                  <c:v>67595</c:v>
                </c:pt>
                <c:pt idx="25226">
                  <c:v>67596</c:v>
                </c:pt>
                <c:pt idx="25227">
                  <c:v>67597</c:v>
                </c:pt>
                <c:pt idx="25228">
                  <c:v>67598</c:v>
                </c:pt>
                <c:pt idx="25229">
                  <c:v>67599</c:v>
                </c:pt>
                <c:pt idx="25230">
                  <c:v>67600</c:v>
                </c:pt>
                <c:pt idx="25231">
                  <c:v>67601</c:v>
                </c:pt>
                <c:pt idx="25232">
                  <c:v>67602</c:v>
                </c:pt>
                <c:pt idx="25233">
                  <c:v>67603</c:v>
                </c:pt>
                <c:pt idx="25234">
                  <c:v>67604</c:v>
                </c:pt>
                <c:pt idx="25235">
                  <c:v>67605</c:v>
                </c:pt>
                <c:pt idx="25236">
                  <c:v>67606</c:v>
                </c:pt>
                <c:pt idx="25237">
                  <c:v>67607</c:v>
                </c:pt>
                <c:pt idx="25238">
                  <c:v>67608</c:v>
                </c:pt>
                <c:pt idx="25239">
                  <c:v>67609</c:v>
                </c:pt>
                <c:pt idx="25240">
                  <c:v>67610</c:v>
                </c:pt>
                <c:pt idx="25241">
                  <c:v>67611</c:v>
                </c:pt>
                <c:pt idx="25242">
                  <c:v>67612</c:v>
                </c:pt>
                <c:pt idx="25243">
                  <c:v>67613</c:v>
                </c:pt>
                <c:pt idx="25244">
                  <c:v>67614</c:v>
                </c:pt>
                <c:pt idx="25245">
                  <c:v>67615</c:v>
                </c:pt>
                <c:pt idx="25246">
                  <c:v>67616</c:v>
                </c:pt>
                <c:pt idx="25247">
                  <c:v>67617</c:v>
                </c:pt>
                <c:pt idx="25248">
                  <c:v>67618</c:v>
                </c:pt>
                <c:pt idx="25249">
                  <c:v>67619</c:v>
                </c:pt>
                <c:pt idx="25250">
                  <c:v>67620</c:v>
                </c:pt>
                <c:pt idx="25251">
                  <c:v>67621</c:v>
                </c:pt>
                <c:pt idx="25252">
                  <c:v>67622</c:v>
                </c:pt>
                <c:pt idx="25253">
                  <c:v>67623</c:v>
                </c:pt>
                <c:pt idx="25254">
                  <c:v>67624</c:v>
                </c:pt>
                <c:pt idx="25255">
                  <c:v>67625</c:v>
                </c:pt>
                <c:pt idx="25256">
                  <c:v>67626</c:v>
                </c:pt>
                <c:pt idx="25257">
                  <c:v>67627</c:v>
                </c:pt>
                <c:pt idx="25258">
                  <c:v>67628</c:v>
                </c:pt>
                <c:pt idx="25259">
                  <c:v>67629</c:v>
                </c:pt>
                <c:pt idx="25260">
                  <c:v>67630</c:v>
                </c:pt>
                <c:pt idx="25261">
                  <c:v>67631</c:v>
                </c:pt>
                <c:pt idx="25262">
                  <c:v>67632</c:v>
                </c:pt>
                <c:pt idx="25263">
                  <c:v>67633</c:v>
                </c:pt>
                <c:pt idx="25264">
                  <c:v>67634</c:v>
                </c:pt>
                <c:pt idx="25265">
                  <c:v>67635</c:v>
                </c:pt>
                <c:pt idx="25266">
                  <c:v>67636</c:v>
                </c:pt>
                <c:pt idx="25267">
                  <c:v>67637</c:v>
                </c:pt>
                <c:pt idx="25268">
                  <c:v>67638</c:v>
                </c:pt>
                <c:pt idx="25269">
                  <c:v>67639</c:v>
                </c:pt>
                <c:pt idx="25270">
                  <c:v>67640</c:v>
                </c:pt>
                <c:pt idx="25271">
                  <c:v>67641</c:v>
                </c:pt>
                <c:pt idx="25272">
                  <c:v>67642</c:v>
                </c:pt>
                <c:pt idx="25273">
                  <c:v>67643</c:v>
                </c:pt>
                <c:pt idx="25274">
                  <c:v>67644</c:v>
                </c:pt>
                <c:pt idx="25275">
                  <c:v>67645</c:v>
                </c:pt>
                <c:pt idx="25276">
                  <c:v>67646</c:v>
                </c:pt>
                <c:pt idx="25277">
                  <c:v>67647</c:v>
                </c:pt>
                <c:pt idx="25278">
                  <c:v>67648</c:v>
                </c:pt>
                <c:pt idx="25279">
                  <c:v>67649</c:v>
                </c:pt>
                <c:pt idx="25280">
                  <c:v>67650</c:v>
                </c:pt>
                <c:pt idx="25281">
                  <c:v>67651</c:v>
                </c:pt>
                <c:pt idx="25282">
                  <c:v>67652</c:v>
                </c:pt>
                <c:pt idx="25283">
                  <c:v>67653</c:v>
                </c:pt>
                <c:pt idx="25284">
                  <c:v>67654</c:v>
                </c:pt>
                <c:pt idx="25285">
                  <c:v>67655</c:v>
                </c:pt>
                <c:pt idx="25286">
                  <c:v>67656</c:v>
                </c:pt>
                <c:pt idx="25287">
                  <c:v>67657</c:v>
                </c:pt>
                <c:pt idx="25288">
                  <c:v>67658</c:v>
                </c:pt>
                <c:pt idx="25289">
                  <c:v>67659</c:v>
                </c:pt>
                <c:pt idx="25290">
                  <c:v>67660</c:v>
                </c:pt>
                <c:pt idx="25291">
                  <c:v>67661</c:v>
                </c:pt>
                <c:pt idx="25292">
                  <c:v>67662</c:v>
                </c:pt>
                <c:pt idx="25293">
                  <c:v>67663</c:v>
                </c:pt>
                <c:pt idx="25294">
                  <c:v>67664</c:v>
                </c:pt>
                <c:pt idx="25295">
                  <c:v>67665</c:v>
                </c:pt>
                <c:pt idx="25296">
                  <c:v>67666</c:v>
                </c:pt>
                <c:pt idx="25297">
                  <c:v>67667</c:v>
                </c:pt>
                <c:pt idx="25298">
                  <c:v>67668</c:v>
                </c:pt>
                <c:pt idx="25299">
                  <c:v>67669</c:v>
                </c:pt>
                <c:pt idx="25300">
                  <c:v>67670</c:v>
                </c:pt>
                <c:pt idx="25301">
                  <c:v>67671</c:v>
                </c:pt>
                <c:pt idx="25302">
                  <c:v>67672</c:v>
                </c:pt>
                <c:pt idx="25303">
                  <c:v>67673</c:v>
                </c:pt>
                <c:pt idx="25304">
                  <c:v>67674</c:v>
                </c:pt>
                <c:pt idx="25305">
                  <c:v>67675</c:v>
                </c:pt>
                <c:pt idx="25306">
                  <c:v>67676</c:v>
                </c:pt>
                <c:pt idx="25307">
                  <c:v>67677</c:v>
                </c:pt>
                <c:pt idx="25308">
                  <c:v>67678</c:v>
                </c:pt>
                <c:pt idx="25309">
                  <c:v>67679</c:v>
                </c:pt>
                <c:pt idx="25310">
                  <c:v>67680</c:v>
                </c:pt>
                <c:pt idx="25311">
                  <c:v>67681</c:v>
                </c:pt>
                <c:pt idx="25312">
                  <c:v>67682</c:v>
                </c:pt>
                <c:pt idx="25313">
                  <c:v>67683</c:v>
                </c:pt>
                <c:pt idx="25314">
                  <c:v>67684</c:v>
                </c:pt>
                <c:pt idx="25315">
                  <c:v>67685</c:v>
                </c:pt>
                <c:pt idx="25316">
                  <c:v>67686</c:v>
                </c:pt>
                <c:pt idx="25317">
                  <c:v>67687</c:v>
                </c:pt>
                <c:pt idx="25318">
                  <c:v>67688</c:v>
                </c:pt>
                <c:pt idx="25319">
                  <c:v>67689</c:v>
                </c:pt>
                <c:pt idx="25320">
                  <c:v>67690</c:v>
                </c:pt>
                <c:pt idx="25321">
                  <c:v>67691</c:v>
                </c:pt>
                <c:pt idx="25322">
                  <c:v>67692</c:v>
                </c:pt>
                <c:pt idx="25323">
                  <c:v>67693</c:v>
                </c:pt>
                <c:pt idx="25324">
                  <c:v>67694</c:v>
                </c:pt>
                <c:pt idx="25325">
                  <c:v>67695</c:v>
                </c:pt>
                <c:pt idx="25326">
                  <c:v>67696</c:v>
                </c:pt>
                <c:pt idx="25327">
                  <c:v>67697</c:v>
                </c:pt>
                <c:pt idx="25328">
                  <c:v>67698</c:v>
                </c:pt>
                <c:pt idx="25329">
                  <c:v>67699</c:v>
                </c:pt>
                <c:pt idx="25330">
                  <c:v>67700</c:v>
                </c:pt>
                <c:pt idx="25331">
                  <c:v>67701</c:v>
                </c:pt>
                <c:pt idx="25332">
                  <c:v>67702</c:v>
                </c:pt>
                <c:pt idx="25333">
                  <c:v>67703</c:v>
                </c:pt>
                <c:pt idx="25334">
                  <c:v>67704</c:v>
                </c:pt>
                <c:pt idx="25335">
                  <c:v>67705</c:v>
                </c:pt>
                <c:pt idx="25336">
                  <c:v>67706</c:v>
                </c:pt>
                <c:pt idx="25337">
                  <c:v>67707</c:v>
                </c:pt>
                <c:pt idx="25338">
                  <c:v>67708</c:v>
                </c:pt>
                <c:pt idx="25339">
                  <c:v>67709</c:v>
                </c:pt>
                <c:pt idx="25340">
                  <c:v>67710</c:v>
                </c:pt>
                <c:pt idx="25341">
                  <c:v>67711</c:v>
                </c:pt>
                <c:pt idx="25342">
                  <c:v>67712</c:v>
                </c:pt>
                <c:pt idx="25343">
                  <c:v>67713</c:v>
                </c:pt>
                <c:pt idx="25344">
                  <c:v>67714</c:v>
                </c:pt>
                <c:pt idx="25345">
                  <c:v>67715</c:v>
                </c:pt>
                <c:pt idx="25346">
                  <c:v>67716</c:v>
                </c:pt>
                <c:pt idx="25347">
                  <c:v>67717</c:v>
                </c:pt>
                <c:pt idx="25348">
                  <c:v>67718</c:v>
                </c:pt>
                <c:pt idx="25349">
                  <c:v>67719</c:v>
                </c:pt>
                <c:pt idx="25350">
                  <c:v>67720</c:v>
                </c:pt>
                <c:pt idx="25351">
                  <c:v>67721</c:v>
                </c:pt>
                <c:pt idx="25352">
                  <c:v>67722</c:v>
                </c:pt>
                <c:pt idx="25353">
                  <c:v>67723</c:v>
                </c:pt>
                <c:pt idx="25354">
                  <c:v>67724</c:v>
                </c:pt>
                <c:pt idx="25355">
                  <c:v>67725</c:v>
                </c:pt>
                <c:pt idx="25356">
                  <c:v>67726</c:v>
                </c:pt>
                <c:pt idx="25357">
                  <c:v>67727</c:v>
                </c:pt>
                <c:pt idx="25358">
                  <c:v>67728</c:v>
                </c:pt>
                <c:pt idx="25359">
                  <c:v>67729</c:v>
                </c:pt>
                <c:pt idx="25360">
                  <c:v>67730</c:v>
                </c:pt>
                <c:pt idx="25361">
                  <c:v>67731</c:v>
                </c:pt>
                <c:pt idx="25362">
                  <c:v>67732</c:v>
                </c:pt>
                <c:pt idx="25363">
                  <c:v>67733</c:v>
                </c:pt>
                <c:pt idx="25364">
                  <c:v>67734</c:v>
                </c:pt>
                <c:pt idx="25365">
                  <c:v>67735</c:v>
                </c:pt>
                <c:pt idx="25366">
                  <c:v>67736</c:v>
                </c:pt>
                <c:pt idx="25367">
                  <c:v>67737</c:v>
                </c:pt>
                <c:pt idx="25368">
                  <c:v>67738</c:v>
                </c:pt>
                <c:pt idx="25369">
                  <c:v>67739</c:v>
                </c:pt>
                <c:pt idx="25370">
                  <c:v>67740</c:v>
                </c:pt>
                <c:pt idx="25371">
                  <c:v>67741</c:v>
                </c:pt>
                <c:pt idx="25372">
                  <c:v>67742</c:v>
                </c:pt>
                <c:pt idx="25373">
                  <c:v>67743</c:v>
                </c:pt>
                <c:pt idx="25374">
                  <c:v>67744</c:v>
                </c:pt>
                <c:pt idx="25375">
                  <c:v>67745</c:v>
                </c:pt>
                <c:pt idx="25376">
                  <c:v>67746</c:v>
                </c:pt>
                <c:pt idx="25377">
                  <c:v>67747</c:v>
                </c:pt>
                <c:pt idx="25378">
                  <c:v>67748</c:v>
                </c:pt>
                <c:pt idx="25379">
                  <c:v>67749</c:v>
                </c:pt>
                <c:pt idx="25380">
                  <c:v>67750</c:v>
                </c:pt>
                <c:pt idx="25381">
                  <c:v>67751</c:v>
                </c:pt>
                <c:pt idx="25382">
                  <c:v>67752</c:v>
                </c:pt>
                <c:pt idx="25383">
                  <c:v>67753</c:v>
                </c:pt>
                <c:pt idx="25384">
                  <c:v>67754</c:v>
                </c:pt>
                <c:pt idx="25385">
                  <c:v>67755</c:v>
                </c:pt>
                <c:pt idx="25386">
                  <c:v>67756</c:v>
                </c:pt>
                <c:pt idx="25387">
                  <c:v>67757</c:v>
                </c:pt>
                <c:pt idx="25388">
                  <c:v>67758</c:v>
                </c:pt>
                <c:pt idx="25389">
                  <c:v>67759</c:v>
                </c:pt>
                <c:pt idx="25390">
                  <c:v>67760</c:v>
                </c:pt>
                <c:pt idx="25391">
                  <c:v>67761</c:v>
                </c:pt>
                <c:pt idx="25392">
                  <c:v>67762</c:v>
                </c:pt>
                <c:pt idx="25393">
                  <c:v>67763</c:v>
                </c:pt>
                <c:pt idx="25394">
                  <c:v>67764</c:v>
                </c:pt>
                <c:pt idx="25395">
                  <c:v>67765</c:v>
                </c:pt>
                <c:pt idx="25396">
                  <c:v>67766</c:v>
                </c:pt>
                <c:pt idx="25397">
                  <c:v>67767</c:v>
                </c:pt>
                <c:pt idx="25398">
                  <c:v>67768</c:v>
                </c:pt>
                <c:pt idx="25399">
                  <c:v>67769</c:v>
                </c:pt>
                <c:pt idx="25400">
                  <c:v>67770</c:v>
                </c:pt>
                <c:pt idx="25401">
                  <c:v>67771</c:v>
                </c:pt>
                <c:pt idx="25402">
                  <c:v>67772</c:v>
                </c:pt>
                <c:pt idx="25403">
                  <c:v>67773</c:v>
                </c:pt>
                <c:pt idx="25404">
                  <c:v>67774</c:v>
                </c:pt>
                <c:pt idx="25405">
                  <c:v>67775</c:v>
                </c:pt>
                <c:pt idx="25406">
                  <c:v>67776</c:v>
                </c:pt>
                <c:pt idx="25407">
                  <c:v>67777</c:v>
                </c:pt>
                <c:pt idx="25408">
                  <c:v>67778</c:v>
                </c:pt>
                <c:pt idx="25409">
                  <c:v>67779</c:v>
                </c:pt>
                <c:pt idx="25410">
                  <c:v>67780</c:v>
                </c:pt>
                <c:pt idx="25411">
                  <c:v>67781</c:v>
                </c:pt>
                <c:pt idx="25412">
                  <c:v>67782</c:v>
                </c:pt>
                <c:pt idx="25413">
                  <c:v>67783</c:v>
                </c:pt>
                <c:pt idx="25414">
                  <c:v>67784</c:v>
                </c:pt>
                <c:pt idx="25415">
                  <c:v>67785</c:v>
                </c:pt>
                <c:pt idx="25416">
                  <c:v>67786</c:v>
                </c:pt>
                <c:pt idx="25417">
                  <c:v>67787</c:v>
                </c:pt>
                <c:pt idx="25418">
                  <c:v>67788</c:v>
                </c:pt>
                <c:pt idx="25419">
                  <c:v>67789</c:v>
                </c:pt>
                <c:pt idx="25420">
                  <c:v>67790</c:v>
                </c:pt>
                <c:pt idx="25421">
                  <c:v>67791</c:v>
                </c:pt>
                <c:pt idx="25422">
                  <c:v>67792</c:v>
                </c:pt>
                <c:pt idx="25423">
                  <c:v>67793</c:v>
                </c:pt>
                <c:pt idx="25424">
                  <c:v>67794</c:v>
                </c:pt>
                <c:pt idx="25425">
                  <c:v>67795</c:v>
                </c:pt>
                <c:pt idx="25426">
                  <c:v>67796</c:v>
                </c:pt>
                <c:pt idx="25427">
                  <c:v>67797</c:v>
                </c:pt>
                <c:pt idx="25428">
                  <c:v>67798</c:v>
                </c:pt>
                <c:pt idx="25429">
                  <c:v>67799</c:v>
                </c:pt>
                <c:pt idx="25430">
                  <c:v>67800</c:v>
                </c:pt>
                <c:pt idx="25431">
                  <c:v>67801</c:v>
                </c:pt>
                <c:pt idx="25432">
                  <c:v>67802</c:v>
                </c:pt>
                <c:pt idx="25433">
                  <c:v>67803</c:v>
                </c:pt>
                <c:pt idx="25434">
                  <c:v>67804</c:v>
                </c:pt>
                <c:pt idx="25435">
                  <c:v>67805</c:v>
                </c:pt>
                <c:pt idx="25436">
                  <c:v>67806</c:v>
                </c:pt>
                <c:pt idx="25437">
                  <c:v>67807</c:v>
                </c:pt>
                <c:pt idx="25438">
                  <c:v>67808</c:v>
                </c:pt>
                <c:pt idx="25439">
                  <c:v>67809</c:v>
                </c:pt>
                <c:pt idx="25440">
                  <c:v>67810</c:v>
                </c:pt>
                <c:pt idx="25441">
                  <c:v>67811</c:v>
                </c:pt>
                <c:pt idx="25442">
                  <c:v>67812</c:v>
                </c:pt>
                <c:pt idx="25443">
                  <c:v>67813</c:v>
                </c:pt>
                <c:pt idx="25444">
                  <c:v>67814</c:v>
                </c:pt>
                <c:pt idx="25445">
                  <c:v>67815</c:v>
                </c:pt>
                <c:pt idx="25446">
                  <c:v>67816</c:v>
                </c:pt>
                <c:pt idx="25447">
                  <c:v>67817</c:v>
                </c:pt>
                <c:pt idx="25448">
                  <c:v>67818</c:v>
                </c:pt>
                <c:pt idx="25449">
                  <c:v>67819</c:v>
                </c:pt>
                <c:pt idx="25450">
                  <c:v>67820</c:v>
                </c:pt>
                <c:pt idx="25451">
                  <c:v>67821</c:v>
                </c:pt>
                <c:pt idx="25452">
                  <c:v>67822</c:v>
                </c:pt>
                <c:pt idx="25453">
                  <c:v>67823</c:v>
                </c:pt>
                <c:pt idx="25454">
                  <c:v>67824</c:v>
                </c:pt>
                <c:pt idx="25455">
                  <c:v>67825</c:v>
                </c:pt>
                <c:pt idx="25456">
                  <c:v>67826</c:v>
                </c:pt>
                <c:pt idx="25457">
                  <c:v>67827</c:v>
                </c:pt>
                <c:pt idx="25458">
                  <c:v>67828</c:v>
                </c:pt>
                <c:pt idx="25459">
                  <c:v>67829</c:v>
                </c:pt>
                <c:pt idx="25460">
                  <c:v>67830</c:v>
                </c:pt>
                <c:pt idx="25461">
                  <c:v>67831</c:v>
                </c:pt>
                <c:pt idx="25462">
                  <c:v>67832</c:v>
                </c:pt>
                <c:pt idx="25463">
                  <c:v>67833</c:v>
                </c:pt>
                <c:pt idx="25464">
                  <c:v>67834</c:v>
                </c:pt>
                <c:pt idx="25465">
                  <c:v>67835</c:v>
                </c:pt>
                <c:pt idx="25466">
                  <c:v>67836</c:v>
                </c:pt>
                <c:pt idx="25467">
                  <c:v>67837</c:v>
                </c:pt>
                <c:pt idx="25468">
                  <c:v>67838</c:v>
                </c:pt>
                <c:pt idx="25469">
                  <c:v>67839</c:v>
                </c:pt>
                <c:pt idx="25470">
                  <c:v>67840</c:v>
                </c:pt>
                <c:pt idx="25471">
                  <c:v>67841</c:v>
                </c:pt>
                <c:pt idx="25472">
                  <c:v>67842</c:v>
                </c:pt>
                <c:pt idx="25473">
                  <c:v>67843</c:v>
                </c:pt>
                <c:pt idx="25474">
                  <c:v>67844</c:v>
                </c:pt>
                <c:pt idx="25475">
                  <c:v>67845</c:v>
                </c:pt>
                <c:pt idx="25476">
                  <c:v>67846</c:v>
                </c:pt>
                <c:pt idx="25477">
                  <c:v>67847</c:v>
                </c:pt>
                <c:pt idx="25478">
                  <c:v>67848</c:v>
                </c:pt>
                <c:pt idx="25479">
                  <c:v>67849</c:v>
                </c:pt>
                <c:pt idx="25480">
                  <c:v>67850</c:v>
                </c:pt>
                <c:pt idx="25481">
                  <c:v>67851</c:v>
                </c:pt>
                <c:pt idx="25482">
                  <c:v>67852</c:v>
                </c:pt>
                <c:pt idx="25483">
                  <c:v>67853</c:v>
                </c:pt>
                <c:pt idx="25484">
                  <c:v>67854</c:v>
                </c:pt>
                <c:pt idx="25485">
                  <c:v>67855</c:v>
                </c:pt>
                <c:pt idx="25486">
                  <c:v>67856</c:v>
                </c:pt>
                <c:pt idx="25487">
                  <c:v>67857</c:v>
                </c:pt>
                <c:pt idx="25488">
                  <c:v>67858</c:v>
                </c:pt>
                <c:pt idx="25489">
                  <c:v>67859</c:v>
                </c:pt>
                <c:pt idx="25490">
                  <c:v>67860</c:v>
                </c:pt>
                <c:pt idx="25491">
                  <c:v>67861</c:v>
                </c:pt>
                <c:pt idx="25492">
                  <c:v>67862</c:v>
                </c:pt>
                <c:pt idx="25493">
                  <c:v>67863</c:v>
                </c:pt>
                <c:pt idx="25494">
                  <c:v>67864</c:v>
                </c:pt>
                <c:pt idx="25495">
                  <c:v>67865</c:v>
                </c:pt>
                <c:pt idx="25496">
                  <c:v>67866</c:v>
                </c:pt>
                <c:pt idx="25497">
                  <c:v>67867</c:v>
                </c:pt>
                <c:pt idx="25498">
                  <c:v>67868</c:v>
                </c:pt>
                <c:pt idx="25499">
                  <c:v>67869</c:v>
                </c:pt>
                <c:pt idx="25500">
                  <c:v>67870</c:v>
                </c:pt>
                <c:pt idx="25501">
                  <c:v>67871</c:v>
                </c:pt>
                <c:pt idx="25502">
                  <c:v>67872</c:v>
                </c:pt>
                <c:pt idx="25503">
                  <c:v>67873</c:v>
                </c:pt>
                <c:pt idx="25504">
                  <c:v>67874</c:v>
                </c:pt>
                <c:pt idx="25505">
                  <c:v>67875</c:v>
                </c:pt>
                <c:pt idx="25506">
                  <c:v>67876</c:v>
                </c:pt>
                <c:pt idx="25507">
                  <c:v>67877</c:v>
                </c:pt>
                <c:pt idx="25508">
                  <c:v>67878</c:v>
                </c:pt>
                <c:pt idx="25509">
                  <c:v>67879</c:v>
                </c:pt>
                <c:pt idx="25510">
                  <c:v>67880</c:v>
                </c:pt>
                <c:pt idx="25511">
                  <c:v>67881</c:v>
                </c:pt>
                <c:pt idx="25512">
                  <c:v>67882</c:v>
                </c:pt>
                <c:pt idx="25513">
                  <c:v>67883</c:v>
                </c:pt>
                <c:pt idx="25514">
                  <c:v>67884</c:v>
                </c:pt>
                <c:pt idx="25515">
                  <c:v>67885</c:v>
                </c:pt>
                <c:pt idx="25516">
                  <c:v>67886</c:v>
                </c:pt>
                <c:pt idx="25517">
                  <c:v>67887</c:v>
                </c:pt>
                <c:pt idx="25518">
                  <c:v>67888</c:v>
                </c:pt>
                <c:pt idx="25519">
                  <c:v>67889</c:v>
                </c:pt>
                <c:pt idx="25520">
                  <c:v>67890</c:v>
                </c:pt>
                <c:pt idx="25521">
                  <c:v>67891</c:v>
                </c:pt>
                <c:pt idx="25522">
                  <c:v>67892</c:v>
                </c:pt>
                <c:pt idx="25523">
                  <c:v>67893</c:v>
                </c:pt>
                <c:pt idx="25524">
                  <c:v>67894</c:v>
                </c:pt>
                <c:pt idx="25525">
                  <c:v>67895</c:v>
                </c:pt>
                <c:pt idx="25526">
                  <c:v>67896</c:v>
                </c:pt>
                <c:pt idx="25527">
                  <c:v>67897</c:v>
                </c:pt>
                <c:pt idx="25528">
                  <c:v>67898</c:v>
                </c:pt>
                <c:pt idx="25529">
                  <c:v>67899</c:v>
                </c:pt>
                <c:pt idx="25530">
                  <c:v>67900</c:v>
                </c:pt>
                <c:pt idx="25531">
                  <c:v>67901</c:v>
                </c:pt>
                <c:pt idx="25532">
                  <c:v>67902</c:v>
                </c:pt>
                <c:pt idx="25533">
                  <c:v>67903</c:v>
                </c:pt>
                <c:pt idx="25534">
                  <c:v>67904</c:v>
                </c:pt>
                <c:pt idx="25535">
                  <c:v>67905</c:v>
                </c:pt>
                <c:pt idx="25536">
                  <c:v>67906</c:v>
                </c:pt>
                <c:pt idx="25537">
                  <c:v>67907</c:v>
                </c:pt>
                <c:pt idx="25538">
                  <c:v>67908</c:v>
                </c:pt>
                <c:pt idx="25539">
                  <c:v>67909</c:v>
                </c:pt>
                <c:pt idx="25540">
                  <c:v>67910</c:v>
                </c:pt>
                <c:pt idx="25541">
                  <c:v>67911</c:v>
                </c:pt>
                <c:pt idx="25542">
                  <c:v>67912</c:v>
                </c:pt>
                <c:pt idx="25543">
                  <c:v>67913</c:v>
                </c:pt>
                <c:pt idx="25544">
                  <c:v>67914</c:v>
                </c:pt>
                <c:pt idx="25545">
                  <c:v>67915</c:v>
                </c:pt>
                <c:pt idx="25546">
                  <c:v>67916</c:v>
                </c:pt>
                <c:pt idx="25547">
                  <c:v>67917</c:v>
                </c:pt>
                <c:pt idx="25548">
                  <c:v>67918</c:v>
                </c:pt>
                <c:pt idx="25549">
                  <c:v>67919</c:v>
                </c:pt>
                <c:pt idx="25550">
                  <c:v>67920</c:v>
                </c:pt>
                <c:pt idx="25551">
                  <c:v>67921</c:v>
                </c:pt>
                <c:pt idx="25552">
                  <c:v>67922</c:v>
                </c:pt>
                <c:pt idx="25553">
                  <c:v>67923</c:v>
                </c:pt>
                <c:pt idx="25554">
                  <c:v>67924</c:v>
                </c:pt>
                <c:pt idx="25555">
                  <c:v>67925</c:v>
                </c:pt>
                <c:pt idx="25556">
                  <c:v>67926</c:v>
                </c:pt>
                <c:pt idx="25557">
                  <c:v>67927</c:v>
                </c:pt>
                <c:pt idx="25558">
                  <c:v>67928</c:v>
                </c:pt>
                <c:pt idx="25559">
                  <c:v>67929</c:v>
                </c:pt>
                <c:pt idx="25560">
                  <c:v>67930</c:v>
                </c:pt>
                <c:pt idx="25561">
                  <c:v>67931</c:v>
                </c:pt>
                <c:pt idx="25562">
                  <c:v>67932</c:v>
                </c:pt>
                <c:pt idx="25563">
                  <c:v>67933</c:v>
                </c:pt>
                <c:pt idx="25564">
                  <c:v>67934</c:v>
                </c:pt>
                <c:pt idx="25565">
                  <c:v>67935</c:v>
                </c:pt>
                <c:pt idx="25566">
                  <c:v>67936</c:v>
                </c:pt>
                <c:pt idx="25567">
                  <c:v>67937</c:v>
                </c:pt>
                <c:pt idx="25568">
                  <c:v>67938</c:v>
                </c:pt>
                <c:pt idx="25569">
                  <c:v>67939</c:v>
                </c:pt>
                <c:pt idx="25570">
                  <c:v>67940</c:v>
                </c:pt>
                <c:pt idx="25571">
                  <c:v>67941</c:v>
                </c:pt>
                <c:pt idx="25572">
                  <c:v>67942</c:v>
                </c:pt>
                <c:pt idx="25573">
                  <c:v>67943</c:v>
                </c:pt>
                <c:pt idx="25574">
                  <c:v>67944</c:v>
                </c:pt>
                <c:pt idx="25575">
                  <c:v>67945</c:v>
                </c:pt>
                <c:pt idx="25576">
                  <c:v>67946</c:v>
                </c:pt>
                <c:pt idx="25577">
                  <c:v>67947</c:v>
                </c:pt>
                <c:pt idx="25578">
                  <c:v>67948</c:v>
                </c:pt>
                <c:pt idx="25579">
                  <c:v>67949</c:v>
                </c:pt>
                <c:pt idx="25580">
                  <c:v>67950</c:v>
                </c:pt>
                <c:pt idx="25581">
                  <c:v>67951</c:v>
                </c:pt>
                <c:pt idx="25582">
                  <c:v>67952</c:v>
                </c:pt>
                <c:pt idx="25583">
                  <c:v>67953</c:v>
                </c:pt>
                <c:pt idx="25584">
                  <c:v>67954</c:v>
                </c:pt>
                <c:pt idx="25585">
                  <c:v>67955</c:v>
                </c:pt>
                <c:pt idx="25586">
                  <c:v>67956</c:v>
                </c:pt>
                <c:pt idx="25587">
                  <c:v>67957</c:v>
                </c:pt>
                <c:pt idx="25588">
                  <c:v>67958</c:v>
                </c:pt>
                <c:pt idx="25589">
                  <c:v>67959</c:v>
                </c:pt>
                <c:pt idx="25590">
                  <c:v>67960</c:v>
                </c:pt>
                <c:pt idx="25591">
                  <c:v>67961</c:v>
                </c:pt>
                <c:pt idx="25592">
                  <c:v>67962</c:v>
                </c:pt>
                <c:pt idx="25593">
                  <c:v>67963</c:v>
                </c:pt>
                <c:pt idx="25594">
                  <c:v>67964</c:v>
                </c:pt>
                <c:pt idx="25595">
                  <c:v>67965</c:v>
                </c:pt>
                <c:pt idx="25596">
                  <c:v>67966</c:v>
                </c:pt>
                <c:pt idx="25597">
                  <c:v>67967</c:v>
                </c:pt>
                <c:pt idx="25598">
                  <c:v>67968</c:v>
                </c:pt>
                <c:pt idx="25599">
                  <c:v>67969</c:v>
                </c:pt>
                <c:pt idx="25600">
                  <c:v>67970</c:v>
                </c:pt>
                <c:pt idx="25601">
                  <c:v>67971</c:v>
                </c:pt>
                <c:pt idx="25602">
                  <c:v>67972</c:v>
                </c:pt>
                <c:pt idx="25603">
                  <c:v>67973</c:v>
                </c:pt>
                <c:pt idx="25604">
                  <c:v>67974</c:v>
                </c:pt>
                <c:pt idx="25605">
                  <c:v>67975</c:v>
                </c:pt>
                <c:pt idx="25606">
                  <c:v>67976</c:v>
                </c:pt>
                <c:pt idx="25607">
                  <c:v>67977</c:v>
                </c:pt>
                <c:pt idx="25608">
                  <c:v>67978</c:v>
                </c:pt>
                <c:pt idx="25609">
                  <c:v>67979</c:v>
                </c:pt>
                <c:pt idx="25610">
                  <c:v>67980</c:v>
                </c:pt>
                <c:pt idx="25611">
                  <c:v>67981</c:v>
                </c:pt>
                <c:pt idx="25612">
                  <c:v>67982</c:v>
                </c:pt>
                <c:pt idx="25613">
                  <c:v>67983</c:v>
                </c:pt>
                <c:pt idx="25614">
                  <c:v>67984</c:v>
                </c:pt>
                <c:pt idx="25615">
                  <c:v>67985</c:v>
                </c:pt>
                <c:pt idx="25616">
                  <c:v>67986</c:v>
                </c:pt>
                <c:pt idx="25617">
                  <c:v>67987</c:v>
                </c:pt>
                <c:pt idx="25618">
                  <c:v>67988</c:v>
                </c:pt>
                <c:pt idx="25619">
                  <c:v>67989</c:v>
                </c:pt>
                <c:pt idx="25620">
                  <c:v>67990</c:v>
                </c:pt>
                <c:pt idx="25621">
                  <c:v>67991</c:v>
                </c:pt>
                <c:pt idx="25622">
                  <c:v>67992</c:v>
                </c:pt>
                <c:pt idx="25623">
                  <c:v>67993</c:v>
                </c:pt>
                <c:pt idx="25624">
                  <c:v>67994</c:v>
                </c:pt>
                <c:pt idx="25625">
                  <c:v>67995</c:v>
                </c:pt>
                <c:pt idx="25626">
                  <c:v>67996</c:v>
                </c:pt>
                <c:pt idx="25627">
                  <c:v>67997</c:v>
                </c:pt>
                <c:pt idx="25628">
                  <c:v>67998</c:v>
                </c:pt>
                <c:pt idx="25629">
                  <c:v>67999</c:v>
                </c:pt>
                <c:pt idx="25630">
                  <c:v>68000</c:v>
                </c:pt>
                <c:pt idx="25631">
                  <c:v>68001</c:v>
                </c:pt>
                <c:pt idx="25632">
                  <c:v>68002</c:v>
                </c:pt>
                <c:pt idx="25633">
                  <c:v>68003</c:v>
                </c:pt>
                <c:pt idx="25634">
                  <c:v>68004</c:v>
                </c:pt>
                <c:pt idx="25635">
                  <c:v>68005</c:v>
                </c:pt>
                <c:pt idx="25636">
                  <c:v>68006</c:v>
                </c:pt>
                <c:pt idx="25637">
                  <c:v>68007</c:v>
                </c:pt>
                <c:pt idx="25638">
                  <c:v>68008</c:v>
                </c:pt>
                <c:pt idx="25639">
                  <c:v>68009</c:v>
                </c:pt>
                <c:pt idx="25640">
                  <c:v>68010</c:v>
                </c:pt>
                <c:pt idx="25641">
                  <c:v>68011</c:v>
                </c:pt>
                <c:pt idx="25642">
                  <c:v>68012</c:v>
                </c:pt>
                <c:pt idx="25643">
                  <c:v>68013</c:v>
                </c:pt>
                <c:pt idx="25644">
                  <c:v>68014</c:v>
                </c:pt>
                <c:pt idx="25645">
                  <c:v>68015</c:v>
                </c:pt>
                <c:pt idx="25646">
                  <c:v>68016</c:v>
                </c:pt>
                <c:pt idx="25647">
                  <c:v>68017</c:v>
                </c:pt>
                <c:pt idx="25648">
                  <c:v>68018</c:v>
                </c:pt>
                <c:pt idx="25649">
                  <c:v>68019</c:v>
                </c:pt>
                <c:pt idx="25650">
                  <c:v>68020</c:v>
                </c:pt>
                <c:pt idx="25651">
                  <c:v>68021</c:v>
                </c:pt>
                <c:pt idx="25652">
                  <c:v>68022</c:v>
                </c:pt>
                <c:pt idx="25653">
                  <c:v>68023</c:v>
                </c:pt>
                <c:pt idx="25654">
                  <c:v>68024</c:v>
                </c:pt>
                <c:pt idx="25655">
                  <c:v>68025</c:v>
                </c:pt>
                <c:pt idx="25656">
                  <c:v>68026</c:v>
                </c:pt>
                <c:pt idx="25657">
                  <c:v>68027</c:v>
                </c:pt>
                <c:pt idx="25658">
                  <c:v>68028</c:v>
                </c:pt>
                <c:pt idx="25659">
                  <c:v>68029</c:v>
                </c:pt>
                <c:pt idx="25660">
                  <c:v>68030</c:v>
                </c:pt>
                <c:pt idx="25661">
                  <c:v>68031</c:v>
                </c:pt>
                <c:pt idx="25662">
                  <c:v>68032</c:v>
                </c:pt>
                <c:pt idx="25663">
                  <c:v>68033</c:v>
                </c:pt>
                <c:pt idx="25664">
                  <c:v>68034</c:v>
                </c:pt>
                <c:pt idx="25665">
                  <c:v>68035</c:v>
                </c:pt>
                <c:pt idx="25666">
                  <c:v>68036</c:v>
                </c:pt>
                <c:pt idx="25667">
                  <c:v>68037</c:v>
                </c:pt>
                <c:pt idx="25668">
                  <c:v>68038</c:v>
                </c:pt>
                <c:pt idx="25669">
                  <c:v>68039</c:v>
                </c:pt>
                <c:pt idx="25670">
                  <c:v>68040</c:v>
                </c:pt>
                <c:pt idx="25671">
                  <c:v>68041</c:v>
                </c:pt>
                <c:pt idx="25672">
                  <c:v>68042</c:v>
                </c:pt>
                <c:pt idx="25673">
                  <c:v>68043</c:v>
                </c:pt>
                <c:pt idx="25674">
                  <c:v>68044</c:v>
                </c:pt>
                <c:pt idx="25675">
                  <c:v>68045</c:v>
                </c:pt>
                <c:pt idx="25676">
                  <c:v>68046</c:v>
                </c:pt>
                <c:pt idx="25677">
                  <c:v>68047</c:v>
                </c:pt>
                <c:pt idx="25678">
                  <c:v>68048</c:v>
                </c:pt>
                <c:pt idx="25679">
                  <c:v>68049</c:v>
                </c:pt>
                <c:pt idx="25680">
                  <c:v>68050</c:v>
                </c:pt>
                <c:pt idx="25681">
                  <c:v>68051</c:v>
                </c:pt>
                <c:pt idx="25682">
                  <c:v>68052</c:v>
                </c:pt>
                <c:pt idx="25683">
                  <c:v>68053</c:v>
                </c:pt>
                <c:pt idx="25684">
                  <c:v>68054</c:v>
                </c:pt>
                <c:pt idx="25685">
                  <c:v>68055</c:v>
                </c:pt>
                <c:pt idx="25686">
                  <c:v>68056</c:v>
                </c:pt>
                <c:pt idx="25687">
                  <c:v>68057</c:v>
                </c:pt>
                <c:pt idx="25688">
                  <c:v>68058</c:v>
                </c:pt>
                <c:pt idx="25689">
                  <c:v>68059</c:v>
                </c:pt>
                <c:pt idx="25690">
                  <c:v>68060</c:v>
                </c:pt>
                <c:pt idx="25691">
                  <c:v>68061</c:v>
                </c:pt>
                <c:pt idx="25692">
                  <c:v>68062</c:v>
                </c:pt>
                <c:pt idx="25693">
                  <c:v>68063</c:v>
                </c:pt>
                <c:pt idx="25694">
                  <c:v>68064</c:v>
                </c:pt>
                <c:pt idx="25695">
                  <c:v>68065</c:v>
                </c:pt>
                <c:pt idx="25696">
                  <c:v>68066</c:v>
                </c:pt>
                <c:pt idx="25697">
                  <c:v>68067</c:v>
                </c:pt>
                <c:pt idx="25698">
                  <c:v>68068</c:v>
                </c:pt>
                <c:pt idx="25699">
                  <c:v>68069</c:v>
                </c:pt>
                <c:pt idx="25700">
                  <c:v>68070</c:v>
                </c:pt>
                <c:pt idx="25701">
                  <c:v>68071</c:v>
                </c:pt>
                <c:pt idx="25702">
                  <c:v>68072</c:v>
                </c:pt>
                <c:pt idx="25703">
                  <c:v>68073</c:v>
                </c:pt>
                <c:pt idx="25704">
                  <c:v>68074</c:v>
                </c:pt>
                <c:pt idx="25705">
                  <c:v>68075</c:v>
                </c:pt>
                <c:pt idx="25706">
                  <c:v>68076</c:v>
                </c:pt>
                <c:pt idx="25707">
                  <c:v>68077</c:v>
                </c:pt>
                <c:pt idx="25708">
                  <c:v>68078</c:v>
                </c:pt>
                <c:pt idx="25709">
                  <c:v>68079</c:v>
                </c:pt>
                <c:pt idx="25710">
                  <c:v>68080</c:v>
                </c:pt>
                <c:pt idx="25711">
                  <c:v>68081</c:v>
                </c:pt>
                <c:pt idx="25712">
                  <c:v>68082</c:v>
                </c:pt>
                <c:pt idx="25713">
                  <c:v>68083</c:v>
                </c:pt>
                <c:pt idx="25714">
                  <c:v>68084</c:v>
                </c:pt>
                <c:pt idx="25715">
                  <c:v>68085</c:v>
                </c:pt>
                <c:pt idx="25716">
                  <c:v>68086</c:v>
                </c:pt>
                <c:pt idx="25717">
                  <c:v>68087</c:v>
                </c:pt>
                <c:pt idx="25718">
                  <c:v>68088</c:v>
                </c:pt>
                <c:pt idx="25719">
                  <c:v>68089</c:v>
                </c:pt>
                <c:pt idx="25720">
                  <c:v>68090</c:v>
                </c:pt>
                <c:pt idx="25721">
                  <c:v>68091</c:v>
                </c:pt>
                <c:pt idx="25722">
                  <c:v>68092</c:v>
                </c:pt>
                <c:pt idx="25723">
                  <c:v>68093</c:v>
                </c:pt>
                <c:pt idx="25724">
                  <c:v>68094</c:v>
                </c:pt>
                <c:pt idx="25725">
                  <c:v>68095</c:v>
                </c:pt>
                <c:pt idx="25726">
                  <c:v>68096</c:v>
                </c:pt>
                <c:pt idx="25727">
                  <c:v>68097</c:v>
                </c:pt>
                <c:pt idx="25728">
                  <c:v>68098</c:v>
                </c:pt>
                <c:pt idx="25729">
                  <c:v>68099</c:v>
                </c:pt>
                <c:pt idx="25730">
                  <c:v>68100</c:v>
                </c:pt>
                <c:pt idx="25731">
                  <c:v>68101</c:v>
                </c:pt>
                <c:pt idx="25732">
                  <c:v>68102</c:v>
                </c:pt>
                <c:pt idx="25733">
                  <c:v>68103</c:v>
                </c:pt>
                <c:pt idx="25734">
                  <c:v>68104</c:v>
                </c:pt>
                <c:pt idx="25735">
                  <c:v>68105</c:v>
                </c:pt>
                <c:pt idx="25736">
                  <c:v>68106</c:v>
                </c:pt>
                <c:pt idx="25737">
                  <c:v>68107</c:v>
                </c:pt>
                <c:pt idx="25738">
                  <c:v>68108</c:v>
                </c:pt>
                <c:pt idx="25739">
                  <c:v>68109</c:v>
                </c:pt>
                <c:pt idx="25740">
                  <c:v>68110</c:v>
                </c:pt>
                <c:pt idx="25741">
                  <c:v>68111</c:v>
                </c:pt>
                <c:pt idx="25742">
                  <c:v>68112</c:v>
                </c:pt>
                <c:pt idx="25743">
                  <c:v>68113</c:v>
                </c:pt>
                <c:pt idx="25744">
                  <c:v>68114</c:v>
                </c:pt>
                <c:pt idx="25745">
                  <c:v>68115</c:v>
                </c:pt>
                <c:pt idx="25746">
                  <c:v>68116</c:v>
                </c:pt>
                <c:pt idx="25747">
                  <c:v>68117</c:v>
                </c:pt>
                <c:pt idx="25748">
                  <c:v>68118</c:v>
                </c:pt>
                <c:pt idx="25749">
                  <c:v>68119</c:v>
                </c:pt>
                <c:pt idx="25750">
                  <c:v>68120</c:v>
                </c:pt>
                <c:pt idx="25751">
                  <c:v>68121</c:v>
                </c:pt>
                <c:pt idx="25752">
                  <c:v>68122</c:v>
                </c:pt>
                <c:pt idx="25753">
                  <c:v>68123</c:v>
                </c:pt>
                <c:pt idx="25754">
                  <c:v>68124</c:v>
                </c:pt>
                <c:pt idx="25755">
                  <c:v>68125</c:v>
                </c:pt>
                <c:pt idx="25756">
                  <c:v>68126</c:v>
                </c:pt>
                <c:pt idx="25757">
                  <c:v>68127</c:v>
                </c:pt>
                <c:pt idx="25758">
                  <c:v>68128</c:v>
                </c:pt>
                <c:pt idx="25759">
                  <c:v>68129</c:v>
                </c:pt>
                <c:pt idx="25760">
                  <c:v>68130</c:v>
                </c:pt>
                <c:pt idx="25761">
                  <c:v>68131</c:v>
                </c:pt>
                <c:pt idx="25762">
                  <c:v>68132</c:v>
                </c:pt>
                <c:pt idx="25763">
                  <c:v>68133</c:v>
                </c:pt>
                <c:pt idx="25764">
                  <c:v>68134</c:v>
                </c:pt>
                <c:pt idx="25765">
                  <c:v>68135</c:v>
                </c:pt>
                <c:pt idx="25766">
                  <c:v>68136</c:v>
                </c:pt>
                <c:pt idx="25767">
                  <c:v>68137</c:v>
                </c:pt>
                <c:pt idx="25768">
                  <c:v>68138</c:v>
                </c:pt>
                <c:pt idx="25769">
                  <c:v>68139</c:v>
                </c:pt>
                <c:pt idx="25770">
                  <c:v>68140</c:v>
                </c:pt>
                <c:pt idx="25771">
                  <c:v>68141</c:v>
                </c:pt>
                <c:pt idx="25772">
                  <c:v>68142</c:v>
                </c:pt>
                <c:pt idx="25773">
                  <c:v>68143</c:v>
                </c:pt>
                <c:pt idx="25774">
                  <c:v>68144</c:v>
                </c:pt>
                <c:pt idx="25775">
                  <c:v>68145</c:v>
                </c:pt>
                <c:pt idx="25776">
                  <c:v>68146</c:v>
                </c:pt>
                <c:pt idx="25777">
                  <c:v>68147</c:v>
                </c:pt>
                <c:pt idx="25778">
                  <c:v>68148</c:v>
                </c:pt>
                <c:pt idx="25779">
                  <c:v>68149</c:v>
                </c:pt>
                <c:pt idx="25780">
                  <c:v>68150</c:v>
                </c:pt>
                <c:pt idx="25781">
                  <c:v>68151</c:v>
                </c:pt>
                <c:pt idx="25782">
                  <c:v>68152</c:v>
                </c:pt>
                <c:pt idx="25783">
                  <c:v>68153</c:v>
                </c:pt>
                <c:pt idx="25784">
                  <c:v>68154</c:v>
                </c:pt>
                <c:pt idx="25785">
                  <c:v>68155</c:v>
                </c:pt>
                <c:pt idx="25786">
                  <c:v>68156</c:v>
                </c:pt>
                <c:pt idx="25787">
                  <c:v>68157</c:v>
                </c:pt>
                <c:pt idx="25788">
                  <c:v>68158</c:v>
                </c:pt>
                <c:pt idx="25789">
                  <c:v>68159</c:v>
                </c:pt>
                <c:pt idx="25790">
                  <c:v>68160</c:v>
                </c:pt>
                <c:pt idx="25791">
                  <c:v>68161</c:v>
                </c:pt>
                <c:pt idx="25792">
                  <c:v>68162</c:v>
                </c:pt>
                <c:pt idx="25793">
                  <c:v>68163</c:v>
                </c:pt>
                <c:pt idx="25794">
                  <c:v>68164</c:v>
                </c:pt>
                <c:pt idx="25795">
                  <c:v>68165</c:v>
                </c:pt>
                <c:pt idx="25796">
                  <c:v>68166</c:v>
                </c:pt>
                <c:pt idx="25797">
                  <c:v>68167</c:v>
                </c:pt>
                <c:pt idx="25798">
                  <c:v>68168</c:v>
                </c:pt>
                <c:pt idx="25799">
                  <c:v>68169</c:v>
                </c:pt>
                <c:pt idx="25800">
                  <c:v>68170</c:v>
                </c:pt>
                <c:pt idx="25801">
                  <c:v>68171</c:v>
                </c:pt>
                <c:pt idx="25802">
                  <c:v>68172</c:v>
                </c:pt>
                <c:pt idx="25803">
                  <c:v>68173</c:v>
                </c:pt>
                <c:pt idx="25804">
                  <c:v>68174</c:v>
                </c:pt>
                <c:pt idx="25805">
                  <c:v>68175</c:v>
                </c:pt>
                <c:pt idx="25806">
                  <c:v>68176</c:v>
                </c:pt>
                <c:pt idx="25807">
                  <c:v>68177</c:v>
                </c:pt>
                <c:pt idx="25808">
                  <c:v>68178</c:v>
                </c:pt>
                <c:pt idx="25809">
                  <c:v>68179</c:v>
                </c:pt>
                <c:pt idx="25810">
                  <c:v>68180</c:v>
                </c:pt>
                <c:pt idx="25811">
                  <c:v>68181</c:v>
                </c:pt>
                <c:pt idx="25812">
                  <c:v>68182</c:v>
                </c:pt>
                <c:pt idx="25813">
                  <c:v>68183</c:v>
                </c:pt>
                <c:pt idx="25814">
                  <c:v>68184</c:v>
                </c:pt>
                <c:pt idx="25815">
                  <c:v>68185</c:v>
                </c:pt>
                <c:pt idx="25816">
                  <c:v>68186</c:v>
                </c:pt>
                <c:pt idx="25817">
                  <c:v>68187</c:v>
                </c:pt>
                <c:pt idx="25818">
                  <c:v>68188</c:v>
                </c:pt>
                <c:pt idx="25819">
                  <c:v>68189</c:v>
                </c:pt>
                <c:pt idx="25820">
                  <c:v>68190</c:v>
                </c:pt>
                <c:pt idx="25821">
                  <c:v>68191</c:v>
                </c:pt>
                <c:pt idx="25822">
                  <c:v>68192</c:v>
                </c:pt>
                <c:pt idx="25823">
                  <c:v>68193</c:v>
                </c:pt>
                <c:pt idx="25824">
                  <c:v>68194</c:v>
                </c:pt>
                <c:pt idx="25825">
                  <c:v>68195</c:v>
                </c:pt>
                <c:pt idx="25826">
                  <c:v>68196</c:v>
                </c:pt>
                <c:pt idx="25827">
                  <c:v>68197</c:v>
                </c:pt>
                <c:pt idx="25828">
                  <c:v>68198</c:v>
                </c:pt>
                <c:pt idx="25829">
                  <c:v>68199</c:v>
                </c:pt>
                <c:pt idx="25830">
                  <c:v>68200</c:v>
                </c:pt>
                <c:pt idx="25831">
                  <c:v>68201</c:v>
                </c:pt>
                <c:pt idx="25832">
                  <c:v>68202</c:v>
                </c:pt>
                <c:pt idx="25833">
                  <c:v>68203</c:v>
                </c:pt>
                <c:pt idx="25834">
                  <c:v>68204</c:v>
                </c:pt>
                <c:pt idx="25835">
                  <c:v>68205</c:v>
                </c:pt>
                <c:pt idx="25836">
                  <c:v>68206</c:v>
                </c:pt>
                <c:pt idx="25837">
                  <c:v>68207</c:v>
                </c:pt>
                <c:pt idx="25838">
                  <c:v>68208</c:v>
                </c:pt>
                <c:pt idx="25839">
                  <c:v>68209</c:v>
                </c:pt>
                <c:pt idx="25840">
                  <c:v>68210</c:v>
                </c:pt>
                <c:pt idx="25841">
                  <c:v>68211</c:v>
                </c:pt>
                <c:pt idx="25842">
                  <c:v>68212</c:v>
                </c:pt>
                <c:pt idx="25843">
                  <c:v>68213</c:v>
                </c:pt>
                <c:pt idx="25844">
                  <c:v>68214</c:v>
                </c:pt>
                <c:pt idx="25845">
                  <c:v>68215</c:v>
                </c:pt>
                <c:pt idx="25846">
                  <c:v>68216</c:v>
                </c:pt>
                <c:pt idx="25847">
                  <c:v>68217</c:v>
                </c:pt>
                <c:pt idx="25848">
                  <c:v>68218</c:v>
                </c:pt>
                <c:pt idx="25849">
                  <c:v>68219</c:v>
                </c:pt>
                <c:pt idx="25850">
                  <c:v>68220</c:v>
                </c:pt>
                <c:pt idx="25851">
                  <c:v>68221</c:v>
                </c:pt>
                <c:pt idx="25852">
                  <c:v>68222</c:v>
                </c:pt>
                <c:pt idx="25853">
                  <c:v>68223</c:v>
                </c:pt>
                <c:pt idx="25854">
                  <c:v>68224</c:v>
                </c:pt>
                <c:pt idx="25855">
                  <c:v>68225</c:v>
                </c:pt>
                <c:pt idx="25856">
                  <c:v>68226</c:v>
                </c:pt>
                <c:pt idx="25857">
                  <c:v>68227</c:v>
                </c:pt>
                <c:pt idx="25858">
                  <c:v>68228</c:v>
                </c:pt>
                <c:pt idx="25859">
                  <c:v>68229</c:v>
                </c:pt>
                <c:pt idx="25860">
                  <c:v>68230</c:v>
                </c:pt>
                <c:pt idx="25861">
                  <c:v>68231</c:v>
                </c:pt>
                <c:pt idx="25862">
                  <c:v>68232</c:v>
                </c:pt>
                <c:pt idx="25863">
                  <c:v>68233</c:v>
                </c:pt>
                <c:pt idx="25864">
                  <c:v>68234</c:v>
                </c:pt>
                <c:pt idx="25865">
                  <c:v>68235</c:v>
                </c:pt>
                <c:pt idx="25866">
                  <c:v>68236</c:v>
                </c:pt>
                <c:pt idx="25867">
                  <c:v>68237</c:v>
                </c:pt>
                <c:pt idx="25868">
                  <c:v>68238</c:v>
                </c:pt>
                <c:pt idx="25869">
                  <c:v>68239</c:v>
                </c:pt>
                <c:pt idx="25870">
                  <c:v>68240</c:v>
                </c:pt>
                <c:pt idx="25871">
                  <c:v>68241</c:v>
                </c:pt>
                <c:pt idx="25872">
                  <c:v>68242</c:v>
                </c:pt>
                <c:pt idx="25873">
                  <c:v>68243</c:v>
                </c:pt>
                <c:pt idx="25874">
                  <c:v>68244</c:v>
                </c:pt>
                <c:pt idx="25875">
                  <c:v>68245</c:v>
                </c:pt>
                <c:pt idx="25876">
                  <c:v>68246</c:v>
                </c:pt>
                <c:pt idx="25877">
                  <c:v>68247</c:v>
                </c:pt>
                <c:pt idx="25878">
                  <c:v>68248</c:v>
                </c:pt>
                <c:pt idx="25879">
                  <c:v>68249</c:v>
                </c:pt>
                <c:pt idx="25880">
                  <c:v>68250</c:v>
                </c:pt>
                <c:pt idx="25881">
                  <c:v>68251</c:v>
                </c:pt>
                <c:pt idx="25882">
                  <c:v>68252</c:v>
                </c:pt>
                <c:pt idx="25883">
                  <c:v>68253</c:v>
                </c:pt>
                <c:pt idx="25884">
                  <c:v>68254</c:v>
                </c:pt>
                <c:pt idx="25885">
                  <c:v>68255</c:v>
                </c:pt>
                <c:pt idx="25886">
                  <c:v>68256</c:v>
                </c:pt>
                <c:pt idx="25887">
                  <c:v>68257</c:v>
                </c:pt>
                <c:pt idx="25888">
                  <c:v>68258</c:v>
                </c:pt>
                <c:pt idx="25889">
                  <c:v>68259</c:v>
                </c:pt>
                <c:pt idx="25890">
                  <c:v>68260</c:v>
                </c:pt>
                <c:pt idx="25891">
                  <c:v>68261</c:v>
                </c:pt>
                <c:pt idx="25892">
                  <c:v>68262</c:v>
                </c:pt>
                <c:pt idx="25893">
                  <c:v>68263</c:v>
                </c:pt>
                <c:pt idx="25894">
                  <c:v>68264</c:v>
                </c:pt>
                <c:pt idx="25895">
                  <c:v>68265</c:v>
                </c:pt>
                <c:pt idx="25896">
                  <c:v>68266</c:v>
                </c:pt>
                <c:pt idx="25897">
                  <c:v>68267</c:v>
                </c:pt>
                <c:pt idx="25898">
                  <c:v>68268</c:v>
                </c:pt>
                <c:pt idx="25899">
                  <c:v>68269</c:v>
                </c:pt>
                <c:pt idx="25900">
                  <c:v>68270</c:v>
                </c:pt>
                <c:pt idx="25901">
                  <c:v>68271</c:v>
                </c:pt>
                <c:pt idx="25902">
                  <c:v>68272</c:v>
                </c:pt>
                <c:pt idx="25903">
                  <c:v>68273</c:v>
                </c:pt>
                <c:pt idx="25904">
                  <c:v>68274</c:v>
                </c:pt>
                <c:pt idx="25905">
                  <c:v>68275</c:v>
                </c:pt>
                <c:pt idx="25906">
                  <c:v>68276</c:v>
                </c:pt>
                <c:pt idx="25907">
                  <c:v>68277</c:v>
                </c:pt>
                <c:pt idx="25908">
                  <c:v>68278</c:v>
                </c:pt>
                <c:pt idx="25909">
                  <c:v>68279</c:v>
                </c:pt>
                <c:pt idx="25910">
                  <c:v>68280</c:v>
                </c:pt>
                <c:pt idx="25911">
                  <c:v>68281</c:v>
                </c:pt>
                <c:pt idx="25912">
                  <c:v>68282</c:v>
                </c:pt>
                <c:pt idx="25913">
                  <c:v>68283</c:v>
                </c:pt>
                <c:pt idx="25914">
                  <c:v>68284</c:v>
                </c:pt>
                <c:pt idx="25915">
                  <c:v>68285</c:v>
                </c:pt>
                <c:pt idx="25916">
                  <c:v>68286</c:v>
                </c:pt>
                <c:pt idx="25917">
                  <c:v>68287</c:v>
                </c:pt>
                <c:pt idx="25918">
                  <c:v>68288</c:v>
                </c:pt>
                <c:pt idx="25919">
                  <c:v>68289</c:v>
                </c:pt>
                <c:pt idx="25920">
                  <c:v>68290</c:v>
                </c:pt>
                <c:pt idx="25921">
                  <c:v>68291</c:v>
                </c:pt>
                <c:pt idx="25922">
                  <c:v>68292</c:v>
                </c:pt>
                <c:pt idx="25923">
                  <c:v>68293</c:v>
                </c:pt>
                <c:pt idx="25924">
                  <c:v>68294</c:v>
                </c:pt>
                <c:pt idx="25925">
                  <c:v>68295</c:v>
                </c:pt>
                <c:pt idx="25926">
                  <c:v>68296</c:v>
                </c:pt>
                <c:pt idx="25927">
                  <c:v>68297</c:v>
                </c:pt>
                <c:pt idx="25928">
                  <c:v>68298</c:v>
                </c:pt>
                <c:pt idx="25929">
                  <c:v>68299</c:v>
                </c:pt>
                <c:pt idx="25930">
                  <c:v>68300</c:v>
                </c:pt>
                <c:pt idx="25931">
                  <c:v>68301</c:v>
                </c:pt>
                <c:pt idx="25932">
                  <c:v>68302</c:v>
                </c:pt>
                <c:pt idx="25933">
                  <c:v>68303</c:v>
                </c:pt>
                <c:pt idx="25934">
                  <c:v>68304</c:v>
                </c:pt>
                <c:pt idx="25935">
                  <c:v>68305</c:v>
                </c:pt>
                <c:pt idx="25936">
                  <c:v>68306</c:v>
                </c:pt>
                <c:pt idx="25937">
                  <c:v>68307</c:v>
                </c:pt>
                <c:pt idx="25938">
                  <c:v>68308</c:v>
                </c:pt>
                <c:pt idx="25939">
                  <c:v>68309</c:v>
                </c:pt>
                <c:pt idx="25940">
                  <c:v>68310</c:v>
                </c:pt>
                <c:pt idx="25941">
                  <c:v>68311</c:v>
                </c:pt>
                <c:pt idx="25942">
                  <c:v>68312</c:v>
                </c:pt>
                <c:pt idx="25943">
                  <c:v>68313</c:v>
                </c:pt>
                <c:pt idx="25944">
                  <c:v>68314</c:v>
                </c:pt>
                <c:pt idx="25945">
                  <c:v>68315</c:v>
                </c:pt>
                <c:pt idx="25946">
                  <c:v>68316</c:v>
                </c:pt>
                <c:pt idx="25947">
                  <c:v>68317</c:v>
                </c:pt>
                <c:pt idx="25948">
                  <c:v>68318</c:v>
                </c:pt>
                <c:pt idx="25949">
                  <c:v>68319</c:v>
                </c:pt>
                <c:pt idx="25950">
                  <c:v>68320</c:v>
                </c:pt>
                <c:pt idx="25951">
                  <c:v>68321</c:v>
                </c:pt>
                <c:pt idx="25952">
                  <c:v>68322</c:v>
                </c:pt>
                <c:pt idx="25953">
                  <c:v>68323</c:v>
                </c:pt>
                <c:pt idx="25954">
                  <c:v>68324</c:v>
                </c:pt>
                <c:pt idx="25955">
                  <c:v>68325</c:v>
                </c:pt>
                <c:pt idx="25956">
                  <c:v>68326</c:v>
                </c:pt>
                <c:pt idx="25957">
                  <c:v>68327</c:v>
                </c:pt>
                <c:pt idx="25958">
                  <c:v>68328</c:v>
                </c:pt>
                <c:pt idx="25959">
                  <c:v>68329</c:v>
                </c:pt>
                <c:pt idx="25960">
                  <c:v>68330</c:v>
                </c:pt>
                <c:pt idx="25961">
                  <c:v>68331</c:v>
                </c:pt>
                <c:pt idx="25962">
                  <c:v>68332</c:v>
                </c:pt>
                <c:pt idx="25963">
                  <c:v>68333</c:v>
                </c:pt>
                <c:pt idx="25964">
                  <c:v>68334</c:v>
                </c:pt>
                <c:pt idx="25965">
                  <c:v>68335</c:v>
                </c:pt>
                <c:pt idx="25966">
                  <c:v>68336</c:v>
                </c:pt>
                <c:pt idx="25967">
                  <c:v>68337</c:v>
                </c:pt>
                <c:pt idx="25968">
                  <c:v>68338</c:v>
                </c:pt>
                <c:pt idx="25969">
                  <c:v>68339</c:v>
                </c:pt>
                <c:pt idx="25970">
                  <c:v>68340</c:v>
                </c:pt>
                <c:pt idx="25971">
                  <c:v>68341</c:v>
                </c:pt>
                <c:pt idx="25972">
                  <c:v>68342</c:v>
                </c:pt>
                <c:pt idx="25973">
                  <c:v>68343</c:v>
                </c:pt>
                <c:pt idx="25974">
                  <c:v>68344</c:v>
                </c:pt>
                <c:pt idx="25975">
                  <c:v>68345</c:v>
                </c:pt>
                <c:pt idx="25976">
                  <c:v>68346</c:v>
                </c:pt>
                <c:pt idx="25977">
                  <c:v>68347</c:v>
                </c:pt>
                <c:pt idx="25978">
                  <c:v>68348</c:v>
                </c:pt>
                <c:pt idx="25979">
                  <c:v>68349</c:v>
                </c:pt>
                <c:pt idx="25980">
                  <c:v>68350</c:v>
                </c:pt>
                <c:pt idx="25981">
                  <c:v>68351</c:v>
                </c:pt>
                <c:pt idx="25982">
                  <c:v>68352</c:v>
                </c:pt>
                <c:pt idx="25983">
                  <c:v>68353</c:v>
                </c:pt>
                <c:pt idx="25984">
                  <c:v>68354</c:v>
                </c:pt>
                <c:pt idx="25985">
                  <c:v>68355</c:v>
                </c:pt>
                <c:pt idx="25986">
                  <c:v>68356</c:v>
                </c:pt>
                <c:pt idx="25987">
                  <c:v>68357</c:v>
                </c:pt>
                <c:pt idx="25988">
                  <c:v>68358</c:v>
                </c:pt>
                <c:pt idx="25989">
                  <c:v>68359</c:v>
                </c:pt>
                <c:pt idx="25990">
                  <c:v>68360</c:v>
                </c:pt>
                <c:pt idx="25991">
                  <c:v>68361</c:v>
                </c:pt>
                <c:pt idx="25992">
                  <c:v>68362</c:v>
                </c:pt>
                <c:pt idx="25993">
                  <c:v>68363</c:v>
                </c:pt>
                <c:pt idx="25994">
                  <c:v>68364</c:v>
                </c:pt>
                <c:pt idx="25995">
                  <c:v>68365</c:v>
                </c:pt>
                <c:pt idx="25996">
                  <c:v>68366</c:v>
                </c:pt>
                <c:pt idx="25997">
                  <c:v>68367</c:v>
                </c:pt>
                <c:pt idx="25998">
                  <c:v>68368</c:v>
                </c:pt>
                <c:pt idx="25999">
                  <c:v>68369</c:v>
                </c:pt>
                <c:pt idx="26000">
                  <c:v>68370</c:v>
                </c:pt>
                <c:pt idx="26001">
                  <c:v>68371</c:v>
                </c:pt>
                <c:pt idx="26002">
                  <c:v>68372</c:v>
                </c:pt>
                <c:pt idx="26003">
                  <c:v>68373</c:v>
                </c:pt>
                <c:pt idx="26004">
                  <c:v>68374</c:v>
                </c:pt>
                <c:pt idx="26005">
                  <c:v>68375</c:v>
                </c:pt>
                <c:pt idx="26006">
                  <c:v>68376</c:v>
                </c:pt>
                <c:pt idx="26007">
                  <c:v>68377</c:v>
                </c:pt>
                <c:pt idx="26008">
                  <c:v>68378</c:v>
                </c:pt>
                <c:pt idx="26009">
                  <c:v>68379</c:v>
                </c:pt>
                <c:pt idx="26010">
                  <c:v>68380</c:v>
                </c:pt>
                <c:pt idx="26011">
                  <c:v>68381</c:v>
                </c:pt>
                <c:pt idx="26012">
                  <c:v>68382</c:v>
                </c:pt>
                <c:pt idx="26013">
                  <c:v>68383</c:v>
                </c:pt>
                <c:pt idx="26014">
                  <c:v>68384</c:v>
                </c:pt>
                <c:pt idx="26015">
                  <c:v>68385</c:v>
                </c:pt>
                <c:pt idx="26016">
                  <c:v>68386</c:v>
                </c:pt>
                <c:pt idx="26017">
                  <c:v>68387</c:v>
                </c:pt>
                <c:pt idx="26018">
                  <c:v>68388</c:v>
                </c:pt>
                <c:pt idx="26019">
                  <c:v>68389</c:v>
                </c:pt>
                <c:pt idx="26020">
                  <c:v>68390</c:v>
                </c:pt>
                <c:pt idx="26021">
                  <c:v>68391</c:v>
                </c:pt>
                <c:pt idx="26022">
                  <c:v>68392</c:v>
                </c:pt>
                <c:pt idx="26023">
                  <c:v>68393</c:v>
                </c:pt>
                <c:pt idx="26024">
                  <c:v>68394</c:v>
                </c:pt>
                <c:pt idx="26025">
                  <c:v>68395</c:v>
                </c:pt>
                <c:pt idx="26026">
                  <c:v>68396</c:v>
                </c:pt>
                <c:pt idx="26027">
                  <c:v>68397</c:v>
                </c:pt>
                <c:pt idx="26028">
                  <c:v>68398</c:v>
                </c:pt>
                <c:pt idx="26029">
                  <c:v>68399</c:v>
                </c:pt>
                <c:pt idx="26030">
                  <c:v>68400</c:v>
                </c:pt>
                <c:pt idx="26031">
                  <c:v>68401</c:v>
                </c:pt>
                <c:pt idx="26032">
                  <c:v>68402</c:v>
                </c:pt>
                <c:pt idx="26033">
                  <c:v>68403</c:v>
                </c:pt>
                <c:pt idx="26034">
                  <c:v>68404</c:v>
                </c:pt>
                <c:pt idx="26035">
                  <c:v>68405</c:v>
                </c:pt>
                <c:pt idx="26036">
                  <c:v>68406</c:v>
                </c:pt>
                <c:pt idx="26037">
                  <c:v>68407</c:v>
                </c:pt>
                <c:pt idx="26038">
                  <c:v>68408</c:v>
                </c:pt>
                <c:pt idx="26039">
                  <c:v>68409</c:v>
                </c:pt>
                <c:pt idx="26040">
                  <c:v>68410</c:v>
                </c:pt>
                <c:pt idx="26041">
                  <c:v>68411</c:v>
                </c:pt>
                <c:pt idx="26042">
                  <c:v>68412</c:v>
                </c:pt>
                <c:pt idx="26043">
                  <c:v>68413</c:v>
                </c:pt>
                <c:pt idx="26044">
                  <c:v>68414</c:v>
                </c:pt>
                <c:pt idx="26045">
                  <c:v>68415</c:v>
                </c:pt>
                <c:pt idx="26046">
                  <c:v>68416</c:v>
                </c:pt>
                <c:pt idx="26047">
                  <c:v>68417</c:v>
                </c:pt>
                <c:pt idx="26048">
                  <c:v>68418</c:v>
                </c:pt>
                <c:pt idx="26049">
                  <c:v>68419</c:v>
                </c:pt>
                <c:pt idx="26050">
                  <c:v>68420</c:v>
                </c:pt>
                <c:pt idx="26051">
                  <c:v>68421</c:v>
                </c:pt>
                <c:pt idx="26052">
                  <c:v>68422</c:v>
                </c:pt>
                <c:pt idx="26053">
                  <c:v>68423</c:v>
                </c:pt>
                <c:pt idx="26054">
                  <c:v>68424</c:v>
                </c:pt>
                <c:pt idx="26055">
                  <c:v>68425</c:v>
                </c:pt>
                <c:pt idx="26056">
                  <c:v>68426</c:v>
                </c:pt>
                <c:pt idx="26057">
                  <c:v>68427</c:v>
                </c:pt>
                <c:pt idx="26058">
                  <c:v>68428</c:v>
                </c:pt>
                <c:pt idx="26059">
                  <c:v>68429</c:v>
                </c:pt>
                <c:pt idx="26060">
                  <c:v>68430</c:v>
                </c:pt>
                <c:pt idx="26061">
                  <c:v>68431</c:v>
                </c:pt>
                <c:pt idx="26062">
                  <c:v>68432</c:v>
                </c:pt>
                <c:pt idx="26063">
                  <c:v>68433</c:v>
                </c:pt>
                <c:pt idx="26064">
                  <c:v>68434</c:v>
                </c:pt>
                <c:pt idx="26065">
                  <c:v>68435</c:v>
                </c:pt>
                <c:pt idx="26066">
                  <c:v>68436</c:v>
                </c:pt>
                <c:pt idx="26067">
                  <c:v>68437</c:v>
                </c:pt>
                <c:pt idx="26068">
                  <c:v>68438</c:v>
                </c:pt>
                <c:pt idx="26069">
                  <c:v>68439</c:v>
                </c:pt>
                <c:pt idx="26070">
                  <c:v>68440</c:v>
                </c:pt>
                <c:pt idx="26071">
                  <c:v>68441</c:v>
                </c:pt>
                <c:pt idx="26072">
                  <c:v>68442</c:v>
                </c:pt>
                <c:pt idx="26073">
                  <c:v>68443</c:v>
                </c:pt>
                <c:pt idx="26074">
                  <c:v>68444</c:v>
                </c:pt>
                <c:pt idx="26075">
                  <c:v>68445</c:v>
                </c:pt>
                <c:pt idx="26076">
                  <c:v>68446</c:v>
                </c:pt>
                <c:pt idx="26077">
                  <c:v>68447</c:v>
                </c:pt>
                <c:pt idx="26078">
                  <c:v>68448</c:v>
                </c:pt>
                <c:pt idx="26079">
                  <c:v>68449</c:v>
                </c:pt>
                <c:pt idx="26080">
                  <c:v>68450</c:v>
                </c:pt>
                <c:pt idx="26081">
                  <c:v>68451</c:v>
                </c:pt>
                <c:pt idx="26082">
                  <c:v>68452</c:v>
                </c:pt>
                <c:pt idx="26083">
                  <c:v>68453</c:v>
                </c:pt>
                <c:pt idx="26084">
                  <c:v>68454</c:v>
                </c:pt>
                <c:pt idx="26085">
                  <c:v>68455</c:v>
                </c:pt>
                <c:pt idx="26086">
                  <c:v>68456</c:v>
                </c:pt>
                <c:pt idx="26087">
                  <c:v>68457</c:v>
                </c:pt>
                <c:pt idx="26088">
                  <c:v>68458</c:v>
                </c:pt>
                <c:pt idx="26089">
                  <c:v>68459</c:v>
                </c:pt>
                <c:pt idx="26090">
                  <c:v>68460</c:v>
                </c:pt>
                <c:pt idx="26091">
                  <c:v>68461</c:v>
                </c:pt>
                <c:pt idx="26092">
                  <c:v>68462</c:v>
                </c:pt>
                <c:pt idx="26093">
                  <c:v>68463</c:v>
                </c:pt>
                <c:pt idx="26094">
                  <c:v>68464</c:v>
                </c:pt>
                <c:pt idx="26095">
                  <c:v>68465</c:v>
                </c:pt>
                <c:pt idx="26096">
                  <c:v>68466</c:v>
                </c:pt>
                <c:pt idx="26097">
                  <c:v>68467</c:v>
                </c:pt>
                <c:pt idx="26098">
                  <c:v>68468</c:v>
                </c:pt>
                <c:pt idx="26099">
                  <c:v>68469</c:v>
                </c:pt>
                <c:pt idx="26100">
                  <c:v>68470</c:v>
                </c:pt>
                <c:pt idx="26101">
                  <c:v>68471</c:v>
                </c:pt>
                <c:pt idx="26102">
                  <c:v>68472</c:v>
                </c:pt>
                <c:pt idx="26103">
                  <c:v>68473</c:v>
                </c:pt>
                <c:pt idx="26104">
                  <c:v>68474</c:v>
                </c:pt>
                <c:pt idx="26105">
                  <c:v>68475</c:v>
                </c:pt>
                <c:pt idx="26106">
                  <c:v>68476</c:v>
                </c:pt>
                <c:pt idx="26107">
                  <c:v>68477</c:v>
                </c:pt>
                <c:pt idx="26108">
                  <c:v>68478</c:v>
                </c:pt>
                <c:pt idx="26109">
                  <c:v>68479</c:v>
                </c:pt>
                <c:pt idx="26110">
                  <c:v>68480</c:v>
                </c:pt>
                <c:pt idx="26111">
                  <c:v>68481</c:v>
                </c:pt>
                <c:pt idx="26112">
                  <c:v>68482</c:v>
                </c:pt>
                <c:pt idx="26113">
                  <c:v>68483</c:v>
                </c:pt>
                <c:pt idx="26114">
                  <c:v>68484</c:v>
                </c:pt>
                <c:pt idx="26115">
                  <c:v>68485</c:v>
                </c:pt>
                <c:pt idx="26116">
                  <c:v>68486</c:v>
                </c:pt>
                <c:pt idx="26117">
                  <c:v>68487</c:v>
                </c:pt>
                <c:pt idx="26118">
                  <c:v>68488</c:v>
                </c:pt>
                <c:pt idx="26119">
                  <c:v>68489</c:v>
                </c:pt>
                <c:pt idx="26120">
                  <c:v>68490</c:v>
                </c:pt>
                <c:pt idx="26121">
                  <c:v>68491</c:v>
                </c:pt>
                <c:pt idx="26122">
                  <c:v>68492</c:v>
                </c:pt>
                <c:pt idx="26123">
                  <c:v>68493</c:v>
                </c:pt>
                <c:pt idx="26124">
                  <c:v>68494</c:v>
                </c:pt>
                <c:pt idx="26125">
                  <c:v>68495</c:v>
                </c:pt>
                <c:pt idx="26126">
                  <c:v>68496</c:v>
                </c:pt>
                <c:pt idx="26127">
                  <c:v>68497</c:v>
                </c:pt>
                <c:pt idx="26128">
                  <c:v>68498</c:v>
                </c:pt>
                <c:pt idx="26129">
                  <c:v>68499</c:v>
                </c:pt>
                <c:pt idx="26130">
                  <c:v>68500</c:v>
                </c:pt>
                <c:pt idx="26131">
                  <c:v>68501</c:v>
                </c:pt>
                <c:pt idx="26132">
                  <c:v>68502</c:v>
                </c:pt>
                <c:pt idx="26133">
                  <c:v>68503</c:v>
                </c:pt>
                <c:pt idx="26134">
                  <c:v>68504</c:v>
                </c:pt>
                <c:pt idx="26135">
                  <c:v>68505</c:v>
                </c:pt>
                <c:pt idx="26136">
                  <c:v>68506</c:v>
                </c:pt>
                <c:pt idx="26137">
                  <c:v>68507</c:v>
                </c:pt>
                <c:pt idx="26138">
                  <c:v>68508</c:v>
                </c:pt>
                <c:pt idx="26139">
                  <c:v>68509</c:v>
                </c:pt>
                <c:pt idx="26140">
                  <c:v>68510</c:v>
                </c:pt>
                <c:pt idx="26141">
                  <c:v>68511</c:v>
                </c:pt>
                <c:pt idx="26142">
                  <c:v>68512</c:v>
                </c:pt>
                <c:pt idx="26143">
                  <c:v>68513</c:v>
                </c:pt>
                <c:pt idx="26144">
                  <c:v>68514</c:v>
                </c:pt>
                <c:pt idx="26145">
                  <c:v>68515</c:v>
                </c:pt>
                <c:pt idx="26146">
                  <c:v>68516</c:v>
                </c:pt>
                <c:pt idx="26147">
                  <c:v>68517</c:v>
                </c:pt>
                <c:pt idx="26148">
                  <c:v>68518</c:v>
                </c:pt>
                <c:pt idx="26149">
                  <c:v>68519</c:v>
                </c:pt>
                <c:pt idx="26150">
                  <c:v>68520</c:v>
                </c:pt>
                <c:pt idx="26151">
                  <c:v>68521</c:v>
                </c:pt>
                <c:pt idx="26152">
                  <c:v>68522</c:v>
                </c:pt>
                <c:pt idx="26153">
                  <c:v>68523</c:v>
                </c:pt>
                <c:pt idx="26154">
                  <c:v>68524</c:v>
                </c:pt>
                <c:pt idx="26155">
                  <c:v>68525</c:v>
                </c:pt>
                <c:pt idx="26156">
                  <c:v>68526</c:v>
                </c:pt>
                <c:pt idx="26157">
                  <c:v>68527</c:v>
                </c:pt>
                <c:pt idx="26158">
                  <c:v>68528</c:v>
                </c:pt>
                <c:pt idx="26159">
                  <c:v>68529</c:v>
                </c:pt>
                <c:pt idx="26160">
                  <c:v>68530</c:v>
                </c:pt>
                <c:pt idx="26161">
                  <c:v>68531</c:v>
                </c:pt>
                <c:pt idx="26162">
                  <c:v>68532</c:v>
                </c:pt>
                <c:pt idx="26163">
                  <c:v>68533</c:v>
                </c:pt>
                <c:pt idx="26164">
                  <c:v>68534</c:v>
                </c:pt>
                <c:pt idx="26165">
                  <c:v>68535</c:v>
                </c:pt>
                <c:pt idx="26166">
                  <c:v>68536</c:v>
                </c:pt>
                <c:pt idx="26167">
                  <c:v>68537</c:v>
                </c:pt>
                <c:pt idx="26168">
                  <c:v>68538</c:v>
                </c:pt>
                <c:pt idx="26169">
                  <c:v>68539</c:v>
                </c:pt>
                <c:pt idx="26170">
                  <c:v>68540</c:v>
                </c:pt>
                <c:pt idx="26171">
                  <c:v>68541</c:v>
                </c:pt>
                <c:pt idx="26172">
                  <c:v>68542</c:v>
                </c:pt>
                <c:pt idx="26173">
                  <c:v>68543</c:v>
                </c:pt>
                <c:pt idx="26174">
                  <c:v>68544</c:v>
                </c:pt>
                <c:pt idx="26175">
                  <c:v>68545</c:v>
                </c:pt>
                <c:pt idx="26176">
                  <c:v>68546</c:v>
                </c:pt>
                <c:pt idx="26177">
                  <c:v>68547</c:v>
                </c:pt>
                <c:pt idx="26178">
                  <c:v>68548</c:v>
                </c:pt>
                <c:pt idx="26179">
                  <c:v>68549</c:v>
                </c:pt>
                <c:pt idx="26180">
                  <c:v>68550</c:v>
                </c:pt>
                <c:pt idx="26181">
                  <c:v>68551</c:v>
                </c:pt>
                <c:pt idx="26182">
                  <c:v>68552</c:v>
                </c:pt>
                <c:pt idx="26183">
                  <c:v>68553</c:v>
                </c:pt>
                <c:pt idx="26184">
                  <c:v>68554</c:v>
                </c:pt>
                <c:pt idx="26185">
                  <c:v>68555</c:v>
                </c:pt>
                <c:pt idx="26186">
                  <c:v>68556</c:v>
                </c:pt>
                <c:pt idx="26187">
                  <c:v>68557</c:v>
                </c:pt>
                <c:pt idx="26188">
                  <c:v>68558</c:v>
                </c:pt>
                <c:pt idx="26189">
                  <c:v>68559</c:v>
                </c:pt>
                <c:pt idx="26190">
                  <c:v>68560</c:v>
                </c:pt>
                <c:pt idx="26191">
                  <c:v>68561</c:v>
                </c:pt>
                <c:pt idx="26192">
                  <c:v>68562</c:v>
                </c:pt>
                <c:pt idx="26193">
                  <c:v>68563</c:v>
                </c:pt>
                <c:pt idx="26194">
                  <c:v>68564</c:v>
                </c:pt>
                <c:pt idx="26195">
                  <c:v>68565</c:v>
                </c:pt>
                <c:pt idx="26196">
                  <c:v>68566</c:v>
                </c:pt>
                <c:pt idx="26197">
                  <c:v>68567</c:v>
                </c:pt>
                <c:pt idx="26198">
                  <c:v>68568</c:v>
                </c:pt>
                <c:pt idx="26199">
                  <c:v>68569</c:v>
                </c:pt>
                <c:pt idx="26200">
                  <c:v>68570</c:v>
                </c:pt>
                <c:pt idx="26201">
                  <c:v>68571</c:v>
                </c:pt>
                <c:pt idx="26202">
                  <c:v>68572</c:v>
                </c:pt>
                <c:pt idx="26203">
                  <c:v>68573</c:v>
                </c:pt>
                <c:pt idx="26204">
                  <c:v>68574</c:v>
                </c:pt>
                <c:pt idx="26205">
                  <c:v>68575</c:v>
                </c:pt>
                <c:pt idx="26206">
                  <c:v>68576</c:v>
                </c:pt>
                <c:pt idx="26207">
                  <c:v>68577</c:v>
                </c:pt>
                <c:pt idx="26208">
                  <c:v>68578</c:v>
                </c:pt>
                <c:pt idx="26209">
                  <c:v>68579</c:v>
                </c:pt>
                <c:pt idx="26210">
                  <c:v>68580</c:v>
                </c:pt>
                <c:pt idx="26211">
                  <c:v>68581</c:v>
                </c:pt>
                <c:pt idx="26212">
                  <c:v>68582</c:v>
                </c:pt>
                <c:pt idx="26213">
                  <c:v>68583</c:v>
                </c:pt>
                <c:pt idx="26214">
                  <c:v>68584</c:v>
                </c:pt>
                <c:pt idx="26215">
                  <c:v>68585</c:v>
                </c:pt>
                <c:pt idx="26216">
                  <c:v>68586</c:v>
                </c:pt>
                <c:pt idx="26217">
                  <c:v>68587</c:v>
                </c:pt>
                <c:pt idx="26218">
                  <c:v>68588</c:v>
                </c:pt>
                <c:pt idx="26219">
                  <c:v>68589</c:v>
                </c:pt>
                <c:pt idx="26220">
                  <c:v>68590</c:v>
                </c:pt>
                <c:pt idx="26221">
                  <c:v>68591</c:v>
                </c:pt>
                <c:pt idx="26222">
                  <c:v>68592</c:v>
                </c:pt>
                <c:pt idx="26223">
                  <c:v>68593</c:v>
                </c:pt>
                <c:pt idx="26224">
                  <c:v>68594</c:v>
                </c:pt>
                <c:pt idx="26225">
                  <c:v>68595</c:v>
                </c:pt>
                <c:pt idx="26226">
                  <c:v>68596</c:v>
                </c:pt>
                <c:pt idx="26227">
                  <c:v>68597</c:v>
                </c:pt>
                <c:pt idx="26228">
                  <c:v>68598</c:v>
                </c:pt>
                <c:pt idx="26229">
                  <c:v>68599</c:v>
                </c:pt>
                <c:pt idx="26230">
                  <c:v>68600</c:v>
                </c:pt>
                <c:pt idx="26231">
                  <c:v>68601</c:v>
                </c:pt>
                <c:pt idx="26232">
                  <c:v>68602</c:v>
                </c:pt>
                <c:pt idx="26233">
                  <c:v>68603</c:v>
                </c:pt>
                <c:pt idx="26234">
                  <c:v>68604</c:v>
                </c:pt>
                <c:pt idx="26235">
                  <c:v>68605</c:v>
                </c:pt>
                <c:pt idx="26236">
                  <c:v>68606</c:v>
                </c:pt>
                <c:pt idx="26237">
                  <c:v>68607</c:v>
                </c:pt>
                <c:pt idx="26238">
                  <c:v>68608</c:v>
                </c:pt>
                <c:pt idx="26239">
                  <c:v>68609</c:v>
                </c:pt>
                <c:pt idx="26240">
                  <c:v>68610</c:v>
                </c:pt>
                <c:pt idx="26241">
                  <c:v>68611</c:v>
                </c:pt>
                <c:pt idx="26242">
                  <c:v>68612</c:v>
                </c:pt>
                <c:pt idx="26243">
                  <c:v>68613</c:v>
                </c:pt>
                <c:pt idx="26244">
                  <c:v>68614</c:v>
                </c:pt>
                <c:pt idx="26245">
                  <c:v>68615</c:v>
                </c:pt>
                <c:pt idx="26246">
                  <c:v>68616</c:v>
                </c:pt>
                <c:pt idx="26247">
                  <c:v>68617</c:v>
                </c:pt>
                <c:pt idx="26248">
                  <c:v>68618</c:v>
                </c:pt>
                <c:pt idx="26249">
                  <c:v>68619</c:v>
                </c:pt>
                <c:pt idx="26250">
                  <c:v>68620</c:v>
                </c:pt>
                <c:pt idx="26251">
                  <c:v>68621</c:v>
                </c:pt>
                <c:pt idx="26252">
                  <c:v>68622</c:v>
                </c:pt>
                <c:pt idx="26253">
                  <c:v>68623</c:v>
                </c:pt>
                <c:pt idx="26254">
                  <c:v>68624</c:v>
                </c:pt>
                <c:pt idx="26255">
                  <c:v>68625</c:v>
                </c:pt>
                <c:pt idx="26256">
                  <c:v>68626</c:v>
                </c:pt>
                <c:pt idx="26257">
                  <c:v>68627</c:v>
                </c:pt>
                <c:pt idx="26258">
                  <c:v>68628</c:v>
                </c:pt>
                <c:pt idx="26259">
                  <c:v>68629</c:v>
                </c:pt>
                <c:pt idx="26260">
                  <c:v>68630</c:v>
                </c:pt>
                <c:pt idx="26261">
                  <c:v>68631</c:v>
                </c:pt>
                <c:pt idx="26262">
                  <c:v>68632</c:v>
                </c:pt>
                <c:pt idx="26263">
                  <c:v>68633</c:v>
                </c:pt>
                <c:pt idx="26264">
                  <c:v>68634</c:v>
                </c:pt>
                <c:pt idx="26265">
                  <c:v>68635</c:v>
                </c:pt>
                <c:pt idx="26266">
                  <c:v>68636</c:v>
                </c:pt>
                <c:pt idx="26267">
                  <c:v>68637</c:v>
                </c:pt>
                <c:pt idx="26268">
                  <c:v>68638</c:v>
                </c:pt>
                <c:pt idx="26269">
                  <c:v>68639</c:v>
                </c:pt>
                <c:pt idx="26270">
                  <c:v>68640</c:v>
                </c:pt>
                <c:pt idx="26271">
                  <c:v>68641</c:v>
                </c:pt>
                <c:pt idx="26272">
                  <c:v>68642</c:v>
                </c:pt>
                <c:pt idx="26273">
                  <c:v>68643</c:v>
                </c:pt>
                <c:pt idx="26274">
                  <c:v>68644</c:v>
                </c:pt>
                <c:pt idx="26275">
                  <c:v>68645</c:v>
                </c:pt>
                <c:pt idx="26276">
                  <c:v>68646</c:v>
                </c:pt>
                <c:pt idx="26277">
                  <c:v>68647</c:v>
                </c:pt>
                <c:pt idx="26278">
                  <c:v>68648</c:v>
                </c:pt>
                <c:pt idx="26279">
                  <c:v>68649</c:v>
                </c:pt>
                <c:pt idx="26280">
                  <c:v>68650</c:v>
                </c:pt>
                <c:pt idx="26281">
                  <c:v>68651</c:v>
                </c:pt>
                <c:pt idx="26282">
                  <c:v>68652</c:v>
                </c:pt>
                <c:pt idx="26283">
                  <c:v>68653</c:v>
                </c:pt>
                <c:pt idx="26284">
                  <c:v>68654</c:v>
                </c:pt>
                <c:pt idx="26285">
                  <c:v>68655</c:v>
                </c:pt>
                <c:pt idx="26286">
                  <c:v>68656</c:v>
                </c:pt>
                <c:pt idx="26287">
                  <c:v>68657</c:v>
                </c:pt>
                <c:pt idx="26288">
                  <c:v>68658</c:v>
                </c:pt>
                <c:pt idx="26289">
                  <c:v>68659</c:v>
                </c:pt>
                <c:pt idx="26290">
                  <c:v>68660</c:v>
                </c:pt>
                <c:pt idx="26291">
                  <c:v>68661</c:v>
                </c:pt>
                <c:pt idx="26292">
                  <c:v>68662</c:v>
                </c:pt>
                <c:pt idx="26293">
                  <c:v>68663</c:v>
                </c:pt>
                <c:pt idx="26294">
                  <c:v>68664</c:v>
                </c:pt>
                <c:pt idx="26295">
                  <c:v>68665</c:v>
                </c:pt>
                <c:pt idx="26296">
                  <c:v>68666</c:v>
                </c:pt>
                <c:pt idx="26297">
                  <c:v>68667</c:v>
                </c:pt>
                <c:pt idx="26298">
                  <c:v>68668</c:v>
                </c:pt>
                <c:pt idx="26299">
                  <c:v>68669</c:v>
                </c:pt>
                <c:pt idx="26300">
                  <c:v>68670</c:v>
                </c:pt>
                <c:pt idx="26301">
                  <c:v>68671</c:v>
                </c:pt>
                <c:pt idx="26302">
                  <c:v>68672</c:v>
                </c:pt>
                <c:pt idx="26303">
                  <c:v>68673</c:v>
                </c:pt>
                <c:pt idx="26304">
                  <c:v>68674</c:v>
                </c:pt>
                <c:pt idx="26305">
                  <c:v>68675</c:v>
                </c:pt>
                <c:pt idx="26306">
                  <c:v>68676</c:v>
                </c:pt>
                <c:pt idx="26307">
                  <c:v>68677</c:v>
                </c:pt>
                <c:pt idx="26308">
                  <c:v>68678</c:v>
                </c:pt>
                <c:pt idx="26309">
                  <c:v>68679</c:v>
                </c:pt>
                <c:pt idx="26310">
                  <c:v>68680</c:v>
                </c:pt>
                <c:pt idx="26311">
                  <c:v>68681</c:v>
                </c:pt>
                <c:pt idx="26312">
                  <c:v>68682</c:v>
                </c:pt>
                <c:pt idx="26313">
                  <c:v>68683</c:v>
                </c:pt>
                <c:pt idx="26314">
                  <c:v>68684</c:v>
                </c:pt>
                <c:pt idx="26315">
                  <c:v>68685</c:v>
                </c:pt>
                <c:pt idx="26316">
                  <c:v>68686</c:v>
                </c:pt>
                <c:pt idx="26317">
                  <c:v>68687</c:v>
                </c:pt>
                <c:pt idx="26318">
                  <c:v>68688</c:v>
                </c:pt>
                <c:pt idx="26319">
                  <c:v>68689</c:v>
                </c:pt>
                <c:pt idx="26320">
                  <c:v>68690</c:v>
                </c:pt>
                <c:pt idx="26321">
                  <c:v>68691</c:v>
                </c:pt>
                <c:pt idx="26322">
                  <c:v>68692</c:v>
                </c:pt>
                <c:pt idx="26323">
                  <c:v>68693</c:v>
                </c:pt>
                <c:pt idx="26324">
                  <c:v>68694</c:v>
                </c:pt>
                <c:pt idx="26325">
                  <c:v>68695</c:v>
                </c:pt>
                <c:pt idx="26326">
                  <c:v>68696</c:v>
                </c:pt>
                <c:pt idx="26327">
                  <c:v>68697</c:v>
                </c:pt>
                <c:pt idx="26328">
                  <c:v>68698</c:v>
                </c:pt>
                <c:pt idx="26329">
                  <c:v>68699</c:v>
                </c:pt>
                <c:pt idx="26330">
                  <c:v>68700</c:v>
                </c:pt>
                <c:pt idx="26331">
                  <c:v>68701</c:v>
                </c:pt>
                <c:pt idx="26332">
                  <c:v>68702</c:v>
                </c:pt>
                <c:pt idx="26333">
                  <c:v>68703</c:v>
                </c:pt>
                <c:pt idx="26334">
                  <c:v>68704</c:v>
                </c:pt>
                <c:pt idx="26335">
                  <c:v>68705</c:v>
                </c:pt>
                <c:pt idx="26336">
                  <c:v>68706</c:v>
                </c:pt>
                <c:pt idx="26337">
                  <c:v>68707</c:v>
                </c:pt>
                <c:pt idx="26338">
                  <c:v>68708</c:v>
                </c:pt>
                <c:pt idx="26339">
                  <c:v>68709</c:v>
                </c:pt>
                <c:pt idx="26340">
                  <c:v>68710</c:v>
                </c:pt>
                <c:pt idx="26341">
                  <c:v>68711</c:v>
                </c:pt>
                <c:pt idx="26342">
                  <c:v>68712</c:v>
                </c:pt>
                <c:pt idx="26343">
                  <c:v>68713</c:v>
                </c:pt>
                <c:pt idx="26344">
                  <c:v>68714</c:v>
                </c:pt>
                <c:pt idx="26345">
                  <c:v>68715</c:v>
                </c:pt>
                <c:pt idx="26346">
                  <c:v>68716</c:v>
                </c:pt>
                <c:pt idx="26347">
                  <c:v>68717</c:v>
                </c:pt>
                <c:pt idx="26348">
                  <c:v>68718</c:v>
                </c:pt>
                <c:pt idx="26349">
                  <c:v>68719</c:v>
                </c:pt>
                <c:pt idx="26350">
                  <c:v>68720</c:v>
                </c:pt>
                <c:pt idx="26351">
                  <c:v>68721</c:v>
                </c:pt>
                <c:pt idx="26352">
                  <c:v>68722</c:v>
                </c:pt>
                <c:pt idx="26353">
                  <c:v>68723</c:v>
                </c:pt>
                <c:pt idx="26354">
                  <c:v>68724</c:v>
                </c:pt>
                <c:pt idx="26355">
                  <c:v>68725</c:v>
                </c:pt>
                <c:pt idx="26356">
                  <c:v>68726</c:v>
                </c:pt>
                <c:pt idx="26357">
                  <c:v>68727</c:v>
                </c:pt>
                <c:pt idx="26358">
                  <c:v>68728</c:v>
                </c:pt>
                <c:pt idx="26359">
                  <c:v>68729</c:v>
                </c:pt>
                <c:pt idx="26360">
                  <c:v>68730</c:v>
                </c:pt>
                <c:pt idx="26361">
                  <c:v>68731</c:v>
                </c:pt>
                <c:pt idx="26362">
                  <c:v>68732</c:v>
                </c:pt>
                <c:pt idx="26363">
                  <c:v>68733</c:v>
                </c:pt>
                <c:pt idx="26364">
                  <c:v>68734</c:v>
                </c:pt>
                <c:pt idx="26365">
                  <c:v>68735</c:v>
                </c:pt>
                <c:pt idx="26366">
                  <c:v>68736</c:v>
                </c:pt>
                <c:pt idx="26367">
                  <c:v>68737</c:v>
                </c:pt>
                <c:pt idx="26368">
                  <c:v>68738</c:v>
                </c:pt>
                <c:pt idx="26369">
                  <c:v>68739</c:v>
                </c:pt>
                <c:pt idx="26370">
                  <c:v>68740</c:v>
                </c:pt>
                <c:pt idx="26371">
                  <c:v>68741</c:v>
                </c:pt>
                <c:pt idx="26372">
                  <c:v>68742</c:v>
                </c:pt>
                <c:pt idx="26373">
                  <c:v>68743</c:v>
                </c:pt>
                <c:pt idx="26374">
                  <c:v>68744</c:v>
                </c:pt>
                <c:pt idx="26375">
                  <c:v>68745</c:v>
                </c:pt>
                <c:pt idx="26376">
                  <c:v>68746</c:v>
                </c:pt>
                <c:pt idx="26377">
                  <c:v>68747</c:v>
                </c:pt>
                <c:pt idx="26378">
                  <c:v>68748</c:v>
                </c:pt>
                <c:pt idx="26379">
                  <c:v>68749</c:v>
                </c:pt>
                <c:pt idx="26380">
                  <c:v>68750</c:v>
                </c:pt>
                <c:pt idx="26381">
                  <c:v>68751</c:v>
                </c:pt>
                <c:pt idx="26382">
                  <c:v>68752</c:v>
                </c:pt>
                <c:pt idx="26383">
                  <c:v>68753</c:v>
                </c:pt>
                <c:pt idx="26384">
                  <c:v>68754</c:v>
                </c:pt>
                <c:pt idx="26385">
                  <c:v>68755</c:v>
                </c:pt>
                <c:pt idx="26386">
                  <c:v>68756</c:v>
                </c:pt>
                <c:pt idx="26387">
                  <c:v>68757</c:v>
                </c:pt>
                <c:pt idx="26388">
                  <c:v>68758</c:v>
                </c:pt>
                <c:pt idx="26389">
                  <c:v>68759</c:v>
                </c:pt>
                <c:pt idx="26390">
                  <c:v>68760</c:v>
                </c:pt>
                <c:pt idx="26391">
                  <c:v>68761</c:v>
                </c:pt>
                <c:pt idx="26392">
                  <c:v>68762</c:v>
                </c:pt>
                <c:pt idx="26393">
                  <c:v>68763</c:v>
                </c:pt>
                <c:pt idx="26394">
                  <c:v>68764</c:v>
                </c:pt>
                <c:pt idx="26395">
                  <c:v>68765</c:v>
                </c:pt>
                <c:pt idx="26396">
                  <c:v>68766</c:v>
                </c:pt>
                <c:pt idx="26397">
                  <c:v>68767</c:v>
                </c:pt>
                <c:pt idx="26398">
                  <c:v>68768</c:v>
                </c:pt>
                <c:pt idx="26399">
                  <c:v>68769</c:v>
                </c:pt>
                <c:pt idx="26400">
                  <c:v>68770</c:v>
                </c:pt>
                <c:pt idx="26401">
                  <c:v>68771</c:v>
                </c:pt>
                <c:pt idx="26402">
                  <c:v>68772</c:v>
                </c:pt>
                <c:pt idx="26403">
                  <c:v>68773</c:v>
                </c:pt>
                <c:pt idx="26404">
                  <c:v>68774</c:v>
                </c:pt>
                <c:pt idx="26405">
                  <c:v>68775</c:v>
                </c:pt>
                <c:pt idx="26406">
                  <c:v>68776</c:v>
                </c:pt>
                <c:pt idx="26407">
                  <c:v>68777</c:v>
                </c:pt>
                <c:pt idx="26408">
                  <c:v>68778</c:v>
                </c:pt>
                <c:pt idx="26409">
                  <c:v>68779</c:v>
                </c:pt>
                <c:pt idx="26410">
                  <c:v>68780</c:v>
                </c:pt>
                <c:pt idx="26411">
                  <c:v>68781</c:v>
                </c:pt>
                <c:pt idx="26412">
                  <c:v>68782</c:v>
                </c:pt>
                <c:pt idx="26413">
                  <c:v>68783</c:v>
                </c:pt>
                <c:pt idx="26414">
                  <c:v>68784</c:v>
                </c:pt>
                <c:pt idx="26415">
                  <c:v>68785</c:v>
                </c:pt>
                <c:pt idx="26416">
                  <c:v>68786</c:v>
                </c:pt>
                <c:pt idx="26417">
                  <c:v>68787</c:v>
                </c:pt>
                <c:pt idx="26418">
                  <c:v>68788</c:v>
                </c:pt>
                <c:pt idx="26419">
                  <c:v>68789</c:v>
                </c:pt>
                <c:pt idx="26420">
                  <c:v>68790</c:v>
                </c:pt>
                <c:pt idx="26421">
                  <c:v>68791</c:v>
                </c:pt>
                <c:pt idx="26422">
                  <c:v>68792</c:v>
                </c:pt>
                <c:pt idx="26423">
                  <c:v>68793</c:v>
                </c:pt>
                <c:pt idx="26424">
                  <c:v>68794</c:v>
                </c:pt>
                <c:pt idx="26425">
                  <c:v>68795</c:v>
                </c:pt>
                <c:pt idx="26426">
                  <c:v>68796</c:v>
                </c:pt>
                <c:pt idx="26427">
                  <c:v>68797</c:v>
                </c:pt>
                <c:pt idx="26428">
                  <c:v>68798</c:v>
                </c:pt>
                <c:pt idx="26429">
                  <c:v>68799</c:v>
                </c:pt>
                <c:pt idx="26430">
                  <c:v>68800</c:v>
                </c:pt>
                <c:pt idx="26431">
                  <c:v>68801</c:v>
                </c:pt>
                <c:pt idx="26432">
                  <c:v>68802</c:v>
                </c:pt>
                <c:pt idx="26433">
                  <c:v>68803</c:v>
                </c:pt>
                <c:pt idx="26434">
                  <c:v>68804</c:v>
                </c:pt>
                <c:pt idx="26435">
                  <c:v>68805</c:v>
                </c:pt>
                <c:pt idx="26436">
                  <c:v>68806</c:v>
                </c:pt>
                <c:pt idx="26437">
                  <c:v>68807</c:v>
                </c:pt>
                <c:pt idx="26438">
                  <c:v>68808</c:v>
                </c:pt>
                <c:pt idx="26439">
                  <c:v>68809</c:v>
                </c:pt>
                <c:pt idx="26440">
                  <c:v>68810</c:v>
                </c:pt>
                <c:pt idx="26441">
                  <c:v>68811</c:v>
                </c:pt>
                <c:pt idx="26442">
                  <c:v>68812</c:v>
                </c:pt>
                <c:pt idx="26443">
                  <c:v>68813</c:v>
                </c:pt>
                <c:pt idx="26444">
                  <c:v>68814</c:v>
                </c:pt>
                <c:pt idx="26445">
                  <c:v>68815</c:v>
                </c:pt>
                <c:pt idx="26446">
                  <c:v>68816</c:v>
                </c:pt>
                <c:pt idx="26447">
                  <c:v>68817</c:v>
                </c:pt>
                <c:pt idx="26448">
                  <c:v>68818</c:v>
                </c:pt>
                <c:pt idx="26449">
                  <c:v>68819</c:v>
                </c:pt>
                <c:pt idx="26450">
                  <c:v>68820</c:v>
                </c:pt>
                <c:pt idx="26451">
                  <c:v>68821</c:v>
                </c:pt>
                <c:pt idx="26452">
                  <c:v>68822</c:v>
                </c:pt>
                <c:pt idx="26453">
                  <c:v>68823</c:v>
                </c:pt>
                <c:pt idx="26454">
                  <c:v>68824</c:v>
                </c:pt>
                <c:pt idx="26455">
                  <c:v>68825</c:v>
                </c:pt>
                <c:pt idx="26456">
                  <c:v>68826</c:v>
                </c:pt>
                <c:pt idx="26457">
                  <c:v>68827</c:v>
                </c:pt>
                <c:pt idx="26458">
                  <c:v>68828</c:v>
                </c:pt>
                <c:pt idx="26459">
                  <c:v>68829</c:v>
                </c:pt>
                <c:pt idx="26460">
                  <c:v>68830</c:v>
                </c:pt>
                <c:pt idx="26461">
                  <c:v>68831</c:v>
                </c:pt>
                <c:pt idx="26462">
                  <c:v>68832</c:v>
                </c:pt>
                <c:pt idx="26463">
                  <c:v>68833</c:v>
                </c:pt>
                <c:pt idx="26464">
                  <c:v>68834</c:v>
                </c:pt>
                <c:pt idx="26465">
                  <c:v>68835</c:v>
                </c:pt>
                <c:pt idx="26466">
                  <c:v>68836</c:v>
                </c:pt>
                <c:pt idx="26467">
                  <c:v>68837</c:v>
                </c:pt>
                <c:pt idx="26468">
                  <c:v>68838</c:v>
                </c:pt>
                <c:pt idx="26469">
                  <c:v>68839</c:v>
                </c:pt>
                <c:pt idx="26470">
                  <c:v>68840</c:v>
                </c:pt>
                <c:pt idx="26471">
                  <c:v>68841</c:v>
                </c:pt>
                <c:pt idx="26472">
                  <c:v>68842</c:v>
                </c:pt>
                <c:pt idx="26473">
                  <c:v>68843</c:v>
                </c:pt>
                <c:pt idx="26474">
                  <c:v>68844</c:v>
                </c:pt>
                <c:pt idx="26475">
                  <c:v>68845</c:v>
                </c:pt>
                <c:pt idx="26476">
                  <c:v>68846</c:v>
                </c:pt>
                <c:pt idx="26477">
                  <c:v>68847</c:v>
                </c:pt>
                <c:pt idx="26478">
                  <c:v>68848</c:v>
                </c:pt>
                <c:pt idx="26479">
                  <c:v>68849</c:v>
                </c:pt>
                <c:pt idx="26480">
                  <c:v>68850</c:v>
                </c:pt>
                <c:pt idx="26481">
                  <c:v>68851</c:v>
                </c:pt>
                <c:pt idx="26482">
                  <c:v>68852</c:v>
                </c:pt>
                <c:pt idx="26483">
                  <c:v>68853</c:v>
                </c:pt>
                <c:pt idx="26484">
                  <c:v>68854</c:v>
                </c:pt>
                <c:pt idx="26485">
                  <c:v>68855</c:v>
                </c:pt>
                <c:pt idx="26486">
                  <c:v>68856</c:v>
                </c:pt>
                <c:pt idx="26487">
                  <c:v>68857</c:v>
                </c:pt>
                <c:pt idx="26488">
                  <c:v>68858</c:v>
                </c:pt>
                <c:pt idx="26489">
                  <c:v>68859</c:v>
                </c:pt>
                <c:pt idx="26490">
                  <c:v>68860</c:v>
                </c:pt>
                <c:pt idx="26491">
                  <c:v>68861</c:v>
                </c:pt>
                <c:pt idx="26492">
                  <c:v>68862</c:v>
                </c:pt>
                <c:pt idx="26493">
                  <c:v>68863</c:v>
                </c:pt>
                <c:pt idx="26494">
                  <c:v>68864</c:v>
                </c:pt>
                <c:pt idx="26495">
                  <c:v>68865</c:v>
                </c:pt>
                <c:pt idx="26496">
                  <c:v>68866</c:v>
                </c:pt>
                <c:pt idx="26497">
                  <c:v>68867</c:v>
                </c:pt>
                <c:pt idx="26498">
                  <c:v>68868</c:v>
                </c:pt>
                <c:pt idx="26499">
                  <c:v>68869</c:v>
                </c:pt>
                <c:pt idx="26500">
                  <c:v>68870</c:v>
                </c:pt>
                <c:pt idx="26501">
                  <c:v>68871</c:v>
                </c:pt>
                <c:pt idx="26502">
                  <c:v>68872</c:v>
                </c:pt>
                <c:pt idx="26503">
                  <c:v>68873</c:v>
                </c:pt>
                <c:pt idx="26504">
                  <c:v>68874</c:v>
                </c:pt>
                <c:pt idx="26505">
                  <c:v>68875</c:v>
                </c:pt>
                <c:pt idx="26506">
                  <c:v>68876</c:v>
                </c:pt>
                <c:pt idx="26507">
                  <c:v>68877</c:v>
                </c:pt>
                <c:pt idx="26508">
                  <c:v>68878</c:v>
                </c:pt>
                <c:pt idx="26509">
                  <c:v>68879</c:v>
                </c:pt>
                <c:pt idx="26510">
                  <c:v>68880</c:v>
                </c:pt>
                <c:pt idx="26511">
                  <c:v>68881</c:v>
                </c:pt>
                <c:pt idx="26512">
                  <c:v>68882</c:v>
                </c:pt>
                <c:pt idx="26513">
                  <c:v>68883</c:v>
                </c:pt>
                <c:pt idx="26514">
                  <c:v>68884</c:v>
                </c:pt>
                <c:pt idx="26515">
                  <c:v>68885</c:v>
                </c:pt>
                <c:pt idx="26516">
                  <c:v>68886</c:v>
                </c:pt>
                <c:pt idx="26517">
                  <c:v>68887</c:v>
                </c:pt>
                <c:pt idx="26518">
                  <c:v>68888</c:v>
                </c:pt>
                <c:pt idx="26519">
                  <c:v>68889</c:v>
                </c:pt>
                <c:pt idx="26520">
                  <c:v>68890</c:v>
                </c:pt>
                <c:pt idx="26521">
                  <c:v>68891</c:v>
                </c:pt>
                <c:pt idx="26522">
                  <c:v>68892</c:v>
                </c:pt>
                <c:pt idx="26523">
                  <c:v>68893</c:v>
                </c:pt>
                <c:pt idx="26524">
                  <c:v>68894</c:v>
                </c:pt>
                <c:pt idx="26525">
                  <c:v>68895</c:v>
                </c:pt>
                <c:pt idx="26526">
                  <c:v>68896</c:v>
                </c:pt>
                <c:pt idx="26527">
                  <c:v>68897</c:v>
                </c:pt>
                <c:pt idx="26528">
                  <c:v>68898</c:v>
                </c:pt>
                <c:pt idx="26529">
                  <c:v>68899</c:v>
                </c:pt>
                <c:pt idx="26530">
                  <c:v>68900</c:v>
                </c:pt>
                <c:pt idx="26531">
                  <c:v>68901</c:v>
                </c:pt>
                <c:pt idx="26532">
                  <c:v>68902</c:v>
                </c:pt>
                <c:pt idx="26533">
                  <c:v>68903</c:v>
                </c:pt>
                <c:pt idx="26534">
                  <c:v>68904</c:v>
                </c:pt>
                <c:pt idx="26535">
                  <c:v>68905</c:v>
                </c:pt>
                <c:pt idx="26536">
                  <c:v>68906</c:v>
                </c:pt>
                <c:pt idx="26537">
                  <c:v>68907</c:v>
                </c:pt>
                <c:pt idx="26538">
                  <c:v>68908</c:v>
                </c:pt>
                <c:pt idx="26539">
                  <c:v>68909</c:v>
                </c:pt>
                <c:pt idx="26540">
                  <c:v>68910</c:v>
                </c:pt>
                <c:pt idx="26541">
                  <c:v>68911</c:v>
                </c:pt>
                <c:pt idx="26542">
                  <c:v>68912</c:v>
                </c:pt>
                <c:pt idx="26543">
                  <c:v>68913</c:v>
                </c:pt>
                <c:pt idx="26544">
                  <c:v>68914</c:v>
                </c:pt>
                <c:pt idx="26545">
                  <c:v>68915</c:v>
                </c:pt>
                <c:pt idx="26546">
                  <c:v>68916</c:v>
                </c:pt>
                <c:pt idx="26547">
                  <c:v>68917</c:v>
                </c:pt>
                <c:pt idx="26548">
                  <c:v>68918</c:v>
                </c:pt>
                <c:pt idx="26549">
                  <c:v>68919</c:v>
                </c:pt>
                <c:pt idx="26550">
                  <c:v>68920</c:v>
                </c:pt>
                <c:pt idx="26551">
                  <c:v>68921</c:v>
                </c:pt>
                <c:pt idx="26552">
                  <c:v>68922</c:v>
                </c:pt>
                <c:pt idx="26553">
                  <c:v>68923</c:v>
                </c:pt>
                <c:pt idx="26554">
                  <c:v>68924</c:v>
                </c:pt>
                <c:pt idx="26555">
                  <c:v>68925</c:v>
                </c:pt>
                <c:pt idx="26556">
                  <c:v>68926</c:v>
                </c:pt>
                <c:pt idx="26557">
                  <c:v>68927</c:v>
                </c:pt>
                <c:pt idx="26558">
                  <c:v>68928</c:v>
                </c:pt>
                <c:pt idx="26559">
                  <c:v>68929</c:v>
                </c:pt>
                <c:pt idx="26560">
                  <c:v>68930</c:v>
                </c:pt>
                <c:pt idx="26561">
                  <c:v>68931</c:v>
                </c:pt>
                <c:pt idx="26562">
                  <c:v>68932</c:v>
                </c:pt>
                <c:pt idx="26563">
                  <c:v>68933</c:v>
                </c:pt>
                <c:pt idx="26564">
                  <c:v>68934</c:v>
                </c:pt>
                <c:pt idx="26565">
                  <c:v>68935</c:v>
                </c:pt>
                <c:pt idx="26566">
                  <c:v>68936</c:v>
                </c:pt>
                <c:pt idx="26567">
                  <c:v>68937</c:v>
                </c:pt>
                <c:pt idx="26568">
                  <c:v>68938</c:v>
                </c:pt>
                <c:pt idx="26569">
                  <c:v>68939</c:v>
                </c:pt>
                <c:pt idx="26570">
                  <c:v>68940</c:v>
                </c:pt>
                <c:pt idx="26571">
                  <c:v>68941</c:v>
                </c:pt>
                <c:pt idx="26572">
                  <c:v>68942</c:v>
                </c:pt>
                <c:pt idx="26573">
                  <c:v>68943</c:v>
                </c:pt>
                <c:pt idx="26574">
                  <c:v>68944</c:v>
                </c:pt>
                <c:pt idx="26575">
                  <c:v>68945</c:v>
                </c:pt>
                <c:pt idx="26576">
                  <c:v>68946</c:v>
                </c:pt>
                <c:pt idx="26577">
                  <c:v>68947</c:v>
                </c:pt>
                <c:pt idx="26578">
                  <c:v>68948</c:v>
                </c:pt>
                <c:pt idx="26579">
                  <c:v>68949</c:v>
                </c:pt>
                <c:pt idx="26580">
                  <c:v>68950</c:v>
                </c:pt>
                <c:pt idx="26581">
                  <c:v>68951</c:v>
                </c:pt>
                <c:pt idx="26582">
                  <c:v>68952</c:v>
                </c:pt>
                <c:pt idx="26583">
                  <c:v>68953</c:v>
                </c:pt>
                <c:pt idx="26584">
                  <c:v>68954</c:v>
                </c:pt>
                <c:pt idx="26585">
                  <c:v>68955</c:v>
                </c:pt>
                <c:pt idx="26586">
                  <c:v>68956</c:v>
                </c:pt>
                <c:pt idx="26587">
                  <c:v>68957</c:v>
                </c:pt>
                <c:pt idx="26588">
                  <c:v>68958</c:v>
                </c:pt>
                <c:pt idx="26589">
                  <c:v>68959</c:v>
                </c:pt>
                <c:pt idx="26590">
                  <c:v>68960</c:v>
                </c:pt>
                <c:pt idx="26591">
                  <c:v>68961</c:v>
                </c:pt>
                <c:pt idx="26592">
                  <c:v>68962</c:v>
                </c:pt>
                <c:pt idx="26593">
                  <c:v>68963</c:v>
                </c:pt>
                <c:pt idx="26594">
                  <c:v>68964</c:v>
                </c:pt>
                <c:pt idx="26595">
                  <c:v>68965</c:v>
                </c:pt>
                <c:pt idx="26596">
                  <c:v>68966</c:v>
                </c:pt>
                <c:pt idx="26597">
                  <c:v>68967</c:v>
                </c:pt>
                <c:pt idx="26598">
                  <c:v>68968</c:v>
                </c:pt>
                <c:pt idx="26599">
                  <c:v>68969</c:v>
                </c:pt>
                <c:pt idx="26600">
                  <c:v>68970</c:v>
                </c:pt>
                <c:pt idx="26601">
                  <c:v>68971</c:v>
                </c:pt>
                <c:pt idx="26602">
                  <c:v>68972</c:v>
                </c:pt>
                <c:pt idx="26603">
                  <c:v>68973</c:v>
                </c:pt>
                <c:pt idx="26604">
                  <c:v>68974</c:v>
                </c:pt>
                <c:pt idx="26605">
                  <c:v>68975</c:v>
                </c:pt>
                <c:pt idx="26606">
                  <c:v>68976</c:v>
                </c:pt>
                <c:pt idx="26607">
                  <c:v>68977</c:v>
                </c:pt>
                <c:pt idx="26608">
                  <c:v>68978</c:v>
                </c:pt>
                <c:pt idx="26609">
                  <c:v>68979</c:v>
                </c:pt>
                <c:pt idx="26610">
                  <c:v>68980</c:v>
                </c:pt>
                <c:pt idx="26611">
                  <c:v>68981</c:v>
                </c:pt>
                <c:pt idx="26612">
                  <c:v>68982</c:v>
                </c:pt>
                <c:pt idx="26613">
                  <c:v>68983</c:v>
                </c:pt>
                <c:pt idx="26614">
                  <c:v>68984</c:v>
                </c:pt>
                <c:pt idx="26615">
                  <c:v>68985</c:v>
                </c:pt>
                <c:pt idx="26616">
                  <c:v>68986</c:v>
                </c:pt>
                <c:pt idx="26617">
                  <c:v>68987</c:v>
                </c:pt>
                <c:pt idx="26618">
                  <c:v>68988</c:v>
                </c:pt>
                <c:pt idx="26619">
                  <c:v>68989</c:v>
                </c:pt>
                <c:pt idx="26620">
                  <c:v>68990</c:v>
                </c:pt>
                <c:pt idx="26621">
                  <c:v>68991</c:v>
                </c:pt>
                <c:pt idx="26622">
                  <c:v>68992</c:v>
                </c:pt>
                <c:pt idx="26623">
                  <c:v>68993</c:v>
                </c:pt>
                <c:pt idx="26624">
                  <c:v>68994</c:v>
                </c:pt>
                <c:pt idx="26625">
                  <c:v>68995</c:v>
                </c:pt>
                <c:pt idx="26626">
                  <c:v>68996</c:v>
                </c:pt>
                <c:pt idx="26627">
                  <c:v>68997</c:v>
                </c:pt>
                <c:pt idx="26628">
                  <c:v>68998</c:v>
                </c:pt>
                <c:pt idx="26629">
                  <c:v>68999</c:v>
                </c:pt>
                <c:pt idx="26630">
                  <c:v>69000</c:v>
                </c:pt>
                <c:pt idx="26631">
                  <c:v>69001</c:v>
                </c:pt>
                <c:pt idx="26632">
                  <c:v>69002</c:v>
                </c:pt>
                <c:pt idx="26633">
                  <c:v>69003</c:v>
                </c:pt>
                <c:pt idx="26634">
                  <c:v>69004</c:v>
                </c:pt>
                <c:pt idx="26635">
                  <c:v>69005</c:v>
                </c:pt>
                <c:pt idx="26636">
                  <c:v>69006</c:v>
                </c:pt>
                <c:pt idx="26637">
                  <c:v>69007</c:v>
                </c:pt>
                <c:pt idx="26638">
                  <c:v>69008</c:v>
                </c:pt>
                <c:pt idx="26639">
                  <c:v>69009</c:v>
                </c:pt>
                <c:pt idx="26640">
                  <c:v>69010</c:v>
                </c:pt>
                <c:pt idx="26641">
                  <c:v>69011</c:v>
                </c:pt>
                <c:pt idx="26642">
                  <c:v>69012</c:v>
                </c:pt>
                <c:pt idx="26643">
                  <c:v>69013</c:v>
                </c:pt>
                <c:pt idx="26644">
                  <c:v>69014</c:v>
                </c:pt>
                <c:pt idx="26645">
                  <c:v>69015</c:v>
                </c:pt>
                <c:pt idx="26646">
                  <c:v>69016</c:v>
                </c:pt>
                <c:pt idx="26647">
                  <c:v>69017</c:v>
                </c:pt>
                <c:pt idx="26648">
                  <c:v>69018</c:v>
                </c:pt>
                <c:pt idx="26649">
                  <c:v>69019</c:v>
                </c:pt>
                <c:pt idx="26650">
                  <c:v>69020</c:v>
                </c:pt>
                <c:pt idx="26651">
                  <c:v>69021</c:v>
                </c:pt>
                <c:pt idx="26652">
                  <c:v>69022</c:v>
                </c:pt>
                <c:pt idx="26653">
                  <c:v>69023</c:v>
                </c:pt>
                <c:pt idx="26654">
                  <c:v>69024</c:v>
                </c:pt>
                <c:pt idx="26655">
                  <c:v>69025</c:v>
                </c:pt>
                <c:pt idx="26656">
                  <c:v>69026</c:v>
                </c:pt>
                <c:pt idx="26657">
                  <c:v>69027</c:v>
                </c:pt>
                <c:pt idx="26658">
                  <c:v>69028</c:v>
                </c:pt>
                <c:pt idx="26659">
                  <c:v>69029</c:v>
                </c:pt>
                <c:pt idx="26660">
                  <c:v>69030</c:v>
                </c:pt>
                <c:pt idx="26661">
                  <c:v>69031</c:v>
                </c:pt>
                <c:pt idx="26662">
                  <c:v>69032</c:v>
                </c:pt>
                <c:pt idx="26663">
                  <c:v>69033</c:v>
                </c:pt>
                <c:pt idx="26664">
                  <c:v>69034</c:v>
                </c:pt>
                <c:pt idx="26665">
                  <c:v>69035</c:v>
                </c:pt>
                <c:pt idx="26666">
                  <c:v>69036</c:v>
                </c:pt>
                <c:pt idx="26667">
                  <c:v>69037</c:v>
                </c:pt>
                <c:pt idx="26668">
                  <c:v>69038</c:v>
                </c:pt>
                <c:pt idx="26669">
                  <c:v>69039</c:v>
                </c:pt>
                <c:pt idx="26670">
                  <c:v>69040</c:v>
                </c:pt>
                <c:pt idx="26671">
                  <c:v>69041</c:v>
                </c:pt>
                <c:pt idx="26672">
                  <c:v>69042</c:v>
                </c:pt>
                <c:pt idx="26673">
                  <c:v>69043</c:v>
                </c:pt>
                <c:pt idx="26674">
                  <c:v>69044</c:v>
                </c:pt>
                <c:pt idx="26675">
                  <c:v>69045</c:v>
                </c:pt>
                <c:pt idx="26676">
                  <c:v>69046</c:v>
                </c:pt>
                <c:pt idx="26677">
                  <c:v>69047</c:v>
                </c:pt>
                <c:pt idx="26678">
                  <c:v>69048</c:v>
                </c:pt>
                <c:pt idx="26679">
                  <c:v>69049</c:v>
                </c:pt>
                <c:pt idx="26680">
                  <c:v>69050</c:v>
                </c:pt>
                <c:pt idx="26681">
                  <c:v>69051</c:v>
                </c:pt>
                <c:pt idx="26682">
                  <c:v>69052</c:v>
                </c:pt>
                <c:pt idx="26683">
                  <c:v>69053</c:v>
                </c:pt>
                <c:pt idx="26684">
                  <c:v>69054</c:v>
                </c:pt>
                <c:pt idx="26685">
                  <c:v>69055</c:v>
                </c:pt>
                <c:pt idx="26686">
                  <c:v>69056</c:v>
                </c:pt>
                <c:pt idx="26687">
                  <c:v>69057</c:v>
                </c:pt>
                <c:pt idx="26688">
                  <c:v>69058</c:v>
                </c:pt>
                <c:pt idx="26689">
                  <c:v>69059</c:v>
                </c:pt>
                <c:pt idx="26690">
                  <c:v>69060</c:v>
                </c:pt>
                <c:pt idx="26691">
                  <c:v>69061</c:v>
                </c:pt>
                <c:pt idx="26692">
                  <c:v>69062</c:v>
                </c:pt>
                <c:pt idx="26693">
                  <c:v>69063</c:v>
                </c:pt>
                <c:pt idx="26694">
                  <c:v>69064</c:v>
                </c:pt>
                <c:pt idx="26695">
                  <c:v>69065</c:v>
                </c:pt>
                <c:pt idx="26696">
                  <c:v>69066</c:v>
                </c:pt>
                <c:pt idx="26697">
                  <c:v>69067</c:v>
                </c:pt>
                <c:pt idx="26698">
                  <c:v>69068</c:v>
                </c:pt>
                <c:pt idx="26699">
                  <c:v>69069</c:v>
                </c:pt>
                <c:pt idx="26700">
                  <c:v>69070</c:v>
                </c:pt>
                <c:pt idx="26701">
                  <c:v>69071</c:v>
                </c:pt>
                <c:pt idx="26702">
                  <c:v>69072</c:v>
                </c:pt>
                <c:pt idx="26703">
                  <c:v>69073</c:v>
                </c:pt>
                <c:pt idx="26704">
                  <c:v>69074</c:v>
                </c:pt>
                <c:pt idx="26705">
                  <c:v>69075</c:v>
                </c:pt>
                <c:pt idx="26706">
                  <c:v>69076</c:v>
                </c:pt>
                <c:pt idx="26707">
                  <c:v>69077</c:v>
                </c:pt>
                <c:pt idx="26708">
                  <c:v>69078</c:v>
                </c:pt>
                <c:pt idx="26709">
                  <c:v>69079</c:v>
                </c:pt>
                <c:pt idx="26710">
                  <c:v>69080</c:v>
                </c:pt>
                <c:pt idx="26711">
                  <c:v>69081</c:v>
                </c:pt>
                <c:pt idx="26712">
                  <c:v>69082</c:v>
                </c:pt>
                <c:pt idx="26713">
                  <c:v>69083</c:v>
                </c:pt>
                <c:pt idx="26714">
                  <c:v>69084</c:v>
                </c:pt>
                <c:pt idx="26715">
                  <c:v>69085</c:v>
                </c:pt>
                <c:pt idx="26716">
                  <c:v>69086</c:v>
                </c:pt>
                <c:pt idx="26717">
                  <c:v>69087</c:v>
                </c:pt>
                <c:pt idx="26718">
                  <c:v>69088</c:v>
                </c:pt>
                <c:pt idx="26719">
                  <c:v>69089</c:v>
                </c:pt>
                <c:pt idx="26720">
                  <c:v>69090</c:v>
                </c:pt>
                <c:pt idx="26721">
                  <c:v>69091</c:v>
                </c:pt>
                <c:pt idx="26722">
                  <c:v>69092</c:v>
                </c:pt>
                <c:pt idx="26723">
                  <c:v>69093</c:v>
                </c:pt>
                <c:pt idx="26724">
                  <c:v>69094</c:v>
                </c:pt>
                <c:pt idx="26725">
                  <c:v>69095</c:v>
                </c:pt>
                <c:pt idx="26726">
                  <c:v>69096</c:v>
                </c:pt>
                <c:pt idx="26727">
                  <c:v>69097</c:v>
                </c:pt>
                <c:pt idx="26728">
                  <c:v>69098</c:v>
                </c:pt>
                <c:pt idx="26729">
                  <c:v>69099</c:v>
                </c:pt>
                <c:pt idx="26730">
                  <c:v>69100</c:v>
                </c:pt>
                <c:pt idx="26731">
                  <c:v>69101</c:v>
                </c:pt>
                <c:pt idx="26732">
                  <c:v>69102</c:v>
                </c:pt>
                <c:pt idx="26733">
                  <c:v>69103</c:v>
                </c:pt>
                <c:pt idx="26734">
                  <c:v>69104</c:v>
                </c:pt>
                <c:pt idx="26735">
                  <c:v>69105</c:v>
                </c:pt>
                <c:pt idx="26736">
                  <c:v>69106</c:v>
                </c:pt>
                <c:pt idx="26737">
                  <c:v>69107</c:v>
                </c:pt>
                <c:pt idx="26738">
                  <c:v>69108</c:v>
                </c:pt>
                <c:pt idx="26739">
                  <c:v>69109</c:v>
                </c:pt>
                <c:pt idx="26740">
                  <c:v>69110</c:v>
                </c:pt>
                <c:pt idx="26741">
                  <c:v>69111</c:v>
                </c:pt>
                <c:pt idx="26742">
                  <c:v>69112</c:v>
                </c:pt>
                <c:pt idx="26743">
                  <c:v>69113</c:v>
                </c:pt>
                <c:pt idx="26744">
                  <c:v>69114</c:v>
                </c:pt>
                <c:pt idx="26745">
                  <c:v>69115</c:v>
                </c:pt>
                <c:pt idx="26746">
                  <c:v>69116</c:v>
                </c:pt>
                <c:pt idx="26747">
                  <c:v>69117</c:v>
                </c:pt>
                <c:pt idx="26748">
                  <c:v>69118</c:v>
                </c:pt>
                <c:pt idx="26749">
                  <c:v>69119</c:v>
                </c:pt>
                <c:pt idx="26750">
                  <c:v>69120</c:v>
                </c:pt>
                <c:pt idx="26751">
                  <c:v>69121</c:v>
                </c:pt>
                <c:pt idx="26752">
                  <c:v>69122</c:v>
                </c:pt>
                <c:pt idx="26753">
                  <c:v>69123</c:v>
                </c:pt>
                <c:pt idx="26754">
                  <c:v>69124</c:v>
                </c:pt>
                <c:pt idx="26755">
                  <c:v>69125</c:v>
                </c:pt>
                <c:pt idx="26756">
                  <c:v>69126</c:v>
                </c:pt>
                <c:pt idx="26757">
                  <c:v>69127</c:v>
                </c:pt>
                <c:pt idx="26758">
                  <c:v>69128</c:v>
                </c:pt>
                <c:pt idx="26759">
                  <c:v>69129</c:v>
                </c:pt>
                <c:pt idx="26760">
                  <c:v>69130</c:v>
                </c:pt>
                <c:pt idx="26761">
                  <c:v>69131</c:v>
                </c:pt>
                <c:pt idx="26762">
                  <c:v>69132</c:v>
                </c:pt>
                <c:pt idx="26763">
                  <c:v>69133</c:v>
                </c:pt>
                <c:pt idx="26764">
                  <c:v>69134</c:v>
                </c:pt>
                <c:pt idx="26765">
                  <c:v>69135</c:v>
                </c:pt>
                <c:pt idx="26766">
                  <c:v>69136</c:v>
                </c:pt>
                <c:pt idx="26767">
                  <c:v>69137</c:v>
                </c:pt>
                <c:pt idx="26768">
                  <c:v>69138</c:v>
                </c:pt>
                <c:pt idx="26769">
                  <c:v>69139</c:v>
                </c:pt>
                <c:pt idx="26770">
                  <c:v>69140</c:v>
                </c:pt>
                <c:pt idx="26771">
                  <c:v>69141</c:v>
                </c:pt>
                <c:pt idx="26772">
                  <c:v>69142</c:v>
                </c:pt>
                <c:pt idx="26773">
                  <c:v>69143</c:v>
                </c:pt>
                <c:pt idx="26774">
                  <c:v>69144</c:v>
                </c:pt>
                <c:pt idx="26775">
                  <c:v>69145</c:v>
                </c:pt>
                <c:pt idx="26776">
                  <c:v>69146</c:v>
                </c:pt>
                <c:pt idx="26777">
                  <c:v>69147</c:v>
                </c:pt>
                <c:pt idx="26778">
                  <c:v>69148</c:v>
                </c:pt>
                <c:pt idx="26779">
                  <c:v>69149</c:v>
                </c:pt>
                <c:pt idx="26780">
                  <c:v>69150</c:v>
                </c:pt>
                <c:pt idx="26781">
                  <c:v>69151</c:v>
                </c:pt>
                <c:pt idx="26782">
                  <c:v>69152</c:v>
                </c:pt>
                <c:pt idx="26783">
                  <c:v>69153</c:v>
                </c:pt>
                <c:pt idx="26784">
                  <c:v>69154</c:v>
                </c:pt>
                <c:pt idx="26785">
                  <c:v>69155</c:v>
                </c:pt>
                <c:pt idx="26786">
                  <c:v>69156</c:v>
                </c:pt>
                <c:pt idx="26787">
                  <c:v>69157</c:v>
                </c:pt>
                <c:pt idx="26788">
                  <c:v>69158</c:v>
                </c:pt>
                <c:pt idx="26789">
                  <c:v>69159</c:v>
                </c:pt>
                <c:pt idx="26790">
                  <c:v>69160</c:v>
                </c:pt>
                <c:pt idx="26791">
                  <c:v>69161</c:v>
                </c:pt>
                <c:pt idx="26792">
                  <c:v>69162</c:v>
                </c:pt>
                <c:pt idx="26793">
                  <c:v>69163</c:v>
                </c:pt>
                <c:pt idx="26794">
                  <c:v>69164</c:v>
                </c:pt>
                <c:pt idx="26795">
                  <c:v>69165</c:v>
                </c:pt>
                <c:pt idx="26796">
                  <c:v>69166</c:v>
                </c:pt>
                <c:pt idx="26797">
                  <c:v>69167</c:v>
                </c:pt>
                <c:pt idx="26798">
                  <c:v>69168</c:v>
                </c:pt>
                <c:pt idx="26799">
                  <c:v>69169</c:v>
                </c:pt>
                <c:pt idx="26800">
                  <c:v>69170</c:v>
                </c:pt>
                <c:pt idx="26801">
                  <c:v>69171</c:v>
                </c:pt>
                <c:pt idx="26802">
                  <c:v>69172</c:v>
                </c:pt>
                <c:pt idx="26803">
                  <c:v>69173</c:v>
                </c:pt>
                <c:pt idx="26804">
                  <c:v>69174</c:v>
                </c:pt>
                <c:pt idx="26805">
                  <c:v>69175</c:v>
                </c:pt>
                <c:pt idx="26806">
                  <c:v>69176</c:v>
                </c:pt>
                <c:pt idx="26807">
                  <c:v>69177</c:v>
                </c:pt>
                <c:pt idx="26808">
                  <c:v>69178</c:v>
                </c:pt>
                <c:pt idx="26809">
                  <c:v>69179</c:v>
                </c:pt>
                <c:pt idx="26810">
                  <c:v>69180</c:v>
                </c:pt>
                <c:pt idx="26811">
                  <c:v>69181</c:v>
                </c:pt>
                <c:pt idx="26812">
                  <c:v>69182</c:v>
                </c:pt>
                <c:pt idx="26813">
                  <c:v>69183</c:v>
                </c:pt>
                <c:pt idx="26814">
                  <c:v>69184</c:v>
                </c:pt>
                <c:pt idx="26815">
                  <c:v>69185</c:v>
                </c:pt>
                <c:pt idx="26816">
                  <c:v>69186</c:v>
                </c:pt>
                <c:pt idx="26817">
                  <c:v>69187</c:v>
                </c:pt>
                <c:pt idx="26818">
                  <c:v>69188</c:v>
                </c:pt>
                <c:pt idx="26819">
                  <c:v>69189</c:v>
                </c:pt>
                <c:pt idx="26820">
                  <c:v>69190</c:v>
                </c:pt>
                <c:pt idx="26821">
                  <c:v>69191</c:v>
                </c:pt>
                <c:pt idx="26822">
                  <c:v>69192</c:v>
                </c:pt>
                <c:pt idx="26823">
                  <c:v>69193</c:v>
                </c:pt>
                <c:pt idx="26824">
                  <c:v>69194</c:v>
                </c:pt>
                <c:pt idx="26825">
                  <c:v>69195</c:v>
                </c:pt>
                <c:pt idx="26826">
                  <c:v>69196</c:v>
                </c:pt>
                <c:pt idx="26827">
                  <c:v>69197</c:v>
                </c:pt>
                <c:pt idx="26828">
                  <c:v>69198</c:v>
                </c:pt>
                <c:pt idx="26829">
                  <c:v>69199</c:v>
                </c:pt>
                <c:pt idx="26830">
                  <c:v>69200</c:v>
                </c:pt>
                <c:pt idx="26831">
                  <c:v>69201</c:v>
                </c:pt>
                <c:pt idx="26832">
                  <c:v>69202</c:v>
                </c:pt>
                <c:pt idx="26833">
                  <c:v>69203</c:v>
                </c:pt>
                <c:pt idx="26834">
                  <c:v>69204</c:v>
                </c:pt>
                <c:pt idx="26835">
                  <c:v>69205</c:v>
                </c:pt>
                <c:pt idx="26836">
                  <c:v>69206</c:v>
                </c:pt>
                <c:pt idx="26837">
                  <c:v>69207</c:v>
                </c:pt>
                <c:pt idx="26838">
                  <c:v>69208</c:v>
                </c:pt>
                <c:pt idx="26839">
                  <c:v>69209</c:v>
                </c:pt>
                <c:pt idx="26840">
                  <c:v>69210</c:v>
                </c:pt>
                <c:pt idx="26841">
                  <c:v>69211</c:v>
                </c:pt>
                <c:pt idx="26842">
                  <c:v>69212</c:v>
                </c:pt>
                <c:pt idx="26843">
                  <c:v>69213</c:v>
                </c:pt>
                <c:pt idx="26844">
                  <c:v>69214</c:v>
                </c:pt>
                <c:pt idx="26845">
                  <c:v>69215</c:v>
                </c:pt>
                <c:pt idx="26846">
                  <c:v>69216</c:v>
                </c:pt>
                <c:pt idx="26847">
                  <c:v>69217</c:v>
                </c:pt>
                <c:pt idx="26848">
                  <c:v>69218</c:v>
                </c:pt>
                <c:pt idx="26849">
                  <c:v>69219</c:v>
                </c:pt>
                <c:pt idx="26850">
                  <c:v>69220</c:v>
                </c:pt>
                <c:pt idx="26851">
                  <c:v>69221</c:v>
                </c:pt>
                <c:pt idx="26852">
                  <c:v>69222</c:v>
                </c:pt>
                <c:pt idx="26853">
                  <c:v>69223</c:v>
                </c:pt>
                <c:pt idx="26854">
                  <c:v>69224</c:v>
                </c:pt>
                <c:pt idx="26855">
                  <c:v>69225</c:v>
                </c:pt>
                <c:pt idx="26856">
                  <c:v>69226</c:v>
                </c:pt>
                <c:pt idx="26857">
                  <c:v>69227</c:v>
                </c:pt>
                <c:pt idx="26858">
                  <c:v>69228</c:v>
                </c:pt>
                <c:pt idx="26859">
                  <c:v>69229</c:v>
                </c:pt>
                <c:pt idx="26860">
                  <c:v>69230</c:v>
                </c:pt>
                <c:pt idx="26861">
                  <c:v>69231</c:v>
                </c:pt>
                <c:pt idx="26862">
                  <c:v>69232</c:v>
                </c:pt>
                <c:pt idx="26863">
                  <c:v>69233</c:v>
                </c:pt>
                <c:pt idx="26864">
                  <c:v>69234</c:v>
                </c:pt>
                <c:pt idx="26865">
                  <c:v>69235</c:v>
                </c:pt>
                <c:pt idx="26866">
                  <c:v>69236</c:v>
                </c:pt>
                <c:pt idx="26867">
                  <c:v>69237</c:v>
                </c:pt>
                <c:pt idx="26868">
                  <c:v>69238</c:v>
                </c:pt>
                <c:pt idx="26869">
                  <c:v>69239</c:v>
                </c:pt>
                <c:pt idx="26870">
                  <c:v>69240</c:v>
                </c:pt>
                <c:pt idx="26871">
                  <c:v>69241</c:v>
                </c:pt>
                <c:pt idx="26872">
                  <c:v>69242</c:v>
                </c:pt>
                <c:pt idx="26873">
                  <c:v>69243</c:v>
                </c:pt>
                <c:pt idx="26874">
                  <c:v>69244</c:v>
                </c:pt>
                <c:pt idx="26875">
                  <c:v>69245</c:v>
                </c:pt>
                <c:pt idx="26876">
                  <c:v>69246</c:v>
                </c:pt>
                <c:pt idx="26877">
                  <c:v>69247</c:v>
                </c:pt>
                <c:pt idx="26878">
                  <c:v>69248</c:v>
                </c:pt>
                <c:pt idx="26879">
                  <c:v>69249</c:v>
                </c:pt>
                <c:pt idx="26880">
                  <c:v>69250</c:v>
                </c:pt>
                <c:pt idx="26881">
                  <c:v>69251</c:v>
                </c:pt>
                <c:pt idx="26882">
                  <c:v>69252</c:v>
                </c:pt>
                <c:pt idx="26883">
                  <c:v>69253</c:v>
                </c:pt>
                <c:pt idx="26884">
                  <c:v>69254</c:v>
                </c:pt>
                <c:pt idx="26885">
                  <c:v>69255</c:v>
                </c:pt>
                <c:pt idx="26886">
                  <c:v>69256</c:v>
                </c:pt>
                <c:pt idx="26887">
                  <c:v>69257</c:v>
                </c:pt>
                <c:pt idx="26888">
                  <c:v>69258</c:v>
                </c:pt>
                <c:pt idx="26889">
                  <c:v>69259</c:v>
                </c:pt>
                <c:pt idx="26890">
                  <c:v>69260</c:v>
                </c:pt>
                <c:pt idx="26891">
                  <c:v>69261</c:v>
                </c:pt>
                <c:pt idx="26892">
                  <c:v>69262</c:v>
                </c:pt>
                <c:pt idx="26893">
                  <c:v>69263</c:v>
                </c:pt>
                <c:pt idx="26894">
                  <c:v>69264</c:v>
                </c:pt>
                <c:pt idx="26895">
                  <c:v>69265</c:v>
                </c:pt>
                <c:pt idx="26896">
                  <c:v>69266</c:v>
                </c:pt>
                <c:pt idx="26897">
                  <c:v>69267</c:v>
                </c:pt>
                <c:pt idx="26898">
                  <c:v>69268</c:v>
                </c:pt>
                <c:pt idx="26899">
                  <c:v>69269</c:v>
                </c:pt>
                <c:pt idx="26900">
                  <c:v>69270</c:v>
                </c:pt>
                <c:pt idx="26901">
                  <c:v>69271</c:v>
                </c:pt>
                <c:pt idx="26902">
                  <c:v>69272</c:v>
                </c:pt>
                <c:pt idx="26903">
                  <c:v>69273</c:v>
                </c:pt>
                <c:pt idx="26904">
                  <c:v>69274</c:v>
                </c:pt>
                <c:pt idx="26905">
                  <c:v>69275</c:v>
                </c:pt>
                <c:pt idx="26906">
                  <c:v>69276</c:v>
                </c:pt>
                <c:pt idx="26907">
                  <c:v>69277</c:v>
                </c:pt>
                <c:pt idx="26908">
                  <c:v>69278</c:v>
                </c:pt>
                <c:pt idx="26909">
                  <c:v>69279</c:v>
                </c:pt>
                <c:pt idx="26910">
                  <c:v>69280</c:v>
                </c:pt>
                <c:pt idx="26911">
                  <c:v>69281</c:v>
                </c:pt>
                <c:pt idx="26912">
                  <c:v>69282</c:v>
                </c:pt>
                <c:pt idx="26913">
                  <c:v>69283</c:v>
                </c:pt>
                <c:pt idx="26914">
                  <c:v>69284</c:v>
                </c:pt>
                <c:pt idx="26915">
                  <c:v>69285</c:v>
                </c:pt>
                <c:pt idx="26916">
                  <c:v>69286</c:v>
                </c:pt>
                <c:pt idx="26917">
                  <c:v>69287</c:v>
                </c:pt>
                <c:pt idx="26918">
                  <c:v>69288</c:v>
                </c:pt>
                <c:pt idx="26919">
                  <c:v>69289</c:v>
                </c:pt>
                <c:pt idx="26920">
                  <c:v>69290</c:v>
                </c:pt>
                <c:pt idx="26921">
                  <c:v>69291</c:v>
                </c:pt>
                <c:pt idx="26922">
                  <c:v>69292</c:v>
                </c:pt>
                <c:pt idx="26923">
                  <c:v>69293</c:v>
                </c:pt>
                <c:pt idx="26924">
                  <c:v>69294</c:v>
                </c:pt>
                <c:pt idx="26925">
                  <c:v>69295</c:v>
                </c:pt>
                <c:pt idx="26926">
                  <c:v>69296</c:v>
                </c:pt>
                <c:pt idx="26927">
                  <c:v>69297</c:v>
                </c:pt>
                <c:pt idx="26928">
                  <c:v>69298</c:v>
                </c:pt>
                <c:pt idx="26929">
                  <c:v>69299</c:v>
                </c:pt>
                <c:pt idx="26930">
                  <c:v>69300</c:v>
                </c:pt>
                <c:pt idx="26931">
                  <c:v>69301</c:v>
                </c:pt>
                <c:pt idx="26932">
                  <c:v>69302</c:v>
                </c:pt>
                <c:pt idx="26933">
                  <c:v>69303</c:v>
                </c:pt>
                <c:pt idx="26934">
                  <c:v>69304</c:v>
                </c:pt>
                <c:pt idx="26935">
                  <c:v>69305</c:v>
                </c:pt>
                <c:pt idx="26936">
                  <c:v>69306</c:v>
                </c:pt>
                <c:pt idx="26937">
                  <c:v>69307</c:v>
                </c:pt>
                <c:pt idx="26938">
                  <c:v>69308</c:v>
                </c:pt>
                <c:pt idx="26939">
                  <c:v>69309</c:v>
                </c:pt>
                <c:pt idx="26940">
                  <c:v>69310</c:v>
                </c:pt>
                <c:pt idx="26941">
                  <c:v>69311</c:v>
                </c:pt>
                <c:pt idx="26942">
                  <c:v>69312</c:v>
                </c:pt>
                <c:pt idx="26943">
                  <c:v>69313</c:v>
                </c:pt>
                <c:pt idx="26944">
                  <c:v>69314</c:v>
                </c:pt>
                <c:pt idx="26945">
                  <c:v>69315</c:v>
                </c:pt>
                <c:pt idx="26946">
                  <c:v>69316</c:v>
                </c:pt>
                <c:pt idx="26947">
                  <c:v>69317</c:v>
                </c:pt>
                <c:pt idx="26948">
                  <c:v>69318</c:v>
                </c:pt>
                <c:pt idx="26949">
                  <c:v>69319</c:v>
                </c:pt>
                <c:pt idx="26950">
                  <c:v>69320</c:v>
                </c:pt>
                <c:pt idx="26951">
                  <c:v>69321</c:v>
                </c:pt>
                <c:pt idx="26952">
                  <c:v>69322</c:v>
                </c:pt>
                <c:pt idx="26953">
                  <c:v>69323</c:v>
                </c:pt>
                <c:pt idx="26954">
                  <c:v>69324</c:v>
                </c:pt>
                <c:pt idx="26955">
                  <c:v>69325</c:v>
                </c:pt>
                <c:pt idx="26956">
                  <c:v>69326</c:v>
                </c:pt>
                <c:pt idx="26957">
                  <c:v>69327</c:v>
                </c:pt>
                <c:pt idx="26958">
                  <c:v>69328</c:v>
                </c:pt>
                <c:pt idx="26959">
                  <c:v>69329</c:v>
                </c:pt>
                <c:pt idx="26960">
                  <c:v>69330</c:v>
                </c:pt>
                <c:pt idx="26961">
                  <c:v>69331</c:v>
                </c:pt>
                <c:pt idx="26962">
                  <c:v>69332</c:v>
                </c:pt>
                <c:pt idx="26963">
                  <c:v>69333</c:v>
                </c:pt>
                <c:pt idx="26964">
                  <c:v>69334</c:v>
                </c:pt>
                <c:pt idx="26965">
                  <c:v>69335</c:v>
                </c:pt>
                <c:pt idx="26966">
                  <c:v>69336</c:v>
                </c:pt>
                <c:pt idx="26967">
                  <c:v>69337</c:v>
                </c:pt>
                <c:pt idx="26968">
                  <c:v>69338</c:v>
                </c:pt>
                <c:pt idx="26969">
                  <c:v>69339</c:v>
                </c:pt>
                <c:pt idx="26970">
                  <c:v>69340</c:v>
                </c:pt>
                <c:pt idx="26971">
                  <c:v>69341</c:v>
                </c:pt>
                <c:pt idx="26972">
                  <c:v>69342</c:v>
                </c:pt>
                <c:pt idx="26973">
                  <c:v>69343</c:v>
                </c:pt>
                <c:pt idx="26974">
                  <c:v>69344</c:v>
                </c:pt>
                <c:pt idx="26975">
                  <c:v>69345</c:v>
                </c:pt>
                <c:pt idx="26976">
                  <c:v>69346</c:v>
                </c:pt>
                <c:pt idx="26977">
                  <c:v>69347</c:v>
                </c:pt>
                <c:pt idx="26978">
                  <c:v>69348</c:v>
                </c:pt>
                <c:pt idx="26979">
                  <c:v>69349</c:v>
                </c:pt>
                <c:pt idx="26980">
                  <c:v>69350</c:v>
                </c:pt>
                <c:pt idx="26981">
                  <c:v>69351</c:v>
                </c:pt>
                <c:pt idx="26982">
                  <c:v>69352</c:v>
                </c:pt>
                <c:pt idx="26983">
                  <c:v>69353</c:v>
                </c:pt>
                <c:pt idx="26984">
                  <c:v>69354</c:v>
                </c:pt>
                <c:pt idx="26985">
                  <c:v>69355</c:v>
                </c:pt>
                <c:pt idx="26986">
                  <c:v>69356</c:v>
                </c:pt>
                <c:pt idx="26987">
                  <c:v>69357</c:v>
                </c:pt>
                <c:pt idx="26988">
                  <c:v>69358</c:v>
                </c:pt>
                <c:pt idx="26989">
                  <c:v>69359</c:v>
                </c:pt>
                <c:pt idx="26990">
                  <c:v>69360</c:v>
                </c:pt>
                <c:pt idx="26991">
                  <c:v>69361</c:v>
                </c:pt>
                <c:pt idx="26992">
                  <c:v>69362</c:v>
                </c:pt>
                <c:pt idx="26993">
                  <c:v>69363</c:v>
                </c:pt>
                <c:pt idx="26994">
                  <c:v>69364</c:v>
                </c:pt>
                <c:pt idx="26995">
                  <c:v>69365</c:v>
                </c:pt>
                <c:pt idx="26996">
                  <c:v>69366</c:v>
                </c:pt>
                <c:pt idx="26997">
                  <c:v>69367</c:v>
                </c:pt>
                <c:pt idx="26998">
                  <c:v>69368</c:v>
                </c:pt>
                <c:pt idx="26999">
                  <c:v>69369</c:v>
                </c:pt>
                <c:pt idx="27000">
                  <c:v>69370</c:v>
                </c:pt>
                <c:pt idx="27001">
                  <c:v>69371</c:v>
                </c:pt>
                <c:pt idx="27002">
                  <c:v>69372</c:v>
                </c:pt>
                <c:pt idx="27003">
                  <c:v>69373</c:v>
                </c:pt>
                <c:pt idx="27004">
                  <c:v>69374</c:v>
                </c:pt>
                <c:pt idx="27005">
                  <c:v>69375</c:v>
                </c:pt>
                <c:pt idx="27006">
                  <c:v>69376</c:v>
                </c:pt>
                <c:pt idx="27007">
                  <c:v>69377</c:v>
                </c:pt>
                <c:pt idx="27008">
                  <c:v>69378</c:v>
                </c:pt>
                <c:pt idx="27009">
                  <c:v>69379</c:v>
                </c:pt>
                <c:pt idx="27010">
                  <c:v>69380</c:v>
                </c:pt>
                <c:pt idx="27011">
                  <c:v>69381</c:v>
                </c:pt>
                <c:pt idx="27012">
                  <c:v>69382</c:v>
                </c:pt>
                <c:pt idx="27013">
                  <c:v>69383</c:v>
                </c:pt>
                <c:pt idx="27014">
                  <c:v>69384</c:v>
                </c:pt>
                <c:pt idx="27015">
                  <c:v>69385</c:v>
                </c:pt>
                <c:pt idx="27016">
                  <c:v>69386</c:v>
                </c:pt>
                <c:pt idx="27017">
                  <c:v>69387</c:v>
                </c:pt>
                <c:pt idx="27018">
                  <c:v>69388</c:v>
                </c:pt>
                <c:pt idx="27019">
                  <c:v>69389</c:v>
                </c:pt>
                <c:pt idx="27020">
                  <c:v>69390</c:v>
                </c:pt>
                <c:pt idx="27021">
                  <c:v>69391</c:v>
                </c:pt>
                <c:pt idx="27022">
                  <c:v>69392</c:v>
                </c:pt>
                <c:pt idx="27023">
                  <c:v>69393</c:v>
                </c:pt>
                <c:pt idx="27024">
                  <c:v>69394</c:v>
                </c:pt>
                <c:pt idx="27025">
                  <c:v>69395</c:v>
                </c:pt>
                <c:pt idx="27026">
                  <c:v>69396</c:v>
                </c:pt>
                <c:pt idx="27027">
                  <c:v>69397</c:v>
                </c:pt>
                <c:pt idx="27028">
                  <c:v>69398</c:v>
                </c:pt>
                <c:pt idx="27029">
                  <c:v>69399</c:v>
                </c:pt>
                <c:pt idx="27030">
                  <c:v>69400</c:v>
                </c:pt>
                <c:pt idx="27031">
                  <c:v>69401</c:v>
                </c:pt>
                <c:pt idx="27032">
                  <c:v>69402</c:v>
                </c:pt>
                <c:pt idx="27033">
                  <c:v>69403</c:v>
                </c:pt>
                <c:pt idx="27034">
                  <c:v>69404</c:v>
                </c:pt>
                <c:pt idx="27035">
                  <c:v>69405</c:v>
                </c:pt>
                <c:pt idx="27036">
                  <c:v>69406</c:v>
                </c:pt>
                <c:pt idx="27037">
                  <c:v>69407</c:v>
                </c:pt>
                <c:pt idx="27038">
                  <c:v>69408</c:v>
                </c:pt>
                <c:pt idx="27039">
                  <c:v>69409</c:v>
                </c:pt>
                <c:pt idx="27040">
                  <c:v>69410</c:v>
                </c:pt>
                <c:pt idx="27041">
                  <c:v>69411</c:v>
                </c:pt>
                <c:pt idx="27042">
                  <c:v>69412</c:v>
                </c:pt>
                <c:pt idx="27043">
                  <c:v>69413</c:v>
                </c:pt>
                <c:pt idx="27044">
                  <c:v>69414</c:v>
                </c:pt>
                <c:pt idx="27045">
                  <c:v>69415</c:v>
                </c:pt>
                <c:pt idx="27046">
                  <c:v>69416</c:v>
                </c:pt>
                <c:pt idx="27047">
                  <c:v>69417</c:v>
                </c:pt>
                <c:pt idx="27048">
                  <c:v>69418</c:v>
                </c:pt>
                <c:pt idx="27049">
                  <c:v>69419</c:v>
                </c:pt>
                <c:pt idx="27050">
                  <c:v>69420</c:v>
                </c:pt>
                <c:pt idx="27051">
                  <c:v>69421</c:v>
                </c:pt>
                <c:pt idx="27052">
                  <c:v>69422</c:v>
                </c:pt>
                <c:pt idx="27053">
                  <c:v>69423</c:v>
                </c:pt>
                <c:pt idx="27054">
                  <c:v>69424</c:v>
                </c:pt>
                <c:pt idx="27055">
                  <c:v>69425</c:v>
                </c:pt>
                <c:pt idx="27056">
                  <c:v>69426</c:v>
                </c:pt>
                <c:pt idx="27057">
                  <c:v>69427</c:v>
                </c:pt>
                <c:pt idx="27058">
                  <c:v>69428</c:v>
                </c:pt>
                <c:pt idx="27059">
                  <c:v>69429</c:v>
                </c:pt>
                <c:pt idx="27060">
                  <c:v>69430</c:v>
                </c:pt>
                <c:pt idx="27061">
                  <c:v>69431</c:v>
                </c:pt>
                <c:pt idx="27062">
                  <c:v>69432</c:v>
                </c:pt>
                <c:pt idx="27063">
                  <c:v>69433</c:v>
                </c:pt>
                <c:pt idx="27064">
                  <c:v>69434</c:v>
                </c:pt>
                <c:pt idx="27065">
                  <c:v>69435</c:v>
                </c:pt>
                <c:pt idx="27066">
                  <c:v>69436</c:v>
                </c:pt>
                <c:pt idx="27067">
                  <c:v>69437</c:v>
                </c:pt>
                <c:pt idx="27068">
                  <c:v>69438</c:v>
                </c:pt>
                <c:pt idx="27069">
                  <c:v>69439</c:v>
                </c:pt>
                <c:pt idx="27070">
                  <c:v>69440</c:v>
                </c:pt>
                <c:pt idx="27071">
                  <c:v>69441</c:v>
                </c:pt>
                <c:pt idx="27072">
                  <c:v>69442</c:v>
                </c:pt>
                <c:pt idx="27073">
                  <c:v>69443</c:v>
                </c:pt>
                <c:pt idx="27074">
                  <c:v>69444</c:v>
                </c:pt>
                <c:pt idx="27075">
                  <c:v>69445</c:v>
                </c:pt>
                <c:pt idx="27076">
                  <c:v>69446</c:v>
                </c:pt>
                <c:pt idx="27077">
                  <c:v>69447</c:v>
                </c:pt>
                <c:pt idx="27078">
                  <c:v>69448</c:v>
                </c:pt>
                <c:pt idx="27079">
                  <c:v>69449</c:v>
                </c:pt>
                <c:pt idx="27080">
                  <c:v>69450</c:v>
                </c:pt>
                <c:pt idx="27081">
                  <c:v>69451</c:v>
                </c:pt>
                <c:pt idx="27082">
                  <c:v>69452</c:v>
                </c:pt>
                <c:pt idx="27083">
                  <c:v>69453</c:v>
                </c:pt>
                <c:pt idx="27084">
                  <c:v>69454</c:v>
                </c:pt>
                <c:pt idx="27085">
                  <c:v>69455</c:v>
                </c:pt>
                <c:pt idx="27086">
                  <c:v>69456</c:v>
                </c:pt>
                <c:pt idx="27087">
                  <c:v>69457</c:v>
                </c:pt>
                <c:pt idx="27088">
                  <c:v>69458</c:v>
                </c:pt>
                <c:pt idx="27089">
                  <c:v>69459</c:v>
                </c:pt>
                <c:pt idx="27090">
                  <c:v>69460</c:v>
                </c:pt>
                <c:pt idx="27091">
                  <c:v>69461</c:v>
                </c:pt>
                <c:pt idx="27092">
                  <c:v>69462</c:v>
                </c:pt>
                <c:pt idx="27093">
                  <c:v>69463</c:v>
                </c:pt>
                <c:pt idx="27094">
                  <c:v>69464</c:v>
                </c:pt>
                <c:pt idx="27095">
                  <c:v>69465</c:v>
                </c:pt>
                <c:pt idx="27096">
                  <c:v>69466</c:v>
                </c:pt>
                <c:pt idx="27097">
                  <c:v>69467</c:v>
                </c:pt>
                <c:pt idx="27098">
                  <c:v>69468</c:v>
                </c:pt>
                <c:pt idx="27099">
                  <c:v>69469</c:v>
                </c:pt>
                <c:pt idx="27100">
                  <c:v>69470</c:v>
                </c:pt>
                <c:pt idx="27101">
                  <c:v>69471</c:v>
                </c:pt>
                <c:pt idx="27102">
                  <c:v>69472</c:v>
                </c:pt>
                <c:pt idx="27103">
                  <c:v>69473</c:v>
                </c:pt>
                <c:pt idx="27104">
                  <c:v>69474</c:v>
                </c:pt>
                <c:pt idx="27105">
                  <c:v>69475</c:v>
                </c:pt>
                <c:pt idx="27106">
                  <c:v>69476</c:v>
                </c:pt>
                <c:pt idx="27107">
                  <c:v>69477</c:v>
                </c:pt>
                <c:pt idx="27108">
                  <c:v>69478</c:v>
                </c:pt>
                <c:pt idx="27109">
                  <c:v>69479</c:v>
                </c:pt>
                <c:pt idx="27110">
                  <c:v>69480</c:v>
                </c:pt>
                <c:pt idx="27111">
                  <c:v>69481</c:v>
                </c:pt>
                <c:pt idx="27112">
                  <c:v>69482</c:v>
                </c:pt>
                <c:pt idx="27113">
                  <c:v>69483</c:v>
                </c:pt>
                <c:pt idx="27114">
                  <c:v>69484</c:v>
                </c:pt>
                <c:pt idx="27115">
                  <c:v>69485</c:v>
                </c:pt>
                <c:pt idx="27116">
                  <c:v>69486</c:v>
                </c:pt>
                <c:pt idx="27117">
                  <c:v>69487</c:v>
                </c:pt>
                <c:pt idx="27118">
                  <c:v>69488</c:v>
                </c:pt>
                <c:pt idx="27119">
                  <c:v>69489</c:v>
                </c:pt>
                <c:pt idx="27120">
                  <c:v>69490</c:v>
                </c:pt>
                <c:pt idx="27121">
                  <c:v>69491</c:v>
                </c:pt>
                <c:pt idx="27122">
                  <c:v>69492</c:v>
                </c:pt>
                <c:pt idx="27123">
                  <c:v>69493</c:v>
                </c:pt>
                <c:pt idx="27124">
                  <c:v>69494</c:v>
                </c:pt>
                <c:pt idx="27125">
                  <c:v>69495</c:v>
                </c:pt>
                <c:pt idx="27126">
                  <c:v>69496</c:v>
                </c:pt>
                <c:pt idx="27127">
                  <c:v>69497</c:v>
                </c:pt>
                <c:pt idx="27128">
                  <c:v>69498</c:v>
                </c:pt>
                <c:pt idx="27129">
                  <c:v>69499</c:v>
                </c:pt>
                <c:pt idx="27130">
                  <c:v>69500</c:v>
                </c:pt>
                <c:pt idx="27131">
                  <c:v>69501</c:v>
                </c:pt>
                <c:pt idx="27132">
                  <c:v>69502</c:v>
                </c:pt>
                <c:pt idx="27133">
                  <c:v>69503</c:v>
                </c:pt>
                <c:pt idx="27134">
                  <c:v>69504</c:v>
                </c:pt>
                <c:pt idx="27135">
                  <c:v>69505</c:v>
                </c:pt>
                <c:pt idx="27136">
                  <c:v>69506</c:v>
                </c:pt>
                <c:pt idx="27137">
                  <c:v>69507</c:v>
                </c:pt>
                <c:pt idx="27138">
                  <c:v>69508</c:v>
                </c:pt>
                <c:pt idx="27139">
                  <c:v>69509</c:v>
                </c:pt>
                <c:pt idx="27140">
                  <c:v>69510</c:v>
                </c:pt>
                <c:pt idx="27141">
                  <c:v>69511</c:v>
                </c:pt>
                <c:pt idx="27142">
                  <c:v>69512</c:v>
                </c:pt>
                <c:pt idx="27143">
                  <c:v>69513</c:v>
                </c:pt>
                <c:pt idx="27144">
                  <c:v>69514</c:v>
                </c:pt>
                <c:pt idx="27145">
                  <c:v>69515</c:v>
                </c:pt>
                <c:pt idx="27146">
                  <c:v>69516</c:v>
                </c:pt>
                <c:pt idx="27147">
                  <c:v>69517</c:v>
                </c:pt>
                <c:pt idx="27148">
                  <c:v>69518</c:v>
                </c:pt>
                <c:pt idx="27149">
                  <c:v>69519</c:v>
                </c:pt>
                <c:pt idx="27150">
                  <c:v>69520</c:v>
                </c:pt>
                <c:pt idx="27151">
                  <c:v>69521</c:v>
                </c:pt>
                <c:pt idx="27152">
                  <c:v>69522</c:v>
                </c:pt>
                <c:pt idx="27153">
                  <c:v>69523</c:v>
                </c:pt>
                <c:pt idx="27154">
                  <c:v>69524</c:v>
                </c:pt>
                <c:pt idx="27155">
                  <c:v>69525</c:v>
                </c:pt>
                <c:pt idx="27156">
                  <c:v>69526</c:v>
                </c:pt>
                <c:pt idx="27157">
                  <c:v>69527</c:v>
                </c:pt>
                <c:pt idx="27158">
                  <c:v>69528</c:v>
                </c:pt>
                <c:pt idx="27159">
                  <c:v>69529</c:v>
                </c:pt>
                <c:pt idx="27160">
                  <c:v>69530</c:v>
                </c:pt>
                <c:pt idx="27161">
                  <c:v>69531</c:v>
                </c:pt>
                <c:pt idx="27162">
                  <c:v>69532</c:v>
                </c:pt>
                <c:pt idx="27163">
                  <c:v>69533</c:v>
                </c:pt>
                <c:pt idx="27164">
                  <c:v>69534</c:v>
                </c:pt>
                <c:pt idx="27165">
                  <c:v>69535</c:v>
                </c:pt>
                <c:pt idx="27166">
                  <c:v>69536</c:v>
                </c:pt>
                <c:pt idx="27167">
                  <c:v>69537</c:v>
                </c:pt>
                <c:pt idx="27168">
                  <c:v>69538</c:v>
                </c:pt>
                <c:pt idx="27169">
                  <c:v>69539</c:v>
                </c:pt>
                <c:pt idx="27170">
                  <c:v>69540</c:v>
                </c:pt>
                <c:pt idx="27171">
                  <c:v>69541</c:v>
                </c:pt>
                <c:pt idx="27172">
                  <c:v>69542</c:v>
                </c:pt>
                <c:pt idx="27173">
                  <c:v>69543</c:v>
                </c:pt>
                <c:pt idx="27174">
                  <c:v>69544</c:v>
                </c:pt>
                <c:pt idx="27175">
                  <c:v>69545</c:v>
                </c:pt>
                <c:pt idx="27176">
                  <c:v>69546</c:v>
                </c:pt>
                <c:pt idx="27177">
                  <c:v>69547</c:v>
                </c:pt>
                <c:pt idx="27178">
                  <c:v>69548</c:v>
                </c:pt>
                <c:pt idx="27179">
                  <c:v>69549</c:v>
                </c:pt>
                <c:pt idx="27180">
                  <c:v>69550</c:v>
                </c:pt>
                <c:pt idx="27181">
                  <c:v>69551</c:v>
                </c:pt>
                <c:pt idx="27182">
                  <c:v>69552</c:v>
                </c:pt>
                <c:pt idx="27183">
                  <c:v>69553</c:v>
                </c:pt>
                <c:pt idx="27184">
                  <c:v>69554</c:v>
                </c:pt>
                <c:pt idx="27185">
                  <c:v>69555</c:v>
                </c:pt>
                <c:pt idx="27186">
                  <c:v>69556</c:v>
                </c:pt>
                <c:pt idx="27187">
                  <c:v>69557</c:v>
                </c:pt>
                <c:pt idx="27188">
                  <c:v>69558</c:v>
                </c:pt>
                <c:pt idx="27189">
                  <c:v>69559</c:v>
                </c:pt>
                <c:pt idx="27190">
                  <c:v>69560</c:v>
                </c:pt>
                <c:pt idx="27191">
                  <c:v>69561</c:v>
                </c:pt>
                <c:pt idx="27192">
                  <c:v>69562</c:v>
                </c:pt>
                <c:pt idx="27193">
                  <c:v>69563</c:v>
                </c:pt>
                <c:pt idx="27194">
                  <c:v>69564</c:v>
                </c:pt>
                <c:pt idx="27195">
                  <c:v>69565</c:v>
                </c:pt>
                <c:pt idx="27196">
                  <c:v>69566</c:v>
                </c:pt>
                <c:pt idx="27197">
                  <c:v>69567</c:v>
                </c:pt>
                <c:pt idx="27198">
                  <c:v>69568</c:v>
                </c:pt>
                <c:pt idx="27199">
                  <c:v>69569</c:v>
                </c:pt>
                <c:pt idx="27200">
                  <c:v>69570</c:v>
                </c:pt>
                <c:pt idx="27201">
                  <c:v>69571</c:v>
                </c:pt>
                <c:pt idx="27202">
                  <c:v>69572</c:v>
                </c:pt>
                <c:pt idx="27203">
                  <c:v>69573</c:v>
                </c:pt>
                <c:pt idx="27204">
                  <c:v>69574</c:v>
                </c:pt>
                <c:pt idx="27205">
                  <c:v>69575</c:v>
                </c:pt>
                <c:pt idx="27206">
                  <c:v>69576</c:v>
                </c:pt>
                <c:pt idx="27207">
                  <c:v>69577</c:v>
                </c:pt>
                <c:pt idx="27208">
                  <c:v>69578</c:v>
                </c:pt>
                <c:pt idx="27209">
                  <c:v>69579</c:v>
                </c:pt>
                <c:pt idx="27210">
                  <c:v>69580</c:v>
                </c:pt>
                <c:pt idx="27211">
                  <c:v>69581</c:v>
                </c:pt>
                <c:pt idx="27212">
                  <c:v>69582</c:v>
                </c:pt>
                <c:pt idx="27213">
                  <c:v>69583</c:v>
                </c:pt>
                <c:pt idx="27214">
                  <c:v>69584</c:v>
                </c:pt>
                <c:pt idx="27215">
                  <c:v>69585</c:v>
                </c:pt>
                <c:pt idx="27216">
                  <c:v>69586</c:v>
                </c:pt>
                <c:pt idx="27217">
                  <c:v>69587</c:v>
                </c:pt>
                <c:pt idx="27218">
                  <c:v>69588</c:v>
                </c:pt>
                <c:pt idx="27219">
                  <c:v>69589</c:v>
                </c:pt>
                <c:pt idx="27220">
                  <c:v>69590</c:v>
                </c:pt>
                <c:pt idx="27221">
                  <c:v>69591</c:v>
                </c:pt>
                <c:pt idx="27222">
                  <c:v>69592</c:v>
                </c:pt>
                <c:pt idx="27223">
                  <c:v>69593</c:v>
                </c:pt>
                <c:pt idx="27224">
                  <c:v>69594</c:v>
                </c:pt>
                <c:pt idx="27225">
                  <c:v>69595</c:v>
                </c:pt>
                <c:pt idx="27226">
                  <c:v>69596</c:v>
                </c:pt>
                <c:pt idx="27227">
                  <c:v>69597</c:v>
                </c:pt>
                <c:pt idx="27228">
                  <c:v>69598</c:v>
                </c:pt>
                <c:pt idx="27229">
                  <c:v>69599</c:v>
                </c:pt>
                <c:pt idx="27230">
                  <c:v>69600</c:v>
                </c:pt>
                <c:pt idx="27231">
                  <c:v>69601</c:v>
                </c:pt>
                <c:pt idx="27232">
                  <c:v>69602</c:v>
                </c:pt>
                <c:pt idx="27233">
                  <c:v>69603</c:v>
                </c:pt>
                <c:pt idx="27234">
                  <c:v>69604</c:v>
                </c:pt>
                <c:pt idx="27235">
                  <c:v>69605</c:v>
                </c:pt>
                <c:pt idx="27236">
                  <c:v>69606</c:v>
                </c:pt>
                <c:pt idx="27237">
                  <c:v>69607</c:v>
                </c:pt>
                <c:pt idx="27238">
                  <c:v>69608</c:v>
                </c:pt>
                <c:pt idx="27239">
                  <c:v>69609</c:v>
                </c:pt>
                <c:pt idx="27240">
                  <c:v>69610</c:v>
                </c:pt>
                <c:pt idx="27241">
                  <c:v>69611</c:v>
                </c:pt>
                <c:pt idx="27242">
                  <c:v>69612</c:v>
                </c:pt>
                <c:pt idx="27243">
                  <c:v>69613</c:v>
                </c:pt>
                <c:pt idx="27244">
                  <c:v>69614</c:v>
                </c:pt>
                <c:pt idx="27245">
                  <c:v>69615</c:v>
                </c:pt>
                <c:pt idx="27246">
                  <c:v>69616</c:v>
                </c:pt>
                <c:pt idx="27247">
                  <c:v>69617</c:v>
                </c:pt>
                <c:pt idx="27248">
                  <c:v>69618</c:v>
                </c:pt>
                <c:pt idx="27249">
                  <c:v>69619</c:v>
                </c:pt>
                <c:pt idx="27250">
                  <c:v>69620</c:v>
                </c:pt>
                <c:pt idx="27251">
                  <c:v>69621</c:v>
                </c:pt>
                <c:pt idx="27252">
                  <c:v>69622</c:v>
                </c:pt>
                <c:pt idx="27253">
                  <c:v>69623</c:v>
                </c:pt>
                <c:pt idx="27254">
                  <c:v>69624</c:v>
                </c:pt>
                <c:pt idx="27255">
                  <c:v>69625</c:v>
                </c:pt>
                <c:pt idx="27256">
                  <c:v>69626</c:v>
                </c:pt>
                <c:pt idx="27257">
                  <c:v>69627</c:v>
                </c:pt>
                <c:pt idx="27258">
                  <c:v>69628</c:v>
                </c:pt>
                <c:pt idx="27259">
                  <c:v>69629</c:v>
                </c:pt>
                <c:pt idx="27260">
                  <c:v>69630</c:v>
                </c:pt>
                <c:pt idx="27261">
                  <c:v>69631</c:v>
                </c:pt>
                <c:pt idx="27262">
                  <c:v>69632</c:v>
                </c:pt>
                <c:pt idx="27263">
                  <c:v>69633</c:v>
                </c:pt>
                <c:pt idx="27264">
                  <c:v>69634</c:v>
                </c:pt>
                <c:pt idx="27265">
                  <c:v>69635</c:v>
                </c:pt>
                <c:pt idx="27266">
                  <c:v>69636</c:v>
                </c:pt>
                <c:pt idx="27267">
                  <c:v>69637</c:v>
                </c:pt>
                <c:pt idx="27268">
                  <c:v>69638</c:v>
                </c:pt>
                <c:pt idx="27269">
                  <c:v>69639</c:v>
                </c:pt>
                <c:pt idx="27270">
                  <c:v>69640</c:v>
                </c:pt>
                <c:pt idx="27271">
                  <c:v>69641</c:v>
                </c:pt>
                <c:pt idx="27272">
                  <c:v>69642</c:v>
                </c:pt>
                <c:pt idx="27273">
                  <c:v>69643</c:v>
                </c:pt>
                <c:pt idx="27274">
                  <c:v>69644</c:v>
                </c:pt>
                <c:pt idx="27275">
                  <c:v>69645</c:v>
                </c:pt>
                <c:pt idx="27276">
                  <c:v>69646</c:v>
                </c:pt>
                <c:pt idx="27277">
                  <c:v>69647</c:v>
                </c:pt>
                <c:pt idx="27278">
                  <c:v>69648</c:v>
                </c:pt>
                <c:pt idx="27279">
                  <c:v>69649</c:v>
                </c:pt>
                <c:pt idx="27280">
                  <c:v>69650</c:v>
                </c:pt>
                <c:pt idx="27281">
                  <c:v>69651</c:v>
                </c:pt>
                <c:pt idx="27282">
                  <c:v>69652</c:v>
                </c:pt>
                <c:pt idx="27283">
                  <c:v>69653</c:v>
                </c:pt>
                <c:pt idx="27284">
                  <c:v>69654</c:v>
                </c:pt>
                <c:pt idx="27285">
                  <c:v>69655</c:v>
                </c:pt>
                <c:pt idx="27286">
                  <c:v>69656</c:v>
                </c:pt>
                <c:pt idx="27287">
                  <c:v>69657</c:v>
                </c:pt>
                <c:pt idx="27288">
                  <c:v>69658</c:v>
                </c:pt>
                <c:pt idx="27289">
                  <c:v>69659</c:v>
                </c:pt>
                <c:pt idx="27290">
                  <c:v>69660</c:v>
                </c:pt>
                <c:pt idx="27291">
                  <c:v>69661</c:v>
                </c:pt>
                <c:pt idx="27292">
                  <c:v>69662</c:v>
                </c:pt>
                <c:pt idx="27293">
                  <c:v>69663</c:v>
                </c:pt>
                <c:pt idx="27294">
                  <c:v>69664</c:v>
                </c:pt>
                <c:pt idx="27295">
                  <c:v>69665</c:v>
                </c:pt>
                <c:pt idx="27296">
                  <c:v>69666</c:v>
                </c:pt>
                <c:pt idx="27297">
                  <c:v>69667</c:v>
                </c:pt>
                <c:pt idx="27298">
                  <c:v>69668</c:v>
                </c:pt>
                <c:pt idx="27299">
                  <c:v>69669</c:v>
                </c:pt>
                <c:pt idx="27300">
                  <c:v>69670</c:v>
                </c:pt>
                <c:pt idx="27301">
                  <c:v>69671</c:v>
                </c:pt>
                <c:pt idx="27302">
                  <c:v>69672</c:v>
                </c:pt>
                <c:pt idx="27303">
                  <c:v>69673</c:v>
                </c:pt>
                <c:pt idx="27304">
                  <c:v>69674</c:v>
                </c:pt>
                <c:pt idx="27305">
                  <c:v>69675</c:v>
                </c:pt>
                <c:pt idx="27306">
                  <c:v>69676</c:v>
                </c:pt>
                <c:pt idx="27307">
                  <c:v>69677</c:v>
                </c:pt>
                <c:pt idx="27308">
                  <c:v>69678</c:v>
                </c:pt>
                <c:pt idx="27309">
                  <c:v>69679</c:v>
                </c:pt>
                <c:pt idx="27310">
                  <c:v>69680</c:v>
                </c:pt>
                <c:pt idx="27311">
                  <c:v>69681</c:v>
                </c:pt>
                <c:pt idx="27312">
                  <c:v>69682</c:v>
                </c:pt>
                <c:pt idx="27313">
                  <c:v>69683</c:v>
                </c:pt>
                <c:pt idx="27314">
                  <c:v>69684</c:v>
                </c:pt>
                <c:pt idx="27315">
                  <c:v>69685</c:v>
                </c:pt>
                <c:pt idx="27316">
                  <c:v>69686</c:v>
                </c:pt>
                <c:pt idx="27317">
                  <c:v>69687</c:v>
                </c:pt>
                <c:pt idx="27318">
                  <c:v>69688</c:v>
                </c:pt>
                <c:pt idx="27319">
                  <c:v>69689</c:v>
                </c:pt>
                <c:pt idx="27320">
                  <c:v>69690</c:v>
                </c:pt>
                <c:pt idx="27321">
                  <c:v>69691</c:v>
                </c:pt>
                <c:pt idx="27322">
                  <c:v>69692</c:v>
                </c:pt>
                <c:pt idx="27323">
                  <c:v>69693</c:v>
                </c:pt>
                <c:pt idx="27324">
                  <c:v>69694</c:v>
                </c:pt>
                <c:pt idx="27325">
                  <c:v>69695</c:v>
                </c:pt>
                <c:pt idx="27326">
                  <c:v>69696</c:v>
                </c:pt>
                <c:pt idx="27327">
                  <c:v>69697</c:v>
                </c:pt>
                <c:pt idx="27328">
                  <c:v>69698</c:v>
                </c:pt>
                <c:pt idx="27329">
                  <c:v>69699</c:v>
                </c:pt>
                <c:pt idx="27330">
                  <c:v>69700</c:v>
                </c:pt>
                <c:pt idx="27331">
                  <c:v>69701</c:v>
                </c:pt>
                <c:pt idx="27332">
                  <c:v>69702</c:v>
                </c:pt>
                <c:pt idx="27333">
                  <c:v>69703</c:v>
                </c:pt>
                <c:pt idx="27334">
                  <c:v>69704</c:v>
                </c:pt>
                <c:pt idx="27335">
                  <c:v>69705</c:v>
                </c:pt>
                <c:pt idx="27336">
                  <c:v>69706</c:v>
                </c:pt>
                <c:pt idx="27337">
                  <c:v>69707</c:v>
                </c:pt>
                <c:pt idx="27338">
                  <c:v>69708</c:v>
                </c:pt>
                <c:pt idx="27339">
                  <c:v>69709</c:v>
                </c:pt>
                <c:pt idx="27340">
                  <c:v>69710</c:v>
                </c:pt>
                <c:pt idx="27341">
                  <c:v>69711</c:v>
                </c:pt>
                <c:pt idx="27342">
                  <c:v>69712</c:v>
                </c:pt>
                <c:pt idx="27343">
                  <c:v>69713</c:v>
                </c:pt>
                <c:pt idx="27344">
                  <c:v>69714</c:v>
                </c:pt>
                <c:pt idx="27345">
                  <c:v>69715</c:v>
                </c:pt>
                <c:pt idx="27346">
                  <c:v>69716</c:v>
                </c:pt>
                <c:pt idx="27347">
                  <c:v>69717</c:v>
                </c:pt>
                <c:pt idx="27348">
                  <c:v>69718</c:v>
                </c:pt>
                <c:pt idx="27349">
                  <c:v>69719</c:v>
                </c:pt>
                <c:pt idx="27350">
                  <c:v>69720</c:v>
                </c:pt>
                <c:pt idx="27351">
                  <c:v>69721</c:v>
                </c:pt>
                <c:pt idx="27352">
                  <c:v>69722</c:v>
                </c:pt>
                <c:pt idx="27353">
                  <c:v>69723</c:v>
                </c:pt>
                <c:pt idx="27354">
                  <c:v>69724</c:v>
                </c:pt>
                <c:pt idx="27355">
                  <c:v>69725</c:v>
                </c:pt>
                <c:pt idx="27356">
                  <c:v>69726</c:v>
                </c:pt>
                <c:pt idx="27357">
                  <c:v>69727</c:v>
                </c:pt>
                <c:pt idx="27358">
                  <c:v>69728</c:v>
                </c:pt>
                <c:pt idx="27359">
                  <c:v>69729</c:v>
                </c:pt>
                <c:pt idx="27360">
                  <c:v>69730</c:v>
                </c:pt>
                <c:pt idx="27361">
                  <c:v>69731</c:v>
                </c:pt>
                <c:pt idx="27362">
                  <c:v>69732</c:v>
                </c:pt>
                <c:pt idx="27363">
                  <c:v>69733</c:v>
                </c:pt>
                <c:pt idx="27364">
                  <c:v>69734</c:v>
                </c:pt>
                <c:pt idx="27365">
                  <c:v>69735</c:v>
                </c:pt>
                <c:pt idx="27366">
                  <c:v>69736</c:v>
                </c:pt>
                <c:pt idx="27367">
                  <c:v>69737</c:v>
                </c:pt>
                <c:pt idx="27368">
                  <c:v>69738</c:v>
                </c:pt>
                <c:pt idx="27369">
                  <c:v>69739</c:v>
                </c:pt>
                <c:pt idx="27370">
                  <c:v>69740</c:v>
                </c:pt>
                <c:pt idx="27371">
                  <c:v>69741</c:v>
                </c:pt>
                <c:pt idx="27372">
                  <c:v>69742</c:v>
                </c:pt>
                <c:pt idx="27373">
                  <c:v>69743</c:v>
                </c:pt>
                <c:pt idx="27374">
                  <c:v>69744</c:v>
                </c:pt>
                <c:pt idx="27375">
                  <c:v>69745</c:v>
                </c:pt>
                <c:pt idx="27376">
                  <c:v>69746</c:v>
                </c:pt>
                <c:pt idx="27377">
                  <c:v>69747</c:v>
                </c:pt>
                <c:pt idx="27378">
                  <c:v>69748</c:v>
                </c:pt>
                <c:pt idx="27379">
                  <c:v>69749</c:v>
                </c:pt>
                <c:pt idx="27380">
                  <c:v>69750</c:v>
                </c:pt>
                <c:pt idx="27381">
                  <c:v>69751</c:v>
                </c:pt>
                <c:pt idx="27382">
                  <c:v>69752</c:v>
                </c:pt>
                <c:pt idx="27383">
                  <c:v>69753</c:v>
                </c:pt>
                <c:pt idx="27384">
                  <c:v>69754</c:v>
                </c:pt>
                <c:pt idx="27385">
                  <c:v>69755</c:v>
                </c:pt>
                <c:pt idx="27386">
                  <c:v>69756</c:v>
                </c:pt>
                <c:pt idx="27387">
                  <c:v>69757</c:v>
                </c:pt>
                <c:pt idx="27388">
                  <c:v>69758</c:v>
                </c:pt>
                <c:pt idx="27389">
                  <c:v>69759</c:v>
                </c:pt>
                <c:pt idx="27390">
                  <c:v>69760</c:v>
                </c:pt>
                <c:pt idx="27391">
                  <c:v>69761</c:v>
                </c:pt>
                <c:pt idx="27392">
                  <c:v>69762</c:v>
                </c:pt>
                <c:pt idx="27393">
                  <c:v>69763</c:v>
                </c:pt>
                <c:pt idx="27394">
                  <c:v>69764</c:v>
                </c:pt>
                <c:pt idx="27395">
                  <c:v>69765</c:v>
                </c:pt>
                <c:pt idx="27396">
                  <c:v>69766</c:v>
                </c:pt>
                <c:pt idx="27397">
                  <c:v>69767</c:v>
                </c:pt>
                <c:pt idx="27398">
                  <c:v>69768</c:v>
                </c:pt>
                <c:pt idx="27399">
                  <c:v>69769</c:v>
                </c:pt>
                <c:pt idx="27400">
                  <c:v>69770</c:v>
                </c:pt>
                <c:pt idx="27401">
                  <c:v>69771</c:v>
                </c:pt>
                <c:pt idx="27402">
                  <c:v>69772</c:v>
                </c:pt>
                <c:pt idx="27403">
                  <c:v>69773</c:v>
                </c:pt>
                <c:pt idx="27404">
                  <c:v>69774</c:v>
                </c:pt>
                <c:pt idx="27405">
                  <c:v>69775</c:v>
                </c:pt>
                <c:pt idx="27406">
                  <c:v>69776</c:v>
                </c:pt>
                <c:pt idx="27407">
                  <c:v>69777</c:v>
                </c:pt>
                <c:pt idx="27408">
                  <c:v>69778</c:v>
                </c:pt>
                <c:pt idx="27409">
                  <c:v>69779</c:v>
                </c:pt>
                <c:pt idx="27410">
                  <c:v>69780</c:v>
                </c:pt>
                <c:pt idx="27411">
                  <c:v>69781</c:v>
                </c:pt>
                <c:pt idx="27412">
                  <c:v>69782</c:v>
                </c:pt>
                <c:pt idx="27413">
                  <c:v>69783</c:v>
                </c:pt>
                <c:pt idx="27414">
                  <c:v>69784</c:v>
                </c:pt>
                <c:pt idx="27415">
                  <c:v>69785</c:v>
                </c:pt>
                <c:pt idx="27416">
                  <c:v>69786</c:v>
                </c:pt>
                <c:pt idx="27417">
                  <c:v>69787</c:v>
                </c:pt>
                <c:pt idx="27418">
                  <c:v>69788</c:v>
                </c:pt>
                <c:pt idx="27419">
                  <c:v>69789</c:v>
                </c:pt>
                <c:pt idx="27420">
                  <c:v>69790</c:v>
                </c:pt>
                <c:pt idx="27421">
                  <c:v>69791</c:v>
                </c:pt>
                <c:pt idx="27422">
                  <c:v>69792</c:v>
                </c:pt>
                <c:pt idx="27423">
                  <c:v>69793</c:v>
                </c:pt>
                <c:pt idx="27424">
                  <c:v>69794</c:v>
                </c:pt>
                <c:pt idx="27425">
                  <c:v>69795</c:v>
                </c:pt>
                <c:pt idx="27426">
                  <c:v>69796</c:v>
                </c:pt>
                <c:pt idx="27427">
                  <c:v>69797</c:v>
                </c:pt>
                <c:pt idx="27428">
                  <c:v>69798</c:v>
                </c:pt>
                <c:pt idx="27429">
                  <c:v>69799</c:v>
                </c:pt>
                <c:pt idx="27430">
                  <c:v>69800</c:v>
                </c:pt>
                <c:pt idx="27431">
                  <c:v>69801</c:v>
                </c:pt>
                <c:pt idx="27432">
                  <c:v>69802</c:v>
                </c:pt>
                <c:pt idx="27433">
                  <c:v>69803</c:v>
                </c:pt>
                <c:pt idx="27434">
                  <c:v>69804</c:v>
                </c:pt>
                <c:pt idx="27435">
                  <c:v>69805</c:v>
                </c:pt>
                <c:pt idx="27436">
                  <c:v>69806</c:v>
                </c:pt>
                <c:pt idx="27437">
                  <c:v>69807</c:v>
                </c:pt>
                <c:pt idx="27438">
                  <c:v>69808</c:v>
                </c:pt>
                <c:pt idx="27439">
                  <c:v>69809</c:v>
                </c:pt>
                <c:pt idx="27440">
                  <c:v>69810</c:v>
                </c:pt>
                <c:pt idx="27441">
                  <c:v>69811</c:v>
                </c:pt>
                <c:pt idx="27442">
                  <c:v>69812</c:v>
                </c:pt>
                <c:pt idx="27443">
                  <c:v>69813</c:v>
                </c:pt>
                <c:pt idx="27444">
                  <c:v>69814</c:v>
                </c:pt>
                <c:pt idx="27445">
                  <c:v>69815</c:v>
                </c:pt>
                <c:pt idx="27446">
                  <c:v>69816</c:v>
                </c:pt>
                <c:pt idx="27447">
                  <c:v>69817</c:v>
                </c:pt>
                <c:pt idx="27448">
                  <c:v>69818</c:v>
                </c:pt>
                <c:pt idx="27449">
                  <c:v>69819</c:v>
                </c:pt>
                <c:pt idx="27450">
                  <c:v>69820</c:v>
                </c:pt>
                <c:pt idx="27451">
                  <c:v>69821</c:v>
                </c:pt>
                <c:pt idx="27452">
                  <c:v>69822</c:v>
                </c:pt>
                <c:pt idx="27453">
                  <c:v>69823</c:v>
                </c:pt>
                <c:pt idx="27454">
                  <c:v>69824</c:v>
                </c:pt>
                <c:pt idx="27455">
                  <c:v>69825</c:v>
                </c:pt>
                <c:pt idx="27456">
                  <c:v>69826</c:v>
                </c:pt>
                <c:pt idx="27457">
                  <c:v>69827</c:v>
                </c:pt>
                <c:pt idx="27458">
                  <c:v>69828</c:v>
                </c:pt>
                <c:pt idx="27459">
                  <c:v>69829</c:v>
                </c:pt>
                <c:pt idx="27460">
                  <c:v>69830</c:v>
                </c:pt>
                <c:pt idx="27461">
                  <c:v>69831</c:v>
                </c:pt>
                <c:pt idx="27462">
                  <c:v>69832</c:v>
                </c:pt>
                <c:pt idx="27463">
                  <c:v>69833</c:v>
                </c:pt>
                <c:pt idx="27464">
                  <c:v>69834</c:v>
                </c:pt>
                <c:pt idx="27465">
                  <c:v>69835</c:v>
                </c:pt>
                <c:pt idx="27466">
                  <c:v>69836</c:v>
                </c:pt>
                <c:pt idx="27467">
                  <c:v>69837</c:v>
                </c:pt>
                <c:pt idx="27468">
                  <c:v>69838</c:v>
                </c:pt>
                <c:pt idx="27469">
                  <c:v>69839</c:v>
                </c:pt>
                <c:pt idx="27470">
                  <c:v>69840</c:v>
                </c:pt>
                <c:pt idx="27471">
                  <c:v>69841</c:v>
                </c:pt>
                <c:pt idx="27472">
                  <c:v>69842</c:v>
                </c:pt>
                <c:pt idx="27473">
                  <c:v>69843</c:v>
                </c:pt>
                <c:pt idx="27474">
                  <c:v>69844</c:v>
                </c:pt>
                <c:pt idx="27475">
                  <c:v>69845</c:v>
                </c:pt>
                <c:pt idx="27476">
                  <c:v>69846</c:v>
                </c:pt>
                <c:pt idx="27477">
                  <c:v>69847</c:v>
                </c:pt>
                <c:pt idx="27478">
                  <c:v>69848</c:v>
                </c:pt>
                <c:pt idx="27479">
                  <c:v>69849</c:v>
                </c:pt>
                <c:pt idx="27480">
                  <c:v>69850</c:v>
                </c:pt>
                <c:pt idx="27481">
                  <c:v>69851</c:v>
                </c:pt>
                <c:pt idx="27482">
                  <c:v>69852</c:v>
                </c:pt>
                <c:pt idx="27483">
                  <c:v>69853</c:v>
                </c:pt>
                <c:pt idx="27484">
                  <c:v>69854</c:v>
                </c:pt>
                <c:pt idx="27485">
                  <c:v>69855</c:v>
                </c:pt>
                <c:pt idx="27486">
                  <c:v>69856</c:v>
                </c:pt>
                <c:pt idx="27487">
                  <c:v>69857</c:v>
                </c:pt>
                <c:pt idx="27488">
                  <c:v>69858</c:v>
                </c:pt>
                <c:pt idx="27489">
                  <c:v>69859</c:v>
                </c:pt>
                <c:pt idx="27490">
                  <c:v>69860</c:v>
                </c:pt>
                <c:pt idx="27491">
                  <c:v>69861</c:v>
                </c:pt>
                <c:pt idx="27492">
                  <c:v>69862</c:v>
                </c:pt>
                <c:pt idx="27493">
                  <c:v>69863</c:v>
                </c:pt>
                <c:pt idx="27494">
                  <c:v>69864</c:v>
                </c:pt>
                <c:pt idx="27495">
                  <c:v>69865</c:v>
                </c:pt>
                <c:pt idx="27496">
                  <c:v>69866</c:v>
                </c:pt>
                <c:pt idx="27497">
                  <c:v>69867</c:v>
                </c:pt>
                <c:pt idx="27498">
                  <c:v>69868</c:v>
                </c:pt>
                <c:pt idx="27499">
                  <c:v>69869</c:v>
                </c:pt>
                <c:pt idx="27500">
                  <c:v>69870</c:v>
                </c:pt>
                <c:pt idx="27501">
                  <c:v>69871</c:v>
                </c:pt>
                <c:pt idx="27502">
                  <c:v>69872</c:v>
                </c:pt>
                <c:pt idx="27503">
                  <c:v>69873</c:v>
                </c:pt>
                <c:pt idx="27504">
                  <c:v>69874</c:v>
                </c:pt>
                <c:pt idx="27505">
                  <c:v>69875</c:v>
                </c:pt>
                <c:pt idx="27506">
                  <c:v>69876</c:v>
                </c:pt>
                <c:pt idx="27507">
                  <c:v>69877</c:v>
                </c:pt>
                <c:pt idx="27508">
                  <c:v>69878</c:v>
                </c:pt>
                <c:pt idx="27509">
                  <c:v>69879</c:v>
                </c:pt>
                <c:pt idx="27510">
                  <c:v>69880</c:v>
                </c:pt>
                <c:pt idx="27511">
                  <c:v>69881</c:v>
                </c:pt>
                <c:pt idx="27512">
                  <c:v>69882</c:v>
                </c:pt>
                <c:pt idx="27513">
                  <c:v>69883</c:v>
                </c:pt>
                <c:pt idx="27514">
                  <c:v>69884</c:v>
                </c:pt>
                <c:pt idx="27515">
                  <c:v>69885</c:v>
                </c:pt>
                <c:pt idx="27516">
                  <c:v>69886</c:v>
                </c:pt>
                <c:pt idx="27517">
                  <c:v>69887</c:v>
                </c:pt>
                <c:pt idx="27518">
                  <c:v>69888</c:v>
                </c:pt>
                <c:pt idx="27519">
                  <c:v>69889</c:v>
                </c:pt>
                <c:pt idx="27520">
                  <c:v>69890</c:v>
                </c:pt>
                <c:pt idx="27521">
                  <c:v>69891</c:v>
                </c:pt>
                <c:pt idx="27522">
                  <c:v>69892</c:v>
                </c:pt>
                <c:pt idx="27523">
                  <c:v>69893</c:v>
                </c:pt>
                <c:pt idx="27524">
                  <c:v>69894</c:v>
                </c:pt>
                <c:pt idx="27525">
                  <c:v>69895</c:v>
                </c:pt>
                <c:pt idx="27526">
                  <c:v>69896</c:v>
                </c:pt>
                <c:pt idx="27527">
                  <c:v>69897</c:v>
                </c:pt>
                <c:pt idx="27528">
                  <c:v>69898</c:v>
                </c:pt>
                <c:pt idx="27529">
                  <c:v>69899</c:v>
                </c:pt>
                <c:pt idx="27530">
                  <c:v>69900</c:v>
                </c:pt>
                <c:pt idx="27531">
                  <c:v>69901</c:v>
                </c:pt>
                <c:pt idx="27532">
                  <c:v>69902</c:v>
                </c:pt>
                <c:pt idx="27533">
                  <c:v>69903</c:v>
                </c:pt>
                <c:pt idx="27534">
                  <c:v>69904</c:v>
                </c:pt>
                <c:pt idx="27535">
                  <c:v>69905</c:v>
                </c:pt>
                <c:pt idx="27536">
                  <c:v>69906</c:v>
                </c:pt>
                <c:pt idx="27537">
                  <c:v>69907</c:v>
                </c:pt>
                <c:pt idx="27538">
                  <c:v>69908</c:v>
                </c:pt>
                <c:pt idx="27539">
                  <c:v>69909</c:v>
                </c:pt>
                <c:pt idx="27540">
                  <c:v>69910</c:v>
                </c:pt>
                <c:pt idx="27541">
                  <c:v>69911</c:v>
                </c:pt>
                <c:pt idx="27542">
                  <c:v>69912</c:v>
                </c:pt>
                <c:pt idx="27543">
                  <c:v>69913</c:v>
                </c:pt>
                <c:pt idx="27544">
                  <c:v>69914</c:v>
                </c:pt>
                <c:pt idx="27545">
                  <c:v>69915</c:v>
                </c:pt>
                <c:pt idx="27546">
                  <c:v>69916</c:v>
                </c:pt>
                <c:pt idx="27547">
                  <c:v>69917</c:v>
                </c:pt>
                <c:pt idx="27548">
                  <c:v>69918</c:v>
                </c:pt>
                <c:pt idx="27549">
                  <c:v>69919</c:v>
                </c:pt>
                <c:pt idx="27550">
                  <c:v>69920</c:v>
                </c:pt>
                <c:pt idx="27551">
                  <c:v>69921</c:v>
                </c:pt>
                <c:pt idx="27552">
                  <c:v>69922</c:v>
                </c:pt>
                <c:pt idx="27553">
                  <c:v>69923</c:v>
                </c:pt>
                <c:pt idx="27554">
                  <c:v>69924</c:v>
                </c:pt>
                <c:pt idx="27555">
                  <c:v>69925</c:v>
                </c:pt>
                <c:pt idx="27556">
                  <c:v>69926</c:v>
                </c:pt>
                <c:pt idx="27557">
                  <c:v>69927</c:v>
                </c:pt>
                <c:pt idx="27558">
                  <c:v>69928</c:v>
                </c:pt>
                <c:pt idx="27559">
                  <c:v>69929</c:v>
                </c:pt>
                <c:pt idx="27560">
                  <c:v>69930</c:v>
                </c:pt>
                <c:pt idx="27561">
                  <c:v>69931</c:v>
                </c:pt>
                <c:pt idx="27562">
                  <c:v>69932</c:v>
                </c:pt>
                <c:pt idx="27563">
                  <c:v>69933</c:v>
                </c:pt>
                <c:pt idx="27564">
                  <c:v>69934</c:v>
                </c:pt>
                <c:pt idx="27565">
                  <c:v>69935</c:v>
                </c:pt>
                <c:pt idx="27566">
                  <c:v>69936</c:v>
                </c:pt>
                <c:pt idx="27567">
                  <c:v>69937</c:v>
                </c:pt>
                <c:pt idx="27568">
                  <c:v>69938</c:v>
                </c:pt>
                <c:pt idx="27569">
                  <c:v>69939</c:v>
                </c:pt>
                <c:pt idx="27570">
                  <c:v>69940</c:v>
                </c:pt>
                <c:pt idx="27571">
                  <c:v>69941</c:v>
                </c:pt>
                <c:pt idx="27572">
                  <c:v>69942</c:v>
                </c:pt>
                <c:pt idx="27573">
                  <c:v>69943</c:v>
                </c:pt>
                <c:pt idx="27574">
                  <c:v>69944</c:v>
                </c:pt>
                <c:pt idx="27575">
                  <c:v>69945</c:v>
                </c:pt>
                <c:pt idx="27576">
                  <c:v>69946</c:v>
                </c:pt>
                <c:pt idx="27577">
                  <c:v>69947</c:v>
                </c:pt>
                <c:pt idx="27578">
                  <c:v>69948</c:v>
                </c:pt>
                <c:pt idx="27579">
                  <c:v>69949</c:v>
                </c:pt>
                <c:pt idx="27580">
                  <c:v>69950</c:v>
                </c:pt>
                <c:pt idx="27581">
                  <c:v>69951</c:v>
                </c:pt>
                <c:pt idx="27582">
                  <c:v>69952</c:v>
                </c:pt>
                <c:pt idx="27583">
                  <c:v>69953</c:v>
                </c:pt>
                <c:pt idx="27584">
                  <c:v>69954</c:v>
                </c:pt>
                <c:pt idx="27585">
                  <c:v>69955</c:v>
                </c:pt>
                <c:pt idx="27586">
                  <c:v>69956</c:v>
                </c:pt>
                <c:pt idx="27587">
                  <c:v>69957</c:v>
                </c:pt>
                <c:pt idx="27588">
                  <c:v>69958</c:v>
                </c:pt>
                <c:pt idx="27589">
                  <c:v>69959</c:v>
                </c:pt>
                <c:pt idx="27590">
                  <c:v>69960</c:v>
                </c:pt>
                <c:pt idx="27591">
                  <c:v>69961</c:v>
                </c:pt>
                <c:pt idx="27592">
                  <c:v>69962</c:v>
                </c:pt>
                <c:pt idx="27593">
                  <c:v>69963</c:v>
                </c:pt>
                <c:pt idx="27594">
                  <c:v>69964</c:v>
                </c:pt>
                <c:pt idx="27595">
                  <c:v>69965</c:v>
                </c:pt>
                <c:pt idx="27596">
                  <c:v>69966</c:v>
                </c:pt>
                <c:pt idx="27597">
                  <c:v>69967</c:v>
                </c:pt>
                <c:pt idx="27598">
                  <c:v>69968</c:v>
                </c:pt>
                <c:pt idx="27599">
                  <c:v>69969</c:v>
                </c:pt>
                <c:pt idx="27600">
                  <c:v>69970</c:v>
                </c:pt>
                <c:pt idx="27601">
                  <c:v>69971</c:v>
                </c:pt>
                <c:pt idx="27602">
                  <c:v>69972</c:v>
                </c:pt>
                <c:pt idx="27603">
                  <c:v>69973</c:v>
                </c:pt>
                <c:pt idx="27604">
                  <c:v>69974</c:v>
                </c:pt>
                <c:pt idx="27605">
                  <c:v>69975</c:v>
                </c:pt>
                <c:pt idx="27606">
                  <c:v>69976</c:v>
                </c:pt>
                <c:pt idx="27607">
                  <c:v>69977</c:v>
                </c:pt>
                <c:pt idx="27608">
                  <c:v>69978</c:v>
                </c:pt>
                <c:pt idx="27609">
                  <c:v>69979</c:v>
                </c:pt>
                <c:pt idx="27610">
                  <c:v>69980</c:v>
                </c:pt>
                <c:pt idx="27611">
                  <c:v>69981</c:v>
                </c:pt>
                <c:pt idx="27612">
                  <c:v>69982</c:v>
                </c:pt>
                <c:pt idx="27613">
                  <c:v>69983</c:v>
                </c:pt>
                <c:pt idx="27614">
                  <c:v>69984</c:v>
                </c:pt>
                <c:pt idx="27615">
                  <c:v>69985</c:v>
                </c:pt>
                <c:pt idx="27616">
                  <c:v>69986</c:v>
                </c:pt>
                <c:pt idx="27617">
                  <c:v>69987</c:v>
                </c:pt>
                <c:pt idx="27618">
                  <c:v>69988</c:v>
                </c:pt>
                <c:pt idx="27619">
                  <c:v>69989</c:v>
                </c:pt>
                <c:pt idx="27620">
                  <c:v>69990</c:v>
                </c:pt>
                <c:pt idx="27621">
                  <c:v>69991</c:v>
                </c:pt>
                <c:pt idx="27622">
                  <c:v>69992</c:v>
                </c:pt>
                <c:pt idx="27623">
                  <c:v>69993</c:v>
                </c:pt>
                <c:pt idx="27624">
                  <c:v>69994</c:v>
                </c:pt>
                <c:pt idx="27625">
                  <c:v>69995</c:v>
                </c:pt>
                <c:pt idx="27626">
                  <c:v>69996</c:v>
                </c:pt>
                <c:pt idx="27627">
                  <c:v>69997</c:v>
                </c:pt>
                <c:pt idx="27628">
                  <c:v>69998</c:v>
                </c:pt>
                <c:pt idx="27629">
                  <c:v>69999</c:v>
                </c:pt>
                <c:pt idx="27630">
                  <c:v>70000</c:v>
                </c:pt>
                <c:pt idx="27631">
                  <c:v>70001</c:v>
                </c:pt>
                <c:pt idx="27632">
                  <c:v>70002</c:v>
                </c:pt>
                <c:pt idx="27633">
                  <c:v>70003</c:v>
                </c:pt>
                <c:pt idx="27634">
                  <c:v>70004</c:v>
                </c:pt>
                <c:pt idx="27635">
                  <c:v>70005</c:v>
                </c:pt>
                <c:pt idx="27636">
                  <c:v>70006</c:v>
                </c:pt>
                <c:pt idx="27637">
                  <c:v>70007</c:v>
                </c:pt>
                <c:pt idx="27638">
                  <c:v>70008</c:v>
                </c:pt>
                <c:pt idx="27639">
                  <c:v>70009</c:v>
                </c:pt>
                <c:pt idx="27640">
                  <c:v>70010</c:v>
                </c:pt>
                <c:pt idx="27641">
                  <c:v>70011</c:v>
                </c:pt>
                <c:pt idx="27642">
                  <c:v>70012</c:v>
                </c:pt>
                <c:pt idx="27643">
                  <c:v>70013</c:v>
                </c:pt>
                <c:pt idx="27644">
                  <c:v>70014</c:v>
                </c:pt>
                <c:pt idx="27645">
                  <c:v>70015</c:v>
                </c:pt>
                <c:pt idx="27646">
                  <c:v>70016</c:v>
                </c:pt>
                <c:pt idx="27647">
                  <c:v>70017</c:v>
                </c:pt>
                <c:pt idx="27648">
                  <c:v>70018</c:v>
                </c:pt>
                <c:pt idx="27649">
                  <c:v>70019</c:v>
                </c:pt>
                <c:pt idx="27650">
                  <c:v>70020</c:v>
                </c:pt>
                <c:pt idx="27651">
                  <c:v>70021</c:v>
                </c:pt>
                <c:pt idx="27652">
                  <c:v>70022</c:v>
                </c:pt>
                <c:pt idx="27653">
                  <c:v>70023</c:v>
                </c:pt>
                <c:pt idx="27654">
                  <c:v>70024</c:v>
                </c:pt>
                <c:pt idx="27655">
                  <c:v>70025</c:v>
                </c:pt>
                <c:pt idx="27656">
                  <c:v>70026</c:v>
                </c:pt>
                <c:pt idx="27657">
                  <c:v>70027</c:v>
                </c:pt>
                <c:pt idx="27658">
                  <c:v>70028</c:v>
                </c:pt>
                <c:pt idx="27659">
                  <c:v>70029</c:v>
                </c:pt>
                <c:pt idx="27660">
                  <c:v>70030</c:v>
                </c:pt>
                <c:pt idx="27661">
                  <c:v>70031</c:v>
                </c:pt>
                <c:pt idx="27662">
                  <c:v>70032</c:v>
                </c:pt>
                <c:pt idx="27663">
                  <c:v>70033</c:v>
                </c:pt>
                <c:pt idx="27664">
                  <c:v>70034</c:v>
                </c:pt>
                <c:pt idx="27665">
                  <c:v>70035</c:v>
                </c:pt>
                <c:pt idx="27666">
                  <c:v>70036</c:v>
                </c:pt>
                <c:pt idx="27667">
                  <c:v>70037</c:v>
                </c:pt>
                <c:pt idx="27668">
                  <c:v>70038</c:v>
                </c:pt>
                <c:pt idx="27669">
                  <c:v>70039</c:v>
                </c:pt>
                <c:pt idx="27670">
                  <c:v>70040</c:v>
                </c:pt>
                <c:pt idx="27671">
                  <c:v>70041</c:v>
                </c:pt>
                <c:pt idx="27672">
                  <c:v>70042</c:v>
                </c:pt>
                <c:pt idx="27673">
                  <c:v>70043</c:v>
                </c:pt>
                <c:pt idx="27674">
                  <c:v>70044</c:v>
                </c:pt>
                <c:pt idx="27675">
                  <c:v>70045</c:v>
                </c:pt>
                <c:pt idx="27676">
                  <c:v>70046</c:v>
                </c:pt>
                <c:pt idx="27677">
                  <c:v>70047</c:v>
                </c:pt>
                <c:pt idx="27678">
                  <c:v>70048</c:v>
                </c:pt>
                <c:pt idx="27679">
                  <c:v>70049</c:v>
                </c:pt>
                <c:pt idx="27680">
                  <c:v>70050</c:v>
                </c:pt>
                <c:pt idx="27681">
                  <c:v>70051</c:v>
                </c:pt>
                <c:pt idx="27682">
                  <c:v>70052</c:v>
                </c:pt>
                <c:pt idx="27683">
                  <c:v>70053</c:v>
                </c:pt>
                <c:pt idx="27684">
                  <c:v>70054</c:v>
                </c:pt>
                <c:pt idx="27685">
                  <c:v>70055</c:v>
                </c:pt>
                <c:pt idx="27686">
                  <c:v>70056</c:v>
                </c:pt>
                <c:pt idx="27687">
                  <c:v>70057</c:v>
                </c:pt>
                <c:pt idx="27688">
                  <c:v>70058</c:v>
                </c:pt>
                <c:pt idx="27689">
                  <c:v>70059</c:v>
                </c:pt>
                <c:pt idx="27690">
                  <c:v>70060</c:v>
                </c:pt>
                <c:pt idx="27691">
                  <c:v>70061</c:v>
                </c:pt>
                <c:pt idx="27692">
                  <c:v>70062</c:v>
                </c:pt>
                <c:pt idx="27693">
                  <c:v>70063</c:v>
                </c:pt>
                <c:pt idx="27694">
                  <c:v>70064</c:v>
                </c:pt>
                <c:pt idx="27695">
                  <c:v>70065</c:v>
                </c:pt>
                <c:pt idx="27696">
                  <c:v>70066</c:v>
                </c:pt>
                <c:pt idx="27697">
                  <c:v>70067</c:v>
                </c:pt>
                <c:pt idx="27698">
                  <c:v>70068</c:v>
                </c:pt>
                <c:pt idx="27699">
                  <c:v>70069</c:v>
                </c:pt>
                <c:pt idx="27700">
                  <c:v>70070</c:v>
                </c:pt>
                <c:pt idx="27701">
                  <c:v>70071</c:v>
                </c:pt>
                <c:pt idx="27702">
                  <c:v>70072</c:v>
                </c:pt>
                <c:pt idx="27703">
                  <c:v>70073</c:v>
                </c:pt>
                <c:pt idx="27704">
                  <c:v>70074</c:v>
                </c:pt>
                <c:pt idx="27705">
                  <c:v>70075</c:v>
                </c:pt>
                <c:pt idx="27706">
                  <c:v>70076</c:v>
                </c:pt>
                <c:pt idx="27707">
                  <c:v>70077</c:v>
                </c:pt>
                <c:pt idx="27708">
                  <c:v>70078</c:v>
                </c:pt>
                <c:pt idx="27709">
                  <c:v>70079</c:v>
                </c:pt>
                <c:pt idx="27710">
                  <c:v>70080</c:v>
                </c:pt>
                <c:pt idx="27711">
                  <c:v>70081</c:v>
                </c:pt>
                <c:pt idx="27712">
                  <c:v>70082</c:v>
                </c:pt>
                <c:pt idx="27713">
                  <c:v>70083</c:v>
                </c:pt>
                <c:pt idx="27714">
                  <c:v>70084</c:v>
                </c:pt>
                <c:pt idx="27715">
                  <c:v>70085</c:v>
                </c:pt>
                <c:pt idx="27716">
                  <c:v>70086</c:v>
                </c:pt>
                <c:pt idx="27717">
                  <c:v>70087</c:v>
                </c:pt>
                <c:pt idx="27718">
                  <c:v>70088</c:v>
                </c:pt>
                <c:pt idx="27719">
                  <c:v>70089</c:v>
                </c:pt>
                <c:pt idx="27720">
                  <c:v>70090</c:v>
                </c:pt>
                <c:pt idx="27721">
                  <c:v>70091</c:v>
                </c:pt>
                <c:pt idx="27722">
                  <c:v>70092</c:v>
                </c:pt>
                <c:pt idx="27723">
                  <c:v>70093</c:v>
                </c:pt>
                <c:pt idx="27724">
                  <c:v>70094</c:v>
                </c:pt>
                <c:pt idx="27725">
                  <c:v>70095</c:v>
                </c:pt>
                <c:pt idx="27726">
                  <c:v>70096</c:v>
                </c:pt>
                <c:pt idx="27727">
                  <c:v>70097</c:v>
                </c:pt>
                <c:pt idx="27728">
                  <c:v>70098</c:v>
                </c:pt>
                <c:pt idx="27729">
                  <c:v>70099</c:v>
                </c:pt>
                <c:pt idx="27730">
                  <c:v>70100</c:v>
                </c:pt>
                <c:pt idx="27731">
                  <c:v>70101</c:v>
                </c:pt>
                <c:pt idx="27732">
                  <c:v>70102</c:v>
                </c:pt>
                <c:pt idx="27733">
                  <c:v>70103</c:v>
                </c:pt>
                <c:pt idx="27734">
                  <c:v>70104</c:v>
                </c:pt>
                <c:pt idx="27735">
                  <c:v>70105</c:v>
                </c:pt>
                <c:pt idx="27736">
                  <c:v>70106</c:v>
                </c:pt>
                <c:pt idx="27737">
                  <c:v>70107</c:v>
                </c:pt>
                <c:pt idx="27738">
                  <c:v>70108</c:v>
                </c:pt>
                <c:pt idx="27739">
                  <c:v>70109</c:v>
                </c:pt>
                <c:pt idx="27740">
                  <c:v>70110</c:v>
                </c:pt>
                <c:pt idx="27741">
                  <c:v>70111</c:v>
                </c:pt>
                <c:pt idx="27742">
                  <c:v>70112</c:v>
                </c:pt>
                <c:pt idx="27743">
                  <c:v>70113</c:v>
                </c:pt>
                <c:pt idx="27744">
                  <c:v>70114</c:v>
                </c:pt>
                <c:pt idx="27745">
                  <c:v>70115</c:v>
                </c:pt>
                <c:pt idx="27746">
                  <c:v>70116</c:v>
                </c:pt>
                <c:pt idx="27747">
                  <c:v>70117</c:v>
                </c:pt>
                <c:pt idx="27748">
                  <c:v>70118</c:v>
                </c:pt>
                <c:pt idx="27749">
                  <c:v>70119</c:v>
                </c:pt>
                <c:pt idx="27750">
                  <c:v>70120</c:v>
                </c:pt>
                <c:pt idx="27751">
                  <c:v>70121</c:v>
                </c:pt>
                <c:pt idx="27752">
                  <c:v>70122</c:v>
                </c:pt>
                <c:pt idx="27753">
                  <c:v>70123</c:v>
                </c:pt>
                <c:pt idx="27754">
                  <c:v>70124</c:v>
                </c:pt>
                <c:pt idx="27755">
                  <c:v>70125</c:v>
                </c:pt>
                <c:pt idx="27756">
                  <c:v>70126</c:v>
                </c:pt>
                <c:pt idx="27757">
                  <c:v>70127</c:v>
                </c:pt>
                <c:pt idx="27758">
                  <c:v>70128</c:v>
                </c:pt>
                <c:pt idx="27759">
                  <c:v>70129</c:v>
                </c:pt>
                <c:pt idx="27760">
                  <c:v>70130</c:v>
                </c:pt>
                <c:pt idx="27761">
                  <c:v>70131</c:v>
                </c:pt>
                <c:pt idx="27762">
                  <c:v>70132</c:v>
                </c:pt>
                <c:pt idx="27763">
                  <c:v>70133</c:v>
                </c:pt>
                <c:pt idx="27764">
                  <c:v>70134</c:v>
                </c:pt>
                <c:pt idx="27765">
                  <c:v>70135</c:v>
                </c:pt>
                <c:pt idx="27766">
                  <c:v>70136</c:v>
                </c:pt>
                <c:pt idx="27767">
                  <c:v>70137</c:v>
                </c:pt>
                <c:pt idx="27768">
                  <c:v>70138</c:v>
                </c:pt>
                <c:pt idx="27769">
                  <c:v>70139</c:v>
                </c:pt>
                <c:pt idx="27770">
                  <c:v>70140</c:v>
                </c:pt>
                <c:pt idx="27771">
                  <c:v>70141</c:v>
                </c:pt>
                <c:pt idx="27772">
                  <c:v>70142</c:v>
                </c:pt>
                <c:pt idx="27773">
                  <c:v>70143</c:v>
                </c:pt>
                <c:pt idx="27774">
                  <c:v>70144</c:v>
                </c:pt>
                <c:pt idx="27775">
                  <c:v>70145</c:v>
                </c:pt>
                <c:pt idx="27776">
                  <c:v>70146</c:v>
                </c:pt>
                <c:pt idx="27777">
                  <c:v>70147</c:v>
                </c:pt>
                <c:pt idx="27778">
                  <c:v>70148</c:v>
                </c:pt>
                <c:pt idx="27779">
                  <c:v>70149</c:v>
                </c:pt>
                <c:pt idx="27780">
                  <c:v>70150</c:v>
                </c:pt>
                <c:pt idx="27781">
                  <c:v>70151</c:v>
                </c:pt>
                <c:pt idx="27782">
                  <c:v>70152</c:v>
                </c:pt>
                <c:pt idx="27783">
                  <c:v>70153</c:v>
                </c:pt>
                <c:pt idx="27784">
                  <c:v>70154</c:v>
                </c:pt>
                <c:pt idx="27785">
                  <c:v>70155</c:v>
                </c:pt>
                <c:pt idx="27786">
                  <c:v>70156</c:v>
                </c:pt>
                <c:pt idx="27787">
                  <c:v>70157</c:v>
                </c:pt>
                <c:pt idx="27788">
                  <c:v>70158</c:v>
                </c:pt>
                <c:pt idx="27789">
                  <c:v>70159</c:v>
                </c:pt>
                <c:pt idx="27790">
                  <c:v>70160</c:v>
                </c:pt>
                <c:pt idx="27791">
                  <c:v>70161</c:v>
                </c:pt>
                <c:pt idx="27792">
                  <c:v>70162</c:v>
                </c:pt>
                <c:pt idx="27793">
                  <c:v>70163</c:v>
                </c:pt>
                <c:pt idx="27794">
                  <c:v>70164</c:v>
                </c:pt>
                <c:pt idx="27795">
                  <c:v>70165</c:v>
                </c:pt>
                <c:pt idx="27796">
                  <c:v>70166</c:v>
                </c:pt>
                <c:pt idx="27797">
                  <c:v>70167</c:v>
                </c:pt>
                <c:pt idx="27798">
                  <c:v>70168</c:v>
                </c:pt>
                <c:pt idx="27799">
                  <c:v>70169</c:v>
                </c:pt>
                <c:pt idx="27800">
                  <c:v>70170</c:v>
                </c:pt>
                <c:pt idx="27801">
                  <c:v>70171</c:v>
                </c:pt>
                <c:pt idx="27802">
                  <c:v>70172</c:v>
                </c:pt>
                <c:pt idx="27803">
                  <c:v>70173</c:v>
                </c:pt>
                <c:pt idx="27804">
                  <c:v>70174</c:v>
                </c:pt>
                <c:pt idx="27805">
                  <c:v>70175</c:v>
                </c:pt>
                <c:pt idx="27806">
                  <c:v>70176</c:v>
                </c:pt>
                <c:pt idx="27807">
                  <c:v>70177</c:v>
                </c:pt>
                <c:pt idx="27808">
                  <c:v>70178</c:v>
                </c:pt>
                <c:pt idx="27809">
                  <c:v>70179</c:v>
                </c:pt>
                <c:pt idx="27810">
                  <c:v>70180</c:v>
                </c:pt>
                <c:pt idx="27811">
                  <c:v>70181</c:v>
                </c:pt>
                <c:pt idx="27812">
                  <c:v>70182</c:v>
                </c:pt>
                <c:pt idx="27813">
                  <c:v>70183</c:v>
                </c:pt>
                <c:pt idx="27814">
                  <c:v>70184</c:v>
                </c:pt>
                <c:pt idx="27815">
                  <c:v>70185</c:v>
                </c:pt>
                <c:pt idx="27816">
                  <c:v>70186</c:v>
                </c:pt>
                <c:pt idx="27817">
                  <c:v>70187</c:v>
                </c:pt>
                <c:pt idx="27818">
                  <c:v>70188</c:v>
                </c:pt>
                <c:pt idx="27819">
                  <c:v>70189</c:v>
                </c:pt>
                <c:pt idx="27820">
                  <c:v>70190</c:v>
                </c:pt>
                <c:pt idx="27821">
                  <c:v>70191</c:v>
                </c:pt>
                <c:pt idx="27822">
                  <c:v>70192</c:v>
                </c:pt>
                <c:pt idx="27823">
                  <c:v>70193</c:v>
                </c:pt>
                <c:pt idx="27824">
                  <c:v>70194</c:v>
                </c:pt>
                <c:pt idx="27825">
                  <c:v>70195</c:v>
                </c:pt>
                <c:pt idx="27826">
                  <c:v>70196</c:v>
                </c:pt>
                <c:pt idx="27827">
                  <c:v>70197</c:v>
                </c:pt>
                <c:pt idx="27828">
                  <c:v>70198</c:v>
                </c:pt>
                <c:pt idx="27829">
                  <c:v>70199</c:v>
                </c:pt>
                <c:pt idx="27830">
                  <c:v>70200</c:v>
                </c:pt>
                <c:pt idx="27831">
                  <c:v>70201</c:v>
                </c:pt>
                <c:pt idx="27832">
                  <c:v>70202</c:v>
                </c:pt>
                <c:pt idx="27833">
                  <c:v>70203</c:v>
                </c:pt>
                <c:pt idx="27834">
                  <c:v>70204</c:v>
                </c:pt>
                <c:pt idx="27835">
                  <c:v>70205</c:v>
                </c:pt>
                <c:pt idx="27836">
                  <c:v>70206</c:v>
                </c:pt>
                <c:pt idx="27837">
                  <c:v>70207</c:v>
                </c:pt>
                <c:pt idx="27838">
                  <c:v>70208</c:v>
                </c:pt>
                <c:pt idx="27839">
                  <c:v>70209</c:v>
                </c:pt>
                <c:pt idx="27840">
                  <c:v>70210</c:v>
                </c:pt>
                <c:pt idx="27841">
                  <c:v>70211</c:v>
                </c:pt>
                <c:pt idx="27842">
                  <c:v>70212</c:v>
                </c:pt>
                <c:pt idx="27843">
                  <c:v>70213</c:v>
                </c:pt>
                <c:pt idx="27844">
                  <c:v>70214</c:v>
                </c:pt>
                <c:pt idx="27845">
                  <c:v>70215</c:v>
                </c:pt>
                <c:pt idx="27846">
                  <c:v>70216</c:v>
                </c:pt>
                <c:pt idx="27847">
                  <c:v>70217</c:v>
                </c:pt>
                <c:pt idx="27848">
                  <c:v>70218</c:v>
                </c:pt>
                <c:pt idx="27849">
                  <c:v>70219</c:v>
                </c:pt>
                <c:pt idx="27850">
                  <c:v>70220</c:v>
                </c:pt>
                <c:pt idx="27851">
                  <c:v>70221</c:v>
                </c:pt>
                <c:pt idx="27852">
                  <c:v>70222</c:v>
                </c:pt>
                <c:pt idx="27853">
                  <c:v>70223</c:v>
                </c:pt>
                <c:pt idx="27854">
                  <c:v>70224</c:v>
                </c:pt>
                <c:pt idx="27855">
                  <c:v>70225</c:v>
                </c:pt>
                <c:pt idx="27856">
                  <c:v>70226</c:v>
                </c:pt>
                <c:pt idx="27857">
                  <c:v>70227</c:v>
                </c:pt>
                <c:pt idx="27858">
                  <c:v>70228</c:v>
                </c:pt>
                <c:pt idx="27859">
                  <c:v>70229</c:v>
                </c:pt>
                <c:pt idx="27860">
                  <c:v>70230</c:v>
                </c:pt>
                <c:pt idx="27861">
                  <c:v>70231</c:v>
                </c:pt>
                <c:pt idx="27862">
                  <c:v>70232</c:v>
                </c:pt>
                <c:pt idx="27863">
                  <c:v>70233</c:v>
                </c:pt>
                <c:pt idx="27864">
                  <c:v>70234</c:v>
                </c:pt>
                <c:pt idx="27865">
                  <c:v>70235</c:v>
                </c:pt>
                <c:pt idx="27866">
                  <c:v>70236</c:v>
                </c:pt>
                <c:pt idx="27867">
                  <c:v>70237</c:v>
                </c:pt>
                <c:pt idx="27868">
                  <c:v>70238</c:v>
                </c:pt>
                <c:pt idx="27869">
                  <c:v>70239</c:v>
                </c:pt>
                <c:pt idx="27870">
                  <c:v>70240</c:v>
                </c:pt>
                <c:pt idx="27871">
                  <c:v>70241</c:v>
                </c:pt>
                <c:pt idx="27872">
                  <c:v>70242</c:v>
                </c:pt>
                <c:pt idx="27873">
                  <c:v>70243</c:v>
                </c:pt>
                <c:pt idx="27874">
                  <c:v>70244</c:v>
                </c:pt>
                <c:pt idx="27875">
                  <c:v>70245</c:v>
                </c:pt>
                <c:pt idx="27876">
                  <c:v>70246</c:v>
                </c:pt>
                <c:pt idx="27877">
                  <c:v>70247</c:v>
                </c:pt>
                <c:pt idx="27878">
                  <c:v>70248</c:v>
                </c:pt>
                <c:pt idx="27879">
                  <c:v>70249</c:v>
                </c:pt>
                <c:pt idx="27880">
                  <c:v>70250</c:v>
                </c:pt>
                <c:pt idx="27881">
                  <c:v>70251</c:v>
                </c:pt>
                <c:pt idx="27882">
                  <c:v>70252</c:v>
                </c:pt>
                <c:pt idx="27883">
                  <c:v>70253</c:v>
                </c:pt>
                <c:pt idx="27884">
                  <c:v>70254</c:v>
                </c:pt>
                <c:pt idx="27885">
                  <c:v>70255</c:v>
                </c:pt>
                <c:pt idx="27886">
                  <c:v>70256</c:v>
                </c:pt>
                <c:pt idx="27887">
                  <c:v>70257</c:v>
                </c:pt>
                <c:pt idx="27888">
                  <c:v>70258</c:v>
                </c:pt>
                <c:pt idx="27889">
                  <c:v>70259</c:v>
                </c:pt>
                <c:pt idx="27890">
                  <c:v>70260</c:v>
                </c:pt>
                <c:pt idx="27891">
                  <c:v>70261</c:v>
                </c:pt>
                <c:pt idx="27892">
                  <c:v>70262</c:v>
                </c:pt>
                <c:pt idx="27893">
                  <c:v>70263</c:v>
                </c:pt>
                <c:pt idx="27894">
                  <c:v>70264</c:v>
                </c:pt>
                <c:pt idx="27895">
                  <c:v>70265</c:v>
                </c:pt>
                <c:pt idx="27896">
                  <c:v>70266</c:v>
                </c:pt>
                <c:pt idx="27897">
                  <c:v>70267</c:v>
                </c:pt>
                <c:pt idx="27898">
                  <c:v>70268</c:v>
                </c:pt>
                <c:pt idx="27899">
                  <c:v>70269</c:v>
                </c:pt>
                <c:pt idx="27900">
                  <c:v>70270</c:v>
                </c:pt>
                <c:pt idx="27901">
                  <c:v>70271</c:v>
                </c:pt>
                <c:pt idx="27902">
                  <c:v>70272</c:v>
                </c:pt>
                <c:pt idx="27903">
                  <c:v>70273</c:v>
                </c:pt>
                <c:pt idx="27904">
                  <c:v>70274</c:v>
                </c:pt>
                <c:pt idx="27905">
                  <c:v>70275</c:v>
                </c:pt>
                <c:pt idx="27906">
                  <c:v>70276</c:v>
                </c:pt>
                <c:pt idx="27907">
                  <c:v>70277</c:v>
                </c:pt>
                <c:pt idx="27908">
                  <c:v>70278</c:v>
                </c:pt>
                <c:pt idx="27909">
                  <c:v>70279</c:v>
                </c:pt>
                <c:pt idx="27910">
                  <c:v>70280</c:v>
                </c:pt>
                <c:pt idx="27911">
                  <c:v>70281</c:v>
                </c:pt>
                <c:pt idx="27912">
                  <c:v>70282</c:v>
                </c:pt>
                <c:pt idx="27913">
                  <c:v>70283</c:v>
                </c:pt>
                <c:pt idx="27914">
                  <c:v>70284</c:v>
                </c:pt>
                <c:pt idx="27915">
                  <c:v>70285</c:v>
                </c:pt>
                <c:pt idx="27916">
                  <c:v>70286</c:v>
                </c:pt>
                <c:pt idx="27917">
                  <c:v>70287</c:v>
                </c:pt>
                <c:pt idx="27918">
                  <c:v>70288</c:v>
                </c:pt>
                <c:pt idx="27919">
                  <c:v>70289</c:v>
                </c:pt>
                <c:pt idx="27920">
                  <c:v>70290</c:v>
                </c:pt>
                <c:pt idx="27921">
                  <c:v>70291</c:v>
                </c:pt>
                <c:pt idx="27922">
                  <c:v>70292</c:v>
                </c:pt>
                <c:pt idx="27923">
                  <c:v>70293</c:v>
                </c:pt>
                <c:pt idx="27924">
                  <c:v>70294</c:v>
                </c:pt>
                <c:pt idx="27925">
                  <c:v>70295</c:v>
                </c:pt>
                <c:pt idx="27926">
                  <c:v>70296</c:v>
                </c:pt>
                <c:pt idx="27927">
                  <c:v>70297</c:v>
                </c:pt>
                <c:pt idx="27928">
                  <c:v>70298</c:v>
                </c:pt>
                <c:pt idx="27929">
                  <c:v>70299</c:v>
                </c:pt>
                <c:pt idx="27930">
                  <c:v>70300</c:v>
                </c:pt>
                <c:pt idx="27931">
                  <c:v>70301</c:v>
                </c:pt>
                <c:pt idx="27932">
                  <c:v>70302</c:v>
                </c:pt>
                <c:pt idx="27933">
                  <c:v>70303</c:v>
                </c:pt>
                <c:pt idx="27934">
                  <c:v>70304</c:v>
                </c:pt>
                <c:pt idx="27935">
                  <c:v>70305</c:v>
                </c:pt>
                <c:pt idx="27936">
                  <c:v>70306</c:v>
                </c:pt>
                <c:pt idx="27937">
                  <c:v>70307</c:v>
                </c:pt>
                <c:pt idx="27938">
                  <c:v>70308</c:v>
                </c:pt>
                <c:pt idx="27939">
                  <c:v>70309</c:v>
                </c:pt>
                <c:pt idx="27940">
                  <c:v>70310</c:v>
                </c:pt>
                <c:pt idx="27941">
                  <c:v>70311</c:v>
                </c:pt>
                <c:pt idx="27942">
                  <c:v>70312</c:v>
                </c:pt>
                <c:pt idx="27943">
                  <c:v>70313</c:v>
                </c:pt>
                <c:pt idx="27944">
                  <c:v>70314</c:v>
                </c:pt>
                <c:pt idx="27945">
                  <c:v>70315</c:v>
                </c:pt>
                <c:pt idx="27946">
                  <c:v>70316</c:v>
                </c:pt>
                <c:pt idx="27947">
                  <c:v>70317</c:v>
                </c:pt>
                <c:pt idx="27948">
                  <c:v>70318</c:v>
                </c:pt>
                <c:pt idx="27949">
                  <c:v>70319</c:v>
                </c:pt>
                <c:pt idx="27950">
                  <c:v>70320</c:v>
                </c:pt>
                <c:pt idx="27951">
                  <c:v>70321</c:v>
                </c:pt>
                <c:pt idx="27952">
                  <c:v>70322</c:v>
                </c:pt>
                <c:pt idx="27953">
                  <c:v>70323</c:v>
                </c:pt>
                <c:pt idx="27954">
                  <c:v>70324</c:v>
                </c:pt>
                <c:pt idx="27955">
                  <c:v>70325</c:v>
                </c:pt>
                <c:pt idx="27956">
                  <c:v>70326</c:v>
                </c:pt>
                <c:pt idx="27957">
                  <c:v>70327</c:v>
                </c:pt>
                <c:pt idx="27958">
                  <c:v>70328</c:v>
                </c:pt>
                <c:pt idx="27959">
                  <c:v>70329</c:v>
                </c:pt>
                <c:pt idx="27960">
                  <c:v>70330</c:v>
                </c:pt>
                <c:pt idx="27961">
                  <c:v>70331</c:v>
                </c:pt>
                <c:pt idx="27962">
                  <c:v>70332</c:v>
                </c:pt>
                <c:pt idx="27963">
                  <c:v>70333</c:v>
                </c:pt>
                <c:pt idx="27964">
                  <c:v>70334</c:v>
                </c:pt>
                <c:pt idx="27965">
                  <c:v>70335</c:v>
                </c:pt>
                <c:pt idx="27966">
                  <c:v>70336</c:v>
                </c:pt>
                <c:pt idx="27967">
                  <c:v>70337</c:v>
                </c:pt>
                <c:pt idx="27968">
                  <c:v>70338</c:v>
                </c:pt>
                <c:pt idx="27969">
                  <c:v>70339</c:v>
                </c:pt>
                <c:pt idx="27970">
                  <c:v>70340</c:v>
                </c:pt>
                <c:pt idx="27971">
                  <c:v>70341</c:v>
                </c:pt>
                <c:pt idx="27972">
                  <c:v>70342</c:v>
                </c:pt>
                <c:pt idx="27973">
                  <c:v>70343</c:v>
                </c:pt>
                <c:pt idx="27974">
                  <c:v>70344</c:v>
                </c:pt>
                <c:pt idx="27975">
                  <c:v>70345</c:v>
                </c:pt>
                <c:pt idx="27976">
                  <c:v>70346</c:v>
                </c:pt>
                <c:pt idx="27977">
                  <c:v>70347</c:v>
                </c:pt>
                <c:pt idx="27978">
                  <c:v>70348</c:v>
                </c:pt>
                <c:pt idx="27979">
                  <c:v>70349</c:v>
                </c:pt>
                <c:pt idx="27980">
                  <c:v>70350</c:v>
                </c:pt>
                <c:pt idx="27981">
                  <c:v>70351</c:v>
                </c:pt>
                <c:pt idx="27982">
                  <c:v>70352</c:v>
                </c:pt>
                <c:pt idx="27983">
                  <c:v>70353</c:v>
                </c:pt>
                <c:pt idx="27984">
                  <c:v>70354</c:v>
                </c:pt>
                <c:pt idx="27985">
                  <c:v>70355</c:v>
                </c:pt>
                <c:pt idx="27986">
                  <c:v>70356</c:v>
                </c:pt>
                <c:pt idx="27987">
                  <c:v>70357</c:v>
                </c:pt>
                <c:pt idx="27988">
                  <c:v>70358</c:v>
                </c:pt>
                <c:pt idx="27989">
                  <c:v>70359</c:v>
                </c:pt>
                <c:pt idx="27990">
                  <c:v>70360</c:v>
                </c:pt>
                <c:pt idx="27991">
                  <c:v>70361</c:v>
                </c:pt>
                <c:pt idx="27992">
                  <c:v>70362</c:v>
                </c:pt>
                <c:pt idx="27993">
                  <c:v>70363</c:v>
                </c:pt>
                <c:pt idx="27994">
                  <c:v>70364</c:v>
                </c:pt>
                <c:pt idx="27995">
                  <c:v>70365</c:v>
                </c:pt>
                <c:pt idx="27996">
                  <c:v>70366</c:v>
                </c:pt>
                <c:pt idx="27997">
                  <c:v>70367</c:v>
                </c:pt>
                <c:pt idx="27998">
                  <c:v>70368</c:v>
                </c:pt>
                <c:pt idx="27999">
                  <c:v>70369</c:v>
                </c:pt>
                <c:pt idx="28000">
                  <c:v>70370</c:v>
                </c:pt>
                <c:pt idx="28001">
                  <c:v>70371</c:v>
                </c:pt>
                <c:pt idx="28002">
                  <c:v>70372</c:v>
                </c:pt>
                <c:pt idx="28003">
                  <c:v>70373</c:v>
                </c:pt>
                <c:pt idx="28004">
                  <c:v>70374</c:v>
                </c:pt>
                <c:pt idx="28005">
                  <c:v>70375</c:v>
                </c:pt>
                <c:pt idx="28006">
                  <c:v>70376</c:v>
                </c:pt>
                <c:pt idx="28007">
                  <c:v>70377</c:v>
                </c:pt>
                <c:pt idx="28008">
                  <c:v>70378</c:v>
                </c:pt>
                <c:pt idx="28009">
                  <c:v>70379</c:v>
                </c:pt>
                <c:pt idx="28010">
                  <c:v>70380</c:v>
                </c:pt>
                <c:pt idx="28011">
                  <c:v>70381</c:v>
                </c:pt>
                <c:pt idx="28012">
                  <c:v>70382</c:v>
                </c:pt>
                <c:pt idx="28013">
                  <c:v>70383</c:v>
                </c:pt>
                <c:pt idx="28014">
                  <c:v>70384</c:v>
                </c:pt>
                <c:pt idx="28015">
                  <c:v>70385</c:v>
                </c:pt>
                <c:pt idx="28016">
                  <c:v>70386</c:v>
                </c:pt>
                <c:pt idx="28017">
                  <c:v>70387</c:v>
                </c:pt>
                <c:pt idx="28018">
                  <c:v>70388</c:v>
                </c:pt>
                <c:pt idx="28019">
                  <c:v>70389</c:v>
                </c:pt>
                <c:pt idx="28020">
                  <c:v>70390</c:v>
                </c:pt>
                <c:pt idx="28021">
                  <c:v>70391</c:v>
                </c:pt>
                <c:pt idx="28022">
                  <c:v>70392</c:v>
                </c:pt>
                <c:pt idx="28023">
                  <c:v>70393</c:v>
                </c:pt>
                <c:pt idx="28024">
                  <c:v>70394</c:v>
                </c:pt>
                <c:pt idx="28025">
                  <c:v>70395</c:v>
                </c:pt>
                <c:pt idx="28026">
                  <c:v>70396</c:v>
                </c:pt>
                <c:pt idx="28027">
                  <c:v>70397</c:v>
                </c:pt>
                <c:pt idx="28028">
                  <c:v>70398</c:v>
                </c:pt>
                <c:pt idx="28029">
                  <c:v>70399</c:v>
                </c:pt>
                <c:pt idx="28030">
                  <c:v>70400</c:v>
                </c:pt>
                <c:pt idx="28031">
                  <c:v>70401</c:v>
                </c:pt>
                <c:pt idx="28032">
                  <c:v>70402</c:v>
                </c:pt>
                <c:pt idx="28033">
                  <c:v>70403</c:v>
                </c:pt>
                <c:pt idx="28034">
                  <c:v>70404</c:v>
                </c:pt>
                <c:pt idx="28035">
                  <c:v>70405</c:v>
                </c:pt>
                <c:pt idx="28036">
                  <c:v>70406</c:v>
                </c:pt>
                <c:pt idx="28037">
                  <c:v>70407</c:v>
                </c:pt>
                <c:pt idx="28038">
                  <c:v>70408</c:v>
                </c:pt>
                <c:pt idx="28039">
                  <c:v>70409</c:v>
                </c:pt>
                <c:pt idx="28040">
                  <c:v>70410</c:v>
                </c:pt>
                <c:pt idx="28041">
                  <c:v>70411</c:v>
                </c:pt>
                <c:pt idx="28042">
                  <c:v>70412</c:v>
                </c:pt>
                <c:pt idx="28043">
                  <c:v>70413</c:v>
                </c:pt>
                <c:pt idx="28044">
                  <c:v>70414</c:v>
                </c:pt>
                <c:pt idx="28045">
                  <c:v>70415</c:v>
                </c:pt>
                <c:pt idx="28046">
                  <c:v>70416</c:v>
                </c:pt>
                <c:pt idx="28047">
                  <c:v>70417</c:v>
                </c:pt>
                <c:pt idx="28048">
                  <c:v>70418</c:v>
                </c:pt>
                <c:pt idx="28049">
                  <c:v>70419</c:v>
                </c:pt>
                <c:pt idx="28050">
                  <c:v>70420</c:v>
                </c:pt>
                <c:pt idx="28051">
                  <c:v>70421</c:v>
                </c:pt>
                <c:pt idx="28052">
                  <c:v>70422</c:v>
                </c:pt>
                <c:pt idx="28053">
                  <c:v>70423</c:v>
                </c:pt>
                <c:pt idx="28054">
                  <c:v>70424</c:v>
                </c:pt>
                <c:pt idx="28055">
                  <c:v>70425</c:v>
                </c:pt>
                <c:pt idx="28056">
                  <c:v>70426</c:v>
                </c:pt>
                <c:pt idx="28057">
                  <c:v>70427</c:v>
                </c:pt>
                <c:pt idx="28058">
                  <c:v>70428</c:v>
                </c:pt>
                <c:pt idx="28059">
                  <c:v>70429</c:v>
                </c:pt>
                <c:pt idx="28060">
                  <c:v>70430</c:v>
                </c:pt>
                <c:pt idx="28061">
                  <c:v>70431</c:v>
                </c:pt>
                <c:pt idx="28062">
                  <c:v>70432</c:v>
                </c:pt>
                <c:pt idx="28063">
                  <c:v>70433</c:v>
                </c:pt>
                <c:pt idx="28064">
                  <c:v>70434</c:v>
                </c:pt>
                <c:pt idx="28065">
                  <c:v>70435</c:v>
                </c:pt>
                <c:pt idx="28066">
                  <c:v>70436</c:v>
                </c:pt>
                <c:pt idx="28067">
                  <c:v>70437</c:v>
                </c:pt>
                <c:pt idx="28068">
                  <c:v>70438</c:v>
                </c:pt>
                <c:pt idx="28069">
                  <c:v>70439</c:v>
                </c:pt>
                <c:pt idx="28070">
                  <c:v>70440</c:v>
                </c:pt>
                <c:pt idx="28071">
                  <c:v>70441</c:v>
                </c:pt>
                <c:pt idx="28072">
                  <c:v>70442</c:v>
                </c:pt>
                <c:pt idx="28073">
                  <c:v>70443</c:v>
                </c:pt>
                <c:pt idx="28074">
                  <c:v>70444</c:v>
                </c:pt>
                <c:pt idx="28075">
                  <c:v>70445</c:v>
                </c:pt>
                <c:pt idx="28076">
                  <c:v>70446</c:v>
                </c:pt>
                <c:pt idx="28077">
                  <c:v>70447</c:v>
                </c:pt>
                <c:pt idx="28078">
                  <c:v>70448</c:v>
                </c:pt>
                <c:pt idx="28079">
                  <c:v>70449</c:v>
                </c:pt>
                <c:pt idx="28080">
                  <c:v>70450</c:v>
                </c:pt>
                <c:pt idx="28081">
                  <c:v>70451</c:v>
                </c:pt>
                <c:pt idx="28082">
                  <c:v>70452</c:v>
                </c:pt>
                <c:pt idx="28083">
                  <c:v>70453</c:v>
                </c:pt>
                <c:pt idx="28084">
                  <c:v>70454</c:v>
                </c:pt>
                <c:pt idx="28085">
                  <c:v>70455</c:v>
                </c:pt>
                <c:pt idx="28086">
                  <c:v>70456</c:v>
                </c:pt>
                <c:pt idx="28087">
                  <c:v>70457</c:v>
                </c:pt>
                <c:pt idx="28088">
                  <c:v>70458</c:v>
                </c:pt>
                <c:pt idx="28089">
                  <c:v>70459</c:v>
                </c:pt>
                <c:pt idx="28090">
                  <c:v>70460</c:v>
                </c:pt>
                <c:pt idx="28091">
                  <c:v>70461</c:v>
                </c:pt>
                <c:pt idx="28092">
                  <c:v>70462</c:v>
                </c:pt>
                <c:pt idx="28093">
                  <c:v>70463</c:v>
                </c:pt>
                <c:pt idx="28094">
                  <c:v>70464</c:v>
                </c:pt>
                <c:pt idx="28095">
                  <c:v>70465</c:v>
                </c:pt>
                <c:pt idx="28096">
                  <c:v>70466</c:v>
                </c:pt>
                <c:pt idx="28097">
                  <c:v>70467</c:v>
                </c:pt>
                <c:pt idx="28098">
                  <c:v>70468</c:v>
                </c:pt>
                <c:pt idx="28099">
                  <c:v>70469</c:v>
                </c:pt>
                <c:pt idx="28100">
                  <c:v>70470</c:v>
                </c:pt>
                <c:pt idx="28101">
                  <c:v>70471</c:v>
                </c:pt>
                <c:pt idx="28102">
                  <c:v>70472</c:v>
                </c:pt>
                <c:pt idx="28103">
                  <c:v>70473</c:v>
                </c:pt>
                <c:pt idx="28104">
                  <c:v>70474</c:v>
                </c:pt>
                <c:pt idx="28105">
                  <c:v>70475</c:v>
                </c:pt>
                <c:pt idx="28106">
                  <c:v>70476</c:v>
                </c:pt>
                <c:pt idx="28107">
                  <c:v>70477</c:v>
                </c:pt>
                <c:pt idx="28108">
                  <c:v>70478</c:v>
                </c:pt>
                <c:pt idx="28109">
                  <c:v>70479</c:v>
                </c:pt>
                <c:pt idx="28110">
                  <c:v>70480</c:v>
                </c:pt>
                <c:pt idx="28111">
                  <c:v>70481</c:v>
                </c:pt>
                <c:pt idx="28112">
                  <c:v>70482</c:v>
                </c:pt>
                <c:pt idx="28113">
                  <c:v>70483</c:v>
                </c:pt>
                <c:pt idx="28114">
                  <c:v>70484</c:v>
                </c:pt>
                <c:pt idx="28115">
                  <c:v>70485</c:v>
                </c:pt>
                <c:pt idx="28116">
                  <c:v>70486</c:v>
                </c:pt>
                <c:pt idx="28117">
                  <c:v>70487</c:v>
                </c:pt>
                <c:pt idx="28118">
                  <c:v>70488</c:v>
                </c:pt>
                <c:pt idx="28119">
                  <c:v>70489</c:v>
                </c:pt>
                <c:pt idx="28120">
                  <c:v>70490</c:v>
                </c:pt>
                <c:pt idx="28121">
                  <c:v>70491</c:v>
                </c:pt>
                <c:pt idx="28122">
                  <c:v>70492</c:v>
                </c:pt>
                <c:pt idx="28123">
                  <c:v>70493</c:v>
                </c:pt>
                <c:pt idx="28124">
                  <c:v>70494</c:v>
                </c:pt>
                <c:pt idx="28125">
                  <c:v>70495</c:v>
                </c:pt>
                <c:pt idx="28126">
                  <c:v>70496</c:v>
                </c:pt>
                <c:pt idx="28127">
                  <c:v>70497</c:v>
                </c:pt>
                <c:pt idx="28128">
                  <c:v>70498</c:v>
                </c:pt>
                <c:pt idx="28129">
                  <c:v>70499</c:v>
                </c:pt>
                <c:pt idx="28130">
                  <c:v>70500</c:v>
                </c:pt>
                <c:pt idx="28131">
                  <c:v>70501</c:v>
                </c:pt>
                <c:pt idx="28132">
                  <c:v>70502</c:v>
                </c:pt>
                <c:pt idx="28133">
                  <c:v>70503</c:v>
                </c:pt>
                <c:pt idx="28134">
                  <c:v>70504</c:v>
                </c:pt>
                <c:pt idx="28135">
                  <c:v>70505</c:v>
                </c:pt>
                <c:pt idx="28136">
                  <c:v>70506</c:v>
                </c:pt>
                <c:pt idx="28137">
                  <c:v>70507</c:v>
                </c:pt>
                <c:pt idx="28138">
                  <c:v>70508</c:v>
                </c:pt>
                <c:pt idx="28139">
                  <c:v>70509</c:v>
                </c:pt>
                <c:pt idx="28140">
                  <c:v>70510</c:v>
                </c:pt>
                <c:pt idx="28141">
                  <c:v>70511</c:v>
                </c:pt>
                <c:pt idx="28142">
                  <c:v>70512</c:v>
                </c:pt>
                <c:pt idx="28143">
                  <c:v>70513</c:v>
                </c:pt>
                <c:pt idx="28144">
                  <c:v>70514</c:v>
                </c:pt>
                <c:pt idx="28145">
                  <c:v>70515</c:v>
                </c:pt>
                <c:pt idx="28146">
                  <c:v>70516</c:v>
                </c:pt>
                <c:pt idx="28147">
                  <c:v>70517</c:v>
                </c:pt>
                <c:pt idx="28148">
                  <c:v>70518</c:v>
                </c:pt>
                <c:pt idx="28149">
                  <c:v>70519</c:v>
                </c:pt>
                <c:pt idx="28150">
                  <c:v>70520</c:v>
                </c:pt>
                <c:pt idx="28151">
                  <c:v>70521</c:v>
                </c:pt>
                <c:pt idx="28152">
                  <c:v>70522</c:v>
                </c:pt>
                <c:pt idx="28153">
                  <c:v>70523</c:v>
                </c:pt>
                <c:pt idx="28154">
                  <c:v>70524</c:v>
                </c:pt>
                <c:pt idx="28155">
                  <c:v>70525</c:v>
                </c:pt>
                <c:pt idx="28156">
                  <c:v>70526</c:v>
                </c:pt>
                <c:pt idx="28157">
                  <c:v>70527</c:v>
                </c:pt>
                <c:pt idx="28158">
                  <c:v>70528</c:v>
                </c:pt>
                <c:pt idx="28159">
                  <c:v>70529</c:v>
                </c:pt>
                <c:pt idx="28160">
                  <c:v>70530</c:v>
                </c:pt>
                <c:pt idx="28161">
                  <c:v>70531</c:v>
                </c:pt>
                <c:pt idx="28162">
                  <c:v>70532</c:v>
                </c:pt>
                <c:pt idx="28163">
                  <c:v>70533</c:v>
                </c:pt>
                <c:pt idx="28164">
                  <c:v>70534</c:v>
                </c:pt>
                <c:pt idx="28165">
                  <c:v>70535</c:v>
                </c:pt>
                <c:pt idx="28166">
                  <c:v>70536</c:v>
                </c:pt>
                <c:pt idx="28167">
                  <c:v>70537</c:v>
                </c:pt>
                <c:pt idx="28168">
                  <c:v>70538</c:v>
                </c:pt>
                <c:pt idx="28169">
                  <c:v>70539</c:v>
                </c:pt>
                <c:pt idx="28170">
                  <c:v>70540</c:v>
                </c:pt>
                <c:pt idx="28171">
                  <c:v>70541</c:v>
                </c:pt>
                <c:pt idx="28172">
                  <c:v>70542</c:v>
                </c:pt>
                <c:pt idx="28173">
                  <c:v>70543</c:v>
                </c:pt>
                <c:pt idx="28174">
                  <c:v>70544</c:v>
                </c:pt>
                <c:pt idx="28175">
                  <c:v>70545</c:v>
                </c:pt>
                <c:pt idx="28176">
                  <c:v>70546</c:v>
                </c:pt>
                <c:pt idx="28177">
                  <c:v>70547</c:v>
                </c:pt>
                <c:pt idx="28178">
                  <c:v>70548</c:v>
                </c:pt>
                <c:pt idx="28179">
                  <c:v>70549</c:v>
                </c:pt>
                <c:pt idx="28180">
                  <c:v>70550</c:v>
                </c:pt>
                <c:pt idx="28181">
                  <c:v>70551</c:v>
                </c:pt>
                <c:pt idx="28182">
                  <c:v>70552</c:v>
                </c:pt>
                <c:pt idx="28183">
                  <c:v>70553</c:v>
                </c:pt>
                <c:pt idx="28184">
                  <c:v>70554</c:v>
                </c:pt>
                <c:pt idx="28185">
                  <c:v>70555</c:v>
                </c:pt>
                <c:pt idx="28186">
                  <c:v>70556</c:v>
                </c:pt>
                <c:pt idx="28187">
                  <c:v>70557</c:v>
                </c:pt>
                <c:pt idx="28188">
                  <c:v>70558</c:v>
                </c:pt>
                <c:pt idx="28189">
                  <c:v>70559</c:v>
                </c:pt>
                <c:pt idx="28190">
                  <c:v>70560</c:v>
                </c:pt>
                <c:pt idx="28191">
                  <c:v>70561</c:v>
                </c:pt>
                <c:pt idx="28192">
                  <c:v>70562</c:v>
                </c:pt>
                <c:pt idx="28193">
                  <c:v>70563</c:v>
                </c:pt>
                <c:pt idx="28194">
                  <c:v>70564</c:v>
                </c:pt>
                <c:pt idx="28195">
                  <c:v>70565</c:v>
                </c:pt>
                <c:pt idx="28196">
                  <c:v>70566</c:v>
                </c:pt>
                <c:pt idx="28197">
                  <c:v>70567</c:v>
                </c:pt>
                <c:pt idx="28198">
                  <c:v>70568</c:v>
                </c:pt>
                <c:pt idx="28199">
                  <c:v>70569</c:v>
                </c:pt>
                <c:pt idx="28200">
                  <c:v>70570</c:v>
                </c:pt>
                <c:pt idx="28201">
                  <c:v>70571</c:v>
                </c:pt>
                <c:pt idx="28202">
                  <c:v>70572</c:v>
                </c:pt>
                <c:pt idx="28203">
                  <c:v>70573</c:v>
                </c:pt>
                <c:pt idx="28204">
                  <c:v>70574</c:v>
                </c:pt>
                <c:pt idx="28205">
                  <c:v>70575</c:v>
                </c:pt>
                <c:pt idx="28206">
                  <c:v>70576</c:v>
                </c:pt>
                <c:pt idx="28207">
                  <c:v>70577</c:v>
                </c:pt>
                <c:pt idx="28208">
                  <c:v>70578</c:v>
                </c:pt>
                <c:pt idx="28209">
                  <c:v>70579</c:v>
                </c:pt>
                <c:pt idx="28210">
                  <c:v>70580</c:v>
                </c:pt>
                <c:pt idx="28211">
                  <c:v>70581</c:v>
                </c:pt>
                <c:pt idx="28212">
                  <c:v>70582</c:v>
                </c:pt>
                <c:pt idx="28213">
                  <c:v>70583</c:v>
                </c:pt>
                <c:pt idx="28214">
                  <c:v>70584</c:v>
                </c:pt>
                <c:pt idx="28215">
                  <c:v>70585</c:v>
                </c:pt>
                <c:pt idx="28216">
                  <c:v>70586</c:v>
                </c:pt>
                <c:pt idx="28217">
                  <c:v>70587</c:v>
                </c:pt>
                <c:pt idx="28218">
                  <c:v>70588</c:v>
                </c:pt>
                <c:pt idx="28219">
                  <c:v>70589</c:v>
                </c:pt>
                <c:pt idx="28220">
                  <c:v>70590</c:v>
                </c:pt>
                <c:pt idx="28221">
                  <c:v>70591</c:v>
                </c:pt>
                <c:pt idx="28222">
                  <c:v>70592</c:v>
                </c:pt>
                <c:pt idx="28223">
                  <c:v>70593</c:v>
                </c:pt>
                <c:pt idx="28224">
                  <c:v>70594</c:v>
                </c:pt>
                <c:pt idx="28225">
                  <c:v>70595</c:v>
                </c:pt>
                <c:pt idx="28226">
                  <c:v>70596</c:v>
                </c:pt>
                <c:pt idx="28227">
                  <c:v>70597</c:v>
                </c:pt>
                <c:pt idx="28228">
                  <c:v>70598</c:v>
                </c:pt>
                <c:pt idx="28229">
                  <c:v>70599</c:v>
                </c:pt>
                <c:pt idx="28230">
                  <c:v>70600</c:v>
                </c:pt>
                <c:pt idx="28231">
                  <c:v>70601</c:v>
                </c:pt>
                <c:pt idx="28232">
                  <c:v>70602</c:v>
                </c:pt>
                <c:pt idx="28233">
                  <c:v>70603</c:v>
                </c:pt>
                <c:pt idx="28234">
                  <c:v>70604</c:v>
                </c:pt>
                <c:pt idx="28235">
                  <c:v>70605</c:v>
                </c:pt>
                <c:pt idx="28236">
                  <c:v>70606</c:v>
                </c:pt>
                <c:pt idx="28237">
                  <c:v>70607</c:v>
                </c:pt>
                <c:pt idx="28238">
                  <c:v>70608</c:v>
                </c:pt>
                <c:pt idx="28239">
                  <c:v>70609</c:v>
                </c:pt>
                <c:pt idx="28240">
                  <c:v>70610</c:v>
                </c:pt>
                <c:pt idx="28241">
                  <c:v>70611</c:v>
                </c:pt>
                <c:pt idx="28242">
                  <c:v>70612</c:v>
                </c:pt>
                <c:pt idx="28243">
                  <c:v>70613</c:v>
                </c:pt>
                <c:pt idx="28244">
                  <c:v>70614</c:v>
                </c:pt>
                <c:pt idx="28245">
                  <c:v>70615</c:v>
                </c:pt>
                <c:pt idx="28246">
                  <c:v>70616</c:v>
                </c:pt>
                <c:pt idx="28247">
                  <c:v>70617</c:v>
                </c:pt>
                <c:pt idx="28248">
                  <c:v>70618</c:v>
                </c:pt>
                <c:pt idx="28249">
                  <c:v>70619</c:v>
                </c:pt>
                <c:pt idx="28250">
                  <c:v>70620</c:v>
                </c:pt>
                <c:pt idx="28251">
                  <c:v>70621</c:v>
                </c:pt>
                <c:pt idx="28252">
                  <c:v>70622</c:v>
                </c:pt>
                <c:pt idx="28253">
                  <c:v>70623</c:v>
                </c:pt>
                <c:pt idx="28254">
                  <c:v>70624</c:v>
                </c:pt>
                <c:pt idx="28255">
                  <c:v>70625</c:v>
                </c:pt>
                <c:pt idx="28256">
                  <c:v>70626</c:v>
                </c:pt>
                <c:pt idx="28257">
                  <c:v>70627</c:v>
                </c:pt>
                <c:pt idx="28258">
                  <c:v>70628</c:v>
                </c:pt>
                <c:pt idx="28259">
                  <c:v>70629</c:v>
                </c:pt>
                <c:pt idx="28260">
                  <c:v>70630</c:v>
                </c:pt>
                <c:pt idx="28261">
                  <c:v>70631</c:v>
                </c:pt>
                <c:pt idx="28262">
                  <c:v>70632</c:v>
                </c:pt>
                <c:pt idx="28263">
                  <c:v>70633</c:v>
                </c:pt>
                <c:pt idx="28264">
                  <c:v>70634</c:v>
                </c:pt>
                <c:pt idx="28265">
                  <c:v>70635</c:v>
                </c:pt>
                <c:pt idx="28266">
                  <c:v>70636</c:v>
                </c:pt>
                <c:pt idx="28267">
                  <c:v>70637</c:v>
                </c:pt>
                <c:pt idx="28268">
                  <c:v>70638</c:v>
                </c:pt>
                <c:pt idx="28269">
                  <c:v>70639</c:v>
                </c:pt>
                <c:pt idx="28270">
                  <c:v>70640</c:v>
                </c:pt>
                <c:pt idx="28271">
                  <c:v>70641</c:v>
                </c:pt>
                <c:pt idx="28272">
                  <c:v>70642</c:v>
                </c:pt>
                <c:pt idx="28273">
                  <c:v>70643</c:v>
                </c:pt>
                <c:pt idx="28274">
                  <c:v>70644</c:v>
                </c:pt>
                <c:pt idx="28275">
                  <c:v>70645</c:v>
                </c:pt>
                <c:pt idx="28276">
                  <c:v>70646</c:v>
                </c:pt>
                <c:pt idx="28277">
                  <c:v>70647</c:v>
                </c:pt>
                <c:pt idx="28278">
                  <c:v>70648</c:v>
                </c:pt>
                <c:pt idx="28279">
                  <c:v>70649</c:v>
                </c:pt>
                <c:pt idx="28280">
                  <c:v>70650</c:v>
                </c:pt>
                <c:pt idx="28281">
                  <c:v>70651</c:v>
                </c:pt>
                <c:pt idx="28282">
                  <c:v>70652</c:v>
                </c:pt>
                <c:pt idx="28283">
                  <c:v>70653</c:v>
                </c:pt>
                <c:pt idx="28284">
                  <c:v>70654</c:v>
                </c:pt>
                <c:pt idx="28285">
                  <c:v>70655</c:v>
                </c:pt>
                <c:pt idx="28286">
                  <c:v>70656</c:v>
                </c:pt>
                <c:pt idx="28287">
                  <c:v>70657</c:v>
                </c:pt>
                <c:pt idx="28288">
                  <c:v>70658</c:v>
                </c:pt>
                <c:pt idx="28289">
                  <c:v>70659</c:v>
                </c:pt>
                <c:pt idx="28290">
                  <c:v>70660</c:v>
                </c:pt>
                <c:pt idx="28291">
                  <c:v>70661</c:v>
                </c:pt>
                <c:pt idx="28292">
                  <c:v>70662</c:v>
                </c:pt>
                <c:pt idx="28293">
                  <c:v>70663</c:v>
                </c:pt>
                <c:pt idx="28294">
                  <c:v>70664</c:v>
                </c:pt>
                <c:pt idx="28295">
                  <c:v>70665</c:v>
                </c:pt>
                <c:pt idx="28296">
                  <c:v>70666</c:v>
                </c:pt>
                <c:pt idx="28297">
                  <c:v>70667</c:v>
                </c:pt>
                <c:pt idx="28298">
                  <c:v>70668</c:v>
                </c:pt>
                <c:pt idx="28299">
                  <c:v>70669</c:v>
                </c:pt>
                <c:pt idx="28300">
                  <c:v>70670</c:v>
                </c:pt>
                <c:pt idx="28301">
                  <c:v>70671</c:v>
                </c:pt>
                <c:pt idx="28302">
                  <c:v>70672</c:v>
                </c:pt>
                <c:pt idx="28303">
                  <c:v>70673</c:v>
                </c:pt>
                <c:pt idx="28304">
                  <c:v>70674</c:v>
                </c:pt>
                <c:pt idx="28305">
                  <c:v>70675</c:v>
                </c:pt>
                <c:pt idx="28306">
                  <c:v>70676</c:v>
                </c:pt>
                <c:pt idx="28307">
                  <c:v>70677</c:v>
                </c:pt>
                <c:pt idx="28308">
                  <c:v>70678</c:v>
                </c:pt>
                <c:pt idx="28309">
                  <c:v>70679</c:v>
                </c:pt>
                <c:pt idx="28310">
                  <c:v>70680</c:v>
                </c:pt>
                <c:pt idx="28311">
                  <c:v>70681</c:v>
                </c:pt>
                <c:pt idx="28312">
                  <c:v>70682</c:v>
                </c:pt>
                <c:pt idx="28313">
                  <c:v>70683</c:v>
                </c:pt>
                <c:pt idx="28314">
                  <c:v>70684</c:v>
                </c:pt>
                <c:pt idx="28315">
                  <c:v>70685</c:v>
                </c:pt>
                <c:pt idx="28316">
                  <c:v>70686</c:v>
                </c:pt>
                <c:pt idx="28317">
                  <c:v>70687</c:v>
                </c:pt>
                <c:pt idx="28318">
                  <c:v>70688</c:v>
                </c:pt>
                <c:pt idx="28319">
                  <c:v>70689</c:v>
                </c:pt>
                <c:pt idx="28320">
                  <c:v>70690</c:v>
                </c:pt>
                <c:pt idx="28321">
                  <c:v>70691</c:v>
                </c:pt>
                <c:pt idx="28322">
                  <c:v>70692</c:v>
                </c:pt>
                <c:pt idx="28323">
                  <c:v>70693</c:v>
                </c:pt>
                <c:pt idx="28324">
                  <c:v>70694</c:v>
                </c:pt>
                <c:pt idx="28325">
                  <c:v>70695</c:v>
                </c:pt>
                <c:pt idx="28326">
                  <c:v>70696</c:v>
                </c:pt>
                <c:pt idx="28327">
                  <c:v>70697</c:v>
                </c:pt>
                <c:pt idx="28328">
                  <c:v>70698</c:v>
                </c:pt>
                <c:pt idx="28329">
                  <c:v>70699</c:v>
                </c:pt>
                <c:pt idx="28330">
                  <c:v>70700</c:v>
                </c:pt>
                <c:pt idx="28331">
                  <c:v>70701</c:v>
                </c:pt>
                <c:pt idx="28332">
                  <c:v>70702</c:v>
                </c:pt>
                <c:pt idx="28333">
                  <c:v>70703</c:v>
                </c:pt>
                <c:pt idx="28334">
                  <c:v>70704</c:v>
                </c:pt>
                <c:pt idx="28335">
                  <c:v>70705</c:v>
                </c:pt>
                <c:pt idx="28336">
                  <c:v>70706</c:v>
                </c:pt>
                <c:pt idx="28337">
                  <c:v>70707</c:v>
                </c:pt>
                <c:pt idx="28338">
                  <c:v>70708</c:v>
                </c:pt>
                <c:pt idx="28339">
                  <c:v>70709</c:v>
                </c:pt>
                <c:pt idx="28340">
                  <c:v>70710</c:v>
                </c:pt>
                <c:pt idx="28341">
                  <c:v>70711</c:v>
                </c:pt>
                <c:pt idx="28342">
                  <c:v>70712</c:v>
                </c:pt>
                <c:pt idx="28343">
                  <c:v>70713</c:v>
                </c:pt>
                <c:pt idx="28344">
                  <c:v>70714</c:v>
                </c:pt>
                <c:pt idx="28345">
                  <c:v>70715</c:v>
                </c:pt>
                <c:pt idx="28346">
                  <c:v>70716</c:v>
                </c:pt>
                <c:pt idx="28347">
                  <c:v>70717</c:v>
                </c:pt>
                <c:pt idx="28348">
                  <c:v>70718</c:v>
                </c:pt>
                <c:pt idx="28349">
                  <c:v>70719</c:v>
                </c:pt>
                <c:pt idx="28350">
                  <c:v>70720</c:v>
                </c:pt>
                <c:pt idx="28351">
                  <c:v>70721</c:v>
                </c:pt>
                <c:pt idx="28352">
                  <c:v>70722</c:v>
                </c:pt>
                <c:pt idx="28353">
                  <c:v>70723</c:v>
                </c:pt>
                <c:pt idx="28354">
                  <c:v>70724</c:v>
                </c:pt>
                <c:pt idx="28355">
                  <c:v>70725</c:v>
                </c:pt>
                <c:pt idx="28356">
                  <c:v>70726</c:v>
                </c:pt>
                <c:pt idx="28357">
                  <c:v>70727</c:v>
                </c:pt>
                <c:pt idx="28358">
                  <c:v>70728</c:v>
                </c:pt>
                <c:pt idx="28359">
                  <c:v>70729</c:v>
                </c:pt>
                <c:pt idx="28360">
                  <c:v>70730</c:v>
                </c:pt>
                <c:pt idx="28361">
                  <c:v>70731</c:v>
                </c:pt>
                <c:pt idx="28362">
                  <c:v>70732</c:v>
                </c:pt>
                <c:pt idx="28363">
                  <c:v>70733</c:v>
                </c:pt>
                <c:pt idx="28364">
                  <c:v>70734</c:v>
                </c:pt>
                <c:pt idx="28365">
                  <c:v>70735</c:v>
                </c:pt>
                <c:pt idx="28366">
                  <c:v>70736</c:v>
                </c:pt>
                <c:pt idx="28367">
                  <c:v>70737</c:v>
                </c:pt>
                <c:pt idx="28368">
                  <c:v>70738</c:v>
                </c:pt>
                <c:pt idx="28369">
                  <c:v>70739</c:v>
                </c:pt>
                <c:pt idx="28370">
                  <c:v>70740</c:v>
                </c:pt>
                <c:pt idx="28371">
                  <c:v>70741</c:v>
                </c:pt>
                <c:pt idx="28372">
                  <c:v>70742</c:v>
                </c:pt>
                <c:pt idx="28373">
                  <c:v>70743</c:v>
                </c:pt>
                <c:pt idx="28374">
                  <c:v>70744</c:v>
                </c:pt>
                <c:pt idx="28375">
                  <c:v>70745</c:v>
                </c:pt>
                <c:pt idx="28376">
                  <c:v>70746</c:v>
                </c:pt>
                <c:pt idx="28377">
                  <c:v>70747</c:v>
                </c:pt>
                <c:pt idx="28378">
                  <c:v>70748</c:v>
                </c:pt>
                <c:pt idx="28379">
                  <c:v>70749</c:v>
                </c:pt>
                <c:pt idx="28380">
                  <c:v>70750</c:v>
                </c:pt>
                <c:pt idx="28381">
                  <c:v>70751</c:v>
                </c:pt>
                <c:pt idx="28382">
                  <c:v>70752</c:v>
                </c:pt>
                <c:pt idx="28383">
                  <c:v>70753</c:v>
                </c:pt>
                <c:pt idx="28384">
                  <c:v>70754</c:v>
                </c:pt>
                <c:pt idx="28385">
                  <c:v>70755</c:v>
                </c:pt>
                <c:pt idx="28386">
                  <c:v>70756</c:v>
                </c:pt>
                <c:pt idx="28387">
                  <c:v>70757</c:v>
                </c:pt>
                <c:pt idx="28388">
                  <c:v>70758</c:v>
                </c:pt>
                <c:pt idx="28389">
                  <c:v>70759</c:v>
                </c:pt>
                <c:pt idx="28390">
                  <c:v>70760</c:v>
                </c:pt>
                <c:pt idx="28391">
                  <c:v>70761</c:v>
                </c:pt>
                <c:pt idx="28392">
                  <c:v>70762</c:v>
                </c:pt>
                <c:pt idx="28393">
                  <c:v>70763</c:v>
                </c:pt>
                <c:pt idx="28394">
                  <c:v>70764</c:v>
                </c:pt>
                <c:pt idx="28395">
                  <c:v>70765</c:v>
                </c:pt>
                <c:pt idx="28396">
                  <c:v>70766</c:v>
                </c:pt>
                <c:pt idx="28397">
                  <c:v>70767</c:v>
                </c:pt>
                <c:pt idx="28398">
                  <c:v>70768</c:v>
                </c:pt>
                <c:pt idx="28399">
                  <c:v>70769</c:v>
                </c:pt>
                <c:pt idx="28400">
                  <c:v>70770</c:v>
                </c:pt>
                <c:pt idx="28401">
                  <c:v>70771</c:v>
                </c:pt>
                <c:pt idx="28402">
                  <c:v>70772</c:v>
                </c:pt>
                <c:pt idx="28403">
                  <c:v>70773</c:v>
                </c:pt>
                <c:pt idx="28404">
                  <c:v>70774</c:v>
                </c:pt>
                <c:pt idx="28405">
                  <c:v>70775</c:v>
                </c:pt>
                <c:pt idx="28406">
                  <c:v>70776</c:v>
                </c:pt>
                <c:pt idx="28407">
                  <c:v>70777</c:v>
                </c:pt>
                <c:pt idx="28408">
                  <c:v>70778</c:v>
                </c:pt>
                <c:pt idx="28409">
                  <c:v>70779</c:v>
                </c:pt>
                <c:pt idx="28410">
                  <c:v>70780</c:v>
                </c:pt>
                <c:pt idx="28411">
                  <c:v>70781</c:v>
                </c:pt>
                <c:pt idx="28412">
                  <c:v>70782</c:v>
                </c:pt>
                <c:pt idx="28413">
                  <c:v>70783</c:v>
                </c:pt>
                <c:pt idx="28414">
                  <c:v>70784</c:v>
                </c:pt>
                <c:pt idx="28415">
                  <c:v>70785</c:v>
                </c:pt>
                <c:pt idx="28416">
                  <c:v>70786</c:v>
                </c:pt>
                <c:pt idx="28417">
                  <c:v>70787</c:v>
                </c:pt>
                <c:pt idx="28418">
                  <c:v>70788</c:v>
                </c:pt>
                <c:pt idx="28419">
                  <c:v>70789</c:v>
                </c:pt>
                <c:pt idx="28420">
                  <c:v>70790</c:v>
                </c:pt>
                <c:pt idx="28421">
                  <c:v>70791</c:v>
                </c:pt>
                <c:pt idx="28422">
                  <c:v>70792</c:v>
                </c:pt>
                <c:pt idx="28423">
                  <c:v>70793</c:v>
                </c:pt>
                <c:pt idx="28424">
                  <c:v>70794</c:v>
                </c:pt>
                <c:pt idx="28425">
                  <c:v>70795</c:v>
                </c:pt>
                <c:pt idx="28426">
                  <c:v>70796</c:v>
                </c:pt>
                <c:pt idx="28427">
                  <c:v>70797</c:v>
                </c:pt>
                <c:pt idx="28428">
                  <c:v>70798</c:v>
                </c:pt>
                <c:pt idx="28429">
                  <c:v>70799</c:v>
                </c:pt>
                <c:pt idx="28430">
                  <c:v>70800</c:v>
                </c:pt>
                <c:pt idx="28431">
                  <c:v>70801</c:v>
                </c:pt>
                <c:pt idx="28432">
                  <c:v>70802</c:v>
                </c:pt>
                <c:pt idx="28433">
                  <c:v>70803</c:v>
                </c:pt>
                <c:pt idx="28434">
                  <c:v>70804</c:v>
                </c:pt>
                <c:pt idx="28435">
                  <c:v>70805</c:v>
                </c:pt>
                <c:pt idx="28436">
                  <c:v>70806</c:v>
                </c:pt>
                <c:pt idx="28437">
                  <c:v>70807</c:v>
                </c:pt>
                <c:pt idx="28438">
                  <c:v>70808</c:v>
                </c:pt>
                <c:pt idx="28439">
                  <c:v>70809</c:v>
                </c:pt>
                <c:pt idx="28440">
                  <c:v>70810</c:v>
                </c:pt>
                <c:pt idx="28441">
                  <c:v>70811</c:v>
                </c:pt>
                <c:pt idx="28442">
                  <c:v>70812</c:v>
                </c:pt>
                <c:pt idx="28443">
                  <c:v>70813</c:v>
                </c:pt>
                <c:pt idx="28444">
                  <c:v>70814</c:v>
                </c:pt>
                <c:pt idx="28445">
                  <c:v>70815</c:v>
                </c:pt>
                <c:pt idx="28446">
                  <c:v>70816</c:v>
                </c:pt>
                <c:pt idx="28447">
                  <c:v>70817</c:v>
                </c:pt>
                <c:pt idx="28448">
                  <c:v>70818</c:v>
                </c:pt>
                <c:pt idx="28449">
                  <c:v>70819</c:v>
                </c:pt>
                <c:pt idx="28450">
                  <c:v>70820</c:v>
                </c:pt>
                <c:pt idx="28451">
                  <c:v>70821</c:v>
                </c:pt>
                <c:pt idx="28452">
                  <c:v>70822</c:v>
                </c:pt>
                <c:pt idx="28453">
                  <c:v>70823</c:v>
                </c:pt>
                <c:pt idx="28454">
                  <c:v>70824</c:v>
                </c:pt>
                <c:pt idx="28455">
                  <c:v>70825</c:v>
                </c:pt>
                <c:pt idx="28456">
                  <c:v>70826</c:v>
                </c:pt>
                <c:pt idx="28457">
                  <c:v>70827</c:v>
                </c:pt>
                <c:pt idx="28458">
                  <c:v>70828</c:v>
                </c:pt>
                <c:pt idx="28459">
                  <c:v>70829</c:v>
                </c:pt>
                <c:pt idx="28460">
                  <c:v>70830</c:v>
                </c:pt>
                <c:pt idx="28461">
                  <c:v>70831</c:v>
                </c:pt>
                <c:pt idx="28462">
                  <c:v>70832</c:v>
                </c:pt>
                <c:pt idx="28463">
                  <c:v>70833</c:v>
                </c:pt>
                <c:pt idx="28464">
                  <c:v>70834</c:v>
                </c:pt>
                <c:pt idx="28465">
                  <c:v>70835</c:v>
                </c:pt>
                <c:pt idx="28466">
                  <c:v>70836</c:v>
                </c:pt>
                <c:pt idx="28467">
                  <c:v>70837</c:v>
                </c:pt>
                <c:pt idx="28468">
                  <c:v>70838</c:v>
                </c:pt>
                <c:pt idx="28469">
                  <c:v>70839</c:v>
                </c:pt>
                <c:pt idx="28470">
                  <c:v>70840</c:v>
                </c:pt>
                <c:pt idx="28471">
                  <c:v>70841</c:v>
                </c:pt>
                <c:pt idx="28472">
                  <c:v>70842</c:v>
                </c:pt>
                <c:pt idx="28473">
                  <c:v>70843</c:v>
                </c:pt>
                <c:pt idx="28474">
                  <c:v>70844</c:v>
                </c:pt>
                <c:pt idx="28475">
                  <c:v>70845</c:v>
                </c:pt>
                <c:pt idx="28476">
                  <c:v>70846</c:v>
                </c:pt>
                <c:pt idx="28477">
                  <c:v>70847</c:v>
                </c:pt>
                <c:pt idx="28478">
                  <c:v>70848</c:v>
                </c:pt>
                <c:pt idx="28479">
                  <c:v>70849</c:v>
                </c:pt>
                <c:pt idx="28480">
                  <c:v>70850</c:v>
                </c:pt>
                <c:pt idx="28481">
                  <c:v>70851</c:v>
                </c:pt>
                <c:pt idx="28482">
                  <c:v>70852</c:v>
                </c:pt>
                <c:pt idx="28483">
                  <c:v>70853</c:v>
                </c:pt>
                <c:pt idx="28484">
                  <c:v>70854</c:v>
                </c:pt>
                <c:pt idx="28485">
                  <c:v>70855</c:v>
                </c:pt>
                <c:pt idx="28486">
                  <c:v>70856</c:v>
                </c:pt>
                <c:pt idx="28487">
                  <c:v>70857</c:v>
                </c:pt>
                <c:pt idx="28488">
                  <c:v>70858</c:v>
                </c:pt>
                <c:pt idx="28489">
                  <c:v>70859</c:v>
                </c:pt>
                <c:pt idx="28490">
                  <c:v>70860</c:v>
                </c:pt>
                <c:pt idx="28491">
                  <c:v>70861</c:v>
                </c:pt>
                <c:pt idx="28492">
                  <c:v>70862</c:v>
                </c:pt>
                <c:pt idx="28493">
                  <c:v>70863</c:v>
                </c:pt>
                <c:pt idx="28494">
                  <c:v>70864</c:v>
                </c:pt>
                <c:pt idx="28495">
                  <c:v>70865</c:v>
                </c:pt>
                <c:pt idx="28496">
                  <c:v>70866</c:v>
                </c:pt>
                <c:pt idx="28497">
                  <c:v>70867</c:v>
                </c:pt>
                <c:pt idx="28498">
                  <c:v>70868</c:v>
                </c:pt>
                <c:pt idx="28499">
                  <c:v>70869</c:v>
                </c:pt>
                <c:pt idx="28500">
                  <c:v>70870</c:v>
                </c:pt>
                <c:pt idx="28501">
                  <c:v>70871</c:v>
                </c:pt>
                <c:pt idx="28502">
                  <c:v>70872</c:v>
                </c:pt>
                <c:pt idx="28503">
                  <c:v>70873</c:v>
                </c:pt>
                <c:pt idx="28504">
                  <c:v>70874</c:v>
                </c:pt>
                <c:pt idx="28505">
                  <c:v>70875</c:v>
                </c:pt>
                <c:pt idx="28506">
                  <c:v>70876</c:v>
                </c:pt>
                <c:pt idx="28507">
                  <c:v>70877</c:v>
                </c:pt>
                <c:pt idx="28508">
                  <c:v>70878</c:v>
                </c:pt>
                <c:pt idx="28509">
                  <c:v>70879</c:v>
                </c:pt>
                <c:pt idx="28510">
                  <c:v>70880</c:v>
                </c:pt>
                <c:pt idx="28511">
                  <c:v>70881</c:v>
                </c:pt>
                <c:pt idx="28512">
                  <c:v>70882</c:v>
                </c:pt>
                <c:pt idx="28513">
                  <c:v>70883</c:v>
                </c:pt>
                <c:pt idx="28514">
                  <c:v>70884</c:v>
                </c:pt>
                <c:pt idx="28515">
                  <c:v>70885</c:v>
                </c:pt>
                <c:pt idx="28516">
                  <c:v>70886</c:v>
                </c:pt>
                <c:pt idx="28517">
                  <c:v>70887</c:v>
                </c:pt>
                <c:pt idx="28518">
                  <c:v>70888</c:v>
                </c:pt>
                <c:pt idx="28519">
                  <c:v>70889</c:v>
                </c:pt>
                <c:pt idx="28520">
                  <c:v>70890</c:v>
                </c:pt>
                <c:pt idx="28521">
                  <c:v>70891</c:v>
                </c:pt>
                <c:pt idx="28522">
                  <c:v>70892</c:v>
                </c:pt>
                <c:pt idx="28523">
                  <c:v>70893</c:v>
                </c:pt>
                <c:pt idx="28524">
                  <c:v>70894</c:v>
                </c:pt>
                <c:pt idx="28525">
                  <c:v>70895</c:v>
                </c:pt>
                <c:pt idx="28526">
                  <c:v>70896</c:v>
                </c:pt>
                <c:pt idx="28527">
                  <c:v>70897</c:v>
                </c:pt>
                <c:pt idx="28528">
                  <c:v>70898</c:v>
                </c:pt>
                <c:pt idx="28529">
                  <c:v>70899</c:v>
                </c:pt>
                <c:pt idx="28530">
                  <c:v>70900</c:v>
                </c:pt>
                <c:pt idx="28531">
                  <c:v>70901</c:v>
                </c:pt>
                <c:pt idx="28532">
                  <c:v>70902</c:v>
                </c:pt>
                <c:pt idx="28533">
                  <c:v>70903</c:v>
                </c:pt>
                <c:pt idx="28534">
                  <c:v>70904</c:v>
                </c:pt>
                <c:pt idx="28535">
                  <c:v>70905</c:v>
                </c:pt>
                <c:pt idx="28536">
                  <c:v>70906</c:v>
                </c:pt>
                <c:pt idx="28537">
                  <c:v>70907</c:v>
                </c:pt>
                <c:pt idx="28538">
                  <c:v>70908</c:v>
                </c:pt>
                <c:pt idx="28539">
                  <c:v>70909</c:v>
                </c:pt>
                <c:pt idx="28540">
                  <c:v>70910</c:v>
                </c:pt>
                <c:pt idx="28541">
                  <c:v>70911</c:v>
                </c:pt>
                <c:pt idx="28542">
                  <c:v>70912</c:v>
                </c:pt>
                <c:pt idx="28543">
                  <c:v>70913</c:v>
                </c:pt>
                <c:pt idx="28544">
                  <c:v>70914</c:v>
                </c:pt>
                <c:pt idx="28545">
                  <c:v>70915</c:v>
                </c:pt>
                <c:pt idx="28546">
                  <c:v>70916</c:v>
                </c:pt>
                <c:pt idx="28547">
                  <c:v>70917</c:v>
                </c:pt>
                <c:pt idx="28548">
                  <c:v>70918</c:v>
                </c:pt>
                <c:pt idx="28549">
                  <c:v>70919</c:v>
                </c:pt>
                <c:pt idx="28550">
                  <c:v>70920</c:v>
                </c:pt>
                <c:pt idx="28551">
                  <c:v>70921</c:v>
                </c:pt>
                <c:pt idx="28552">
                  <c:v>70922</c:v>
                </c:pt>
                <c:pt idx="28553">
                  <c:v>70923</c:v>
                </c:pt>
                <c:pt idx="28554">
                  <c:v>70924</c:v>
                </c:pt>
                <c:pt idx="28555">
                  <c:v>70925</c:v>
                </c:pt>
                <c:pt idx="28556">
                  <c:v>70926</c:v>
                </c:pt>
                <c:pt idx="28557">
                  <c:v>70927</c:v>
                </c:pt>
                <c:pt idx="28558">
                  <c:v>70928</c:v>
                </c:pt>
                <c:pt idx="28559">
                  <c:v>70929</c:v>
                </c:pt>
                <c:pt idx="28560">
                  <c:v>70930</c:v>
                </c:pt>
                <c:pt idx="28561">
                  <c:v>70931</c:v>
                </c:pt>
                <c:pt idx="28562">
                  <c:v>70932</c:v>
                </c:pt>
                <c:pt idx="28563">
                  <c:v>70933</c:v>
                </c:pt>
                <c:pt idx="28564">
                  <c:v>70934</c:v>
                </c:pt>
                <c:pt idx="28565">
                  <c:v>70935</c:v>
                </c:pt>
                <c:pt idx="28566">
                  <c:v>70936</c:v>
                </c:pt>
                <c:pt idx="28567">
                  <c:v>70937</c:v>
                </c:pt>
                <c:pt idx="28568">
                  <c:v>70938</c:v>
                </c:pt>
                <c:pt idx="28569">
                  <c:v>70939</c:v>
                </c:pt>
                <c:pt idx="28570">
                  <c:v>70940</c:v>
                </c:pt>
                <c:pt idx="28571">
                  <c:v>70941</c:v>
                </c:pt>
                <c:pt idx="28572">
                  <c:v>70942</c:v>
                </c:pt>
                <c:pt idx="28573">
                  <c:v>70943</c:v>
                </c:pt>
                <c:pt idx="28574">
                  <c:v>70944</c:v>
                </c:pt>
                <c:pt idx="28575">
                  <c:v>70945</c:v>
                </c:pt>
                <c:pt idx="28576">
                  <c:v>70946</c:v>
                </c:pt>
                <c:pt idx="28577">
                  <c:v>70947</c:v>
                </c:pt>
                <c:pt idx="28578">
                  <c:v>70948</c:v>
                </c:pt>
                <c:pt idx="28579">
                  <c:v>70949</c:v>
                </c:pt>
                <c:pt idx="28580">
                  <c:v>70950</c:v>
                </c:pt>
                <c:pt idx="28581">
                  <c:v>70951</c:v>
                </c:pt>
                <c:pt idx="28582">
                  <c:v>70952</c:v>
                </c:pt>
                <c:pt idx="28583">
                  <c:v>70953</c:v>
                </c:pt>
                <c:pt idx="28584">
                  <c:v>70954</c:v>
                </c:pt>
                <c:pt idx="28585">
                  <c:v>70955</c:v>
                </c:pt>
                <c:pt idx="28586">
                  <c:v>70956</c:v>
                </c:pt>
                <c:pt idx="28587">
                  <c:v>70957</c:v>
                </c:pt>
                <c:pt idx="28588">
                  <c:v>70958</c:v>
                </c:pt>
                <c:pt idx="28589">
                  <c:v>70959</c:v>
                </c:pt>
                <c:pt idx="28590">
                  <c:v>70960</c:v>
                </c:pt>
                <c:pt idx="28591">
                  <c:v>70961</c:v>
                </c:pt>
                <c:pt idx="28592">
                  <c:v>70962</c:v>
                </c:pt>
                <c:pt idx="28593">
                  <c:v>70963</c:v>
                </c:pt>
                <c:pt idx="28594">
                  <c:v>70964</c:v>
                </c:pt>
                <c:pt idx="28595">
                  <c:v>70965</c:v>
                </c:pt>
                <c:pt idx="28596">
                  <c:v>70966</c:v>
                </c:pt>
                <c:pt idx="28597">
                  <c:v>70967</c:v>
                </c:pt>
                <c:pt idx="28598">
                  <c:v>70968</c:v>
                </c:pt>
                <c:pt idx="28599">
                  <c:v>70969</c:v>
                </c:pt>
                <c:pt idx="28600">
                  <c:v>70970</c:v>
                </c:pt>
                <c:pt idx="28601">
                  <c:v>70971</c:v>
                </c:pt>
                <c:pt idx="28602">
                  <c:v>70972</c:v>
                </c:pt>
                <c:pt idx="28603">
                  <c:v>70973</c:v>
                </c:pt>
                <c:pt idx="28604">
                  <c:v>70974</c:v>
                </c:pt>
                <c:pt idx="28605">
                  <c:v>70975</c:v>
                </c:pt>
                <c:pt idx="28606">
                  <c:v>70976</c:v>
                </c:pt>
                <c:pt idx="28607">
                  <c:v>70977</c:v>
                </c:pt>
                <c:pt idx="28608">
                  <c:v>70978</c:v>
                </c:pt>
                <c:pt idx="28609">
                  <c:v>70979</c:v>
                </c:pt>
                <c:pt idx="28610">
                  <c:v>70980</c:v>
                </c:pt>
                <c:pt idx="28611">
                  <c:v>70981</c:v>
                </c:pt>
                <c:pt idx="28612">
                  <c:v>70982</c:v>
                </c:pt>
                <c:pt idx="28613">
                  <c:v>70983</c:v>
                </c:pt>
                <c:pt idx="28614">
                  <c:v>70984</c:v>
                </c:pt>
                <c:pt idx="28615">
                  <c:v>70985</c:v>
                </c:pt>
                <c:pt idx="28616">
                  <c:v>70986</c:v>
                </c:pt>
                <c:pt idx="28617">
                  <c:v>70987</c:v>
                </c:pt>
                <c:pt idx="28618">
                  <c:v>70988</c:v>
                </c:pt>
                <c:pt idx="28619">
                  <c:v>70989</c:v>
                </c:pt>
                <c:pt idx="28620">
                  <c:v>70990</c:v>
                </c:pt>
                <c:pt idx="28621">
                  <c:v>70991</c:v>
                </c:pt>
                <c:pt idx="28622">
                  <c:v>70992</c:v>
                </c:pt>
                <c:pt idx="28623">
                  <c:v>70993</c:v>
                </c:pt>
                <c:pt idx="28624">
                  <c:v>70994</c:v>
                </c:pt>
                <c:pt idx="28625">
                  <c:v>70995</c:v>
                </c:pt>
                <c:pt idx="28626">
                  <c:v>70996</c:v>
                </c:pt>
                <c:pt idx="28627">
                  <c:v>70997</c:v>
                </c:pt>
                <c:pt idx="28628">
                  <c:v>70998</c:v>
                </c:pt>
                <c:pt idx="28629">
                  <c:v>70999</c:v>
                </c:pt>
                <c:pt idx="28630">
                  <c:v>71000</c:v>
                </c:pt>
                <c:pt idx="28631">
                  <c:v>71001</c:v>
                </c:pt>
                <c:pt idx="28632">
                  <c:v>71002</c:v>
                </c:pt>
                <c:pt idx="28633">
                  <c:v>71003</c:v>
                </c:pt>
                <c:pt idx="28634">
                  <c:v>71004</c:v>
                </c:pt>
                <c:pt idx="28635">
                  <c:v>71005</c:v>
                </c:pt>
                <c:pt idx="28636">
                  <c:v>71006</c:v>
                </c:pt>
                <c:pt idx="28637">
                  <c:v>71007</c:v>
                </c:pt>
                <c:pt idx="28638">
                  <c:v>71008</c:v>
                </c:pt>
                <c:pt idx="28639">
                  <c:v>71009</c:v>
                </c:pt>
                <c:pt idx="28640">
                  <c:v>71010</c:v>
                </c:pt>
                <c:pt idx="28641">
                  <c:v>71011</c:v>
                </c:pt>
                <c:pt idx="28642">
                  <c:v>71012</c:v>
                </c:pt>
                <c:pt idx="28643">
                  <c:v>71013</c:v>
                </c:pt>
                <c:pt idx="28644">
                  <c:v>71014</c:v>
                </c:pt>
                <c:pt idx="28645">
                  <c:v>71015</c:v>
                </c:pt>
                <c:pt idx="28646">
                  <c:v>71016</c:v>
                </c:pt>
                <c:pt idx="28647">
                  <c:v>71017</c:v>
                </c:pt>
                <c:pt idx="28648">
                  <c:v>71018</c:v>
                </c:pt>
                <c:pt idx="28649">
                  <c:v>71019</c:v>
                </c:pt>
                <c:pt idx="28650">
                  <c:v>71020</c:v>
                </c:pt>
                <c:pt idx="28651">
                  <c:v>71021</c:v>
                </c:pt>
                <c:pt idx="28652">
                  <c:v>71022</c:v>
                </c:pt>
                <c:pt idx="28653">
                  <c:v>71023</c:v>
                </c:pt>
                <c:pt idx="28654">
                  <c:v>71024</c:v>
                </c:pt>
                <c:pt idx="28655">
                  <c:v>71025</c:v>
                </c:pt>
                <c:pt idx="28656">
                  <c:v>71026</c:v>
                </c:pt>
                <c:pt idx="28657">
                  <c:v>71027</c:v>
                </c:pt>
                <c:pt idx="28658">
                  <c:v>71028</c:v>
                </c:pt>
                <c:pt idx="28659">
                  <c:v>71029</c:v>
                </c:pt>
                <c:pt idx="28660">
                  <c:v>71030</c:v>
                </c:pt>
                <c:pt idx="28661">
                  <c:v>71031</c:v>
                </c:pt>
                <c:pt idx="28662">
                  <c:v>71032</c:v>
                </c:pt>
                <c:pt idx="28663">
                  <c:v>71033</c:v>
                </c:pt>
                <c:pt idx="28664">
                  <c:v>71034</c:v>
                </c:pt>
                <c:pt idx="28665">
                  <c:v>71035</c:v>
                </c:pt>
                <c:pt idx="28666">
                  <c:v>71036</c:v>
                </c:pt>
                <c:pt idx="28667">
                  <c:v>71037</c:v>
                </c:pt>
                <c:pt idx="28668">
                  <c:v>71038</c:v>
                </c:pt>
                <c:pt idx="28669">
                  <c:v>71039</c:v>
                </c:pt>
                <c:pt idx="28670">
                  <c:v>71040</c:v>
                </c:pt>
                <c:pt idx="28671">
                  <c:v>71041</c:v>
                </c:pt>
                <c:pt idx="28672">
                  <c:v>71042</c:v>
                </c:pt>
                <c:pt idx="28673">
                  <c:v>71043</c:v>
                </c:pt>
                <c:pt idx="28674">
                  <c:v>71044</c:v>
                </c:pt>
                <c:pt idx="28675">
                  <c:v>71045</c:v>
                </c:pt>
                <c:pt idx="28676">
                  <c:v>71046</c:v>
                </c:pt>
                <c:pt idx="28677">
                  <c:v>71047</c:v>
                </c:pt>
                <c:pt idx="28678">
                  <c:v>71048</c:v>
                </c:pt>
                <c:pt idx="28679">
                  <c:v>71049</c:v>
                </c:pt>
                <c:pt idx="28680">
                  <c:v>71050</c:v>
                </c:pt>
                <c:pt idx="28681">
                  <c:v>71051</c:v>
                </c:pt>
                <c:pt idx="28682">
                  <c:v>71052</c:v>
                </c:pt>
                <c:pt idx="28683">
                  <c:v>71053</c:v>
                </c:pt>
                <c:pt idx="28684">
                  <c:v>71054</c:v>
                </c:pt>
                <c:pt idx="28685">
                  <c:v>71055</c:v>
                </c:pt>
                <c:pt idx="28686">
                  <c:v>71056</c:v>
                </c:pt>
                <c:pt idx="28687">
                  <c:v>71057</c:v>
                </c:pt>
                <c:pt idx="28688">
                  <c:v>71058</c:v>
                </c:pt>
                <c:pt idx="28689">
                  <c:v>71059</c:v>
                </c:pt>
                <c:pt idx="28690">
                  <c:v>71060</c:v>
                </c:pt>
                <c:pt idx="28691">
                  <c:v>71061</c:v>
                </c:pt>
                <c:pt idx="28692">
                  <c:v>71062</c:v>
                </c:pt>
                <c:pt idx="28693">
                  <c:v>71063</c:v>
                </c:pt>
                <c:pt idx="28694">
                  <c:v>71064</c:v>
                </c:pt>
                <c:pt idx="28695">
                  <c:v>71065</c:v>
                </c:pt>
                <c:pt idx="28696">
                  <c:v>71066</c:v>
                </c:pt>
                <c:pt idx="28697">
                  <c:v>71067</c:v>
                </c:pt>
                <c:pt idx="28698">
                  <c:v>71068</c:v>
                </c:pt>
                <c:pt idx="28699">
                  <c:v>71069</c:v>
                </c:pt>
                <c:pt idx="28700">
                  <c:v>71070</c:v>
                </c:pt>
                <c:pt idx="28701">
                  <c:v>71071</c:v>
                </c:pt>
                <c:pt idx="28702">
                  <c:v>71072</c:v>
                </c:pt>
                <c:pt idx="28703">
                  <c:v>71073</c:v>
                </c:pt>
                <c:pt idx="28704">
                  <c:v>71074</c:v>
                </c:pt>
                <c:pt idx="28705">
                  <c:v>71075</c:v>
                </c:pt>
                <c:pt idx="28706">
                  <c:v>71076</c:v>
                </c:pt>
                <c:pt idx="28707">
                  <c:v>71077</c:v>
                </c:pt>
                <c:pt idx="28708">
                  <c:v>71078</c:v>
                </c:pt>
                <c:pt idx="28709">
                  <c:v>71079</c:v>
                </c:pt>
                <c:pt idx="28710">
                  <c:v>71080</c:v>
                </c:pt>
                <c:pt idx="28711">
                  <c:v>71081</c:v>
                </c:pt>
                <c:pt idx="28712">
                  <c:v>71082</c:v>
                </c:pt>
                <c:pt idx="28713">
                  <c:v>71083</c:v>
                </c:pt>
                <c:pt idx="28714">
                  <c:v>71084</c:v>
                </c:pt>
                <c:pt idx="28715">
                  <c:v>71085</c:v>
                </c:pt>
                <c:pt idx="28716">
                  <c:v>71086</c:v>
                </c:pt>
                <c:pt idx="28717">
                  <c:v>71087</c:v>
                </c:pt>
                <c:pt idx="28718">
                  <c:v>71088</c:v>
                </c:pt>
                <c:pt idx="28719">
                  <c:v>71089</c:v>
                </c:pt>
                <c:pt idx="28720">
                  <c:v>71090</c:v>
                </c:pt>
                <c:pt idx="28721">
                  <c:v>71091</c:v>
                </c:pt>
                <c:pt idx="28722">
                  <c:v>71092</c:v>
                </c:pt>
                <c:pt idx="28723">
                  <c:v>71093</c:v>
                </c:pt>
                <c:pt idx="28724">
                  <c:v>71094</c:v>
                </c:pt>
                <c:pt idx="28725">
                  <c:v>71095</c:v>
                </c:pt>
                <c:pt idx="28726">
                  <c:v>71096</c:v>
                </c:pt>
                <c:pt idx="28727">
                  <c:v>71097</c:v>
                </c:pt>
                <c:pt idx="28728">
                  <c:v>71098</c:v>
                </c:pt>
                <c:pt idx="28729">
                  <c:v>71099</c:v>
                </c:pt>
                <c:pt idx="28730">
                  <c:v>71100</c:v>
                </c:pt>
                <c:pt idx="28731">
                  <c:v>71101</c:v>
                </c:pt>
                <c:pt idx="28732">
                  <c:v>71102</c:v>
                </c:pt>
                <c:pt idx="28733">
                  <c:v>71103</c:v>
                </c:pt>
                <c:pt idx="28734">
                  <c:v>71104</c:v>
                </c:pt>
                <c:pt idx="28735">
                  <c:v>71105</c:v>
                </c:pt>
                <c:pt idx="28736">
                  <c:v>71106</c:v>
                </c:pt>
                <c:pt idx="28737">
                  <c:v>71107</c:v>
                </c:pt>
                <c:pt idx="28738">
                  <c:v>71108</c:v>
                </c:pt>
                <c:pt idx="28739">
                  <c:v>71109</c:v>
                </c:pt>
                <c:pt idx="28740">
                  <c:v>71110</c:v>
                </c:pt>
                <c:pt idx="28741">
                  <c:v>71111</c:v>
                </c:pt>
                <c:pt idx="28742">
                  <c:v>71112</c:v>
                </c:pt>
                <c:pt idx="28743">
                  <c:v>71113</c:v>
                </c:pt>
                <c:pt idx="28744">
                  <c:v>71114</c:v>
                </c:pt>
                <c:pt idx="28745">
                  <c:v>71115</c:v>
                </c:pt>
                <c:pt idx="28746">
                  <c:v>71116</c:v>
                </c:pt>
                <c:pt idx="28747">
                  <c:v>71117</c:v>
                </c:pt>
                <c:pt idx="28748">
                  <c:v>71118</c:v>
                </c:pt>
                <c:pt idx="28749">
                  <c:v>71119</c:v>
                </c:pt>
                <c:pt idx="28750">
                  <c:v>71120</c:v>
                </c:pt>
                <c:pt idx="28751">
                  <c:v>71121</c:v>
                </c:pt>
                <c:pt idx="28752">
                  <c:v>71122</c:v>
                </c:pt>
                <c:pt idx="28753">
                  <c:v>71123</c:v>
                </c:pt>
                <c:pt idx="28754">
                  <c:v>71124</c:v>
                </c:pt>
                <c:pt idx="28755">
                  <c:v>71125</c:v>
                </c:pt>
                <c:pt idx="28756">
                  <c:v>71126</c:v>
                </c:pt>
                <c:pt idx="28757">
                  <c:v>71127</c:v>
                </c:pt>
                <c:pt idx="28758">
                  <c:v>71128</c:v>
                </c:pt>
                <c:pt idx="28759">
                  <c:v>71129</c:v>
                </c:pt>
                <c:pt idx="28760">
                  <c:v>71130</c:v>
                </c:pt>
                <c:pt idx="28761">
                  <c:v>71131</c:v>
                </c:pt>
                <c:pt idx="28762">
                  <c:v>71132</c:v>
                </c:pt>
                <c:pt idx="28763">
                  <c:v>71133</c:v>
                </c:pt>
                <c:pt idx="28764">
                  <c:v>71134</c:v>
                </c:pt>
                <c:pt idx="28765">
                  <c:v>71135</c:v>
                </c:pt>
                <c:pt idx="28766">
                  <c:v>71136</c:v>
                </c:pt>
                <c:pt idx="28767">
                  <c:v>71137</c:v>
                </c:pt>
                <c:pt idx="28768">
                  <c:v>71138</c:v>
                </c:pt>
                <c:pt idx="28769">
                  <c:v>71139</c:v>
                </c:pt>
                <c:pt idx="28770">
                  <c:v>71140</c:v>
                </c:pt>
                <c:pt idx="28771">
                  <c:v>71141</c:v>
                </c:pt>
                <c:pt idx="28772">
                  <c:v>71142</c:v>
                </c:pt>
                <c:pt idx="28773">
                  <c:v>71143</c:v>
                </c:pt>
                <c:pt idx="28774">
                  <c:v>71144</c:v>
                </c:pt>
                <c:pt idx="28775">
                  <c:v>71145</c:v>
                </c:pt>
                <c:pt idx="28776">
                  <c:v>71146</c:v>
                </c:pt>
                <c:pt idx="28777">
                  <c:v>71147</c:v>
                </c:pt>
                <c:pt idx="28778">
                  <c:v>71148</c:v>
                </c:pt>
                <c:pt idx="28779">
                  <c:v>71149</c:v>
                </c:pt>
                <c:pt idx="28780">
                  <c:v>71150</c:v>
                </c:pt>
                <c:pt idx="28781">
                  <c:v>71151</c:v>
                </c:pt>
                <c:pt idx="28782">
                  <c:v>71152</c:v>
                </c:pt>
                <c:pt idx="28783">
                  <c:v>71153</c:v>
                </c:pt>
                <c:pt idx="28784">
                  <c:v>71154</c:v>
                </c:pt>
                <c:pt idx="28785">
                  <c:v>71155</c:v>
                </c:pt>
                <c:pt idx="28786">
                  <c:v>71156</c:v>
                </c:pt>
                <c:pt idx="28787">
                  <c:v>71157</c:v>
                </c:pt>
                <c:pt idx="28788">
                  <c:v>71158</c:v>
                </c:pt>
                <c:pt idx="28789">
                  <c:v>71159</c:v>
                </c:pt>
                <c:pt idx="28790">
                  <c:v>71160</c:v>
                </c:pt>
                <c:pt idx="28791">
                  <c:v>71161</c:v>
                </c:pt>
                <c:pt idx="28792">
                  <c:v>71162</c:v>
                </c:pt>
                <c:pt idx="28793">
                  <c:v>71163</c:v>
                </c:pt>
                <c:pt idx="28794">
                  <c:v>71164</c:v>
                </c:pt>
                <c:pt idx="28795">
                  <c:v>71165</c:v>
                </c:pt>
                <c:pt idx="28796">
                  <c:v>71166</c:v>
                </c:pt>
                <c:pt idx="28797">
                  <c:v>71167</c:v>
                </c:pt>
                <c:pt idx="28798">
                  <c:v>71168</c:v>
                </c:pt>
                <c:pt idx="28799">
                  <c:v>71169</c:v>
                </c:pt>
                <c:pt idx="28800">
                  <c:v>71170</c:v>
                </c:pt>
                <c:pt idx="28801">
                  <c:v>71171</c:v>
                </c:pt>
                <c:pt idx="28802">
                  <c:v>71172</c:v>
                </c:pt>
                <c:pt idx="28803">
                  <c:v>71173</c:v>
                </c:pt>
                <c:pt idx="28804">
                  <c:v>71174</c:v>
                </c:pt>
                <c:pt idx="28805">
                  <c:v>71175</c:v>
                </c:pt>
                <c:pt idx="28806">
                  <c:v>71176</c:v>
                </c:pt>
                <c:pt idx="28807">
                  <c:v>71177</c:v>
                </c:pt>
                <c:pt idx="28808">
                  <c:v>71178</c:v>
                </c:pt>
                <c:pt idx="28809">
                  <c:v>71179</c:v>
                </c:pt>
                <c:pt idx="28810">
                  <c:v>71180</c:v>
                </c:pt>
                <c:pt idx="28811">
                  <c:v>71181</c:v>
                </c:pt>
                <c:pt idx="28812">
                  <c:v>71182</c:v>
                </c:pt>
                <c:pt idx="28813">
                  <c:v>71183</c:v>
                </c:pt>
                <c:pt idx="28814">
                  <c:v>71184</c:v>
                </c:pt>
                <c:pt idx="28815">
                  <c:v>71185</c:v>
                </c:pt>
                <c:pt idx="28816">
                  <c:v>71186</c:v>
                </c:pt>
                <c:pt idx="28817">
                  <c:v>71187</c:v>
                </c:pt>
                <c:pt idx="28818">
                  <c:v>71188</c:v>
                </c:pt>
                <c:pt idx="28819">
                  <c:v>71189</c:v>
                </c:pt>
                <c:pt idx="28820">
                  <c:v>71190</c:v>
                </c:pt>
                <c:pt idx="28821">
                  <c:v>71191</c:v>
                </c:pt>
                <c:pt idx="28822">
                  <c:v>71192</c:v>
                </c:pt>
                <c:pt idx="28823">
                  <c:v>71193</c:v>
                </c:pt>
                <c:pt idx="28824">
                  <c:v>71194</c:v>
                </c:pt>
                <c:pt idx="28825">
                  <c:v>71195</c:v>
                </c:pt>
                <c:pt idx="28826">
                  <c:v>71196</c:v>
                </c:pt>
                <c:pt idx="28827">
                  <c:v>71197</c:v>
                </c:pt>
                <c:pt idx="28828">
                  <c:v>71198</c:v>
                </c:pt>
                <c:pt idx="28829">
                  <c:v>71199</c:v>
                </c:pt>
                <c:pt idx="28830">
                  <c:v>71200</c:v>
                </c:pt>
                <c:pt idx="28831">
                  <c:v>71201</c:v>
                </c:pt>
                <c:pt idx="28832">
                  <c:v>71202</c:v>
                </c:pt>
                <c:pt idx="28833">
                  <c:v>71203</c:v>
                </c:pt>
                <c:pt idx="28834">
                  <c:v>71204</c:v>
                </c:pt>
                <c:pt idx="28835">
                  <c:v>71205</c:v>
                </c:pt>
                <c:pt idx="28836">
                  <c:v>71206</c:v>
                </c:pt>
                <c:pt idx="28837">
                  <c:v>71207</c:v>
                </c:pt>
                <c:pt idx="28838">
                  <c:v>71208</c:v>
                </c:pt>
                <c:pt idx="28839">
                  <c:v>71209</c:v>
                </c:pt>
                <c:pt idx="28840">
                  <c:v>71210</c:v>
                </c:pt>
                <c:pt idx="28841">
                  <c:v>71211</c:v>
                </c:pt>
                <c:pt idx="28842">
                  <c:v>71212</c:v>
                </c:pt>
                <c:pt idx="28843">
                  <c:v>71213</c:v>
                </c:pt>
                <c:pt idx="28844">
                  <c:v>71214</c:v>
                </c:pt>
                <c:pt idx="28845">
                  <c:v>71215</c:v>
                </c:pt>
                <c:pt idx="28846">
                  <c:v>71216</c:v>
                </c:pt>
                <c:pt idx="28847">
                  <c:v>71217</c:v>
                </c:pt>
                <c:pt idx="28848">
                  <c:v>71218</c:v>
                </c:pt>
                <c:pt idx="28849">
                  <c:v>71219</c:v>
                </c:pt>
                <c:pt idx="28850">
                  <c:v>71220</c:v>
                </c:pt>
                <c:pt idx="28851">
                  <c:v>71221</c:v>
                </c:pt>
                <c:pt idx="28852">
                  <c:v>71222</c:v>
                </c:pt>
                <c:pt idx="28853">
                  <c:v>71223</c:v>
                </c:pt>
                <c:pt idx="28854">
                  <c:v>71224</c:v>
                </c:pt>
                <c:pt idx="28855">
                  <c:v>71225</c:v>
                </c:pt>
                <c:pt idx="28856">
                  <c:v>71226</c:v>
                </c:pt>
                <c:pt idx="28857">
                  <c:v>71227</c:v>
                </c:pt>
                <c:pt idx="28858">
                  <c:v>71228</c:v>
                </c:pt>
                <c:pt idx="28859">
                  <c:v>71229</c:v>
                </c:pt>
                <c:pt idx="28860">
                  <c:v>71230</c:v>
                </c:pt>
                <c:pt idx="28861">
                  <c:v>71231</c:v>
                </c:pt>
                <c:pt idx="28862">
                  <c:v>71232</c:v>
                </c:pt>
                <c:pt idx="28863">
                  <c:v>71233</c:v>
                </c:pt>
                <c:pt idx="28864">
                  <c:v>71234</c:v>
                </c:pt>
                <c:pt idx="28865">
                  <c:v>71235</c:v>
                </c:pt>
                <c:pt idx="28866">
                  <c:v>71236</c:v>
                </c:pt>
                <c:pt idx="28867">
                  <c:v>71237</c:v>
                </c:pt>
                <c:pt idx="28868">
                  <c:v>71238</c:v>
                </c:pt>
                <c:pt idx="28869">
                  <c:v>71239</c:v>
                </c:pt>
                <c:pt idx="28870">
                  <c:v>71240</c:v>
                </c:pt>
                <c:pt idx="28871">
                  <c:v>71241</c:v>
                </c:pt>
                <c:pt idx="28872">
                  <c:v>71242</c:v>
                </c:pt>
                <c:pt idx="28873">
                  <c:v>71243</c:v>
                </c:pt>
                <c:pt idx="28874">
                  <c:v>71244</c:v>
                </c:pt>
                <c:pt idx="28875">
                  <c:v>71245</c:v>
                </c:pt>
                <c:pt idx="28876">
                  <c:v>71246</c:v>
                </c:pt>
                <c:pt idx="28877">
                  <c:v>71247</c:v>
                </c:pt>
                <c:pt idx="28878">
                  <c:v>71248</c:v>
                </c:pt>
                <c:pt idx="28879">
                  <c:v>71249</c:v>
                </c:pt>
                <c:pt idx="28880">
                  <c:v>71250</c:v>
                </c:pt>
                <c:pt idx="28881">
                  <c:v>71251</c:v>
                </c:pt>
                <c:pt idx="28882">
                  <c:v>71252</c:v>
                </c:pt>
                <c:pt idx="28883">
                  <c:v>71253</c:v>
                </c:pt>
                <c:pt idx="28884">
                  <c:v>71254</c:v>
                </c:pt>
                <c:pt idx="28885">
                  <c:v>71255</c:v>
                </c:pt>
                <c:pt idx="28886">
                  <c:v>71256</c:v>
                </c:pt>
                <c:pt idx="28887">
                  <c:v>71257</c:v>
                </c:pt>
                <c:pt idx="28888">
                  <c:v>71258</c:v>
                </c:pt>
                <c:pt idx="28889">
                  <c:v>71259</c:v>
                </c:pt>
                <c:pt idx="28890">
                  <c:v>71260</c:v>
                </c:pt>
                <c:pt idx="28891">
                  <c:v>71261</c:v>
                </c:pt>
                <c:pt idx="28892">
                  <c:v>71262</c:v>
                </c:pt>
                <c:pt idx="28893">
                  <c:v>71263</c:v>
                </c:pt>
                <c:pt idx="28894">
                  <c:v>71264</c:v>
                </c:pt>
                <c:pt idx="28895">
                  <c:v>71265</c:v>
                </c:pt>
                <c:pt idx="28896">
                  <c:v>71266</c:v>
                </c:pt>
                <c:pt idx="28897">
                  <c:v>71267</c:v>
                </c:pt>
                <c:pt idx="28898">
                  <c:v>71268</c:v>
                </c:pt>
                <c:pt idx="28899">
                  <c:v>71269</c:v>
                </c:pt>
                <c:pt idx="28900">
                  <c:v>71270</c:v>
                </c:pt>
                <c:pt idx="28901">
                  <c:v>71271</c:v>
                </c:pt>
                <c:pt idx="28902">
                  <c:v>71272</c:v>
                </c:pt>
                <c:pt idx="28903">
                  <c:v>71273</c:v>
                </c:pt>
                <c:pt idx="28904">
                  <c:v>71274</c:v>
                </c:pt>
                <c:pt idx="28905">
                  <c:v>71275</c:v>
                </c:pt>
                <c:pt idx="28906">
                  <c:v>71276</c:v>
                </c:pt>
                <c:pt idx="28907">
                  <c:v>71277</c:v>
                </c:pt>
                <c:pt idx="28908">
                  <c:v>71278</c:v>
                </c:pt>
                <c:pt idx="28909">
                  <c:v>71279</c:v>
                </c:pt>
                <c:pt idx="28910">
                  <c:v>71280</c:v>
                </c:pt>
                <c:pt idx="28911">
                  <c:v>71281</c:v>
                </c:pt>
                <c:pt idx="28912">
                  <c:v>71282</c:v>
                </c:pt>
                <c:pt idx="28913">
                  <c:v>71283</c:v>
                </c:pt>
                <c:pt idx="28914">
                  <c:v>71284</c:v>
                </c:pt>
                <c:pt idx="28915">
                  <c:v>71285</c:v>
                </c:pt>
                <c:pt idx="28916">
                  <c:v>71286</c:v>
                </c:pt>
                <c:pt idx="28917">
                  <c:v>71287</c:v>
                </c:pt>
                <c:pt idx="28918">
                  <c:v>71288</c:v>
                </c:pt>
                <c:pt idx="28919">
                  <c:v>71289</c:v>
                </c:pt>
                <c:pt idx="28920">
                  <c:v>71290</c:v>
                </c:pt>
                <c:pt idx="28921">
                  <c:v>71291</c:v>
                </c:pt>
                <c:pt idx="28922">
                  <c:v>71292</c:v>
                </c:pt>
                <c:pt idx="28923">
                  <c:v>71293</c:v>
                </c:pt>
                <c:pt idx="28924">
                  <c:v>71294</c:v>
                </c:pt>
                <c:pt idx="28925">
                  <c:v>71295</c:v>
                </c:pt>
                <c:pt idx="28926">
                  <c:v>71296</c:v>
                </c:pt>
                <c:pt idx="28927">
                  <c:v>71297</c:v>
                </c:pt>
                <c:pt idx="28928">
                  <c:v>71298</c:v>
                </c:pt>
                <c:pt idx="28929">
                  <c:v>71299</c:v>
                </c:pt>
                <c:pt idx="28930">
                  <c:v>71300</c:v>
                </c:pt>
                <c:pt idx="28931">
                  <c:v>71301</c:v>
                </c:pt>
                <c:pt idx="28932">
                  <c:v>71302</c:v>
                </c:pt>
                <c:pt idx="28933">
                  <c:v>71303</c:v>
                </c:pt>
                <c:pt idx="28934">
                  <c:v>71304</c:v>
                </c:pt>
                <c:pt idx="28935">
                  <c:v>71305</c:v>
                </c:pt>
                <c:pt idx="28936">
                  <c:v>71306</c:v>
                </c:pt>
                <c:pt idx="28937">
                  <c:v>71307</c:v>
                </c:pt>
                <c:pt idx="28938">
                  <c:v>71308</c:v>
                </c:pt>
                <c:pt idx="28939">
                  <c:v>71309</c:v>
                </c:pt>
                <c:pt idx="28940">
                  <c:v>71310</c:v>
                </c:pt>
                <c:pt idx="28941">
                  <c:v>71311</c:v>
                </c:pt>
                <c:pt idx="28942">
                  <c:v>71312</c:v>
                </c:pt>
                <c:pt idx="28943">
                  <c:v>71313</c:v>
                </c:pt>
                <c:pt idx="28944">
                  <c:v>71314</c:v>
                </c:pt>
                <c:pt idx="28945">
                  <c:v>71315</c:v>
                </c:pt>
                <c:pt idx="28946">
                  <c:v>71316</c:v>
                </c:pt>
                <c:pt idx="28947">
                  <c:v>71317</c:v>
                </c:pt>
                <c:pt idx="28948">
                  <c:v>71318</c:v>
                </c:pt>
                <c:pt idx="28949">
                  <c:v>71319</c:v>
                </c:pt>
                <c:pt idx="28950">
                  <c:v>71320</c:v>
                </c:pt>
                <c:pt idx="28951">
                  <c:v>71321</c:v>
                </c:pt>
                <c:pt idx="28952">
                  <c:v>71322</c:v>
                </c:pt>
                <c:pt idx="28953">
                  <c:v>71323</c:v>
                </c:pt>
                <c:pt idx="28954">
                  <c:v>71324</c:v>
                </c:pt>
                <c:pt idx="28955">
                  <c:v>71325</c:v>
                </c:pt>
                <c:pt idx="28956">
                  <c:v>71326</c:v>
                </c:pt>
                <c:pt idx="28957">
                  <c:v>71327</c:v>
                </c:pt>
                <c:pt idx="28958">
                  <c:v>71328</c:v>
                </c:pt>
                <c:pt idx="28959">
                  <c:v>71329</c:v>
                </c:pt>
                <c:pt idx="28960">
                  <c:v>71330</c:v>
                </c:pt>
                <c:pt idx="28961">
                  <c:v>71331</c:v>
                </c:pt>
                <c:pt idx="28962">
                  <c:v>71332</c:v>
                </c:pt>
                <c:pt idx="28963">
                  <c:v>71333</c:v>
                </c:pt>
                <c:pt idx="28964">
                  <c:v>71334</c:v>
                </c:pt>
                <c:pt idx="28965">
                  <c:v>71335</c:v>
                </c:pt>
                <c:pt idx="28966">
                  <c:v>71336</c:v>
                </c:pt>
                <c:pt idx="28967">
                  <c:v>71337</c:v>
                </c:pt>
                <c:pt idx="28968">
                  <c:v>71338</c:v>
                </c:pt>
                <c:pt idx="28969">
                  <c:v>71339</c:v>
                </c:pt>
                <c:pt idx="28970">
                  <c:v>71340</c:v>
                </c:pt>
                <c:pt idx="28971">
                  <c:v>71341</c:v>
                </c:pt>
                <c:pt idx="28972">
                  <c:v>71342</c:v>
                </c:pt>
                <c:pt idx="28973">
                  <c:v>71343</c:v>
                </c:pt>
                <c:pt idx="28974">
                  <c:v>71344</c:v>
                </c:pt>
                <c:pt idx="28975">
                  <c:v>71345</c:v>
                </c:pt>
                <c:pt idx="28976">
                  <c:v>71346</c:v>
                </c:pt>
                <c:pt idx="28977">
                  <c:v>71347</c:v>
                </c:pt>
                <c:pt idx="28978">
                  <c:v>71348</c:v>
                </c:pt>
                <c:pt idx="28979">
                  <c:v>71349</c:v>
                </c:pt>
                <c:pt idx="28980">
                  <c:v>71350</c:v>
                </c:pt>
                <c:pt idx="28981">
                  <c:v>71351</c:v>
                </c:pt>
                <c:pt idx="28982">
                  <c:v>71352</c:v>
                </c:pt>
                <c:pt idx="28983">
                  <c:v>71353</c:v>
                </c:pt>
                <c:pt idx="28984">
                  <c:v>71354</c:v>
                </c:pt>
                <c:pt idx="28985">
                  <c:v>71355</c:v>
                </c:pt>
                <c:pt idx="28986">
                  <c:v>71356</c:v>
                </c:pt>
                <c:pt idx="28987">
                  <c:v>71357</c:v>
                </c:pt>
                <c:pt idx="28988">
                  <c:v>71358</c:v>
                </c:pt>
                <c:pt idx="28989">
                  <c:v>71359</c:v>
                </c:pt>
                <c:pt idx="28990">
                  <c:v>71360</c:v>
                </c:pt>
                <c:pt idx="28991">
                  <c:v>71361</c:v>
                </c:pt>
                <c:pt idx="28992">
                  <c:v>71362</c:v>
                </c:pt>
                <c:pt idx="28993">
                  <c:v>71363</c:v>
                </c:pt>
                <c:pt idx="28994">
                  <c:v>71364</c:v>
                </c:pt>
                <c:pt idx="28995">
                  <c:v>71365</c:v>
                </c:pt>
                <c:pt idx="28996">
                  <c:v>71366</c:v>
                </c:pt>
                <c:pt idx="28997">
                  <c:v>71367</c:v>
                </c:pt>
                <c:pt idx="28998">
                  <c:v>71368</c:v>
                </c:pt>
                <c:pt idx="28999">
                  <c:v>71369</c:v>
                </c:pt>
                <c:pt idx="29000">
                  <c:v>71370</c:v>
                </c:pt>
                <c:pt idx="29001">
                  <c:v>71371</c:v>
                </c:pt>
                <c:pt idx="29002">
                  <c:v>71372</c:v>
                </c:pt>
                <c:pt idx="29003">
                  <c:v>71373</c:v>
                </c:pt>
                <c:pt idx="29004">
                  <c:v>71374</c:v>
                </c:pt>
                <c:pt idx="29005">
                  <c:v>71375</c:v>
                </c:pt>
                <c:pt idx="29006">
                  <c:v>71376</c:v>
                </c:pt>
                <c:pt idx="29007">
                  <c:v>71377</c:v>
                </c:pt>
                <c:pt idx="29008">
                  <c:v>71378</c:v>
                </c:pt>
                <c:pt idx="29009">
                  <c:v>71379</c:v>
                </c:pt>
                <c:pt idx="29010">
                  <c:v>71380</c:v>
                </c:pt>
                <c:pt idx="29011">
                  <c:v>71381</c:v>
                </c:pt>
                <c:pt idx="29012">
                  <c:v>71382</c:v>
                </c:pt>
                <c:pt idx="29013">
                  <c:v>71383</c:v>
                </c:pt>
                <c:pt idx="29014">
                  <c:v>71384</c:v>
                </c:pt>
                <c:pt idx="29015">
                  <c:v>71385</c:v>
                </c:pt>
                <c:pt idx="29016">
                  <c:v>71386</c:v>
                </c:pt>
                <c:pt idx="29017">
                  <c:v>71387</c:v>
                </c:pt>
                <c:pt idx="29018">
                  <c:v>71388</c:v>
                </c:pt>
                <c:pt idx="29019">
                  <c:v>71389</c:v>
                </c:pt>
                <c:pt idx="29020">
                  <c:v>71390</c:v>
                </c:pt>
                <c:pt idx="29021">
                  <c:v>71391</c:v>
                </c:pt>
                <c:pt idx="29022">
                  <c:v>71392</c:v>
                </c:pt>
                <c:pt idx="29023">
                  <c:v>71393</c:v>
                </c:pt>
                <c:pt idx="29024">
                  <c:v>71394</c:v>
                </c:pt>
                <c:pt idx="29025">
                  <c:v>71395</c:v>
                </c:pt>
                <c:pt idx="29026">
                  <c:v>71396</c:v>
                </c:pt>
                <c:pt idx="29027">
                  <c:v>71397</c:v>
                </c:pt>
                <c:pt idx="29028">
                  <c:v>71398</c:v>
                </c:pt>
                <c:pt idx="29029">
                  <c:v>71399</c:v>
                </c:pt>
                <c:pt idx="29030">
                  <c:v>71400</c:v>
                </c:pt>
                <c:pt idx="29031">
                  <c:v>71401</c:v>
                </c:pt>
                <c:pt idx="29032">
                  <c:v>71402</c:v>
                </c:pt>
                <c:pt idx="29033">
                  <c:v>71403</c:v>
                </c:pt>
                <c:pt idx="29034">
                  <c:v>71404</c:v>
                </c:pt>
                <c:pt idx="29035">
                  <c:v>71405</c:v>
                </c:pt>
                <c:pt idx="29036">
                  <c:v>71406</c:v>
                </c:pt>
                <c:pt idx="29037">
                  <c:v>71407</c:v>
                </c:pt>
                <c:pt idx="29038">
                  <c:v>71408</c:v>
                </c:pt>
                <c:pt idx="29039">
                  <c:v>71409</c:v>
                </c:pt>
                <c:pt idx="29040">
                  <c:v>71410</c:v>
                </c:pt>
                <c:pt idx="29041">
                  <c:v>71411</c:v>
                </c:pt>
                <c:pt idx="29042">
                  <c:v>71412</c:v>
                </c:pt>
                <c:pt idx="29043">
                  <c:v>71413</c:v>
                </c:pt>
                <c:pt idx="29044">
                  <c:v>71414</c:v>
                </c:pt>
                <c:pt idx="29045">
                  <c:v>71415</c:v>
                </c:pt>
                <c:pt idx="29046">
                  <c:v>71416</c:v>
                </c:pt>
                <c:pt idx="29047">
                  <c:v>71417</c:v>
                </c:pt>
                <c:pt idx="29048">
                  <c:v>71418</c:v>
                </c:pt>
                <c:pt idx="29049">
                  <c:v>71419</c:v>
                </c:pt>
                <c:pt idx="29050">
                  <c:v>71420</c:v>
                </c:pt>
                <c:pt idx="29051">
                  <c:v>71421</c:v>
                </c:pt>
                <c:pt idx="29052">
                  <c:v>71422</c:v>
                </c:pt>
                <c:pt idx="29053">
                  <c:v>71423</c:v>
                </c:pt>
                <c:pt idx="29054">
                  <c:v>71424</c:v>
                </c:pt>
                <c:pt idx="29055">
                  <c:v>71425</c:v>
                </c:pt>
                <c:pt idx="29056">
                  <c:v>71426</c:v>
                </c:pt>
                <c:pt idx="29057">
                  <c:v>71427</c:v>
                </c:pt>
                <c:pt idx="29058">
                  <c:v>71428</c:v>
                </c:pt>
                <c:pt idx="29059">
                  <c:v>71429</c:v>
                </c:pt>
                <c:pt idx="29060">
                  <c:v>71430</c:v>
                </c:pt>
                <c:pt idx="29061">
                  <c:v>71431</c:v>
                </c:pt>
                <c:pt idx="29062">
                  <c:v>71432</c:v>
                </c:pt>
                <c:pt idx="29063">
                  <c:v>71433</c:v>
                </c:pt>
                <c:pt idx="29064">
                  <c:v>71434</c:v>
                </c:pt>
                <c:pt idx="29065">
                  <c:v>71435</c:v>
                </c:pt>
                <c:pt idx="29066">
                  <c:v>71436</c:v>
                </c:pt>
                <c:pt idx="29067">
                  <c:v>71437</c:v>
                </c:pt>
                <c:pt idx="29068">
                  <c:v>71438</c:v>
                </c:pt>
                <c:pt idx="29069">
                  <c:v>71439</c:v>
                </c:pt>
                <c:pt idx="29070">
                  <c:v>71440</c:v>
                </c:pt>
                <c:pt idx="29071">
                  <c:v>71441</c:v>
                </c:pt>
                <c:pt idx="29072">
                  <c:v>71442</c:v>
                </c:pt>
                <c:pt idx="29073">
                  <c:v>71443</c:v>
                </c:pt>
                <c:pt idx="29074">
                  <c:v>71444</c:v>
                </c:pt>
                <c:pt idx="29075">
                  <c:v>71445</c:v>
                </c:pt>
                <c:pt idx="29076">
                  <c:v>71446</c:v>
                </c:pt>
                <c:pt idx="29077">
                  <c:v>71447</c:v>
                </c:pt>
                <c:pt idx="29078">
                  <c:v>71448</c:v>
                </c:pt>
                <c:pt idx="29079">
                  <c:v>71449</c:v>
                </c:pt>
                <c:pt idx="29080">
                  <c:v>71450</c:v>
                </c:pt>
                <c:pt idx="29081">
                  <c:v>71451</c:v>
                </c:pt>
                <c:pt idx="29082">
                  <c:v>71452</c:v>
                </c:pt>
                <c:pt idx="29083">
                  <c:v>71453</c:v>
                </c:pt>
                <c:pt idx="29084">
                  <c:v>71454</c:v>
                </c:pt>
                <c:pt idx="29085">
                  <c:v>71455</c:v>
                </c:pt>
                <c:pt idx="29086">
                  <c:v>71456</c:v>
                </c:pt>
                <c:pt idx="29087">
                  <c:v>71457</c:v>
                </c:pt>
                <c:pt idx="29088">
                  <c:v>71458</c:v>
                </c:pt>
                <c:pt idx="29089">
                  <c:v>71459</c:v>
                </c:pt>
                <c:pt idx="29090">
                  <c:v>71460</c:v>
                </c:pt>
                <c:pt idx="29091">
                  <c:v>71461</c:v>
                </c:pt>
                <c:pt idx="29092">
                  <c:v>71462</c:v>
                </c:pt>
                <c:pt idx="29093">
                  <c:v>71463</c:v>
                </c:pt>
                <c:pt idx="29094">
                  <c:v>71464</c:v>
                </c:pt>
                <c:pt idx="29095">
                  <c:v>71465</c:v>
                </c:pt>
                <c:pt idx="29096">
                  <c:v>71466</c:v>
                </c:pt>
                <c:pt idx="29097">
                  <c:v>71467</c:v>
                </c:pt>
                <c:pt idx="29098">
                  <c:v>71468</c:v>
                </c:pt>
                <c:pt idx="29099">
                  <c:v>71469</c:v>
                </c:pt>
                <c:pt idx="29100">
                  <c:v>71470</c:v>
                </c:pt>
                <c:pt idx="29101">
                  <c:v>71471</c:v>
                </c:pt>
                <c:pt idx="29102">
                  <c:v>71472</c:v>
                </c:pt>
                <c:pt idx="29103">
                  <c:v>71473</c:v>
                </c:pt>
                <c:pt idx="29104">
                  <c:v>71474</c:v>
                </c:pt>
                <c:pt idx="29105">
                  <c:v>71475</c:v>
                </c:pt>
                <c:pt idx="29106">
                  <c:v>71476</c:v>
                </c:pt>
                <c:pt idx="29107">
                  <c:v>71477</c:v>
                </c:pt>
                <c:pt idx="29108">
                  <c:v>71478</c:v>
                </c:pt>
                <c:pt idx="29109">
                  <c:v>71479</c:v>
                </c:pt>
                <c:pt idx="29110">
                  <c:v>71480</c:v>
                </c:pt>
                <c:pt idx="29111">
                  <c:v>71481</c:v>
                </c:pt>
                <c:pt idx="29112">
                  <c:v>71482</c:v>
                </c:pt>
                <c:pt idx="29113">
                  <c:v>71483</c:v>
                </c:pt>
                <c:pt idx="29114">
                  <c:v>71484</c:v>
                </c:pt>
                <c:pt idx="29115">
                  <c:v>71485</c:v>
                </c:pt>
                <c:pt idx="29116">
                  <c:v>71486</c:v>
                </c:pt>
                <c:pt idx="29117">
                  <c:v>71487</c:v>
                </c:pt>
                <c:pt idx="29118">
                  <c:v>71488</c:v>
                </c:pt>
                <c:pt idx="29119">
                  <c:v>71489</c:v>
                </c:pt>
                <c:pt idx="29120">
                  <c:v>71490</c:v>
                </c:pt>
                <c:pt idx="29121">
                  <c:v>71491</c:v>
                </c:pt>
                <c:pt idx="29122">
                  <c:v>71492</c:v>
                </c:pt>
                <c:pt idx="29123">
                  <c:v>71493</c:v>
                </c:pt>
                <c:pt idx="29124">
                  <c:v>71494</c:v>
                </c:pt>
                <c:pt idx="29125">
                  <c:v>71495</c:v>
                </c:pt>
                <c:pt idx="29126">
                  <c:v>71496</c:v>
                </c:pt>
                <c:pt idx="29127">
                  <c:v>71497</c:v>
                </c:pt>
                <c:pt idx="29128">
                  <c:v>71498</c:v>
                </c:pt>
                <c:pt idx="29129">
                  <c:v>71499</c:v>
                </c:pt>
                <c:pt idx="29130">
                  <c:v>71500</c:v>
                </c:pt>
                <c:pt idx="29131">
                  <c:v>71501</c:v>
                </c:pt>
                <c:pt idx="29132">
                  <c:v>71502</c:v>
                </c:pt>
                <c:pt idx="29133">
                  <c:v>71503</c:v>
                </c:pt>
                <c:pt idx="29134">
                  <c:v>71504</c:v>
                </c:pt>
                <c:pt idx="29135">
                  <c:v>71505</c:v>
                </c:pt>
                <c:pt idx="29136">
                  <c:v>71506</c:v>
                </c:pt>
                <c:pt idx="29137">
                  <c:v>71507</c:v>
                </c:pt>
                <c:pt idx="29138">
                  <c:v>71508</c:v>
                </c:pt>
                <c:pt idx="29139">
                  <c:v>71509</c:v>
                </c:pt>
                <c:pt idx="29140">
                  <c:v>71510</c:v>
                </c:pt>
                <c:pt idx="29141">
                  <c:v>71511</c:v>
                </c:pt>
                <c:pt idx="29142">
                  <c:v>71512</c:v>
                </c:pt>
                <c:pt idx="29143">
                  <c:v>71513</c:v>
                </c:pt>
                <c:pt idx="29144">
                  <c:v>71514</c:v>
                </c:pt>
                <c:pt idx="29145">
                  <c:v>71515</c:v>
                </c:pt>
                <c:pt idx="29146">
                  <c:v>71516</c:v>
                </c:pt>
                <c:pt idx="29147">
                  <c:v>71517</c:v>
                </c:pt>
                <c:pt idx="29148">
                  <c:v>71518</c:v>
                </c:pt>
                <c:pt idx="29149">
                  <c:v>71519</c:v>
                </c:pt>
                <c:pt idx="29150">
                  <c:v>71520</c:v>
                </c:pt>
                <c:pt idx="29151">
                  <c:v>71521</c:v>
                </c:pt>
                <c:pt idx="29152">
                  <c:v>71522</c:v>
                </c:pt>
                <c:pt idx="29153">
                  <c:v>71523</c:v>
                </c:pt>
                <c:pt idx="29154">
                  <c:v>71524</c:v>
                </c:pt>
                <c:pt idx="29155">
                  <c:v>71525</c:v>
                </c:pt>
                <c:pt idx="29156">
                  <c:v>71526</c:v>
                </c:pt>
                <c:pt idx="29157">
                  <c:v>71527</c:v>
                </c:pt>
                <c:pt idx="29158">
                  <c:v>71528</c:v>
                </c:pt>
                <c:pt idx="29159">
                  <c:v>71529</c:v>
                </c:pt>
                <c:pt idx="29160">
                  <c:v>71530</c:v>
                </c:pt>
                <c:pt idx="29161">
                  <c:v>71531</c:v>
                </c:pt>
                <c:pt idx="29162">
                  <c:v>71532</c:v>
                </c:pt>
                <c:pt idx="29163">
                  <c:v>71533</c:v>
                </c:pt>
                <c:pt idx="29164">
                  <c:v>71534</c:v>
                </c:pt>
                <c:pt idx="29165">
                  <c:v>71535</c:v>
                </c:pt>
                <c:pt idx="29166">
                  <c:v>71536</c:v>
                </c:pt>
                <c:pt idx="29167">
                  <c:v>71537</c:v>
                </c:pt>
                <c:pt idx="29168">
                  <c:v>71538</c:v>
                </c:pt>
                <c:pt idx="29169">
                  <c:v>71539</c:v>
                </c:pt>
                <c:pt idx="29170">
                  <c:v>71540</c:v>
                </c:pt>
                <c:pt idx="29171">
                  <c:v>71541</c:v>
                </c:pt>
                <c:pt idx="29172">
                  <c:v>71542</c:v>
                </c:pt>
                <c:pt idx="29173">
                  <c:v>71543</c:v>
                </c:pt>
                <c:pt idx="29174">
                  <c:v>71544</c:v>
                </c:pt>
                <c:pt idx="29175">
                  <c:v>71545</c:v>
                </c:pt>
                <c:pt idx="29176">
                  <c:v>71546</c:v>
                </c:pt>
                <c:pt idx="29177">
                  <c:v>71547</c:v>
                </c:pt>
                <c:pt idx="29178">
                  <c:v>71548</c:v>
                </c:pt>
                <c:pt idx="29179">
                  <c:v>71549</c:v>
                </c:pt>
                <c:pt idx="29180">
                  <c:v>71550</c:v>
                </c:pt>
                <c:pt idx="29181">
                  <c:v>71551</c:v>
                </c:pt>
                <c:pt idx="29182">
                  <c:v>71552</c:v>
                </c:pt>
                <c:pt idx="29183">
                  <c:v>71553</c:v>
                </c:pt>
                <c:pt idx="29184">
                  <c:v>71554</c:v>
                </c:pt>
                <c:pt idx="29185">
                  <c:v>71555</c:v>
                </c:pt>
                <c:pt idx="29186">
                  <c:v>71556</c:v>
                </c:pt>
                <c:pt idx="29187">
                  <c:v>71557</c:v>
                </c:pt>
                <c:pt idx="29188">
                  <c:v>71558</c:v>
                </c:pt>
                <c:pt idx="29189">
                  <c:v>71559</c:v>
                </c:pt>
                <c:pt idx="29190">
                  <c:v>71560</c:v>
                </c:pt>
                <c:pt idx="29191">
                  <c:v>71561</c:v>
                </c:pt>
                <c:pt idx="29192">
                  <c:v>71562</c:v>
                </c:pt>
                <c:pt idx="29193">
                  <c:v>71563</c:v>
                </c:pt>
                <c:pt idx="29194">
                  <c:v>71564</c:v>
                </c:pt>
                <c:pt idx="29195">
                  <c:v>71565</c:v>
                </c:pt>
                <c:pt idx="29196">
                  <c:v>71566</c:v>
                </c:pt>
                <c:pt idx="29197">
                  <c:v>71567</c:v>
                </c:pt>
                <c:pt idx="29198">
                  <c:v>71568</c:v>
                </c:pt>
                <c:pt idx="29199">
                  <c:v>71569</c:v>
                </c:pt>
                <c:pt idx="29200">
                  <c:v>71570</c:v>
                </c:pt>
                <c:pt idx="29201">
                  <c:v>71571</c:v>
                </c:pt>
                <c:pt idx="29202">
                  <c:v>71572</c:v>
                </c:pt>
                <c:pt idx="29203">
                  <c:v>71573</c:v>
                </c:pt>
                <c:pt idx="29204">
                  <c:v>71574</c:v>
                </c:pt>
                <c:pt idx="29205">
                  <c:v>71575</c:v>
                </c:pt>
                <c:pt idx="29206">
                  <c:v>71576</c:v>
                </c:pt>
                <c:pt idx="29207">
                  <c:v>71577</c:v>
                </c:pt>
                <c:pt idx="29208">
                  <c:v>71578</c:v>
                </c:pt>
                <c:pt idx="29209">
                  <c:v>71579</c:v>
                </c:pt>
                <c:pt idx="29210">
                  <c:v>71580</c:v>
                </c:pt>
                <c:pt idx="29211">
                  <c:v>71581</c:v>
                </c:pt>
                <c:pt idx="29212">
                  <c:v>71582</c:v>
                </c:pt>
                <c:pt idx="29213">
                  <c:v>71583</c:v>
                </c:pt>
                <c:pt idx="29214">
                  <c:v>71584</c:v>
                </c:pt>
                <c:pt idx="29215">
                  <c:v>71585</c:v>
                </c:pt>
                <c:pt idx="29216">
                  <c:v>71586</c:v>
                </c:pt>
                <c:pt idx="29217">
                  <c:v>71587</c:v>
                </c:pt>
                <c:pt idx="29218">
                  <c:v>71588</c:v>
                </c:pt>
                <c:pt idx="29219">
                  <c:v>71589</c:v>
                </c:pt>
                <c:pt idx="29220">
                  <c:v>71590</c:v>
                </c:pt>
                <c:pt idx="29221">
                  <c:v>71591</c:v>
                </c:pt>
                <c:pt idx="29222">
                  <c:v>71592</c:v>
                </c:pt>
                <c:pt idx="29223">
                  <c:v>71593</c:v>
                </c:pt>
                <c:pt idx="29224">
                  <c:v>71594</c:v>
                </c:pt>
                <c:pt idx="29225">
                  <c:v>71595</c:v>
                </c:pt>
                <c:pt idx="29226">
                  <c:v>71596</c:v>
                </c:pt>
                <c:pt idx="29227">
                  <c:v>71597</c:v>
                </c:pt>
                <c:pt idx="29228">
                  <c:v>71598</c:v>
                </c:pt>
                <c:pt idx="29229">
                  <c:v>71599</c:v>
                </c:pt>
                <c:pt idx="29230">
                  <c:v>71600</c:v>
                </c:pt>
                <c:pt idx="29231">
                  <c:v>71601</c:v>
                </c:pt>
                <c:pt idx="29232">
                  <c:v>71602</c:v>
                </c:pt>
                <c:pt idx="29233">
                  <c:v>71603</c:v>
                </c:pt>
                <c:pt idx="29234">
                  <c:v>71604</c:v>
                </c:pt>
                <c:pt idx="29235">
                  <c:v>71605</c:v>
                </c:pt>
                <c:pt idx="29236">
                  <c:v>71606</c:v>
                </c:pt>
                <c:pt idx="29237">
                  <c:v>71607</c:v>
                </c:pt>
                <c:pt idx="29238">
                  <c:v>71608</c:v>
                </c:pt>
                <c:pt idx="29239">
                  <c:v>71609</c:v>
                </c:pt>
                <c:pt idx="29240">
                  <c:v>71610</c:v>
                </c:pt>
                <c:pt idx="29241">
                  <c:v>71611</c:v>
                </c:pt>
                <c:pt idx="29242">
                  <c:v>71612</c:v>
                </c:pt>
                <c:pt idx="29243">
                  <c:v>71613</c:v>
                </c:pt>
                <c:pt idx="29244">
                  <c:v>71614</c:v>
                </c:pt>
                <c:pt idx="29245">
                  <c:v>71615</c:v>
                </c:pt>
                <c:pt idx="29246">
                  <c:v>71616</c:v>
                </c:pt>
                <c:pt idx="29247">
                  <c:v>71617</c:v>
                </c:pt>
                <c:pt idx="29248">
                  <c:v>71618</c:v>
                </c:pt>
                <c:pt idx="29249">
                  <c:v>71619</c:v>
                </c:pt>
                <c:pt idx="29250">
                  <c:v>71620</c:v>
                </c:pt>
                <c:pt idx="29251">
                  <c:v>71621</c:v>
                </c:pt>
                <c:pt idx="29252">
                  <c:v>71622</c:v>
                </c:pt>
                <c:pt idx="29253">
                  <c:v>71623</c:v>
                </c:pt>
                <c:pt idx="29254">
                  <c:v>71624</c:v>
                </c:pt>
                <c:pt idx="29255">
                  <c:v>71625</c:v>
                </c:pt>
                <c:pt idx="29256">
                  <c:v>71626</c:v>
                </c:pt>
                <c:pt idx="29257">
                  <c:v>71627</c:v>
                </c:pt>
                <c:pt idx="29258">
                  <c:v>71628</c:v>
                </c:pt>
                <c:pt idx="29259">
                  <c:v>71629</c:v>
                </c:pt>
                <c:pt idx="29260">
                  <c:v>71630</c:v>
                </c:pt>
                <c:pt idx="29261">
                  <c:v>71631</c:v>
                </c:pt>
                <c:pt idx="29262">
                  <c:v>71632</c:v>
                </c:pt>
                <c:pt idx="29263">
                  <c:v>71633</c:v>
                </c:pt>
                <c:pt idx="29264">
                  <c:v>71634</c:v>
                </c:pt>
                <c:pt idx="29265">
                  <c:v>71635</c:v>
                </c:pt>
                <c:pt idx="29266">
                  <c:v>71636</c:v>
                </c:pt>
                <c:pt idx="29267">
                  <c:v>71637</c:v>
                </c:pt>
                <c:pt idx="29268">
                  <c:v>71638</c:v>
                </c:pt>
                <c:pt idx="29269">
                  <c:v>71639</c:v>
                </c:pt>
                <c:pt idx="29270">
                  <c:v>71640</c:v>
                </c:pt>
                <c:pt idx="29271">
                  <c:v>71641</c:v>
                </c:pt>
                <c:pt idx="29272">
                  <c:v>71642</c:v>
                </c:pt>
                <c:pt idx="29273">
                  <c:v>71643</c:v>
                </c:pt>
                <c:pt idx="29274">
                  <c:v>71644</c:v>
                </c:pt>
                <c:pt idx="29275">
                  <c:v>71645</c:v>
                </c:pt>
                <c:pt idx="29276">
                  <c:v>71646</c:v>
                </c:pt>
                <c:pt idx="29277">
                  <c:v>71647</c:v>
                </c:pt>
                <c:pt idx="29278">
                  <c:v>71648</c:v>
                </c:pt>
                <c:pt idx="29279">
                  <c:v>71649</c:v>
                </c:pt>
                <c:pt idx="29280">
                  <c:v>71650</c:v>
                </c:pt>
                <c:pt idx="29281">
                  <c:v>71651</c:v>
                </c:pt>
                <c:pt idx="29282">
                  <c:v>71652</c:v>
                </c:pt>
                <c:pt idx="29283">
                  <c:v>71653</c:v>
                </c:pt>
                <c:pt idx="29284">
                  <c:v>71654</c:v>
                </c:pt>
                <c:pt idx="29285">
                  <c:v>71655</c:v>
                </c:pt>
                <c:pt idx="29286">
                  <c:v>71656</c:v>
                </c:pt>
                <c:pt idx="29287">
                  <c:v>71657</c:v>
                </c:pt>
                <c:pt idx="29288">
                  <c:v>71658</c:v>
                </c:pt>
                <c:pt idx="29289">
                  <c:v>71659</c:v>
                </c:pt>
                <c:pt idx="29290">
                  <c:v>71660</c:v>
                </c:pt>
                <c:pt idx="29291">
                  <c:v>71661</c:v>
                </c:pt>
                <c:pt idx="29292">
                  <c:v>71662</c:v>
                </c:pt>
                <c:pt idx="29293">
                  <c:v>71663</c:v>
                </c:pt>
                <c:pt idx="29294">
                  <c:v>71664</c:v>
                </c:pt>
                <c:pt idx="29295">
                  <c:v>71665</c:v>
                </c:pt>
                <c:pt idx="29296">
                  <c:v>71666</c:v>
                </c:pt>
                <c:pt idx="29297">
                  <c:v>71667</c:v>
                </c:pt>
                <c:pt idx="29298">
                  <c:v>71668</c:v>
                </c:pt>
                <c:pt idx="29299">
                  <c:v>71669</c:v>
                </c:pt>
                <c:pt idx="29300">
                  <c:v>71670</c:v>
                </c:pt>
                <c:pt idx="29301">
                  <c:v>71671</c:v>
                </c:pt>
                <c:pt idx="29302">
                  <c:v>71672</c:v>
                </c:pt>
                <c:pt idx="29303">
                  <c:v>71673</c:v>
                </c:pt>
                <c:pt idx="29304">
                  <c:v>71674</c:v>
                </c:pt>
                <c:pt idx="29305">
                  <c:v>71675</c:v>
                </c:pt>
                <c:pt idx="29306">
                  <c:v>71676</c:v>
                </c:pt>
                <c:pt idx="29307">
                  <c:v>71677</c:v>
                </c:pt>
                <c:pt idx="29308">
                  <c:v>71678</c:v>
                </c:pt>
                <c:pt idx="29309">
                  <c:v>71679</c:v>
                </c:pt>
                <c:pt idx="29310">
                  <c:v>71680</c:v>
                </c:pt>
                <c:pt idx="29311">
                  <c:v>71681</c:v>
                </c:pt>
                <c:pt idx="29312">
                  <c:v>71682</c:v>
                </c:pt>
                <c:pt idx="29313">
                  <c:v>71683</c:v>
                </c:pt>
                <c:pt idx="29314">
                  <c:v>71684</c:v>
                </c:pt>
                <c:pt idx="29315">
                  <c:v>71685</c:v>
                </c:pt>
                <c:pt idx="29316">
                  <c:v>71686</c:v>
                </c:pt>
                <c:pt idx="29317">
                  <c:v>71687</c:v>
                </c:pt>
                <c:pt idx="29318">
                  <c:v>71688</c:v>
                </c:pt>
                <c:pt idx="29319">
                  <c:v>71689</c:v>
                </c:pt>
                <c:pt idx="29320">
                  <c:v>71690</c:v>
                </c:pt>
                <c:pt idx="29321">
                  <c:v>71691</c:v>
                </c:pt>
                <c:pt idx="29322">
                  <c:v>71692</c:v>
                </c:pt>
                <c:pt idx="29323">
                  <c:v>71693</c:v>
                </c:pt>
                <c:pt idx="29324">
                  <c:v>71694</c:v>
                </c:pt>
                <c:pt idx="29325">
                  <c:v>71695</c:v>
                </c:pt>
                <c:pt idx="29326">
                  <c:v>71696</c:v>
                </c:pt>
                <c:pt idx="29327">
                  <c:v>71697</c:v>
                </c:pt>
                <c:pt idx="29328">
                  <c:v>71698</c:v>
                </c:pt>
                <c:pt idx="29329">
                  <c:v>71699</c:v>
                </c:pt>
                <c:pt idx="29330">
                  <c:v>71700</c:v>
                </c:pt>
                <c:pt idx="29331">
                  <c:v>71701</c:v>
                </c:pt>
                <c:pt idx="29332">
                  <c:v>71702</c:v>
                </c:pt>
                <c:pt idx="29333">
                  <c:v>71703</c:v>
                </c:pt>
                <c:pt idx="29334">
                  <c:v>71704</c:v>
                </c:pt>
                <c:pt idx="29335">
                  <c:v>71705</c:v>
                </c:pt>
                <c:pt idx="29336">
                  <c:v>71706</c:v>
                </c:pt>
                <c:pt idx="29337">
                  <c:v>71707</c:v>
                </c:pt>
                <c:pt idx="29338">
                  <c:v>71708</c:v>
                </c:pt>
                <c:pt idx="29339">
                  <c:v>71709</c:v>
                </c:pt>
                <c:pt idx="29340">
                  <c:v>71710</c:v>
                </c:pt>
                <c:pt idx="29341">
                  <c:v>71711</c:v>
                </c:pt>
                <c:pt idx="29342">
                  <c:v>71712</c:v>
                </c:pt>
                <c:pt idx="29343">
                  <c:v>71713</c:v>
                </c:pt>
                <c:pt idx="29344">
                  <c:v>71714</c:v>
                </c:pt>
                <c:pt idx="29345">
                  <c:v>71715</c:v>
                </c:pt>
                <c:pt idx="29346">
                  <c:v>71716</c:v>
                </c:pt>
                <c:pt idx="29347">
                  <c:v>71717</c:v>
                </c:pt>
                <c:pt idx="29348">
                  <c:v>71718</c:v>
                </c:pt>
                <c:pt idx="29349">
                  <c:v>71719</c:v>
                </c:pt>
                <c:pt idx="29350">
                  <c:v>71720</c:v>
                </c:pt>
                <c:pt idx="29351">
                  <c:v>71721</c:v>
                </c:pt>
                <c:pt idx="29352">
                  <c:v>71722</c:v>
                </c:pt>
                <c:pt idx="29353">
                  <c:v>71723</c:v>
                </c:pt>
                <c:pt idx="29354">
                  <c:v>71724</c:v>
                </c:pt>
                <c:pt idx="29355">
                  <c:v>71725</c:v>
                </c:pt>
                <c:pt idx="29356">
                  <c:v>71726</c:v>
                </c:pt>
                <c:pt idx="29357">
                  <c:v>71727</c:v>
                </c:pt>
                <c:pt idx="29358">
                  <c:v>71728</c:v>
                </c:pt>
                <c:pt idx="29359">
                  <c:v>71729</c:v>
                </c:pt>
                <c:pt idx="29360">
                  <c:v>71730</c:v>
                </c:pt>
                <c:pt idx="29361">
                  <c:v>71731</c:v>
                </c:pt>
                <c:pt idx="29362">
                  <c:v>71732</c:v>
                </c:pt>
                <c:pt idx="29363">
                  <c:v>71733</c:v>
                </c:pt>
                <c:pt idx="29364">
                  <c:v>71734</c:v>
                </c:pt>
                <c:pt idx="29365">
                  <c:v>71735</c:v>
                </c:pt>
                <c:pt idx="29366">
                  <c:v>71736</c:v>
                </c:pt>
                <c:pt idx="29367">
                  <c:v>71737</c:v>
                </c:pt>
                <c:pt idx="29368">
                  <c:v>71738</c:v>
                </c:pt>
                <c:pt idx="29369">
                  <c:v>71739</c:v>
                </c:pt>
                <c:pt idx="29370">
                  <c:v>71740</c:v>
                </c:pt>
                <c:pt idx="29371">
                  <c:v>71741</c:v>
                </c:pt>
                <c:pt idx="29372">
                  <c:v>71742</c:v>
                </c:pt>
                <c:pt idx="29373">
                  <c:v>71743</c:v>
                </c:pt>
                <c:pt idx="29374">
                  <c:v>71744</c:v>
                </c:pt>
                <c:pt idx="29375">
                  <c:v>71745</c:v>
                </c:pt>
                <c:pt idx="29376">
                  <c:v>71746</c:v>
                </c:pt>
                <c:pt idx="29377">
                  <c:v>71747</c:v>
                </c:pt>
                <c:pt idx="29378">
                  <c:v>71748</c:v>
                </c:pt>
                <c:pt idx="29379">
                  <c:v>71749</c:v>
                </c:pt>
                <c:pt idx="29380">
                  <c:v>71750</c:v>
                </c:pt>
                <c:pt idx="29381">
                  <c:v>71751</c:v>
                </c:pt>
                <c:pt idx="29382">
                  <c:v>71752</c:v>
                </c:pt>
                <c:pt idx="29383">
                  <c:v>71753</c:v>
                </c:pt>
                <c:pt idx="29384">
                  <c:v>71754</c:v>
                </c:pt>
                <c:pt idx="29385">
                  <c:v>71755</c:v>
                </c:pt>
                <c:pt idx="29386">
                  <c:v>71756</c:v>
                </c:pt>
                <c:pt idx="29387">
                  <c:v>71757</c:v>
                </c:pt>
                <c:pt idx="29388">
                  <c:v>71758</c:v>
                </c:pt>
                <c:pt idx="29389">
                  <c:v>71759</c:v>
                </c:pt>
                <c:pt idx="29390">
                  <c:v>71760</c:v>
                </c:pt>
                <c:pt idx="29391">
                  <c:v>71761</c:v>
                </c:pt>
                <c:pt idx="29392">
                  <c:v>71762</c:v>
                </c:pt>
                <c:pt idx="29393">
                  <c:v>71763</c:v>
                </c:pt>
                <c:pt idx="29394">
                  <c:v>71764</c:v>
                </c:pt>
                <c:pt idx="29395">
                  <c:v>71765</c:v>
                </c:pt>
                <c:pt idx="29396">
                  <c:v>71766</c:v>
                </c:pt>
                <c:pt idx="29397">
                  <c:v>71767</c:v>
                </c:pt>
                <c:pt idx="29398">
                  <c:v>71768</c:v>
                </c:pt>
                <c:pt idx="29399">
                  <c:v>71769</c:v>
                </c:pt>
                <c:pt idx="29400">
                  <c:v>71770</c:v>
                </c:pt>
                <c:pt idx="29401">
                  <c:v>71771</c:v>
                </c:pt>
                <c:pt idx="29402">
                  <c:v>71772</c:v>
                </c:pt>
                <c:pt idx="29403">
                  <c:v>71773</c:v>
                </c:pt>
                <c:pt idx="29404">
                  <c:v>71774</c:v>
                </c:pt>
                <c:pt idx="29405">
                  <c:v>71775</c:v>
                </c:pt>
                <c:pt idx="29406">
                  <c:v>71776</c:v>
                </c:pt>
                <c:pt idx="29407">
                  <c:v>71777</c:v>
                </c:pt>
                <c:pt idx="29408">
                  <c:v>71778</c:v>
                </c:pt>
                <c:pt idx="29409">
                  <c:v>71779</c:v>
                </c:pt>
                <c:pt idx="29410">
                  <c:v>71780</c:v>
                </c:pt>
                <c:pt idx="29411">
                  <c:v>71781</c:v>
                </c:pt>
                <c:pt idx="29412">
                  <c:v>71782</c:v>
                </c:pt>
                <c:pt idx="29413">
                  <c:v>71783</c:v>
                </c:pt>
                <c:pt idx="29414">
                  <c:v>71784</c:v>
                </c:pt>
                <c:pt idx="29415">
                  <c:v>71785</c:v>
                </c:pt>
                <c:pt idx="29416">
                  <c:v>71786</c:v>
                </c:pt>
                <c:pt idx="29417">
                  <c:v>71787</c:v>
                </c:pt>
                <c:pt idx="29418">
                  <c:v>71788</c:v>
                </c:pt>
                <c:pt idx="29419">
                  <c:v>71789</c:v>
                </c:pt>
                <c:pt idx="29420">
                  <c:v>71790</c:v>
                </c:pt>
                <c:pt idx="29421">
                  <c:v>71791</c:v>
                </c:pt>
                <c:pt idx="29422">
                  <c:v>71792</c:v>
                </c:pt>
                <c:pt idx="29423">
                  <c:v>71793</c:v>
                </c:pt>
                <c:pt idx="29424">
                  <c:v>71794</c:v>
                </c:pt>
                <c:pt idx="29425">
                  <c:v>71795</c:v>
                </c:pt>
                <c:pt idx="29426">
                  <c:v>71796</c:v>
                </c:pt>
                <c:pt idx="29427">
                  <c:v>71797</c:v>
                </c:pt>
                <c:pt idx="29428">
                  <c:v>71798</c:v>
                </c:pt>
                <c:pt idx="29429">
                  <c:v>71799</c:v>
                </c:pt>
                <c:pt idx="29430">
                  <c:v>71800</c:v>
                </c:pt>
                <c:pt idx="29431">
                  <c:v>71801</c:v>
                </c:pt>
                <c:pt idx="29432">
                  <c:v>71802</c:v>
                </c:pt>
                <c:pt idx="29433">
                  <c:v>71803</c:v>
                </c:pt>
                <c:pt idx="29434">
                  <c:v>71804</c:v>
                </c:pt>
                <c:pt idx="29435">
                  <c:v>71805</c:v>
                </c:pt>
                <c:pt idx="29436">
                  <c:v>71806</c:v>
                </c:pt>
                <c:pt idx="29437">
                  <c:v>71807</c:v>
                </c:pt>
                <c:pt idx="29438">
                  <c:v>71808</c:v>
                </c:pt>
                <c:pt idx="29439">
                  <c:v>71809</c:v>
                </c:pt>
                <c:pt idx="29440">
                  <c:v>71810</c:v>
                </c:pt>
                <c:pt idx="29441">
                  <c:v>71811</c:v>
                </c:pt>
                <c:pt idx="29442">
                  <c:v>71812</c:v>
                </c:pt>
                <c:pt idx="29443">
                  <c:v>71813</c:v>
                </c:pt>
                <c:pt idx="29444">
                  <c:v>71814</c:v>
                </c:pt>
                <c:pt idx="29445">
                  <c:v>71815</c:v>
                </c:pt>
                <c:pt idx="29446">
                  <c:v>71816</c:v>
                </c:pt>
                <c:pt idx="29447">
                  <c:v>71817</c:v>
                </c:pt>
                <c:pt idx="29448">
                  <c:v>71818</c:v>
                </c:pt>
                <c:pt idx="29449">
                  <c:v>71819</c:v>
                </c:pt>
                <c:pt idx="29450">
                  <c:v>71820</c:v>
                </c:pt>
                <c:pt idx="29451">
                  <c:v>71821</c:v>
                </c:pt>
                <c:pt idx="29452">
                  <c:v>71822</c:v>
                </c:pt>
                <c:pt idx="29453">
                  <c:v>71823</c:v>
                </c:pt>
                <c:pt idx="29454">
                  <c:v>71824</c:v>
                </c:pt>
                <c:pt idx="29455">
                  <c:v>71825</c:v>
                </c:pt>
                <c:pt idx="29456">
                  <c:v>71826</c:v>
                </c:pt>
                <c:pt idx="29457">
                  <c:v>71827</c:v>
                </c:pt>
                <c:pt idx="29458">
                  <c:v>71828</c:v>
                </c:pt>
                <c:pt idx="29459">
                  <c:v>71829</c:v>
                </c:pt>
                <c:pt idx="29460">
                  <c:v>71830</c:v>
                </c:pt>
                <c:pt idx="29461">
                  <c:v>71831</c:v>
                </c:pt>
                <c:pt idx="29462">
                  <c:v>71832</c:v>
                </c:pt>
                <c:pt idx="29463">
                  <c:v>71833</c:v>
                </c:pt>
                <c:pt idx="29464">
                  <c:v>71834</c:v>
                </c:pt>
                <c:pt idx="29465">
                  <c:v>71835</c:v>
                </c:pt>
                <c:pt idx="29466">
                  <c:v>71836</c:v>
                </c:pt>
                <c:pt idx="29467">
                  <c:v>71837</c:v>
                </c:pt>
                <c:pt idx="29468">
                  <c:v>71838</c:v>
                </c:pt>
                <c:pt idx="29469">
                  <c:v>71839</c:v>
                </c:pt>
                <c:pt idx="29470">
                  <c:v>71840</c:v>
                </c:pt>
                <c:pt idx="29471">
                  <c:v>71841</c:v>
                </c:pt>
                <c:pt idx="29472">
                  <c:v>71842</c:v>
                </c:pt>
                <c:pt idx="29473">
                  <c:v>71843</c:v>
                </c:pt>
                <c:pt idx="29474">
                  <c:v>71844</c:v>
                </c:pt>
                <c:pt idx="29475">
                  <c:v>71845</c:v>
                </c:pt>
                <c:pt idx="29476">
                  <c:v>71846</c:v>
                </c:pt>
                <c:pt idx="29477">
                  <c:v>71847</c:v>
                </c:pt>
                <c:pt idx="29478">
                  <c:v>71848</c:v>
                </c:pt>
                <c:pt idx="29479">
                  <c:v>71849</c:v>
                </c:pt>
                <c:pt idx="29480">
                  <c:v>71850</c:v>
                </c:pt>
                <c:pt idx="29481">
                  <c:v>71851</c:v>
                </c:pt>
                <c:pt idx="29482">
                  <c:v>71852</c:v>
                </c:pt>
                <c:pt idx="29483">
                  <c:v>71853</c:v>
                </c:pt>
                <c:pt idx="29484">
                  <c:v>71854</c:v>
                </c:pt>
                <c:pt idx="29485">
                  <c:v>71855</c:v>
                </c:pt>
                <c:pt idx="29486">
                  <c:v>71856</c:v>
                </c:pt>
                <c:pt idx="29487">
                  <c:v>71857</c:v>
                </c:pt>
                <c:pt idx="29488">
                  <c:v>71858</c:v>
                </c:pt>
                <c:pt idx="29489">
                  <c:v>71859</c:v>
                </c:pt>
                <c:pt idx="29490">
                  <c:v>71860</c:v>
                </c:pt>
                <c:pt idx="29491">
                  <c:v>71861</c:v>
                </c:pt>
                <c:pt idx="29492">
                  <c:v>71862</c:v>
                </c:pt>
                <c:pt idx="29493">
                  <c:v>71863</c:v>
                </c:pt>
                <c:pt idx="29494">
                  <c:v>71864</c:v>
                </c:pt>
                <c:pt idx="29495">
                  <c:v>71865</c:v>
                </c:pt>
                <c:pt idx="29496">
                  <c:v>71866</c:v>
                </c:pt>
                <c:pt idx="29497">
                  <c:v>71867</c:v>
                </c:pt>
                <c:pt idx="29498">
                  <c:v>71868</c:v>
                </c:pt>
                <c:pt idx="29499">
                  <c:v>71869</c:v>
                </c:pt>
                <c:pt idx="29500">
                  <c:v>71870</c:v>
                </c:pt>
                <c:pt idx="29501">
                  <c:v>71871</c:v>
                </c:pt>
                <c:pt idx="29502">
                  <c:v>71872</c:v>
                </c:pt>
                <c:pt idx="29503">
                  <c:v>71873</c:v>
                </c:pt>
                <c:pt idx="29504">
                  <c:v>71874</c:v>
                </c:pt>
                <c:pt idx="29505">
                  <c:v>71875</c:v>
                </c:pt>
                <c:pt idx="29506">
                  <c:v>71876</c:v>
                </c:pt>
                <c:pt idx="29507">
                  <c:v>71877</c:v>
                </c:pt>
                <c:pt idx="29508">
                  <c:v>71878</c:v>
                </c:pt>
                <c:pt idx="29509">
                  <c:v>71879</c:v>
                </c:pt>
                <c:pt idx="29510">
                  <c:v>71880</c:v>
                </c:pt>
                <c:pt idx="29511">
                  <c:v>71881</c:v>
                </c:pt>
                <c:pt idx="29512">
                  <c:v>71882</c:v>
                </c:pt>
                <c:pt idx="29513">
                  <c:v>71883</c:v>
                </c:pt>
                <c:pt idx="29514">
                  <c:v>71884</c:v>
                </c:pt>
                <c:pt idx="29515">
                  <c:v>71885</c:v>
                </c:pt>
                <c:pt idx="29516">
                  <c:v>71886</c:v>
                </c:pt>
                <c:pt idx="29517">
                  <c:v>71887</c:v>
                </c:pt>
                <c:pt idx="29518">
                  <c:v>71888</c:v>
                </c:pt>
                <c:pt idx="29519">
                  <c:v>71889</c:v>
                </c:pt>
                <c:pt idx="29520">
                  <c:v>71890</c:v>
                </c:pt>
                <c:pt idx="29521">
                  <c:v>71891</c:v>
                </c:pt>
                <c:pt idx="29522">
                  <c:v>71892</c:v>
                </c:pt>
                <c:pt idx="29523">
                  <c:v>71893</c:v>
                </c:pt>
                <c:pt idx="29524">
                  <c:v>71894</c:v>
                </c:pt>
                <c:pt idx="29525">
                  <c:v>71895</c:v>
                </c:pt>
                <c:pt idx="29526">
                  <c:v>71896</c:v>
                </c:pt>
                <c:pt idx="29527">
                  <c:v>71897</c:v>
                </c:pt>
                <c:pt idx="29528">
                  <c:v>71898</c:v>
                </c:pt>
                <c:pt idx="29529">
                  <c:v>71899</c:v>
                </c:pt>
                <c:pt idx="29530">
                  <c:v>71900</c:v>
                </c:pt>
                <c:pt idx="29531">
                  <c:v>71901</c:v>
                </c:pt>
                <c:pt idx="29532">
                  <c:v>71902</c:v>
                </c:pt>
                <c:pt idx="29533">
                  <c:v>71903</c:v>
                </c:pt>
                <c:pt idx="29534">
                  <c:v>71904</c:v>
                </c:pt>
                <c:pt idx="29535">
                  <c:v>71905</c:v>
                </c:pt>
                <c:pt idx="29536">
                  <c:v>71906</c:v>
                </c:pt>
                <c:pt idx="29537">
                  <c:v>71907</c:v>
                </c:pt>
                <c:pt idx="29538">
                  <c:v>71908</c:v>
                </c:pt>
                <c:pt idx="29539">
                  <c:v>71909</c:v>
                </c:pt>
                <c:pt idx="29540">
                  <c:v>71910</c:v>
                </c:pt>
                <c:pt idx="29541">
                  <c:v>71911</c:v>
                </c:pt>
                <c:pt idx="29542">
                  <c:v>71912</c:v>
                </c:pt>
                <c:pt idx="29543">
                  <c:v>71913</c:v>
                </c:pt>
                <c:pt idx="29544">
                  <c:v>71914</c:v>
                </c:pt>
                <c:pt idx="29545">
                  <c:v>71915</c:v>
                </c:pt>
                <c:pt idx="29546">
                  <c:v>71916</c:v>
                </c:pt>
                <c:pt idx="29547">
                  <c:v>71917</c:v>
                </c:pt>
                <c:pt idx="29548">
                  <c:v>71918</c:v>
                </c:pt>
                <c:pt idx="29549">
                  <c:v>71919</c:v>
                </c:pt>
                <c:pt idx="29550">
                  <c:v>71920</c:v>
                </c:pt>
                <c:pt idx="29551">
                  <c:v>71921</c:v>
                </c:pt>
                <c:pt idx="29552">
                  <c:v>71922</c:v>
                </c:pt>
                <c:pt idx="29553">
                  <c:v>71923</c:v>
                </c:pt>
                <c:pt idx="29554">
                  <c:v>71924</c:v>
                </c:pt>
                <c:pt idx="29555">
                  <c:v>71925</c:v>
                </c:pt>
                <c:pt idx="29556">
                  <c:v>71926</c:v>
                </c:pt>
                <c:pt idx="29557">
                  <c:v>71927</c:v>
                </c:pt>
                <c:pt idx="29558">
                  <c:v>71928</c:v>
                </c:pt>
                <c:pt idx="29559">
                  <c:v>71929</c:v>
                </c:pt>
                <c:pt idx="29560">
                  <c:v>71930</c:v>
                </c:pt>
                <c:pt idx="29561">
                  <c:v>71931</c:v>
                </c:pt>
                <c:pt idx="29562">
                  <c:v>71932</c:v>
                </c:pt>
                <c:pt idx="29563">
                  <c:v>71933</c:v>
                </c:pt>
                <c:pt idx="29564">
                  <c:v>71934</c:v>
                </c:pt>
                <c:pt idx="29565">
                  <c:v>71935</c:v>
                </c:pt>
                <c:pt idx="29566">
                  <c:v>71936</c:v>
                </c:pt>
                <c:pt idx="29567">
                  <c:v>71937</c:v>
                </c:pt>
                <c:pt idx="29568">
                  <c:v>71938</c:v>
                </c:pt>
                <c:pt idx="29569">
                  <c:v>71939</c:v>
                </c:pt>
                <c:pt idx="29570">
                  <c:v>71940</c:v>
                </c:pt>
                <c:pt idx="29571">
                  <c:v>71941</c:v>
                </c:pt>
                <c:pt idx="29572">
                  <c:v>71942</c:v>
                </c:pt>
                <c:pt idx="29573">
                  <c:v>71943</c:v>
                </c:pt>
                <c:pt idx="29574">
                  <c:v>71944</c:v>
                </c:pt>
                <c:pt idx="29575">
                  <c:v>71945</c:v>
                </c:pt>
                <c:pt idx="29576">
                  <c:v>71946</c:v>
                </c:pt>
                <c:pt idx="29577">
                  <c:v>71947</c:v>
                </c:pt>
                <c:pt idx="29578">
                  <c:v>71948</c:v>
                </c:pt>
                <c:pt idx="29579">
                  <c:v>71949</c:v>
                </c:pt>
                <c:pt idx="29580">
                  <c:v>71950</c:v>
                </c:pt>
                <c:pt idx="29581">
                  <c:v>71951</c:v>
                </c:pt>
                <c:pt idx="29582">
                  <c:v>71952</c:v>
                </c:pt>
                <c:pt idx="29583">
                  <c:v>71953</c:v>
                </c:pt>
                <c:pt idx="29584">
                  <c:v>71954</c:v>
                </c:pt>
                <c:pt idx="29585">
                  <c:v>71955</c:v>
                </c:pt>
                <c:pt idx="29586">
                  <c:v>71956</c:v>
                </c:pt>
                <c:pt idx="29587">
                  <c:v>71957</c:v>
                </c:pt>
                <c:pt idx="29588">
                  <c:v>71958</c:v>
                </c:pt>
                <c:pt idx="29589">
                  <c:v>71959</c:v>
                </c:pt>
                <c:pt idx="29590">
                  <c:v>71960</c:v>
                </c:pt>
                <c:pt idx="29591">
                  <c:v>71961</c:v>
                </c:pt>
                <c:pt idx="29592">
                  <c:v>71962</c:v>
                </c:pt>
                <c:pt idx="29593">
                  <c:v>71963</c:v>
                </c:pt>
                <c:pt idx="29594">
                  <c:v>71964</c:v>
                </c:pt>
                <c:pt idx="29595">
                  <c:v>71965</c:v>
                </c:pt>
                <c:pt idx="29596">
                  <c:v>71966</c:v>
                </c:pt>
                <c:pt idx="29597">
                  <c:v>71967</c:v>
                </c:pt>
                <c:pt idx="29598">
                  <c:v>71968</c:v>
                </c:pt>
                <c:pt idx="29599">
                  <c:v>71969</c:v>
                </c:pt>
                <c:pt idx="29600">
                  <c:v>71970</c:v>
                </c:pt>
                <c:pt idx="29601">
                  <c:v>71971</c:v>
                </c:pt>
                <c:pt idx="29602">
                  <c:v>71972</c:v>
                </c:pt>
                <c:pt idx="29603">
                  <c:v>71973</c:v>
                </c:pt>
                <c:pt idx="29604">
                  <c:v>71974</c:v>
                </c:pt>
                <c:pt idx="29605">
                  <c:v>71975</c:v>
                </c:pt>
                <c:pt idx="29606">
                  <c:v>71976</c:v>
                </c:pt>
                <c:pt idx="29607">
                  <c:v>71977</c:v>
                </c:pt>
                <c:pt idx="29608">
                  <c:v>71978</c:v>
                </c:pt>
                <c:pt idx="29609">
                  <c:v>71979</c:v>
                </c:pt>
                <c:pt idx="29610">
                  <c:v>71980</c:v>
                </c:pt>
                <c:pt idx="29611">
                  <c:v>71981</c:v>
                </c:pt>
                <c:pt idx="29612">
                  <c:v>71982</c:v>
                </c:pt>
                <c:pt idx="29613">
                  <c:v>71983</c:v>
                </c:pt>
                <c:pt idx="29614">
                  <c:v>71984</c:v>
                </c:pt>
                <c:pt idx="29615">
                  <c:v>71985</c:v>
                </c:pt>
                <c:pt idx="29616">
                  <c:v>71986</c:v>
                </c:pt>
                <c:pt idx="29617">
                  <c:v>71987</c:v>
                </c:pt>
                <c:pt idx="29618">
                  <c:v>71988</c:v>
                </c:pt>
                <c:pt idx="29619">
                  <c:v>71989</c:v>
                </c:pt>
                <c:pt idx="29620">
                  <c:v>71990</c:v>
                </c:pt>
                <c:pt idx="29621">
                  <c:v>71991</c:v>
                </c:pt>
                <c:pt idx="29622">
                  <c:v>71992</c:v>
                </c:pt>
                <c:pt idx="29623">
                  <c:v>71993</c:v>
                </c:pt>
                <c:pt idx="29624">
                  <c:v>71994</c:v>
                </c:pt>
                <c:pt idx="29625">
                  <c:v>71995</c:v>
                </c:pt>
                <c:pt idx="29626">
                  <c:v>71996</c:v>
                </c:pt>
                <c:pt idx="29627">
                  <c:v>71997</c:v>
                </c:pt>
                <c:pt idx="29628">
                  <c:v>71998</c:v>
                </c:pt>
                <c:pt idx="29629">
                  <c:v>71999</c:v>
                </c:pt>
                <c:pt idx="29630">
                  <c:v>72000</c:v>
                </c:pt>
                <c:pt idx="29631">
                  <c:v>72001</c:v>
                </c:pt>
                <c:pt idx="29632">
                  <c:v>72002</c:v>
                </c:pt>
                <c:pt idx="29633">
                  <c:v>72003</c:v>
                </c:pt>
                <c:pt idx="29634">
                  <c:v>72004</c:v>
                </c:pt>
                <c:pt idx="29635">
                  <c:v>72005</c:v>
                </c:pt>
                <c:pt idx="29636">
                  <c:v>72006</c:v>
                </c:pt>
                <c:pt idx="29637">
                  <c:v>72007</c:v>
                </c:pt>
                <c:pt idx="29638">
                  <c:v>72008</c:v>
                </c:pt>
                <c:pt idx="29639">
                  <c:v>72009</c:v>
                </c:pt>
                <c:pt idx="29640">
                  <c:v>72010</c:v>
                </c:pt>
                <c:pt idx="29641">
                  <c:v>72011</c:v>
                </c:pt>
                <c:pt idx="29642">
                  <c:v>72012</c:v>
                </c:pt>
                <c:pt idx="29643">
                  <c:v>72013</c:v>
                </c:pt>
                <c:pt idx="29644">
                  <c:v>72014</c:v>
                </c:pt>
                <c:pt idx="29645">
                  <c:v>72015</c:v>
                </c:pt>
                <c:pt idx="29646">
                  <c:v>72016</c:v>
                </c:pt>
                <c:pt idx="29647">
                  <c:v>72017</c:v>
                </c:pt>
                <c:pt idx="29648">
                  <c:v>72018</c:v>
                </c:pt>
                <c:pt idx="29649">
                  <c:v>72019</c:v>
                </c:pt>
                <c:pt idx="29650">
                  <c:v>72020</c:v>
                </c:pt>
                <c:pt idx="29651">
                  <c:v>72021</c:v>
                </c:pt>
                <c:pt idx="29652">
                  <c:v>72022</c:v>
                </c:pt>
                <c:pt idx="29653">
                  <c:v>72023</c:v>
                </c:pt>
                <c:pt idx="29654">
                  <c:v>72024</c:v>
                </c:pt>
                <c:pt idx="29655">
                  <c:v>72025</c:v>
                </c:pt>
                <c:pt idx="29656">
                  <c:v>72026</c:v>
                </c:pt>
                <c:pt idx="29657">
                  <c:v>72027</c:v>
                </c:pt>
                <c:pt idx="29658">
                  <c:v>72028</c:v>
                </c:pt>
                <c:pt idx="29659">
                  <c:v>72029</c:v>
                </c:pt>
                <c:pt idx="29660">
                  <c:v>72030</c:v>
                </c:pt>
                <c:pt idx="29661">
                  <c:v>72031</c:v>
                </c:pt>
                <c:pt idx="29662">
                  <c:v>72032</c:v>
                </c:pt>
                <c:pt idx="29663">
                  <c:v>72033</c:v>
                </c:pt>
                <c:pt idx="29664">
                  <c:v>72034</c:v>
                </c:pt>
                <c:pt idx="29665">
                  <c:v>72035</c:v>
                </c:pt>
                <c:pt idx="29666">
                  <c:v>72036</c:v>
                </c:pt>
                <c:pt idx="29667">
                  <c:v>72037</c:v>
                </c:pt>
                <c:pt idx="29668">
                  <c:v>72038</c:v>
                </c:pt>
                <c:pt idx="29669">
                  <c:v>72039</c:v>
                </c:pt>
                <c:pt idx="29670">
                  <c:v>72040</c:v>
                </c:pt>
                <c:pt idx="29671">
                  <c:v>72041</c:v>
                </c:pt>
                <c:pt idx="29672">
                  <c:v>72042</c:v>
                </c:pt>
                <c:pt idx="29673">
                  <c:v>72043</c:v>
                </c:pt>
                <c:pt idx="29674">
                  <c:v>72044</c:v>
                </c:pt>
                <c:pt idx="29675">
                  <c:v>72045</c:v>
                </c:pt>
                <c:pt idx="29676">
                  <c:v>72046</c:v>
                </c:pt>
                <c:pt idx="29677">
                  <c:v>72047</c:v>
                </c:pt>
                <c:pt idx="29678">
                  <c:v>72048</c:v>
                </c:pt>
                <c:pt idx="29679">
                  <c:v>72049</c:v>
                </c:pt>
                <c:pt idx="29680">
                  <c:v>72050</c:v>
                </c:pt>
                <c:pt idx="29681">
                  <c:v>72051</c:v>
                </c:pt>
                <c:pt idx="29682">
                  <c:v>72052</c:v>
                </c:pt>
                <c:pt idx="29683">
                  <c:v>72053</c:v>
                </c:pt>
                <c:pt idx="29684">
                  <c:v>72054</c:v>
                </c:pt>
                <c:pt idx="29685">
                  <c:v>72055</c:v>
                </c:pt>
                <c:pt idx="29686">
                  <c:v>72056</c:v>
                </c:pt>
                <c:pt idx="29687">
                  <c:v>72057</c:v>
                </c:pt>
                <c:pt idx="29688">
                  <c:v>72058</c:v>
                </c:pt>
                <c:pt idx="29689">
                  <c:v>72059</c:v>
                </c:pt>
                <c:pt idx="29690">
                  <c:v>72060</c:v>
                </c:pt>
                <c:pt idx="29691">
                  <c:v>72061</c:v>
                </c:pt>
                <c:pt idx="29692">
                  <c:v>72062</c:v>
                </c:pt>
                <c:pt idx="29693">
                  <c:v>72063</c:v>
                </c:pt>
                <c:pt idx="29694">
                  <c:v>72064</c:v>
                </c:pt>
                <c:pt idx="29695">
                  <c:v>72065</c:v>
                </c:pt>
                <c:pt idx="29696">
                  <c:v>72066</c:v>
                </c:pt>
                <c:pt idx="29697">
                  <c:v>72067</c:v>
                </c:pt>
                <c:pt idx="29698">
                  <c:v>72068</c:v>
                </c:pt>
                <c:pt idx="29699">
                  <c:v>72069</c:v>
                </c:pt>
                <c:pt idx="29700">
                  <c:v>72070</c:v>
                </c:pt>
                <c:pt idx="29701">
                  <c:v>72071</c:v>
                </c:pt>
                <c:pt idx="29702">
                  <c:v>72072</c:v>
                </c:pt>
                <c:pt idx="29703">
                  <c:v>72073</c:v>
                </c:pt>
                <c:pt idx="29704">
                  <c:v>72074</c:v>
                </c:pt>
                <c:pt idx="29705">
                  <c:v>72075</c:v>
                </c:pt>
                <c:pt idx="29706">
                  <c:v>72076</c:v>
                </c:pt>
                <c:pt idx="29707">
                  <c:v>72077</c:v>
                </c:pt>
                <c:pt idx="29708">
                  <c:v>72078</c:v>
                </c:pt>
                <c:pt idx="29709">
                  <c:v>72079</c:v>
                </c:pt>
                <c:pt idx="29710">
                  <c:v>72080</c:v>
                </c:pt>
                <c:pt idx="29711">
                  <c:v>72081</c:v>
                </c:pt>
                <c:pt idx="29712">
                  <c:v>72082</c:v>
                </c:pt>
                <c:pt idx="29713">
                  <c:v>72083</c:v>
                </c:pt>
                <c:pt idx="29714">
                  <c:v>72084</c:v>
                </c:pt>
                <c:pt idx="29715">
                  <c:v>72085</c:v>
                </c:pt>
                <c:pt idx="29716">
                  <c:v>72086</c:v>
                </c:pt>
                <c:pt idx="29717">
                  <c:v>72087</c:v>
                </c:pt>
                <c:pt idx="29718">
                  <c:v>72088</c:v>
                </c:pt>
                <c:pt idx="29719">
                  <c:v>72089</c:v>
                </c:pt>
                <c:pt idx="29720">
                  <c:v>72090</c:v>
                </c:pt>
                <c:pt idx="29721">
                  <c:v>72091</c:v>
                </c:pt>
                <c:pt idx="29722">
                  <c:v>72092</c:v>
                </c:pt>
                <c:pt idx="29723">
                  <c:v>72093</c:v>
                </c:pt>
                <c:pt idx="29724">
                  <c:v>72094</c:v>
                </c:pt>
                <c:pt idx="29725">
                  <c:v>72095</c:v>
                </c:pt>
                <c:pt idx="29726">
                  <c:v>72096</c:v>
                </c:pt>
                <c:pt idx="29727">
                  <c:v>72097</c:v>
                </c:pt>
                <c:pt idx="29728">
                  <c:v>72098</c:v>
                </c:pt>
                <c:pt idx="29729">
                  <c:v>72099</c:v>
                </c:pt>
                <c:pt idx="29730">
                  <c:v>72100</c:v>
                </c:pt>
                <c:pt idx="29731">
                  <c:v>72101</c:v>
                </c:pt>
                <c:pt idx="29732">
                  <c:v>72102</c:v>
                </c:pt>
                <c:pt idx="29733">
                  <c:v>72103</c:v>
                </c:pt>
                <c:pt idx="29734">
                  <c:v>72104</c:v>
                </c:pt>
                <c:pt idx="29735">
                  <c:v>72105</c:v>
                </c:pt>
                <c:pt idx="29736">
                  <c:v>72106</c:v>
                </c:pt>
                <c:pt idx="29737">
                  <c:v>72107</c:v>
                </c:pt>
                <c:pt idx="29738">
                  <c:v>72108</c:v>
                </c:pt>
                <c:pt idx="29739">
                  <c:v>72109</c:v>
                </c:pt>
                <c:pt idx="29740">
                  <c:v>72110</c:v>
                </c:pt>
                <c:pt idx="29741">
                  <c:v>72111</c:v>
                </c:pt>
                <c:pt idx="29742">
                  <c:v>72112</c:v>
                </c:pt>
                <c:pt idx="29743">
                  <c:v>72113</c:v>
                </c:pt>
                <c:pt idx="29744">
                  <c:v>72114</c:v>
                </c:pt>
                <c:pt idx="29745">
                  <c:v>72115</c:v>
                </c:pt>
                <c:pt idx="29746">
                  <c:v>72116</c:v>
                </c:pt>
                <c:pt idx="29747">
                  <c:v>72117</c:v>
                </c:pt>
                <c:pt idx="29748">
                  <c:v>72118</c:v>
                </c:pt>
                <c:pt idx="29749">
                  <c:v>72119</c:v>
                </c:pt>
                <c:pt idx="29750">
                  <c:v>72120</c:v>
                </c:pt>
                <c:pt idx="29751">
                  <c:v>72121</c:v>
                </c:pt>
                <c:pt idx="29752">
                  <c:v>72122</c:v>
                </c:pt>
                <c:pt idx="29753">
                  <c:v>72123</c:v>
                </c:pt>
                <c:pt idx="29754">
                  <c:v>72124</c:v>
                </c:pt>
                <c:pt idx="29755">
                  <c:v>72125</c:v>
                </c:pt>
                <c:pt idx="29756">
                  <c:v>72126</c:v>
                </c:pt>
                <c:pt idx="29757">
                  <c:v>72127</c:v>
                </c:pt>
                <c:pt idx="29758">
                  <c:v>72128</c:v>
                </c:pt>
                <c:pt idx="29759">
                  <c:v>72129</c:v>
                </c:pt>
                <c:pt idx="29760">
                  <c:v>72130</c:v>
                </c:pt>
                <c:pt idx="29761">
                  <c:v>72131</c:v>
                </c:pt>
                <c:pt idx="29762">
                  <c:v>72132</c:v>
                </c:pt>
                <c:pt idx="29763">
                  <c:v>72133</c:v>
                </c:pt>
                <c:pt idx="29764">
                  <c:v>72134</c:v>
                </c:pt>
                <c:pt idx="29765">
                  <c:v>72135</c:v>
                </c:pt>
                <c:pt idx="29766">
                  <c:v>72136</c:v>
                </c:pt>
                <c:pt idx="29767">
                  <c:v>72137</c:v>
                </c:pt>
                <c:pt idx="29768">
                  <c:v>72138</c:v>
                </c:pt>
                <c:pt idx="29769">
                  <c:v>72139</c:v>
                </c:pt>
                <c:pt idx="29770">
                  <c:v>72140</c:v>
                </c:pt>
                <c:pt idx="29771">
                  <c:v>72141</c:v>
                </c:pt>
                <c:pt idx="29772">
                  <c:v>72142</c:v>
                </c:pt>
                <c:pt idx="29773">
                  <c:v>72143</c:v>
                </c:pt>
                <c:pt idx="29774">
                  <c:v>72144</c:v>
                </c:pt>
                <c:pt idx="29775">
                  <c:v>72145</c:v>
                </c:pt>
                <c:pt idx="29776">
                  <c:v>72146</c:v>
                </c:pt>
                <c:pt idx="29777">
                  <c:v>72147</c:v>
                </c:pt>
                <c:pt idx="29778">
                  <c:v>72148</c:v>
                </c:pt>
                <c:pt idx="29779">
                  <c:v>72149</c:v>
                </c:pt>
                <c:pt idx="29780">
                  <c:v>72150</c:v>
                </c:pt>
                <c:pt idx="29781">
                  <c:v>72151</c:v>
                </c:pt>
                <c:pt idx="29782">
                  <c:v>72152</c:v>
                </c:pt>
                <c:pt idx="29783">
                  <c:v>72153</c:v>
                </c:pt>
                <c:pt idx="29784">
                  <c:v>72154</c:v>
                </c:pt>
                <c:pt idx="29785">
                  <c:v>72155</c:v>
                </c:pt>
                <c:pt idx="29786">
                  <c:v>72156</c:v>
                </c:pt>
                <c:pt idx="29787">
                  <c:v>72157</c:v>
                </c:pt>
                <c:pt idx="29788">
                  <c:v>72158</c:v>
                </c:pt>
                <c:pt idx="29789">
                  <c:v>72159</c:v>
                </c:pt>
                <c:pt idx="29790">
                  <c:v>72160</c:v>
                </c:pt>
                <c:pt idx="29791">
                  <c:v>72161</c:v>
                </c:pt>
                <c:pt idx="29792">
                  <c:v>72162</c:v>
                </c:pt>
                <c:pt idx="29793">
                  <c:v>72163</c:v>
                </c:pt>
                <c:pt idx="29794">
                  <c:v>72164</c:v>
                </c:pt>
                <c:pt idx="29795">
                  <c:v>72165</c:v>
                </c:pt>
                <c:pt idx="29796">
                  <c:v>72166</c:v>
                </c:pt>
                <c:pt idx="29797">
                  <c:v>72167</c:v>
                </c:pt>
                <c:pt idx="29798">
                  <c:v>72168</c:v>
                </c:pt>
                <c:pt idx="29799">
                  <c:v>72169</c:v>
                </c:pt>
                <c:pt idx="29800">
                  <c:v>72170</c:v>
                </c:pt>
                <c:pt idx="29801">
                  <c:v>72171</c:v>
                </c:pt>
                <c:pt idx="29802">
                  <c:v>72172</c:v>
                </c:pt>
                <c:pt idx="29803">
                  <c:v>72173</c:v>
                </c:pt>
                <c:pt idx="29804">
                  <c:v>72174</c:v>
                </c:pt>
                <c:pt idx="29805">
                  <c:v>72175</c:v>
                </c:pt>
                <c:pt idx="29806">
                  <c:v>72176</c:v>
                </c:pt>
                <c:pt idx="29807">
                  <c:v>72177</c:v>
                </c:pt>
                <c:pt idx="29808">
                  <c:v>72178</c:v>
                </c:pt>
                <c:pt idx="29809">
                  <c:v>72179</c:v>
                </c:pt>
                <c:pt idx="29810">
                  <c:v>72180</c:v>
                </c:pt>
                <c:pt idx="29811">
                  <c:v>72181</c:v>
                </c:pt>
                <c:pt idx="29812">
                  <c:v>72182</c:v>
                </c:pt>
                <c:pt idx="29813">
                  <c:v>72183</c:v>
                </c:pt>
                <c:pt idx="29814">
                  <c:v>72184</c:v>
                </c:pt>
                <c:pt idx="29815">
                  <c:v>72185</c:v>
                </c:pt>
                <c:pt idx="29816">
                  <c:v>72186</c:v>
                </c:pt>
                <c:pt idx="29817">
                  <c:v>72187</c:v>
                </c:pt>
                <c:pt idx="29818">
                  <c:v>72188</c:v>
                </c:pt>
                <c:pt idx="29819">
                  <c:v>72189</c:v>
                </c:pt>
                <c:pt idx="29820">
                  <c:v>72190</c:v>
                </c:pt>
                <c:pt idx="29821">
                  <c:v>72191</c:v>
                </c:pt>
                <c:pt idx="29822">
                  <c:v>72192</c:v>
                </c:pt>
                <c:pt idx="29823">
                  <c:v>72193</c:v>
                </c:pt>
                <c:pt idx="29824">
                  <c:v>72194</c:v>
                </c:pt>
                <c:pt idx="29825">
                  <c:v>72195</c:v>
                </c:pt>
                <c:pt idx="29826">
                  <c:v>72196</c:v>
                </c:pt>
                <c:pt idx="29827">
                  <c:v>72197</c:v>
                </c:pt>
                <c:pt idx="29828">
                  <c:v>72198</c:v>
                </c:pt>
                <c:pt idx="29829">
                  <c:v>72199</c:v>
                </c:pt>
                <c:pt idx="29830">
                  <c:v>72200</c:v>
                </c:pt>
                <c:pt idx="29831">
                  <c:v>72201</c:v>
                </c:pt>
                <c:pt idx="29832">
                  <c:v>72202</c:v>
                </c:pt>
                <c:pt idx="29833">
                  <c:v>72203</c:v>
                </c:pt>
                <c:pt idx="29834">
                  <c:v>72204</c:v>
                </c:pt>
                <c:pt idx="29835">
                  <c:v>72205</c:v>
                </c:pt>
                <c:pt idx="29836">
                  <c:v>72206</c:v>
                </c:pt>
                <c:pt idx="29837">
                  <c:v>72207</c:v>
                </c:pt>
                <c:pt idx="29838">
                  <c:v>72208</c:v>
                </c:pt>
                <c:pt idx="29839">
                  <c:v>72209</c:v>
                </c:pt>
                <c:pt idx="29840">
                  <c:v>72210</c:v>
                </c:pt>
                <c:pt idx="29841">
                  <c:v>72211</c:v>
                </c:pt>
                <c:pt idx="29842">
                  <c:v>72212</c:v>
                </c:pt>
                <c:pt idx="29843">
                  <c:v>72213</c:v>
                </c:pt>
                <c:pt idx="29844">
                  <c:v>72214</c:v>
                </c:pt>
                <c:pt idx="29845">
                  <c:v>72215</c:v>
                </c:pt>
                <c:pt idx="29846">
                  <c:v>72216</c:v>
                </c:pt>
                <c:pt idx="29847">
                  <c:v>72217</c:v>
                </c:pt>
                <c:pt idx="29848">
                  <c:v>72218</c:v>
                </c:pt>
                <c:pt idx="29849">
                  <c:v>72219</c:v>
                </c:pt>
                <c:pt idx="29850">
                  <c:v>72220</c:v>
                </c:pt>
                <c:pt idx="29851">
                  <c:v>72221</c:v>
                </c:pt>
                <c:pt idx="29852">
                  <c:v>72222</c:v>
                </c:pt>
                <c:pt idx="29853">
                  <c:v>72223</c:v>
                </c:pt>
                <c:pt idx="29854">
                  <c:v>72224</c:v>
                </c:pt>
                <c:pt idx="29855">
                  <c:v>72225</c:v>
                </c:pt>
                <c:pt idx="29856">
                  <c:v>72226</c:v>
                </c:pt>
                <c:pt idx="29857">
                  <c:v>72227</c:v>
                </c:pt>
                <c:pt idx="29858">
                  <c:v>72228</c:v>
                </c:pt>
                <c:pt idx="29859">
                  <c:v>72229</c:v>
                </c:pt>
                <c:pt idx="29860">
                  <c:v>72230</c:v>
                </c:pt>
                <c:pt idx="29861">
                  <c:v>72231</c:v>
                </c:pt>
                <c:pt idx="29862">
                  <c:v>72232</c:v>
                </c:pt>
                <c:pt idx="29863">
                  <c:v>72233</c:v>
                </c:pt>
                <c:pt idx="29864">
                  <c:v>72234</c:v>
                </c:pt>
                <c:pt idx="29865">
                  <c:v>72235</c:v>
                </c:pt>
                <c:pt idx="29866">
                  <c:v>72236</c:v>
                </c:pt>
                <c:pt idx="29867">
                  <c:v>72237</c:v>
                </c:pt>
                <c:pt idx="29868">
                  <c:v>72238</c:v>
                </c:pt>
                <c:pt idx="29869">
                  <c:v>72239</c:v>
                </c:pt>
                <c:pt idx="29870">
                  <c:v>72240</c:v>
                </c:pt>
                <c:pt idx="29871">
                  <c:v>72241</c:v>
                </c:pt>
                <c:pt idx="29872">
                  <c:v>72242</c:v>
                </c:pt>
                <c:pt idx="29873">
                  <c:v>72243</c:v>
                </c:pt>
                <c:pt idx="29874">
                  <c:v>72244</c:v>
                </c:pt>
                <c:pt idx="29875">
                  <c:v>72245</c:v>
                </c:pt>
                <c:pt idx="29876">
                  <c:v>72246</c:v>
                </c:pt>
                <c:pt idx="29877">
                  <c:v>72247</c:v>
                </c:pt>
                <c:pt idx="29878">
                  <c:v>72248</c:v>
                </c:pt>
                <c:pt idx="29879">
                  <c:v>72249</c:v>
                </c:pt>
                <c:pt idx="29880">
                  <c:v>72250</c:v>
                </c:pt>
                <c:pt idx="29881">
                  <c:v>72251</c:v>
                </c:pt>
                <c:pt idx="29882">
                  <c:v>72252</c:v>
                </c:pt>
                <c:pt idx="29883">
                  <c:v>72253</c:v>
                </c:pt>
                <c:pt idx="29884">
                  <c:v>72254</c:v>
                </c:pt>
                <c:pt idx="29885">
                  <c:v>72255</c:v>
                </c:pt>
                <c:pt idx="29886">
                  <c:v>72256</c:v>
                </c:pt>
                <c:pt idx="29887">
                  <c:v>72257</c:v>
                </c:pt>
                <c:pt idx="29888">
                  <c:v>72258</c:v>
                </c:pt>
                <c:pt idx="29889">
                  <c:v>72259</c:v>
                </c:pt>
                <c:pt idx="29890">
                  <c:v>72260</c:v>
                </c:pt>
                <c:pt idx="29891">
                  <c:v>72261</c:v>
                </c:pt>
                <c:pt idx="29892">
                  <c:v>72262</c:v>
                </c:pt>
                <c:pt idx="29893">
                  <c:v>72263</c:v>
                </c:pt>
                <c:pt idx="29894">
                  <c:v>72264</c:v>
                </c:pt>
                <c:pt idx="29895">
                  <c:v>72265</c:v>
                </c:pt>
                <c:pt idx="29896">
                  <c:v>72266</c:v>
                </c:pt>
                <c:pt idx="29897">
                  <c:v>72267</c:v>
                </c:pt>
                <c:pt idx="29898">
                  <c:v>72268</c:v>
                </c:pt>
                <c:pt idx="29899">
                  <c:v>72269</c:v>
                </c:pt>
                <c:pt idx="29900">
                  <c:v>72270</c:v>
                </c:pt>
                <c:pt idx="29901">
                  <c:v>72271</c:v>
                </c:pt>
                <c:pt idx="29902">
                  <c:v>72272</c:v>
                </c:pt>
                <c:pt idx="29903">
                  <c:v>72273</c:v>
                </c:pt>
                <c:pt idx="29904">
                  <c:v>72274</c:v>
                </c:pt>
                <c:pt idx="29905">
                  <c:v>72275</c:v>
                </c:pt>
                <c:pt idx="29906">
                  <c:v>72276</c:v>
                </c:pt>
                <c:pt idx="29907">
                  <c:v>72277</c:v>
                </c:pt>
                <c:pt idx="29908">
                  <c:v>72278</c:v>
                </c:pt>
                <c:pt idx="29909">
                  <c:v>72279</c:v>
                </c:pt>
                <c:pt idx="29910">
                  <c:v>72280</c:v>
                </c:pt>
                <c:pt idx="29911">
                  <c:v>72281</c:v>
                </c:pt>
                <c:pt idx="29912">
                  <c:v>72282</c:v>
                </c:pt>
                <c:pt idx="29913">
                  <c:v>72283</c:v>
                </c:pt>
                <c:pt idx="29914">
                  <c:v>72284</c:v>
                </c:pt>
                <c:pt idx="29915">
                  <c:v>72285</c:v>
                </c:pt>
                <c:pt idx="29916">
                  <c:v>72286</c:v>
                </c:pt>
                <c:pt idx="29917">
                  <c:v>72287</c:v>
                </c:pt>
                <c:pt idx="29918">
                  <c:v>72288</c:v>
                </c:pt>
                <c:pt idx="29919">
                  <c:v>72289</c:v>
                </c:pt>
                <c:pt idx="29920">
                  <c:v>72290</c:v>
                </c:pt>
                <c:pt idx="29921">
                  <c:v>72291</c:v>
                </c:pt>
                <c:pt idx="29922">
                  <c:v>72292</c:v>
                </c:pt>
                <c:pt idx="29923">
                  <c:v>72293</c:v>
                </c:pt>
                <c:pt idx="29924">
                  <c:v>72294</c:v>
                </c:pt>
                <c:pt idx="29925">
                  <c:v>72295</c:v>
                </c:pt>
                <c:pt idx="29926">
                  <c:v>72296</c:v>
                </c:pt>
                <c:pt idx="29927">
                  <c:v>72297</c:v>
                </c:pt>
                <c:pt idx="29928">
                  <c:v>72298</c:v>
                </c:pt>
                <c:pt idx="29929">
                  <c:v>72299</c:v>
                </c:pt>
                <c:pt idx="29930">
                  <c:v>72300</c:v>
                </c:pt>
                <c:pt idx="29931">
                  <c:v>72301</c:v>
                </c:pt>
                <c:pt idx="29932">
                  <c:v>72302</c:v>
                </c:pt>
                <c:pt idx="29933">
                  <c:v>72303</c:v>
                </c:pt>
                <c:pt idx="29934">
                  <c:v>72304</c:v>
                </c:pt>
                <c:pt idx="29935">
                  <c:v>72305</c:v>
                </c:pt>
                <c:pt idx="29936">
                  <c:v>72306</c:v>
                </c:pt>
                <c:pt idx="29937">
                  <c:v>72307</c:v>
                </c:pt>
                <c:pt idx="29938">
                  <c:v>72308</c:v>
                </c:pt>
                <c:pt idx="29939">
                  <c:v>72309</c:v>
                </c:pt>
                <c:pt idx="29940">
                  <c:v>72310</c:v>
                </c:pt>
                <c:pt idx="29941">
                  <c:v>72311</c:v>
                </c:pt>
                <c:pt idx="29942">
                  <c:v>72312</c:v>
                </c:pt>
                <c:pt idx="29943">
                  <c:v>72313</c:v>
                </c:pt>
                <c:pt idx="29944">
                  <c:v>72314</c:v>
                </c:pt>
                <c:pt idx="29945">
                  <c:v>72315</c:v>
                </c:pt>
                <c:pt idx="29946">
                  <c:v>72316</c:v>
                </c:pt>
                <c:pt idx="29947">
                  <c:v>72317</c:v>
                </c:pt>
                <c:pt idx="29948">
                  <c:v>72318</c:v>
                </c:pt>
                <c:pt idx="29949">
                  <c:v>72319</c:v>
                </c:pt>
                <c:pt idx="29950">
                  <c:v>72320</c:v>
                </c:pt>
                <c:pt idx="29951">
                  <c:v>72321</c:v>
                </c:pt>
                <c:pt idx="29952">
                  <c:v>72322</c:v>
                </c:pt>
                <c:pt idx="29953">
                  <c:v>72323</c:v>
                </c:pt>
                <c:pt idx="29954">
                  <c:v>72324</c:v>
                </c:pt>
                <c:pt idx="29955">
                  <c:v>72325</c:v>
                </c:pt>
                <c:pt idx="29956">
                  <c:v>72326</c:v>
                </c:pt>
                <c:pt idx="29957">
                  <c:v>72327</c:v>
                </c:pt>
                <c:pt idx="29958">
                  <c:v>72328</c:v>
                </c:pt>
                <c:pt idx="29959">
                  <c:v>72329</c:v>
                </c:pt>
                <c:pt idx="29960">
                  <c:v>72330</c:v>
                </c:pt>
                <c:pt idx="29961">
                  <c:v>72331</c:v>
                </c:pt>
                <c:pt idx="29962">
                  <c:v>72332</c:v>
                </c:pt>
                <c:pt idx="29963">
                  <c:v>72333</c:v>
                </c:pt>
                <c:pt idx="29964">
                  <c:v>72334</c:v>
                </c:pt>
                <c:pt idx="29965">
                  <c:v>72335</c:v>
                </c:pt>
                <c:pt idx="29966">
                  <c:v>72336</c:v>
                </c:pt>
                <c:pt idx="29967">
                  <c:v>72337</c:v>
                </c:pt>
                <c:pt idx="29968">
                  <c:v>72338</c:v>
                </c:pt>
                <c:pt idx="29969">
                  <c:v>72339</c:v>
                </c:pt>
                <c:pt idx="29970">
                  <c:v>72340</c:v>
                </c:pt>
                <c:pt idx="29971">
                  <c:v>72341</c:v>
                </c:pt>
                <c:pt idx="29972">
                  <c:v>72342</c:v>
                </c:pt>
                <c:pt idx="29973">
                  <c:v>72343</c:v>
                </c:pt>
                <c:pt idx="29974">
                  <c:v>72344</c:v>
                </c:pt>
                <c:pt idx="29975">
                  <c:v>72345</c:v>
                </c:pt>
                <c:pt idx="29976">
                  <c:v>72346</c:v>
                </c:pt>
                <c:pt idx="29977">
                  <c:v>72347</c:v>
                </c:pt>
                <c:pt idx="29978">
                  <c:v>72348</c:v>
                </c:pt>
                <c:pt idx="29979">
                  <c:v>72349</c:v>
                </c:pt>
                <c:pt idx="29980">
                  <c:v>72350</c:v>
                </c:pt>
                <c:pt idx="29981">
                  <c:v>72351</c:v>
                </c:pt>
                <c:pt idx="29982">
                  <c:v>72352</c:v>
                </c:pt>
                <c:pt idx="29983">
                  <c:v>72353</c:v>
                </c:pt>
                <c:pt idx="29984">
                  <c:v>72354</c:v>
                </c:pt>
                <c:pt idx="29985">
                  <c:v>72355</c:v>
                </c:pt>
                <c:pt idx="29986">
                  <c:v>72356</c:v>
                </c:pt>
                <c:pt idx="29987">
                  <c:v>72357</c:v>
                </c:pt>
                <c:pt idx="29988">
                  <c:v>72358</c:v>
                </c:pt>
                <c:pt idx="29989">
                  <c:v>72359</c:v>
                </c:pt>
                <c:pt idx="29990">
                  <c:v>72360</c:v>
                </c:pt>
                <c:pt idx="29991">
                  <c:v>72361</c:v>
                </c:pt>
                <c:pt idx="29992">
                  <c:v>72362</c:v>
                </c:pt>
                <c:pt idx="29993">
                  <c:v>72363</c:v>
                </c:pt>
                <c:pt idx="29994">
                  <c:v>72364</c:v>
                </c:pt>
                <c:pt idx="29995">
                  <c:v>72365</c:v>
                </c:pt>
                <c:pt idx="29996">
                  <c:v>72366</c:v>
                </c:pt>
                <c:pt idx="29997">
                  <c:v>72367</c:v>
                </c:pt>
                <c:pt idx="29998">
                  <c:v>72368</c:v>
                </c:pt>
                <c:pt idx="29999">
                  <c:v>72369</c:v>
                </c:pt>
                <c:pt idx="30000">
                  <c:v>72370</c:v>
                </c:pt>
                <c:pt idx="30001">
                  <c:v>72371</c:v>
                </c:pt>
                <c:pt idx="30002">
                  <c:v>72372</c:v>
                </c:pt>
                <c:pt idx="30003">
                  <c:v>72373</c:v>
                </c:pt>
                <c:pt idx="30004">
                  <c:v>72374</c:v>
                </c:pt>
                <c:pt idx="30005">
                  <c:v>72375</c:v>
                </c:pt>
                <c:pt idx="30006">
                  <c:v>72376</c:v>
                </c:pt>
                <c:pt idx="30007">
                  <c:v>72377</c:v>
                </c:pt>
                <c:pt idx="30008">
                  <c:v>72378</c:v>
                </c:pt>
                <c:pt idx="30009">
                  <c:v>72379</c:v>
                </c:pt>
                <c:pt idx="30010">
                  <c:v>72380</c:v>
                </c:pt>
                <c:pt idx="30011">
                  <c:v>72381</c:v>
                </c:pt>
                <c:pt idx="30012">
                  <c:v>72382</c:v>
                </c:pt>
                <c:pt idx="30013">
                  <c:v>72383</c:v>
                </c:pt>
                <c:pt idx="30014">
                  <c:v>72384</c:v>
                </c:pt>
                <c:pt idx="30015">
                  <c:v>72385</c:v>
                </c:pt>
                <c:pt idx="30016">
                  <c:v>72386</c:v>
                </c:pt>
                <c:pt idx="30017">
                  <c:v>72387</c:v>
                </c:pt>
                <c:pt idx="30018">
                  <c:v>72388</c:v>
                </c:pt>
                <c:pt idx="30019">
                  <c:v>72389</c:v>
                </c:pt>
                <c:pt idx="30020">
                  <c:v>72390</c:v>
                </c:pt>
                <c:pt idx="30021">
                  <c:v>72391</c:v>
                </c:pt>
                <c:pt idx="30022">
                  <c:v>72392</c:v>
                </c:pt>
                <c:pt idx="30023">
                  <c:v>72393</c:v>
                </c:pt>
                <c:pt idx="30024">
                  <c:v>72394</c:v>
                </c:pt>
                <c:pt idx="30025">
                  <c:v>72395</c:v>
                </c:pt>
                <c:pt idx="30026">
                  <c:v>72396</c:v>
                </c:pt>
                <c:pt idx="30027">
                  <c:v>72397</c:v>
                </c:pt>
                <c:pt idx="30028">
                  <c:v>72398</c:v>
                </c:pt>
                <c:pt idx="30029">
                  <c:v>72399</c:v>
                </c:pt>
                <c:pt idx="30030">
                  <c:v>72400</c:v>
                </c:pt>
                <c:pt idx="30031">
                  <c:v>72401</c:v>
                </c:pt>
                <c:pt idx="30032">
                  <c:v>72402</c:v>
                </c:pt>
                <c:pt idx="30033">
                  <c:v>72403</c:v>
                </c:pt>
                <c:pt idx="30034">
                  <c:v>72404</c:v>
                </c:pt>
                <c:pt idx="30035">
                  <c:v>72405</c:v>
                </c:pt>
                <c:pt idx="30036">
                  <c:v>72406</c:v>
                </c:pt>
                <c:pt idx="30037">
                  <c:v>72407</c:v>
                </c:pt>
                <c:pt idx="30038">
                  <c:v>72408</c:v>
                </c:pt>
                <c:pt idx="30039">
                  <c:v>72409</c:v>
                </c:pt>
                <c:pt idx="30040">
                  <c:v>72410</c:v>
                </c:pt>
                <c:pt idx="30041">
                  <c:v>72411</c:v>
                </c:pt>
                <c:pt idx="30042">
                  <c:v>72412</c:v>
                </c:pt>
                <c:pt idx="30043">
                  <c:v>72413</c:v>
                </c:pt>
                <c:pt idx="30044">
                  <c:v>72414</c:v>
                </c:pt>
                <c:pt idx="30045">
                  <c:v>72415</c:v>
                </c:pt>
                <c:pt idx="30046">
                  <c:v>72416</c:v>
                </c:pt>
                <c:pt idx="30047">
                  <c:v>72417</c:v>
                </c:pt>
                <c:pt idx="30048">
                  <c:v>72418</c:v>
                </c:pt>
                <c:pt idx="30049">
                  <c:v>72419</c:v>
                </c:pt>
                <c:pt idx="30050">
                  <c:v>72420</c:v>
                </c:pt>
                <c:pt idx="30051">
                  <c:v>72421</c:v>
                </c:pt>
                <c:pt idx="30052">
                  <c:v>72422</c:v>
                </c:pt>
                <c:pt idx="30053">
                  <c:v>72423</c:v>
                </c:pt>
                <c:pt idx="30054">
                  <c:v>72424</c:v>
                </c:pt>
                <c:pt idx="30055">
                  <c:v>72425</c:v>
                </c:pt>
                <c:pt idx="30056">
                  <c:v>72426</c:v>
                </c:pt>
                <c:pt idx="30057">
                  <c:v>72427</c:v>
                </c:pt>
                <c:pt idx="30058">
                  <c:v>72428</c:v>
                </c:pt>
                <c:pt idx="30059">
                  <c:v>72429</c:v>
                </c:pt>
                <c:pt idx="30060">
                  <c:v>72430</c:v>
                </c:pt>
                <c:pt idx="30061">
                  <c:v>72431</c:v>
                </c:pt>
                <c:pt idx="30062">
                  <c:v>72432</c:v>
                </c:pt>
                <c:pt idx="30063">
                  <c:v>72433</c:v>
                </c:pt>
                <c:pt idx="30064">
                  <c:v>72434</c:v>
                </c:pt>
                <c:pt idx="30065">
                  <c:v>72435</c:v>
                </c:pt>
                <c:pt idx="30066">
                  <c:v>72436</c:v>
                </c:pt>
                <c:pt idx="30067">
                  <c:v>72437</c:v>
                </c:pt>
                <c:pt idx="30068">
                  <c:v>72438</c:v>
                </c:pt>
                <c:pt idx="30069">
                  <c:v>72439</c:v>
                </c:pt>
                <c:pt idx="30070">
                  <c:v>72440</c:v>
                </c:pt>
                <c:pt idx="30071">
                  <c:v>72441</c:v>
                </c:pt>
                <c:pt idx="30072">
                  <c:v>72442</c:v>
                </c:pt>
                <c:pt idx="30073">
                  <c:v>72443</c:v>
                </c:pt>
                <c:pt idx="30074">
                  <c:v>72444</c:v>
                </c:pt>
                <c:pt idx="30075">
                  <c:v>72445</c:v>
                </c:pt>
                <c:pt idx="30076">
                  <c:v>72446</c:v>
                </c:pt>
                <c:pt idx="30077">
                  <c:v>72447</c:v>
                </c:pt>
                <c:pt idx="30078">
                  <c:v>72448</c:v>
                </c:pt>
                <c:pt idx="30079">
                  <c:v>72449</c:v>
                </c:pt>
                <c:pt idx="30080">
                  <c:v>72450</c:v>
                </c:pt>
                <c:pt idx="30081">
                  <c:v>72451</c:v>
                </c:pt>
                <c:pt idx="30082">
                  <c:v>72452</c:v>
                </c:pt>
                <c:pt idx="30083">
                  <c:v>72453</c:v>
                </c:pt>
                <c:pt idx="30084">
                  <c:v>72454</c:v>
                </c:pt>
                <c:pt idx="30085">
                  <c:v>72455</c:v>
                </c:pt>
                <c:pt idx="30086">
                  <c:v>72456</c:v>
                </c:pt>
                <c:pt idx="30087">
                  <c:v>72457</c:v>
                </c:pt>
                <c:pt idx="30088">
                  <c:v>72458</c:v>
                </c:pt>
                <c:pt idx="30089">
                  <c:v>72459</c:v>
                </c:pt>
                <c:pt idx="30090">
                  <c:v>72460</c:v>
                </c:pt>
                <c:pt idx="30091">
                  <c:v>72461</c:v>
                </c:pt>
                <c:pt idx="30092">
                  <c:v>72462</c:v>
                </c:pt>
                <c:pt idx="30093">
                  <c:v>72463</c:v>
                </c:pt>
                <c:pt idx="30094">
                  <c:v>72464</c:v>
                </c:pt>
                <c:pt idx="30095">
                  <c:v>72465</c:v>
                </c:pt>
                <c:pt idx="30096">
                  <c:v>72466</c:v>
                </c:pt>
                <c:pt idx="30097">
                  <c:v>72467</c:v>
                </c:pt>
                <c:pt idx="30098">
                  <c:v>72468</c:v>
                </c:pt>
                <c:pt idx="30099">
                  <c:v>72469</c:v>
                </c:pt>
                <c:pt idx="30100">
                  <c:v>72470</c:v>
                </c:pt>
                <c:pt idx="30101">
                  <c:v>72471</c:v>
                </c:pt>
                <c:pt idx="30102">
                  <c:v>72472</c:v>
                </c:pt>
                <c:pt idx="30103">
                  <c:v>72473</c:v>
                </c:pt>
                <c:pt idx="30104">
                  <c:v>72474</c:v>
                </c:pt>
                <c:pt idx="30105">
                  <c:v>72475</c:v>
                </c:pt>
                <c:pt idx="30106">
                  <c:v>72476</c:v>
                </c:pt>
                <c:pt idx="30107">
                  <c:v>72477</c:v>
                </c:pt>
                <c:pt idx="30108">
                  <c:v>72478</c:v>
                </c:pt>
                <c:pt idx="30109">
                  <c:v>72479</c:v>
                </c:pt>
                <c:pt idx="30110">
                  <c:v>72480</c:v>
                </c:pt>
                <c:pt idx="30111">
                  <c:v>72481</c:v>
                </c:pt>
                <c:pt idx="30112">
                  <c:v>72482</c:v>
                </c:pt>
                <c:pt idx="30113">
                  <c:v>72483</c:v>
                </c:pt>
                <c:pt idx="30114">
                  <c:v>72484</c:v>
                </c:pt>
                <c:pt idx="30115">
                  <c:v>72485</c:v>
                </c:pt>
                <c:pt idx="30116">
                  <c:v>72486</c:v>
                </c:pt>
                <c:pt idx="30117">
                  <c:v>72487</c:v>
                </c:pt>
                <c:pt idx="30118">
                  <c:v>72488</c:v>
                </c:pt>
                <c:pt idx="30119">
                  <c:v>72489</c:v>
                </c:pt>
                <c:pt idx="30120">
                  <c:v>72490</c:v>
                </c:pt>
                <c:pt idx="30121">
                  <c:v>72491</c:v>
                </c:pt>
                <c:pt idx="30122">
                  <c:v>72492</c:v>
                </c:pt>
                <c:pt idx="30123">
                  <c:v>72493</c:v>
                </c:pt>
                <c:pt idx="30124">
                  <c:v>72494</c:v>
                </c:pt>
                <c:pt idx="30125">
                  <c:v>72495</c:v>
                </c:pt>
                <c:pt idx="30126">
                  <c:v>72496</c:v>
                </c:pt>
                <c:pt idx="30127">
                  <c:v>72497</c:v>
                </c:pt>
                <c:pt idx="30128">
                  <c:v>72498</c:v>
                </c:pt>
                <c:pt idx="30129">
                  <c:v>72499</c:v>
                </c:pt>
                <c:pt idx="30130">
                  <c:v>72500</c:v>
                </c:pt>
                <c:pt idx="30131">
                  <c:v>72501</c:v>
                </c:pt>
                <c:pt idx="30132">
                  <c:v>72502</c:v>
                </c:pt>
                <c:pt idx="30133">
                  <c:v>72503</c:v>
                </c:pt>
                <c:pt idx="30134">
                  <c:v>72504</c:v>
                </c:pt>
                <c:pt idx="30135">
                  <c:v>72505</c:v>
                </c:pt>
                <c:pt idx="30136">
                  <c:v>72506</c:v>
                </c:pt>
                <c:pt idx="30137">
                  <c:v>72507</c:v>
                </c:pt>
                <c:pt idx="30138">
                  <c:v>72508</c:v>
                </c:pt>
                <c:pt idx="30139">
                  <c:v>72509</c:v>
                </c:pt>
                <c:pt idx="30140">
                  <c:v>72510</c:v>
                </c:pt>
                <c:pt idx="30141">
                  <c:v>72511</c:v>
                </c:pt>
                <c:pt idx="30142">
                  <c:v>72512</c:v>
                </c:pt>
                <c:pt idx="30143">
                  <c:v>72513</c:v>
                </c:pt>
                <c:pt idx="30144">
                  <c:v>72514</c:v>
                </c:pt>
                <c:pt idx="30145">
                  <c:v>72515</c:v>
                </c:pt>
                <c:pt idx="30146">
                  <c:v>72516</c:v>
                </c:pt>
                <c:pt idx="30147">
                  <c:v>72517</c:v>
                </c:pt>
                <c:pt idx="30148">
                  <c:v>72518</c:v>
                </c:pt>
                <c:pt idx="30149">
                  <c:v>72519</c:v>
                </c:pt>
                <c:pt idx="30150">
                  <c:v>72520</c:v>
                </c:pt>
                <c:pt idx="30151">
                  <c:v>72521</c:v>
                </c:pt>
                <c:pt idx="30152">
                  <c:v>72522</c:v>
                </c:pt>
                <c:pt idx="30153">
                  <c:v>72523</c:v>
                </c:pt>
                <c:pt idx="30154">
                  <c:v>72524</c:v>
                </c:pt>
                <c:pt idx="30155">
                  <c:v>72525</c:v>
                </c:pt>
                <c:pt idx="30156">
                  <c:v>72526</c:v>
                </c:pt>
                <c:pt idx="30157">
                  <c:v>72527</c:v>
                </c:pt>
                <c:pt idx="30158">
                  <c:v>72528</c:v>
                </c:pt>
                <c:pt idx="30159">
                  <c:v>72529</c:v>
                </c:pt>
                <c:pt idx="30160">
                  <c:v>72530</c:v>
                </c:pt>
                <c:pt idx="30161">
                  <c:v>72531</c:v>
                </c:pt>
                <c:pt idx="30162">
                  <c:v>72532</c:v>
                </c:pt>
                <c:pt idx="30163">
                  <c:v>72533</c:v>
                </c:pt>
                <c:pt idx="30164">
                  <c:v>72534</c:v>
                </c:pt>
                <c:pt idx="30165">
                  <c:v>72535</c:v>
                </c:pt>
                <c:pt idx="30166">
                  <c:v>72536</c:v>
                </c:pt>
                <c:pt idx="30167">
                  <c:v>72537</c:v>
                </c:pt>
                <c:pt idx="30168">
                  <c:v>72538</c:v>
                </c:pt>
                <c:pt idx="30169">
                  <c:v>72539</c:v>
                </c:pt>
                <c:pt idx="30170">
                  <c:v>72540</c:v>
                </c:pt>
                <c:pt idx="30171">
                  <c:v>72541</c:v>
                </c:pt>
                <c:pt idx="30172">
                  <c:v>72542</c:v>
                </c:pt>
                <c:pt idx="30173">
                  <c:v>72543</c:v>
                </c:pt>
                <c:pt idx="30174">
                  <c:v>72544</c:v>
                </c:pt>
                <c:pt idx="30175">
                  <c:v>72545</c:v>
                </c:pt>
                <c:pt idx="30176">
                  <c:v>72546</c:v>
                </c:pt>
                <c:pt idx="30177">
                  <c:v>72547</c:v>
                </c:pt>
                <c:pt idx="30178">
                  <c:v>72548</c:v>
                </c:pt>
                <c:pt idx="30179">
                  <c:v>72549</c:v>
                </c:pt>
                <c:pt idx="30180">
                  <c:v>72550</c:v>
                </c:pt>
                <c:pt idx="30181">
                  <c:v>72551</c:v>
                </c:pt>
                <c:pt idx="30182">
                  <c:v>72552</c:v>
                </c:pt>
                <c:pt idx="30183">
                  <c:v>72553</c:v>
                </c:pt>
                <c:pt idx="30184">
                  <c:v>72554</c:v>
                </c:pt>
                <c:pt idx="30185">
                  <c:v>72555</c:v>
                </c:pt>
                <c:pt idx="30186">
                  <c:v>72556</c:v>
                </c:pt>
                <c:pt idx="30187">
                  <c:v>72557</c:v>
                </c:pt>
                <c:pt idx="30188">
                  <c:v>72558</c:v>
                </c:pt>
                <c:pt idx="30189">
                  <c:v>72559</c:v>
                </c:pt>
                <c:pt idx="30190">
                  <c:v>72560</c:v>
                </c:pt>
                <c:pt idx="30191">
                  <c:v>72561</c:v>
                </c:pt>
                <c:pt idx="30192">
                  <c:v>72562</c:v>
                </c:pt>
                <c:pt idx="30193">
                  <c:v>72563</c:v>
                </c:pt>
                <c:pt idx="30194">
                  <c:v>72564</c:v>
                </c:pt>
                <c:pt idx="30195">
                  <c:v>72565</c:v>
                </c:pt>
                <c:pt idx="30196">
                  <c:v>72566</c:v>
                </c:pt>
                <c:pt idx="30197">
                  <c:v>72567</c:v>
                </c:pt>
                <c:pt idx="30198">
                  <c:v>72568</c:v>
                </c:pt>
                <c:pt idx="30199">
                  <c:v>72569</c:v>
                </c:pt>
                <c:pt idx="30200">
                  <c:v>72570</c:v>
                </c:pt>
                <c:pt idx="30201">
                  <c:v>72571</c:v>
                </c:pt>
                <c:pt idx="30202">
                  <c:v>72572</c:v>
                </c:pt>
                <c:pt idx="30203">
                  <c:v>72573</c:v>
                </c:pt>
                <c:pt idx="30204">
                  <c:v>72574</c:v>
                </c:pt>
                <c:pt idx="30205">
                  <c:v>72575</c:v>
                </c:pt>
                <c:pt idx="30206">
                  <c:v>72576</c:v>
                </c:pt>
                <c:pt idx="30207">
                  <c:v>72577</c:v>
                </c:pt>
                <c:pt idx="30208">
                  <c:v>72578</c:v>
                </c:pt>
                <c:pt idx="30209">
                  <c:v>72579</c:v>
                </c:pt>
                <c:pt idx="30210">
                  <c:v>72580</c:v>
                </c:pt>
                <c:pt idx="30211">
                  <c:v>72581</c:v>
                </c:pt>
                <c:pt idx="30212">
                  <c:v>72582</c:v>
                </c:pt>
                <c:pt idx="30213">
                  <c:v>72583</c:v>
                </c:pt>
                <c:pt idx="30214">
                  <c:v>72584</c:v>
                </c:pt>
                <c:pt idx="30215">
                  <c:v>72585</c:v>
                </c:pt>
                <c:pt idx="30216">
                  <c:v>72586</c:v>
                </c:pt>
                <c:pt idx="30217">
                  <c:v>72587</c:v>
                </c:pt>
                <c:pt idx="30218">
                  <c:v>72588</c:v>
                </c:pt>
                <c:pt idx="30219">
                  <c:v>72589</c:v>
                </c:pt>
                <c:pt idx="30220">
                  <c:v>72590</c:v>
                </c:pt>
                <c:pt idx="30221">
                  <c:v>72591</c:v>
                </c:pt>
                <c:pt idx="30222">
                  <c:v>72592</c:v>
                </c:pt>
                <c:pt idx="30223">
                  <c:v>72593</c:v>
                </c:pt>
                <c:pt idx="30224">
                  <c:v>72594</c:v>
                </c:pt>
                <c:pt idx="30225">
                  <c:v>72595</c:v>
                </c:pt>
                <c:pt idx="30226">
                  <c:v>72596</c:v>
                </c:pt>
                <c:pt idx="30227">
                  <c:v>72597</c:v>
                </c:pt>
                <c:pt idx="30228">
                  <c:v>72598</c:v>
                </c:pt>
                <c:pt idx="30229">
                  <c:v>72599</c:v>
                </c:pt>
                <c:pt idx="30230">
                  <c:v>72600</c:v>
                </c:pt>
                <c:pt idx="30231">
                  <c:v>72601</c:v>
                </c:pt>
                <c:pt idx="30232">
                  <c:v>72602</c:v>
                </c:pt>
                <c:pt idx="30233">
                  <c:v>72603</c:v>
                </c:pt>
                <c:pt idx="30234">
                  <c:v>72604</c:v>
                </c:pt>
                <c:pt idx="30235">
                  <c:v>72605</c:v>
                </c:pt>
                <c:pt idx="30236">
                  <c:v>72606</c:v>
                </c:pt>
                <c:pt idx="30237">
                  <c:v>72607</c:v>
                </c:pt>
                <c:pt idx="30238">
                  <c:v>72608</c:v>
                </c:pt>
                <c:pt idx="30239">
                  <c:v>72609</c:v>
                </c:pt>
                <c:pt idx="30240">
                  <c:v>72610</c:v>
                </c:pt>
                <c:pt idx="30241">
                  <c:v>72611</c:v>
                </c:pt>
                <c:pt idx="30242">
                  <c:v>72612</c:v>
                </c:pt>
                <c:pt idx="30243">
                  <c:v>72613</c:v>
                </c:pt>
                <c:pt idx="30244">
                  <c:v>72614</c:v>
                </c:pt>
                <c:pt idx="30245">
                  <c:v>72615</c:v>
                </c:pt>
                <c:pt idx="30246">
                  <c:v>72616</c:v>
                </c:pt>
                <c:pt idx="30247">
                  <c:v>72617</c:v>
                </c:pt>
                <c:pt idx="30248">
                  <c:v>72618</c:v>
                </c:pt>
                <c:pt idx="30249">
                  <c:v>72619</c:v>
                </c:pt>
                <c:pt idx="30250">
                  <c:v>72620</c:v>
                </c:pt>
                <c:pt idx="30251">
                  <c:v>72621</c:v>
                </c:pt>
                <c:pt idx="30252">
                  <c:v>72622</c:v>
                </c:pt>
                <c:pt idx="30253">
                  <c:v>72623</c:v>
                </c:pt>
                <c:pt idx="30254">
                  <c:v>72624</c:v>
                </c:pt>
                <c:pt idx="30255">
                  <c:v>72625</c:v>
                </c:pt>
                <c:pt idx="30256">
                  <c:v>72626</c:v>
                </c:pt>
                <c:pt idx="30257">
                  <c:v>72627</c:v>
                </c:pt>
                <c:pt idx="30258">
                  <c:v>72628</c:v>
                </c:pt>
                <c:pt idx="30259">
                  <c:v>72629</c:v>
                </c:pt>
                <c:pt idx="30260">
                  <c:v>72630</c:v>
                </c:pt>
                <c:pt idx="30261">
                  <c:v>72631</c:v>
                </c:pt>
                <c:pt idx="30262">
                  <c:v>72632</c:v>
                </c:pt>
                <c:pt idx="30263">
                  <c:v>72633</c:v>
                </c:pt>
                <c:pt idx="30264">
                  <c:v>72634</c:v>
                </c:pt>
                <c:pt idx="30265">
                  <c:v>72635</c:v>
                </c:pt>
                <c:pt idx="30266">
                  <c:v>72636</c:v>
                </c:pt>
                <c:pt idx="30267">
                  <c:v>72637</c:v>
                </c:pt>
                <c:pt idx="30268">
                  <c:v>72638</c:v>
                </c:pt>
                <c:pt idx="30269">
                  <c:v>72639</c:v>
                </c:pt>
                <c:pt idx="30270">
                  <c:v>72640</c:v>
                </c:pt>
                <c:pt idx="30271">
                  <c:v>72641</c:v>
                </c:pt>
                <c:pt idx="30272">
                  <c:v>72642</c:v>
                </c:pt>
                <c:pt idx="30273">
                  <c:v>72643</c:v>
                </c:pt>
                <c:pt idx="30274">
                  <c:v>72644</c:v>
                </c:pt>
                <c:pt idx="30275">
                  <c:v>72645</c:v>
                </c:pt>
                <c:pt idx="30276">
                  <c:v>72646</c:v>
                </c:pt>
                <c:pt idx="30277">
                  <c:v>72647</c:v>
                </c:pt>
                <c:pt idx="30278">
                  <c:v>72648</c:v>
                </c:pt>
                <c:pt idx="30279">
                  <c:v>72649</c:v>
                </c:pt>
                <c:pt idx="30280">
                  <c:v>72650</c:v>
                </c:pt>
                <c:pt idx="30281">
                  <c:v>72651</c:v>
                </c:pt>
                <c:pt idx="30282">
                  <c:v>72652</c:v>
                </c:pt>
                <c:pt idx="30283">
                  <c:v>72653</c:v>
                </c:pt>
                <c:pt idx="30284">
                  <c:v>72654</c:v>
                </c:pt>
                <c:pt idx="30285">
                  <c:v>72655</c:v>
                </c:pt>
                <c:pt idx="30286">
                  <c:v>72656</c:v>
                </c:pt>
                <c:pt idx="30287">
                  <c:v>72657</c:v>
                </c:pt>
                <c:pt idx="30288">
                  <c:v>72658</c:v>
                </c:pt>
                <c:pt idx="30289">
                  <c:v>72659</c:v>
                </c:pt>
                <c:pt idx="30290">
                  <c:v>72660</c:v>
                </c:pt>
                <c:pt idx="30291">
                  <c:v>72661</c:v>
                </c:pt>
                <c:pt idx="30292">
                  <c:v>72662</c:v>
                </c:pt>
                <c:pt idx="30293">
                  <c:v>72663</c:v>
                </c:pt>
                <c:pt idx="30294">
                  <c:v>72664</c:v>
                </c:pt>
                <c:pt idx="30295">
                  <c:v>72665</c:v>
                </c:pt>
                <c:pt idx="30296">
                  <c:v>72666</c:v>
                </c:pt>
                <c:pt idx="30297">
                  <c:v>72667</c:v>
                </c:pt>
                <c:pt idx="30298">
                  <c:v>72668</c:v>
                </c:pt>
                <c:pt idx="30299">
                  <c:v>72669</c:v>
                </c:pt>
                <c:pt idx="30300">
                  <c:v>72670</c:v>
                </c:pt>
                <c:pt idx="30301">
                  <c:v>72671</c:v>
                </c:pt>
                <c:pt idx="30302">
                  <c:v>72672</c:v>
                </c:pt>
                <c:pt idx="30303">
                  <c:v>72673</c:v>
                </c:pt>
                <c:pt idx="30304">
                  <c:v>72674</c:v>
                </c:pt>
                <c:pt idx="30305">
                  <c:v>72675</c:v>
                </c:pt>
                <c:pt idx="30306">
                  <c:v>72676</c:v>
                </c:pt>
                <c:pt idx="30307">
                  <c:v>72677</c:v>
                </c:pt>
                <c:pt idx="30308">
                  <c:v>72678</c:v>
                </c:pt>
                <c:pt idx="30309">
                  <c:v>72679</c:v>
                </c:pt>
                <c:pt idx="30310">
                  <c:v>72680</c:v>
                </c:pt>
                <c:pt idx="30311">
                  <c:v>72681</c:v>
                </c:pt>
                <c:pt idx="30312">
                  <c:v>72682</c:v>
                </c:pt>
                <c:pt idx="30313">
                  <c:v>72683</c:v>
                </c:pt>
                <c:pt idx="30314">
                  <c:v>72684</c:v>
                </c:pt>
                <c:pt idx="30315">
                  <c:v>72685</c:v>
                </c:pt>
                <c:pt idx="30316">
                  <c:v>72686</c:v>
                </c:pt>
                <c:pt idx="30317">
                  <c:v>72687</c:v>
                </c:pt>
                <c:pt idx="30318">
                  <c:v>72688</c:v>
                </c:pt>
                <c:pt idx="30319">
                  <c:v>72689</c:v>
                </c:pt>
                <c:pt idx="30320">
                  <c:v>72690</c:v>
                </c:pt>
                <c:pt idx="30321">
                  <c:v>72691</c:v>
                </c:pt>
                <c:pt idx="30322">
                  <c:v>72692</c:v>
                </c:pt>
                <c:pt idx="30323">
                  <c:v>72693</c:v>
                </c:pt>
                <c:pt idx="30324">
                  <c:v>72694</c:v>
                </c:pt>
                <c:pt idx="30325">
                  <c:v>72695</c:v>
                </c:pt>
                <c:pt idx="30326">
                  <c:v>72696</c:v>
                </c:pt>
                <c:pt idx="30327">
                  <c:v>72697</c:v>
                </c:pt>
                <c:pt idx="30328">
                  <c:v>72698</c:v>
                </c:pt>
                <c:pt idx="30329">
                  <c:v>72699</c:v>
                </c:pt>
                <c:pt idx="30330">
                  <c:v>72700</c:v>
                </c:pt>
                <c:pt idx="30331">
                  <c:v>72701</c:v>
                </c:pt>
                <c:pt idx="30332">
                  <c:v>72702</c:v>
                </c:pt>
                <c:pt idx="30333">
                  <c:v>72703</c:v>
                </c:pt>
                <c:pt idx="30334">
                  <c:v>72704</c:v>
                </c:pt>
                <c:pt idx="30335">
                  <c:v>72705</c:v>
                </c:pt>
                <c:pt idx="30336">
                  <c:v>72706</c:v>
                </c:pt>
                <c:pt idx="30337">
                  <c:v>72707</c:v>
                </c:pt>
                <c:pt idx="30338">
                  <c:v>72708</c:v>
                </c:pt>
                <c:pt idx="30339">
                  <c:v>72709</c:v>
                </c:pt>
                <c:pt idx="30340">
                  <c:v>72710</c:v>
                </c:pt>
                <c:pt idx="30341">
                  <c:v>72711</c:v>
                </c:pt>
                <c:pt idx="30342">
                  <c:v>72712</c:v>
                </c:pt>
                <c:pt idx="30343">
                  <c:v>72713</c:v>
                </c:pt>
                <c:pt idx="30344">
                  <c:v>72714</c:v>
                </c:pt>
                <c:pt idx="30345">
                  <c:v>72715</c:v>
                </c:pt>
                <c:pt idx="30346">
                  <c:v>72716</c:v>
                </c:pt>
                <c:pt idx="30347">
                  <c:v>72717</c:v>
                </c:pt>
                <c:pt idx="30348">
                  <c:v>72718</c:v>
                </c:pt>
                <c:pt idx="30349">
                  <c:v>72719</c:v>
                </c:pt>
                <c:pt idx="30350">
                  <c:v>72720</c:v>
                </c:pt>
                <c:pt idx="30351">
                  <c:v>72721</c:v>
                </c:pt>
                <c:pt idx="30352">
                  <c:v>72722</c:v>
                </c:pt>
                <c:pt idx="30353">
                  <c:v>72723</c:v>
                </c:pt>
                <c:pt idx="30354">
                  <c:v>72724</c:v>
                </c:pt>
                <c:pt idx="30355">
                  <c:v>72725</c:v>
                </c:pt>
                <c:pt idx="30356">
                  <c:v>72726</c:v>
                </c:pt>
                <c:pt idx="30357">
                  <c:v>72727</c:v>
                </c:pt>
                <c:pt idx="30358">
                  <c:v>72728</c:v>
                </c:pt>
                <c:pt idx="30359">
                  <c:v>72729</c:v>
                </c:pt>
                <c:pt idx="30360">
                  <c:v>72730</c:v>
                </c:pt>
                <c:pt idx="30361">
                  <c:v>72731</c:v>
                </c:pt>
                <c:pt idx="30362">
                  <c:v>72732</c:v>
                </c:pt>
                <c:pt idx="30363">
                  <c:v>72733</c:v>
                </c:pt>
                <c:pt idx="30364">
                  <c:v>72734</c:v>
                </c:pt>
                <c:pt idx="30365">
                  <c:v>72735</c:v>
                </c:pt>
                <c:pt idx="30366">
                  <c:v>72736</c:v>
                </c:pt>
                <c:pt idx="30367">
                  <c:v>72737</c:v>
                </c:pt>
                <c:pt idx="30368">
                  <c:v>72738</c:v>
                </c:pt>
                <c:pt idx="30369">
                  <c:v>72739</c:v>
                </c:pt>
                <c:pt idx="30370">
                  <c:v>72740</c:v>
                </c:pt>
                <c:pt idx="30371">
                  <c:v>72741</c:v>
                </c:pt>
                <c:pt idx="30372">
                  <c:v>72742</c:v>
                </c:pt>
                <c:pt idx="30373">
                  <c:v>72743</c:v>
                </c:pt>
                <c:pt idx="30374">
                  <c:v>72744</c:v>
                </c:pt>
                <c:pt idx="30375">
                  <c:v>72745</c:v>
                </c:pt>
                <c:pt idx="30376">
                  <c:v>72746</c:v>
                </c:pt>
                <c:pt idx="30377">
                  <c:v>72747</c:v>
                </c:pt>
                <c:pt idx="30378">
                  <c:v>72748</c:v>
                </c:pt>
                <c:pt idx="30379">
                  <c:v>72749</c:v>
                </c:pt>
                <c:pt idx="30380">
                  <c:v>72750</c:v>
                </c:pt>
                <c:pt idx="30381">
                  <c:v>72751</c:v>
                </c:pt>
                <c:pt idx="30382">
                  <c:v>72752</c:v>
                </c:pt>
                <c:pt idx="30383">
                  <c:v>72753</c:v>
                </c:pt>
                <c:pt idx="30384">
                  <c:v>72754</c:v>
                </c:pt>
                <c:pt idx="30385">
                  <c:v>72755</c:v>
                </c:pt>
                <c:pt idx="30386">
                  <c:v>72756</c:v>
                </c:pt>
                <c:pt idx="30387">
                  <c:v>72757</c:v>
                </c:pt>
                <c:pt idx="30388">
                  <c:v>72758</c:v>
                </c:pt>
                <c:pt idx="30389">
                  <c:v>72759</c:v>
                </c:pt>
                <c:pt idx="30390">
                  <c:v>72760</c:v>
                </c:pt>
                <c:pt idx="30391">
                  <c:v>72761</c:v>
                </c:pt>
                <c:pt idx="30392">
                  <c:v>72762</c:v>
                </c:pt>
                <c:pt idx="30393">
                  <c:v>72763</c:v>
                </c:pt>
                <c:pt idx="30394">
                  <c:v>72764</c:v>
                </c:pt>
                <c:pt idx="30395">
                  <c:v>72765</c:v>
                </c:pt>
                <c:pt idx="30396">
                  <c:v>72766</c:v>
                </c:pt>
                <c:pt idx="30397">
                  <c:v>72767</c:v>
                </c:pt>
                <c:pt idx="30398">
                  <c:v>72768</c:v>
                </c:pt>
                <c:pt idx="30399">
                  <c:v>72769</c:v>
                </c:pt>
                <c:pt idx="30400">
                  <c:v>72770</c:v>
                </c:pt>
                <c:pt idx="30401">
                  <c:v>72771</c:v>
                </c:pt>
                <c:pt idx="30402">
                  <c:v>72772</c:v>
                </c:pt>
                <c:pt idx="30403">
                  <c:v>72773</c:v>
                </c:pt>
                <c:pt idx="30404">
                  <c:v>72774</c:v>
                </c:pt>
                <c:pt idx="30405">
                  <c:v>72775</c:v>
                </c:pt>
                <c:pt idx="30406">
                  <c:v>72776</c:v>
                </c:pt>
                <c:pt idx="30407">
                  <c:v>72777</c:v>
                </c:pt>
                <c:pt idx="30408">
                  <c:v>72778</c:v>
                </c:pt>
                <c:pt idx="30409">
                  <c:v>72779</c:v>
                </c:pt>
                <c:pt idx="30410">
                  <c:v>72780</c:v>
                </c:pt>
                <c:pt idx="30411">
                  <c:v>72781</c:v>
                </c:pt>
                <c:pt idx="30412">
                  <c:v>72782</c:v>
                </c:pt>
                <c:pt idx="30413">
                  <c:v>72783</c:v>
                </c:pt>
                <c:pt idx="30414">
                  <c:v>72784</c:v>
                </c:pt>
                <c:pt idx="30415">
                  <c:v>72785</c:v>
                </c:pt>
                <c:pt idx="30416">
                  <c:v>72786</c:v>
                </c:pt>
                <c:pt idx="30417">
                  <c:v>72787</c:v>
                </c:pt>
                <c:pt idx="30418">
                  <c:v>72788</c:v>
                </c:pt>
                <c:pt idx="30419">
                  <c:v>72789</c:v>
                </c:pt>
                <c:pt idx="30420">
                  <c:v>72790</c:v>
                </c:pt>
                <c:pt idx="30421">
                  <c:v>72791</c:v>
                </c:pt>
                <c:pt idx="30422">
                  <c:v>72792</c:v>
                </c:pt>
                <c:pt idx="30423">
                  <c:v>72793</c:v>
                </c:pt>
                <c:pt idx="30424">
                  <c:v>72794</c:v>
                </c:pt>
                <c:pt idx="30425">
                  <c:v>72795</c:v>
                </c:pt>
                <c:pt idx="30426">
                  <c:v>72796</c:v>
                </c:pt>
                <c:pt idx="30427">
                  <c:v>72797</c:v>
                </c:pt>
                <c:pt idx="30428">
                  <c:v>72798</c:v>
                </c:pt>
                <c:pt idx="30429">
                  <c:v>72799</c:v>
                </c:pt>
                <c:pt idx="30430">
                  <c:v>72800</c:v>
                </c:pt>
                <c:pt idx="30431">
                  <c:v>72801</c:v>
                </c:pt>
                <c:pt idx="30432">
                  <c:v>72802</c:v>
                </c:pt>
                <c:pt idx="30433">
                  <c:v>72803</c:v>
                </c:pt>
                <c:pt idx="30434">
                  <c:v>72804</c:v>
                </c:pt>
                <c:pt idx="30435">
                  <c:v>72805</c:v>
                </c:pt>
                <c:pt idx="30436">
                  <c:v>72806</c:v>
                </c:pt>
                <c:pt idx="30437">
                  <c:v>72807</c:v>
                </c:pt>
                <c:pt idx="30438">
                  <c:v>72808</c:v>
                </c:pt>
                <c:pt idx="30439">
                  <c:v>72809</c:v>
                </c:pt>
                <c:pt idx="30440">
                  <c:v>72810</c:v>
                </c:pt>
                <c:pt idx="30441">
                  <c:v>72811</c:v>
                </c:pt>
                <c:pt idx="30442">
                  <c:v>72812</c:v>
                </c:pt>
                <c:pt idx="30443">
                  <c:v>72813</c:v>
                </c:pt>
                <c:pt idx="30444">
                  <c:v>72814</c:v>
                </c:pt>
                <c:pt idx="30445">
                  <c:v>72815</c:v>
                </c:pt>
                <c:pt idx="30446">
                  <c:v>72816</c:v>
                </c:pt>
                <c:pt idx="30447">
                  <c:v>72817</c:v>
                </c:pt>
                <c:pt idx="30448">
                  <c:v>72818</c:v>
                </c:pt>
                <c:pt idx="30449">
                  <c:v>72819</c:v>
                </c:pt>
                <c:pt idx="30450">
                  <c:v>72820</c:v>
                </c:pt>
                <c:pt idx="30451">
                  <c:v>72821</c:v>
                </c:pt>
                <c:pt idx="30452">
                  <c:v>72822</c:v>
                </c:pt>
                <c:pt idx="30453">
                  <c:v>72823</c:v>
                </c:pt>
                <c:pt idx="30454">
                  <c:v>72824</c:v>
                </c:pt>
                <c:pt idx="30455">
                  <c:v>72825</c:v>
                </c:pt>
                <c:pt idx="30456">
                  <c:v>72826</c:v>
                </c:pt>
                <c:pt idx="30457">
                  <c:v>72827</c:v>
                </c:pt>
                <c:pt idx="30458">
                  <c:v>72828</c:v>
                </c:pt>
                <c:pt idx="30459">
                  <c:v>72829</c:v>
                </c:pt>
                <c:pt idx="30460">
                  <c:v>72830</c:v>
                </c:pt>
                <c:pt idx="30461">
                  <c:v>72831</c:v>
                </c:pt>
                <c:pt idx="30462">
                  <c:v>72832</c:v>
                </c:pt>
                <c:pt idx="30463">
                  <c:v>72833</c:v>
                </c:pt>
                <c:pt idx="30464">
                  <c:v>72834</c:v>
                </c:pt>
                <c:pt idx="30465">
                  <c:v>72835</c:v>
                </c:pt>
                <c:pt idx="30466">
                  <c:v>72836</c:v>
                </c:pt>
                <c:pt idx="30467">
                  <c:v>72837</c:v>
                </c:pt>
                <c:pt idx="30468">
                  <c:v>72838</c:v>
                </c:pt>
                <c:pt idx="30469">
                  <c:v>72839</c:v>
                </c:pt>
                <c:pt idx="30470">
                  <c:v>72840</c:v>
                </c:pt>
                <c:pt idx="30471">
                  <c:v>72841</c:v>
                </c:pt>
                <c:pt idx="30472">
                  <c:v>72842</c:v>
                </c:pt>
                <c:pt idx="30473">
                  <c:v>72843</c:v>
                </c:pt>
                <c:pt idx="30474">
                  <c:v>72844</c:v>
                </c:pt>
                <c:pt idx="30475">
                  <c:v>72845</c:v>
                </c:pt>
                <c:pt idx="30476">
                  <c:v>72846</c:v>
                </c:pt>
                <c:pt idx="30477">
                  <c:v>72847</c:v>
                </c:pt>
                <c:pt idx="30478">
                  <c:v>72848</c:v>
                </c:pt>
                <c:pt idx="30479">
                  <c:v>72849</c:v>
                </c:pt>
                <c:pt idx="30480">
                  <c:v>72850</c:v>
                </c:pt>
                <c:pt idx="30481">
                  <c:v>72851</c:v>
                </c:pt>
                <c:pt idx="30482">
                  <c:v>72852</c:v>
                </c:pt>
                <c:pt idx="30483">
                  <c:v>72853</c:v>
                </c:pt>
                <c:pt idx="30484">
                  <c:v>72854</c:v>
                </c:pt>
                <c:pt idx="30485">
                  <c:v>72855</c:v>
                </c:pt>
                <c:pt idx="30486">
                  <c:v>72856</c:v>
                </c:pt>
                <c:pt idx="30487">
                  <c:v>72857</c:v>
                </c:pt>
                <c:pt idx="30488">
                  <c:v>72858</c:v>
                </c:pt>
                <c:pt idx="30489">
                  <c:v>72859</c:v>
                </c:pt>
                <c:pt idx="30490">
                  <c:v>72860</c:v>
                </c:pt>
                <c:pt idx="30491">
                  <c:v>72861</c:v>
                </c:pt>
                <c:pt idx="30492">
                  <c:v>72862</c:v>
                </c:pt>
                <c:pt idx="30493">
                  <c:v>72863</c:v>
                </c:pt>
                <c:pt idx="30494">
                  <c:v>72864</c:v>
                </c:pt>
                <c:pt idx="30495">
                  <c:v>72865</c:v>
                </c:pt>
                <c:pt idx="30496">
                  <c:v>72866</c:v>
                </c:pt>
                <c:pt idx="30497">
                  <c:v>72867</c:v>
                </c:pt>
                <c:pt idx="30498">
                  <c:v>72868</c:v>
                </c:pt>
                <c:pt idx="30499">
                  <c:v>72869</c:v>
                </c:pt>
                <c:pt idx="30500">
                  <c:v>72870</c:v>
                </c:pt>
                <c:pt idx="30501">
                  <c:v>72871</c:v>
                </c:pt>
                <c:pt idx="30502">
                  <c:v>72872</c:v>
                </c:pt>
                <c:pt idx="30503">
                  <c:v>72873</c:v>
                </c:pt>
                <c:pt idx="30504">
                  <c:v>72874</c:v>
                </c:pt>
                <c:pt idx="30505">
                  <c:v>72875</c:v>
                </c:pt>
                <c:pt idx="30506">
                  <c:v>72876</c:v>
                </c:pt>
                <c:pt idx="30507">
                  <c:v>72877</c:v>
                </c:pt>
                <c:pt idx="30508">
                  <c:v>72878</c:v>
                </c:pt>
                <c:pt idx="30509">
                  <c:v>72879</c:v>
                </c:pt>
                <c:pt idx="30510">
                  <c:v>72880</c:v>
                </c:pt>
                <c:pt idx="30511">
                  <c:v>72881</c:v>
                </c:pt>
                <c:pt idx="30512">
                  <c:v>72882</c:v>
                </c:pt>
                <c:pt idx="30513">
                  <c:v>72883</c:v>
                </c:pt>
                <c:pt idx="30514">
                  <c:v>72884</c:v>
                </c:pt>
                <c:pt idx="30515">
                  <c:v>72885</c:v>
                </c:pt>
                <c:pt idx="30516">
                  <c:v>72886</c:v>
                </c:pt>
                <c:pt idx="30517">
                  <c:v>72887</c:v>
                </c:pt>
                <c:pt idx="30518">
                  <c:v>72888</c:v>
                </c:pt>
                <c:pt idx="30519">
                  <c:v>72889</c:v>
                </c:pt>
                <c:pt idx="30520">
                  <c:v>72890</c:v>
                </c:pt>
                <c:pt idx="30521">
                  <c:v>72891</c:v>
                </c:pt>
                <c:pt idx="30522">
                  <c:v>72892</c:v>
                </c:pt>
                <c:pt idx="30523">
                  <c:v>72893</c:v>
                </c:pt>
                <c:pt idx="30524">
                  <c:v>72894</c:v>
                </c:pt>
                <c:pt idx="30525">
                  <c:v>72895</c:v>
                </c:pt>
                <c:pt idx="30526">
                  <c:v>72896</c:v>
                </c:pt>
                <c:pt idx="30527">
                  <c:v>72897</c:v>
                </c:pt>
                <c:pt idx="30528">
                  <c:v>72898</c:v>
                </c:pt>
                <c:pt idx="30529">
                  <c:v>72899</c:v>
                </c:pt>
                <c:pt idx="30530">
                  <c:v>72900</c:v>
                </c:pt>
                <c:pt idx="30531">
                  <c:v>72901</c:v>
                </c:pt>
                <c:pt idx="30532">
                  <c:v>72902</c:v>
                </c:pt>
                <c:pt idx="30533">
                  <c:v>72903</c:v>
                </c:pt>
                <c:pt idx="30534">
                  <c:v>72904</c:v>
                </c:pt>
                <c:pt idx="30535">
                  <c:v>72905</c:v>
                </c:pt>
                <c:pt idx="30536">
                  <c:v>72906</c:v>
                </c:pt>
                <c:pt idx="30537">
                  <c:v>72907</c:v>
                </c:pt>
                <c:pt idx="30538">
                  <c:v>72908</c:v>
                </c:pt>
                <c:pt idx="30539">
                  <c:v>72909</c:v>
                </c:pt>
                <c:pt idx="30540">
                  <c:v>72910</c:v>
                </c:pt>
                <c:pt idx="30541">
                  <c:v>72911</c:v>
                </c:pt>
                <c:pt idx="30542">
                  <c:v>72912</c:v>
                </c:pt>
                <c:pt idx="30543">
                  <c:v>72913</c:v>
                </c:pt>
                <c:pt idx="30544">
                  <c:v>72914</c:v>
                </c:pt>
                <c:pt idx="30545">
                  <c:v>72915</c:v>
                </c:pt>
                <c:pt idx="30546">
                  <c:v>72916</c:v>
                </c:pt>
                <c:pt idx="30547">
                  <c:v>72917</c:v>
                </c:pt>
                <c:pt idx="30548">
                  <c:v>72918</c:v>
                </c:pt>
                <c:pt idx="30549">
                  <c:v>72919</c:v>
                </c:pt>
                <c:pt idx="30550">
                  <c:v>72920</c:v>
                </c:pt>
                <c:pt idx="30551">
                  <c:v>72921</c:v>
                </c:pt>
                <c:pt idx="30552">
                  <c:v>72922</c:v>
                </c:pt>
                <c:pt idx="30553">
                  <c:v>72923</c:v>
                </c:pt>
                <c:pt idx="30554">
                  <c:v>72924</c:v>
                </c:pt>
                <c:pt idx="30555">
                  <c:v>72925</c:v>
                </c:pt>
                <c:pt idx="30556">
                  <c:v>72926</c:v>
                </c:pt>
                <c:pt idx="30557">
                  <c:v>72927</c:v>
                </c:pt>
                <c:pt idx="30558">
                  <c:v>72928</c:v>
                </c:pt>
                <c:pt idx="30559">
                  <c:v>72929</c:v>
                </c:pt>
                <c:pt idx="30560">
                  <c:v>72930</c:v>
                </c:pt>
                <c:pt idx="30561">
                  <c:v>72931</c:v>
                </c:pt>
                <c:pt idx="30562">
                  <c:v>72932</c:v>
                </c:pt>
                <c:pt idx="30563">
                  <c:v>72933</c:v>
                </c:pt>
                <c:pt idx="30564">
                  <c:v>72934</c:v>
                </c:pt>
                <c:pt idx="30565">
                  <c:v>72935</c:v>
                </c:pt>
                <c:pt idx="30566">
                  <c:v>72936</c:v>
                </c:pt>
                <c:pt idx="30567">
                  <c:v>72937</c:v>
                </c:pt>
                <c:pt idx="30568">
                  <c:v>72938</c:v>
                </c:pt>
                <c:pt idx="30569">
                  <c:v>72939</c:v>
                </c:pt>
                <c:pt idx="30570">
                  <c:v>72940</c:v>
                </c:pt>
                <c:pt idx="30571">
                  <c:v>72941</c:v>
                </c:pt>
                <c:pt idx="30572">
                  <c:v>72942</c:v>
                </c:pt>
                <c:pt idx="30573">
                  <c:v>72943</c:v>
                </c:pt>
                <c:pt idx="30574">
                  <c:v>72944</c:v>
                </c:pt>
                <c:pt idx="30575">
                  <c:v>72945</c:v>
                </c:pt>
                <c:pt idx="30576">
                  <c:v>72946</c:v>
                </c:pt>
                <c:pt idx="30577">
                  <c:v>72947</c:v>
                </c:pt>
                <c:pt idx="30578">
                  <c:v>72948</c:v>
                </c:pt>
                <c:pt idx="30579">
                  <c:v>72949</c:v>
                </c:pt>
                <c:pt idx="30580">
                  <c:v>72950</c:v>
                </c:pt>
                <c:pt idx="30581">
                  <c:v>72951</c:v>
                </c:pt>
                <c:pt idx="30582">
                  <c:v>72952</c:v>
                </c:pt>
                <c:pt idx="30583">
                  <c:v>72953</c:v>
                </c:pt>
                <c:pt idx="30584">
                  <c:v>72954</c:v>
                </c:pt>
                <c:pt idx="30585">
                  <c:v>72955</c:v>
                </c:pt>
                <c:pt idx="30586">
                  <c:v>72956</c:v>
                </c:pt>
                <c:pt idx="30587">
                  <c:v>72957</c:v>
                </c:pt>
                <c:pt idx="30588">
                  <c:v>72958</c:v>
                </c:pt>
                <c:pt idx="30589">
                  <c:v>72959</c:v>
                </c:pt>
                <c:pt idx="30590">
                  <c:v>72960</c:v>
                </c:pt>
                <c:pt idx="30591">
                  <c:v>72961</c:v>
                </c:pt>
                <c:pt idx="30592">
                  <c:v>72962</c:v>
                </c:pt>
                <c:pt idx="30593">
                  <c:v>72963</c:v>
                </c:pt>
                <c:pt idx="30594">
                  <c:v>72964</c:v>
                </c:pt>
                <c:pt idx="30595">
                  <c:v>72965</c:v>
                </c:pt>
                <c:pt idx="30596">
                  <c:v>72966</c:v>
                </c:pt>
                <c:pt idx="30597">
                  <c:v>72967</c:v>
                </c:pt>
                <c:pt idx="30598">
                  <c:v>72968</c:v>
                </c:pt>
                <c:pt idx="30599">
                  <c:v>72969</c:v>
                </c:pt>
                <c:pt idx="30600">
                  <c:v>72970</c:v>
                </c:pt>
                <c:pt idx="30601">
                  <c:v>72971</c:v>
                </c:pt>
                <c:pt idx="30602">
                  <c:v>72972</c:v>
                </c:pt>
                <c:pt idx="30603">
                  <c:v>72973</c:v>
                </c:pt>
                <c:pt idx="30604">
                  <c:v>72974</c:v>
                </c:pt>
                <c:pt idx="30605">
                  <c:v>72975</c:v>
                </c:pt>
                <c:pt idx="30606">
                  <c:v>72976</c:v>
                </c:pt>
                <c:pt idx="30607">
                  <c:v>72977</c:v>
                </c:pt>
                <c:pt idx="30608">
                  <c:v>72978</c:v>
                </c:pt>
                <c:pt idx="30609">
                  <c:v>72979</c:v>
                </c:pt>
                <c:pt idx="30610">
                  <c:v>72980</c:v>
                </c:pt>
                <c:pt idx="30611">
                  <c:v>72981</c:v>
                </c:pt>
                <c:pt idx="30612">
                  <c:v>72982</c:v>
                </c:pt>
                <c:pt idx="30613">
                  <c:v>72983</c:v>
                </c:pt>
                <c:pt idx="30614">
                  <c:v>72984</c:v>
                </c:pt>
                <c:pt idx="30615">
                  <c:v>72985</c:v>
                </c:pt>
                <c:pt idx="30616">
                  <c:v>72986</c:v>
                </c:pt>
                <c:pt idx="30617">
                  <c:v>72987</c:v>
                </c:pt>
                <c:pt idx="30618">
                  <c:v>72988</c:v>
                </c:pt>
                <c:pt idx="30619">
                  <c:v>72989</c:v>
                </c:pt>
                <c:pt idx="30620">
                  <c:v>72990</c:v>
                </c:pt>
                <c:pt idx="30621">
                  <c:v>72991</c:v>
                </c:pt>
                <c:pt idx="30622">
                  <c:v>72992</c:v>
                </c:pt>
                <c:pt idx="30623">
                  <c:v>72993</c:v>
                </c:pt>
                <c:pt idx="30624">
                  <c:v>72994</c:v>
                </c:pt>
                <c:pt idx="30625">
                  <c:v>72995</c:v>
                </c:pt>
                <c:pt idx="30626">
                  <c:v>72996</c:v>
                </c:pt>
                <c:pt idx="30627">
                  <c:v>72997</c:v>
                </c:pt>
                <c:pt idx="30628">
                  <c:v>72998</c:v>
                </c:pt>
                <c:pt idx="30629">
                  <c:v>72999</c:v>
                </c:pt>
                <c:pt idx="30630">
                  <c:v>73000</c:v>
                </c:pt>
                <c:pt idx="30631">
                  <c:v>73001</c:v>
                </c:pt>
                <c:pt idx="30632">
                  <c:v>73002</c:v>
                </c:pt>
                <c:pt idx="30633">
                  <c:v>73003</c:v>
                </c:pt>
                <c:pt idx="30634">
                  <c:v>73004</c:v>
                </c:pt>
                <c:pt idx="30635">
                  <c:v>73005</c:v>
                </c:pt>
                <c:pt idx="30636">
                  <c:v>73006</c:v>
                </c:pt>
                <c:pt idx="30637">
                  <c:v>73007</c:v>
                </c:pt>
                <c:pt idx="30638">
                  <c:v>73008</c:v>
                </c:pt>
                <c:pt idx="30639">
                  <c:v>73009</c:v>
                </c:pt>
                <c:pt idx="30640">
                  <c:v>73010</c:v>
                </c:pt>
                <c:pt idx="30641">
                  <c:v>73011</c:v>
                </c:pt>
                <c:pt idx="30642">
                  <c:v>73012</c:v>
                </c:pt>
                <c:pt idx="30643">
                  <c:v>73013</c:v>
                </c:pt>
                <c:pt idx="30644">
                  <c:v>73014</c:v>
                </c:pt>
                <c:pt idx="30645">
                  <c:v>73015</c:v>
                </c:pt>
                <c:pt idx="30646">
                  <c:v>73016</c:v>
                </c:pt>
                <c:pt idx="30647">
                  <c:v>73017</c:v>
                </c:pt>
                <c:pt idx="30648">
                  <c:v>73018</c:v>
                </c:pt>
                <c:pt idx="30649">
                  <c:v>73019</c:v>
                </c:pt>
                <c:pt idx="30650">
                  <c:v>73020</c:v>
                </c:pt>
                <c:pt idx="30651">
                  <c:v>73021</c:v>
                </c:pt>
                <c:pt idx="30652">
                  <c:v>73022</c:v>
                </c:pt>
                <c:pt idx="30653">
                  <c:v>73023</c:v>
                </c:pt>
                <c:pt idx="30654">
                  <c:v>73024</c:v>
                </c:pt>
                <c:pt idx="30655">
                  <c:v>73025</c:v>
                </c:pt>
                <c:pt idx="30656">
                  <c:v>73026</c:v>
                </c:pt>
                <c:pt idx="30657">
                  <c:v>73027</c:v>
                </c:pt>
                <c:pt idx="30658">
                  <c:v>73028</c:v>
                </c:pt>
                <c:pt idx="30659">
                  <c:v>73029</c:v>
                </c:pt>
                <c:pt idx="30660">
                  <c:v>73030</c:v>
                </c:pt>
                <c:pt idx="30661">
                  <c:v>73031</c:v>
                </c:pt>
                <c:pt idx="30662">
                  <c:v>73032</c:v>
                </c:pt>
                <c:pt idx="30663">
                  <c:v>73033</c:v>
                </c:pt>
                <c:pt idx="30664">
                  <c:v>73034</c:v>
                </c:pt>
                <c:pt idx="30665">
                  <c:v>73035</c:v>
                </c:pt>
                <c:pt idx="30666">
                  <c:v>73036</c:v>
                </c:pt>
                <c:pt idx="30667">
                  <c:v>73037</c:v>
                </c:pt>
                <c:pt idx="30668">
                  <c:v>73038</c:v>
                </c:pt>
                <c:pt idx="30669">
                  <c:v>73039</c:v>
                </c:pt>
                <c:pt idx="30670">
                  <c:v>73040</c:v>
                </c:pt>
                <c:pt idx="30671">
                  <c:v>73041</c:v>
                </c:pt>
                <c:pt idx="30672">
                  <c:v>73042</c:v>
                </c:pt>
                <c:pt idx="30673">
                  <c:v>73043</c:v>
                </c:pt>
                <c:pt idx="30674">
                  <c:v>73044</c:v>
                </c:pt>
                <c:pt idx="30675">
                  <c:v>73045</c:v>
                </c:pt>
                <c:pt idx="30676">
                  <c:v>73046</c:v>
                </c:pt>
                <c:pt idx="30677">
                  <c:v>73047</c:v>
                </c:pt>
                <c:pt idx="30678">
                  <c:v>73048</c:v>
                </c:pt>
                <c:pt idx="30679">
                  <c:v>73049</c:v>
                </c:pt>
                <c:pt idx="30680">
                  <c:v>73050</c:v>
                </c:pt>
                <c:pt idx="30681">
                  <c:v>73051</c:v>
                </c:pt>
                <c:pt idx="30682">
                  <c:v>73052</c:v>
                </c:pt>
                <c:pt idx="30683">
                  <c:v>73053</c:v>
                </c:pt>
                <c:pt idx="30684">
                  <c:v>73054</c:v>
                </c:pt>
                <c:pt idx="30685">
                  <c:v>73055</c:v>
                </c:pt>
                <c:pt idx="30686">
                  <c:v>73056</c:v>
                </c:pt>
                <c:pt idx="30687">
                  <c:v>73057</c:v>
                </c:pt>
                <c:pt idx="30688">
                  <c:v>73058</c:v>
                </c:pt>
                <c:pt idx="30689">
                  <c:v>73059</c:v>
                </c:pt>
                <c:pt idx="30690">
                  <c:v>73060</c:v>
                </c:pt>
                <c:pt idx="30691">
                  <c:v>73061</c:v>
                </c:pt>
                <c:pt idx="30692">
                  <c:v>73062</c:v>
                </c:pt>
                <c:pt idx="30693">
                  <c:v>73063</c:v>
                </c:pt>
                <c:pt idx="30694">
                  <c:v>73064</c:v>
                </c:pt>
                <c:pt idx="30695">
                  <c:v>73065</c:v>
                </c:pt>
                <c:pt idx="30696">
                  <c:v>73066</c:v>
                </c:pt>
                <c:pt idx="30697">
                  <c:v>73067</c:v>
                </c:pt>
                <c:pt idx="30698">
                  <c:v>73068</c:v>
                </c:pt>
                <c:pt idx="30699">
                  <c:v>73069</c:v>
                </c:pt>
                <c:pt idx="30700">
                  <c:v>73070</c:v>
                </c:pt>
                <c:pt idx="30701">
                  <c:v>73071</c:v>
                </c:pt>
                <c:pt idx="30702">
                  <c:v>73072</c:v>
                </c:pt>
                <c:pt idx="30703">
                  <c:v>73073</c:v>
                </c:pt>
                <c:pt idx="30704">
                  <c:v>73074</c:v>
                </c:pt>
                <c:pt idx="30705">
                  <c:v>73075</c:v>
                </c:pt>
                <c:pt idx="30706">
                  <c:v>73076</c:v>
                </c:pt>
                <c:pt idx="30707">
                  <c:v>73077</c:v>
                </c:pt>
                <c:pt idx="30708">
                  <c:v>73078</c:v>
                </c:pt>
                <c:pt idx="30709">
                  <c:v>73079</c:v>
                </c:pt>
                <c:pt idx="30710">
                  <c:v>73080</c:v>
                </c:pt>
                <c:pt idx="30711">
                  <c:v>73081</c:v>
                </c:pt>
                <c:pt idx="30712">
                  <c:v>73082</c:v>
                </c:pt>
                <c:pt idx="30713">
                  <c:v>73083</c:v>
                </c:pt>
                <c:pt idx="30714">
                  <c:v>73084</c:v>
                </c:pt>
                <c:pt idx="30715">
                  <c:v>73085</c:v>
                </c:pt>
                <c:pt idx="30716">
                  <c:v>73086</c:v>
                </c:pt>
                <c:pt idx="30717">
                  <c:v>73087</c:v>
                </c:pt>
                <c:pt idx="30718">
                  <c:v>73088</c:v>
                </c:pt>
                <c:pt idx="30719">
                  <c:v>73089</c:v>
                </c:pt>
                <c:pt idx="30720">
                  <c:v>73090</c:v>
                </c:pt>
                <c:pt idx="30721">
                  <c:v>73091</c:v>
                </c:pt>
                <c:pt idx="30722">
                  <c:v>73092</c:v>
                </c:pt>
                <c:pt idx="30723">
                  <c:v>73093</c:v>
                </c:pt>
                <c:pt idx="30724">
                  <c:v>73094</c:v>
                </c:pt>
                <c:pt idx="30725">
                  <c:v>73095</c:v>
                </c:pt>
                <c:pt idx="30726">
                  <c:v>73096</c:v>
                </c:pt>
                <c:pt idx="30727">
                  <c:v>73097</c:v>
                </c:pt>
                <c:pt idx="30728">
                  <c:v>73098</c:v>
                </c:pt>
                <c:pt idx="30729">
                  <c:v>73099</c:v>
                </c:pt>
                <c:pt idx="30730">
                  <c:v>73100</c:v>
                </c:pt>
                <c:pt idx="30731">
                  <c:v>73101</c:v>
                </c:pt>
                <c:pt idx="30732">
                  <c:v>73102</c:v>
                </c:pt>
                <c:pt idx="30733">
                  <c:v>73103</c:v>
                </c:pt>
                <c:pt idx="30734">
                  <c:v>73104</c:v>
                </c:pt>
                <c:pt idx="30735">
                  <c:v>73105</c:v>
                </c:pt>
                <c:pt idx="30736">
                  <c:v>73106</c:v>
                </c:pt>
                <c:pt idx="30737">
                  <c:v>73107</c:v>
                </c:pt>
                <c:pt idx="30738">
                  <c:v>73108</c:v>
                </c:pt>
                <c:pt idx="30739">
                  <c:v>73109</c:v>
                </c:pt>
                <c:pt idx="30740">
                  <c:v>73110</c:v>
                </c:pt>
                <c:pt idx="30741">
                  <c:v>73111</c:v>
                </c:pt>
                <c:pt idx="30742">
                  <c:v>73112</c:v>
                </c:pt>
                <c:pt idx="30743">
                  <c:v>73113</c:v>
                </c:pt>
                <c:pt idx="30744">
                  <c:v>73114</c:v>
                </c:pt>
                <c:pt idx="30745">
                  <c:v>73115</c:v>
                </c:pt>
                <c:pt idx="30746">
                  <c:v>73116</c:v>
                </c:pt>
                <c:pt idx="30747">
                  <c:v>73117</c:v>
                </c:pt>
                <c:pt idx="30748">
                  <c:v>73118</c:v>
                </c:pt>
                <c:pt idx="30749">
                  <c:v>73119</c:v>
                </c:pt>
                <c:pt idx="30750">
                  <c:v>73120</c:v>
                </c:pt>
                <c:pt idx="30751">
                  <c:v>73121</c:v>
                </c:pt>
                <c:pt idx="30752">
                  <c:v>73122</c:v>
                </c:pt>
                <c:pt idx="30753">
                  <c:v>73123</c:v>
                </c:pt>
                <c:pt idx="30754">
                  <c:v>73124</c:v>
                </c:pt>
                <c:pt idx="30755">
                  <c:v>73125</c:v>
                </c:pt>
                <c:pt idx="30756">
                  <c:v>73126</c:v>
                </c:pt>
                <c:pt idx="30757">
                  <c:v>73127</c:v>
                </c:pt>
                <c:pt idx="30758">
                  <c:v>73128</c:v>
                </c:pt>
                <c:pt idx="30759">
                  <c:v>73129</c:v>
                </c:pt>
                <c:pt idx="30760">
                  <c:v>73130</c:v>
                </c:pt>
                <c:pt idx="30761">
                  <c:v>73131</c:v>
                </c:pt>
                <c:pt idx="30762">
                  <c:v>73132</c:v>
                </c:pt>
                <c:pt idx="30763">
                  <c:v>73133</c:v>
                </c:pt>
                <c:pt idx="30764">
                  <c:v>73134</c:v>
                </c:pt>
                <c:pt idx="30765">
                  <c:v>73135</c:v>
                </c:pt>
                <c:pt idx="30766">
                  <c:v>73136</c:v>
                </c:pt>
                <c:pt idx="30767">
                  <c:v>73137</c:v>
                </c:pt>
                <c:pt idx="30768">
                  <c:v>73138</c:v>
                </c:pt>
                <c:pt idx="30769">
                  <c:v>73139</c:v>
                </c:pt>
                <c:pt idx="30770">
                  <c:v>73140</c:v>
                </c:pt>
                <c:pt idx="30771">
                  <c:v>73141</c:v>
                </c:pt>
                <c:pt idx="30772">
                  <c:v>73142</c:v>
                </c:pt>
                <c:pt idx="30773">
                  <c:v>73143</c:v>
                </c:pt>
                <c:pt idx="30774">
                  <c:v>73144</c:v>
                </c:pt>
                <c:pt idx="30775">
                  <c:v>73145</c:v>
                </c:pt>
                <c:pt idx="30776">
                  <c:v>73146</c:v>
                </c:pt>
                <c:pt idx="30777">
                  <c:v>73147</c:v>
                </c:pt>
                <c:pt idx="30778">
                  <c:v>73148</c:v>
                </c:pt>
                <c:pt idx="30779">
                  <c:v>73149</c:v>
                </c:pt>
                <c:pt idx="30780">
                  <c:v>73150</c:v>
                </c:pt>
                <c:pt idx="30781">
                  <c:v>73151</c:v>
                </c:pt>
                <c:pt idx="30782">
                  <c:v>73152</c:v>
                </c:pt>
                <c:pt idx="30783">
                  <c:v>73153</c:v>
                </c:pt>
                <c:pt idx="30784">
                  <c:v>73154</c:v>
                </c:pt>
                <c:pt idx="30785">
                  <c:v>73155</c:v>
                </c:pt>
                <c:pt idx="30786">
                  <c:v>73156</c:v>
                </c:pt>
                <c:pt idx="30787">
                  <c:v>73157</c:v>
                </c:pt>
                <c:pt idx="30788">
                  <c:v>73158</c:v>
                </c:pt>
                <c:pt idx="30789">
                  <c:v>73159</c:v>
                </c:pt>
                <c:pt idx="30790">
                  <c:v>73160</c:v>
                </c:pt>
                <c:pt idx="30791">
                  <c:v>73161</c:v>
                </c:pt>
                <c:pt idx="30792">
                  <c:v>73162</c:v>
                </c:pt>
                <c:pt idx="30793">
                  <c:v>73163</c:v>
                </c:pt>
                <c:pt idx="30794">
                  <c:v>73164</c:v>
                </c:pt>
                <c:pt idx="30795">
                  <c:v>73165</c:v>
                </c:pt>
                <c:pt idx="30796">
                  <c:v>73166</c:v>
                </c:pt>
                <c:pt idx="30797">
                  <c:v>73167</c:v>
                </c:pt>
                <c:pt idx="30798">
                  <c:v>73168</c:v>
                </c:pt>
                <c:pt idx="30799">
                  <c:v>73169</c:v>
                </c:pt>
                <c:pt idx="30800">
                  <c:v>73170</c:v>
                </c:pt>
                <c:pt idx="30801">
                  <c:v>73171</c:v>
                </c:pt>
                <c:pt idx="30802">
                  <c:v>73172</c:v>
                </c:pt>
                <c:pt idx="30803">
                  <c:v>73173</c:v>
                </c:pt>
                <c:pt idx="30804">
                  <c:v>73174</c:v>
                </c:pt>
                <c:pt idx="30805">
                  <c:v>73175</c:v>
                </c:pt>
                <c:pt idx="30806">
                  <c:v>73176</c:v>
                </c:pt>
                <c:pt idx="30807">
                  <c:v>73177</c:v>
                </c:pt>
                <c:pt idx="30808">
                  <c:v>73178</c:v>
                </c:pt>
                <c:pt idx="30809">
                  <c:v>73179</c:v>
                </c:pt>
                <c:pt idx="30810">
                  <c:v>73180</c:v>
                </c:pt>
                <c:pt idx="30811">
                  <c:v>73181</c:v>
                </c:pt>
                <c:pt idx="30812">
                  <c:v>73182</c:v>
                </c:pt>
                <c:pt idx="30813">
                  <c:v>73183</c:v>
                </c:pt>
                <c:pt idx="30814">
                  <c:v>73184</c:v>
                </c:pt>
                <c:pt idx="30815">
                  <c:v>73185</c:v>
                </c:pt>
                <c:pt idx="30816">
                  <c:v>73186</c:v>
                </c:pt>
                <c:pt idx="30817">
                  <c:v>73187</c:v>
                </c:pt>
                <c:pt idx="30818">
                  <c:v>73188</c:v>
                </c:pt>
                <c:pt idx="30819">
                  <c:v>73189</c:v>
                </c:pt>
                <c:pt idx="30820">
                  <c:v>73190</c:v>
                </c:pt>
                <c:pt idx="30821">
                  <c:v>73191</c:v>
                </c:pt>
                <c:pt idx="30822">
                  <c:v>73192</c:v>
                </c:pt>
                <c:pt idx="30823">
                  <c:v>73193</c:v>
                </c:pt>
                <c:pt idx="30824">
                  <c:v>73194</c:v>
                </c:pt>
                <c:pt idx="30825">
                  <c:v>73195</c:v>
                </c:pt>
                <c:pt idx="30826">
                  <c:v>73196</c:v>
                </c:pt>
                <c:pt idx="30827">
                  <c:v>73197</c:v>
                </c:pt>
                <c:pt idx="30828">
                  <c:v>73198</c:v>
                </c:pt>
                <c:pt idx="30829">
                  <c:v>73199</c:v>
                </c:pt>
                <c:pt idx="30830">
                  <c:v>73200</c:v>
                </c:pt>
                <c:pt idx="30831">
                  <c:v>73201</c:v>
                </c:pt>
                <c:pt idx="30832">
                  <c:v>73202</c:v>
                </c:pt>
                <c:pt idx="30833">
                  <c:v>73203</c:v>
                </c:pt>
                <c:pt idx="30834">
                  <c:v>73204</c:v>
                </c:pt>
                <c:pt idx="30835">
                  <c:v>73205</c:v>
                </c:pt>
                <c:pt idx="30836">
                  <c:v>73206</c:v>
                </c:pt>
                <c:pt idx="30837">
                  <c:v>73207</c:v>
                </c:pt>
                <c:pt idx="30838">
                  <c:v>73208</c:v>
                </c:pt>
                <c:pt idx="30839">
                  <c:v>73209</c:v>
                </c:pt>
                <c:pt idx="30840">
                  <c:v>73210</c:v>
                </c:pt>
                <c:pt idx="30841">
                  <c:v>73211</c:v>
                </c:pt>
                <c:pt idx="30842">
                  <c:v>73212</c:v>
                </c:pt>
                <c:pt idx="30843">
                  <c:v>73213</c:v>
                </c:pt>
                <c:pt idx="30844">
                  <c:v>73214</c:v>
                </c:pt>
                <c:pt idx="30845">
                  <c:v>73215</c:v>
                </c:pt>
                <c:pt idx="30846">
                  <c:v>73216</c:v>
                </c:pt>
                <c:pt idx="30847">
                  <c:v>73217</c:v>
                </c:pt>
                <c:pt idx="30848">
                  <c:v>73218</c:v>
                </c:pt>
                <c:pt idx="30849">
                  <c:v>73219</c:v>
                </c:pt>
                <c:pt idx="30850">
                  <c:v>73220</c:v>
                </c:pt>
                <c:pt idx="30851">
                  <c:v>73221</c:v>
                </c:pt>
                <c:pt idx="30852">
                  <c:v>73222</c:v>
                </c:pt>
                <c:pt idx="30853">
                  <c:v>73223</c:v>
                </c:pt>
                <c:pt idx="30854">
                  <c:v>73224</c:v>
                </c:pt>
                <c:pt idx="30855">
                  <c:v>73225</c:v>
                </c:pt>
                <c:pt idx="30856">
                  <c:v>73226</c:v>
                </c:pt>
                <c:pt idx="30857">
                  <c:v>73227</c:v>
                </c:pt>
                <c:pt idx="30858">
                  <c:v>73228</c:v>
                </c:pt>
                <c:pt idx="30859">
                  <c:v>73229</c:v>
                </c:pt>
                <c:pt idx="30860">
                  <c:v>73230</c:v>
                </c:pt>
                <c:pt idx="30861">
                  <c:v>73231</c:v>
                </c:pt>
                <c:pt idx="30862">
                  <c:v>73232</c:v>
                </c:pt>
                <c:pt idx="30863">
                  <c:v>73233</c:v>
                </c:pt>
                <c:pt idx="30864">
                  <c:v>73234</c:v>
                </c:pt>
                <c:pt idx="30865">
                  <c:v>73235</c:v>
                </c:pt>
                <c:pt idx="30866">
                  <c:v>73236</c:v>
                </c:pt>
                <c:pt idx="30867">
                  <c:v>73237</c:v>
                </c:pt>
                <c:pt idx="30868">
                  <c:v>73238</c:v>
                </c:pt>
                <c:pt idx="30869">
                  <c:v>73239</c:v>
                </c:pt>
                <c:pt idx="30870">
                  <c:v>73240</c:v>
                </c:pt>
                <c:pt idx="30871">
                  <c:v>73241</c:v>
                </c:pt>
                <c:pt idx="30872">
                  <c:v>73242</c:v>
                </c:pt>
                <c:pt idx="30873">
                  <c:v>73243</c:v>
                </c:pt>
                <c:pt idx="30874">
                  <c:v>73244</c:v>
                </c:pt>
                <c:pt idx="30875">
                  <c:v>73245</c:v>
                </c:pt>
                <c:pt idx="30876">
                  <c:v>73246</c:v>
                </c:pt>
                <c:pt idx="30877">
                  <c:v>73247</c:v>
                </c:pt>
                <c:pt idx="30878">
                  <c:v>73248</c:v>
                </c:pt>
                <c:pt idx="30879">
                  <c:v>73249</c:v>
                </c:pt>
                <c:pt idx="30880">
                  <c:v>73250</c:v>
                </c:pt>
                <c:pt idx="30881">
                  <c:v>73251</c:v>
                </c:pt>
                <c:pt idx="30882">
                  <c:v>73252</c:v>
                </c:pt>
                <c:pt idx="30883">
                  <c:v>73253</c:v>
                </c:pt>
                <c:pt idx="30884">
                  <c:v>73254</c:v>
                </c:pt>
                <c:pt idx="30885">
                  <c:v>73255</c:v>
                </c:pt>
                <c:pt idx="30886">
                  <c:v>73256</c:v>
                </c:pt>
                <c:pt idx="30887">
                  <c:v>73257</c:v>
                </c:pt>
                <c:pt idx="30888">
                  <c:v>73258</c:v>
                </c:pt>
                <c:pt idx="30889">
                  <c:v>73259</c:v>
                </c:pt>
                <c:pt idx="30890">
                  <c:v>73260</c:v>
                </c:pt>
                <c:pt idx="30891">
                  <c:v>73261</c:v>
                </c:pt>
                <c:pt idx="30892">
                  <c:v>73262</c:v>
                </c:pt>
                <c:pt idx="30893">
                  <c:v>73263</c:v>
                </c:pt>
                <c:pt idx="30894">
                  <c:v>73264</c:v>
                </c:pt>
                <c:pt idx="30895">
                  <c:v>73265</c:v>
                </c:pt>
                <c:pt idx="30896">
                  <c:v>73266</c:v>
                </c:pt>
                <c:pt idx="30897">
                  <c:v>73267</c:v>
                </c:pt>
                <c:pt idx="30898">
                  <c:v>73268</c:v>
                </c:pt>
                <c:pt idx="30899">
                  <c:v>73269</c:v>
                </c:pt>
                <c:pt idx="30900">
                  <c:v>73270</c:v>
                </c:pt>
                <c:pt idx="30901">
                  <c:v>73271</c:v>
                </c:pt>
                <c:pt idx="30902">
                  <c:v>73272</c:v>
                </c:pt>
                <c:pt idx="30903">
                  <c:v>73273</c:v>
                </c:pt>
                <c:pt idx="30904">
                  <c:v>73274</c:v>
                </c:pt>
                <c:pt idx="30905">
                  <c:v>73275</c:v>
                </c:pt>
                <c:pt idx="30906">
                  <c:v>73276</c:v>
                </c:pt>
                <c:pt idx="30907">
                  <c:v>73277</c:v>
                </c:pt>
                <c:pt idx="30908">
                  <c:v>73278</c:v>
                </c:pt>
                <c:pt idx="30909">
                  <c:v>73279</c:v>
                </c:pt>
                <c:pt idx="30910">
                  <c:v>73280</c:v>
                </c:pt>
                <c:pt idx="30911">
                  <c:v>73281</c:v>
                </c:pt>
                <c:pt idx="30912">
                  <c:v>73282</c:v>
                </c:pt>
                <c:pt idx="30913">
                  <c:v>73283</c:v>
                </c:pt>
                <c:pt idx="30914">
                  <c:v>73284</c:v>
                </c:pt>
                <c:pt idx="30915">
                  <c:v>73285</c:v>
                </c:pt>
                <c:pt idx="30916">
                  <c:v>73286</c:v>
                </c:pt>
                <c:pt idx="30917">
                  <c:v>73287</c:v>
                </c:pt>
                <c:pt idx="30918">
                  <c:v>73288</c:v>
                </c:pt>
                <c:pt idx="30919">
                  <c:v>73289</c:v>
                </c:pt>
                <c:pt idx="30920">
                  <c:v>73290</c:v>
                </c:pt>
                <c:pt idx="30921">
                  <c:v>73291</c:v>
                </c:pt>
                <c:pt idx="30922">
                  <c:v>73292</c:v>
                </c:pt>
                <c:pt idx="30923">
                  <c:v>73293</c:v>
                </c:pt>
                <c:pt idx="30924">
                  <c:v>73294</c:v>
                </c:pt>
                <c:pt idx="30925">
                  <c:v>73295</c:v>
                </c:pt>
                <c:pt idx="30926">
                  <c:v>73296</c:v>
                </c:pt>
                <c:pt idx="30927">
                  <c:v>73297</c:v>
                </c:pt>
                <c:pt idx="30928">
                  <c:v>73298</c:v>
                </c:pt>
                <c:pt idx="30929">
                  <c:v>73299</c:v>
                </c:pt>
                <c:pt idx="30930">
                  <c:v>73300</c:v>
                </c:pt>
                <c:pt idx="30931">
                  <c:v>73301</c:v>
                </c:pt>
                <c:pt idx="30932">
                  <c:v>73302</c:v>
                </c:pt>
                <c:pt idx="30933">
                  <c:v>73303</c:v>
                </c:pt>
                <c:pt idx="30934">
                  <c:v>73304</c:v>
                </c:pt>
                <c:pt idx="30935">
                  <c:v>73305</c:v>
                </c:pt>
                <c:pt idx="30936">
                  <c:v>73306</c:v>
                </c:pt>
                <c:pt idx="30937">
                  <c:v>73307</c:v>
                </c:pt>
                <c:pt idx="30938">
                  <c:v>73308</c:v>
                </c:pt>
                <c:pt idx="30939">
                  <c:v>73309</c:v>
                </c:pt>
                <c:pt idx="30940">
                  <c:v>73310</c:v>
                </c:pt>
                <c:pt idx="30941">
                  <c:v>73311</c:v>
                </c:pt>
                <c:pt idx="30942">
                  <c:v>73312</c:v>
                </c:pt>
                <c:pt idx="30943">
                  <c:v>73313</c:v>
                </c:pt>
                <c:pt idx="30944">
                  <c:v>73314</c:v>
                </c:pt>
                <c:pt idx="30945">
                  <c:v>73315</c:v>
                </c:pt>
                <c:pt idx="30946">
                  <c:v>73316</c:v>
                </c:pt>
                <c:pt idx="30947">
                  <c:v>73317</c:v>
                </c:pt>
                <c:pt idx="30948">
                  <c:v>73318</c:v>
                </c:pt>
                <c:pt idx="30949">
                  <c:v>73319</c:v>
                </c:pt>
                <c:pt idx="30950">
                  <c:v>73320</c:v>
                </c:pt>
                <c:pt idx="30951">
                  <c:v>73321</c:v>
                </c:pt>
                <c:pt idx="30952">
                  <c:v>73322</c:v>
                </c:pt>
                <c:pt idx="30953">
                  <c:v>73323</c:v>
                </c:pt>
                <c:pt idx="30954">
                  <c:v>73324</c:v>
                </c:pt>
                <c:pt idx="30955">
                  <c:v>73325</c:v>
                </c:pt>
                <c:pt idx="30956">
                  <c:v>73326</c:v>
                </c:pt>
                <c:pt idx="30957">
                  <c:v>73327</c:v>
                </c:pt>
                <c:pt idx="30958">
                  <c:v>73328</c:v>
                </c:pt>
                <c:pt idx="30959">
                  <c:v>73329</c:v>
                </c:pt>
                <c:pt idx="30960">
                  <c:v>73330</c:v>
                </c:pt>
                <c:pt idx="30961">
                  <c:v>73331</c:v>
                </c:pt>
                <c:pt idx="30962">
                  <c:v>73332</c:v>
                </c:pt>
                <c:pt idx="30963">
                  <c:v>73333</c:v>
                </c:pt>
                <c:pt idx="30964">
                  <c:v>73334</c:v>
                </c:pt>
                <c:pt idx="30965">
                  <c:v>73335</c:v>
                </c:pt>
                <c:pt idx="30966">
                  <c:v>73336</c:v>
                </c:pt>
                <c:pt idx="30967">
                  <c:v>73337</c:v>
                </c:pt>
                <c:pt idx="30968">
                  <c:v>73338</c:v>
                </c:pt>
                <c:pt idx="30969">
                  <c:v>73339</c:v>
                </c:pt>
                <c:pt idx="30970">
                  <c:v>73340</c:v>
                </c:pt>
                <c:pt idx="30971">
                  <c:v>73341</c:v>
                </c:pt>
                <c:pt idx="30972">
                  <c:v>73342</c:v>
                </c:pt>
                <c:pt idx="30973">
                  <c:v>73343</c:v>
                </c:pt>
                <c:pt idx="30974">
                  <c:v>73344</c:v>
                </c:pt>
                <c:pt idx="30975">
                  <c:v>73345</c:v>
                </c:pt>
                <c:pt idx="30976">
                  <c:v>73346</c:v>
                </c:pt>
                <c:pt idx="30977">
                  <c:v>73347</c:v>
                </c:pt>
                <c:pt idx="30978">
                  <c:v>73348</c:v>
                </c:pt>
                <c:pt idx="30979">
                  <c:v>73349</c:v>
                </c:pt>
                <c:pt idx="30980">
                  <c:v>73350</c:v>
                </c:pt>
                <c:pt idx="30981">
                  <c:v>73351</c:v>
                </c:pt>
                <c:pt idx="30982">
                  <c:v>73352</c:v>
                </c:pt>
                <c:pt idx="30983">
                  <c:v>73353</c:v>
                </c:pt>
                <c:pt idx="30984">
                  <c:v>73354</c:v>
                </c:pt>
                <c:pt idx="30985">
                  <c:v>73355</c:v>
                </c:pt>
                <c:pt idx="30986">
                  <c:v>73356</c:v>
                </c:pt>
                <c:pt idx="30987">
                  <c:v>73357</c:v>
                </c:pt>
                <c:pt idx="30988">
                  <c:v>73358</c:v>
                </c:pt>
                <c:pt idx="30989">
                  <c:v>73359</c:v>
                </c:pt>
                <c:pt idx="30990">
                  <c:v>73360</c:v>
                </c:pt>
                <c:pt idx="30991">
                  <c:v>73361</c:v>
                </c:pt>
                <c:pt idx="30992">
                  <c:v>73362</c:v>
                </c:pt>
                <c:pt idx="30993">
                  <c:v>73363</c:v>
                </c:pt>
                <c:pt idx="30994">
                  <c:v>73364</c:v>
                </c:pt>
                <c:pt idx="30995">
                  <c:v>73365</c:v>
                </c:pt>
                <c:pt idx="30996">
                  <c:v>73366</c:v>
                </c:pt>
                <c:pt idx="30997">
                  <c:v>73367</c:v>
                </c:pt>
                <c:pt idx="30998">
                  <c:v>73368</c:v>
                </c:pt>
                <c:pt idx="30999">
                  <c:v>73369</c:v>
                </c:pt>
                <c:pt idx="31000">
                  <c:v>73370</c:v>
                </c:pt>
                <c:pt idx="31001">
                  <c:v>73371</c:v>
                </c:pt>
                <c:pt idx="31002">
                  <c:v>73372</c:v>
                </c:pt>
                <c:pt idx="31003">
                  <c:v>73373</c:v>
                </c:pt>
                <c:pt idx="31004">
                  <c:v>73374</c:v>
                </c:pt>
                <c:pt idx="31005">
                  <c:v>73375</c:v>
                </c:pt>
                <c:pt idx="31006">
                  <c:v>73376</c:v>
                </c:pt>
                <c:pt idx="31007">
                  <c:v>73377</c:v>
                </c:pt>
                <c:pt idx="31008">
                  <c:v>73378</c:v>
                </c:pt>
                <c:pt idx="31009">
                  <c:v>73379</c:v>
                </c:pt>
                <c:pt idx="31010">
                  <c:v>73380</c:v>
                </c:pt>
                <c:pt idx="31011">
                  <c:v>73381</c:v>
                </c:pt>
                <c:pt idx="31012">
                  <c:v>73382</c:v>
                </c:pt>
                <c:pt idx="31013">
                  <c:v>73383</c:v>
                </c:pt>
                <c:pt idx="31014">
                  <c:v>73384</c:v>
                </c:pt>
                <c:pt idx="31015">
                  <c:v>73385</c:v>
                </c:pt>
                <c:pt idx="31016">
                  <c:v>73386</c:v>
                </c:pt>
                <c:pt idx="31017">
                  <c:v>73387</c:v>
                </c:pt>
                <c:pt idx="31018">
                  <c:v>73388</c:v>
                </c:pt>
                <c:pt idx="31019">
                  <c:v>73389</c:v>
                </c:pt>
                <c:pt idx="31020">
                  <c:v>73390</c:v>
                </c:pt>
                <c:pt idx="31021">
                  <c:v>73391</c:v>
                </c:pt>
                <c:pt idx="31022">
                  <c:v>73392</c:v>
                </c:pt>
                <c:pt idx="31023">
                  <c:v>73393</c:v>
                </c:pt>
                <c:pt idx="31024">
                  <c:v>73394</c:v>
                </c:pt>
                <c:pt idx="31025">
                  <c:v>73395</c:v>
                </c:pt>
                <c:pt idx="31026">
                  <c:v>73396</c:v>
                </c:pt>
                <c:pt idx="31027">
                  <c:v>73397</c:v>
                </c:pt>
                <c:pt idx="31028">
                  <c:v>73398</c:v>
                </c:pt>
                <c:pt idx="31029">
                  <c:v>73399</c:v>
                </c:pt>
                <c:pt idx="31030">
                  <c:v>73400</c:v>
                </c:pt>
                <c:pt idx="31031">
                  <c:v>73401</c:v>
                </c:pt>
                <c:pt idx="31032">
                  <c:v>73402</c:v>
                </c:pt>
                <c:pt idx="31033">
                  <c:v>73403</c:v>
                </c:pt>
                <c:pt idx="31034">
                  <c:v>73404</c:v>
                </c:pt>
                <c:pt idx="31035">
                  <c:v>73405</c:v>
                </c:pt>
                <c:pt idx="31036">
                  <c:v>73406</c:v>
                </c:pt>
                <c:pt idx="31037">
                  <c:v>73407</c:v>
                </c:pt>
                <c:pt idx="31038">
                  <c:v>73408</c:v>
                </c:pt>
                <c:pt idx="31039">
                  <c:v>73409</c:v>
                </c:pt>
                <c:pt idx="31040">
                  <c:v>73410</c:v>
                </c:pt>
              </c:numCache>
            </c:numRef>
          </c:xVal>
          <c:yVal>
            <c:numRef>
              <c:f>BorettoRCP45!$B$3:$B$32873</c:f>
              <c:numCache>
                <c:formatCode>General</c:formatCode>
                <c:ptCount val="32871"/>
                <c:pt idx="0">
                  <c:v>1.5</c:v>
                </c:pt>
                <c:pt idx="1">
                  <c:v>-1</c:v>
                </c:pt>
                <c:pt idx="2">
                  <c:v>-0.5</c:v>
                </c:pt>
                <c:pt idx="3">
                  <c:v>0</c:v>
                </c:pt>
                <c:pt idx="4">
                  <c:v>2.5</c:v>
                </c:pt>
                <c:pt idx="5">
                  <c:v>3.5</c:v>
                </c:pt>
                <c:pt idx="6">
                  <c:v>8</c:v>
                </c:pt>
                <c:pt idx="7">
                  <c:v>8</c:v>
                </c:pt>
                <c:pt idx="8">
                  <c:v>8</c:v>
                </c:pt>
                <c:pt idx="9">
                  <c:v>7.5</c:v>
                </c:pt>
                <c:pt idx="10">
                  <c:v>6</c:v>
                </c:pt>
                <c:pt idx="11">
                  <c:v>2</c:v>
                </c:pt>
                <c:pt idx="12">
                  <c:v>1.5</c:v>
                </c:pt>
                <c:pt idx="13">
                  <c:v>3.5</c:v>
                </c:pt>
                <c:pt idx="14">
                  <c:v>2.5</c:v>
                </c:pt>
                <c:pt idx="15">
                  <c:v>2.5</c:v>
                </c:pt>
                <c:pt idx="16">
                  <c:v>2</c:v>
                </c:pt>
                <c:pt idx="17">
                  <c:v>3</c:v>
                </c:pt>
                <c:pt idx="18">
                  <c:v>2.5</c:v>
                </c:pt>
                <c:pt idx="19">
                  <c:v>3.5</c:v>
                </c:pt>
                <c:pt idx="20">
                  <c:v>5.5</c:v>
                </c:pt>
                <c:pt idx="21">
                  <c:v>7</c:v>
                </c:pt>
                <c:pt idx="22">
                  <c:v>4</c:v>
                </c:pt>
                <c:pt idx="23">
                  <c:v>4</c:v>
                </c:pt>
                <c:pt idx="24">
                  <c:v>4</c:v>
                </c:pt>
                <c:pt idx="25">
                  <c:v>4.5</c:v>
                </c:pt>
                <c:pt idx="26">
                  <c:v>5.5</c:v>
                </c:pt>
                <c:pt idx="27">
                  <c:v>6.5</c:v>
                </c:pt>
                <c:pt idx="28">
                  <c:v>7</c:v>
                </c:pt>
                <c:pt idx="29">
                  <c:v>7.5</c:v>
                </c:pt>
                <c:pt idx="30">
                  <c:v>7.5</c:v>
                </c:pt>
                <c:pt idx="31">
                  <c:v>4.5</c:v>
                </c:pt>
                <c:pt idx="32">
                  <c:v>2</c:v>
                </c:pt>
                <c:pt idx="33">
                  <c:v>0.5</c:v>
                </c:pt>
                <c:pt idx="34">
                  <c:v>0</c:v>
                </c:pt>
                <c:pt idx="35">
                  <c:v>2</c:v>
                </c:pt>
                <c:pt idx="36">
                  <c:v>2</c:v>
                </c:pt>
                <c:pt idx="37">
                  <c:v>-1.5</c:v>
                </c:pt>
                <c:pt idx="38">
                  <c:v>-2</c:v>
                </c:pt>
                <c:pt idx="39">
                  <c:v>2</c:v>
                </c:pt>
                <c:pt idx="40">
                  <c:v>3.5</c:v>
                </c:pt>
                <c:pt idx="41">
                  <c:v>4</c:v>
                </c:pt>
                <c:pt idx="42">
                  <c:v>4.5</c:v>
                </c:pt>
                <c:pt idx="43">
                  <c:v>3.5</c:v>
                </c:pt>
                <c:pt idx="44">
                  <c:v>4.5</c:v>
                </c:pt>
                <c:pt idx="45">
                  <c:v>6.5</c:v>
                </c:pt>
                <c:pt idx="46">
                  <c:v>8</c:v>
                </c:pt>
                <c:pt idx="47">
                  <c:v>7.5</c:v>
                </c:pt>
                <c:pt idx="48">
                  <c:v>9</c:v>
                </c:pt>
                <c:pt idx="49">
                  <c:v>9.5</c:v>
                </c:pt>
                <c:pt idx="50">
                  <c:v>5</c:v>
                </c:pt>
                <c:pt idx="51">
                  <c:v>1.5</c:v>
                </c:pt>
                <c:pt idx="52">
                  <c:v>2</c:v>
                </c:pt>
                <c:pt idx="53">
                  <c:v>3.5</c:v>
                </c:pt>
                <c:pt idx="54">
                  <c:v>4</c:v>
                </c:pt>
                <c:pt idx="55">
                  <c:v>5</c:v>
                </c:pt>
                <c:pt idx="56">
                  <c:v>2</c:v>
                </c:pt>
                <c:pt idx="57">
                  <c:v>3.5</c:v>
                </c:pt>
                <c:pt idx="58">
                  <c:v>7.5</c:v>
                </c:pt>
                <c:pt idx="59">
                  <c:v>8</c:v>
                </c:pt>
                <c:pt idx="60">
                  <c:v>10</c:v>
                </c:pt>
                <c:pt idx="61">
                  <c:v>7</c:v>
                </c:pt>
                <c:pt idx="62">
                  <c:v>6</c:v>
                </c:pt>
                <c:pt idx="63">
                  <c:v>5.5</c:v>
                </c:pt>
                <c:pt idx="64">
                  <c:v>6.5</c:v>
                </c:pt>
                <c:pt idx="65">
                  <c:v>5.5</c:v>
                </c:pt>
                <c:pt idx="66">
                  <c:v>5.5</c:v>
                </c:pt>
                <c:pt idx="67">
                  <c:v>5.5</c:v>
                </c:pt>
                <c:pt idx="68">
                  <c:v>5</c:v>
                </c:pt>
                <c:pt idx="69">
                  <c:v>4</c:v>
                </c:pt>
                <c:pt idx="70">
                  <c:v>4</c:v>
                </c:pt>
                <c:pt idx="71">
                  <c:v>5.5</c:v>
                </c:pt>
                <c:pt idx="72">
                  <c:v>8</c:v>
                </c:pt>
                <c:pt idx="73">
                  <c:v>6.5</c:v>
                </c:pt>
                <c:pt idx="74">
                  <c:v>6</c:v>
                </c:pt>
                <c:pt idx="75">
                  <c:v>7</c:v>
                </c:pt>
                <c:pt idx="76">
                  <c:v>7.5</c:v>
                </c:pt>
                <c:pt idx="77">
                  <c:v>9</c:v>
                </c:pt>
                <c:pt idx="78">
                  <c:v>9.5</c:v>
                </c:pt>
                <c:pt idx="79">
                  <c:v>12</c:v>
                </c:pt>
                <c:pt idx="80">
                  <c:v>12</c:v>
                </c:pt>
                <c:pt idx="81">
                  <c:v>13</c:v>
                </c:pt>
                <c:pt idx="82">
                  <c:v>14.5</c:v>
                </c:pt>
                <c:pt idx="83">
                  <c:v>14</c:v>
                </c:pt>
                <c:pt idx="84">
                  <c:v>13</c:v>
                </c:pt>
                <c:pt idx="85">
                  <c:v>10</c:v>
                </c:pt>
                <c:pt idx="86">
                  <c:v>8.5</c:v>
                </c:pt>
                <c:pt idx="87">
                  <c:v>9.5</c:v>
                </c:pt>
                <c:pt idx="88">
                  <c:v>12</c:v>
                </c:pt>
                <c:pt idx="89">
                  <c:v>10.5</c:v>
                </c:pt>
                <c:pt idx="90">
                  <c:v>12.5</c:v>
                </c:pt>
                <c:pt idx="91">
                  <c:v>12</c:v>
                </c:pt>
                <c:pt idx="92">
                  <c:v>12.5</c:v>
                </c:pt>
                <c:pt idx="93">
                  <c:v>11</c:v>
                </c:pt>
                <c:pt idx="94">
                  <c:v>12.5</c:v>
                </c:pt>
                <c:pt idx="95">
                  <c:v>12</c:v>
                </c:pt>
                <c:pt idx="96">
                  <c:v>15</c:v>
                </c:pt>
                <c:pt idx="97">
                  <c:v>14</c:v>
                </c:pt>
                <c:pt idx="98">
                  <c:v>14</c:v>
                </c:pt>
                <c:pt idx="99">
                  <c:v>15.5</c:v>
                </c:pt>
                <c:pt idx="100">
                  <c:v>17.5</c:v>
                </c:pt>
                <c:pt idx="101">
                  <c:v>17.5</c:v>
                </c:pt>
                <c:pt idx="102">
                  <c:v>17.5</c:v>
                </c:pt>
                <c:pt idx="103">
                  <c:v>18</c:v>
                </c:pt>
                <c:pt idx="104">
                  <c:v>18.5</c:v>
                </c:pt>
                <c:pt idx="105">
                  <c:v>19</c:v>
                </c:pt>
                <c:pt idx="106">
                  <c:v>18.5</c:v>
                </c:pt>
                <c:pt idx="107">
                  <c:v>15.5</c:v>
                </c:pt>
                <c:pt idx="108">
                  <c:v>10.5</c:v>
                </c:pt>
                <c:pt idx="109">
                  <c:v>11</c:v>
                </c:pt>
                <c:pt idx="110">
                  <c:v>9</c:v>
                </c:pt>
                <c:pt idx="111">
                  <c:v>10.5</c:v>
                </c:pt>
                <c:pt idx="112">
                  <c:v>12</c:v>
                </c:pt>
                <c:pt idx="113">
                  <c:v>12</c:v>
                </c:pt>
                <c:pt idx="114">
                  <c:v>14</c:v>
                </c:pt>
                <c:pt idx="115">
                  <c:v>12</c:v>
                </c:pt>
                <c:pt idx="116">
                  <c:v>12.5</c:v>
                </c:pt>
                <c:pt idx="117">
                  <c:v>12</c:v>
                </c:pt>
                <c:pt idx="118">
                  <c:v>12</c:v>
                </c:pt>
                <c:pt idx="119">
                  <c:v>14.5</c:v>
                </c:pt>
                <c:pt idx="120">
                  <c:v>16</c:v>
                </c:pt>
                <c:pt idx="121">
                  <c:v>17.5</c:v>
                </c:pt>
                <c:pt idx="122">
                  <c:v>16</c:v>
                </c:pt>
                <c:pt idx="123">
                  <c:v>15.5</c:v>
                </c:pt>
                <c:pt idx="124">
                  <c:v>16</c:v>
                </c:pt>
                <c:pt idx="125">
                  <c:v>17.5</c:v>
                </c:pt>
                <c:pt idx="126">
                  <c:v>17.5</c:v>
                </c:pt>
                <c:pt idx="127">
                  <c:v>17</c:v>
                </c:pt>
                <c:pt idx="128">
                  <c:v>18.5</c:v>
                </c:pt>
                <c:pt idx="129">
                  <c:v>19.5</c:v>
                </c:pt>
                <c:pt idx="130">
                  <c:v>19.5</c:v>
                </c:pt>
                <c:pt idx="131">
                  <c:v>18.5</c:v>
                </c:pt>
                <c:pt idx="132">
                  <c:v>18</c:v>
                </c:pt>
                <c:pt idx="133">
                  <c:v>18</c:v>
                </c:pt>
                <c:pt idx="134">
                  <c:v>20.5</c:v>
                </c:pt>
                <c:pt idx="135">
                  <c:v>22</c:v>
                </c:pt>
                <c:pt idx="136">
                  <c:v>22</c:v>
                </c:pt>
                <c:pt idx="137">
                  <c:v>20</c:v>
                </c:pt>
                <c:pt idx="138">
                  <c:v>19.5</c:v>
                </c:pt>
                <c:pt idx="139">
                  <c:v>17.5</c:v>
                </c:pt>
                <c:pt idx="140">
                  <c:v>17.5</c:v>
                </c:pt>
                <c:pt idx="141">
                  <c:v>17</c:v>
                </c:pt>
                <c:pt idx="142">
                  <c:v>19</c:v>
                </c:pt>
                <c:pt idx="143">
                  <c:v>17</c:v>
                </c:pt>
                <c:pt idx="144">
                  <c:v>17.5</c:v>
                </c:pt>
                <c:pt idx="145">
                  <c:v>17</c:v>
                </c:pt>
                <c:pt idx="146">
                  <c:v>18.5</c:v>
                </c:pt>
                <c:pt idx="147">
                  <c:v>19.5</c:v>
                </c:pt>
                <c:pt idx="148">
                  <c:v>21</c:v>
                </c:pt>
                <c:pt idx="149">
                  <c:v>22</c:v>
                </c:pt>
                <c:pt idx="150">
                  <c:v>21.5</c:v>
                </c:pt>
                <c:pt idx="151">
                  <c:v>22.5</c:v>
                </c:pt>
                <c:pt idx="152">
                  <c:v>23.5</c:v>
                </c:pt>
                <c:pt idx="153">
                  <c:v>24.5</c:v>
                </c:pt>
                <c:pt idx="154">
                  <c:v>21.5</c:v>
                </c:pt>
                <c:pt idx="155">
                  <c:v>23.5</c:v>
                </c:pt>
                <c:pt idx="156">
                  <c:v>25.5</c:v>
                </c:pt>
                <c:pt idx="157">
                  <c:v>26</c:v>
                </c:pt>
                <c:pt idx="158">
                  <c:v>22</c:v>
                </c:pt>
                <c:pt idx="159">
                  <c:v>21.5</c:v>
                </c:pt>
                <c:pt idx="160">
                  <c:v>22.5</c:v>
                </c:pt>
                <c:pt idx="161">
                  <c:v>22.5</c:v>
                </c:pt>
                <c:pt idx="162">
                  <c:v>23.5</c:v>
                </c:pt>
                <c:pt idx="163">
                  <c:v>25</c:v>
                </c:pt>
                <c:pt idx="164">
                  <c:v>26</c:v>
                </c:pt>
                <c:pt idx="165">
                  <c:v>27</c:v>
                </c:pt>
                <c:pt idx="166">
                  <c:v>26</c:v>
                </c:pt>
                <c:pt idx="167">
                  <c:v>26.5</c:v>
                </c:pt>
                <c:pt idx="168">
                  <c:v>27</c:v>
                </c:pt>
                <c:pt idx="169">
                  <c:v>25.5</c:v>
                </c:pt>
                <c:pt idx="170">
                  <c:v>23.5</c:v>
                </c:pt>
                <c:pt idx="171">
                  <c:v>25.5</c:v>
                </c:pt>
                <c:pt idx="172">
                  <c:v>24</c:v>
                </c:pt>
                <c:pt idx="173">
                  <c:v>24.5</c:v>
                </c:pt>
                <c:pt idx="174">
                  <c:v>25</c:v>
                </c:pt>
                <c:pt idx="175">
                  <c:v>22.5</c:v>
                </c:pt>
                <c:pt idx="176">
                  <c:v>23</c:v>
                </c:pt>
                <c:pt idx="177">
                  <c:v>23.5</c:v>
                </c:pt>
                <c:pt idx="178">
                  <c:v>25</c:v>
                </c:pt>
                <c:pt idx="179">
                  <c:v>26</c:v>
                </c:pt>
                <c:pt idx="180">
                  <c:v>26.5</c:v>
                </c:pt>
                <c:pt idx="181">
                  <c:v>27.5</c:v>
                </c:pt>
                <c:pt idx="182">
                  <c:v>25</c:v>
                </c:pt>
                <c:pt idx="183">
                  <c:v>27</c:v>
                </c:pt>
                <c:pt idx="184">
                  <c:v>26</c:v>
                </c:pt>
                <c:pt idx="185">
                  <c:v>24</c:v>
                </c:pt>
                <c:pt idx="186">
                  <c:v>25</c:v>
                </c:pt>
                <c:pt idx="187">
                  <c:v>26.5</c:v>
                </c:pt>
                <c:pt idx="188">
                  <c:v>28</c:v>
                </c:pt>
                <c:pt idx="189">
                  <c:v>27.5</c:v>
                </c:pt>
                <c:pt idx="190">
                  <c:v>28.5</c:v>
                </c:pt>
                <c:pt idx="191">
                  <c:v>28.5</c:v>
                </c:pt>
                <c:pt idx="192">
                  <c:v>27</c:v>
                </c:pt>
                <c:pt idx="193">
                  <c:v>27.5</c:v>
                </c:pt>
                <c:pt idx="194">
                  <c:v>29.5</c:v>
                </c:pt>
                <c:pt idx="195">
                  <c:v>30.5</c:v>
                </c:pt>
                <c:pt idx="196">
                  <c:v>27.5</c:v>
                </c:pt>
                <c:pt idx="197">
                  <c:v>27</c:v>
                </c:pt>
                <c:pt idx="198">
                  <c:v>28</c:v>
                </c:pt>
                <c:pt idx="199">
                  <c:v>26.5</c:v>
                </c:pt>
                <c:pt idx="200">
                  <c:v>24.5</c:v>
                </c:pt>
                <c:pt idx="201">
                  <c:v>24</c:v>
                </c:pt>
                <c:pt idx="202">
                  <c:v>25.5</c:v>
                </c:pt>
                <c:pt idx="203">
                  <c:v>28</c:v>
                </c:pt>
                <c:pt idx="204">
                  <c:v>29</c:v>
                </c:pt>
                <c:pt idx="205">
                  <c:v>29.5</c:v>
                </c:pt>
                <c:pt idx="206">
                  <c:v>30.5</c:v>
                </c:pt>
                <c:pt idx="207">
                  <c:v>32.5</c:v>
                </c:pt>
                <c:pt idx="208">
                  <c:v>33</c:v>
                </c:pt>
                <c:pt idx="209">
                  <c:v>31.5</c:v>
                </c:pt>
                <c:pt idx="210">
                  <c:v>29.5</c:v>
                </c:pt>
                <c:pt idx="211">
                  <c:v>29.5</c:v>
                </c:pt>
                <c:pt idx="212">
                  <c:v>30.5</c:v>
                </c:pt>
                <c:pt idx="213">
                  <c:v>31.5</c:v>
                </c:pt>
                <c:pt idx="214">
                  <c:v>26</c:v>
                </c:pt>
                <c:pt idx="215">
                  <c:v>24</c:v>
                </c:pt>
                <c:pt idx="216">
                  <c:v>24.5</c:v>
                </c:pt>
                <c:pt idx="217">
                  <c:v>25.5</c:v>
                </c:pt>
                <c:pt idx="218">
                  <c:v>26.5</c:v>
                </c:pt>
                <c:pt idx="219">
                  <c:v>24.5</c:v>
                </c:pt>
                <c:pt idx="220">
                  <c:v>23.5</c:v>
                </c:pt>
                <c:pt idx="221">
                  <c:v>23.5</c:v>
                </c:pt>
                <c:pt idx="222">
                  <c:v>25.5</c:v>
                </c:pt>
                <c:pt idx="223">
                  <c:v>27</c:v>
                </c:pt>
                <c:pt idx="224">
                  <c:v>28.5</c:v>
                </c:pt>
                <c:pt idx="225">
                  <c:v>28</c:v>
                </c:pt>
                <c:pt idx="226">
                  <c:v>28.5</c:v>
                </c:pt>
                <c:pt idx="227">
                  <c:v>28.5</c:v>
                </c:pt>
                <c:pt idx="228">
                  <c:v>29.5</c:v>
                </c:pt>
                <c:pt idx="229">
                  <c:v>29</c:v>
                </c:pt>
                <c:pt idx="230">
                  <c:v>28.5</c:v>
                </c:pt>
                <c:pt idx="231">
                  <c:v>25.5</c:v>
                </c:pt>
                <c:pt idx="232">
                  <c:v>26</c:v>
                </c:pt>
                <c:pt idx="233">
                  <c:v>27.5</c:v>
                </c:pt>
                <c:pt idx="234">
                  <c:v>28.5</c:v>
                </c:pt>
                <c:pt idx="235">
                  <c:v>28.5</c:v>
                </c:pt>
                <c:pt idx="236">
                  <c:v>28.5</c:v>
                </c:pt>
                <c:pt idx="237">
                  <c:v>25</c:v>
                </c:pt>
                <c:pt idx="238">
                  <c:v>23.5</c:v>
                </c:pt>
                <c:pt idx="239">
                  <c:v>25</c:v>
                </c:pt>
                <c:pt idx="240">
                  <c:v>27.5</c:v>
                </c:pt>
                <c:pt idx="241">
                  <c:v>28.5</c:v>
                </c:pt>
                <c:pt idx="242">
                  <c:v>29</c:v>
                </c:pt>
                <c:pt idx="243">
                  <c:v>27</c:v>
                </c:pt>
                <c:pt idx="244">
                  <c:v>21</c:v>
                </c:pt>
                <c:pt idx="245">
                  <c:v>20</c:v>
                </c:pt>
                <c:pt idx="246">
                  <c:v>21</c:v>
                </c:pt>
                <c:pt idx="247">
                  <c:v>23</c:v>
                </c:pt>
                <c:pt idx="248">
                  <c:v>23.5</c:v>
                </c:pt>
                <c:pt idx="249">
                  <c:v>26</c:v>
                </c:pt>
                <c:pt idx="250">
                  <c:v>26</c:v>
                </c:pt>
                <c:pt idx="251">
                  <c:v>24.5</c:v>
                </c:pt>
                <c:pt idx="252">
                  <c:v>21</c:v>
                </c:pt>
                <c:pt idx="253">
                  <c:v>19.5</c:v>
                </c:pt>
                <c:pt idx="254">
                  <c:v>18</c:v>
                </c:pt>
                <c:pt idx="255">
                  <c:v>19</c:v>
                </c:pt>
                <c:pt idx="256">
                  <c:v>20.5</c:v>
                </c:pt>
                <c:pt idx="257">
                  <c:v>20</c:v>
                </c:pt>
                <c:pt idx="258">
                  <c:v>19</c:v>
                </c:pt>
                <c:pt idx="259">
                  <c:v>19</c:v>
                </c:pt>
                <c:pt idx="260">
                  <c:v>18</c:v>
                </c:pt>
                <c:pt idx="261">
                  <c:v>17</c:v>
                </c:pt>
                <c:pt idx="262">
                  <c:v>18</c:v>
                </c:pt>
                <c:pt idx="263">
                  <c:v>19.5</c:v>
                </c:pt>
                <c:pt idx="264">
                  <c:v>18</c:v>
                </c:pt>
                <c:pt idx="265">
                  <c:v>17</c:v>
                </c:pt>
                <c:pt idx="266">
                  <c:v>19</c:v>
                </c:pt>
                <c:pt idx="267">
                  <c:v>18</c:v>
                </c:pt>
                <c:pt idx="268">
                  <c:v>17.5</c:v>
                </c:pt>
                <c:pt idx="269">
                  <c:v>18</c:v>
                </c:pt>
                <c:pt idx="270">
                  <c:v>17</c:v>
                </c:pt>
                <c:pt idx="271">
                  <c:v>16.5</c:v>
                </c:pt>
                <c:pt idx="272">
                  <c:v>15</c:v>
                </c:pt>
                <c:pt idx="273">
                  <c:v>16.5</c:v>
                </c:pt>
                <c:pt idx="274">
                  <c:v>19</c:v>
                </c:pt>
                <c:pt idx="275">
                  <c:v>18.5</c:v>
                </c:pt>
                <c:pt idx="276">
                  <c:v>15</c:v>
                </c:pt>
                <c:pt idx="277">
                  <c:v>16</c:v>
                </c:pt>
                <c:pt idx="278">
                  <c:v>17</c:v>
                </c:pt>
                <c:pt idx="279">
                  <c:v>17.5</c:v>
                </c:pt>
                <c:pt idx="280">
                  <c:v>18.5</c:v>
                </c:pt>
                <c:pt idx="281">
                  <c:v>16.5</c:v>
                </c:pt>
                <c:pt idx="282">
                  <c:v>17.5</c:v>
                </c:pt>
                <c:pt idx="283">
                  <c:v>18</c:v>
                </c:pt>
                <c:pt idx="284">
                  <c:v>18</c:v>
                </c:pt>
                <c:pt idx="285">
                  <c:v>18</c:v>
                </c:pt>
                <c:pt idx="286">
                  <c:v>17</c:v>
                </c:pt>
                <c:pt idx="287">
                  <c:v>15</c:v>
                </c:pt>
                <c:pt idx="288">
                  <c:v>16</c:v>
                </c:pt>
                <c:pt idx="289">
                  <c:v>17</c:v>
                </c:pt>
                <c:pt idx="290">
                  <c:v>16</c:v>
                </c:pt>
                <c:pt idx="291">
                  <c:v>16.5</c:v>
                </c:pt>
                <c:pt idx="292">
                  <c:v>17.5</c:v>
                </c:pt>
                <c:pt idx="293">
                  <c:v>15</c:v>
                </c:pt>
                <c:pt idx="294">
                  <c:v>16.5</c:v>
                </c:pt>
                <c:pt idx="295">
                  <c:v>16.5</c:v>
                </c:pt>
                <c:pt idx="296">
                  <c:v>16.5</c:v>
                </c:pt>
                <c:pt idx="297">
                  <c:v>17.5</c:v>
                </c:pt>
                <c:pt idx="298">
                  <c:v>16</c:v>
                </c:pt>
                <c:pt idx="299">
                  <c:v>14</c:v>
                </c:pt>
                <c:pt idx="300">
                  <c:v>12</c:v>
                </c:pt>
                <c:pt idx="301">
                  <c:v>14</c:v>
                </c:pt>
                <c:pt idx="302">
                  <c:v>15</c:v>
                </c:pt>
                <c:pt idx="303">
                  <c:v>16.5</c:v>
                </c:pt>
                <c:pt idx="304">
                  <c:v>16.5</c:v>
                </c:pt>
                <c:pt idx="305">
                  <c:v>19</c:v>
                </c:pt>
                <c:pt idx="306">
                  <c:v>15</c:v>
                </c:pt>
                <c:pt idx="307">
                  <c:v>12.5</c:v>
                </c:pt>
                <c:pt idx="308">
                  <c:v>13.5</c:v>
                </c:pt>
                <c:pt idx="309">
                  <c:v>14</c:v>
                </c:pt>
                <c:pt idx="310">
                  <c:v>14</c:v>
                </c:pt>
                <c:pt idx="311">
                  <c:v>14</c:v>
                </c:pt>
                <c:pt idx="312">
                  <c:v>14.5</c:v>
                </c:pt>
                <c:pt idx="313">
                  <c:v>16</c:v>
                </c:pt>
                <c:pt idx="314">
                  <c:v>16</c:v>
                </c:pt>
                <c:pt idx="315">
                  <c:v>15.5</c:v>
                </c:pt>
                <c:pt idx="316">
                  <c:v>16</c:v>
                </c:pt>
                <c:pt idx="317">
                  <c:v>15.5</c:v>
                </c:pt>
                <c:pt idx="318">
                  <c:v>15</c:v>
                </c:pt>
                <c:pt idx="319">
                  <c:v>12.5</c:v>
                </c:pt>
                <c:pt idx="320">
                  <c:v>12</c:v>
                </c:pt>
                <c:pt idx="321">
                  <c:v>11.5</c:v>
                </c:pt>
                <c:pt idx="322">
                  <c:v>9.5</c:v>
                </c:pt>
                <c:pt idx="323">
                  <c:v>9</c:v>
                </c:pt>
                <c:pt idx="324">
                  <c:v>8.5</c:v>
                </c:pt>
                <c:pt idx="325">
                  <c:v>7</c:v>
                </c:pt>
                <c:pt idx="326">
                  <c:v>6.5</c:v>
                </c:pt>
                <c:pt idx="327">
                  <c:v>6</c:v>
                </c:pt>
                <c:pt idx="328">
                  <c:v>7</c:v>
                </c:pt>
                <c:pt idx="329">
                  <c:v>7</c:v>
                </c:pt>
                <c:pt idx="330">
                  <c:v>7.5</c:v>
                </c:pt>
                <c:pt idx="331">
                  <c:v>5.5</c:v>
                </c:pt>
                <c:pt idx="332">
                  <c:v>5</c:v>
                </c:pt>
                <c:pt idx="333">
                  <c:v>5.5</c:v>
                </c:pt>
                <c:pt idx="334">
                  <c:v>7.5</c:v>
                </c:pt>
                <c:pt idx="335">
                  <c:v>6</c:v>
                </c:pt>
                <c:pt idx="336">
                  <c:v>6.5</c:v>
                </c:pt>
                <c:pt idx="337">
                  <c:v>4</c:v>
                </c:pt>
                <c:pt idx="338">
                  <c:v>4</c:v>
                </c:pt>
                <c:pt idx="339">
                  <c:v>4</c:v>
                </c:pt>
                <c:pt idx="340">
                  <c:v>6</c:v>
                </c:pt>
                <c:pt idx="341">
                  <c:v>5.5</c:v>
                </c:pt>
                <c:pt idx="342">
                  <c:v>3.5</c:v>
                </c:pt>
                <c:pt idx="343">
                  <c:v>4.5</c:v>
                </c:pt>
                <c:pt idx="344">
                  <c:v>4</c:v>
                </c:pt>
                <c:pt idx="345">
                  <c:v>6</c:v>
                </c:pt>
                <c:pt idx="346">
                  <c:v>5.5</c:v>
                </c:pt>
                <c:pt idx="347">
                  <c:v>4.5</c:v>
                </c:pt>
                <c:pt idx="348">
                  <c:v>6.5</c:v>
                </c:pt>
                <c:pt idx="349">
                  <c:v>8</c:v>
                </c:pt>
                <c:pt idx="350">
                  <c:v>7.5</c:v>
                </c:pt>
                <c:pt idx="351">
                  <c:v>7</c:v>
                </c:pt>
                <c:pt idx="352">
                  <c:v>7.5</c:v>
                </c:pt>
                <c:pt idx="353">
                  <c:v>9</c:v>
                </c:pt>
                <c:pt idx="354">
                  <c:v>8.5</c:v>
                </c:pt>
                <c:pt idx="355">
                  <c:v>7.5</c:v>
                </c:pt>
                <c:pt idx="356">
                  <c:v>5</c:v>
                </c:pt>
                <c:pt idx="357">
                  <c:v>4</c:v>
                </c:pt>
                <c:pt idx="358">
                  <c:v>5.5</c:v>
                </c:pt>
                <c:pt idx="359">
                  <c:v>5.5</c:v>
                </c:pt>
                <c:pt idx="360">
                  <c:v>7</c:v>
                </c:pt>
                <c:pt idx="361">
                  <c:v>7.5</c:v>
                </c:pt>
                <c:pt idx="362">
                  <c:v>7.5</c:v>
                </c:pt>
                <c:pt idx="363">
                  <c:v>4.5</c:v>
                </c:pt>
                <c:pt idx="364">
                  <c:v>2.5</c:v>
                </c:pt>
                <c:pt idx="365">
                  <c:v>2</c:v>
                </c:pt>
                <c:pt idx="366">
                  <c:v>4</c:v>
                </c:pt>
                <c:pt idx="367">
                  <c:v>3.5</c:v>
                </c:pt>
                <c:pt idx="368">
                  <c:v>3</c:v>
                </c:pt>
                <c:pt idx="369">
                  <c:v>2.5</c:v>
                </c:pt>
                <c:pt idx="370">
                  <c:v>1</c:v>
                </c:pt>
                <c:pt idx="371">
                  <c:v>0</c:v>
                </c:pt>
                <c:pt idx="372">
                  <c:v>-1</c:v>
                </c:pt>
                <c:pt idx="373">
                  <c:v>-3</c:v>
                </c:pt>
                <c:pt idx="374">
                  <c:v>-1</c:v>
                </c:pt>
                <c:pt idx="375">
                  <c:v>0</c:v>
                </c:pt>
                <c:pt idx="376">
                  <c:v>0.5</c:v>
                </c:pt>
                <c:pt idx="377">
                  <c:v>1</c:v>
                </c:pt>
                <c:pt idx="378">
                  <c:v>1</c:v>
                </c:pt>
                <c:pt idx="379">
                  <c:v>-5</c:v>
                </c:pt>
                <c:pt idx="380">
                  <c:v>-4.5</c:v>
                </c:pt>
                <c:pt idx="381">
                  <c:v>-2.5</c:v>
                </c:pt>
                <c:pt idx="382">
                  <c:v>-2</c:v>
                </c:pt>
                <c:pt idx="383">
                  <c:v>0</c:v>
                </c:pt>
                <c:pt idx="384">
                  <c:v>0</c:v>
                </c:pt>
                <c:pt idx="385">
                  <c:v>0</c:v>
                </c:pt>
                <c:pt idx="386">
                  <c:v>1.5</c:v>
                </c:pt>
                <c:pt idx="387">
                  <c:v>3</c:v>
                </c:pt>
                <c:pt idx="388">
                  <c:v>3.5</c:v>
                </c:pt>
                <c:pt idx="389">
                  <c:v>3.5</c:v>
                </c:pt>
                <c:pt idx="390">
                  <c:v>4.5</c:v>
                </c:pt>
                <c:pt idx="391">
                  <c:v>3.5</c:v>
                </c:pt>
                <c:pt idx="392">
                  <c:v>2.5</c:v>
                </c:pt>
                <c:pt idx="393">
                  <c:v>1.5</c:v>
                </c:pt>
                <c:pt idx="394">
                  <c:v>0</c:v>
                </c:pt>
                <c:pt idx="395">
                  <c:v>2</c:v>
                </c:pt>
                <c:pt idx="396">
                  <c:v>3</c:v>
                </c:pt>
                <c:pt idx="397">
                  <c:v>0</c:v>
                </c:pt>
                <c:pt idx="398">
                  <c:v>-4</c:v>
                </c:pt>
                <c:pt idx="399">
                  <c:v>-6.5</c:v>
                </c:pt>
                <c:pt idx="400">
                  <c:v>-4</c:v>
                </c:pt>
                <c:pt idx="401">
                  <c:v>-1</c:v>
                </c:pt>
                <c:pt idx="402">
                  <c:v>-5</c:v>
                </c:pt>
                <c:pt idx="403">
                  <c:v>-8</c:v>
                </c:pt>
                <c:pt idx="404">
                  <c:v>-7.5</c:v>
                </c:pt>
                <c:pt idx="405">
                  <c:v>-4.5</c:v>
                </c:pt>
                <c:pt idx="406">
                  <c:v>-2</c:v>
                </c:pt>
                <c:pt idx="407">
                  <c:v>1.5</c:v>
                </c:pt>
                <c:pt idx="408">
                  <c:v>2.5</c:v>
                </c:pt>
                <c:pt idx="409">
                  <c:v>2.5</c:v>
                </c:pt>
                <c:pt idx="410">
                  <c:v>3</c:v>
                </c:pt>
                <c:pt idx="411">
                  <c:v>4</c:v>
                </c:pt>
                <c:pt idx="412">
                  <c:v>4.5</c:v>
                </c:pt>
                <c:pt idx="413">
                  <c:v>5</c:v>
                </c:pt>
                <c:pt idx="414">
                  <c:v>3.5</c:v>
                </c:pt>
                <c:pt idx="415">
                  <c:v>1.5</c:v>
                </c:pt>
                <c:pt idx="416">
                  <c:v>3</c:v>
                </c:pt>
                <c:pt idx="417">
                  <c:v>6</c:v>
                </c:pt>
                <c:pt idx="418">
                  <c:v>12</c:v>
                </c:pt>
                <c:pt idx="419">
                  <c:v>6.5</c:v>
                </c:pt>
                <c:pt idx="420">
                  <c:v>3.5</c:v>
                </c:pt>
                <c:pt idx="421">
                  <c:v>1.5</c:v>
                </c:pt>
                <c:pt idx="422">
                  <c:v>4.5</c:v>
                </c:pt>
                <c:pt idx="423">
                  <c:v>6.5</c:v>
                </c:pt>
                <c:pt idx="424">
                  <c:v>7</c:v>
                </c:pt>
                <c:pt idx="425">
                  <c:v>8.5</c:v>
                </c:pt>
                <c:pt idx="426">
                  <c:v>9</c:v>
                </c:pt>
                <c:pt idx="427">
                  <c:v>10</c:v>
                </c:pt>
                <c:pt idx="428">
                  <c:v>7</c:v>
                </c:pt>
                <c:pt idx="429">
                  <c:v>5</c:v>
                </c:pt>
                <c:pt idx="430">
                  <c:v>5.5</c:v>
                </c:pt>
                <c:pt idx="431">
                  <c:v>6.5</c:v>
                </c:pt>
                <c:pt idx="432">
                  <c:v>8</c:v>
                </c:pt>
                <c:pt idx="433">
                  <c:v>8</c:v>
                </c:pt>
                <c:pt idx="434">
                  <c:v>6</c:v>
                </c:pt>
                <c:pt idx="435">
                  <c:v>5</c:v>
                </c:pt>
                <c:pt idx="436">
                  <c:v>5.5</c:v>
                </c:pt>
                <c:pt idx="437">
                  <c:v>6</c:v>
                </c:pt>
                <c:pt idx="438">
                  <c:v>8</c:v>
                </c:pt>
                <c:pt idx="439">
                  <c:v>9</c:v>
                </c:pt>
                <c:pt idx="440">
                  <c:v>12.5</c:v>
                </c:pt>
                <c:pt idx="441">
                  <c:v>12.5</c:v>
                </c:pt>
                <c:pt idx="442">
                  <c:v>8</c:v>
                </c:pt>
                <c:pt idx="443">
                  <c:v>7</c:v>
                </c:pt>
                <c:pt idx="444">
                  <c:v>7.5</c:v>
                </c:pt>
                <c:pt idx="445">
                  <c:v>9</c:v>
                </c:pt>
                <c:pt idx="446">
                  <c:v>11.5</c:v>
                </c:pt>
                <c:pt idx="447">
                  <c:v>13</c:v>
                </c:pt>
                <c:pt idx="448">
                  <c:v>8.5</c:v>
                </c:pt>
                <c:pt idx="449">
                  <c:v>8</c:v>
                </c:pt>
                <c:pt idx="450">
                  <c:v>9</c:v>
                </c:pt>
                <c:pt idx="451">
                  <c:v>9</c:v>
                </c:pt>
                <c:pt idx="452">
                  <c:v>9.5</c:v>
                </c:pt>
                <c:pt idx="453">
                  <c:v>10.5</c:v>
                </c:pt>
                <c:pt idx="454">
                  <c:v>12.5</c:v>
                </c:pt>
                <c:pt idx="455">
                  <c:v>14</c:v>
                </c:pt>
                <c:pt idx="456">
                  <c:v>10</c:v>
                </c:pt>
                <c:pt idx="457">
                  <c:v>12</c:v>
                </c:pt>
                <c:pt idx="458">
                  <c:v>13.5</c:v>
                </c:pt>
                <c:pt idx="459">
                  <c:v>14.5</c:v>
                </c:pt>
                <c:pt idx="460">
                  <c:v>12.5</c:v>
                </c:pt>
                <c:pt idx="461">
                  <c:v>13.5</c:v>
                </c:pt>
                <c:pt idx="462">
                  <c:v>12.5</c:v>
                </c:pt>
                <c:pt idx="463">
                  <c:v>12.5</c:v>
                </c:pt>
                <c:pt idx="464">
                  <c:v>10</c:v>
                </c:pt>
                <c:pt idx="465">
                  <c:v>7</c:v>
                </c:pt>
                <c:pt idx="466">
                  <c:v>7.5</c:v>
                </c:pt>
                <c:pt idx="467">
                  <c:v>10.5</c:v>
                </c:pt>
                <c:pt idx="468">
                  <c:v>10.5</c:v>
                </c:pt>
                <c:pt idx="469">
                  <c:v>10</c:v>
                </c:pt>
                <c:pt idx="470">
                  <c:v>10</c:v>
                </c:pt>
                <c:pt idx="471">
                  <c:v>12.5</c:v>
                </c:pt>
                <c:pt idx="472">
                  <c:v>11</c:v>
                </c:pt>
                <c:pt idx="473">
                  <c:v>13.5</c:v>
                </c:pt>
                <c:pt idx="474">
                  <c:v>15</c:v>
                </c:pt>
                <c:pt idx="475">
                  <c:v>13</c:v>
                </c:pt>
                <c:pt idx="476">
                  <c:v>15.5</c:v>
                </c:pt>
                <c:pt idx="477">
                  <c:v>16.5</c:v>
                </c:pt>
                <c:pt idx="478">
                  <c:v>13.5</c:v>
                </c:pt>
                <c:pt idx="479">
                  <c:v>14.5</c:v>
                </c:pt>
                <c:pt idx="480">
                  <c:v>14</c:v>
                </c:pt>
                <c:pt idx="481">
                  <c:v>12.5</c:v>
                </c:pt>
                <c:pt idx="482">
                  <c:v>15</c:v>
                </c:pt>
                <c:pt idx="483">
                  <c:v>14.5</c:v>
                </c:pt>
                <c:pt idx="484">
                  <c:v>15.5</c:v>
                </c:pt>
                <c:pt idx="485">
                  <c:v>14</c:v>
                </c:pt>
                <c:pt idx="486">
                  <c:v>16</c:v>
                </c:pt>
                <c:pt idx="487">
                  <c:v>15.5</c:v>
                </c:pt>
                <c:pt idx="488">
                  <c:v>14</c:v>
                </c:pt>
                <c:pt idx="489">
                  <c:v>16</c:v>
                </c:pt>
                <c:pt idx="490">
                  <c:v>15.5</c:v>
                </c:pt>
                <c:pt idx="491">
                  <c:v>16.5</c:v>
                </c:pt>
                <c:pt idx="492">
                  <c:v>18.5</c:v>
                </c:pt>
                <c:pt idx="493">
                  <c:v>19.5</c:v>
                </c:pt>
                <c:pt idx="494">
                  <c:v>19</c:v>
                </c:pt>
                <c:pt idx="495">
                  <c:v>16</c:v>
                </c:pt>
                <c:pt idx="496">
                  <c:v>18</c:v>
                </c:pt>
                <c:pt idx="497">
                  <c:v>20</c:v>
                </c:pt>
                <c:pt idx="498">
                  <c:v>20.5</c:v>
                </c:pt>
                <c:pt idx="499">
                  <c:v>22</c:v>
                </c:pt>
                <c:pt idx="500">
                  <c:v>23</c:v>
                </c:pt>
                <c:pt idx="501">
                  <c:v>22</c:v>
                </c:pt>
                <c:pt idx="502">
                  <c:v>22</c:v>
                </c:pt>
                <c:pt idx="503">
                  <c:v>23</c:v>
                </c:pt>
                <c:pt idx="504">
                  <c:v>21.5</c:v>
                </c:pt>
                <c:pt idx="505">
                  <c:v>22</c:v>
                </c:pt>
                <c:pt idx="506">
                  <c:v>21.5</c:v>
                </c:pt>
                <c:pt idx="507">
                  <c:v>14.5</c:v>
                </c:pt>
                <c:pt idx="508">
                  <c:v>17</c:v>
                </c:pt>
                <c:pt idx="509">
                  <c:v>19</c:v>
                </c:pt>
                <c:pt idx="510">
                  <c:v>19.5</c:v>
                </c:pt>
                <c:pt idx="511">
                  <c:v>17.5</c:v>
                </c:pt>
                <c:pt idx="512">
                  <c:v>18</c:v>
                </c:pt>
                <c:pt idx="513">
                  <c:v>20</c:v>
                </c:pt>
                <c:pt idx="514">
                  <c:v>20.5</c:v>
                </c:pt>
                <c:pt idx="515">
                  <c:v>21.5</c:v>
                </c:pt>
                <c:pt idx="516">
                  <c:v>19</c:v>
                </c:pt>
                <c:pt idx="517">
                  <c:v>19.5</c:v>
                </c:pt>
                <c:pt idx="518">
                  <c:v>21</c:v>
                </c:pt>
                <c:pt idx="519">
                  <c:v>18.5</c:v>
                </c:pt>
                <c:pt idx="520">
                  <c:v>18.5</c:v>
                </c:pt>
                <c:pt idx="521">
                  <c:v>20.5</c:v>
                </c:pt>
                <c:pt idx="522">
                  <c:v>21.5</c:v>
                </c:pt>
                <c:pt idx="523">
                  <c:v>21.5</c:v>
                </c:pt>
                <c:pt idx="524">
                  <c:v>23.5</c:v>
                </c:pt>
                <c:pt idx="525">
                  <c:v>22.5</c:v>
                </c:pt>
                <c:pt idx="526">
                  <c:v>22.5</c:v>
                </c:pt>
                <c:pt idx="527">
                  <c:v>22.5</c:v>
                </c:pt>
                <c:pt idx="528">
                  <c:v>23.5</c:v>
                </c:pt>
                <c:pt idx="529">
                  <c:v>23.5</c:v>
                </c:pt>
                <c:pt idx="530">
                  <c:v>23.5</c:v>
                </c:pt>
                <c:pt idx="531">
                  <c:v>22.5</c:v>
                </c:pt>
                <c:pt idx="532">
                  <c:v>25</c:v>
                </c:pt>
                <c:pt idx="533">
                  <c:v>26.5</c:v>
                </c:pt>
                <c:pt idx="534">
                  <c:v>29.5</c:v>
                </c:pt>
                <c:pt idx="535">
                  <c:v>31</c:v>
                </c:pt>
                <c:pt idx="536">
                  <c:v>30.5</c:v>
                </c:pt>
                <c:pt idx="537">
                  <c:v>29</c:v>
                </c:pt>
                <c:pt idx="538">
                  <c:v>29.5</c:v>
                </c:pt>
                <c:pt idx="539">
                  <c:v>30.5</c:v>
                </c:pt>
                <c:pt idx="540">
                  <c:v>27.5</c:v>
                </c:pt>
                <c:pt idx="541">
                  <c:v>27.5</c:v>
                </c:pt>
                <c:pt idx="542">
                  <c:v>27.5</c:v>
                </c:pt>
                <c:pt idx="543">
                  <c:v>28.5</c:v>
                </c:pt>
                <c:pt idx="544">
                  <c:v>29.5</c:v>
                </c:pt>
                <c:pt idx="545">
                  <c:v>30</c:v>
                </c:pt>
                <c:pt idx="546">
                  <c:v>31.5</c:v>
                </c:pt>
                <c:pt idx="547">
                  <c:v>30.5</c:v>
                </c:pt>
                <c:pt idx="548">
                  <c:v>26</c:v>
                </c:pt>
                <c:pt idx="549">
                  <c:v>27.5</c:v>
                </c:pt>
                <c:pt idx="550">
                  <c:v>27.5</c:v>
                </c:pt>
                <c:pt idx="551">
                  <c:v>29</c:v>
                </c:pt>
                <c:pt idx="552">
                  <c:v>30</c:v>
                </c:pt>
                <c:pt idx="553">
                  <c:v>28</c:v>
                </c:pt>
                <c:pt idx="554">
                  <c:v>28.5</c:v>
                </c:pt>
                <c:pt idx="555">
                  <c:v>25</c:v>
                </c:pt>
                <c:pt idx="556">
                  <c:v>26</c:v>
                </c:pt>
                <c:pt idx="557">
                  <c:v>26.5</c:v>
                </c:pt>
                <c:pt idx="558">
                  <c:v>26.5</c:v>
                </c:pt>
                <c:pt idx="559">
                  <c:v>27</c:v>
                </c:pt>
                <c:pt idx="560">
                  <c:v>27</c:v>
                </c:pt>
                <c:pt idx="561">
                  <c:v>27.5</c:v>
                </c:pt>
                <c:pt idx="562">
                  <c:v>28.5</c:v>
                </c:pt>
                <c:pt idx="563">
                  <c:v>25</c:v>
                </c:pt>
                <c:pt idx="564">
                  <c:v>26</c:v>
                </c:pt>
                <c:pt idx="565">
                  <c:v>27</c:v>
                </c:pt>
                <c:pt idx="566">
                  <c:v>23.5</c:v>
                </c:pt>
                <c:pt idx="567">
                  <c:v>26.5</c:v>
                </c:pt>
                <c:pt idx="568">
                  <c:v>25</c:v>
                </c:pt>
                <c:pt idx="569">
                  <c:v>26.5</c:v>
                </c:pt>
                <c:pt idx="570">
                  <c:v>27</c:v>
                </c:pt>
                <c:pt idx="571">
                  <c:v>28.5</c:v>
                </c:pt>
                <c:pt idx="572">
                  <c:v>28.5</c:v>
                </c:pt>
                <c:pt idx="573">
                  <c:v>28.5</c:v>
                </c:pt>
                <c:pt idx="574">
                  <c:v>25.5</c:v>
                </c:pt>
                <c:pt idx="575">
                  <c:v>25</c:v>
                </c:pt>
                <c:pt idx="576">
                  <c:v>26</c:v>
                </c:pt>
                <c:pt idx="577">
                  <c:v>26.5</c:v>
                </c:pt>
                <c:pt idx="578">
                  <c:v>27.5</c:v>
                </c:pt>
                <c:pt idx="579">
                  <c:v>28.5</c:v>
                </c:pt>
                <c:pt idx="580">
                  <c:v>23.5</c:v>
                </c:pt>
                <c:pt idx="581">
                  <c:v>22.5</c:v>
                </c:pt>
                <c:pt idx="582">
                  <c:v>25</c:v>
                </c:pt>
                <c:pt idx="583">
                  <c:v>26</c:v>
                </c:pt>
                <c:pt idx="584">
                  <c:v>24.5</c:v>
                </c:pt>
                <c:pt idx="585">
                  <c:v>24</c:v>
                </c:pt>
                <c:pt idx="586">
                  <c:v>24.5</c:v>
                </c:pt>
                <c:pt idx="587">
                  <c:v>24</c:v>
                </c:pt>
                <c:pt idx="588">
                  <c:v>22.5</c:v>
                </c:pt>
                <c:pt idx="589">
                  <c:v>23</c:v>
                </c:pt>
                <c:pt idx="590">
                  <c:v>23</c:v>
                </c:pt>
                <c:pt idx="591">
                  <c:v>25</c:v>
                </c:pt>
                <c:pt idx="592">
                  <c:v>26</c:v>
                </c:pt>
                <c:pt idx="593">
                  <c:v>23</c:v>
                </c:pt>
                <c:pt idx="594">
                  <c:v>24.5</c:v>
                </c:pt>
                <c:pt idx="595">
                  <c:v>27</c:v>
                </c:pt>
                <c:pt idx="596">
                  <c:v>29</c:v>
                </c:pt>
                <c:pt idx="597">
                  <c:v>27</c:v>
                </c:pt>
                <c:pt idx="598">
                  <c:v>22.5</c:v>
                </c:pt>
                <c:pt idx="599">
                  <c:v>24</c:v>
                </c:pt>
                <c:pt idx="600">
                  <c:v>25</c:v>
                </c:pt>
                <c:pt idx="601">
                  <c:v>26</c:v>
                </c:pt>
                <c:pt idx="602">
                  <c:v>25.5</c:v>
                </c:pt>
                <c:pt idx="603">
                  <c:v>25.5</c:v>
                </c:pt>
                <c:pt idx="604">
                  <c:v>23</c:v>
                </c:pt>
                <c:pt idx="605">
                  <c:v>21.5</c:v>
                </c:pt>
                <c:pt idx="606">
                  <c:v>22.5</c:v>
                </c:pt>
                <c:pt idx="607">
                  <c:v>24</c:v>
                </c:pt>
                <c:pt idx="608">
                  <c:v>24.5</c:v>
                </c:pt>
                <c:pt idx="609">
                  <c:v>20.5</c:v>
                </c:pt>
                <c:pt idx="610">
                  <c:v>20.5</c:v>
                </c:pt>
                <c:pt idx="611">
                  <c:v>20.5</c:v>
                </c:pt>
                <c:pt idx="612">
                  <c:v>20</c:v>
                </c:pt>
                <c:pt idx="613">
                  <c:v>18.5</c:v>
                </c:pt>
                <c:pt idx="614">
                  <c:v>20.5</c:v>
                </c:pt>
                <c:pt idx="615">
                  <c:v>20</c:v>
                </c:pt>
                <c:pt idx="616">
                  <c:v>18.5</c:v>
                </c:pt>
                <c:pt idx="617">
                  <c:v>18.5</c:v>
                </c:pt>
                <c:pt idx="618">
                  <c:v>17.5</c:v>
                </c:pt>
                <c:pt idx="619">
                  <c:v>19</c:v>
                </c:pt>
                <c:pt idx="620">
                  <c:v>17</c:v>
                </c:pt>
                <c:pt idx="621">
                  <c:v>16.5</c:v>
                </c:pt>
                <c:pt idx="622">
                  <c:v>18.5</c:v>
                </c:pt>
                <c:pt idx="623">
                  <c:v>19</c:v>
                </c:pt>
                <c:pt idx="624">
                  <c:v>19</c:v>
                </c:pt>
                <c:pt idx="625">
                  <c:v>20</c:v>
                </c:pt>
                <c:pt idx="626">
                  <c:v>19.5</c:v>
                </c:pt>
                <c:pt idx="627">
                  <c:v>20</c:v>
                </c:pt>
                <c:pt idx="628">
                  <c:v>21.5</c:v>
                </c:pt>
                <c:pt idx="629">
                  <c:v>22</c:v>
                </c:pt>
                <c:pt idx="630">
                  <c:v>21.5</c:v>
                </c:pt>
                <c:pt idx="631">
                  <c:v>19</c:v>
                </c:pt>
                <c:pt idx="632">
                  <c:v>17.5</c:v>
                </c:pt>
                <c:pt idx="633">
                  <c:v>17.5</c:v>
                </c:pt>
                <c:pt idx="634">
                  <c:v>18.5</c:v>
                </c:pt>
                <c:pt idx="635">
                  <c:v>19.5</c:v>
                </c:pt>
                <c:pt idx="636">
                  <c:v>20.5</c:v>
                </c:pt>
                <c:pt idx="637">
                  <c:v>19</c:v>
                </c:pt>
                <c:pt idx="638">
                  <c:v>14.5</c:v>
                </c:pt>
                <c:pt idx="639">
                  <c:v>14.5</c:v>
                </c:pt>
                <c:pt idx="640">
                  <c:v>15.5</c:v>
                </c:pt>
                <c:pt idx="641">
                  <c:v>18.5</c:v>
                </c:pt>
                <c:pt idx="642">
                  <c:v>19</c:v>
                </c:pt>
                <c:pt idx="643">
                  <c:v>20.5</c:v>
                </c:pt>
                <c:pt idx="644">
                  <c:v>18.5</c:v>
                </c:pt>
                <c:pt idx="645">
                  <c:v>15.5</c:v>
                </c:pt>
                <c:pt idx="646">
                  <c:v>15.5</c:v>
                </c:pt>
                <c:pt idx="647">
                  <c:v>15</c:v>
                </c:pt>
                <c:pt idx="648">
                  <c:v>14.5</c:v>
                </c:pt>
                <c:pt idx="649">
                  <c:v>15.5</c:v>
                </c:pt>
                <c:pt idx="650">
                  <c:v>14</c:v>
                </c:pt>
                <c:pt idx="651">
                  <c:v>12.5</c:v>
                </c:pt>
                <c:pt idx="652">
                  <c:v>12.5</c:v>
                </c:pt>
                <c:pt idx="653">
                  <c:v>14.5</c:v>
                </c:pt>
                <c:pt idx="654">
                  <c:v>16.5</c:v>
                </c:pt>
                <c:pt idx="655">
                  <c:v>17.5</c:v>
                </c:pt>
                <c:pt idx="656">
                  <c:v>18.5</c:v>
                </c:pt>
                <c:pt idx="657">
                  <c:v>19.5</c:v>
                </c:pt>
                <c:pt idx="658">
                  <c:v>20.5</c:v>
                </c:pt>
                <c:pt idx="659">
                  <c:v>21</c:v>
                </c:pt>
                <c:pt idx="660">
                  <c:v>21</c:v>
                </c:pt>
                <c:pt idx="661">
                  <c:v>17</c:v>
                </c:pt>
                <c:pt idx="662">
                  <c:v>13.5</c:v>
                </c:pt>
                <c:pt idx="663">
                  <c:v>14</c:v>
                </c:pt>
                <c:pt idx="664">
                  <c:v>13.5</c:v>
                </c:pt>
                <c:pt idx="665">
                  <c:v>14</c:v>
                </c:pt>
                <c:pt idx="666">
                  <c:v>16</c:v>
                </c:pt>
                <c:pt idx="667">
                  <c:v>14.5</c:v>
                </c:pt>
                <c:pt idx="668">
                  <c:v>16.5</c:v>
                </c:pt>
                <c:pt idx="669">
                  <c:v>13.5</c:v>
                </c:pt>
                <c:pt idx="670">
                  <c:v>12</c:v>
                </c:pt>
                <c:pt idx="671">
                  <c:v>12</c:v>
                </c:pt>
                <c:pt idx="672">
                  <c:v>12.5</c:v>
                </c:pt>
                <c:pt idx="673">
                  <c:v>11.5</c:v>
                </c:pt>
                <c:pt idx="674">
                  <c:v>8</c:v>
                </c:pt>
                <c:pt idx="675">
                  <c:v>5.5</c:v>
                </c:pt>
                <c:pt idx="676">
                  <c:v>6</c:v>
                </c:pt>
                <c:pt idx="677">
                  <c:v>7</c:v>
                </c:pt>
                <c:pt idx="678">
                  <c:v>9</c:v>
                </c:pt>
                <c:pt idx="679">
                  <c:v>9.5</c:v>
                </c:pt>
                <c:pt idx="680">
                  <c:v>9.5</c:v>
                </c:pt>
                <c:pt idx="681">
                  <c:v>10</c:v>
                </c:pt>
                <c:pt idx="682">
                  <c:v>10</c:v>
                </c:pt>
                <c:pt idx="683">
                  <c:v>7.5</c:v>
                </c:pt>
                <c:pt idx="684">
                  <c:v>7</c:v>
                </c:pt>
                <c:pt idx="685">
                  <c:v>5</c:v>
                </c:pt>
                <c:pt idx="686">
                  <c:v>5</c:v>
                </c:pt>
                <c:pt idx="687">
                  <c:v>6.5</c:v>
                </c:pt>
                <c:pt idx="688">
                  <c:v>9</c:v>
                </c:pt>
                <c:pt idx="689">
                  <c:v>11.5</c:v>
                </c:pt>
                <c:pt idx="690">
                  <c:v>11</c:v>
                </c:pt>
                <c:pt idx="691">
                  <c:v>12</c:v>
                </c:pt>
                <c:pt idx="692">
                  <c:v>12</c:v>
                </c:pt>
                <c:pt idx="693">
                  <c:v>13</c:v>
                </c:pt>
                <c:pt idx="694">
                  <c:v>12.5</c:v>
                </c:pt>
                <c:pt idx="695">
                  <c:v>11</c:v>
                </c:pt>
                <c:pt idx="696">
                  <c:v>10</c:v>
                </c:pt>
                <c:pt idx="697">
                  <c:v>11</c:v>
                </c:pt>
                <c:pt idx="698">
                  <c:v>10.5</c:v>
                </c:pt>
                <c:pt idx="699">
                  <c:v>10.5</c:v>
                </c:pt>
                <c:pt idx="700">
                  <c:v>10</c:v>
                </c:pt>
                <c:pt idx="701">
                  <c:v>10.5</c:v>
                </c:pt>
                <c:pt idx="702">
                  <c:v>8.5</c:v>
                </c:pt>
                <c:pt idx="703">
                  <c:v>8.5</c:v>
                </c:pt>
                <c:pt idx="704">
                  <c:v>9</c:v>
                </c:pt>
                <c:pt idx="705">
                  <c:v>7.5</c:v>
                </c:pt>
                <c:pt idx="706">
                  <c:v>5.5</c:v>
                </c:pt>
                <c:pt idx="707">
                  <c:v>5.5</c:v>
                </c:pt>
                <c:pt idx="708">
                  <c:v>5</c:v>
                </c:pt>
                <c:pt idx="709">
                  <c:v>6</c:v>
                </c:pt>
                <c:pt idx="710">
                  <c:v>7</c:v>
                </c:pt>
                <c:pt idx="711">
                  <c:v>7</c:v>
                </c:pt>
                <c:pt idx="712">
                  <c:v>5.5</c:v>
                </c:pt>
                <c:pt idx="713">
                  <c:v>5</c:v>
                </c:pt>
                <c:pt idx="714">
                  <c:v>4</c:v>
                </c:pt>
                <c:pt idx="715">
                  <c:v>3.5</c:v>
                </c:pt>
                <c:pt idx="716">
                  <c:v>4.5</c:v>
                </c:pt>
                <c:pt idx="717">
                  <c:v>6</c:v>
                </c:pt>
                <c:pt idx="718">
                  <c:v>5</c:v>
                </c:pt>
                <c:pt idx="719">
                  <c:v>5</c:v>
                </c:pt>
                <c:pt idx="720">
                  <c:v>5</c:v>
                </c:pt>
                <c:pt idx="721">
                  <c:v>5</c:v>
                </c:pt>
                <c:pt idx="722">
                  <c:v>2.5</c:v>
                </c:pt>
                <c:pt idx="723">
                  <c:v>3.5</c:v>
                </c:pt>
                <c:pt idx="724">
                  <c:v>2.5</c:v>
                </c:pt>
                <c:pt idx="725">
                  <c:v>0.5</c:v>
                </c:pt>
                <c:pt idx="726">
                  <c:v>-0.5</c:v>
                </c:pt>
                <c:pt idx="727">
                  <c:v>0.5</c:v>
                </c:pt>
                <c:pt idx="728">
                  <c:v>2</c:v>
                </c:pt>
                <c:pt idx="729">
                  <c:v>3</c:v>
                </c:pt>
                <c:pt idx="730">
                  <c:v>4</c:v>
                </c:pt>
                <c:pt idx="731">
                  <c:v>6</c:v>
                </c:pt>
                <c:pt idx="732">
                  <c:v>6.5</c:v>
                </c:pt>
                <c:pt idx="733">
                  <c:v>6.5</c:v>
                </c:pt>
                <c:pt idx="734">
                  <c:v>7.5</c:v>
                </c:pt>
                <c:pt idx="735">
                  <c:v>8.5</c:v>
                </c:pt>
                <c:pt idx="736">
                  <c:v>9</c:v>
                </c:pt>
                <c:pt idx="737">
                  <c:v>9.5</c:v>
                </c:pt>
                <c:pt idx="738">
                  <c:v>7.5</c:v>
                </c:pt>
                <c:pt idx="739">
                  <c:v>7</c:v>
                </c:pt>
                <c:pt idx="740">
                  <c:v>7.5</c:v>
                </c:pt>
                <c:pt idx="741">
                  <c:v>8</c:v>
                </c:pt>
                <c:pt idx="742">
                  <c:v>8</c:v>
                </c:pt>
                <c:pt idx="743">
                  <c:v>8.5</c:v>
                </c:pt>
                <c:pt idx="744">
                  <c:v>9</c:v>
                </c:pt>
                <c:pt idx="745">
                  <c:v>7</c:v>
                </c:pt>
                <c:pt idx="746">
                  <c:v>4</c:v>
                </c:pt>
                <c:pt idx="747">
                  <c:v>2</c:v>
                </c:pt>
                <c:pt idx="748">
                  <c:v>2</c:v>
                </c:pt>
                <c:pt idx="749">
                  <c:v>3</c:v>
                </c:pt>
                <c:pt idx="750">
                  <c:v>3.5</c:v>
                </c:pt>
                <c:pt idx="751">
                  <c:v>7</c:v>
                </c:pt>
                <c:pt idx="752">
                  <c:v>9</c:v>
                </c:pt>
                <c:pt idx="753">
                  <c:v>9</c:v>
                </c:pt>
                <c:pt idx="754">
                  <c:v>8.5</c:v>
                </c:pt>
                <c:pt idx="755">
                  <c:v>8</c:v>
                </c:pt>
                <c:pt idx="756">
                  <c:v>7</c:v>
                </c:pt>
                <c:pt idx="757">
                  <c:v>6</c:v>
                </c:pt>
                <c:pt idx="758">
                  <c:v>5.5</c:v>
                </c:pt>
                <c:pt idx="759">
                  <c:v>6</c:v>
                </c:pt>
                <c:pt idx="760">
                  <c:v>6</c:v>
                </c:pt>
                <c:pt idx="761">
                  <c:v>6</c:v>
                </c:pt>
                <c:pt idx="762">
                  <c:v>5.5</c:v>
                </c:pt>
                <c:pt idx="763">
                  <c:v>5.5</c:v>
                </c:pt>
                <c:pt idx="764">
                  <c:v>6.5</c:v>
                </c:pt>
                <c:pt idx="765">
                  <c:v>9</c:v>
                </c:pt>
                <c:pt idx="766">
                  <c:v>8.5</c:v>
                </c:pt>
                <c:pt idx="767">
                  <c:v>9</c:v>
                </c:pt>
                <c:pt idx="768">
                  <c:v>8.5</c:v>
                </c:pt>
                <c:pt idx="769">
                  <c:v>6.5</c:v>
                </c:pt>
                <c:pt idx="770">
                  <c:v>5.5</c:v>
                </c:pt>
                <c:pt idx="771">
                  <c:v>6</c:v>
                </c:pt>
                <c:pt idx="772">
                  <c:v>5.5</c:v>
                </c:pt>
                <c:pt idx="773">
                  <c:v>7.5</c:v>
                </c:pt>
                <c:pt idx="774">
                  <c:v>8.5</c:v>
                </c:pt>
                <c:pt idx="775">
                  <c:v>9</c:v>
                </c:pt>
                <c:pt idx="776">
                  <c:v>10</c:v>
                </c:pt>
                <c:pt idx="777">
                  <c:v>5</c:v>
                </c:pt>
                <c:pt idx="778">
                  <c:v>3</c:v>
                </c:pt>
                <c:pt idx="779">
                  <c:v>3</c:v>
                </c:pt>
                <c:pt idx="780">
                  <c:v>3.5</c:v>
                </c:pt>
                <c:pt idx="781">
                  <c:v>3.5</c:v>
                </c:pt>
                <c:pt idx="782">
                  <c:v>3.5</c:v>
                </c:pt>
                <c:pt idx="783">
                  <c:v>5</c:v>
                </c:pt>
                <c:pt idx="784">
                  <c:v>7</c:v>
                </c:pt>
                <c:pt idx="785">
                  <c:v>7</c:v>
                </c:pt>
                <c:pt idx="786">
                  <c:v>11.5</c:v>
                </c:pt>
                <c:pt idx="787">
                  <c:v>10.5</c:v>
                </c:pt>
                <c:pt idx="788">
                  <c:v>9.5</c:v>
                </c:pt>
                <c:pt idx="789">
                  <c:v>7.5</c:v>
                </c:pt>
                <c:pt idx="790">
                  <c:v>8.5</c:v>
                </c:pt>
                <c:pt idx="791">
                  <c:v>9</c:v>
                </c:pt>
                <c:pt idx="792">
                  <c:v>9.5</c:v>
                </c:pt>
                <c:pt idx="793">
                  <c:v>11</c:v>
                </c:pt>
                <c:pt idx="794">
                  <c:v>9</c:v>
                </c:pt>
                <c:pt idx="795">
                  <c:v>10.5</c:v>
                </c:pt>
                <c:pt idx="796">
                  <c:v>12</c:v>
                </c:pt>
                <c:pt idx="797">
                  <c:v>11</c:v>
                </c:pt>
                <c:pt idx="798">
                  <c:v>8.5</c:v>
                </c:pt>
                <c:pt idx="799">
                  <c:v>6</c:v>
                </c:pt>
                <c:pt idx="800">
                  <c:v>8</c:v>
                </c:pt>
                <c:pt idx="801">
                  <c:v>9.5</c:v>
                </c:pt>
                <c:pt idx="802">
                  <c:v>10</c:v>
                </c:pt>
                <c:pt idx="803">
                  <c:v>6.5</c:v>
                </c:pt>
                <c:pt idx="804">
                  <c:v>5</c:v>
                </c:pt>
                <c:pt idx="805">
                  <c:v>3.5</c:v>
                </c:pt>
                <c:pt idx="806">
                  <c:v>5.5</c:v>
                </c:pt>
                <c:pt idx="807">
                  <c:v>9</c:v>
                </c:pt>
                <c:pt idx="808">
                  <c:v>11.5</c:v>
                </c:pt>
                <c:pt idx="809">
                  <c:v>12</c:v>
                </c:pt>
                <c:pt idx="810">
                  <c:v>11</c:v>
                </c:pt>
                <c:pt idx="811">
                  <c:v>9.5</c:v>
                </c:pt>
                <c:pt idx="812">
                  <c:v>12</c:v>
                </c:pt>
                <c:pt idx="813">
                  <c:v>14</c:v>
                </c:pt>
                <c:pt idx="814">
                  <c:v>12</c:v>
                </c:pt>
                <c:pt idx="815">
                  <c:v>11.5</c:v>
                </c:pt>
                <c:pt idx="816">
                  <c:v>14</c:v>
                </c:pt>
                <c:pt idx="817">
                  <c:v>16</c:v>
                </c:pt>
                <c:pt idx="818">
                  <c:v>15.5</c:v>
                </c:pt>
                <c:pt idx="819">
                  <c:v>14</c:v>
                </c:pt>
                <c:pt idx="820">
                  <c:v>13</c:v>
                </c:pt>
                <c:pt idx="821">
                  <c:v>10.5</c:v>
                </c:pt>
                <c:pt idx="822">
                  <c:v>9.5</c:v>
                </c:pt>
                <c:pt idx="823">
                  <c:v>11</c:v>
                </c:pt>
                <c:pt idx="824">
                  <c:v>12</c:v>
                </c:pt>
                <c:pt idx="825">
                  <c:v>12.5</c:v>
                </c:pt>
                <c:pt idx="826">
                  <c:v>14</c:v>
                </c:pt>
                <c:pt idx="827">
                  <c:v>16</c:v>
                </c:pt>
                <c:pt idx="828">
                  <c:v>16</c:v>
                </c:pt>
                <c:pt idx="829">
                  <c:v>12.5</c:v>
                </c:pt>
                <c:pt idx="830">
                  <c:v>15.5</c:v>
                </c:pt>
                <c:pt idx="831">
                  <c:v>15</c:v>
                </c:pt>
                <c:pt idx="832">
                  <c:v>15.5</c:v>
                </c:pt>
                <c:pt idx="833">
                  <c:v>13.5</c:v>
                </c:pt>
                <c:pt idx="834">
                  <c:v>12.5</c:v>
                </c:pt>
                <c:pt idx="835">
                  <c:v>13</c:v>
                </c:pt>
                <c:pt idx="836">
                  <c:v>11</c:v>
                </c:pt>
                <c:pt idx="837">
                  <c:v>11</c:v>
                </c:pt>
                <c:pt idx="838">
                  <c:v>13</c:v>
                </c:pt>
                <c:pt idx="839">
                  <c:v>15.5</c:v>
                </c:pt>
                <c:pt idx="840">
                  <c:v>17.5</c:v>
                </c:pt>
                <c:pt idx="841">
                  <c:v>18.5</c:v>
                </c:pt>
                <c:pt idx="842">
                  <c:v>16.5</c:v>
                </c:pt>
                <c:pt idx="843">
                  <c:v>13</c:v>
                </c:pt>
                <c:pt idx="844">
                  <c:v>12.5</c:v>
                </c:pt>
                <c:pt idx="845">
                  <c:v>13.5</c:v>
                </c:pt>
                <c:pt idx="846">
                  <c:v>12</c:v>
                </c:pt>
                <c:pt idx="847">
                  <c:v>12.5</c:v>
                </c:pt>
                <c:pt idx="848">
                  <c:v>13.5</c:v>
                </c:pt>
                <c:pt idx="849">
                  <c:v>12</c:v>
                </c:pt>
                <c:pt idx="850">
                  <c:v>14</c:v>
                </c:pt>
                <c:pt idx="851">
                  <c:v>16</c:v>
                </c:pt>
                <c:pt idx="852">
                  <c:v>17</c:v>
                </c:pt>
                <c:pt idx="853">
                  <c:v>17.5</c:v>
                </c:pt>
                <c:pt idx="854">
                  <c:v>17</c:v>
                </c:pt>
                <c:pt idx="855">
                  <c:v>17.5</c:v>
                </c:pt>
                <c:pt idx="856">
                  <c:v>18</c:v>
                </c:pt>
                <c:pt idx="857">
                  <c:v>19</c:v>
                </c:pt>
                <c:pt idx="858">
                  <c:v>15</c:v>
                </c:pt>
                <c:pt idx="859">
                  <c:v>16.5</c:v>
                </c:pt>
                <c:pt idx="860">
                  <c:v>18</c:v>
                </c:pt>
                <c:pt idx="861">
                  <c:v>19</c:v>
                </c:pt>
                <c:pt idx="862">
                  <c:v>20.5</c:v>
                </c:pt>
                <c:pt idx="863">
                  <c:v>19</c:v>
                </c:pt>
                <c:pt idx="864">
                  <c:v>17.5</c:v>
                </c:pt>
                <c:pt idx="865">
                  <c:v>20.5</c:v>
                </c:pt>
                <c:pt idx="866">
                  <c:v>23</c:v>
                </c:pt>
                <c:pt idx="867">
                  <c:v>20</c:v>
                </c:pt>
                <c:pt idx="868">
                  <c:v>21.5</c:v>
                </c:pt>
                <c:pt idx="869">
                  <c:v>22</c:v>
                </c:pt>
                <c:pt idx="870">
                  <c:v>22.5</c:v>
                </c:pt>
                <c:pt idx="871">
                  <c:v>20.5</c:v>
                </c:pt>
                <c:pt idx="872">
                  <c:v>18.5</c:v>
                </c:pt>
                <c:pt idx="873">
                  <c:v>17.5</c:v>
                </c:pt>
                <c:pt idx="874">
                  <c:v>17</c:v>
                </c:pt>
                <c:pt idx="875">
                  <c:v>19</c:v>
                </c:pt>
                <c:pt idx="876">
                  <c:v>21</c:v>
                </c:pt>
                <c:pt idx="877">
                  <c:v>20</c:v>
                </c:pt>
                <c:pt idx="878">
                  <c:v>22.5</c:v>
                </c:pt>
                <c:pt idx="879">
                  <c:v>22.5</c:v>
                </c:pt>
                <c:pt idx="880">
                  <c:v>23.5</c:v>
                </c:pt>
                <c:pt idx="881">
                  <c:v>22.5</c:v>
                </c:pt>
                <c:pt idx="882">
                  <c:v>19.5</c:v>
                </c:pt>
                <c:pt idx="883">
                  <c:v>20.5</c:v>
                </c:pt>
                <c:pt idx="884">
                  <c:v>19</c:v>
                </c:pt>
                <c:pt idx="885">
                  <c:v>21</c:v>
                </c:pt>
                <c:pt idx="886">
                  <c:v>22</c:v>
                </c:pt>
                <c:pt idx="887">
                  <c:v>23</c:v>
                </c:pt>
                <c:pt idx="888">
                  <c:v>23.5</c:v>
                </c:pt>
                <c:pt idx="889">
                  <c:v>24.5</c:v>
                </c:pt>
                <c:pt idx="890">
                  <c:v>26</c:v>
                </c:pt>
                <c:pt idx="891">
                  <c:v>27.5</c:v>
                </c:pt>
                <c:pt idx="892">
                  <c:v>28.5</c:v>
                </c:pt>
                <c:pt idx="893">
                  <c:v>28</c:v>
                </c:pt>
                <c:pt idx="894">
                  <c:v>22.5</c:v>
                </c:pt>
                <c:pt idx="895">
                  <c:v>18.5</c:v>
                </c:pt>
                <c:pt idx="896">
                  <c:v>17.5</c:v>
                </c:pt>
                <c:pt idx="897">
                  <c:v>19</c:v>
                </c:pt>
                <c:pt idx="898">
                  <c:v>20</c:v>
                </c:pt>
                <c:pt idx="899">
                  <c:v>21</c:v>
                </c:pt>
                <c:pt idx="900">
                  <c:v>23</c:v>
                </c:pt>
                <c:pt idx="901">
                  <c:v>22</c:v>
                </c:pt>
                <c:pt idx="902">
                  <c:v>24</c:v>
                </c:pt>
                <c:pt idx="903">
                  <c:v>21</c:v>
                </c:pt>
                <c:pt idx="904">
                  <c:v>21.5</c:v>
                </c:pt>
                <c:pt idx="905">
                  <c:v>25</c:v>
                </c:pt>
                <c:pt idx="906">
                  <c:v>26.5</c:v>
                </c:pt>
                <c:pt idx="907">
                  <c:v>27.5</c:v>
                </c:pt>
                <c:pt idx="908">
                  <c:v>24.5</c:v>
                </c:pt>
                <c:pt idx="909">
                  <c:v>24</c:v>
                </c:pt>
                <c:pt idx="910">
                  <c:v>22.5</c:v>
                </c:pt>
                <c:pt idx="911">
                  <c:v>21.5</c:v>
                </c:pt>
                <c:pt idx="912">
                  <c:v>22.5</c:v>
                </c:pt>
                <c:pt idx="913">
                  <c:v>23.5</c:v>
                </c:pt>
                <c:pt idx="914">
                  <c:v>25.5</c:v>
                </c:pt>
                <c:pt idx="915">
                  <c:v>26.5</c:v>
                </c:pt>
                <c:pt idx="916">
                  <c:v>26.5</c:v>
                </c:pt>
                <c:pt idx="917">
                  <c:v>28.5</c:v>
                </c:pt>
                <c:pt idx="918">
                  <c:v>29</c:v>
                </c:pt>
                <c:pt idx="919">
                  <c:v>30.5</c:v>
                </c:pt>
                <c:pt idx="920">
                  <c:v>31.5</c:v>
                </c:pt>
                <c:pt idx="921">
                  <c:v>32</c:v>
                </c:pt>
                <c:pt idx="922">
                  <c:v>33</c:v>
                </c:pt>
                <c:pt idx="923">
                  <c:v>33.5</c:v>
                </c:pt>
                <c:pt idx="924">
                  <c:v>28.5</c:v>
                </c:pt>
                <c:pt idx="925">
                  <c:v>29.5</c:v>
                </c:pt>
                <c:pt idx="926">
                  <c:v>31</c:v>
                </c:pt>
                <c:pt idx="927">
                  <c:v>30</c:v>
                </c:pt>
                <c:pt idx="928">
                  <c:v>30</c:v>
                </c:pt>
                <c:pt idx="929">
                  <c:v>30</c:v>
                </c:pt>
                <c:pt idx="930">
                  <c:v>31</c:v>
                </c:pt>
                <c:pt idx="931">
                  <c:v>31.5</c:v>
                </c:pt>
                <c:pt idx="932">
                  <c:v>31</c:v>
                </c:pt>
                <c:pt idx="933">
                  <c:v>28</c:v>
                </c:pt>
                <c:pt idx="934">
                  <c:v>27</c:v>
                </c:pt>
                <c:pt idx="935">
                  <c:v>27.5</c:v>
                </c:pt>
                <c:pt idx="936">
                  <c:v>28.5</c:v>
                </c:pt>
                <c:pt idx="937">
                  <c:v>28</c:v>
                </c:pt>
                <c:pt idx="938">
                  <c:v>27</c:v>
                </c:pt>
                <c:pt idx="939">
                  <c:v>25</c:v>
                </c:pt>
                <c:pt idx="940">
                  <c:v>23.5</c:v>
                </c:pt>
                <c:pt idx="941">
                  <c:v>24</c:v>
                </c:pt>
                <c:pt idx="942">
                  <c:v>26</c:v>
                </c:pt>
                <c:pt idx="943">
                  <c:v>27.5</c:v>
                </c:pt>
                <c:pt idx="944">
                  <c:v>28.5</c:v>
                </c:pt>
                <c:pt idx="945">
                  <c:v>29.5</c:v>
                </c:pt>
                <c:pt idx="946">
                  <c:v>29</c:v>
                </c:pt>
                <c:pt idx="947">
                  <c:v>27.5</c:v>
                </c:pt>
                <c:pt idx="948">
                  <c:v>29.5</c:v>
                </c:pt>
                <c:pt idx="949">
                  <c:v>30.5</c:v>
                </c:pt>
                <c:pt idx="950">
                  <c:v>31</c:v>
                </c:pt>
                <c:pt idx="951">
                  <c:v>31.5</c:v>
                </c:pt>
                <c:pt idx="952">
                  <c:v>29</c:v>
                </c:pt>
                <c:pt idx="953">
                  <c:v>30</c:v>
                </c:pt>
                <c:pt idx="954">
                  <c:v>25</c:v>
                </c:pt>
                <c:pt idx="955">
                  <c:v>26</c:v>
                </c:pt>
                <c:pt idx="956">
                  <c:v>27.5</c:v>
                </c:pt>
                <c:pt idx="957">
                  <c:v>29.5</c:v>
                </c:pt>
                <c:pt idx="958">
                  <c:v>30.5</c:v>
                </c:pt>
                <c:pt idx="959">
                  <c:v>31.5</c:v>
                </c:pt>
                <c:pt idx="960">
                  <c:v>31</c:v>
                </c:pt>
                <c:pt idx="961">
                  <c:v>31</c:v>
                </c:pt>
                <c:pt idx="962">
                  <c:v>31.5</c:v>
                </c:pt>
                <c:pt idx="963">
                  <c:v>32.5</c:v>
                </c:pt>
                <c:pt idx="964">
                  <c:v>31.5</c:v>
                </c:pt>
                <c:pt idx="965">
                  <c:v>30.5</c:v>
                </c:pt>
                <c:pt idx="966">
                  <c:v>31.5</c:v>
                </c:pt>
                <c:pt idx="967">
                  <c:v>29.5</c:v>
                </c:pt>
                <c:pt idx="968">
                  <c:v>28.5</c:v>
                </c:pt>
                <c:pt idx="969">
                  <c:v>26</c:v>
                </c:pt>
                <c:pt idx="970">
                  <c:v>27.5</c:v>
                </c:pt>
                <c:pt idx="971">
                  <c:v>24.5</c:v>
                </c:pt>
                <c:pt idx="972">
                  <c:v>19.5</c:v>
                </c:pt>
                <c:pt idx="973">
                  <c:v>21.5</c:v>
                </c:pt>
                <c:pt idx="974">
                  <c:v>18</c:v>
                </c:pt>
                <c:pt idx="975">
                  <c:v>18</c:v>
                </c:pt>
                <c:pt idx="976">
                  <c:v>19</c:v>
                </c:pt>
                <c:pt idx="977">
                  <c:v>18</c:v>
                </c:pt>
                <c:pt idx="978">
                  <c:v>17.5</c:v>
                </c:pt>
                <c:pt idx="979">
                  <c:v>20</c:v>
                </c:pt>
                <c:pt idx="980">
                  <c:v>19.5</c:v>
                </c:pt>
                <c:pt idx="981">
                  <c:v>19.5</c:v>
                </c:pt>
                <c:pt idx="982">
                  <c:v>19.5</c:v>
                </c:pt>
                <c:pt idx="983">
                  <c:v>17.5</c:v>
                </c:pt>
                <c:pt idx="984">
                  <c:v>18</c:v>
                </c:pt>
                <c:pt idx="985">
                  <c:v>19.5</c:v>
                </c:pt>
                <c:pt idx="986">
                  <c:v>17.5</c:v>
                </c:pt>
                <c:pt idx="987">
                  <c:v>18</c:v>
                </c:pt>
                <c:pt idx="988">
                  <c:v>19.5</c:v>
                </c:pt>
                <c:pt idx="989">
                  <c:v>18.5</c:v>
                </c:pt>
                <c:pt idx="990">
                  <c:v>21</c:v>
                </c:pt>
                <c:pt idx="991">
                  <c:v>17</c:v>
                </c:pt>
                <c:pt idx="992">
                  <c:v>18</c:v>
                </c:pt>
                <c:pt idx="993">
                  <c:v>21</c:v>
                </c:pt>
                <c:pt idx="994">
                  <c:v>21.5</c:v>
                </c:pt>
                <c:pt idx="995">
                  <c:v>20.5</c:v>
                </c:pt>
                <c:pt idx="996">
                  <c:v>21</c:v>
                </c:pt>
                <c:pt idx="997">
                  <c:v>19</c:v>
                </c:pt>
                <c:pt idx="998">
                  <c:v>17</c:v>
                </c:pt>
                <c:pt idx="999">
                  <c:v>17</c:v>
                </c:pt>
                <c:pt idx="1000">
                  <c:v>17.5</c:v>
                </c:pt>
                <c:pt idx="1001">
                  <c:v>18</c:v>
                </c:pt>
                <c:pt idx="1002">
                  <c:v>18.5</c:v>
                </c:pt>
                <c:pt idx="1003">
                  <c:v>18.5</c:v>
                </c:pt>
                <c:pt idx="1004">
                  <c:v>18</c:v>
                </c:pt>
                <c:pt idx="1005">
                  <c:v>18</c:v>
                </c:pt>
                <c:pt idx="1006">
                  <c:v>18.5</c:v>
                </c:pt>
                <c:pt idx="1007">
                  <c:v>16.5</c:v>
                </c:pt>
                <c:pt idx="1008">
                  <c:v>16.5</c:v>
                </c:pt>
                <c:pt idx="1009">
                  <c:v>18</c:v>
                </c:pt>
                <c:pt idx="1010">
                  <c:v>18.5</c:v>
                </c:pt>
                <c:pt idx="1011">
                  <c:v>19.5</c:v>
                </c:pt>
                <c:pt idx="1012">
                  <c:v>18.5</c:v>
                </c:pt>
                <c:pt idx="1013">
                  <c:v>16.5</c:v>
                </c:pt>
                <c:pt idx="1014">
                  <c:v>16</c:v>
                </c:pt>
                <c:pt idx="1015">
                  <c:v>17</c:v>
                </c:pt>
                <c:pt idx="1016">
                  <c:v>14</c:v>
                </c:pt>
                <c:pt idx="1017">
                  <c:v>13.5</c:v>
                </c:pt>
                <c:pt idx="1018">
                  <c:v>13.5</c:v>
                </c:pt>
                <c:pt idx="1019">
                  <c:v>13</c:v>
                </c:pt>
                <c:pt idx="1020">
                  <c:v>13</c:v>
                </c:pt>
                <c:pt idx="1021">
                  <c:v>12.5</c:v>
                </c:pt>
                <c:pt idx="1022">
                  <c:v>8.5</c:v>
                </c:pt>
                <c:pt idx="1023">
                  <c:v>8</c:v>
                </c:pt>
                <c:pt idx="1024">
                  <c:v>8</c:v>
                </c:pt>
                <c:pt idx="1025">
                  <c:v>11</c:v>
                </c:pt>
                <c:pt idx="1026">
                  <c:v>13</c:v>
                </c:pt>
                <c:pt idx="1027">
                  <c:v>12.5</c:v>
                </c:pt>
                <c:pt idx="1028">
                  <c:v>13.5</c:v>
                </c:pt>
                <c:pt idx="1029">
                  <c:v>21</c:v>
                </c:pt>
                <c:pt idx="1030">
                  <c:v>16</c:v>
                </c:pt>
                <c:pt idx="1031">
                  <c:v>16</c:v>
                </c:pt>
                <c:pt idx="1032">
                  <c:v>17</c:v>
                </c:pt>
                <c:pt idx="1033">
                  <c:v>17.5</c:v>
                </c:pt>
                <c:pt idx="1034">
                  <c:v>14</c:v>
                </c:pt>
                <c:pt idx="1035">
                  <c:v>12.5</c:v>
                </c:pt>
                <c:pt idx="1036">
                  <c:v>9.5</c:v>
                </c:pt>
                <c:pt idx="1037">
                  <c:v>7</c:v>
                </c:pt>
                <c:pt idx="1038">
                  <c:v>7</c:v>
                </c:pt>
                <c:pt idx="1039">
                  <c:v>6.5</c:v>
                </c:pt>
                <c:pt idx="1040">
                  <c:v>5</c:v>
                </c:pt>
                <c:pt idx="1041">
                  <c:v>6.5</c:v>
                </c:pt>
                <c:pt idx="1042">
                  <c:v>8.5</c:v>
                </c:pt>
                <c:pt idx="1043">
                  <c:v>6</c:v>
                </c:pt>
                <c:pt idx="1044">
                  <c:v>6</c:v>
                </c:pt>
                <c:pt idx="1045">
                  <c:v>7.5</c:v>
                </c:pt>
                <c:pt idx="1046">
                  <c:v>8</c:v>
                </c:pt>
                <c:pt idx="1047">
                  <c:v>8.5</c:v>
                </c:pt>
                <c:pt idx="1048">
                  <c:v>8</c:v>
                </c:pt>
                <c:pt idx="1049">
                  <c:v>7</c:v>
                </c:pt>
                <c:pt idx="1050">
                  <c:v>8.5</c:v>
                </c:pt>
                <c:pt idx="1051">
                  <c:v>9.5</c:v>
                </c:pt>
                <c:pt idx="1052">
                  <c:v>10</c:v>
                </c:pt>
                <c:pt idx="1053">
                  <c:v>9</c:v>
                </c:pt>
                <c:pt idx="1054">
                  <c:v>6.5</c:v>
                </c:pt>
                <c:pt idx="1055">
                  <c:v>6</c:v>
                </c:pt>
                <c:pt idx="1056">
                  <c:v>5.5</c:v>
                </c:pt>
                <c:pt idx="1057">
                  <c:v>5</c:v>
                </c:pt>
                <c:pt idx="1058">
                  <c:v>7.5</c:v>
                </c:pt>
                <c:pt idx="1059">
                  <c:v>7</c:v>
                </c:pt>
                <c:pt idx="1060">
                  <c:v>8.5</c:v>
                </c:pt>
                <c:pt idx="1061">
                  <c:v>9.5</c:v>
                </c:pt>
                <c:pt idx="1062">
                  <c:v>10</c:v>
                </c:pt>
                <c:pt idx="1063">
                  <c:v>11</c:v>
                </c:pt>
                <c:pt idx="1064">
                  <c:v>10</c:v>
                </c:pt>
                <c:pt idx="1065">
                  <c:v>8</c:v>
                </c:pt>
                <c:pt idx="1066">
                  <c:v>7.5</c:v>
                </c:pt>
                <c:pt idx="1067">
                  <c:v>8</c:v>
                </c:pt>
                <c:pt idx="1068">
                  <c:v>7</c:v>
                </c:pt>
                <c:pt idx="1069">
                  <c:v>7</c:v>
                </c:pt>
                <c:pt idx="1070">
                  <c:v>7.5</c:v>
                </c:pt>
                <c:pt idx="1071">
                  <c:v>10</c:v>
                </c:pt>
                <c:pt idx="1072">
                  <c:v>10</c:v>
                </c:pt>
                <c:pt idx="1073">
                  <c:v>10</c:v>
                </c:pt>
                <c:pt idx="1074">
                  <c:v>9.5</c:v>
                </c:pt>
                <c:pt idx="1075">
                  <c:v>8.5</c:v>
                </c:pt>
                <c:pt idx="1076">
                  <c:v>7.5</c:v>
                </c:pt>
                <c:pt idx="1077">
                  <c:v>7.5</c:v>
                </c:pt>
                <c:pt idx="1078">
                  <c:v>6.5</c:v>
                </c:pt>
                <c:pt idx="1079">
                  <c:v>6.5</c:v>
                </c:pt>
                <c:pt idx="1080">
                  <c:v>7</c:v>
                </c:pt>
                <c:pt idx="1081">
                  <c:v>8</c:v>
                </c:pt>
                <c:pt idx="1082">
                  <c:v>7.5</c:v>
                </c:pt>
                <c:pt idx="1083">
                  <c:v>8</c:v>
                </c:pt>
                <c:pt idx="1084">
                  <c:v>7.5</c:v>
                </c:pt>
                <c:pt idx="1085">
                  <c:v>5.5</c:v>
                </c:pt>
                <c:pt idx="1086">
                  <c:v>4</c:v>
                </c:pt>
                <c:pt idx="1087">
                  <c:v>3</c:v>
                </c:pt>
                <c:pt idx="1088">
                  <c:v>3</c:v>
                </c:pt>
                <c:pt idx="1089">
                  <c:v>2.5</c:v>
                </c:pt>
                <c:pt idx="1090">
                  <c:v>2.5</c:v>
                </c:pt>
                <c:pt idx="1091">
                  <c:v>2.5</c:v>
                </c:pt>
                <c:pt idx="1092">
                  <c:v>2.5</c:v>
                </c:pt>
                <c:pt idx="1093">
                  <c:v>1.5</c:v>
                </c:pt>
                <c:pt idx="1094">
                  <c:v>1.5</c:v>
                </c:pt>
                <c:pt idx="1095">
                  <c:v>2</c:v>
                </c:pt>
                <c:pt idx="1096">
                  <c:v>3.5</c:v>
                </c:pt>
                <c:pt idx="1097">
                  <c:v>4.5</c:v>
                </c:pt>
                <c:pt idx="1098">
                  <c:v>3</c:v>
                </c:pt>
                <c:pt idx="1099">
                  <c:v>2.5</c:v>
                </c:pt>
                <c:pt idx="1100">
                  <c:v>2</c:v>
                </c:pt>
                <c:pt idx="1101">
                  <c:v>2.5</c:v>
                </c:pt>
                <c:pt idx="1102">
                  <c:v>4</c:v>
                </c:pt>
                <c:pt idx="1103">
                  <c:v>7</c:v>
                </c:pt>
                <c:pt idx="1104">
                  <c:v>10</c:v>
                </c:pt>
                <c:pt idx="1105">
                  <c:v>10</c:v>
                </c:pt>
                <c:pt idx="1106">
                  <c:v>9.5</c:v>
                </c:pt>
                <c:pt idx="1107">
                  <c:v>7</c:v>
                </c:pt>
                <c:pt idx="1108">
                  <c:v>7</c:v>
                </c:pt>
                <c:pt idx="1109">
                  <c:v>9.5</c:v>
                </c:pt>
                <c:pt idx="1110">
                  <c:v>8.5</c:v>
                </c:pt>
                <c:pt idx="1111">
                  <c:v>7.5</c:v>
                </c:pt>
                <c:pt idx="1112">
                  <c:v>9.5</c:v>
                </c:pt>
                <c:pt idx="1113">
                  <c:v>8.5</c:v>
                </c:pt>
                <c:pt idx="1114">
                  <c:v>9.5</c:v>
                </c:pt>
                <c:pt idx="1115">
                  <c:v>7</c:v>
                </c:pt>
                <c:pt idx="1116">
                  <c:v>6.5</c:v>
                </c:pt>
                <c:pt idx="1117">
                  <c:v>5</c:v>
                </c:pt>
                <c:pt idx="1118">
                  <c:v>5</c:v>
                </c:pt>
                <c:pt idx="1119">
                  <c:v>5.5</c:v>
                </c:pt>
                <c:pt idx="1120">
                  <c:v>5.5</c:v>
                </c:pt>
                <c:pt idx="1121">
                  <c:v>5</c:v>
                </c:pt>
                <c:pt idx="1122">
                  <c:v>3</c:v>
                </c:pt>
                <c:pt idx="1123">
                  <c:v>4.5</c:v>
                </c:pt>
                <c:pt idx="1124">
                  <c:v>4</c:v>
                </c:pt>
                <c:pt idx="1125">
                  <c:v>3</c:v>
                </c:pt>
                <c:pt idx="1126">
                  <c:v>2.5</c:v>
                </c:pt>
                <c:pt idx="1127">
                  <c:v>1</c:v>
                </c:pt>
                <c:pt idx="1128">
                  <c:v>1.5</c:v>
                </c:pt>
                <c:pt idx="1129">
                  <c:v>1.5</c:v>
                </c:pt>
                <c:pt idx="1130">
                  <c:v>3</c:v>
                </c:pt>
                <c:pt idx="1131">
                  <c:v>3</c:v>
                </c:pt>
                <c:pt idx="1132">
                  <c:v>1.5</c:v>
                </c:pt>
                <c:pt idx="1133">
                  <c:v>2</c:v>
                </c:pt>
                <c:pt idx="1134">
                  <c:v>2.5</c:v>
                </c:pt>
                <c:pt idx="1135">
                  <c:v>2.5</c:v>
                </c:pt>
                <c:pt idx="1136">
                  <c:v>3.5</c:v>
                </c:pt>
                <c:pt idx="1137">
                  <c:v>4</c:v>
                </c:pt>
                <c:pt idx="1138">
                  <c:v>2</c:v>
                </c:pt>
                <c:pt idx="1139">
                  <c:v>0</c:v>
                </c:pt>
                <c:pt idx="1140">
                  <c:v>-1.5</c:v>
                </c:pt>
                <c:pt idx="1141">
                  <c:v>-3</c:v>
                </c:pt>
                <c:pt idx="1142">
                  <c:v>-3.5</c:v>
                </c:pt>
                <c:pt idx="1143">
                  <c:v>-3</c:v>
                </c:pt>
                <c:pt idx="1144">
                  <c:v>-1</c:v>
                </c:pt>
                <c:pt idx="1145">
                  <c:v>0</c:v>
                </c:pt>
                <c:pt idx="1146">
                  <c:v>2</c:v>
                </c:pt>
                <c:pt idx="1147">
                  <c:v>3</c:v>
                </c:pt>
                <c:pt idx="1148">
                  <c:v>3.5</c:v>
                </c:pt>
                <c:pt idx="1149">
                  <c:v>4</c:v>
                </c:pt>
                <c:pt idx="1150">
                  <c:v>6</c:v>
                </c:pt>
                <c:pt idx="1151">
                  <c:v>5.5</c:v>
                </c:pt>
                <c:pt idx="1152">
                  <c:v>5</c:v>
                </c:pt>
                <c:pt idx="1153">
                  <c:v>4.5</c:v>
                </c:pt>
                <c:pt idx="1154">
                  <c:v>2.5</c:v>
                </c:pt>
                <c:pt idx="1155">
                  <c:v>0.5</c:v>
                </c:pt>
                <c:pt idx="1156">
                  <c:v>-0.5</c:v>
                </c:pt>
                <c:pt idx="1157">
                  <c:v>1.5</c:v>
                </c:pt>
                <c:pt idx="1158">
                  <c:v>3</c:v>
                </c:pt>
                <c:pt idx="1159">
                  <c:v>4.5</c:v>
                </c:pt>
                <c:pt idx="1160">
                  <c:v>6</c:v>
                </c:pt>
                <c:pt idx="1161">
                  <c:v>7</c:v>
                </c:pt>
                <c:pt idx="1162">
                  <c:v>7</c:v>
                </c:pt>
                <c:pt idx="1163">
                  <c:v>6.5</c:v>
                </c:pt>
                <c:pt idx="1164">
                  <c:v>10</c:v>
                </c:pt>
                <c:pt idx="1165">
                  <c:v>10.5</c:v>
                </c:pt>
                <c:pt idx="1166">
                  <c:v>10.5</c:v>
                </c:pt>
                <c:pt idx="1167">
                  <c:v>9.5</c:v>
                </c:pt>
                <c:pt idx="1168">
                  <c:v>8.5</c:v>
                </c:pt>
                <c:pt idx="1169">
                  <c:v>9</c:v>
                </c:pt>
                <c:pt idx="1170">
                  <c:v>10</c:v>
                </c:pt>
                <c:pt idx="1171">
                  <c:v>13.5</c:v>
                </c:pt>
                <c:pt idx="1172">
                  <c:v>13</c:v>
                </c:pt>
                <c:pt idx="1173">
                  <c:v>13.5</c:v>
                </c:pt>
                <c:pt idx="1174">
                  <c:v>13.5</c:v>
                </c:pt>
                <c:pt idx="1175">
                  <c:v>13.5</c:v>
                </c:pt>
                <c:pt idx="1176">
                  <c:v>12.5</c:v>
                </c:pt>
                <c:pt idx="1177">
                  <c:v>13.5</c:v>
                </c:pt>
                <c:pt idx="1178">
                  <c:v>13</c:v>
                </c:pt>
                <c:pt idx="1179">
                  <c:v>13.5</c:v>
                </c:pt>
                <c:pt idx="1180">
                  <c:v>11.5</c:v>
                </c:pt>
                <c:pt idx="1181">
                  <c:v>11</c:v>
                </c:pt>
                <c:pt idx="1182">
                  <c:v>11</c:v>
                </c:pt>
                <c:pt idx="1183">
                  <c:v>10.5</c:v>
                </c:pt>
                <c:pt idx="1184">
                  <c:v>11</c:v>
                </c:pt>
                <c:pt idx="1185">
                  <c:v>13</c:v>
                </c:pt>
                <c:pt idx="1186">
                  <c:v>12</c:v>
                </c:pt>
                <c:pt idx="1187">
                  <c:v>13.5</c:v>
                </c:pt>
                <c:pt idx="1188">
                  <c:v>14</c:v>
                </c:pt>
                <c:pt idx="1189">
                  <c:v>15</c:v>
                </c:pt>
                <c:pt idx="1190">
                  <c:v>14.5</c:v>
                </c:pt>
                <c:pt idx="1191">
                  <c:v>12</c:v>
                </c:pt>
                <c:pt idx="1192">
                  <c:v>12</c:v>
                </c:pt>
                <c:pt idx="1193">
                  <c:v>11.5</c:v>
                </c:pt>
                <c:pt idx="1194">
                  <c:v>8</c:v>
                </c:pt>
                <c:pt idx="1195">
                  <c:v>9</c:v>
                </c:pt>
                <c:pt idx="1196">
                  <c:v>11.5</c:v>
                </c:pt>
                <c:pt idx="1197">
                  <c:v>13</c:v>
                </c:pt>
                <c:pt idx="1198">
                  <c:v>12</c:v>
                </c:pt>
                <c:pt idx="1199">
                  <c:v>13.5</c:v>
                </c:pt>
                <c:pt idx="1200">
                  <c:v>13.5</c:v>
                </c:pt>
                <c:pt idx="1201">
                  <c:v>14.5</c:v>
                </c:pt>
                <c:pt idx="1202">
                  <c:v>15.5</c:v>
                </c:pt>
                <c:pt idx="1203">
                  <c:v>16</c:v>
                </c:pt>
                <c:pt idx="1204">
                  <c:v>16</c:v>
                </c:pt>
                <c:pt idx="1205">
                  <c:v>15</c:v>
                </c:pt>
                <c:pt idx="1206">
                  <c:v>17</c:v>
                </c:pt>
                <c:pt idx="1207">
                  <c:v>16</c:v>
                </c:pt>
                <c:pt idx="1208">
                  <c:v>10</c:v>
                </c:pt>
                <c:pt idx="1209">
                  <c:v>10.5</c:v>
                </c:pt>
                <c:pt idx="1210">
                  <c:v>13</c:v>
                </c:pt>
                <c:pt idx="1211">
                  <c:v>16</c:v>
                </c:pt>
                <c:pt idx="1212">
                  <c:v>17</c:v>
                </c:pt>
                <c:pt idx="1213">
                  <c:v>15.5</c:v>
                </c:pt>
                <c:pt idx="1214">
                  <c:v>16.5</c:v>
                </c:pt>
                <c:pt idx="1215">
                  <c:v>15</c:v>
                </c:pt>
                <c:pt idx="1216">
                  <c:v>15.5</c:v>
                </c:pt>
                <c:pt idx="1217">
                  <c:v>19.5</c:v>
                </c:pt>
                <c:pt idx="1218">
                  <c:v>20.5</c:v>
                </c:pt>
                <c:pt idx="1219">
                  <c:v>22</c:v>
                </c:pt>
                <c:pt idx="1220">
                  <c:v>21.5</c:v>
                </c:pt>
                <c:pt idx="1221">
                  <c:v>22</c:v>
                </c:pt>
                <c:pt idx="1222">
                  <c:v>20.5</c:v>
                </c:pt>
                <c:pt idx="1223">
                  <c:v>21.5</c:v>
                </c:pt>
                <c:pt idx="1224">
                  <c:v>21.5</c:v>
                </c:pt>
                <c:pt idx="1225">
                  <c:v>20</c:v>
                </c:pt>
                <c:pt idx="1226">
                  <c:v>21</c:v>
                </c:pt>
                <c:pt idx="1227">
                  <c:v>20.5</c:v>
                </c:pt>
                <c:pt idx="1228">
                  <c:v>21</c:v>
                </c:pt>
                <c:pt idx="1229">
                  <c:v>19</c:v>
                </c:pt>
                <c:pt idx="1230">
                  <c:v>16</c:v>
                </c:pt>
                <c:pt idx="1231">
                  <c:v>18.5</c:v>
                </c:pt>
                <c:pt idx="1232">
                  <c:v>18</c:v>
                </c:pt>
                <c:pt idx="1233">
                  <c:v>20</c:v>
                </c:pt>
                <c:pt idx="1234">
                  <c:v>20.5</c:v>
                </c:pt>
                <c:pt idx="1235">
                  <c:v>20.5</c:v>
                </c:pt>
                <c:pt idx="1236">
                  <c:v>18.5</c:v>
                </c:pt>
                <c:pt idx="1237">
                  <c:v>18.5</c:v>
                </c:pt>
                <c:pt idx="1238">
                  <c:v>20</c:v>
                </c:pt>
                <c:pt idx="1239">
                  <c:v>19.5</c:v>
                </c:pt>
                <c:pt idx="1240">
                  <c:v>21.5</c:v>
                </c:pt>
                <c:pt idx="1241">
                  <c:v>23.5</c:v>
                </c:pt>
                <c:pt idx="1242">
                  <c:v>24.5</c:v>
                </c:pt>
                <c:pt idx="1243">
                  <c:v>19.5</c:v>
                </c:pt>
                <c:pt idx="1244">
                  <c:v>17.5</c:v>
                </c:pt>
                <c:pt idx="1245">
                  <c:v>19</c:v>
                </c:pt>
                <c:pt idx="1246">
                  <c:v>18</c:v>
                </c:pt>
                <c:pt idx="1247">
                  <c:v>18</c:v>
                </c:pt>
                <c:pt idx="1248">
                  <c:v>17.5</c:v>
                </c:pt>
                <c:pt idx="1249">
                  <c:v>18.5</c:v>
                </c:pt>
                <c:pt idx="1250">
                  <c:v>14.5</c:v>
                </c:pt>
                <c:pt idx="1251">
                  <c:v>17.5</c:v>
                </c:pt>
                <c:pt idx="1252">
                  <c:v>17.5</c:v>
                </c:pt>
                <c:pt idx="1253">
                  <c:v>20</c:v>
                </c:pt>
                <c:pt idx="1254">
                  <c:v>21.5</c:v>
                </c:pt>
                <c:pt idx="1255">
                  <c:v>22</c:v>
                </c:pt>
                <c:pt idx="1256">
                  <c:v>21.5</c:v>
                </c:pt>
                <c:pt idx="1257">
                  <c:v>22.5</c:v>
                </c:pt>
                <c:pt idx="1258">
                  <c:v>25</c:v>
                </c:pt>
                <c:pt idx="1259">
                  <c:v>25.5</c:v>
                </c:pt>
                <c:pt idx="1260">
                  <c:v>26</c:v>
                </c:pt>
                <c:pt idx="1261">
                  <c:v>26.5</c:v>
                </c:pt>
                <c:pt idx="1262">
                  <c:v>26.5</c:v>
                </c:pt>
                <c:pt idx="1263">
                  <c:v>26</c:v>
                </c:pt>
                <c:pt idx="1264">
                  <c:v>24.5</c:v>
                </c:pt>
                <c:pt idx="1265">
                  <c:v>23</c:v>
                </c:pt>
                <c:pt idx="1266">
                  <c:v>21</c:v>
                </c:pt>
                <c:pt idx="1267">
                  <c:v>23</c:v>
                </c:pt>
                <c:pt idx="1268">
                  <c:v>24.5</c:v>
                </c:pt>
                <c:pt idx="1269">
                  <c:v>24.5</c:v>
                </c:pt>
                <c:pt idx="1270">
                  <c:v>24.5</c:v>
                </c:pt>
                <c:pt idx="1271">
                  <c:v>21.5</c:v>
                </c:pt>
                <c:pt idx="1272">
                  <c:v>19</c:v>
                </c:pt>
                <c:pt idx="1273">
                  <c:v>23</c:v>
                </c:pt>
                <c:pt idx="1274">
                  <c:v>25.5</c:v>
                </c:pt>
                <c:pt idx="1275">
                  <c:v>27</c:v>
                </c:pt>
                <c:pt idx="1276">
                  <c:v>28.5</c:v>
                </c:pt>
                <c:pt idx="1277">
                  <c:v>28.5</c:v>
                </c:pt>
                <c:pt idx="1278">
                  <c:v>29</c:v>
                </c:pt>
                <c:pt idx="1279">
                  <c:v>27.5</c:v>
                </c:pt>
                <c:pt idx="1280">
                  <c:v>24.5</c:v>
                </c:pt>
                <c:pt idx="1281">
                  <c:v>23</c:v>
                </c:pt>
                <c:pt idx="1282">
                  <c:v>24.5</c:v>
                </c:pt>
                <c:pt idx="1283">
                  <c:v>24.5</c:v>
                </c:pt>
                <c:pt idx="1284">
                  <c:v>25</c:v>
                </c:pt>
                <c:pt idx="1285">
                  <c:v>26.5</c:v>
                </c:pt>
                <c:pt idx="1286">
                  <c:v>27</c:v>
                </c:pt>
                <c:pt idx="1287">
                  <c:v>27.5</c:v>
                </c:pt>
                <c:pt idx="1288">
                  <c:v>27.5</c:v>
                </c:pt>
                <c:pt idx="1289">
                  <c:v>28</c:v>
                </c:pt>
                <c:pt idx="1290">
                  <c:v>28.5</c:v>
                </c:pt>
                <c:pt idx="1291">
                  <c:v>29</c:v>
                </c:pt>
                <c:pt idx="1292">
                  <c:v>22.5</c:v>
                </c:pt>
                <c:pt idx="1293">
                  <c:v>23.5</c:v>
                </c:pt>
                <c:pt idx="1294">
                  <c:v>24</c:v>
                </c:pt>
                <c:pt idx="1295">
                  <c:v>25.5</c:v>
                </c:pt>
                <c:pt idx="1296">
                  <c:v>27.5</c:v>
                </c:pt>
                <c:pt idx="1297">
                  <c:v>25</c:v>
                </c:pt>
                <c:pt idx="1298">
                  <c:v>23</c:v>
                </c:pt>
                <c:pt idx="1299">
                  <c:v>25</c:v>
                </c:pt>
                <c:pt idx="1300">
                  <c:v>28</c:v>
                </c:pt>
                <c:pt idx="1301">
                  <c:v>29</c:v>
                </c:pt>
                <c:pt idx="1302">
                  <c:v>30</c:v>
                </c:pt>
                <c:pt idx="1303">
                  <c:v>28.5</c:v>
                </c:pt>
                <c:pt idx="1304">
                  <c:v>28</c:v>
                </c:pt>
                <c:pt idx="1305">
                  <c:v>27.5</c:v>
                </c:pt>
                <c:pt idx="1306">
                  <c:v>25.5</c:v>
                </c:pt>
                <c:pt idx="1307">
                  <c:v>26.5</c:v>
                </c:pt>
                <c:pt idx="1308">
                  <c:v>28</c:v>
                </c:pt>
                <c:pt idx="1309">
                  <c:v>29</c:v>
                </c:pt>
                <c:pt idx="1310">
                  <c:v>26.5</c:v>
                </c:pt>
                <c:pt idx="1311">
                  <c:v>27</c:v>
                </c:pt>
                <c:pt idx="1312">
                  <c:v>28.5</c:v>
                </c:pt>
                <c:pt idx="1313">
                  <c:v>29</c:v>
                </c:pt>
                <c:pt idx="1314">
                  <c:v>29</c:v>
                </c:pt>
                <c:pt idx="1315">
                  <c:v>27</c:v>
                </c:pt>
                <c:pt idx="1316">
                  <c:v>27.5</c:v>
                </c:pt>
                <c:pt idx="1317">
                  <c:v>28</c:v>
                </c:pt>
                <c:pt idx="1318">
                  <c:v>28</c:v>
                </c:pt>
                <c:pt idx="1319">
                  <c:v>28.5</c:v>
                </c:pt>
                <c:pt idx="1320">
                  <c:v>29.5</c:v>
                </c:pt>
                <c:pt idx="1321">
                  <c:v>29</c:v>
                </c:pt>
                <c:pt idx="1322">
                  <c:v>28</c:v>
                </c:pt>
                <c:pt idx="1323">
                  <c:v>27</c:v>
                </c:pt>
                <c:pt idx="1324">
                  <c:v>27</c:v>
                </c:pt>
                <c:pt idx="1325">
                  <c:v>26</c:v>
                </c:pt>
                <c:pt idx="1326">
                  <c:v>28</c:v>
                </c:pt>
                <c:pt idx="1327">
                  <c:v>29</c:v>
                </c:pt>
                <c:pt idx="1328">
                  <c:v>30</c:v>
                </c:pt>
                <c:pt idx="1329">
                  <c:v>29</c:v>
                </c:pt>
                <c:pt idx="1330">
                  <c:v>26.5</c:v>
                </c:pt>
                <c:pt idx="1331">
                  <c:v>26.5</c:v>
                </c:pt>
                <c:pt idx="1332">
                  <c:v>28.5</c:v>
                </c:pt>
                <c:pt idx="1333">
                  <c:v>29</c:v>
                </c:pt>
                <c:pt idx="1334">
                  <c:v>29</c:v>
                </c:pt>
                <c:pt idx="1335">
                  <c:v>27.5</c:v>
                </c:pt>
                <c:pt idx="1336">
                  <c:v>26.5</c:v>
                </c:pt>
                <c:pt idx="1337">
                  <c:v>23.5</c:v>
                </c:pt>
                <c:pt idx="1338">
                  <c:v>24.5</c:v>
                </c:pt>
                <c:pt idx="1339">
                  <c:v>20</c:v>
                </c:pt>
                <c:pt idx="1340">
                  <c:v>20</c:v>
                </c:pt>
                <c:pt idx="1341">
                  <c:v>21</c:v>
                </c:pt>
                <c:pt idx="1342">
                  <c:v>23</c:v>
                </c:pt>
                <c:pt idx="1343">
                  <c:v>19</c:v>
                </c:pt>
                <c:pt idx="1344">
                  <c:v>22</c:v>
                </c:pt>
                <c:pt idx="1345">
                  <c:v>23</c:v>
                </c:pt>
                <c:pt idx="1346">
                  <c:v>24</c:v>
                </c:pt>
                <c:pt idx="1347">
                  <c:v>24.5</c:v>
                </c:pt>
                <c:pt idx="1348">
                  <c:v>24.5</c:v>
                </c:pt>
                <c:pt idx="1349">
                  <c:v>24</c:v>
                </c:pt>
                <c:pt idx="1350">
                  <c:v>22.5</c:v>
                </c:pt>
                <c:pt idx="1351">
                  <c:v>21</c:v>
                </c:pt>
                <c:pt idx="1352">
                  <c:v>20</c:v>
                </c:pt>
                <c:pt idx="1353">
                  <c:v>17.5</c:v>
                </c:pt>
                <c:pt idx="1354">
                  <c:v>17.5</c:v>
                </c:pt>
                <c:pt idx="1355">
                  <c:v>18.5</c:v>
                </c:pt>
                <c:pt idx="1356">
                  <c:v>20</c:v>
                </c:pt>
                <c:pt idx="1357">
                  <c:v>20</c:v>
                </c:pt>
                <c:pt idx="1358">
                  <c:v>18.5</c:v>
                </c:pt>
                <c:pt idx="1359">
                  <c:v>18.5</c:v>
                </c:pt>
                <c:pt idx="1360">
                  <c:v>19.5</c:v>
                </c:pt>
                <c:pt idx="1361">
                  <c:v>18</c:v>
                </c:pt>
                <c:pt idx="1362">
                  <c:v>18</c:v>
                </c:pt>
                <c:pt idx="1363">
                  <c:v>17</c:v>
                </c:pt>
                <c:pt idx="1364">
                  <c:v>19</c:v>
                </c:pt>
                <c:pt idx="1365">
                  <c:v>19.5</c:v>
                </c:pt>
                <c:pt idx="1366">
                  <c:v>15</c:v>
                </c:pt>
                <c:pt idx="1367">
                  <c:v>13.5</c:v>
                </c:pt>
                <c:pt idx="1368">
                  <c:v>14</c:v>
                </c:pt>
                <c:pt idx="1369">
                  <c:v>15.5</c:v>
                </c:pt>
                <c:pt idx="1370">
                  <c:v>15</c:v>
                </c:pt>
                <c:pt idx="1371">
                  <c:v>16.5</c:v>
                </c:pt>
                <c:pt idx="1372">
                  <c:v>18</c:v>
                </c:pt>
                <c:pt idx="1373">
                  <c:v>14</c:v>
                </c:pt>
                <c:pt idx="1374">
                  <c:v>14</c:v>
                </c:pt>
                <c:pt idx="1375">
                  <c:v>16</c:v>
                </c:pt>
                <c:pt idx="1376">
                  <c:v>16.5</c:v>
                </c:pt>
                <c:pt idx="1377">
                  <c:v>16</c:v>
                </c:pt>
                <c:pt idx="1378">
                  <c:v>18</c:v>
                </c:pt>
                <c:pt idx="1379">
                  <c:v>17</c:v>
                </c:pt>
                <c:pt idx="1380">
                  <c:v>17</c:v>
                </c:pt>
                <c:pt idx="1381">
                  <c:v>20</c:v>
                </c:pt>
                <c:pt idx="1382">
                  <c:v>17.5</c:v>
                </c:pt>
                <c:pt idx="1383">
                  <c:v>16.5</c:v>
                </c:pt>
                <c:pt idx="1384">
                  <c:v>17</c:v>
                </c:pt>
                <c:pt idx="1385">
                  <c:v>17</c:v>
                </c:pt>
                <c:pt idx="1386">
                  <c:v>13.5</c:v>
                </c:pt>
                <c:pt idx="1387">
                  <c:v>12.5</c:v>
                </c:pt>
                <c:pt idx="1388">
                  <c:v>12</c:v>
                </c:pt>
                <c:pt idx="1389">
                  <c:v>11.5</c:v>
                </c:pt>
                <c:pt idx="1390">
                  <c:v>13</c:v>
                </c:pt>
                <c:pt idx="1391">
                  <c:v>12.5</c:v>
                </c:pt>
                <c:pt idx="1392">
                  <c:v>11.5</c:v>
                </c:pt>
                <c:pt idx="1393">
                  <c:v>10.5</c:v>
                </c:pt>
                <c:pt idx="1394">
                  <c:v>10</c:v>
                </c:pt>
                <c:pt idx="1395">
                  <c:v>10</c:v>
                </c:pt>
                <c:pt idx="1396">
                  <c:v>10.5</c:v>
                </c:pt>
                <c:pt idx="1397">
                  <c:v>9.5</c:v>
                </c:pt>
                <c:pt idx="1398">
                  <c:v>7</c:v>
                </c:pt>
                <c:pt idx="1399">
                  <c:v>9</c:v>
                </c:pt>
                <c:pt idx="1400">
                  <c:v>8</c:v>
                </c:pt>
                <c:pt idx="1401">
                  <c:v>8</c:v>
                </c:pt>
                <c:pt idx="1402">
                  <c:v>9</c:v>
                </c:pt>
                <c:pt idx="1403">
                  <c:v>7</c:v>
                </c:pt>
                <c:pt idx="1404">
                  <c:v>6</c:v>
                </c:pt>
                <c:pt idx="1405">
                  <c:v>8</c:v>
                </c:pt>
                <c:pt idx="1406">
                  <c:v>10.5</c:v>
                </c:pt>
                <c:pt idx="1407">
                  <c:v>12.5</c:v>
                </c:pt>
                <c:pt idx="1408">
                  <c:v>15</c:v>
                </c:pt>
                <c:pt idx="1409">
                  <c:v>10.5</c:v>
                </c:pt>
                <c:pt idx="1410">
                  <c:v>11.5</c:v>
                </c:pt>
                <c:pt idx="1411">
                  <c:v>9.5</c:v>
                </c:pt>
                <c:pt idx="1412">
                  <c:v>9</c:v>
                </c:pt>
                <c:pt idx="1413">
                  <c:v>11</c:v>
                </c:pt>
                <c:pt idx="1414">
                  <c:v>12</c:v>
                </c:pt>
                <c:pt idx="1415">
                  <c:v>12.5</c:v>
                </c:pt>
                <c:pt idx="1416">
                  <c:v>11.5</c:v>
                </c:pt>
                <c:pt idx="1417">
                  <c:v>12.5</c:v>
                </c:pt>
                <c:pt idx="1418">
                  <c:v>11</c:v>
                </c:pt>
                <c:pt idx="1419">
                  <c:v>10</c:v>
                </c:pt>
                <c:pt idx="1420">
                  <c:v>9.5</c:v>
                </c:pt>
                <c:pt idx="1421">
                  <c:v>10.5</c:v>
                </c:pt>
                <c:pt idx="1422">
                  <c:v>10</c:v>
                </c:pt>
                <c:pt idx="1423">
                  <c:v>10</c:v>
                </c:pt>
                <c:pt idx="1424">
                  <c:v>12</c:v>
                </c:pt>
                <c:pt idx="1425">
                  <c:v>13.5</c:v>
                </c:pt>
                <c:pt idx="1426">
                  <c:v>12</c:v>
                </c:pt>
                <c:pt idx="1427">
                  <c:v>10.5</c:v>
                </c:pt>
                <c:pt idx="1428">
                  <c:v>10</c:v>
                </c:pt>
                <c:pt idx="1429">
                  <c:v>5</c:v>
                </c:pt>
                <c:pt idx="1430">
                  <c:v>3</c:v>
                </c:pt>
                <c:pt idx="1431">
                  <c:v>2.5</c:v>
                </c:pt>
                <c:pt idx="1432">
                  <c:v>1.5</c:v>
                </c:pt>
                <c:pt idx="1433">
                  <c:v>2</c:v>
                </c:pt>
                <c:pt idx="1434">
                  <c:v>3</c:v>
                </c:pt>
                <c:pt idx="1435">
                  <c:v>4</c:v>
                </c:pt>
                <c:pt idx="1436">
                  <c:v>5.5</c:v>
                </c:pt>
                <c:pt idx="1437">
                  <c:v>6</c:v>
                </c:pt>
                <c:pt idx="1438">
                  <c:v>6</c:v>
                </c:pt>
                <c:pt idx="1439">
                  <c:v>7</c:v>
                </c:pt>
                <c:pt idx="1440">
                  <c:v>7</c:v>
                </c:pt>
                <c:pt idx="1441">
                  <c:v>9</c:v>
                </c:pt>
                <c:pt idx="1442">
                  <c:v>9.5</c:v>
                </c:pt>
                <c:pt idx="1443">
                  <c:v>8.5</c:v>
                </c:pt>
                <c:pt idx="1444">
                  <c:v>5</c:v>
                </c:pt>
                <c:pt idx="1445">
                  <c:v>3</c:v>
                </c:pt>
                <c:pt idx="1446">
                  <c:v>2</c:v>
                </c:pt>
                <c:pt idx="1447">
                  <c:v>2.5</c:v>
                </c:pt>
                <c:pt idx="1448">
                  <c:v>3.5</c:v>
                </c:pt>
                <c:pt idx="1449">
                  <c:v>2</c:v>
                </c:pt>
                <c:pt idx="1450">
                  <c:v>0</c:v>
                </c:pt>
                <c:pt idx="1451">
                  <c:v>-0.5</c:v>
                </c:pt>
                <c:pt idx="1452">
                  <c:v>1.5</c:v>
                </c:pt>
                <c:pt idx="1453">
                  <c:v>3.5</c:v>
                </c:pt>
                <c:pt idx="1454">
                  <c:v>4.5</c:v>
                </c:pt>
                <c:pt idx="1455">
                  <c:v>5.5</c:v>
                </c:pt>
                <c:pt idx="1456">
                  <c:v>7</c:v>
                </c:pt>
                <c:pt idx="1457">
                  <c:v>7.5</c:v>
                </c:pt>
                <c:pt idx="1458">
                  <c:v>8</c:v>
                </c:pt>
                <c:pt idx="1459">
                  <c:v>8</c:v>
                </c:pt>
                <c:pt idx="1460">
                  <c:v>8</c:v>
                </c:pt>
                <c:pt idx="1461">
                  <c:v>9</c:v>
                </c:pt>
                <c:pt idx="1462">
                  <c:v>9</c:v>
                </c:pt>
                <c:pt idx="1463">
                  <c:v>8.5</c:v>
                </c:pt>
                <c:pt idx="1464">
                  <c:v>8</c:v>
                </c:pt>
                <c:pt idx="1465">
                  <c:v>8</c:v>
                </c:pt>
                <c:pt idx="1466">
                  <c:v>9</c:v>
                </c:pt>
                <c:pt idx="1467">
                  <c:v>8</c:v>
                </c:pt>
                <c:pt idx="1468">
                  <c:v>7</c:v>
                </c:pt>
                <c:pt idx="1469">
                  <c:v>5</c:v>
                </c:pt>
                <c:pt idx="1470">
                  <c:v>6</c:v>
                </c:pt>
                <c:pt idx="1471">
                  <c:v>4</c:v>
                </c:pt>
                <c:pt idx="1472">
                  <c:v>4.5</c:v>
                </c:pt>
                <c:pt idx="1473">
                  <c:v>3</c:v>
                </c:pt>
                <c:pt idx="1474">
                  <c:v>3.5</c:v>
                </c:pt>
                <c:pt idx="1475">
                  <c:v>4.5</c:v>
                </c:pt>
                <c:pt idx="1476">
                  <c:v>5.5</c:v>
                </c:pt>
                <c:pt idx="1477">
                  <c:v>6.5</c:v>
                </c:pt>
                <c:pt idx="1478">
                  <c:v>7</c:v>
                </c:pt>
                <c:pt idx="1479">
                  <c:v>7</c:v>
                </c:pt>
                <c:pt idx="1480">
                  <c:v>9</c:v>
                </c:pt>
                <c:pt idx="1481">
                  <c:v>9.5</c:v>
                </c:pt>
                <c:pt idx="1482">
                  <c:v>10</c:v>
                </c:pt>
                <c:pt idx="1483">
                  <c:v>10.5</c:v>
                </c:pt>
                <c:pt idx="1484">
                  <c:v>10</c:v>
                </c:pt>
                <c:pt idx="1485">
                  <c:v>10</c:v>
                </c:pt>
                <c:pt idx="1486">
                  <c:v>10</c:v>
                </c:pt>
                <c:pt idx="1487">
                  <c:v>8.5</c:v>
                </c:pt>
                <c:pt idx="1488">
                  <c:v>8</c:v>
                </c:pt>
                <c:pt idx="1489">
                  <c:v>10</c:v>
                </c:pt>
                <c:pt idx="1490">
                  <c:v>9</c:v>
                </c:pt>
                <c:pt idx="1491">
                  <c:v>8.5</c:v>
                </c:pt>
                <c:pt idx="1492">
                  <c:v>8.5</c:v>
                </c:pt>
                <c:pt idx="1493">
                  <c:v>8</c:v>
                </c:pt>
                <c:pt idx="1494">
                  <c:v>0.5</c:v>
                </c:pt>
                <c:pt idx="1495">
                  <c:v>-3.5</c:v>
                </c:pt>
                <c:pt idx="1496">
                  <c:v>-3.5</c:v>
                </c:pt>
                <c:pt idx="1497">
                  <c:v>-1.5</c:v>
                </c:pt>
                <c:pt idx="1498">
                  <c:v>1</c:v>
                </c:pt>
                <c:pt idx="1499">
                  <c:v>1.5</c:v>
                </c:pt>
                <c:pt idx="1500">
                  <c:v>4</c:v>
                </c:pt>
                <c:pt idx="1501">
                  <c:v>7</c:v>
                </c:pt>
                <c:pt idx="1502">
                  <c:v>10.5</c:v>
                </c:pt>
                <c:pt idx="1503">
                  <c:v>10</c:v>
                </c:pt>
                <c:pt idx="1504">
                  <c:v>10.5</c:v>
                </c:pt>
                <c:pt idx="1505">
                  <c:v>10.5</c:v>
                </c:pt>
                <c:pt idx="1506">
                  <c:v>11</c:v>
                </c:pt>
                <c:pt idx="1507">
                  <c:v>10</c:v>
                </c:pt>
                <c:pt idx="1508">
                  <c:v>11.5</c:v>
                </c:pt>
                <c:pt idx="1509">
                  <c:v>11</c:v>
                </c:pt>
                <c:pt idx="1510">
                  <c:v>9</c:v>
                </c:pt>
                <c:pt idx="1511">
                  <c:v>11</c:v>
                </c:pt>
                <c:pt idx="1512">
                  <c:v>11</c:v>
                </c:pt>
                <c:pt idx="1513">
                  <c:v>10</c:v>
                </c:pt>
                <c:pt idx="1514">
                  <c:v>10.5</c:v>
                </c:pt>
                <c:pt idx="1515">
                  <c:v>9.5</c:v>
                </c:pt>
                <c:pt idx="1516">
                  <c:v>8</c:v>
                </c:pt>
                <c:pt idx="1517">
                  <c:v>8</c:v>
                </c:pt>
                <c:pt idx="1518">
                  <c:v>6</c:v>
                </c:pt>
                <c:pt idx="1519">
                  <c:v>5</c:v>
                </c:pt>
                <c:pt idx="1520">
                  <c:v>7.5</c:v>
                </c:pt>
                <c:pt idx="1521">
                  <c:v>10</c:v>
                </c:pt>
                <c:pt idx="1522">
                  <c:v>10.5</c:v>
                </c:pt>
                <c:pt idx="1523">
                  <c:v>11</c:v>
                </c:pt>
                <c:pt idx="1524">
                  <c:v>12.5</c:v>
                </c:pt>
                <c:pt idx="1525">
                  <c:v>11</c:v>
                </c:pt>
                <c:pt idx="1526">
                  <c:v>10</c:v>
                </c:pt>
                <c:pt idx="1527">
                  <c:v>8</c:v>
                </c:pt>
                <c:pt idx="1528">
                  <c:v>8.5</c:v>
                </c:pt>
                <c:pt idx="1529">
                  <c:v>13</c:v>
                </c:pt>
                <c:pt idx="1530">
                  <c:v>13</c:v>
                </c:pt>
                <c:pt idx="1531">
                  <c:v>8</c:v>
                </c:pt>
                <c:pt idx="1532">
                  <c:v>7</c:v>
                </c:pt>
                <c:pt idx="1533">
                  <c:v>6</c:v>
                </c:pt>
                <c:pt idx="1534">
                  <c:v>7</c:v>
                </c:pt>
                <c:pt idx="1535">
                  <c:v>7</c:v>
                </c:pt>
                <c:pt idx="1536">
                  <c:v>6</c:v>
                </c:pt>
                <c:pt idx="1537">
                  <c:v>6.5</c:v>
                </c:pt>
                <c:pt idx="1538">
                  <c:v>7.5</c:v>
                </c:pt>
                <c:pt idx="1539">
                  <c:v>9</c:v>
                </c:pt>
                <c:pt idx="1540">
                  <c:v>10</c:v>
                </c:pt>
                <c:pt idx="1541">
                  <c:v>10</c:v>
                </c:pt>
                <c:pt idx="1542">
                  <c:v>11.5</c:v>
                </c:pt>
                <c:pt idx="1543">
                  <c:v>14</c:v>
                </c:pt>
                <c:pt idx="1544">
                  <c:v>12</c:v>
                </c:pt>
                <c:pt idx="1545">
                  <c:v>12.5</c:v>
                </c:pt>
                <c:pt idx="1546">
                  <c:v>12.5</c:v>
                </c:pt>
                <c:pt idx="1547">
                  <c:v>13</c:v>
                </c:pt>
                <c:pt idx="1548">
                  <c:v>10</c:v>
                </c:pt>
                <c:pt idx="1549">
                  <c:v>10</c:v>
                </c:pt>
                <c:pt idx="1550">
                  <c:v>10.5</c:v>
                </c:pt>
                <c:pt idx="1551">
                  <c:v>11.5</c:v>
                </c:pt>
                <c:pt idx="1552">
                  <c:v>11.5</c:v>
                </c:pt>
                <c:pt idx="1553">
                  <c:v>14.5</c:v>
                </c:pt>
                <c:pt idx="1554">
                  <c:v>15</c:v>
                </c:pt>
                <c:pt idx="1555">
                  <c:v>17.5</c:v>
                </c:pt>
                <c:pt idx="1556">
                  <c:v>15.5</c:v>
                </c:pt>
                <c:pt idx="1557">
                  <c:v>11.5</c:v>
                </c:pt>
                <c:pt idx="1558">
                  <c:v>13</c:v>
                </c:pt>
                <c:pt idx="1559">
                  <c:v>14</c:v>
                </c:pt>
                <c:pt idx="1560">
                  <c:v>14</c:v>
                </c:pt>
                <c:pt idx="1561">
                  <c:v>14.5</c:v>
                </c:pt>
                <c:pt idx="1562">
                  <c:v>15.5</c:v>
                </c:pt>
                <c:pt idx="1563">
                  <c:v>13.5</c:v>
                </c:pt>
                <c:pt idx="1564">
                  <c:v>15</c:v>
                </c:pt>
                <c:pt idx="1565">
                  <c:v>15.5</c:v>
                </c:pt>
                <c:pt idx="1566">
                  <c:v>17</c:v>
                </c:pt>
                <c:pt idx="1567">
                  <c:v>18.5</c:v>
                </c:pt>
                <c:pt idx="1568">
                  <c:v>18.5</c:v>
                </c:pt>
                <c:pt idx="1569">
                  <c:v>19</c:v>
                </c:pt>
                <c:pt idx="1570">
                  <c:v>19.5</c:v>
                </c:pt>
                <c:pt idx="1571">
                  <c:v>19</c:v>
                </c:pt>
                <c:pt idx="1572">
                  <c:v>17</c:v>
                </c:pt>
                <c:pt idx="1573">
                  <c:v>18.5</c:v>
                </c:pt>
                <c:pt idx="1574">
                  <c:v>19.5</c:v>
                </c:pt>
                <c:pt idx="1575">
                  <c:v>20</c:v>
                </c:pt>
                <c:pt idx="1576">
                  <c:v>21.5</c:v>
                </c:pt>
                <c:pt idx="1577">
                  <c:v>21</c:v>
                </c:pt>
                <c:pt idx="1578">
                  <c:v>21.5</c:v>
                </c:pt>
                <c:pt idx="1579">
                  <c:v>24</c:v>
                </c:pt>
                <c:pt idx="1580">
                  <c:v>24</c:v>
                </c:pt>
                <c:pt idx="1581">
                  <c:v>23</c:v>
                </c:pt>
                <c:pt idx="1582">
                  <c:v>22.5</c:v>
                </c:pt>
                <c:pt idx="1583">
                  <c:v>23</c:v>
                </c:pt>
                <c:pt idx="1584">
                  <c:v>23</c:v>
                </c:pt>
                <c:pt idx="1585">
                  <c:v>21.5</c:v>
                </c:pt>
                <c:pt idx="1586">
                  <c:v>19</c:v>
                </c:pt>
                <c:pt idx="1587">
                  <c:v>16</c:v>
                </c:pt>
                <c:pt idx="1588">
                  <c:v>15.5</c:v>
                </c:pt>
                <c:pt idx="1589">
                  <c:v>16</c:v>
                </c:pt>
                <c:pt idx="1590">
                  <c:v>19</c:v>
                </c:pt>
                <c:pt idx="1591">
                  <c:v>19.5</c:v>
                </c:pt>
                <c:pt idx="1592">
                  <c:v>20</c:v>
                </c:pt>
                <c:pt idx="1593">
                  <c:v>16</c:v>
                </c:pt>
                <c:pt idx="1594">
                  <c:v>15.5</c:v>
                </c:pt>
                <c:pt idx="1595">
                  <c:v>17</c:v>
                </c:pt>
                <c:pt idx="1596">
                  <c:v>18.5</c:v>
                </c:pt>
                <c:pt idx="1597">
                  <c:v>19</c:v>
                </c:pt>
                <c:pt idx="1598">
                  <c:v>19.5</c:v>
                </c:pt>
                <c:pt idx="1599">
                  <c:v>20.5</c:v>
                </c:pt>
                <c:pt idx="1600">
                  <c:v>20</c:v>
                </c:pt>
                <c:pt idx="1601">
                  <c:v>20.5</c:v>
                </c:pt>
                <c:pt idx="1602">
                  <c:v>21</c:v>
                </c:pt>
                <c:pt idx="1603">
                  <c:v>21</c:v>
                </c:pt>
                <c:pt idx="1604">
                  <c:v>20.5</c:v>
                </c:pt>
                <c:pt idx="1605">
                  <c:v>21</c:v>
                </c:pt>
                <c:pt idx="1606">
                  <c:v>22</c:v>
                </c:pt>
                <c:pt idx="1607">
                  <c:v>22.5</c:v>
                </c:pt>
                <c:pt idx="1608">
                  <c:v>23</c:v>
                </c:pt>
                <c:pt idx="1609">
                  <c:v>23.5</c:v>
                </c:pt>
                <c:pt idx="1610">
                  <c:v>23</c:v>
                </c:pt>
                <c:pt idx="1611">
                  <c:v>24.5</c:v>
                </c:pt>
                <c:pt idx="1612">
                  <c:v>23.5</c:v>
                </c:pt>
                <c:pt idx="1613">
                  <c:v>20</c:v>
                </c:pt>
                <c:pt idx="1614">
                  <c:v>21.5</c:v>
                </c:pt>
                <c:pt idx="1615">
                  <c:v>22.5</c:v>
                </c:pt>
                <c:pt idx="1616">
                  <c:v>21</c:v>
                </c:pt>
                <c:pt idx="1617">
                  <c:v>20</c:v>
                </c:pt>
                <c:pt idx="1618">
                  <c:v>20</c:v>
                </c:pt>
                <c:pt idx="1619">
                  <c:v>21.5</c:v>
                </c:pt>
                <c:pt idx="1620">
                  <c:v>22.5</c:v>
                </c:pt>
                <c:pt idx="1621">
                  <c:v>23.5</c:v>
                </c:pt>
                <c:pt idx="1622">
                  <c:v>21.5</c:v>
                </c:pt>
                <c:pt idx="1623">
                  <c:v>19.5</c:v>
                </c:pt>
                <c:pt idx="1624">
                  <c:v>20.5</c:v>
                </c:pt>
                <c:pt idx="1625">
                  <c:v>21.5</c:v>
                </c:pt>
                <c:pt idx="1626">
                  <c:v>21.5</c:v>
                </c:pt>
                <c:pt idx="1627">
                  <c:v>21</c:v>
                </c:pt>
                <c:pt idx="1628">
                  <c:v>22</c:v>
                </c:pt>
                <c:pt idx="1629">
                  <c:v>20</c:v>
                </c:pt>
                <c:pt idx="1630">
                  <c:v>21.5</c:v>
                </c:pt>
                <c:pt idx="1631">
                  <c:v>26</c:v>
                </c:pt>
                <c:pt idx="1632">
                  <c:v>28.5</c:v>
                </c:pt>
                <c:pt idx="1633">
                  <c:v>29</c:v>
                </c:pt>
                <c:pt idx="1634">
                  <c:v>27</c:v>
                </c:pt>
                <c:pt idx="1635">
                  <c:v>28</c:v>
                </c:pt>
                <c:pt idx="1636">
                  <c:v>27</c:v>
                </c:pt>
                <c:pt idx="1637">
                  <c:v>26</c:v>
                </c:pt>
                <c:pt idx="1638">
                  <c:v>24.5</c:v>
                </c:pt>
                <c:pt idx="1639">
                  <c:v>25</c:v>
                </c:pt>
                <c:pt idx="1640">
                  <c:v>27.5</c:v>
                </c:pt>
                <c:pt idx="1641">
                  <c:v>25.5</c:v>
                </c:pt>
                <c:pt idx="1642">
                  <c:v>26.5</c:v>
                </c:pt>
                <c:pt idx="1643">
                  <c:v>23</c:v>
                </c:pt>
                <c:pt idx="1644">
                  <c:v>24</c:v>
                </c:pt>
                <c:pt idx="1645">
                  <c:v>25.5</c:v>
                </c:pt>
                <c:pt idx="1646">
                  <c:v>26.5</c:v>
                </c:pt>
                <c:pt idx="1647">
                  <c:v>27.5</c:v>
                </c:pt>
                <c:pt idx="1648">
                  <c:v>27</c:v>
                </c:pt>
                <c:pt idx="1649">
                  <c:v>28</c:v>
                </c:pt>
                <c:pt idx="1650">
                  <c:v>28</c:v>
                </c:pt>
                <c:pt idx="1651">
                  <c:v>26.5</c:v>
                </c:pt>
                <c:pt idx="1652">
                  <c:v>24</c:v>
                </c:pt>
                <c:pt idx="1653">
                  <c:v>24</c:v>
                </c:pt>
                <c:pt idx="1654">
                  <c:v>24</c:v>
                </c:pt>
                <c:pt idx="1655">
                  <c:v>28</c:v>
                </c:pt>
                <c:pt idx="1656">
                  <c:v>29</c:v>
                </c:pt>
                <c:pt idx="1657">
                  <c:v>28.5</c:v>
                </c:pt>
                <c:pt idx="1658">
                  <c:v>27</c:v>
                </c:pt>
                <c:pt idx="1659">
                  <c:v>26</c:v>
                </c:pt>
                <c:pt idx="1660">
                  <c:v>23.5</c:v>
                </c:pt>
                <c:pt idx="1661">
                  <c:v>24.5</c:v>
                </c:pt>
                <c:pt idx="1662">
                  <c:v>26</c:v>
                </c:pt>
                <c:pt idx="1663">
                  <c:v>26.5</c:v>
                </c:pt>
                <c:pt idx="1664">
                  <c:v>24.5</c:v>
                </c:pt>
                <c:pt idx="1665">
                  <c:v>25</c:v>
                </c:pt>
                <c:pt idx="1666">
                  <c:v>24.5</c:v>
                </c:pt>
                <c:pt idx="1667">
                  <c:v>24.5</c:v>
                </c:pt>
                <c:pt idx="1668">
                  <c:v>26</c:v>
                </c:pt>
                <c:pt idx="1669">
                  <c:v>26.5</c:v>
                </c:pt>
                <c:pt idx="1670">
                  <c:v>27</c:v>
                </c:pt>
                <c:pt idx="1671">
                  <c:v>28</c:v>
                </c:pt>
                <c:pt idx="1672">
                  <c:v>29</c:v>
                </c:pt>
                <c:pt idx="1673">
                  <c:v>29</c:v>
                </c:pt>
                <c:pt idx="1674">
                  <c:v>30.5</c:v>
                </c:pt>
                <c:pt idx="1675">
                  <c:v>29.5</c:v>
                </c:pt>
                <c:pt idx="1676">
                  <c:v>22.5</c:v>
                </c:pt>
                <c:pt idx="1677">
                  <c:v>24</c:v>
                </c:pt>
                <c:pt idx="1678">
                  <c:v>25</c:v>
                </c:pt>
                <c:pt idx="1679">
                  <c:v>26</c:v>
                </c:pt>
                <c:pt idx="1680">
                  <c:v>27</c:v>
                </c:pt>
                <c:pt idx="1681">
                  <c:v>27.5</c:v>
                </c:pt>
                <c:pt idx="1682">
                  <c:v>26.5</c:v>
                </c:pt>
                <c:pt idx="1683">
                  <c:v>24.5</c:v>
                </c:pt>
                <c:pt idx="1684">
                  <c:v>22</c:v>
                </c:pt>
                <c:pt idx="1685">
                  <c:v>21.5</c:v>
                </c:pt>
                <c:pt idx="1686">
                  <c:v>24</c:v>
                </c:pt>
                <c:pt idx="1687">
                  <c:v>25</c:v>
                </c:pt>
                <c:pt idx="1688">
                  <c:v>26</c:v>
                </c:pt>
                <c:pt idx="1689">
                  <c:v>26</c:v>
                </c:pt>
                <c:pt idx="1690">
                  <c:v>27</c:v>
                </c:pt>
                <c:pt idx="1691">
                  <c:v>28</c:v>
                </c:pt>
                <c:pt idx="1692">
                  <c:v>28.5</c:v>
                </c:pt>
                <c:pt idx="1693">
                  <c:v>29</c:v>
                </c:pt>
                <c:pt idx="1694">
                  <c:v>29.5</c:v>
                </c:pt>
                <c:pt idx="1695">
                  <c:v>30</c:v>
                </c:pt>
                <c:pt idx="1696">
                  <c:v>30</c:v>
                </c:pt>
                <c:pt idx="1697">
                  <c:v>30</c:v>
                </c:pt>
                <c:pt idx="1698">
                  <c:v>29.5</c:v>
                </c:pt>
                <c:pt idx="1699">
                  <c:v>29.5</c:v>
                </c:pt>
                <c:pt idx="1700">
                  <c:v>25.5</c:v>
                </c:pt>
                <c:pt idx="1701">
                  <c:v>27.5</c:v>
                </c:pt>
                <c:pt idx="1702">
                  <c:v>29</c:v>
                </c:pt>
                <c:pt idx="1703">
                  <c:v>29.5</c:v>
                </c:pt>
                <c:pt idx="1704">
                  <c:v>28.5</c:v>
                </c:pt>
                <c:pt idx="1705">
                  <c:v>23.5</c:v>
                </c:pt>
                <c:pt idx="1706">
                  <c:v>21</c:v>
                </c:pt>
                <c:pt idx="1707">
                  <c:v>20.5</c:v>
                </c:pt>
                <c:pt idx="1708">
                  <c:v>20.5</c:v>
                </c:pt>
                <c:pt idx="1709">
                  <c:v>21.5</c:v>
                </c:pt>
                <c:pt idx="1710">
                  <c:v>22</c:v>
                </c:pt>
                <c:pt idx="1711">
                  <c:v>21</c:v>
                </c:pt>
                <c:pt idx="1712">
                  <c:v>20</c:v>
                </c:pt>
                <c:pt idx="1713">
                  <c:v>19.5</c:v>
                </c:pt>
                <c:pt idx="1714">
                  <c:v>20</c:v>
                </c:pt>
                <c:pt idx="1715">
                  <c:v>20.5</c:v>
                </c:pt>
                <c:pt idx="1716">
                  <c:v>20</c:v>
                </c:pt>
                <c:pt idx="1717">
                  <c:v>21</c:v>
                </c:pt>
                <c:pt idx="1718">
                  <c:v>18.5</c:v>
                </c:pt>
                <c:pt idx="1719">
                  <c:v>21</c:v>
                </c:pt>
                <c:pt idx="1720">
                  <c:v>20.5</c:v>
                </c:pt>
                <c:pt idx="1721">
                  <c:v>18</c:v>
                </c:pt>
                <c:pt idx="1722">
                  <c:v>18.5</c:v>
                </c:pt>
                <c:pt idx="1723">
                  <c:v>17.5</c:v>
                </c:pt>
                <c:pt idx="1724">
                  <c:v>18</c:v>
                </c:pt>
                <c:pt idx="1725">
                  <c:v>18</c:v>
                </c:pt>
                <c:pt idx="1726">
                  <c:v>19</c:v>
                </c:pt>
                <c:pt idx="1727">
                  <c:v>15.5</c:v>
                </c:pt>
                <c:pt idx="1728">
                  <c:v>14.5</c:v>
                </c:pt>
                <c:pt idx="1729">
                  <c:v>14.5</c:v>
                </c:pt>
                <c:pt idx="1730">
                  <c:v>16</c:v>
                </c:pt>
                <c:pt idx="1731">
                  <c:v>17.5</c:v>
                </c:pt>
                <c:pt idx="1732">
                  <c:v>18</c:v>
                </c:pt>
                <c:pt idx="1733">
                  <c:v>17</c:v>
                </c:pt>
                <c:pt idx="1734">
                  <c:v>16.5</c:v>
                </c:pt>
                <c:pt idx="1735">
                  <c:v>17.5</c:v>
                </c:pt>
                <c:pt idx="1736">
                  <c:v>18.5</c:v>
                </c:pt>
                <c:pt idx="1737">
                  <c:v>18</c:v>
                </c:pt>
                <c:pt idx="1738">
                  <c:v>17.5</c:v>
                </c:pt>
                <c:pt idx="1739">
                  <c:v>15</c:v>
                </c:pt>
                <c:pt idx="1740">
                  <c:v>14.5</c:v>
                </c:pt>
                <c:pt idx="1741">
                  <c:v>15</c:v>
                </c:pt>
                <c:pt idx="1742">
                  <c:v>15</c:v>
                </c:pt>
                <c:pt idx="1743">
                  <c:v>16</c:v>
                </c:pt>
                <c:pt idx="1744">
                  <c:v>17.5</c:v>
                </c:pt>
                <c:pt idx="1745">
                  <c:v>18</c:v>
                </c:pt>
                <c:pt idx="1746">
                  <c:v>17.5</c:v>
                </c:pt>
                <c:pt idx="1747">
                  <c:v>16.5</c:v>
                </c:pt>
                <c:pt idx="1748">
                  <c:v>15</c:v>
                </c:pt>
                <c:pt idx="1749">
                  <c:v>14.5</c:v>
                </c:pt>
                <c:pt idx="1750">
                  <c:v>15</c:v>
                </c:pt>
                <c:pt idx="1751">
                  <c:v>15.5</c:v>
                </c:pt>
                <c:pt idx="1752">
                  <c:v>17.5</c:v>
                </c:pt>
                <c:pt idx="1753">
                  <c:v>15.5</c:v>
                </c:pt>
                <c:pt idx="1754">
                  <c:v>17</c:v>
                </c:pt>
                <c:pt idx="1755">
                  <c:v>18</c:v>
                </c:pt>
                <c:pt idx="1756">
                  <c:v>18</c:v>
                </c:pt>
                <c:pt idx="1757">
                  <c:v>13</c:v>
                </c:pt>
                <c:pt idx="1758">
                  <c:v>14.5</c:v>
                </c:pt>
                <c:pt idx="1759">
                  <c:v>15.5</c:v>
                </c:pt>
                <c:pt idx="1760">
                  <c:v>17</c:v>
                </c:pt>
                <c:pt idx="1761">
                  <c:v>17.5</c:v>
                </c:pt>
                <c:pt idx="1762">
                  <c:v>18</c:v>
                </c:pt>
                <c:pt idx="1763">
                  <c:v>17.5</c:v>
                </c:pt>
                <c:pt idx="1764">
                  <c:v>15.5</c:v>
                </c:pt>
                <c:pt idx="1765">
                  <c:v>13.5</c:v>
                </c:pt>
                <c:pt idx="1766">
                  <c:v>14</c:v>
                </c:pt>
                <c:pt idx="1767">
                  <c:v>14.5</c:v>
                </c:pt>
                <c:pt idx="1768">
                  <c:v>11</c:v>
                </c:pt>
                <c:pt idx="1769">
                  <c:v>10.5</c:v>
                </c:pt>
                <c:pt idx="1770">
                  <c:v>10.5</c:v>
                </c:pt>
                <c:pt idx="1771">
                  <c:v>12</c:v>
                </c:pt>
                <c:pt idx="1772">
                  <c:v>10</c:v>
                </c:pt>
                <c:pt idx="1773">
                  <c:v>8</c:v>
                </c:pt>
                <c:pt idx="1774">
                  <c:v>7.5</c:v>
                </c:pt>
                <c:pt idx="1775">
                  <c:v>4.5</c:v>
                </c:pt>
                <c:pt idx="1776">
                  <c:v>4.5</c:v>
                </c:pt>
                <c:pt idx="1777">
                  <c:v>6.5</c:v>
                </c:pt>
                <c:pt idx="1778">
                  <c:v>8.5</c:v>
                </c:pt>
                <c:pt idx="1779">
                  <c:v>9</c:v>
                </c:pt>
                <c:pt idx="1780">
                  <c:v>9.5</c:v>
                </c:pt>
                <c:pt idx="1781">
                  <c:v>10</c:v>
                </c:pt>
                <c:pt idx="1782">
                  <c:v>9.5</c:v>
                </c:pt>
                <c:pt idx="1783">
                  <c:v>7</c:v>
                </c:pt>
                <c:pt idx="1784">
                  <c:v>7</c:v>
                </c:pt>
                <c:pt idx="1785">
                  <c:v>7</c:v>
                </c:pt>
                <c:pt idx="1786">
                  <c:v>5.5</c:v>
                </c:pt>
                <c:pt idx="1787">
                  <c:v>7</c:v>
                </c:pt>
                <c:pt idx="1788">
                  <c:v>9</c:v>
                </c:pt>
                <c:pt idx="1789">
                  <c:v>8.5</c:v>
                </c:pt>
                <c:pt idx="1790">
                  <c:v>5.5</c:v>
                </c:pt>
                <c:pt idx="1791">
                  <c:v>5.5</c:v>
                </c:pt>
                <c:pt idx="1792">
                  <c:v>6.5</c:v>
                </c:pt>
                <c:pt idx="1793">
                  <c:v>5.5</c:v>
                </c:pt>
                <c:pt idx="1794">
                  <c:v>5.5</c:v>
                </c:pt>
                <c:pt idx="1795">
                  <c:v>5.5</c:v>
                </c:pt>
                <c:pt idx="1796">
                  <c:v>5</c:v>
                </c:pt>
                <c:pt idx="1797">
                  <c:v>5.5</c:v>
                </c:pt>
                <c:pt idx="1798">
                  <c:v>5</c:v>
                </c:pt>
                <c:pt idx="1799">
                  <c:v>6.5</c:v>
                </c:pt>
                <c:pt idx="1800">
                  <c:v>6.5</c:v>
                </c:pt>
                <c:pt idx="1801">
                  <c:v>6</c:v>
                </c:pt>
                <c:pt idx="1802">
                  <c:v>6.5</c:v>
                </c:pt>
                <c:pt idx="1803">
                  <c:v>7.5</c:v>
                </c:pt>
                <c:pt idx="1804">
                  <c:v>6.5</c:v>
                </c:pt>
                <c:pt idx="1805">
                  <c:v>4.5</c:v>
                </c:pt>
                <c:pt idx="1806">
                  <c:v>3.5</c:v>
                </c:pt>
                <c:pt idx="1807">
                  <c:v>4</c:v>
                </c:pt>
                <c:pt idx="1808">
                  <c:v>4</c:v>
                </c:pt>
                <c:pt idx="1809">
                  <c:v>4</c:v>
                </c:pt>
                <c:pt idx="1810">
                  <c:v>3.5</c:v>
                </c:pt>
                <c:pt idx="1811">
                  <c:v>3</c:v>
                </c:pt>
                <c:pt idx="1812">
                  <c:v>3</c:v>
                </c:pt>
                <c:pt idx="1813">
                  <c:v>3.5</c:v>
                </c:pt>
                <c:pt idx="1814">
                  <c:v>5</c:v>
                </c:pt>
                <c:pt idx="1815">
                  <c:v>4</c:v>
                </c:pt>
                <c:pt idx="1816">
                  <c:v>4</c:v>
                </c:pt>
                <c:pt idx="1817">
                  <c:v>6</c:v>
                </c:pt>
                <c:pt idx="1818">
                  <c:v>6</c:v>
                </c:pt>
                <c:pt idx="1819">
                  <c:v>5.5</c:v>
                </c:pt>
                <c:pt idx="1820">
                  <c:v>7</c:v>
                </c:pt>
                <c:pt idx="1821">
                  <c:v>7.5</c:v>
                </c:pt>
                <c:pt idx="1822">
                  <c:v>7</c:v>
                </c:pt>
                <c:pt idx="1823">
                  <c:v>5.5</c:v>
                </c:pt>
                <c:pt idx="1824">
                  <c:v>3.5</c:v>
                </c:pt>
                <c:pt idx="1825">
                  <c:v>2</c:v>
                </c:pt>
                <c:pt idx="1826">
                  <c:v>2</c:v>
                </c:pt>
                <c:pt idx="1827">
                  <c:v>2.5</c:v>
                </c:pt>
                <c:pt idx="1828">
                  <c:v>3.5</c:v>
                </c:pt>
                <c:pt idx="1829">
                  <c:v>6</c:v>
                </c:pt>
                <c:pt idx="1830">
                  <c:v>7</c:v>
                </c:pt>
                <c:pt idx="1831">
                  <c:v>9.5</c:v>
                </c:pt>
                <c:pt idx="1832">
                  <c:v>8.5</c:v>
                </c:pt>
                <c:pt idx="1833">
                  <c:v>8</c:v>
                </c:pt>
                <c:pt idx="1834">
                  <c:v>8.5</c:v>
                </c:pt>
                <c:pt idx="1835">
                  <c:v>7.5</c:v>
                </c:pt>
                <c:pt idx="1836">
                  <c:v>5</c:v>
                </c:pt>
                <c:pt idx="1837">
                  <c:v>5</c:v>
                </c:pt>
                <c:pt idx="1838">
                  <c:v>4</c:v>
                </c:pt>
                <c:pt idx="1839">
                  <c:v>3.5</c:v>
                </c:pt>
                <c:pt idx="1840">
                  <c:v>3.5</c:v>
                </c:pt>
                <c:pt idx="1841">
                  <c:v>4</c:v>
                </c:pt>
                <c:pt idx="1842">
                  <c:v>7</c:v>
                </c:pt>
                <c:pt idx="1843">
                  <c:v>9.5</c:v>
                </c:pt>
                <c:pt idx="1844">
                  <c:v>10.5</c:v>
                </c:pt>
                <c:pt idx="1845">
                  <c:v>9</c:v>
                </c:pt>
                <c:pt idx="1846">
                  <c:v>7.5</c:v>
                </c:pt>
                <c:pt idx="1847">
                  <c:v>9.5</c:v>
                </c:pt>
                <c:pt idx="1848">
                  <c:v>10</c:v>
                </c:pt>
                <c:pt idx="1849">
                  <c:v>8</c:v>
                </c:pt>
                <c:pt idx="1850">
                  <c:v>7.5</c:v>
                </c:pt>
                <c:pt idx="1851">
                  <c:v>6</c:v>
                </c:pt>
                <c:pt idx="1852">
                  <c:v>6.5</c:v>
                </c:pt>
                <c:pt idx="1853">
                  <c:v>6</c:v>
                </c:pt>
                <c:pt idx="1854">
                  <c:v>6.5</c:v>
                </c:pt>
                <c:pt idx="1855">
                  <c:v>7</c:v>
                </c:pt>
                <c:pt idx="1856">
                  <c:v>7.5</c:v>
                </c:pt>
                <c:pt idx="1857">
                  <c:v>8</c:v>
                </c:pt>
                <c:pt idx="1858">
                  <c:v>7</c:v>
                </c:pt>
                <c:pt idx="1859">
                  <c:v>7</c:v>
                </c:pt>
                <c:pt idx="1860">
                  <c:v>7</c:v>
                </c:pt>
                <c:pt idx="1861">
                  <c:v>4.5</c:v>
                </c:pt>
                <c:pt idx="1862">
                  <c:v>1</c:v>
                </c:pt>
                <c:pt idx="1863">
                  <c:v>-3</c:v>
                </c:pt>
                <c:pt idx="1864">
                  <c:v>-4</c:v>
                </c:pt>
                <c:pt idx="1865">
                  <c:v>-2</c:v>
                </c:pt>
                <c:pt idx="1866">
                  <c:v>1</c:v>
                </c:pt>
                <c:pt idx="1867">
                  <c:v>1.5</c:v>
                </c:pt>
                <c:pt idx="1868">
                  <c:v>2</c:v>
                </c:pt>
                <c:pt idx="1869">
                  <c:v>2.5</c:v>
                </c:pt>
                <c:pt idx="1870">
                  <c:v>4</c:v>
                </c:pt>
                <c:pt idx="1871">
                  <c:v>6</c:v>
                </c:pt>
                <c:pt idx="1872">
                  <c:v>6</c:v>
                </c:pt>
                <c:pt idx="1873">
                  <c:v>6</c:v>
                </c:pt>
                <c:pt idx="1874">
                  <c:v>6.5</c:v>
                </c:pt>
                <c:pt idx="1875">
                  <c:v>7</c:v>
                </c:pt>
                <c:pt idx="1876">
                  <c:v>7.5</c:v>
                </c:pt>
                <c:pt idx="1877">
                  <c:v>8</c:v>
                </c:pt>
                <c:pt idx="1878">
                  <c:v>5.5</c:v>
                </c:pt>
                <c:pt idx="1879">
                  <c:v>4.5</c:v>
                </c:pt>
                <c:pt idx="1880">
                  <c:v>2.5</c:v>
                </c:pt>
                <c:pt idx="1881">
                  <c:v>3.5</c:v>
                </c:pt>
                <c:pt idx="1882">
                  <c:v>6.5</c:v>
                </c:pt>
                <c:pt idx="1883">
                  <c:v>7</c:v>
                </c:pt>
                <c:pt idx="1884">
                  <c:v>8.5</c:v>
                </c:pt>
                <c:pt idx="1885">
                  <c:v>9.5</c:v>
                </c:pt>
                <c:pt idx="1886">
                  <c:v>11.5</c:v>
                </c:pt>
                <c:pt idx="1887">
                  <c:v>11</c:v>
                </c:pt>
                <c:pt idx="1888">
                  <c:v>6.5</c:v>
                </c:pt>
                <c:pt idx="1889">
                  <c:v>5.5</c:v>
                </c:pt>
                <c:pt idx="1890">
                  <c:v>4.5</c:v>
                </c:pt>
                <c:pt idx="1891">
                  <c:v>4.5</c:v>
                </c:pt>
                <c:pt idx="1892">
                  <c:v>5</c:v>
                </c:pt>
                <c:pt idx="1893">
                  <c:v>7.5</c:v>
                </c:pt>
                <c:pt idx="1894">
                  <c:v>10</c:v>
                </c:pt>
                <c:pt idx="1895">
                  <c:v>8.5</c:v>
                </c:pt>
                <c:pt idx="1896">
                  <c:v>11</c:v>
                </c:pt>
                <c:pt idx="1897">
                  <c:v>12</c:v>
                </c:pt>
                <c:pt idx="1898">
                  <c:v>13</c:v>
                </c:pt>
                <c:pt idx="1899">
                  <c:v>13</c:v>
                </c:pt>
                <c:pt idx="1900">
                  <c:v>11</c:v>
                </c:pt>
                <c:pt idx="1901">
                  <c:v>10</c:v>
                </c:pt>
                <c:pt idx="1902">
                  <c:v>9</c:v>
                </c:pt>
                <c:pt idx="1903">
                  <c:v>12</c:v>
                </c:pt>
                <c:pt idx="1904">
                  <c:v>14</c:v>
                </c:pt>
                <c:pt idx="1905">
                  <c:v>13.5</c:v>
                </c:pt>
                <c:pt idx="1906">
                  <c:v>12.5</c:v>
                </c:pt>
                <c:pt idx="1907">
                  <c:v>14.5</c:v>
                </c:pt>
                <c:pt idx="1908">
                  <c:v>13.5</c:v>
                </c:pt>
                <c:pt idx="1909">
                  <c:v>14.5</c:v>
                </c:pt>
                <c:pt idx="1910">
                  <c:v>16.5</c:v>
                </c:pt>
                <c:pt idx="1911">
                  <c:v>16</c:v>
                </c:pt>
                <c:pt idx="1912">
                  <c:v>17</c:v>
                </c:pt>
                <c:pt idx="1913">
                  <c:v>18</c:v>
                </c:pt>
                <c:pt idx="1914">
                  <c:v>18</c:v>
                </c:pt>
                <c:pt idx="1915">
                  <c:v>18.5</c:v>
                </c:pt>
                <c:pt idx="1916">
                  <c:v>18.5</c:v>
                </c:pt>
                <c:pt idx="1917">
                  <c:v>17.5</c:v>
                </c:pt>
                <c:pt idx="1918">
                  <c:v>17</c:v>
                </c:pt>
                <c:pt idx="1919">
                  <c:v>12.5</c:v>
                </c:pt>
                <c:pt idx="1920">
                  <c:v>12.5</c:v>
                </c:pt>
                <c:pt idx="1921">
                  <c:v>17</c:v>
                </c:pt>
                <c:pt idx="1922">
                  <c:v>15.5</c:v>
                </c:pt>
                <c:pt idx="1923">
                  <c:v>5.5</c:v>
                </c:pt>
                <c:pt idx="1924">
                  <c:v>5.5</c:v>
                </c:pt>
                <c:pt idx="1925">
                  <c:v>7</c:v>
                </c:pt>
                <c:pt idx="1926">
                  <c:v>9.5</c:v>
                </c:pt>
                <c:pt idx="1927">
                  <c:v>11.5</c:v>
                </c:pt>
                <c:pt idx="1928">
                  <c:v>11</c:v>
                </c:pt>
                <c:pt idx="1929">
                  <c:v>11.5</c:v>
                </c:pt>
                <c:pt idx="1930">
                  <c:v>12</c:v>
                </c:pt>
                <c:pt idx="1931">
                  <c:v>12.5</c:v>
                </c:pt>
                <c:pt idx="1932">
                  <c:v>14</c:v>
                </c:pt>
                <c:pt idx="1933">
                  <c:v>15</c:v>
                </c:pt>
                <c:pt idx="1934">
                  <c:v>14</c:v>
                </c:pt>
                <c:pt idx="1935">
                  <c:v>13</c:v>
                </c:pt>
                <c:pt idx="1936">
                  <c:v>14</c:v>
                </c:pt>
                <c:pt idx="1937">
                  <c:v>16</c:v>
                </c:pt>
                <c:pt idx="1938">
                  <c:v>15.5</c:v>
                </c:pt>
                <c:pt idx="1939">
                  <c:v>17</c:v>
                </c:pt>
                <c:pt idx="1940">
                  <c:v>16.5</c:v>
                </c:pt>
                <c:pt idx="1941">
                  <c:v>16</c:v>
                </c:pt>
                <c:pt idx="1942">
                  <c:v>17.5</c:v>
                </c:pt>
                <c:pt idx="1943">
                  <c:v>19</c:v>
                </c:pt>
                <c:pt idx="1944">
                  <c:v>19.5</c:v>
                </c:pt>
                <c:pt idx="1945">
                  <c:v>17</c:v>
                </c:pt>
                <c:pt idx="1946">
                  <c:v>17</c:v>
                </c:pt>
                <c:pt idx="1947">
                  <c:v>17.5</c:v>
                </c:pt>
                <c:pt idx="1948">
                  <c:v>19</c:v>
                </c:pt>
                <c:pt idx="1949">
                  <c:v>18</c:v>
                </c:pt>
                <c:pt idx="1950">
                  <c:v>16.5</c:v>
                </c:pt>
                <c:pt idx="1951">
                  <c:v>18.5</c:v>
                </c:pt>
                <c:pt idx="1952">
                  <c:v>19.5</c:v>
                </c:pt>
                <c:pt idx="1953">
                  <c:v>18.5</c:v>
                </c:pt>
                <c:pt idx="1954">
                  <c:v>18</c:v>
                </c:pt>
                <c:pt idx="1955">
                  <c:v>16.5</c:v>
                </c:pt>
                <c:pt idx="1956">
                  <c:v>17.5</c:v>
                </c:pt>
                <c:pt idx="1957">
                  <c:v>18</c:v>
                </c:pt>
                <c:pt idx="1958">
                  <c:v>17</c:v>
                </c:pt>
                <c:pt idx="1959">
                  <c:v>20</c:v>
                </c:pt>
                <c:pt idx="1960">
                  <c:v>15</c:v>
                </c:pt>
                <c:pt idx="1961">
                  <c:v>17</c:v>
                </c:pt>
                <c:pt idx="1962">
                  <c:v>16.5</c:v>
                </c:pt>
                <c:pt idx="1963">
                  <c:v>19</c:v>
                </c:pt>
                <c:pt idx="1964">
                  <c:v>19</c:v>
                </c:pt>
                <c:pt idx="1965">
                  <c:v>17.5</c:v>
                </c:pt>
                <c:pt idx="1966">
                  <c:v>18</c:v>
                </c:pt>
                <c:pt idx="1967">
                  <c:v>17.5</c:v>
                </c:pt>
                <c:pt idx="1968">
                  <c:v>17.5</c:v>
                </c:pt>
                <c:pt idx="1969">
                  <c:v>18.5</c:v>
                </c:pt>
                <c:pt idx="1970">
                  <c:v>18.5</c:v>
                </c:pt>
                <c:pt idx="1971">
                  <c:v>18</c:v>
                </c:pt>
                <c:pt idx="1972">
                  <c:v>18</c:v>
                </c:pt>
                <c:pt idx="1973">
                  <c:v>18</c:v>
                </c:pt>
                <c:pt idx="1974">
                  <c:v>20</c:v>
                </c:pt>
                <c:pt idx="1975">
                  <c:v>19.5</c:v>
                </c:pt>
                <c:pt idx="1976">
                  <c:v>19.5</c:v>
                </c:pt>
                <c:pt idx="1977">
                  <c:v>16.5</c:v>
                </c:pt>
                <c:pt idx="1978">
                  <c:v>13.5</c:v>
                </c:pt>
                <c:pt idx="1979">
                  <c:v>16</c:v>
                </c:pt>
                <c:pt idx="1980">
                  <c:v>16</c:v>
                </c:pt>
                <c:pt idx="1981">
                  <c:v>17.5</c:v>
                </c:pt>
                <c:pt idx="1982">
                  <c:v>19</c:v>
                </c:pt>
                <c:pt idx="1983">
                  <c:v>21</c:v>
                </c:pt>
                <c:pt idx="1984">
                  <c:v>19</c:v>
                </c:pt>
                <c:pt idx="1985">
                  <c:v>17.5</c:v>
                </c:pt>
                <c:pt idx="1986">
                  <c:v>18.5</c:v>
                </c:pt>
                <c:pt idx="1987">
                  <c:v>17.5</c:v>
                </c:pt>
                <c:pt idx="1988">
                  <c:v>19.5</c:v>
                </c:pt>
                <c:pt idx="1989">
                  <c:v>20.5</c:v>
                </c:pt>
                <c:pt idx="1990">
                  <c:v>21.5</c:v>
                </c:pt>
                <c:pt idx="1991">
                  <c:v>20.5</c:v>
                </c:pt>
                <c:pt idx="1992">
                  <c:v>20.5</c:v>
                </c:pt>
                <c:pt idx="1993">
                  <c:v>21.5</c:v>
                </c:pt>
                <c:pt idx="1994">
                  <c:v>21.5</c:v>
                </c:pt>
                <c:pt idx="1995">
                  <c:v>22.5</c:v>
                </c:pt>
                <c:pt idx="1996">
                  <c:v>21</c:v>
                </c:pt>
                <c:pt idx="1997">
                  <c:v>18.5</c:v>
                </c:pt>
                <c:pt idx="1998">
                  <c:v>20.5</c:v>
                </c:pt>
                <c:pt idx="1999">
                  <c:v>22.5</c:v>
                </c:pt>
                <c:pt idx="2000">
                  <c:v>23</c:v>
                </c:pt>
                <c:pt idx="2001">
                  <c:v>25</c:v>
                </c:pt>
                <c:pt idx="2002">
                  <c:v>26.5</c:v>
                </c:pt>
                <c:pt idx="2003">
                  <c:v>23</c:v>
                </c:pt>
                <c:pt idx="2004">
                  <c:v>23.5</c:v>
                </c:pt>
                <c:pt idx="2005">
                  <c:v>25</c:v>
                </c:pt>
                <c:pt idx="2006">
                  <c:v>22.5</c:v>
                </c:pt>
                <c:pt idx="2007">
                  <c:v>21.5</c:v>
                </c:pt>
                <c:pt idx="2008">
                  <c:v>22</c:v>
                </c:pt>
                <c:pt idx="2009">
                  <c:v>23.5</c:v>
                </c:pt>
                <c:pt idx="2010">
                  <c:v>23.5</c:v>
                </c:pt>
                <c:pt idx="2011">
                  <c:v>22.5</c:v>
                </c:pt>
                <c:pt idx="2012">
                  <c:v>22.5</c:v>
                </c:pt>
                <c:pt idx="2013">
                  <c:v>24</c:v>
                </c:pt>
                <c:pt idx="2014">
                  <c:v>25.5</c:v>
                </c:pt>
                <c:pt idx="2015">
                  <c:v>25</c:v>
                </c:pt>
                <c:pt idx="2016">
                  <c:v>25.5</c:v>
                </c:pt>
                <c:pt idx="2017">
                  <c:v>23.5</c:v>
                </c:pt>
                <c:pt idx="2018">
                  <c:v>24.5</c:v>
                </c:pt>
                <c:pt idx="2019">
                  <c:v>25.5</c:v>
                </c:pt>
                <c:pt idx="2020">
                  <c:v>25.5</c:v>
                </c:pt>
                <c:pt idx="2021">
                  <c:v>26.5</c:v>
                </c:pt>
                <c:pt idx="2022">
                  <c:v>27</c:v>
                </c:pt>
                <c:pt idx="2023">
                  <c:v>26.5</c:v>
                </c:pt>
                <c:pt idx="2024">
                  <c:v>23.5</c:v>
                </c:pt>
                <c:pt idx="2025">
                  <c:v>24.5</c:v>
                </c:pt>
                <c:pt idx="2026">
                  <c:v>25</c:v>
                </c:pt>
                <c:pt idx="2027">
                  <c:v>27.5</c:v>
                </c:pt>
                <c:pt idx="2028">
                  <c:v>27.5</c:v>
                </c:pt>
                <c:pt idx="2029">
                  <c:v>28.5</c:v>
                </c:pt>
                <c:pt idx="2030">
                  <c:v>29.5</c:v>
                </c:pt>
                <c:pt idx="2031">
                  <c:v>30</c:v>
                </c:pt>
                <c:pt idx="2032">
                  <c:v>30.5</c:v>
                </c:pt>
                <c:pt idx="2033">
                  <c:v>30</c:v>
                </c:pt>
                <c:pt idx="2034">
                  <c:v>30</c:v>
                </c:pt>
                <c:pt idx="2035">
                  <c:v>30</c:v>
                </c:pt>
                <c:pt idx="2036">
                  <c:v>30</c:v>
                </c:pt>
                <c:pt idx="2037">
                  <c:v>30.5</c:v>
                </c:pt>
                <c:pt idx="2038">
                  <c:v>28.5</c:v>
                </c:pt>
                <c:pt idx="2039">
                  <c:v>28</c:v>
                </c:pt>
                <c:pt idx="2040">
                  <c:v>24.5</c:v>
                </c:pt>
                <c:pt idx="2041">
                  <c:v>25.5</c:v>
                </c:pt>
                <c:pt idx="2042">
                  <c:v>22</c:v>
                </c:pt>
                <c:pt idx="2043">
                  <c:v>25.5</c:v>
                </c:pt>
                <c:pt idx="2044">
                  <c:v>25</c:v>
                </c:pt>
                <c:pt idx="2045">
                  <c:v>22.5</c:v>
                </c:pt>
                <c:pt idx="2046">
                  <c:v>22.5</c:v>
                </c:pt>
                <c:pt idx="2047">
                  <c:v>23</c:v>
                </c:pt>
                <c:pt idx="2048">
                  <c:v>24</c:v>
                </c:pt>
                <c:pt idx="2049">
                  <c:v>25</c:v>
                </c:pt>
                <c:pt idx="2050">
                  <c:v>25.5</c:v>
                </c:pt>
                <c:pt idx="2051">
                  <c:v>25</c:v>
                </c:pt>
                <c:pt idx="2052">
                  <c:v>24.5</c:v>
                </c:pt>
                <c:pt idx="2053">
                  <c:v>26</c:v>
                </c:pt>
                <c:pt idx="2054">
                  <c:v>26.5</c:v>
                </c:pt>
                <c:pt idx="2055">
                  <c:v>27.5</c:v>
                </c:pt>
                <c:pt idx="2056">
                  <c:v>28.5</c:v>
                </c:pt>
                <c:pt idx="2057">
                  <c:v>29</c:v>
                </c:pt>
                <c:pt idx="2058">
                  <c:v>29.5</c:v>
                </c:pt>
                <c:pt idx="2059">
                  <c:v>28</c:v>
                </c:pt>
                <c:pt idx="2060">
                  <c:v>27</c:v>
                </c:pt>
                <c:pt idx="2061">
                  <c:v>26.5</c:v>
                </c:pt>
                <c:pt idx="2062">
                  <c:v>28</c:v>
                </c:pt>
                <c:pt idx="2063">
                  <c:v>28</c:v>
                </c:pt>
                <c:pt idx="2064">
                  <c:v>28.5</c:v>
                </c:pt>
                <c:pt idx="2065">
                  <c:v>29</c:v>
                </c:pt>
                <c:pt idx="2066">
                  <c:v>24.5</c:v>
                </c:pt>
                <c:pt idx="2067">
                  <c:v>19</c:v>
                </c:pt>
                <c:pt idx="2068">
                  <c:v>20.5</c:v>
                </c:pt>
                <c:pt idx="2069">
                  <c:v>22</c:v>
                </c:pt>
                <c:pt idx="2070">
                  <c:v>19.5</c:v>
                </c:pt>
                <c:pt idx="2071">
                  <c:v>19.5</c:v>
                </c:pt>
                <c:pt idx="2072">
                  <c:v>20.5</c:v>
                </c:pt>
                <c:pt idx="2073">
                  <c:v>20.5</c:v>
                </c:pt>
                <c:pt idx="2074">
                  <c:v>22</c:v>
                </c:pt>
                <c:pt idx="2075">
                  <c:v>21.5</c:v>
                </c:pt>
                <c:pt idx="2076">
                  <c:v>19.5</c:v>
                </c:pt>
                <c:pt idx="2077">
                  <c:v>23.5</c:v>
                </c:pt>
                <c:pt idx="2078">
                  <c:v>23.5</c:v>
                </c:pt>
                <c:pt idx="2079">
                  <c:v>23</c:v>
                </c:pt>
                <c:pt idx="2080">
                  <c:v>23</c:v>
                </c:pt>
                <c:pt idx="2081">
                  <c:v>22</c:v>
                </c:pt>
                <c:pt idx="2082">
                  <c:v>21</c:v>
                </c:pt>
                <c:pt idx="2083">
                  <c:v>22</c:v>
                </c:pt>
                <c:pt idx="2084">
                  <c:v>22.5</c:v>
                </c:pt>
                <c:pt idx="2085">
                  <c:v>22.5</c:v>
                </c:pt>
                <c:pt idx="2086">
                  <c:v>21</c:v>
                </c:pt>
                <c:pt idx="2087">
                  <c:v>20.5</c:v>
                </c:pt>
                <c:pt idx="2088">
                  <c:v>17</c:v>
                </c:pt>
                <c:pt idx="2089">
                  <c:v>17</c:v>
                </c:pt>
                <c:pt idx="2090">
                  <c:v>18</c:v>
                </c:pt>
                <c:pt idx="2091">
                  <c:v>19</c:v>
                </c:pt>
                <c:pt idx="2092">
                  <c:v>20.5</c:v>
                </c:pt>
                <c:pt idx="2093">
                  <c:v>22</c:v>
                </c:pt>
                <c:pt idx="2094">
                  <c:v>23</c:v>
                </c:pt>
                <c:pt idx="2095">
                  <c:v>22</c:v>
                </c:pt>
                <c:pt idx="2096">
                  <c:v>21.5</c:v>
                </c:pt>
                <c:pt idx="2097">
                  <c:v>21</c:v>
                </c:pt>
                <c:pt idx="2098">
                  <c:v>18.5</c:v>
                </c:pt>
                <c:pt idx="2099">
                  <c:v>16.5</c:v>
                </c:pt>
                <c:pt idx="2100">
                  <c:v>17</c:v>
                </c:pt>
                <c:pt idx="2101">
                  <c:v>18.5</c:v>
                </c:pt>
                <c:pt idx="2102">
                  <c:v>15.5</c:v>
                </c:pt>
                <c:pt idx="2103">
                  <c:v>15</c:v>
                </c:pt>
                <c:pt idx="2104">
                  <c:v>16.5</c:v>
                </c:pt>
                <c:pt idx="2105">
                  <c:v>18</c:v>
                </c:pt>
                <c:pt idx="2106">
                  <c:v>20</c:v>
                </c:pt>
                <c:pt idx="2107">
                  <c:v>22</c:v>
                </c:pt>
                <c:pt idx="2108">
                  <c:v>23</c:v>
                </c:pt>
                <c:pt idx="2109">
                  <c:v>22.5</c:v>
                </c:pt>
                <c:pt idx="2110">
                  <c:v>21.5</c:v>
                </c:pt>
                <c:pt idx="2111">
                  <c:v>18.5</c:v>
                </c:pt>
                <c:pt idx="2112">
                  <c:v>18.5</c:v>
                </c:pt>
                <c:pt idx="2113">
                  <c:v>16</c:v>
                </c:pt>
                <c:pt idx="2114">
                  <c:v>14.5</c:v>
                </c:pt>
                <c:pt idx="2115">
                  <c:v>16</c:v>
                </c:pt>
                <c:pt idx="2116">
                  <c:v>17</c:v>
                </c:pt>
                <c:pt idx="2117">
                  <c:v>14</c:v>
                </c:pt>
                <c:pt idx="2118">
                  <c:v>15</c:v>
                </c:pt>
                <c:pt idx="2119">
                  <c:v>16</c:v>
                </c:pt>
                <c:pt idx="2120">
                  <c:v>16.5</c:v>
                </c:pt>
                <c:pt idx="2121">
                  <c:v>18.5</c:v>
                </c:pt>
                <c:pt idx="2122">
                  <c:v>20</c:v>
                </c:pt>
                <c:pt idx="2123">
                  <c:v>18.5</c:v>
                </c:pt>
                <c:pt idx="2124">
                  <c:v>17</c:v>
                </c:pt>
                <c:pt idx="2125">
                  <c:v>16</c:v>
                </c:pt>
                <c:pt idx="2126">
                  <c:v>14.5</c:v>
                </c:pt>
                <c:pt idx="2127">
                  <c:v>14.5</c:v>
                </c:pt>
                <c:pt idx="2128">
                  <c:v>14.5</c:v>
                </c:pt>
                <c:pt idx="2129">
                  <c:v>13.5</c:v>
                </c:pt>
                <c:pt idx="2130">
                  <c:v>13.5</c:v>
                </c:pt>
                <c:pt idx="2131">
                  <c:v>12</c:v>
                </c:pt>
                <c:pt idx="2132">
                  <c:v>9.5</c:v>
                </c:pt>
                <c:pt idx="2133">
                  <c:v>10</c:v>
                </c:pt>
                <c:pt idx="2134">
                  <c:v>11.5</c:v>
                </c:pt>
                <c:pt idx="2135">
                  <c:v>12.5</c:v>
                </c:pt>
                <c:pt idx="2136">
                  <c:v>11.5</c:v>
                </c:pt>
                <c:pt idx="2137">
                  <c:v>11</c:v>
                </c:pt>
                <c:pt idx="2138">
                  <c:v>10.5</c:v>
                </c:pt>
                <c:pt idx="2139">
                  <c:v>11.5</c:v>
                </c:pt>
                <c:pt idx="2140">
                  <c:v>12</c:v>
                </c:pt>
                <c:pt idx="2141">
                  <c:v>12.5</c:v>
                </c:pt>
                <c:pt idx="2142">
                  <c:v>11</c:v>
                </c:pt>
                <c:pt idx="2143">
                  <c:v>9.5</c:v>
                </c:pt>
                <c:pt idx="2144">
                  <c:v>8.5</c:v>
                </c:pt>
                <c:pt idx="2145">
                  <c:v>8.5</c:v>
                </c:pt>
                <c:pt idx="2146">
                  <c:v>9.5</c:v>
                </c:pt>
                <c:pt idx="2147">
                  <c:v>10.5</c:v>
                </c:pt>
                <c:pt idx="2148">
                  <c:v>11</c:v>
                </c:pt>
                <c:pt idx="2149">
                  <c:v>11</c:v>
                </c:pt>
                <c:pt idx="2150">
                  <c:v>12.5</c:v>
                </c:pt>
                <c:pt idx="2151">
                  <c:v>14</c:v>
                </c:pt>
                <c:pt idx="2152">
                  <c:v>15</c:v>
                </c:pt>
                <c:pt idx="2153">
                  <c:v>15.5</c:v>
                </c:pt>
                <c:pt idx="2154">
                  <c:v>13</c:v>
                </c:pt>
                <c:pt idx="2155">
                  <c:v>10</c:v>
                </c:pt>
                <c:pt idx="2156">
                  <c:v>8.5</c:v>
                </c:pt>
                <c:pt idx="2157">
                  <c:v>6</c:v>
                </c:pt>
                <c:pt idx="2158">
                  <c:v>7</c:v>
                </c:pt>
                <c:pt idx="2159">
                  <c:v>8</c:v>
                </c:pt>
                <c:pt idx="2160">
                  <c:v>9.5</c:v>
                </c:pt>
                <c:pt idx="2161">
                  <c:v>9.5</c:v>
                </c:pt>
                <c:pt idx="2162">
                  <c:v>7.5</c:v>
                </c:pt>
                <c:pt idx="2163">
                  <c:v>6.5</c:v>
                </c:pt>
                <c:pt idx="2164">
                  <c:v>6.5</c:v>
                </c:pt>
                <c:pt idx="2165">
                  <c:v>7.5</c:v>
                </c:pt>
                <c:pt idx="2166">
                  <c:v>7</c:v>
                </c:pt>
                <c:pt idx="2167">
                  <c:v>8.5</c:v>
                </c:pt>
                <c:pt idx="2168">
                  <c:v>9.5</c:v>
                </c:pt>
                <c:pt idx="2169">
                  <c:v>9.5</c:v>
                </c:pt>
                <c:pt idx="2170">
                  <c:v>9</c:v>
                </c:pt>
                <c:pt idx="2171">
                  <c:v>8.5</c:v>
                </c:pt>
                <c:pt idx="2172">
                  <c:v>7.5</c:v>
                </c:pt>
                <c:pt idx="2173">
                  <c:v>5.5</c:v>
                </c:pt>
                <c:pt idx="2174">
                  <c:v>4</c:v>
                </c:pt>
                <c:pt idx="2175">
                  <c:v>3.5</c:v>
                </c:pt>
                <c:pt idx="2176">
                  <c:v>2.5</c:v>
                </c:pt>
                <c:pt idx="2177">
                  <c:v>1.5</c:v>
                </c:pt>
                <c:pt idx="2178">
                  <c:v>1</c:v>
                </c:pt>
                <c:pt idx="2179">
                  <c:v>1</c:v>
                </c:pt>
                <c:pt idx="2180">
                  <c:v>1</c:v>
                </c:pt>
                <c:pt idx="2181">
                  <c:v>2</c:v>
                </c:pt>
                <c:pt idx="2182">
                  <c:v>3.5</c:v>
                </c:pt>
                <c:pt idx="2183">
                  <c:v>4</c:v>
                </c:pt>
                <c:pt idx="2184">
                  <c:v>5</c:v>
                </c:pt>
                <c:pt idx="2185">
                  <c:v>5</c:v>
                </c:pt>
                <c:pt idx="2186">
                  <c:v>4.5</c:v>
                </c:pt>
                <c:pt idx="2187">
                  <c:v>3.5</c:v>
                </c:pt>
                <c:pt idx="2188">
                  <c:v>3</c:v>
                </c:pt>
                <c:pt idx="2189">
                  <c:v>1.5</c:v>
                </c:pt>
                <c:pt idx="2190">
                  <c:v>1.5</c:v>
                </c:pt>
                <c:pt idx="2191">
                  <c:v>2</c:v>
                </c:pt>
                <c:pt idx="2192">
                  <c:v>4.5</c:v>
                </c:pt>
                <c:pt idx="2193">
                  <c:v>5.5</c:v>
                </c:pt>
                <c:pt idx="2194">
                  <c:v>4</c:v>
                </c:pt>
                <c:pt idx="2195">
                  <c:v>4.5</c:v>
                </c:pt>
                <c:pt idx="2196">
                  <c:v>5.5</c:v>
                </c:pt>
                <c:pt idx="2197">
                  <c:v>5</c:v>
                </c:pt>
                <c:pt idx="2198">
                  <c:v>7</c:v>
                </c:pt>
                <c:pt idx="2199">
                  <c:v>8</c:v>
                </c:pt>
                <c:pt idx="2200">
                  <c:v>6.5</c:v>
                </c:pt>
                <c:pt idx="2201">
                  <c:v>7</c:v>
                </c:pt>
                <c:pt idx="2202">
                  <c:v>8</c:v>
                </c:pt>
                <c:pt idx="2203">
                  <c:v>9.5</c:v>
                </c:pt>
                <c:pt idx="2204">
                  <c:v>9.5</c:v>
                </c:pt>
                <c:pt idx="2205">
                  <c:v>8</c:v>
                </c:pt>
                <c:pt idx="2206">
                  <c:v>7</c:v>
                </c:pt>
                <c:pt idx="2207">
                  <c:v>6.5</c:v>
                </c:pt>
                <c:pt idx="2208">
                  <c:v>6</c:v>
                </c:pt>
                <c:pt idx="2209">
                  <c:v>4.5</c:v>
                </c:pt>
                <c:pt idx="2210">
                  <c:v>3.5</c:v>
                </c:pt>
                <c:pt idx="2211">
                  <c:v>4.5</c:v>
                </c:pt>
                <c:pt idx="2212">
                  <c:v>3.5</c:v>
                </c:pt>
                <c:pt idx="2213">
                  <c:v>3</c:v>
                </c:pt>
                <c:pt idx="2214">
                  <c:v>4</c:v>
                </c:pt>
                <c:pt idx="2215">
                  <c:v>4.5</c:v>
                </c:pt>
                <c:pt idx="2216">
                  <c:v>5</c:v>
                </c:pt>
                <c:pt idx="2217">
                  <c:v>5</c:v>
                </c:pt>
                <c:pt idx="2218">
                  <c:v>4.5</c:v>
                </c:pt>
                <c:pt idx="2219">
                  <c:v>4</c:v>
                </c:pt>
                <c:pt idx="2220">
                  <c:v>3.5</c:v>
                </c:pt>
                <c:pt idx="2221">
                  <c:v>3.5</c:v>
                </c:pt>
                <c:pt idx="2222">
                  <c:v>4</c:v>
                </c:pt>
                <c:pt idx="2223">
                  <c:v>5.5</c:v>
                </c:pt>
                <c:pt idx="2224">
                  <c:v>6</c:v>
                </c:pt>
                <c:pt idx="2225">
                  <c:v>5.5</c:v>
                </c:pt>
                <c:pt idx="2226">
                  <c:v>6.5</c:v>
                </c:pt>
                <c:pt idx="2227">
                  <c:v>6.5</c:v>
                </c:pt>
                <c:pt idx="2228">
                  <c:v>7</c:v>
                </c:pt>
                <c:pt idx="2229">
                  <c:v>9</c:v>
                </c:pt>
                <c:pt idx="2230">
                  <c:v>10</c:v>
                </c:pt>
                <c:pt idx="2231">
                  <c:v>11.5</c:v>
                </c:pt>
                <c:pt idx="2232">
                  <c:v>12</c:v>
                </c:pt>
                <c:pt idx="2233">
                  <c:v>7.5</c:v>
                </c:pt>
                <c:pt idx="2234">
                  <c:v>3</c:v>
                </c:pt>
                <c:pt idx="2235">
                  <c:v>3</c:v>
                </c:pt>
                <c:pt idx="2236">
                  <c:v>4.5</c:v>
                </c:pt>
                <c:pt idx="2237">
                  <c:v>5.5</c:v>
                </c:pt>
                <c:pt idx="2238">
                  <c:v>7</c:v>
                </c:pt>
                <c:pt idx="2239">
                  <c:v>6</c:v>
                </c:pt>
                <c:pt idx="2240">
                  <c:v>3.5</c:v>
                </c:pt>
                <c:pt idx="2241">
                  <c:v>4</c:v>
                </c:pt>
                <c:pt idx="2242">
                  <c:v>6.5</c:v>
                </c:pt>
                <c:pt idx="2243">
                  <c:v>7.5</c:v>
                </c:pt>
                <c:pt idx="2244">
                  <c:v>7.5</c:v>
                </c:pt>
                <c:pt idx="2245">
                  <c:v>7</c:v>
                </c:pt>
                <c:pt idx="2246">
                  <c:v>7.5</c:v>
                </c:pt>
                <c:pt idx="2247">
                  <c:v>9.5</c:v>
                </c:pt>
                <c:pt idx="2248">
                  <c:v>11</c:v>
                </c:pt>
                <c:pt idx="2249">
                  <c:v>11</c:v>
                </c:pt>
                <c:pt idx="2250">
                  <c:v>11.5</c:v>
                </c:pt>
                <c:pt idx="2251">
                  <c:v>11.5</c:v>
                </c:pt>
                <c:pt idx="2252">
                  <c:v>11.5</c:v>
                </c:pt>
                <c:pt idx="2253">
                  <c:v>12</c:v>
                </c:pt>
                <c:pt idx="2254">
                  <c:v>13</c:v>
                </c:pt>
                <c:pt idx="2255">
                  <c:v>13</c:v>
                </c:pt>
                <c:pt idx="2256">
                  <c:v>13.5</c:v>
                </c:pt>
                <c:pt idx="2257">
                  <c:v>13.5</c:v>
                </c:pt>
                <c:pt idx="2258">
                  <c:v>14</c:v>
                </c:pt>
                <c:pt idx="2259">
                  <c:v>12.5</c:v>
                </c:pt>
                <c:pt idx="2260">
                  <c:v>13.5</c:v>
                </c:pt>
                <c:pt idx="2261">
                  <c:v>6</c:v>
                </c:pt>
                <c:pt idx="2262">
                  <c:v>3.5</c:v>
                </c:pt>
                <c:pt idx="2263">
                  <c:v>5.5</c:v>
                </c:pt>
                <c:pt idx="2264">
                  <c:v>6.5</c:v>
                </c:pt>
                <c:pt idx="2265">
                  <c:v>10.5</c:v>
                </c:pt>
                <c:pt idx="2266">
                  <c:v>14</c:v>
                </c:pt>
                <c:pt idx="2267">
                  <c:v>14</c:v>
                </c:pt>
                <c:pt idx="2268">
                  <c:v>11.5</c:v>
                </c:pt>
                <c:pt idx="2269">
                  <c:v>10</c:v>
                </c:pt>
                <c:pt idx="2270">
                  <c:v>10.5</c:v>
                </c:pt>
                <c:pt idx="2271">
                  <c:v>12.5</c:v>
                </c:pt>
                <c:pt idx="2272">
                  <c:v>14</c:v>
                </c:pt>
                <c:pt idx="2273">
                  <c:v>14</c:v>
                </c:pt>
                <c:pt idx="2274">
                  <c:v>12</c:v>
                </c:pt>
                <c:pt idx="2275">
                  <c:v>11.5</c:v>
                </c:pt>
                <c:pt idx="2276">
                  <c:v>14.5</c:v>
                </c:pt>
                <c:pt idx="2277">
                  <c:v>16.5</c:v>
                </c:pt>
                <c:pt idx="2278">
                  <c:v>16.5</c:v>
                </c:pt>
                <c:pt idx="2279">
                  <c:v>17</c:v>
                </c:pt>
                <c:pt idx="2280">
                  <c:v>17</c:v>
                </c:pt>
                <c:pt idx="2281">
                  <c:v>16</c:v>
                </c:pt>
                <c:pt idx="2282">
                  <c:v>12.5</c:v>
                </c:pt>
                <c:pt idx="2283">
                  <c:v>15.5</c:v>
                </c:pt>
                <c:pt idx="2284">
                  <c:v>16.5</c:v>
                </c:pt>
                <c:pt idx="2285">
                  <c:v>17</c:v>
                </c:pt>
                <c:pt idx="2286">
                  <c:v>18</c:v>
                </c:pt>
                <c:pt idx="2287">
                  <c:v>18</c:v>
                </c:pt>
                <c:pt idx="2288">
                  <c:v>18</c:v>
                </c:pt>
                <c:pt idx="2289">
                  <c:v>18</c:v>
                </c:pt>
                <c:pt idx="2290">
                  <c:v>18</c:v>
                </c:pt>
                <c:pt idx="2291">
                  <c:v>18.5</c:v>
                </c:pt>
                <c:pt idx="2292">
                  <c:v>20.5</c:v>
                </c:pt>
                <c:pt idx="2293">
                  <c:v>20</c:v>
                </c:pt>
                <c:pt idx="2294">
                  <c:v>19.5</c:v>
                </c:pt>
                <c:pt idx="2295">
                  <c:v>21</c:v>
                </c:pt>
                <c:pt idx="2296">
                  <c:v>22</c:v>
                </c:pt>
                <c:pt idx="2297">
                  <c:v>21.5</c:v>
                </c:pt>
                <c:pt idx="2298">
                  <c:v>21.5</c:v>
                </c:pt>
                <c:pt idx="2299">
                  <c:v>22</c:v>
                </c:pt>
                <c:pt idx="2300">
                  <c:v>20</c:v>
                </c:pt>
                <c:pt idx="2301">
                  <c:v>19</c:v>
                </c:pt>
                <c:pt idx="2302">
                  <c:v>19.5</c:v>
                </c:pt>
                <c:pt idx="2303">
                  <c:v>19.5</c:v>
                </c:pt>
                <c:pt idx="2304">
                  <c:v>21.5</c:v>
                </c:pt>
                <c:pt idx="2305">
                  <c:v>21.5</c:v>
                </c:pt>
                <c:pt idx="2306">
                  <c:v>20.5</c:v>
                </c:pt>
                <c:pt idx="2307">
                  <c:v>19.5</c:v>
                </c:pt>
                <c:pt idx="2308">
                  <c:v>22.5</c:v>
                </c:pt>
                <c:pt idx="2309">
                  <c:v>24.5</c:v>
                </c:pt>
                <c:pt idx="2310">
                  <c:v>24</c:v>
                </c:pt>
                <c:pt idx="2311">
                  <c:v>24</c:v>
                </c:pt>
                <c:pt idx="2312">
                  <c:v>25.5</c:v>
                </c:pt>
                <c:pt idx="2313">
                  <c:v>25.5</c:v>
                </c:pt>
                <c:pt idx="2314">
                  <c:v>22.5</c:v>
                </c:pt>
                <c:pt idx="2315">
                  <c:v>20.5</c:v>
                </c:pt>
                <c:pt idx="2316">
                  <c:v>14</c:v>
                </c:pt>
                <c:pt idx="2317">
                  <c:v>13</c:v>
                </c:pt>
                <c:pt idx="2318">
                  <c:v>15</c:v>
                </c:pt>
                <c:pt idx="2319">
                  <c:v>18</c:v>
                </c:pt>
                <c:pt idx="2320">
                  <c:v>16.5</c:v>
                </c:pt>
                <c:pt idx="2321">
                  <c:v>15.5</c:v>
                </c:pt>
                <c:pt idx="2322">
                  <c:v>16.5</c:v>
                </c:pt>
                <c:pt idx="2323">
                  <c:v>17.5</c:v>
                </c:pt>
                <c:pt idx="2324">
                  <c:v>19.5</c:v>
                </c:pt>
                <c:pt idx="2325">
                  <c:v>19</c:v>
                </c:pt>
                <c:pt idx="2326">
                  <c:v>17.5</c:v>
                </c:pt>
                <c:pt idx="2327">
                  <c:v>18</c:v>
                </c:pt>
                <c:pt idx="2328">
                  <c:v>17</c:v>
                </c:pt>
                <c:pt idx="2329">
                  <c:v>18.5</c:v>
                </c:pt>
                <c:pt idx="2330">
                  <c:v>19.5</c:v>
                </c:pt>
                <c:pt idx="2331">
                  <c:v>17.5</c:v>
                </c:pt>
                <c:pt idx="2332">
                  <c:v>19.5</c:v>
                </c:pt>
                <c:pt idx="2333">
                  <c:v>21</c:v>
                </c:pt>
                <c:pt idx="2334">
                  <c:v>23.5</c:v>
                </c:pt>
                <c:pt idx="2335">
                  <c:v>22.5</c:v>
                </c:pt>
                <c:pt idx="2336">
                  <c:v>19</c:v>
                </c:pt>
                <c:pt idx="2337">
                  <c:v>20</c:v>
                </c:pt>
                <c:pt idx="2338">
                  <c:v>20</c:v>
                </c:pt>
                <c:pt idx="2339">
                  <c:v>20</c:v>
                </c:pt>
                <c:pt idx="2340">
                  <c:v>22</c:v>
                </c:pt>
                <c:pt idx="2341">
                  <c:v>21</c:v>
                </c:pt>
                <c:pt idx="2342">
                  <c:v>21.5</c:v>
                </c:pt>
                <c:pt idx="2343">
                  <c:v>19</c:v>
                </c:pt>
                <c:pt idx="2344">
                  <c:v>19</c:v>
                </c:pt>
                <c:pt idx="2345">
                  <c:v>20</c:v>
                </c:pt>
                <c:pt idx="2346">
                  <c:v>21.5</c:v>
                </c:pt>
                <c:pt idx="2347">
                  <c:v>22.5</c:v>
                </c:pt>
                <c:pt idx="2348">
                  <c:v>23</c:v>
                </c:pt>
                <c:pt idx="2349">
                  <c:v>20.5</c:v>
                </c:pt>
                <c:pt idx="2350">
                  <c:v>22.5</c:v>
                </c:pt>
                <c:pt idx="2351">
                  <c:v>22.5</c:v>
                </c:pt>
                <c:pt idx="2352">
                  <c:v>21</c:v>
                </c:pt>
                <c:pt idx="2353">
                  <c:v>21.5</c:v>
                </c:pt>
                <c:pt idx="2354">
                  <c:v>24.5</c:v>
                </c:pt>
                <c:pt idx="2355">
                  <c:v>23</c:v>
                </c:pt>
                <c:pt idx="2356">
                  <c:v>21.5</c:v>
                </c:pt>
                <c:pt idx="2357">
                  <c:v>22</c:v>
                </c:pt>
                <c:pt idx="2358">
                  <c:v>22.5</c:v>
                </c:pt>
                <c:pt idx="2359">
                  <c:v>22</c:v>
                </c:pt>
                <c:pt idx="2360">
                  <c:v>23</c:v>
                </c:pt>
                <c:pt idx="2361">
                  <c:v>25</c:v>
                </c:pt>
                <c:pt idx="2362">
                  <c:v>23.5</c:v>
                </c:pt>
                <c:pt idx="2363">
                  <c:v>21</c:v>
                </c:pt>
                <c:pt idx="2364">
                  <c:v>22.5</c:v>
                </c:pt>
                <c:pt idx="2365">
                  <c:v>23</c:v>
                </c:pt>
                <c:pt idx="2366">
                  <c:v>22.5</c:v>
                </c:pt>
                <c:pt idx="2367">
                  <c:v>23</c:v>
                </c:pt>
                <c:pt idx="2368">
                  <c:v>22.5</c:v>
                </c:pt>
                <c:pt idx="2369">
                  <c:v>21</c:v>
                </c:pt>
                <c:pt idx="2370">
                  <c:v>22</c:v>
                </c:pt>
                <c:pt idx="2371">
                  <c:v>21</c:v>
                </c:pt>
                <c:pt idx="2372">
                  <c:v>22</c:v>
                </c:pt>
                <c:pt idx="2373">
                  <c:v>23</c:v>
                </c:pt>
                <c:pt idx="2374">
                  <c:v>23.5</c:v>
                </c:pt>
                <c:pt idx="2375">
                  <c:v>24</c:v>
                </c:pt>
                <c:pt idx="2376">
                  <c:v>25</c:v>
                </c:pt>
                <c:pt idx="2377">
                  <c:v>24.5</c:v>
                </c:pt>
                <c:pt idx="2378">
                  <c:v>26</c:v>
                </c:pt>
                <c:pt idx="2379">
                  <c:v>27</c:v>
                </c:pt>
                <c:pt idx="2380">
                  <c:v>27</c:v>
                </c:pt>
                <c:pt idx="2381">
                  <c:v>27</c:v>
                </c:pt>
                <c:pt idx="2382">
                  <c:v>28.5</c:v>
                </c:pt>
                <c:pt idx="2383">
                  <c:v>29.5</c:v>
                </c:pt>
                <c:pt idx="2384">
                  <c:v>29.5</c:v>
                </c:pt>
                <c:pt idx="2385">
                  <c:v>29.5</c:v>
                </c:pt>
                <c:pt idx="2386">
                  <c:v>28.5</c:v>
                </c:pt>
                <c:pt idx="2387">
                  <c:v>27</c:v>
                </c:pt>
                <c:pt idx="2388">
                  <c:v>26.5</c:v>
                </c:pt>
                <c:pt idx="2389">
                  <c:v>27.5</c:v>
                </c:pt>
                <c:pt idx="2390">
                  <c:v>24.5</c:v>
                </c:pt>
                <c:pt idx="2391">
                  <c:v>26.5</c:v>
                </c:pt>
                <c:pt idx="2392">
                  <c:v>27.5</c:v>
                </c:pt>
                <c:pt idx="2393">
                  <c:v>27</c:v>
                </c:pt>
                <c:pt idx="2394">
                  <c:v>27.5</c:v>
                </c:pt>
                <c:pt idx="2395">
                  <c:v>28</c:v>
                </c:pt>
                <c:pt idx="2396">
                  <c:v>26</c:v>
                </c:pt>
                <c:pt idx="2397">
                  <c:v>26.5</c:v>
                </c:pt>
                <c:pt idx="2398">
                  <c:v>26</c:v>
                </c:pt>
                <c:pt idx="2399">
                  <c:v>26.5</c:v>
                </c:pt>
                <c:pt idx="2400">
                  <c:v>27</c:v>
                </c:pt>
                <c:pt idx="2401">
                  <c:v>27.5</c:v>
                </c:pt>
                <c:pt idx="2402">
                  <c:v>29</c:v>
                </c:pt>
                <c:pt idx="2403">
                  <c:v>29</c:v>
                </c:pt>
                <c:pt idx="2404">
                  <c:v>24.5</c:v>
                </c:pt>
                <c:pt idx="2405">
                  <c:v>25.5</c:v>
                </c:pt>
                <c:pt idx="2406">
                  <c:v>26</c:v>
                </c:pt>
                <c:pt idx="2407">
                  <c:v>28</c:v>
                </c:pt>
                <c:pt idx="2408">
                  <c:v>30</c:v>
                </c:pt>
                <c:pt idx="2409">
                  <c:v>30</c:v>
                </c:pt>
                <c:pt idx="2410">
                  <c:v>28.5</c:v>
                </c:pt>
                <c:pt idx="2411">
                  <c:v>30.5</c:v>
                </c:pt>
                <c:pt idx="2412">
                  <c:v>30.5</c:v>
                </c:pt>
                <c:pt idx="2413">
                  <c:v>29.5</c:v>
                </c:pt>
                <c:pt idx="2414">
                  <c:v>26.5</c:v>
                </c:pt>
                <c:pt idx="2415">
                  <c:v>24.5</c:v>
                </c:pt>
                <c:pt idx="2416">
                  <c:v>26.5</c:v>
                </c:pt>
                <c:pt idx="2417">
                  <c:v>25</c:v>
                </c:pt>
                <c:pt idx="2418">
                  <c:v>24</c:v>
                </c:pt>
                <c:pt idx="2419">
                  <c:v>23</c:v>
                </c:pt>
                <c:pt idx="2420">
                  <c:v>25.5</c:v>
                </c:pt>
                <c:pt idx="2421">
                  <c:v>23.5</c:v>
                </c:pt>
                <c:pt idx="2422">
                  <c:v>24</c:v>
                </c:pt>
                <c:pt idx="2423">
                  <c:v>25.5</c:v>
                </c:pt>
                <c:pt idx="2424">
                  <c:v>25.5</c:v>
                </c:pt>
                <c:pt idx="2425">
                  <c:v>25</c:v>
                </c:pt>
                <c:pt idx="2426">
                  <c:v>25.5</c:v>
                </c:pt>
                <c:pt idx="2427">
                  <c:v>25.5</c:v>
                </c:pt>
                <c:pt idx="2428">
                  <c:v>24</c:v>
                </c:pt>
                <c:pt idx="2429">
                  <c:v>25</c:v>
                </c:pt>
                <c:pt idx="2430">
                  <c:v>23</c:v>
                </c:pt>
                <c:pt idx="2431">
                  <c:v>22.5</c:v>
                </c:pt>
                <c:pt idx="2432">
                  <c:v>22.5</c:v>
                </c:pt>
                <c:pt idx="2433">
                  <c:v>20.5</c:v>
                </c:pt>
                <c:pt idx="2434">
                  <c:v>20.5</c:v>
                </c:pt>
                <c:pt idx="2435">
                  <c:v>20</c:v>
                </c:pt>
                <c:pt idx="2436">
                  <c:v>20.5</c:v>
                </c:pt>
                <c:pt idx="2437">
                  <c:v>21.5</c:v>
                </c:pt>
                <c:pt idx="2438">
                  <c:v>23.5</c:v>
                </c:pt>
                <c:pt idx="2439">
                  <c:v>22</c:v>
                </c:pt>
                <c:pt idx="2440">
                  <c:v>19.5</c:v>
                </c:pt>
                <c:pt idx="2441">
                  <c:v>19.5</c:v>
                </c:pt>
                <c:pt idx="2442">
                  <c:v>21.5</c:v>
                </c:pt>
                <c:pt idx="2443">
                  <c:v>20.5</c:v>
                </c:pt>
                <c:pt idx="2444">
                  <c:v>20</c:v>
                </c:pt>
                <c:pt idx="2445">
                  <c:v>20</c:v>
                </c:pt>
                <c:pt idx="2446">
                  <c:v>21</c:v>
                </c:pt>
                <c:pt idx="2447">
                  <c:v>21.5</c:v>
                </c:pt>
                <c:pt idx="2448">
                  <c:v>21</c:v>
                </c:pt>
                <c:pt idx="2449">
                  <c:v>19</c:v>
                </c:pt>
                <c:pt idx="2450">
                  <c:v>20.5</c:v>
                </c:pt>
                <c:pt idx="2451">
                  <c:v>21.5</c:v>
                </c:pt>
                <c:pt idx="2452">
                  <c:v>22</c:v>
                </c:pt>
                <c:pt idx="2453">
                  <c:v>22.5</c:v>
                </c:pt>
                <c:pt idx="2454">
                  <c:v>23.5</c:v>
                </c:pt>
                <c:pt idx="2455">
                  <c:v>23.5</c:v>
                </c:pt>
                <c:pt idx="2456">
                  <c:v>23</c:v>
                </c:pt>
                <c:pt idx="2457">
                  <c:v>20</c:v>
                </c:pt>
                <c:pt idx="2458">
                  <c:v>17.5</c:v>
                </c:pt>
                <c:pt idx="2459">
                  <c:v>17.5</c:v>
                </c:pt>
                <c:pt idx="2460">
                  <c:v>18</c:v>
                </c:pt>
                <c:pt idx="2461">
                  <c:v>17</c:v>
                </c:pt>
                <c:pt idx="2462">
                  <c:v>17.5</c:v>
                </c:pt>
                <c:pt idx="2463">
                  <c:v>16.5</c:v>
                </c:pt>
                <c:pt idx="2464">
                  <c:v>19</c:v>
                </c:pt>
                <c:pt idx="2465">
                  <c:v>21</c:v>
                </c:pt>
                <c:pt idx="2466">
                  <c:v>21.5</c:v>
                </c:pt>
                <c:pt idx="2467">
                  <c:v>16.5</c:v>
                </c:pt>
                <c:pt idx="2468">
                  <c:v>17</c:v>
                </c:pt>
                <c:pt idx="2469">
                  <c:v>18.5</c:v>
                </c:pt>
                <c:pt idx="2470">
                  <c:v>19</c:v>
                </c:pt>
                <c:pt idx="2471">
                  <c:v>20</c:v>
                </c:pt>
                <c:pt idx="2472">
                  <c:v>20</c:v>
                </c:pt>
                <c:pt idx="2473">
                  <c:v>20</c:v>
                </c:pt>
                <c:pt idx="2474">
                  <c:v>20</c:v>
                </c:pt>
                <c:pt idx="2475">
                  <c:v>19.5</c:v>
                </c:pt>
                <c:pt idx="2476">
                  <c:v>17</c:v>
                </c:pt>
                <c:pt idx="2477">
                  <c:v>13.5</c:v>
                </c:pt>
                <c:pt idx="2478">
                  <c:v>13.5</c:v>
                </c:pt>
                <c:pt idx="2479">
                  <c:v>13</c:v>
                </c:pt>
                <c:pt idx="2480">
                  <c:v>13.5</c:v>
                </c:pt>
                <c:pt idx="2481">
                  <c:v>15</c:v>
                </c:pt>
                <c:pt idx="2482">
                  <c:v>14.5</c:v>
                </c:pt>
                <c:pt idx="2483">
                  <c:v>14</c:v>
                </c:pt>
                <c:pt idx="2484">
                  <c:v>14.5</c:v>
                </c:pt>
                <c:pt idx="2485">
                  <c:v>15.5</c:v>
                </c:pt>
                <c:pt idx="2486">
                  <c:v>16</c:v>
                </c:pt>
                <c:pt idx="2487">
                  <c:v>17</c:v>
                </c:pt>
                <c:pt idx="2488">
                  <c:v>16.5</c:v>
                </c:pt>
                <c:pt idx="2489">
                  <c:v>13</c:v>
                </c:pt>
                <c:pt idx="2490">
                  <c:v>11.5</c:v>
                </c:pt>
                <c:pt idx="2491">
                  <c:v>8.5</c:v>
                </c:pt>
                <c:pt idx="2492">
                  <c:v>11</c:v>
                </c:pt>
                <c:pt idx="2493">
                  <c:v>10.5</c:v>
                </c:pt>
                <c:pt idx="2494">
                  <c:v>10</c:v>
                </c:pt>
                <c:pt idx="2495">
                  <c:v>12</c:v>
                </c:pt>
                <c:pt idx="2496">
                  <c:v>12</c:v>
                </c:pt>
                <c:pt idx="2497">
                  <c:v>11</c:v>
                </c:pt>
                <c:pt idx="2498">
                  <c:v>12</c:v>
                </c:pt>
                <c:pt idx="2499">
                  <c:v>11.5</c:v>
                </c:pt>
                <c:pt idx="2500">
                  <c:v>12.5</c:v>
                </c:pt>
                <c:pt idx="2501">
                  <c:v>14.5</c:v>
                </c:pt>
                <c:pt idx="2502">
                  <c:v>13</c:v>
                </c:pt>
                <c:pt idx="2503">
                  <c:v>10.5</c:v>
                </c:pt>
                <c:pt idx="2504">
                  <c:v>11</c:v>
                </c:pt>
                <c:pt idx="2505">
                  <c:v>10</c:v>
                </c:pt>
                <c:pt idx="2506">
                  <c:v>7.5</c:v>
                </c:pt>
                <c:pt idx="2507">
                  <c:v>7</c:v>
                </c:pt>
                <c:pt idx="2508">
                  <c:v>8</c:v>
                </c:pt>
                <c:pt idx="2509">
                  <c:v>9.5</c:v>
                </c:pt>
                <c:pt idx="2510">
                  <c:v>12</c:v>
                </c:pt>
                <c:pt idx="2511">
                  <c:v>12</c:v>
                </c:pt>
                <c:pt idx="2512">
                  <c:v>11.5</c:v>
                </c:pt>
                <c:pt idx="2513">
                  <c:v>10.5</c:v>
                </c:pt>
                <c:pt idx="2514">
                  <c:v>10.5</c:v>
                </c:pt>
                <c:pt idx="2515">
                  <c:v>9.5</c:v>
                </c:pt>
                <c:pt idx="2516">
                  <c:v>10.5</c:v>
                </c:pt>
                <c:pt idx="2517">
                  <c:v>10</c:v>
                </c:pt>
                <c:pt idx="2518">
                  <c:v>10</c:v>
                </c:pt>
                <c:pt idx="2519">
                  <c:v>9</c:v>
                </c:pt>
                <c:pt idx="2520">
                  <c:v>10</c:v>
                </c:pt>
                <c:pt idx="2521">
                  <c:v>10</c:v>
                </c:pt>
                <c:pt idx="2522">
                  <c:v>10</c:v>
                </c:pt>
                <c:pt idx="2523">
                  <c:v>12</c:v>
                </c:pt>
                <c:pt idx="2524">
                  <c:v>12</c:v>
                </c:pt>
                <c:pt idx="2525">
                  <c:v>13.5</c:v>
                </c:pt>
                <c:pt idx="2526">
                  <c:v>10.5</c:v>
                </c:pt>
                <c:pt idx="2527">
                  <c:v>9</c:v>
                </c:pt>
                <c:pt idx="2528">
                  <c:v>9</c:v>
                </c:pt>
                <c:pt idx="2529">
                  <c:v>8.5</c:v>
                </c:pt>
                <c:pt idx="2530">
                  <c:v>8</c:v>
                </c:pt>
                <c:pt idx="2531">
                  <c:v>7</c:v>
                </c:pt>
                <c:pt idx="2532">
                  <c:v>7</c:v>
                </c:pt>
                <c:pt idx="2533">
                  <c:v>5.5</c:v>
                </c:pt>
                <c:pt idx="2534">
                  <c:v>7.5</c:v>
                </c:pt>
                <c:pt idx="2535">
                  <c:v>8</c:v>
                </c:pt>
                <c:pt idx="2536">
                  <c:v>6.5</c:v>
                </c:pt>
                <c:pt idx="2537">
                  <c:v>8.5</c:v>
                </c:pt>
                <c:pt idx="2538">
                  <c:v>10</c:v>
                </c:pt>
                <c:pt idx="2539">
                  <c:v>9</c:v>
                </c:pt>
                <c:pt idx="2540">
                  <c:v>11.5</c:v>
                </c:pt>
                <c:pt idx="2541">
                  <c:v>13</c:v>
                </c:pt>
                <c:pt idx="2542">
                  <c:v>8.5</c:v>
                </c:pt>
                <c:pt idx="2543">
                  <c:v>9</c:v>
                </c:pt>
                <c:pt idx="2544">
                  <c:v>5</c:v>
                </c:pt>
                <c:pt idx="2545">
                  <c:v>3</c:v>
                </c:pt>
                <c:pt idx="2546">
                  <c:v>5</c:v>
                </c:pt>
                <c:pt idx="2547">
                  <c:v>6</c:v>
                </c:pt>
                <c:pt idx="2548">
                  <c:v>8</c:v>
                </c:pt>
                <c:pt idx="2549">
                  <c:v>10</c:v>
                </c:pt>
                <c:pt idx="2550">
                  <c:v>10</c:v>
                </c:pt>
                <c:pt idx="2551">
                  <c:v>9</c:v>
                </c:pt>
                <c:pt idx="2552">
                  <c:v>9.5</c:v>
                </c:pt>
                <c:pt idx="2553">
                  <c:v>8.5</c:v>
                </c:pt>
                <c:pt idx="2554">
                  <c:v>8.5</c:v>
                </c:pt>
                <c:pt idx="2555">
                  <c:v>8.5</c:v>
                </c:pt>
                <c:pt idx="2556">
                  <c:v>8</c:v>
                </c:pt>
                <c:pt idx="2557">
                  <c:v>8</c:v>
                </c:pt>
                <c:pt idx="2558">
                  <c:v>7</c:v>
                </c:pt>
                <c:pt idx="2559">
                  <c:v>5</c:v>
                </c:pt>
                <c:pt idx="2560">
                  <c:v>4.5</c:v>
                </c:pt>
                <c:pt idx="2561">
                  <c:v>4</c:v>
                </c:pt>
                <c:pt idx="2562">
                  <c:v>4</c:v>
                </c:pt>
                <c:pt idx="2563">
                  <c:v>4.5</c:v>
                </c:pt>
                <c:pt idx="2564">
                  <c:v>4</c:v>
                </c:pt>
                <c:pt idx="2565">
                  <c:v>4.5</c:v>
                </c:pt>
                <c:pt idx="2566">
                  <c:v>5</c:v>
                </c:pt>
                <c:pt idx="2567">
                  <c:v>6</c:v>
                </c:pt>
                <c:pt idx="2568">
                  <c:v>5.5</c:v>
                </c:pt>
                <c:pt idx="2569">
                  <c:v>3.5</c:v>
                </c:pt>
                <c:pt idx="2570">
                  <c:v>0.5</c:v>
                </c:pt>
                <c:pt idx="2571">
                  <c:v>-1</c:v>
                </c:pt>
                <c:pt idx="2572">
                  <c:v>-1.5</c:v>
                </c:pt>
                <c:pt idx="2573">
                  <c:v>-1</c:v>
                </c:pt>
                <c:pt idx="2574">
                  <c:v>0</c:v>
                </c:pt>
                <c:pt idx="2575">
                  <c:v>2</c:v>
                </c:pt>
                <c:pt idx="2576">
                  <c:v>3</c:v>
                </c:pt>
                <c:pt idx="2577">
                  <c:v>3</c:v>
                </c:pt>
                <c:pt idx="2578">
                  <c:v>3</c:v>
                </c:pt>
                <c:pt idx="2579">
                  <c:v>2.5</c:v>
                </c:pt>
                <c:pt idx="2580">
                  <c:v>2.5</c:v>
                </c:pt>
                <c:pt idx="2581">
                  <c:v>0</c:v>
                </c:pt>
                <c:pt idx="2582">
                  <c:v>0.5</c:v>
                </c:pt>
                <c:pt idx="2583">
                  <c:v>-0.5</c:v>
                </c:pt>
                <c:pt idx="2584">
                  <c:v>-4.5</c:v>
                </c:pt>
                <c:pt idx="2585">
                  <c:v>-6</c:v>
                </c:pt>
                <c:pt idx="2586">
                  <c:v>-4</c:v>
                </c:pt>
                <c:pt idx="2587">
                  <c:v>-3.5</c:v>
                </c:pt>
                <c:pt idx="2588">
                  <c:v>-3.5</c:v>
                </c:pt>
                <c:pt idx="2589">
                  <c:v>-5</c:v>
                </c:pt>
                <c:pt idx="2590">
                  <c:v>0.5</c:v>
                </c:pt>
                <c:pt idx="2591">
                  <c:v>2.5</c:v>
                </c:pt>
                <c:pt idx="2592">
                  <c:v>3</c:v>
                </c:pt>
                <c:pt idx="2593">
                  <c:v>2</c:v>
                </c:pt>
                <c:pt idx="2594">
                  <c:v>2.5</c:v>
                </c:pt>
                <c:pt idx="2595">
                  <c:v>1.5</c:v>
                </c:pt>
                <c:pt idx="2596">
                  <c:v>0.5</c:v>
                </c:pt>
                <c:pt idx="2597">
                  <c:v>1</c:v>
                </c:pt>
                <c:pt idx="2598">
                  <c:v>-1</c:v>
                </c:pt>
                <c:pt idx="2599">
                  <c:v>1</c:v>
                </c:pt>
                <c:pt idx="2600">
                  <c:v>3</c:v>
                </c:pt>
                <c:pt idx="2601">
                  <c:v>3.5</c:v>
                </c:pt>
                <c:pt idx="2602">
                  <c:v>3</c:v>
                </c:pt>
                <c:pt idx="2603">
                  <c:v>2.5</c:v>
                </c:pt>
                <c:pt idx="2604">
                  <c:v>2.5</c:v>
                </c:pt>
                <c:pt idx="2605">
                  <c:v>3.5</c:v>
                </c:pt>
                <c:pt idx="2606">
                  <c:v>3.5</c:v>
                </c:pt>
                <c:pt idx="2607">
                  <c:v>1.5</c:v>
                </c:pt>
                <c:pt idx="2608">
                  <c:v>1</c:v>
                </c:pt>
                <c:pt idx="2609">
                  <c:v>0.5</c:v>
                </c:pt>
                <c:pt idx="2610">
                  <c:v>1</c:v>
                </c:pt>
                <c:pt idx="2611">
                  <c:v>1</c:v>
                </c:pt>
                <c:pt idx="2612">
                  <c:v>2</c:v>
                </c:pt>
                <c:pt idx="2613">
                  <c:v>1.5</c:v>
                </c:pt>
                <c:pt idx="2614">
                  <c:v>1.5</c:v>
                </c:pt>
                <c:pt idx="2615">
                  <c:v>1.5</c:v>
                </c:pt>
                <c:pt idx="2616">
                  <c:v>2</c:v>
                </c:pt>
                <c:pt idx="2617">
                  <c:v>0.5</c:v>
                </c:pt>
                <c:pt idx="2618">
                  <c:v>0</c:v>
                </c:pt>
                <c:pt idx="2619">
                  <c:v>2</c:v>
                </c:pt>
                <c:pt idx="2620">
                  <c:v>2.5</c:v>
                </c:pt>
                <c:pt idx="2621">
                  <c:v>5.5</c:v>
                </c:pt>
                <c:pt idx="2622">
                  <c:v>9</c:v>
                </c:pt>
                <c:pt idx="2623">
                  <c:v>11</c:v>
                </c:pt>
                <c:pt idx="2624">
                  <c:v>10.5</c:v>
                </c:pt>
                <c:pt idx="2625">
                  <c:v>9</c:v>
                </c:pt>
                <c:pt idx="2626">
                  <c:v>10.5</c:v>
                </c:pt>
                <c:pt idx="2627">
                  <c:v>12</c:v>
                </c:pt>
                <c:pt idx="2628">
                  <c:v>12.5</c:v>
                </c:pt>
                <c:pt idx="2629">
                  <c:v>13</c:v>
                </c:pt>
                <c:pt idx="2630">
                  <c:v>14</c:v>
                </c:pt>
                <c:pt idx="2631">
                  <c:v>13</c:v>
                </c:pt>
                <c:pt idx="2632">
                  <c:v>14</c:v>
                </c:pt>
                <c:pt idx="2633">
                  <c:v>14.5</c:v>
                </c:pt>
                <c:pt idx="2634">
                  <c:v>13</c:v>
                </c:pt>
                <c:pt idx="2635">
                  <c:v>13.5</c:v>
                </c:pt>
                <c:pt idx="2636">
                  <c:v>13.5</c:v>
                </c:pt>
                <c:pt idx="2637">
                  <c:v>12</c:v>
                </c:pt>
                <c:pt idx="2638">
                  <c:v>12</c:v>
                </c:pt>
                <c:pt idx="2639">
                  <c:v>13.5</c:v>
                </c:pt>
                <c:pt idx="2640">
                  <c:v>14.5</c:v>
                </c:pt>
                <c:pt idx="2641">
                  <c:v>15</c:v>
                </c:pt>
                <c:pt idx="2642">
                  <c:v>15.5</c:v>
                </c:pt>
                <c:pt idx="2643">
                  <c:v>16.5</c:v>
                </c:pt>
                <c:pt idx="2644">
                  <c:v>17</c:v>
                </c:pt>
                <c:pt idx="2645">
                  <c:v>17</c:v>
                </c:pt>
                <c:pt idx="2646">
                  <c:v>17.5</c:v>
                </c:pt>
                <c:pt idx="2647">
                  <c:v>15.5</c:v>
                </c:pt>
                <c:pt idx="2648">
                  <c:v>16</c:v>
                </c:pt>
                <c:pt idx="2649">
                  <c:v>13</c:v>
                </c:pt>
                <c:pt idx="2650">
                  <c:v>11.5</c:v>
                </c:pt>
                <c:pt idx="2651">
                  <c:v>10</c:v>
                </c:pt>
                <c:pt idx="2652">
                  <c:v>11.5</c:v>
                </c:pt>
                <c:pt idx="2653">
                  <c:v>14</c:v>
                </c:pt>
                <c:pt idx="2654">
                  <c:v>17</c:v>
                </c:pt>
                <c:pt idx="2655">
                  <c:v>11.5</c:v>
                </c:pt>
                <c:pt idx="2656">
                  <c:v>11.5</c:v>
                </c:pt>
                <c:pt idx="2657">
                  <c:v>11.5</c:v>
                </c:pt>
                <c:pt idx="2658">
                  <c:v>10</c:v>
                </c:pt>
                <c:pt idx="2659">
                  <c:v>14</c:v>
                </c:pt>
                <c:pt idx="2660">
                  <c:v>14</c:v>
                </c:pt>
                <c:pt idx="2661">
                  <c:v>15</c:v>
                </c:pt>
                <c:pt idx="2662">
                  <c:v>16.5</c:v>
                </c:pt>
                <c:pt idx="2663">
                  <c:v>17</c:v>
                </c:pt>
                <c:pt idx="2664">
                  <c:v>15</c:v>
                </c:pt>
                <c:pt idx="2665">
                  <c:v>16.5</c:v>
                </c:pt>
                <c:pt idx="2666">
                  <c:v>19</c:v>
                </c:pt>
                <c:pt idx="2667">
                  <c:v>16.5</c:v>
                </c:pt>
                <c:pt idx="2668">
                  <c:v>16.5</c:v>
                </c:pt>
                <c:pt idx="2669">
                  <c:v>18.5</c:v>
                </c:pt>
                <c:pt idx="2670">
                  <c:v>19</c:v>
                </c:pt>
                <c:pt idx="2671">
                  <c:v>19.5</c:v>
                </c:pt>
                <c:pt idx="2672">
                  <c:v>20</c:v>
                </c:pt>
                <c:pt idx="2673">
                  <c:v>18</c:v>
                </c:pt>
                <c:pt idx="2674">
                  <c:v>19</c:v>
                </c:pt>
                <c:pt idx="2675">
                  <c:v>21</c:v>
                </c:pt>
                <c:pt idx="2676">
                  <c:v>20</c:v>
                </c:pt>
                <c:pt idx="2677">
                  <c:v>18</c:v>
                </c:pt>
                <c:pt idx="2678">
                  <c:v>17.5</c:v>
                </c:pt>
                <c:pt idx="2679">
                  <c:v>18</c:v>
                </c:pt>
                <c:pt idx="2680">
                  <c:v>16.5</c:v>
                </c:pt>
                <c:pt idx="2681">
                  <c:v>14.5</c:v>
                </c:pt>
                <c:pt idx="2682">
                  <c:v>14.5</c:v>
                </c:pt>
                <c:pt idx="2683">
                  <c:v>14.5</c:v>
                </c:pt>
                <c:pt idx="2684">
                  <c:v>17.5</c:v>
                </c:pt>
                <c:pt idx="2685">
                  <c:v>20.5</c:v>
                </c:pt>
                <c:pt idx="2686">
                  <c:v>18.5</c:v>
                </c:pt>
                <c:pt idx="2687">
                  <c:v>18.5</c:v>
                </c:pt>
                <c:pt idx="2688">
                  <c:v>18.5</c:v>
                </c:pt>
                <c:pt idx="2689">
                  <c:v>19.5</c:v>
                </c:pt>
                <c:pt idx="2690">
                  <c:v>19</c:v>
                </c:pt>
                <c:pt idx="2691">
                  <c:v>19.5</c:v>
                </c:pt>
                <c:pt idx="2692">
                  <c:v>20.5</c:v>
                </c:pt>
                <c:pt idx="2693">
                  <c:v>19.5</c:v>
                </c:pt>
                <c:pt idx="2694">
                  <c:v>18.5</c:v>
                </c:pt>
                <c:pt idx="2695">
                  <c:v>19.5</c:v>
                </c:pt>
                <c:pt idx="2696">
                  <c:v>19.5</c:v>
                </c:pt>
                <c:pt idx="2697">
                  <c:v>19.5</c:v>
                </c:pt>
                <c:pt idx="2698">
                  <c:v>19.5</c:v>
                </c:pt>
                <c:pt idx="2699">
                  <c:v>18</c:v>
                </c:pt>
                <c:pt idx="2700">
                  <c:v>17</c:v>
                </c:pt>
                <c:pt idx="2701">
                  <c:v>17.5</c:v>
                </c:pt>
                <c:pt idx="2702">
                  <c:v>18.5</c:v>
                </c:pt>
                <c:pt idx="2703">
                  <c:v>17.5</c:v>
                </c:pt>
                <c:pt idx="2704">
                  <c:v>20</c:v>
                </c:pt>
                <c:pt idx="2705">
                  <c:v>16.5</c:v>
                </c:pt>
                <c:pt idx="2706">
                  <c:v>18.5</c:v>
                </c:pt>
                <c:pt idx="2707">
                  <c:v>20</c:v>
                </c:pt>
                <c:pt idx="2708">
                  <c:v>19.5</c:v>
                </c:pt>
                <c:pt idx="2709">
                  <c:v>19.5</c:v>
                </c:pt>
                <c:pt idx="2710">
                  <c:v>20.5</c:v>
                </c:pt>
                <c:pt idx="2711">
                  <c:v>20.5</c:v>
                </c:pt>
                <c:pt idx="2712">
                  <c:v>20</c:v>
                </c:pt>
                <c:pt idx="2713">
                  <c:v>20</c:v>
                </c:pt>
                <c:pt idx="2714">
                  <c:v>20</c:v>
                </c:pt>
                <c:pt idx="2715">
                  <c:v>20.5</c:v>
                </c:pt>
                <c:pt idx="2716">
                  <c:v>22</c:v>
                </c:pt>
                <c:pt idx="2717">
                  <c:v>19.5</c:v>
                </c:pt>
                <c:pt idx="2718">
                  <c:v>20.5</c:v>
                </c:pt>
                <c:pt idx="2719">
                  <c:v>19.5</c:v>
                </c:pt>
                <c:pt idx="2720">
                  <c:v>16</c:v>
                </c:pt>
                <c:pt idx="2721">
                  <c:v>18</c:v>
                </c:pt>
                <c:pt idx="2722">
                  <c:v>21</c:v>
                </c:pt>
                <c:pt idx="2723">
                  <c:v>20</c:v>
                </c:pt>
                <c:pt idx="2724">
                  <c:v>22.5</c:v>
                </c:pt>
                <c:pt idx="2725">
                  <c:v>21.5</c:v>
                </c:pt>
                <c:pt idx="2726">
                  <c:v>22</c:v>
                </c:pt>
                <c:pt idx="2727">
                  <c:v>21.5</c:v>
                </c:pt>
                <c:pt idx="2728">
                  <c:v>23</c:v>
                </c:pt>
                <c:pt idx="2729">
                  <c:v>25</c:v>
                </c:pt>
                <c:pt idx="2730">
                  <c:v>25.5</c:v>
                </c:pt>
                <c:pt idx="2731">
                  <c:v>26.5</c:v>
                </c:pt>
                <c:pt idx="2732">
                  <c:v>26.5</c:v>
                </c:pt>
                <c:pt idx="2733">
                  <c:v>28</c:v>
                </c:pt>
                <c:pt idx="2734">
                  <c:v>25.5</c:v>
                </c:pt>
                <c:pt idx="2735">
                  <c:v>25.5</c:v>
                </c:pt>
                <c:pt idx="2736">
                  <c:v>24</c:v>
                </c:pt>
                <c:pt idx="2737">
                  <c:v>22</c:v>
                </c:pt>
                <c:pt idx="2738">
                  <c:v>23</c:v>
                </c:pt>
                <c:pt idx="2739">
                  <c:v>23</c:v>
                </c:pt>
                <c:pt idx="2740">
                  <c:v>24</c:v>
                </c:pt>
                <c:pt idx="2741">
                  <c:v>25</c:v>
                </c:pt>
                <c:pt idx="2742">
                  <c:v>26</c:v>
                </c:pt>
                <c:pt idx="2743">
                  <c:v>26.5</c:v>
                </c:pt>
                <c:pt idx="2744">
                  <c:v>26.5</c:v>
                </c:pt>
                <c:pt idx="2745">
                  <c:v>27</c:v>
                </c:pt>
                <c:pt idx="2746">
                  <c:v>27</c:v>
                </c:pt>
                <c:pt idx="2747">
                  <c:v>24</c:v>
                </c:pt>
                <c:pt idx="2748">
                  <c:v>24.5</c:v>
                </c:pt>
                <c:pt idx="2749">
                  <c:v>23</c:v>
                </c:pt>
                <c:pt idx="2750">
                  <c:v>25</c:v>
                </c:pt>
                <c:pt idx="2751">
                  <c:v>21</c:v>
                </c:pt>
                <c:pt idx="2752">
                  <c:v>24</c:v>
                </c:pt>
                <c:pt idx="2753">
                  <c:v>26</c:v>
                </c:pt>
                <c:pt idx="2754">
                  <c:v>26</c:v>
                </c:pt>
                <c:pt idx="2755">
                  <c:v>27.5</c:v>
                </c:pt>
                <c:pt idx="2756">
                  <c:v>28</c:v>
                </c:pt>
                <c:pt idx="2757">
                  <c:v>28</c:v>
                </c:pt>
                <c:pt idx="2758">
                  <c:v>29</c:v>
                </c:pt>
                <c:pt idx="2759">
                  <c:v>30.5</c:v>
                </c:pt>
                <c:pt idx="2760">
                  <c:v>30.5</c:v>
                </c:pt>
                <c:pt idx="2761">
                  <c:v>31</c:v>
                </c:pt>
                <c:pt idx="2762">
                  <c:v>31</c:v>
                </c:pt>
                <c:pt idx="2763">
                  <c:v>31</c:v>
                </c:pt>
                <c:pt idx="2764">
                  <c:v>30</c:v>
                </c:pt>
                <c:pt idx="2765">
                  <c:v>29.5</c:v>
                </c:pt>
                <c:pt idx="2766">
                  <c:v>29</c:v>
                </c:pt>
                <c:pt idx="2767">
                  <c:v>26.5</c:v>
                </c:pt>
                <c:pt idx="2768">
                  <c:v>25</c:v>
                </c:pt>
                <c:pt idx="2769">
                  <c:v>26.5</c:v>
                </c:pt>
                <c:pt idx="2770">
                  <c:v>27.5</c:v>
                </c:pt>
                <c:pt idx="2771">
                  <c:v>29</c:v>
                </c:pt>
                <c:pt idx="2772">
                  <c:v>28.5</c:v>
                </c:pt>
                <c:pt idx="2773">
                  <c:v>29</c:v>
                </c:pt>
                <c:pt idx="2774">
                  <c:v>31</c:v>
                </c:pt>
                <c:pt idx="2775">
                  <c:v>31</c:v>
                </c:pt>
                <c:pt idx="2776">
                  <c:v>31</c:v>
                </c:pt>
                <c:pt idx="2777">
                  <c:v>29.5</c:v>
                </c:pt>
                <c:pt idx="2778">
                  <c:v>28</c:v>
                </c:pt>
                <c:pt idx="2779">
                  <c:v>28</c:v>
                </c:pt>
                <c:pt idx="2780">
                  <c:v>28.5</c:v>
                </c:pt>
                <c:pt idx="2781">
                  <c:v>28.5</c:v>
                </c:pt>
                <c:pt idx="2782">
                  <c:v>28.5</c:v>
                </c:pt>
                <c:pt idx="2783">
                  <c:v>28.5</c:v>
                </c:pt>
                <c:pt idx="2784">
                  <c:v>30</c:v>
                </c:pt>
                <c:pt idx="2785">
                  <c:v>31.5</c:v>
                </c:pt>
                <c:pt idx="2786">
                  <c:v>29.5</c:v>
                </c:pt>
                <c:pt idx="2787">
                  <c:v>23.5</c:v>
                </c:pt>
                <c:pt idx="2788">
                  <c:v>25.5</c:v>
                </c:pt>
                <c:pt idx="2789">
                  <c:v>23.5</c:v>
                </c:pt>
                <c:pt idx="2790">
                  <c:v>21.5</c:v>
                </c:pt>
                <c:pt idx="2791">
                  <c:v>23</c:v>
                </c:pt>
                <c:pt idx="2792">
                  <c:v>22</c:v>
                </c:pt>
                <c:pt idx="2793">
                  <c:v>21</c:v>
                </c:pt>
                <c:pt idx="2794">
                  <c:v>21.5</c:v>
                </c:pt>
                <c:pt idx="2795">
                  <c:v>23.5</c:v>
                </c:pt>
                <c:pt idx="2796">
                  <c:v>22</c:v>
                </c:pt>
                <c:pt idx="2797">
                  <c:v>21.5</c:v>
                </c:pt>
                <c:pt idx="2798">
                  <c:v>22</c:v>
                </c:pt>
                <c:pt idx="2799">
                  <c:v>21</c:v>
                </c:pt>
                <c:pt idx="2800">
                  <c:v>19.5</c:v>
                </c:pt>
                <c:pt idx="2801">
                  <c:v>20.5</c:v>
                </c:pt>
                <c:pt idx="2802">
                  <c:v>20.5</c:v>
                </c:pt>
                <c:pt idx="2803">
                  <c:v>20.5</c:v>
                </c:pt>
                <c:pt idx="2804">
                  <c:v>21</c:v>
                </c:pt>
                <c:pt idx="2805">
                  <c:v>21</c:v>
                </c:pt>
                <c:pt idx="2806">
                  <c:v>20.5</c:v>
                </c:pt>
                <c:pt idx="2807">
                  <c:v>23.5</c:v>
                </c:pt>
                <c:pt idx="2808">
                  <c:v>23.5</c:v>
                </c:pt>
                <c:pt idx="2809">
                  <c:v>22.5</c:v>
                </c:pt>
                <c:pt idx="2810">
                  <c:v>23</c:v>
                </c:pt>
                <c:pt idx="2811">
                  <c:v>23.5</c:v>
                </c:pt>
                <c:pt idx="2812">
                  <c:v>23.5</c:v>
                </c:pt>
                <c:pt idx="2813">
                  <c:v>24.5</c:v>
                </c:pt>
                <c:pt idx="2814">
                  <c:v>24.5</c:v>
                </c:pt>
                <c:pt idx="2815">
                  <c:v>23.5</c:v>
                </c:pt>
                <c:pt idx="2816">
                  <c:v>22</c:v>
                </c:pt>
                <c:pt idx="2817">
                  <c:v>23</c:v>
                </c:pt>
                <c:pt idx="2818">
                  <c:v>20</c:v>
                </c:pt>
                <c:pt idx="2819">
                  <c:v>19.5</c:v>
                </c:pt>
                <c:pt idx="2820">
                  <c:v>20.5</c:v>
                </c:pt>
                <c:pt idx="2821">
                  <c:v>17.5</c:v>
                </c:pt>
                <c:pt idx="2822">
                  <c:v>19</c:v>
                </c:pt>
                <c:pt idx="2823">
                  <c:v>15.5</c:v>
                </c:pt>
                <c:pt idx="2824">
                  <c:v>16</c:v>
                </c:pt>
                <c:pt idx="2825">
                  <c:v>15.5</c:v>
                </c:pt>
                <c:pt idx="2826">
                  <c:v>16.5</c:v>
                </c:pt>
                <c:pt idx="2827">
                  <c:v>18.5</c:v>
                </c:pt>
                <c:pt idx="2828">
                  <c:v>19.5</c:v>
                </c:pt>
                <c:pt idx="2829">
                  <c:v>17</c:v>
                </c:pt>
                <c:pt idx="2830">
                  <c:v>19</c:v>
                </c:pt>
                <c:pt idx="2831">
                  <c:v>18</c:v>
                </c:pt>
                <c:pt idx="2832">
                  <c:v>16</c:v>
                </c:pt>
                <c:pt idx="2833">
                  <c:v>16</c:v>
                </c:pt>
                <c:pt idx="2834">
                  <c:v>18.5</c:v>
                </c:pt>
                <c:pt idx="2835">
                  <c:v>19</c:v>
                </c:pt>
                <c:pt idx="2836">
                  <c:v>18.5</c:v>
                </c:pt>
                <c:pt idx="2837">
                  <c:v>18.5</c:v>
                </c:pt>
                <c:pt idx="2838">
                  <c:v>19</c:v>
                </c:pt>
                <c:pt idx="2839">
                  <c:v>18.5</c:v>
                </c:pt>
                <c:pt idx="2840">
                  <c:v>20.5</c:v>
                </c:pt>
                <c:pt idx="2841">
                  <c:v>19.5</c:v>
                </c:pt>
                <c:pt idx="2842">
                  <c:v>19</c:v>
                </c:pt>
                <c:pt idx="2843">
                  <c:v>18</c:v>
                </c:pt>
                <c:pt idx="2844">
                  <c:v>18</c:v>
                </c:pt>
                <c:pt idx="2845">
                  <c:v>18</c:v>
                </c:pt>
                <c:pt idx="2846">
                  <c:v>17.5</c:v>
                </c:pt>
                <c:pt idx="2847">
                  <c:v>18</c:v>
                </c:pt>
                <c:pt idx="2848">
                  <c:v>17.5</c:v>
                </c:pt>
                <c:pt idx="2849">
                  <c:v>18.5</c:v>
                </c:pt>
                <c:pt idx="2850">
                  <c:v>17.5</c:v>
                </c:pt>
                <c:pt idx="2851">
                  <c:v>15.5</c:v>
                </c:pt>
                <c:pt idx="2852">
                  <c:v>15.5</c:v>
                </c:pt>
                <c:pt idx="2853">
                  <c:v>15</c:v>
                </c:pt>
                <c:pt idx="2854">
                  <c:v>14</c:v>
                </c:pt>
                <c:pt idx="2855">
                  <c:v>13</c:v>
                </c:pt>
                <c:pt idx="2856">
                  <c:v>14</c:v>
                </c:pt>
                <c:pt idx="2857">
                  <c:v>13</c:v>
                </c:pt>
                <c:pt idx="2858">
                  <c:v>13.5</c:v>
                </c:pt>
                <c:pt idx="2859">
                  <c:v>16.5</c:v>
                </c:pt>
                <c:pt idx="2860">
                  <c:v>19</c:v>
                </c:pt>
                <c:pt idx="2861">
                  <c:v>17</c:v>
                </c:pt>
                <c:pt idx="2862">
                  <c:v>13</c:v>
                </c:pt>
                <c:pt idx="2863">
                  <c:v>10.5</c:v>
                </c:pt>
                <c:pt idx="2864">
                  <c:v>9</c:v>
                </c:pt>
                <c:pt idx="2865">
                  <c:v>8</c:v>
                </c:pt>
                <c:pt idx="2866">
                  <c:v>10.5</c:v>
                </c:pt>
                <c:pt idx="2867">
                  <c:v>13</c:v>
                </c:pt>
                <c:pt idx="2868">
                  <c:v>15</c:v>
                </c:pt>
                <c:pt idx="2869">
                  <c:v>17</c:v>
                </c:pt>
                <c:pt idx="2870">
                  <c:v>16</c:v>
                </c:pt>
                <c:pt idx="2871">
                  <c:v>14.5</c:v>
                </c:pt>
                <c:pt idx="2872">
                  <c:v>14</c:v>
                </c:pt>
                <c:pt idx="2873">
                  <c:v>12.5</c:v>
                </c:pt>
                <c:pt idx="2874">
                  <c:v>13</c:v>
                </c:pt>
                <c:pt idx="2875">
                  <c:v>11.5</c:v>
                </c:pt>
                <c:pt idx="2876">
                  <c:v>8.5</c:v>
                </c:pt>
                <c:pt idx="2877">
                  <c:v>8</c:v>
                </c:pt>
                <c:pt idx="2878">
                  <c:v>8</c:v>
                </c:pt>
                <c:pt idx="2879">
                  <c:v>9.5</c:v>
                </c:pt>
                <c:pt idx="2880">
                  <c:v>11.5</c:v>
                </c:pt>
                <c:pt idx="2881">
                  <c:v>12.5</c:v>
                </c:pt>
                <c:pt idx="2882">
                  <c:v>12.5</c:v>
                </c:pt>
                <c:pt idx="2883">
                  <c:v>12</c:v>
                </c:pt>
                <c:pt idx="2884">
                  <c:v>11</c:v>
                </c:pt>
                <c:pt idx="2885">
                  <c:v>12</c:v>
                </c:pt>
                <c:pt idx="2886">
                  <c:v>12</c:v>
                </c:pt>
                <c:pt idx="2887">
                  <c:v>11.5</c:v>
                </c:pt>
                <c:pt idx="2888">
                  <c:v>11</c:v>
                </c:pt>
                <c:pt idx="2889">
                  <c:v>12</c:v>
                </c:pt>
                <c:pt idx="2890">
                  <c:v>12.5</c:v>
                </c:pt>
                <c:pt idx="2891">
                  <c:v>9.5</c:v>
                </c:pt>
                <c:pt idx="2892">
                  <c:v>8.5</c:v>
                </c:pt>
                <c:pt idx="2893">
                  <c:v>8.5</c:v>
                </c:pt>
                <c:pt idx="2894">
                  <c:v>9</c:v>
                </c:pt>
                <c:pt idx="2895">
                  <c:v>8</c:v>
                </c:pt>
                <c:pt idx="2896">
                  <c:v>9</c:v>
                </c:pt>
                <c:pt idx="2897">
                  <c:v>9.5</c:v>
                </c:pt>
                <c:pt idx="2898">
                  <c:v>10.5</c:v>
                </c:pt>
                <c:pt idx="2899">
                  <c:v>11</c:v>
                </c:pt>
                <c:pt idx="2900">
                  <c:v>9</c:v>
                </c:pt>
                <c:pt idx="2901">
                  <c:v>8</c:v>
                </c:pt>
                <c:pt idx="2902">
                  <c:v>9.5</c:v>
                </c:pt>
                <c:pt idx="2903">
                  <c:v>11</c:v>
                </c:pt>
                <c:pt idx="2904">
                  <c:v>8.5</c:v>
                </c:pt>
                <c:pt idx="2905">
                  <c:v>6</c:v>
                </c:pt>
                <c:pt idx="2906">
                  <c:v>7.5</c:v>
                </c:pt>
                <c:pt idx="2907">
                  <c:v>8</c:v>
                </c:pt>
                <c:pt idx="2908">
                  <c:v>6</c:v>
                </c:pt>
                <c:pt idx="2909">
                  <c:v>5</c:v>
                </c:pt>
                <c:pt idx="2910">
                  <c:v>4</c:v>
                </c:pt>
                <c:pt idx="2911">
                  <c:v>3</c:v>
                </c:pt>
                <c:pt idx="2912">
                  <c:v>3.5</c:v>
                </c:pt>
                <c:pt idx="2913">
                  <c:v>3.5</c:v>
                </c:pt>
                <c:pt idx="2914">
                  <c:v>3.5</c:v>
                </c:pt>
                <c:pt idx="2915">
                  <c:v>4</c:v>
                </c:pt>
                <c:pt idx="2916">
                  <c:v>5</c:v>
                </c:pt>
                <c:pt idx="2917">
                  <c:v>4</c:v>
                </c:pt>
                <c:pt idx="2918">
                  <c:v>3.5</c:v>
                </c:pt>
                <c:pt idx="2919">
                  <c:v>5</c:v>
                </c:pt>
                <c:pt idx="2920">
                  <c:v>6</c:v>
                </c:pt>
                <c:pt idx="2921">
                  <c:v>6</c:v>
                </c:pt>
                <c:pt idx="2922">
                  <c:v>6</c:v>
                </c:pt>
                <c:pt idx="2923">
                  <c:v>4</c:v>
                </c:pt>
                <c:pt idx="2924">
                  <c:v>4.5</c:v>
                </c:pt>
                <c:pt idx="2925">
                  <c:v>7</c:v>
                </c:pt>
                <c:pt idx="2926">
                  <c:v>7.5</c:v>
                </c:pt>
                <c:pt idx="2927">
                  <c:v>5.5</c:v>
                </c:pt>
                <c:pt idx="2928">
                  <c:v>5</c:v>
                </c:pt>
                <c:pt idx="2929">
                  <c:v>6</c:v>
                </c:pt>
                <c:pt idx="2930">
                  <c:v>3</c:v>
                </c:pt>
                <c:pt idx="2931">
                  <c:v>1.5</c:v>
                </c:pt>
                <c:pt idx="2932">
                  <c:v>2.5</c:v>
                </c:pt>
                <c:pt idx="2933">
                  <c:v>3</c:v>
                </c:pt>
                <c:pt idx="2934">
                  <c:v>3.5</c:v>
                </c:pt>
                <c:pt idx="2935">
                  <c:v>4</c:v>
                </c:pt>
                <c:pt idx="2936">
                  <c:v>5.5</c:v>
                </c:pt>
                <c:pt idx="2937">
                  <c:v>5</c:v>
                </c:pt>
                <c:pt idx="2938">
                  <c:v>5.5</c:v>
                </c:pt>
                <c:pt idx="2939">
                  <c:v>7.5</c:v>
                </c:pt>
                <c:pt idx="2940">
                  <c:v>6.5</c:v>
                </c:pt>
                <c:pt idx="2941">
                  <c:v>5.5</c:v>
                </c:pt>
                <c:pt idx="2942">
                  <c:v>5</c:v>
                </c:pt>
                <c:pt idx="2943">
                  <c:v>6</c:v>
                </c:pt>
                <c:pt idx="2944">
                  <c:v>6</c:v>
                </c:pt>
                <c:pt idx="2945">
                  <c:v>5.5</c:v>
                </c:pt>
                <c:pt idx="2946">
                  <c:v>5.5</c:v>
                </c:pt>
                <c:pt idx="2947">
                  <c:v>8</c:v>
                </c:pt>
                <c:pt idx="2948">
                  <c:v>9.5</c:v>
                </c:pt>
                <c:pt idx="2949">
                  <c:v>10</c:v>
                </c:pt>
                <c:pt idx="2950">
                  <c:v>10</c:v>
                </c:pt>
                <c:pt idx="2951">
                  <c:v>9.5</c:v>
                </c:pt>
                <c:pt idx="2952">
                  <c:v>9.5</c:v>
                </c:pt>
                <c:pt idx="2953">
                  <c:v>10.5</c:v>
                </c:pt>
                <c:pt idx="2954">
                  <c:v>10</c:v>
                </c:pt>
                <c:pt idx="2955">
                  <c:v>10.5</c:v>
                </c:pt>
                <c:pt idx="2956">
                  <c:v>8</c:v>
                </c:pt>
                <c:pt idx="2957">
                  <c:v>6</c:v>
                </c:pt>
                <c:pt idx="2958">
                  <c:v>6.5</c:v>
                </c:pt>
                <c:pt idx="2959">
                  <c:v>7.5</c:v>
                </c:pt>
                <c:pt idx="2960">
                  <c:v>7.5</c:v>
                </c:pt>
                <c:pt idx="2961">
                  <c:v>8</c:v>
                </c:pt>
                <c:pt idx="2962">
                  <c:v>8.5</c:v>
                </c:pt>
                <c:pt idx="2963">
                  <c:v>10</c:v>
                </c:pt>
                <c:pt idx="2964">
                  <c:v>12.5</c:v>
                </c:pt>
                <c:pt idx="2965">
                  <c:v>11.5</c:v>
                </c:pt>
                <c:pt idx="2966">
                  <c:v>11.5</c:v>
                </c:pt>
                <c:pt idx="2967">
                  <c:v>11</c:v>
                </c:pt>
                <c:pt idx="2968">
                  <c:v>7</c:v>
                </c:pt>
                <c:pt idx="2969">
                  <c:v>5.5</c:v>
                </c:pt>
                <c:pt idx="2970">
                  <c:v>5</c:v>
                </c:pt>
                <c:pt idx="2971">
                  <c:v>5</c:v>
                </c:pt>
                <c:pt idx="2972">
                  <c:v>7</c:v>
                </c:pt>
                <c:pt idx="2973">
                  <c:v>3.5</c:v>
                </c:pt>
                <c:pt idx="2974">
                  <c:v>1</c:v>
                </c:pt>
                <c:pt idx="2975">
                  <c:v>0.5</c:v>
                </c:pt>
                <c:pt idx="2976">
                  <c:v>1.5</c:v>
                </c:pt>
                <c:pt idx="2977">
                  <c:v>1.5</c:v>
                </c:pt>
                <c:pt idx="2978">
                  <c:v>3</c:v>
                </c:pt>
                <c:pt idx="2979">
                  <c:v>5</c:v>
                </c:pt>
                <c:pt idx="2980">
                  <c:v>5.5</c:v>
                </c:pt>
                <c:pt idx="2981">
                  <c:v>6</c:v>
                </c:pt>
                <c:pt idx="2982">
                  <c:v>7</c:v>
                </c:pt>
                <c:pt idx="2983">
                  <c:v>6.5</c:v>
                </c:pt>
                <c:pt idx="2984">
                  <c:v>6.5</c:v>
                </c:pt>
                <c:pt idx="2985">
                  <c:v>8</c:v>
                </c:pt>
                <c:pt idx="2986">
                  <c:v>12</c:v>
                </c:pt>
                <c:pt idx="2987">
                  <c:v>11</c:v>
                </c:pt>
                <c:pt idx="2988">
                  <c:v>13</c:v>
                </c:pt>
                <c:pt idx="2989">
                  <c:v>10</c:v>
                </c:pt>
                <c:pt idx="2990">
                  <c:v>9</c:v>
                </c:pt>
                <c:pt idx="2991">
                  <c:v>8.5</c:v>
                </c:pt>
                <c:pt idx="2992">
                  <c:v>5</c:v>
                </c:pt>
                <c:pt idx="2993">
                  <c:v>5.5</c:v>
                </c:pt>
                <c:pt idx="2994">
                  <c:v>4.5</c:v>
                </c:pt>
                <c:pt idx="2995">
                  <c:v>5</c:v>
                </c:pt>
                <c:pt idx="2996">
                  <c:v>7</c:v>
                </c:pt>
                <c:pt idx="2997">
                  <c:v>9.5</c:v>
                </c:pt>
                <c:pt idx="2998">
                  <c:v>10.5</c:v>
                </c:pt>
                <c:pt idx="2999">
                  <c:v>11.5</c:v>
                </c:pt>
                <c:pt idx="3000">
                  <c:v>12</c:v>
                </c:pt>
                <c:pt idx="3001">
                  <c:v>13</c:v>
                </c:pt>
                <c:pt idx="3002">
                  <c:v>14</c:v>
                </c:pt>
                <c:pt idx="3003">
                  <c:v>13.5</c:v>
                </c:pt>
                <c:pt idx="3004">
                  <c:v>13.5</c:v>
                </c:pt>
                <c:pt idx="3005">
                  <c:v>14.5</c:v>
                </c:pt>
                <c:pt idx="3006">
                  <c:v>15.5</c:v>
                </c:pt>
                <c:pt idx="3007">
                  <c:v>16.5</c:v>
                </c:pt>
                <c:pt idx="3008">
                  <c:v>15.5</c:v>
                </c:pt>
                <c:pt idx="3009">
                  <c:v>8</c:v>
                </c:pt>
                <c:pt idx="3010">
                  <c:v>4.5</c:v>
                </c:pt>
                <c:pt idx="3011">
                  <c:v>6</c:v>
                </c:pt>
                <c:pt idx="3012">
                  <c:v>10.5</c:v>
                </c:pt>
                <c:pt idx="3013">
                  <c:v>9</c:v>
                </c:pt>
                <c:pt idx="3014">
                  <c:v>13</c:v>
                </c:pt>
                <c:pt idx="3015">
                  <c:v>15</c:v>
                </c:pt>
                <c:pt idx="3016">
                  <c:v>14</c:v>
                </c:pt>
                <c:pt idx="3017">
                  <c:v>11</c:v>
                </c:pt>
                <c:pt idx="3018">
                  <c:v>9.5</c:v>
                </c:pt>
                <c:pt idx="3019">
                  <c:v>10.5</c:v>
                </c:pt>
                <c:pt idx="3020">
                  <c:v>12</c:v>
                </c:pt>
                <c:pt idx="3021">
                  <c:v>11.5</c:v>
                </c:pt>
                <c:pt idx="3022">
                  <c:v>13.5</c:v>
                </c:pt>
                <c:pt idx="3023">
                  <c:v>14.5</c:v>
                </c:pt>
                <c:pt idx="3024">
                  <c:v>14</c:v>
                </c:pt>
                <c:pt idx="3025">
                  <c:v>13.5</c:v>
                </c:pt>
                <c:pt idx="3026">
                  <c:v>14</c:v>
                </c:pt>
                <c:pt idx="3027">
                  <c:v>11</c:v>
                </c:pt>
                <c:pt idx="3028">
                  <c:v>13.5</c:v>
                </c:pt>
                <c:pt idx="3029">
                  <c:v>14.5</c:v>
                </c:pt>
                <c:pt idx="3030">
                  <c:v>13.5</c:v>
                </c:pt>
                <c:pt idx="3031">
                  <c:v>14.5</c:v>
                </c:pt>
                <c:pt idx="3032">
                  <c:v>15.5</c:v>
                </c:pt>
                <c:pt idx="3033">
                  <c:v>16</c:v>
                </c:pt>
                <c:pt idx="3034">
                  <c:v>15</c:v>
                </c:pt>
                <c:pt idx="3035">
                  <c:v>15.5</c:v>
                </c:pt>
                <c:pt idx="3036">
                  <c:v>15.5</c:v>
                </c:pt>
                <c:pt idx="3037">
                  <c:v>15.5</c:v>
                </c:pt>
                <c:pt idx="3038">
                  <c:v>16.5</c:v>
                </c:pt>
                <c:pt idx="3039">
                  <c:v>17.5</c:v>
                </c:pt>
                <c:pt idx="3040">
                  <c:v>18</c:v>
                </c:pt>
                <c:pt idx="3041">
                  <c:v>18.5</c:v>
                </c:pt>
                <c:pt idx="3042">
                  <c:v>18</c:v>
                </c:pt>
                <c:pt idx="3043">
                  <c:v>18</c:v>
                </c:pt>
                <c:pt idx="3044">
                  <c:v>19</c:v>
                </c:pt>
                <c:pt idx="3045">
                  <c:v>20.5</c:v>
                </c:pt>
                <c:pt idx="3046">
                  <c:v>19</c:v>
                </c:pt>
                <c:pt idx="3047">
                  <c:v>19.5</c:v>
                </c:pt>
                <c:pt idx="3048">
                  <c:v>21</c:v>
                </c:pt>
                <c:pt idx="3049">
                  <c:v>21.5</c:v>
                </c:pt>
                <c:pt idx="3050">
                  <c:v>15</c:v>
                </c:pt>
                <c:pt idx="3051">
                  <c:v>16</c:v>
                </c:pt>
                <c:pt idx="3052">
                  <c:v>20</c:v>
                </c:pt>
                <c:pt idx="3053">
                  <c:v>20.5</c:v>
                </c:pt>
                <c:pt idx="3054">
                  <c:v>20</c:v>
                </c:pt>
                <c:pt idx="3055">
                  <c:v>20.5</c:v>
                </c:pt>
                <c:pt idx="3056">
                  <c:v>21</c:v>
                </c:pt>
                <c:pt idx="3057">
                  <c:v>23</c:v>
                </c:pt>
                <c:pt idx="3058">
                  <c:v>22.5</c:v>
                </c:pt>
                <c:pt idx="3059">
                  <c:v>22.5</c:v>
                </c:pt>
                <c:pt idx="3060">
                  <c:v>17</c:v>
                </c:pt>
                <c:pt idx="3061">
                  <c:v>21</c:v>
                </c:pt>
                <c:pt idx="3062">
                  <c:v>21.5</c:v>
                </c:pt>
                <c:pt idx="3063">
                  <c:v>20.5</c:v>
                </c:pt>
                <c:pt idx="3064">
                  <c:v>21.5</c:v>
                </c:pt>
                <c:pt idx="3065">
                  <c:v>22.5</c:v>
                </c:pt>
                <c:pt idx="3066">
                  <c:v>23.5</c:v>
                </c:pt>
                <c:pt idx="3067">
                  <c:v>21.5</c:v>
                </c:pt>
                <c:pt idx="3068">
                  <c:v>22.5</c:v>
                </c:pt>
                <c:pt idx="3069">
                  <c:v>24</c:v>
                </c:pt>
                <c:pt idx="3070">
                  <c:v>24</c:v>
                </c:pt>
                <c:pt idx="3071">
                  <c:v>25</c:v>
                </c:pt>
                <c:pt idx="3072">
                  <c:v>25.5</c:v>
                </c:pt>
                <c:pt idx="3073">
                  <c:v>23</c:v>
                </c:pt>
                <c:pt idx="3074">
                  <c:v>20.5</c:v>
                </c:pt>
                <c:pt idx="3075">
                  <c:v>18.5</c:v>
                </c:pt>
                <c:pt idx="3076">
                  <c:v>20.5</c:v>
                </c:pt>
                <c:pt idx="3077">
                  <c:v>22.5</c:v>
                </c:pt>
                <c:pt idx="3078">
                  <c:v>20.5</c:v>
                </c:pt>
                <c:pt idx="3079">
                  <c:v>20</c:v>
                </c:pt>
                <c:pt idx="3080">
                  <c:v>19.5</c:v>
                </c:pt>
                <c:pt idx="3081">
                  <c:v>19</c:v>
                </c:pt>
                <c:pt idx="3082">
                  <c:v>20</c:v>
                </c:pt>
                <c:pt idx="3083">
                  <c:v>18.5</c:v>
                </c:pt>
                <c:pt idx="3084">
                  <c:v>20</c:v>
                </c:pt>
                <c:pt idx="3085">
                  <c:v>22.5</c:v>
                </c:pt>
                <c:pt idx="3086">
                  <c:v>20</c:v>
                </c:pt>
                <c:pt idx="3087">
                  <c:v>23</c:v>
                </c:pt>
                <c:pt idx="3088">
                  <c:v>25</c:v>
                </c:pt>
                <c:pt idx="3089">
                  <c:v>26</c:v>
                </c:pt>
                <c:pt idx="3090">
                  <c:v>27</c:v>
                </c:pt>
                <c:pt idx="3091">
                  <c:v>26.5</c:v>
                </c:pt>
                <c:pt idx="3092">
                  <c:v>26.5</c:v>
                </c:pt>
                <c:pt idx="3093">
                  <c:v>23</c:v>
                </c:pt>
                <c:pt idx="3094">
                  <c:v>21.5</c:v>
                </c:pt>
                <c:pt idx="3095">
                  <c:v>18.5</c:v>
                </c:pt>
                <c:pt idx="3096">
                  <c:v>22.5</c:v>
                </c:pt>
                <c:pt idx="3097">
                  <c:v>23</c:v>
                </c:pt>
                <c:pt idx="3098">
                  <c:v>20.5</c:v>
                </c:pt>
                <c:pt idx="3099">
                  <c:v>21</c:v>
                </c:pt>
                <c:pt idx="3100">
                  <c:v>23</c:v>
                </c:pt>
                <c:pt idx="3101">
                  <c:v>21.5</c:v>
                </c:pt>
                <c:pt idx="3102">
                  <c:v>21.5</c:v>
                </c:pt>
                <c:pt idx="3103">
                  <c:v>22</c:v>
                </c:pt>
                <c:pt idx="3104">
                  <c:v>23.5</c:v>
                </c:pt>
                <c:pt idx="3105">
                  <c:v>22.5</c:v>
                </c:pt>
                <c:pt idx="3106">
                  <c:v>21</c:v>
                </c:pt>
                <c:pt idx="3107">
                  <c:v>24.5</c:v>
                </c:pt>
                <c:pt idx="3108">
                  <c:v>24.5</c:v>
                </c:pt>
                <c:pt idx="3109">
                  <c:v>25.5</c:v>
                </c:pt>
                <c:pt idx="3110">
                  <c:v>27</c:v>
                </c:pt>
                <c:pt idx="3111">
                  <c:v>27.5</c:v>
                </c:pt>
                <c:pt idx="3112">
                  <c:v>27</c:v>
                </c:pt>
                <c:pt idx="3113">
                  <c:v>26.5</c:v>
                </c:pt>
                <c:pt idx="3114">
                  <c:v>25.5</c:v>
                </c:pt>
                <c:pt idx="3115">
                  <c:v>25.5</c:v>
                </c:pt>
                <c:pt idx="3116">
                  <c:v>24</c:v>
                </c:pt>
                <c:pt idx="3117">
                  <c:v>25</c:v>
                </c:pt>
                <c:pt idx="3118">
                  <c:v>26</c:v>
                </c:pt>
                <c:pt idx="3119">
                  <c:v>26.5</c:v>
                </c:pt>
                <c:pt idx="3120">
                  <c:v>22</c:v>
                </c:pt>
                <c:pt idx="3121">
                  <c:v>22.5</c:v>
                </c:pt>
                <c:pt idx="3122">
                  <c:v>24</c:v>
                </c:pt>
                <c:pt idx="3123">
                  <c:v>26</c:v>
                </c:pt>
                <c:pt idx="3124">
                  <c:v>26.5</c:v>
                </c:pt>
                <c:pt idx="3125">
                  <c:v>27.5</c:v>
                </c:pt>
                <c:pt idx="3126">
                  <c:v>28</c:v>
                </c:pt>
                <c:pt idx="3127">
                  <c:v>27</c:v>
                </c:pt>
                <c:pt idx="3128">
                  <c:v>27.5</c:v>
                </c:pt>
                <c:pt idx="3129">
                  <c:v>28.5</c:v>
                </c:pt>
                <c:pt idx="3130">
                  <c:v>28</c:v>
                </c:pt>
                <c:pt idx="3131">
                  <c:v>28.5</c:v>
                </c:pt>
                <c:pt idx="3132">
                  <c:v>29</c:v>
                </c:pt>
                <c:pt idx="3133">
                  <c:v>29</c:v>
                </c:pt>
                <c:pt idx="3134">
                  <c:v>29.5</c:v>
                </c:pt>
                <c:pt idx="3135">
                  <c:v>31</c:v>
                </c:pt>
                <c:pt idx="3136">
                  <c:v>27.5</c:v>
                </c:pt>
                <c:pt idx="3137">
                  <c:v>25.5</c:v>
                </c:pt>
                <c:pt idx="3138">
                  <c:v>26</c:v>
                </c:pt>
                <c:pt idx="3139">
                  <c:v>27.5</c:v>
                </c:pt>
                <c:pt idx="3140">
                  <c:v>28</c:v>
                </c:pt>
                <c:pt idx="3141">
                  <c:v>27</c:v>
                </c:pt>
                <c:pt idx="3142">
                  <c:v>28</c:v>
                </c:pt>
                <c:pt idx="3143">
                  <c:v>26</c:v>
                </c:pt>
                <c:pt idx="3144">
                  <c:v>23.5</c:v>
                </c:pt>
                <c:pt idx="3145">
                  <c:v>25.5</c:v>
                </c:pt>
                <c:pt idx="3146">
                  <c:v>25.5</c:v>
                </c:pt>
                <c:pt idx="3147">
                  <c:v>25.5</c:v>
                </c:pt>
                <c:pt idx="3148">
                  <c:v>25</c:v>
                </c:pt>
                <c:pt idx="3149">
                  <c:v>23.5</c:v>
                </c:pt>
                <c:pt idx="3150">
                  <c:v>23</c:v>
                </c:pt>
                <c:pt idx="3151">
                  <c:v>26</c:v>
                </c:pt>
                <c:pt idx="3152">
                  <c:v>27.5</c:v>
                </c:pt>
                <c:pt idx="3153">
                  <c:v>24</c:v>
                </c:pt>
                <c:pt idx="3154">
                  <c:v>23</c:v>
                </c:pt>
                <c:pt idx="3155">
                  <c:v>24.5</c:v>
                </c:pt>
                <c:pt idx="3156">
                  <c:v>26</c:v>
                </c:pt>
                <c:pt idx="3157">
                  <c:v>26</c:v>
                </c:pt>
                <c:pt idx="3158">
                  <c:v>26</c:v>
                </c:pt>
                <c:pt idx="3159">
                  <c:v>24.5</c:v>
                </c:pt>
                <c:pt idx="3160">
                  <c:v>24.5</c:v>
                </c:pt>
                <c:pt idx="3161">
                  <c:v>25.5</c:v>
                </c:pt>
                <c:pt idx="3162">
                  <c:v>26.5</c:v>
                </c:pt>
                <c:pt idx="3163">
                  <c:v>27</c:v>
                </c:pt>
                <c:pt idx="3164">
                  <c:v>28.5</c:v>
                </c:pt>
                <c:pt idx="3165">
                  <c:v>29</c:v>
                </c:pt>
                <c:pt idx="3166">
                  <c:v>22.5</c:v>
                </c:pt>
                <c:pt idx="3167">
                  <c:v>21.5</c:v>
                </c:pt>
                <c:pt idx="3168">
                  <c:v>22</c:v>
                </c:pt>
                <c:pt idx="3169">
                  <c:v>24</c:v>
                </c:pt>
                <c:pt idx="3170">
                  <c:v>25</c:v>
                </c:pt>
                <c:pt idx="3171">
                  <c:v>25</c:v>
                </c:pt>
                <c:pt idx="3172">
                  <c:v>26</c:v>
                </c:pt>
                <c:pt idx="3173">
                  <c:v>23</c:v>
                </c:pt>
                <c:pt idx="3174">
                  <c:v>22</c:v>
                </c:pt>
                <c:pt idx="3175">
                  <c:v>21</c:v>
                </c:pt>
                <c:pt idx="3176">
                  <c:v>22</c:v>
                </c:pt>
                <c:pt idx="3177">
                  <c:v>23.5</c:v>
                </c:pt>
                <c:pt idx="3178">
                  <c:v>24</c:v>
                </c:pt>
                <c:pt idx="3179">
                  <c:v>24.5</c:v>
                </c:pt>
                <c:pt idx="3180">
                  <c:v>25.5</c:v>
                </c:pt>
                <c:pt idx="3181">
                  <c:v>26</c:v>
                </c:pt>
                <c:pt idx="3182">
                  <c:v>25.5</c:v>
                </c:pt>
                <c:pt idx="3183">
                  <c:v>25</c:v>
                </c:pt>
                <c:pt idx="3184">
                  <c:v>25</c:v>
                </c:pt>
                <c:pt idx="3185">
                  <c:v>25.5</c:v>
                </c:pt>
                <c:pt idx="3186">
                  <c:v>24.5</c:v>
                </c:pt>
                <c:pt idx="3187">
                  <c:v>24</c:v>
                </c:pt>
                <c:pt idx="3188">
                  <c:v>22.5</c:v>
                </c:pt>
                <c:pt idx="3189">
                  <c:v>22.5</c:v>
                </c:pt>
                <c:pt idx="3190">
                  <c:v>19.5</c:v>
                </c:pt>
                <c:pt idx="3191">
                  <c:v>20.5</c:v>
                </c:pt>
                <c:pt idx="3192">
                  <c:v>17.5</c:v>
                </c:pt>
                <c:pt idx="3193">
                  <c:v>14.5</c:v>
                </c:pt>
                <c:pt idx="3194">
                  <c:v>13</c:v>
                </c:pt>
                <c:pt idx="3195">
                  <c:v>14.5</c:v>
                </c:pt>
                <c:pt idx="3196">
                  <c:v>17.5</c:v>
                </c:pt>
                <c:pt idx="3197">
                  <c:v>16.5</c:v>
                </c:pt>
                <c:pt idx="3198">
                  <c:v>15</c:v>
                </c:pt>
                <c:pt idx="3199">
                  <c:v>17</c:v>
                </c:pt>
                <c:pt idx="3200">
                  <c:v>16.5</c:v>
                </c:pt>
                <c:pt idx="3201">
                  <c:v>16.5</c:v>
                </c:pt>
                <c:pt idx="3202">
                  <c:v>17</c:v>
                </c:pt>
                <c:pt idx="3203">
                  <c:v>16.5</c:v>
                </c:pt>
                <c:pt idx="3204">
                  <c:v>17</c:v>
                </c:pt>
                <c:pt idx="3205">
                  <c:v>16</c:v>
                </c:pt>
                <c:pt idx="3206">
                  <c:v>16</c:v>
                </c:pt>
                <c:pt idx="3207">
                  <c:v>15.5</c:v>
                </c:pt>
                <c:pt idx="3208">
                  <c:v>16.5</c:v>
                </c:pt>
                <c:pt idx="3209">
                  <c:v>17</c:v>
                </c:pt>
                <c:pt idx="3210">
                  <c:v>18</c:v>
                </c:pt>
                <c:pt idx="3211">
                  <c:v>19</c:v>
                </c:pt>
                <c:pt idx="3212">
                  <c:v>19</c:v>
                </c:pt>
                <c:pt idx="3213">
                  <c:v>21</c:v>
                </c:pt>
                <c:pt idx="3214">
                  <c:v>20</c:v>
                </c:pt>
                <c:pt idx="3215">
                  <c:v>18</c:v>
                </c:pt>
                <c:pt idx="3216">
                  <c:v>16.5</c:v>
                </c:pt>
                <c:pt idx="3217">
                  <c:v>16.5</c:v>
                </c:pt>
                <c:pt idx="3218">
                  <c:v>17</c:v>
                </c:pt>
                <c:pt idx="3219">
                  <c:v>15</c:v>
                </c:pt>
                <c:pt idx="3220">
                  <c:v>13</c:v>
                </c:pt>
                <c:pt idx="3221">
                  <c:v>14.5</c:v>
                </c:pt>
                <c:pt idx="3222">
                  <c:v>15.5</c:v>
                </c:pt>
                <c:pt idx="3223">
                  <c:v>12</c:v>
                </c:pt>
                <c:pt idx="3224">
                  <c:v>12</c:v>
                </c:pt>
                <c:pt idx="3225">
                  <c:v>10</c:v>
                </c:pt>
                <c:pt idx="3226">
                  <c:v>9</c:v>
                </c:pt>
                <c:pt idx="3227">
                  <c:v>7</c:v>
                </c:pt>
                <c:pt idx="3228">
                  <c:v>6.5</c:v>
                </c:pt>
                <c:pt idx="3229">
                  <c:v>5</c:v>
                </c:pt>
                <c:pt idx="3230">
                  <c:v>4.5</c:v>
                </c:pt>
                <c:pt idx="3231">
                  <c:v>5</c:v>
                </c:pt>
                <c:pt idx="3232">
                  <c:v>5.5</c:v>
                </c:pt>
                <c:pt idx="3233">
                  <c:v>6.5</c:v>
                </c:pt>
                <c:pt idx="3234">
                  <c:v>9</c:v>
                </c:pt>
                <c:pt idx="3235">
                  <c:v>11</c:v>
                </c:pt>
                <c:pt idx="3236">
                  <c:v>9.5</c:v>
                </c:pt>
                <c:pt idx="3237">
                  <c:v>11.5</c:v>
                </c:pt>
                <c:pt idx="3238">
                  <c:v>12</c:v>
                </c:pt>
                <c:pt idx="3239">
                  <c:v>12</c:v>
                </c:pt>
                <c:pt idx="3240">
                  <c:v>11.5</c:v>
                </c:pt>
                <c:pt idx="3241">
                  <c:v>12</c:v>
                </c:pt>
                <c:pt idx="3242">
                  <c:v>13</c:v>
                </c:pt>
                <c:pt idx="3243">
                  <c:v>13</c:v>
                </c:pt>
                <c:pt idx="3244">
                  <c:v>11</c:v>
                </c:pt>
                <c:pt idx="3245">
                  <c:v>7</c:v>
                </c:pt>
                <c:pt idx="3246">
                  <c:v>6</c:v>
                </c:pt>
                <c:pt idx="3247">
                  <c:v>7.5</c:v>
                </c:pt>
                <c:pt idx="3248">
                  <c:v>10.5</c:v>
                </c:pt>
                <c:pt idx="3249">
                  <c:v>11</c:v>
                </c:pt>
                <c:pt idx="3250">
                  <c:v>11.5</c:v>
                </c:pt>
                <c:pt idx="3251">
                  <c:v>12.5</c:v>
                </c:pt>
                <c:pt idx="3252">
                  <c:v>14</c:v>
                </c:pt>
                <c:pt idx="3253">
                  <c:v>14.5</c:v>
                </c:pt>
                <c:pt idx="3254">
                  <c:v>8.5</c:v>
                </c:pt>
                <c:pt idx="3255">
                  <c:v>5.5</c:v>
                </c:pt>
                <c:pt idx="3256">
                  <c:v>4.5</c:v>
                </c:pt>
                <c:pt idx="3257">
                  <c:v>4.5</c:v>
                </c:pt>
                <c:pt idx="3258">
                  <c:v>4.5</c:v>
                </c:pt>
                <c:pt idx="3259">
                  <c:v>7.5</c:v>
                </c:pt>
                <c:pt idx="3260">
                  <c:v>11.5</c:v>
                </c:pt>
                <c:pt idx="3261">
                  <c:v>11.5</c:v>
                </c:pt>
                <c:pt idx="3262">
                  <c:v>7.5</c:v>
                </c:pt>
                <c:pt idx="3263">
                  <c:v>8.5</c:v>
                </c:pt>
                <c:pt idx="3264">
                  <c:v>8.5</c:v>
                </c:pt>
                <c:pt idx="3265">
                  <c:v>9.5</c:v>
                </c:pt>
                <c:pt idx="3266">
                  <c:v>7</c:v>
                </c:pt>
                <c:pt idx="3267">
                  <c:v>6</c:v>
                </c:pt>
                <c:pt idx="3268">
                  <c:v>6.5</c:v>
                </c:pt>
                <c:pt idx="3269">
                  <c:v>6.5</c:v>
                </c:pt>
                <c:pt idx="3270">
                  <c:v>6</c:v>
                </c:pt>
                <c:pt idx="3271">
                  <c:v>5.5</c:v>
                </c:pt>
                <c:pt idx="3272">
                  <c:v>4</c:v>
                </c:pt>
                <c:pt idx="3273">
                  <c:v>4</c:v>
                </c:pt>
                <c:pt idx="3274">
                  <c:v>5</c:v>
                </c:pt>
                <c:pt idx="3275">
                  <c:v>5.5</c:v>
                </c:pt>
                <c:pt idx="3276">
                  <c:v>5</c:v>
                </c:pt>
                <c:pt idx="3277">
                  <c:v>4.5</c:v>
                </c:pt>
                <c:pt idx="3278">
                  <c:v>3.5</c:v>
                </c:pt>
                <c:pt idx="3279">
                  <c:v>3.5</c:v>
                </c:pt>
                <c:pt idx="3280">
                  <c:v>3.5</c:v>
                </c:pt>
                <c:pt idx="3281">
                  <c:v>4</c:v>
                </c:pt>
                <c:pt idx="3282">
                  <c:v>3</c:v>
                </c:pt>
                <c:pt idx="3283">
                  <c:v>2.5</c:v>
                </c:pt>
                <c:pt idx="3284">
                  <c:v>2</c:v>
                </c:pt>
                <c:pt idx="3285">
                  <c:v>3</c:v>
                </c:pt>
                <c:pt idx="3286">
                  <c:v>3.5</c:v>
                </c:pt>
                <c:pt idx="3287">
                  <c:v>5</c:v>
                </c:pt>
                <c:pt idx="3288">
                  <c:v>6</c:v>
                </c:pt>
                <c:pt idx="3289">
                  <c:v>7.5</c:v>
                </c:pt>
                <c:pt idx="3290">
                  <c:v>6.5</c:v>
                </c:pt>
                <c:pt idx="3291">
                  <c:v>5</c:v>
                </c:pt>
                <c:pt idx="3292">
                  <c:v>4</c:v>
                </c:pt>
                <c:pt idx="3293">
                  <c:v>3</c:v>
                </c:pt>
                <c:pt idx="3294">
                  <c:v>4</c:v>
                </c:pt>
                <c:pt idx="3295">
                  <c:v>5.5</c:v>
                </c:pt>
                <c:pt idx="3296">
                  <c:v>5.5</c:v>
                </c:pt>
                <c:pt idx="3297">
                  <c:v>3.5</c:v>
                </c:pt>
                <c:pt idx="3298">
                  <c:v>3.5</c:v>
                </c:pt>
                <c:pt idx="3299">
                  <c:v>4</c:v>
                </c:pt>
                <c:pt idx="3300">
                  <c:v>4.5</c:v>
                </c:pt>
                <c:pt idx="3301">
                  <c:v>6</c:v>
                </c:pt>
                <c:pt idx="3302">
                  <c:v>7</c:v>
                </c:pt>
                <c:pt idx="3303">
                  <c:v>5</c:v>
                </c:pt>
                <c:pt idx="3304">
                  <c:v>3.5</c:v>
                </c:pt>
                <c:pt idx="3305">
                  <c:v>2.5</c:v>
                </c:pt>
                <c:pt idx="3306">
                  <c:v>1</c:v>
                </c:pt>
                <c:pt idx="3307">
                  <c:v>1</c:v>
                </c:pt>
                <c:pt idx="3308">
                  <c:v>-0.5</c:v>
                </c:pt>
                <c:pt idx="3309">
                  <c:v>-0.5</c:v>
                </c:pt>
                <c:pt idx="3310">
                  <c:v>-0.5</c:v>
                </c:pt>
                <c:pt idx="3311">
                  <c:v>-1.5</c:v>
                </c:pt>
                <c:pt idx="3312">
                  <c:v>-1.5</c:v>
                </c:pt>
                <c:pt idx="3313">
                  <c:v>-0.5</c:v>
                </c:pt>
                <c:pt idx="3314">
                  <c:v>0</c:v>
                </c:pt>
                <c:pt idx="3315">
                  <c:v>1</c:v>
                </c:pt>
                <c:pt idx="3316">
                  <c:v>2</c:v>
                </c:pt>
                <c:pt idx="3317">
                  <c:v>1.5</c:v>
                </c:pt>
                <c:pt idx="3318">
                  <c:v>2.5</c:v>
                </c:pt>
                <c:pt idx="3319">
                  <c:v>1</c:v>
                </c:pt>
                <c:pt idx="3320">
                  <c:v>2</c:v>
                </c:pt>
                <c:pt idx="3321">
                  <c:v>3.5</c:v>
                </c:pt>
                <c:pt idx="3322">
                  <c:v>5</c:v>
                </c:pt>
                <c:pt idx="3323">
                  <c:v>6</c:v>
                </c:pt>
                <c:pt idx="3324">
                  <c:v>5</c:v>
                </c:pt>
                <c:pt idx="3325">
                  <c:v>3</c:v>
                </c:pt>
                <c:pt idx="3326">
                  <c:v>2.5</c:v>
                </c:pt>
                <c:pt idx="3327">
                  <c:v>2.5</c:v>
                </c:pt>
                <c:pt idx="3328">
                  <c:v>3</c:v>
                </c:pt>
                <c:pt idx="3329">
                  <c:v>3.5</c:v>
                </c:pt>
                <c:pt idx="3330">
                  <c:v>4</c:v>
                </c:pt>
                <c:pt idx="3331">
                  <c:v>6</c:v>
                </c:pt>
                <c:pt idx="3332">
                  <c:v>7</c:v>
                </c:pt>
                <c:pt idx="3333">
                  <c:v>6.5</c:v>
                </c:pt>
                <c:pt idx="3334">
                  <c:v>7.5</c:v>
                </c:pt>
                <c:pt idx="3335">
                  <c:v>8</c:v>
                </c:pt>
                <c:pt idx="3336">
                  <c:v>7.5</c:v>
                </c:pt>
                <c:pt idx="3337">
                  <c:v>7.5</c:v>
                </c:pt>
                <c:pt idx="3338">
                  <c:v>10.5</c:v>
                </c:pt>
                <c:pt idx="3339">
                  <c:v>10</c:v>
                </c:pt>
                <c:pt idx="3340">
                  <c:v>9.5</c:v>
                </c:pt>
                <c:pt idx="3341">
                  <c:v>7.5</c:v>
                </c:pt>
                <c:pt idx="3342">
                  <c:v>9</c:v>
                </c:pt>
                <c:pt idx="3343">
                  <c:v>8</c:v>
                </c:pt>
                <c:pt idx="3344">
                  <c:v>9</c:v>
                </c:pt>
                <c:pt idx="3345">
                  <c:v>8.5</c:v>
                </c:pt>
                <c:pt idx="3346">
                  <c:v>9.5</c:v>
                </c:pt>
                <c:pt idx="3347">
                  <c:v>9</c:v>
                </c:pt>
                <c:pt idx="3348">
                  <c:v>8.5</c:v>
                </c:pt>
                <c:pt idx="3349">
                  <c:v>7</c:v>
                </c:pt>
                <c:pt idx="3350">
                  <c:v>8.5</c:v>
                </c:pt>
                <c:pt idx="3351">
                  <c:v>7.5</c:v>
                </c:pt>
                <c:pt idx="3352">
                  <c:v>8.5</c:v>
                </c:pt>
                <c:pt idx="3353">
                  <c:v>8.5</c:v>
                </c:pt>
                <c:pt idx="3354">
                  <c:v>10</c:v>
                </c:pt>
                <c:pt idx="3355">
                  <c:v>10</c:v>
                </c:pt>
                <c:pt idx="3356">
                  <c:v>10</c:v>
                </c:pt>
                <c:pt idx="3357">
                  <c:v>9.5</c:v>
                </c:pt>
                <c:pt idx="3358">
                  <c:v>9.5</c:v>
                </c:pt>
                <c:pt idx="3359">
                  <c:v>10.5</c:v>
                </c:pt>
                <c:pt idx="3360">
                  <c:v>9.5</c:v>
                </c:pt>
                <c:pt idx="3361">
                  <c:v>10</c:v>
                </c:pt>
                <c:pt idx="3362">
                  <c:v>10.5</c:v>
                </c:pt>
                <c:pt idx="3363">
                  <c:v>9.5</c:v>
                </c:pt>
                <c:pt idx="3364">
                  <c:v>9.5</c:v>
                </c:pt>
                <c:pt idx="3365">
                  <c:v>9</c:v>
                </c:pt>
                <c:pt idx="3366">
                  <c:v>9.5</c:v>
                </c:pt>
                <c:pt idx="3367">
                  <c:v>10</c:v>
                </c:pt>
                <c:pt idx="3368">
                  <c:v>11</c:v>
                </c:pt>
                <c:pt idx="3369">
                  <c:v>12.5</c:v>
                </c:pt>
                <c:pt idx="3370">
                  <c:v>14.5</c:v>
                </c:pt>
                <c:pt idx="3371">
                  <c:v>13.5</c:v>
                </c:pt>
                <c:pt idx="3372">
                  <c:v>14</c:v>
                </c:pt>
                <c:pt idx="3373">
                  <c:v>14.5</c:v>
                </c:pt>
                <c:pt idx="3374">
                  <c:v>13</c:v>
                </c:pt>
                <c:pt idx="3375">
                  <c:v>11</c:v>
                </c:pt>
                <c:pt idx="3376">
                  <c:v>12.5</c:v>
                </c:pt>
                <c:pt idx="3377">
                  <c:v>11.5</c:v>
                </c:pt>
                <c:pt idx="3378">
                  <c:v>13</c:v>
                </c:pt>
                <c:pt idx="3379">
                  <c:v>13.5</c:v>
                </c:pt>
                <c:pt idx="3380">
                  <c:v>12</c:v>
                </c:pt>
                <c:pt idx="3381">
                  <c:v>7.5</c:v>
                </c:pt>
                <c:pt idx="3382">
                  <c:v>7</c:v>
                </c:pt>
                <c:pt idx="3383">
                  <c:v>8.5</c:v>
                </c:pt>
                <c:pt idx="3384">
                  <c:v>10.5</c:v>
                </c:pt>
                <c:pt idx="3385">
                  <c:v>13.5</c:v>
                </c:pt>
                <c:pt idx="3386">
                  <c:v>14.5</c:v>
                </c:pt>
                <c:pt idx="3387">
                  <c:v>12.5</c:v>
                </c:pt>
                <c:pt idx="3388">
                  <c:v>12</c:v>
                </c:pt>
                <c:pt idx="3389">
                  <c:v>10</c:v>
                </c:pt>
                <c:pt idx="3390">
                  <c:v>10</c:v>
                </c:pt>
                <c:pt idx="3391">
                  <c:v>9.5</c:v>
                </c:pt>
                <c:pt idx="3392">
                  <c:v>8</c:v>
                </c:pt>
                <c:pt idx="3393">
                  <c:v>9</c:v>
                </c:pt>
                <c:pt idx="3394">
                  <c:v>10.5</c:v>
                </c:pt>
                <c:pt idx="3395">
                  <c:v>11</c:v>
                </c:pt>
                <c:pt idx="3396">
                  <c:v>11</c:v>
                </c:pt>
                <c:pt idx="3397">
                  <c:v>11.5</c:v>
                </c:pt>
                <c:pt idx="3398">
                  <c:v>11.5</c:v>
                </c:pt>
                <c:pt idx="3399">
                  <c:v>14.5</c:v>
                </c:pt>
                <c:pt idx="3400">
                  <c:v>14.5</c:v>
                </c:pt>
                <c:pt idx="3401">
                  <c:v>15</c:v>
                </c:pt>
                <c:pt idx="3402">
                  <c:v>13</c:v>
                </c:pt>
                <c:pt idx="3403">
                  <c:v>15</c:v>
                </c:pt>
                <c:pt idx="3404">
                  <c:v>14.5</c:v>
                </c:pt>
                <c:pt idx="3405">
                  <c:v>13</c:v>
                </c:pt>
                <c:pt idx="3406">
                  <c:v>13</c:v>
                </c:pt>
                <c:pt idx="3407">
                  <c:v>11.5</c:v>
                </c:pt>
                <c:pt idx="3408">
                  <c:v>13.5</c:v>
                </c:pt>
                <c:pt idx="3409">
                  <c:v>15</c:v>
                </c:pt>
                <c:pt idx="3410">
                  <c:v>16.5</c:v>
                </c:pt>
                <c:pt idx="3411">
                  <c:v>18.5</c:v>
                </c:pt>
                <c:pt idx="3412">
                  <c:v>20</c:v>
                </c:pt>
                <c:pt idx="3413">
                  <c:v>19.5</c:v>
                </c:pt>
                <c:pt idx="3414">
                  <c:v>20.5</c:v>
                </c:pt>
                <c:pt idx="3415">
                  <c:v>19</c:v>
                </c:pt>
                <c:pt idx="3416">
                  <c:v>18.5</c:v>
                </c:pt>
                <c:pt idx="3417">
                  <c:v>19</c:v>
                </c:pt>
                <c:pt idx="3418">
                  <c:v>19</c:v>
                </c:pt>
                <c:pt idx="3419">
                  <c:v>19.5</c:v>
                </c:pt>
                <c:pt idx="3420">
                  <c:v>19.5</c:v>
                </c:pt>
                <c:pt idx="3421">
                  <c:v>21</c:v>
                </c:pt>
                <c:pt idx="3422">
                  <c:v>21.5</c:v>
                </c:pt>
                <c:pt idx="3423">
                  <c:v>21.5</c:v>
                </c:pt>
                <c:pt idx="3424">
                  <c:v>16</c:v>
                </c:pt>
                <c:pt idx="3425">
                  <c:v>20</c:v>
                </c:pt>
                <c:pt idx="3426">
                  <c:v>20.5</c:v>
                </c:pt>
                <c:pt idx="3427">
                  <c:v>18.5</c:v>
                </c:pt>
                <c:pt idx="3428">
                  <c:v>18</c:v>
                </c:pt>
                <c:pt idx="3429">
                  <c:v>17.5</c:v>
                </c:pt>
                <c:pt idx="3430">
                  <c:v>19.5</c:v>
                </c:pt>
                <c:pt idx="3431">
                  <c:v>20.5</c:v>
                </c:pt>
                <c:pt idx="3432">
                  <c:v>21</c:v>
                </c:pt>
                <c:pt idx="3433">
                  <c:v>23</c:v>
                </c:pt>
                <c:pt idx="3434">
                  <c:v>21.5</c:v>
                </c:pt>
                <c:pt idx="3435">
                  <c:v>21.5</c:v>
                </c:pt>
                <c:pt idx="3436">
                  <c:v>21</c:v>
                </c:pt>
                <c:pt idx="3437">
                  <c:v>21</c:v>
                </c:pt>
                <c:pt idx="3438">
                  <c:v>21</c:v>
                </c:pt>
                <c:pt idx="3439">
                  <c:v>20</c:v>
                </c:pt>
                <c:pt idx="3440">
                  <c:v>20.5</c:v>
                </c:pt>
                <c:pt idx="3441">
                  <c:v>21</c:v>
                </c:pt>
                <c:pt idx="3442">
                  <c:v>19.5</c:v>
                </c:pt>
                <c:pt idx="3443">
                  <c:v>21.5</c:v>
                </c:pt>
                <c:pt idx="3444">
                  <c:v>23</c:v>
                </c:pt>
                <c:pt idx="3445">
                  <c:v>24</c:v>
                </c:pt>
                <c:pt idx="3446">
                  <c:v>23.5</c:v>
                </c:pt>
                <c:pt idx="3447">
                  <c:v>22</c:v>
                </c:pt>
                <c:pt idx="3448">
                  <c:v>20.5</c:v>
                </c:pt>
                <c:pt idx="3449">
                  <c:v>23.5</c:v>
                </c:pt>
                <c:pt idx="3450">
                  <c:v>25</c:v>
                </c:pt>
                <c:pt idx="3451">
                  <c:v>26</c:v>
                </c:pt>
                <c:pt idx="3452">
                  <c:v>26</c:v>
                </c:pt>
                <c:pt idx="3453">
                  <c:v>24</c:v>
                </c:pt>
                <c:pt idx="3454">
                  <c:v>25.5</c:v>
                </c:pt>
                <c:pt idx="3455">
                  <c:v>24</c:v>
                </c:pt>
                <c:pt idx="3456">
                  <c:v>24</c:v>
                </c:pt>
                <c:pt idx="3457">
                  <c:v>26</c:v>
                </c:pt>
                <c:pt idx="3458">
                  <c:v>25</c:v>
                </c:pt>
                <c:pt idx="3459">
                  <c:v>26</c:v>
                </c:pt>
                <c:pt idx="3460">
                  <c:v>25.5</c:v>
                </c:pt>
                <c:pt idx="3461">
                  <c:v>22</c:v>
                </c:pt>
                <c:pt idx="3462">
                  <c:v>23.5</c:v>
                </c:pt>
                <c:pt idx="3463">
                  <c:v>25.5</c:v>
                </c:pt>
                <c:pt idx="3464">
                  <c:v>27</c:v>
                </c:pt>
                <c:pt idx="3465">
                  <c:v>25.5</c:v>
                </c:pt>
                <c:pt idx="3466">
                  <c:v>26.5</c:v>
                </c:pt>
                <c:pt idx="3467">
                  <c:v>28</c:v>
                </c:pt>
                <c:pt idx="3468">
                  <c:v>28.5</c:v>
                </c:pt>
                <c:pt idx="3469">
                  <c:v>28</c:v>
                </c:pt>
                <c:pt idx="3470">
                  <c:v>25</c:v>
                </c:pt>
                <c:pt idx="3471">
                  <c:v>24.5</c:v>
                </c:pt>
                <c:pt idx="3472">
                  <c:v>26.5</c:v>
                </c:pt>
                <c:pt idx="3473">
                  <c:v>28.5</c:v>
                </c:pt>
                <c:pt idx="3474">
                  <c:v>28.5</c:v>
                </c:pt>
                <c:pt idx="3475">
                  <c:v>27.5</c:v>
                </c:pt>
                <c:pt idx="3476">
                  <c:v>26</c:v>
                </c:pt>
                <c:pt idx="3477">
                  <c:v>27.5</c:v>
                </c:pt>
                <c:pt idx="3478">
                  <c:v>26</c:v>
                </c:pt>
                <c:pt idx="3479">
                  <c:v>24.5</c:v>
                </c:pt>
                <c:pt idx="3480">
                  <c:v>25.5</c:v>
                </c:pt>
                <c:pt idx="3481">
                  <c:v>26.5</c:v>
                </c:pt>
                <c:pt idx="3482">
                  <c:v>27.5</c:v>
                </c:pt>
                <c:pt idx="3483">
                  <c:v>27</c:v>
                </c:pt>
                <c:pt idx="3484">
                  <c:v>25.5</c:v>
                </c:pt>
                <c:pt idx="3485">
                  <c:v>26</c:v>
                </c:pt>
                <c:pt idx="3486">
                  <c:v>27.5</c:v>
                </c:pt>
                <c:pt idx="3487">
                  <c:v>27.5</c:v>
                </c:pt>
                <c:pt idx="3488">
                  <c:v>27</c:v>
                </c:pt>
                <c:pt idx="3489">
                  <c:v>28.5</c:v>
                </c:pt>
                <c:pt idx="3490">
                  <c:v>29.5</c:v>
                </c:pt>
                <c:pt idx="3491">
                  <c:v>28</c:v>
                </c:pt>
                <c:pt idx="3492">
                  <c:v>27</c:v>
                </c:pt>
                <c:pt idx="3493">
                  <c:v>26.5</c:v>
                </c:pt>
                <c:pt idx="3494">
                  <c:v>27.5</c:v>
                </c:pt>
                <c:pt idx="3495">
                  <c:v>29.5</c:v>
                </c:pt>
                <c:pt idx="3496">
                  <c:v>30</c:v>
                </c:pt>
                <c:pt idx="3497">
                  <c:v>28.5</c:v>
                </c:pt>
                <c:pt idx="3498">
                  <c:v>26.5</c:v>
                </c:pt>
                <c:pt idx="3499">
                  <c:v>28</c:v>
                </c:pt>
                <c:pt idx="3500">
                  <c:v>28.5</c:v>
                </c:pt>
                <c:pt idx="3501">
                  <c:v>27</c:v>
                </c:pt>
                <c:pt idx="3502">
                  <c:v>28.5</c:v>
                </c:pt>
                <c:pt idx="3503">
                  <c:v>29.5</c:v>
                </c:pt>
                <c:pt idx="3504">
                  <c:v>30.5</c:v>
                </c:pt>
                <c:pt idx="3505">
                  <c:v>31</c:v>
                </c:pt>
                <c:pt idx="3506">
                  <c:v>28</c:v>
                </c:pt>
                <c:pt idx="3507">
                  <c:v>28.5</c:v>
                </c:pt>
                <c:pt idx="3508">
                  <c:v>28.5</c:v>
                </c:pt>
                <c:pt idx="3509">
                  <c:v>28.5</c:v>
                </c:pt>
                <c:pt idx="3510">
                  <c:v>30</c:v>
                </c:pt>
                <c:pt idx="3511">
                  <c:v>30</c:v>
                </c:pt>
                <c:pt idx="3512">
                  <c:v>29.5</c:v>
                </c:pt>
                <c:pt idx="3513">
                  <c:v>27.5</c:v>
                </c:pt>
                <c:pt idx="3514">
                  <c:v>30</c:v>
                </c:pt>
                <c:pt idx="3515">
                  <c:v>31.5</c:v>
                </c:pt>
                <c:pt idx="3516">
                  <c:v>30.5</c:v>
                </c:pt>
                <c:pt idx="3517">
                  <c:v>29.5</c:v>
                </c:pt>
                <c:pt idx="3518">
                  <c:v>30</c:v>
                </c:pt>
                <c:pt idx="3519">
                  <c:v>31</c:v>
                </c:pt>
                <c:pt idx="3520">
                  <c:v>30.5</c:v>
                </c:pt>
                <c:pt idx="3521">
                  <c:v>28</c:v>
                </c:pt>
                <c:pt idx="3522">
                  <c:v>21</c:v>
                </c:pt>
                <c:pt idx="3523">
                  <c:v>24.5</c:v>
                </c:pt>
                <c:pt idx="3524">
                  <c:v>25.5</c:v>
                </c:pt>
                <c:pt idx="3525">
                  <c:v>24.5</c:v>
                </c:pt>
                <c:pt idx="3526">
                  <c:v>25.5</c:v>
                </c:pt>
                <c:pt idx="3527">
                  <c:v>27</c:v>
                </c:pt>
                <c:pt idx="3528">
                  <c:v>25.5</c:v>
                </c:pt>
                <c:pt idx="3529">
                  <c:v>22</c:v>
                </c:pt>
                <c:pt idx="3530">
                  <c:v>24</c:v>
                </c:pt>
                <c:pt idx="3531">
                  <c:v>22.5</c:v>
                </c:pt>
                <c:pt idx="3532">
                  <c:v>19.5</c:v>
                </c:pt>
                <c:pt idx="3533">
                  <c:v>20</c:v>
                </c:pt>
                <c:pt idx="3534">
                  <c:v>16</c:v>
                </c:pt>
                <c:pt idx="3535">
                  <c:v>18.5</c:v>
                </c:pt>
                <c:pt idx="3536">
                  <c:v>18.5</c:v>
                </c:pt>
                <c:pt idx="3537">
                  <c:v>19.5</c:v>
                </c:pt>
                <c:pt idx="3538">
                  <c:v>18</c:v>
                </c:pt>
                <c:pt idx="3539">
                  <c:v>18</c:v>
                </c:pt>
                <c:pt idx="3540">
                  <c:v>19.5</c:v>
                </c:pt>
                <c:pt idx="3541">
                  <c:v>21</c:v>
                </c:pt>
                <c:pt idx="3542">
                  <c:v>21.5</c:v>
                </c:pt>
                <c:pt idx="3543">
                  <c:v>20.5</c:v>
                </c:pt>
                <c:pt idx="3544">
                  <c:v>18.5</c:v>
                </c:pt>
                <c:pt idx="3545">
                  <c:v>18</c:v>
                </c:pt>
                <c:pt idx="3546">
                  <c:v>19</c:v>
                </c:pt>
                <c:pt idx="3547">
                  <c:v>21.5</c:v>
                </c:pt>
                <c:pt idx="3548">
                  <c:v>20</c:v>
                </c:pt>
                <c:pt idx="3549">
                  <c:v>21.5</c:v>
                </c:pt>
                <c:pt idx="3550">
                  <c:v>17</c:v>
                </c:pt>
                <c:pt idx="3551">
                  <c:v>18.5</c:v>
                </c:pt>
                <c:pt idx="3552">
                  <c:v>17</c:v>
                </c:pt>
                <c:pt idx="3553">
                  <c:v>16</c:v>
                </c:pt>
                <c:pt idx="3554">
                  <c:v>15.5</c:v>
                </c:pt>
                <c:pt idx="3555">
                  <c:v>15.5</c:v>
                </c:pt>
                <c:pt idx="3556">
                  <c:v>15</c:v>
                </c:pt>
                <c:pt idx="3557">
                  <c:v>15</c:v>
                </c:pt>
                <c:pt idx="3558">
                  <c:v>15</c:v>
                </c:pt>
                <c:pt idx="3559">
                  <c:v>17</c:v>
                </c:pt>
                <c:pt idx="3560">
                  <c:v>18</c:v>
                </c:pt>
                <c:pt idx="3561">
                  <c:v>16.5</c:v>
                </c:pt>
                <c:pt idx="3562">
                  <c:v>14.5</c:v>
                </c:pt>
                <c:pt idx="3563">
                  <c:v>13</c:v>
                </c:pt>
                <c:pt idx="3564">
                  <c:v>13.5</c:v>
                </c:pt>
                <c:pt idx="3565">
                  <c:v>12.5</c:v>
                </c:pt>
                <c:pt idx="3566">
                  <c:v>13</c:v>
                </c:pt>
                <c:pt idx="3567">
                  <c:v>12</c:v>
                </c:pt>
                <c:pt idx="3568">
                  <c:v>11.5</c:v>
                </c:pt>
                <c:pt idx="3569">
                  <c:v>13</c:v>
                </c:pt>
                <c:pt idx="3570">
                  <c:v>14</c:v>
                </c:pt>
                <c:pt idx="3571">
                  <c:v>15</c:v>
                </c:pt>
                <c:pt idx="3572">
                  <c:v>15</c:v>
                </c:pt>
                <c:pt idx="3573">
                  <c:v>17</c:v>
                </c:pt>
                <c:pt idx="3574">
                  <c:v>16.5</c:v>
                </c:pt>
                <c:pt idx="3575">
                  <c:v>15.5</c:v>
                </c:pt>
                <c:pt idx="3576">
                  <c:v>7.5</c:v>
                </c:pt>
                <c:pt idx="3577">
                  <c:v>5</c:v>
                </c:pt>
                <c:pt idx="3578">
                  <c:v>5.5</c:v>
                </c:pt>
                <c:pt idx="3579">
                  <c:v>7.5</c:v>
                </c:pt>
                <c:pt idx="3580">
                  <c:v>10.5</c:v>
                </c:pt>
                <c:pt idx="3581">
                  <c:v>13.5</c:v>
                </c:pt>
                <c:pt idx="3582">
                  <c:v>13</c:v>
                </c:pt>
                <c:pt idx="3583">
                  <c:v>13.5</c:v>
                </c:pt>
                <c:pt idx="3584">
                  <c:v>14</c:v>
                </c:pt>
                <c:pt idx="3585">
                  <c:v>14.5</c:v>
                </c:pt>
                <c:pt idx="3586">
                  <c:v>16</c:v>
                </c:pt>
                <c:pt idx="3587">
                  <c:v>17.5</c:v>
                </c:pt>
                <c:pt idx="3588">
                  <c:v>17.5</c:v>
                </c:pt>
                <c:pt idx="3589">
                  <c:v>17</c:v>
                </c:pt>
                <c:pt idx="3590">
                  <c:v>18</c:v>
                </c:pt>
                <c:pt idx="3591">
                  <c:v>17</c:v>
                </c:pt>
                <c:pt idx="3592">
                  <c:v>16</c:v>
                </c:pt>
                <c:pt idx="3593">
                  <c:v>15.5</c:v>
                </c:pt>
                <c:pt idx="3594">
                  <c:v>15</c:v>
                </c:pt>
                <c:pt idx="3595">
                  <c:v>14.5</c:v>
                </c:pt>
                <c:pt idx="3596">
                  <c:v>14</c:v>
                </c:pt>
                <c:pt idx="3597">
                  <c:v>14.5</c:v>
                </c:pt>
                <c:pt idx="3598">
                  <c:v>12.5</c:v>
                </c:pt>
                <c:pt idx="3599">
                  <c:v>12</c:v>
                </c:pt>
                <c:pt idx="3600">
                  <c:v>13.5</c:v>
                </c:pt>
                <c:pt idx="3601">
                  <c:v>10</c:v>
                </c:pt>
                <c:pt idx="3602">
                  <c:v>7.5</c:v>
                </c:pt>
                <c:pt idx="3603">
                  <c:v>8.5</c:v>
                </c:pt>
                <c:pt idx="3604">
                  <c:v>10</c:v>
                </c:pt>
                <c:pt idx="3605">
                  <c:v>9</c:v>
                </c:pt>
                <c:pt idx="3606">
                  <c:v>8.5</c:v>
                </c:pt>
                <c:pt idx="3607">
                  <c:v>9.5</c:v>
                </c:pt>
                <c:pt idx="3608">
                  <c:v>9.5</c:v>
                </c:pt>
                <c:pt idx="3609">
                  <c:v>9.5</c:v>
                </c:pt>
                <c:pt idx="3610">
                  <c:v>8</c:v>
                </c:pt>
                <c:pt idx="3611">
                  <c:v>9</c:v>
                </c:pt>
                <c:pt idx="3612">
                  <c:v>11.5</c:v>
                </c:pt>
                <c:pt idx="3613">
                  <c:v>12</c:v>
                </c:pt>
                <c:pt idx="3614">
                  <c:v>12</c:v>
                </c:pt>
                <c:pt idx="3615">
                  <c:v>13</c:v>
                </c:pt>
                <c:pt idx="3616">
                  <c:v>13</c:v>
                </c:pt>
                <c:pt idx="3617">
                  <c:v>14</c:v>
                </c:pt>
                <c:pt idx="3618">
                  <c:v>11</c:v>
                </c:pt>
                <c:pt idx="3619">
                  <c:v>10.5</c:v>
                </c:pt>
                <c:pt idx="3620">
                  <c:v>8.5</c:v>
                </c:pt>
                <c:pt idx="3621">
                  <c:v>8</c:v>
                </c:pt>
                <c:pt idx="3622">
                  <c:v>6</c:v>
                </c:pt>
                <c:pt idx="3623">
                  <c:v>6</c:v>
                </c:pt>
                <c:pt idx="3624">
                  <c:v>6</c:v>
                </c:pt>
                <c:pt idx="3625">
                  <c:v>5.5</c:v>
                </c:pt>
                <c:pt idx="3626">
                  <c:v>5.5</c:v>
                </c:pt>
                <c:pt idx="3627">
                  <c:v>3</c:v>
                </c:pt>
                <c:pt idx="3628">
                  <c:v>3.5</c:v>
                </c:pt>
                <c:pt idx="3629">
                  <c:v>5</c:v>
                </c:pt>
                <c:pt idx="3630">
                  <c:v>4.5</c:v>
                </c:pt>
                <c:pt idx="3631">
                  <c:v>4.5</c:v>
                </c:pt>
                <c:pt idx="3632">
                  <c:v>4</c:v>
                </c:pt>
                <c:pt idx="3633">
                  <c:v>4.5</c:v>
                </c:pt>
                <c:pt idx="3634">
                  <c:v>3.5</c:v>
                </c:pt>
                <c:pt idx="3635">
                  <c:v>1</c:v>
                </c:pt>
                <c:pt idx="3636">
                  <c:v>2</c:v>
                </c:pt>
                <c:pt idx="3637">
                  <c:v>1.5</c:v>
                </c:pt>
                <c:pt idx="3638">
                  <c:v>2.5</c:v>
                </c:pt>
                <c:pt idx="3639">
                  <c:v>4</c:v>
                </c:pt>
                <c:pt idx="3640">
                  <c:v>4</c:v>
                </c:pt>
                <c:pt idx="3641">
                  <c:v>4</c:v>
                </c:pt>
                <c:pt idx="3642">
                  <c:v>3.5</c:v>
                </c:pt>
                <c:pt idx="3643">
                  <c:v>3</c:v>
                </c:pt>
                <c:pt idx="3644">
                  <c:v>3</c:v>
                </c:pt>
                <c:pt idx="3645">
                  <c:v>4.5</c:v>
                </c:pt>
                <c:pt idx="3646">
                  <c:v>5.5</c:v>
                </c:pt>
                <c:pt idx="3647">
                  <c:v>6.5</c:v>
                </c:pt>
                <c:pt idx="3648">
                  <c:v>6</c:v>
                </c:pt>
                <c:pt idx="3649">
                  <c:v>4.5</c:v>
                </c:pt>
                <c:pt idx="3650">
                  <c:v>4</c:v>
                </c:pt>
                <c:pt idx="3651">
                  <c:v>6</c:v>
                </c:pt>
                <c:pt idx="3652">
                  <c:v>7.5</c:v>
                </c:pt>
                <c:pt idx="3653">
                  <c:v>7</c:v>
                </c:pt>
                <c:pt idx="3654">
                  <c:v>6</c:v>
                </c:pt>
                <c:pt idx="3655">
                  <c:v>7</c:v>
                </c:pt>
                <c:pt idx="3656">
                  <c:v>8</c:v>
                </c:pt>
                <c:pt idx="3657">
                  <c:v>8</c:v>
                </c:pt>
                <c:pt idx="3658">
                  <c:v>6.5</c:v>
                </c:pt>
                <c:pt idx="3659">
                  <c:v>7.5</c:v>
                </c:pt>
                <c:pt idx="3660">
                  <c:v>8</c:v>
                </c:pt>
                <c:pt idx="3661">
                  <c:v>6.5</c:v>
                </c:pt>
                <c:pt idx="3662">
                  <c:v>4</c:v>
                </c:pt>
                <c:pt idx="3663">
                  <c:v>3.5</c:v>
                </c:pt>
                <c:pt idx="3664">
                  <c:v>3</c:v>
                </c:pt>
                <c:pt idx="3665">
                  <c:v>4</c:v>
                </c:pt>
                <c:pt idx="3666">
                  <c:v>4.5</c:v>
                </c:pt>
                <c:pt idx="3667">
                  <c:v>4.5</c:v>
                </c:pt>
                <c:pt idx="3668">
                  <c:v>4</c:v>
                </c:pt>
                <c:pt idx="3669">
                  <c:v>6</c:v>
                </c:pt>
                <c:pt idx="3670">
                  <c:v>7</c:v>
                </c:pt>
                <c:pt idx="3671">
                  <c:v>8.5</c:v>
                </c:pt>
                <c:pt idx="3672">
                  <c:v>10</c:v>
                </c:pt>
                <c:pt idx="3673">
                  <c:v>9</c:v>
                </c:pt>
                <c:pt idx="3674">
                  <c:v>8</c:v>
                </c:pt>
                <c:pt idx="3675">
                  <c:v>7.5</c:v>
                </c:pt>
                <c:pt idx="3676">
                  <c:v>8</c:v>
                </c:pt>
                <c:pt idx="3677">
                  <c:v>6.5</c:v>
                </c:pt>
                <c:pt idx="3678">
                  <c:v>5.5</c:v>
                </c:pt>
                <c:pt idx="3679">
                  <c:v>5</c:v>
                </c:pt>
                <c:pt idx="3680">
                  <c:v>5.5</c:v>
                </c:pt>
                <c:pt idx="3681">
                  <c:v>5.5</c:v>
                </c:pt>
                <c:pt idx="3682">
                  <c:v>5.5</c:v>
                </c:pt>
                <c:pt idx="3683">
                  <c:v>6</c:v>
                </c:pt>
                <c:pt idx="3684">
                  <c:v>9</c:v>
                </c:pt>
                <c:pt idx="3685">
                  <c:v>6</c:v>
                </c:pt>
                <c:pt idx="3686">
                  <c:v>1.5</c:v>
                </c:pt>
                <c:pt idx="3687">
                  <c:v>-0.5</c:v>
                </c:pt>
                <c:pt idx="3688">
                  <c:v>-1.5</c:v>
                </c:pt>
                <c:pt idx="3689">
                  <c:v>-1.5</c:v>
                </c:pt>
                <c:pt idx="3690">
                  <c:v>2</c:v>
                </c:pt>
                <c:pt idx="3691">
                  <c:v>2</c:v>
                </c:pt>
                <c:pt idx="3692">
                  <c:v>2</c:v>
                </c:pt>
                <c:pt idx="3693">
                  <c:v>3</c:v>
                </c:pt>
                <c:pt idx="3694">
                  <c:v>3.5</c:v>
                </c:pt>
                <c:pt idx="3695">
                  <c:v>4</c:v>
                </c:pt>
                <c:pt idx="3696">
                  <c:v>4</c:v>
                </c:pt>
                <c:pt idx="3697">
                  <c:v>6</c:v>
                </c:pt>
                <c:pt idx="3698">
                  <c:v>7</c:v>
                </c:pt>
                <c:pt idx="3699">
                  <c:v>10.5</c:v>
                </c:pt>
                <c:pt idx="3700">
                  <c:v>10</c:v>
                </c:pt>
                <c:pt idx="3701">
                  <c:v>8.5</c:v>
                </c:pt>
                <c:pt idx="3702">
                  <c:v>7.5</c:v>
                </c:pt>
                <c:pt idx="3703">
                  <c:v>6.5</c:v>
                </c:pt>
                <c:pt idx="3704">
                  <c:v>7.5</c:v>
                </c:pt>
                <c:pt idx="3705">
                  <c:v>8</c:v>
                </c:pt>
                <c:pt idx="3706">
                  <c:v>8</c:v>
                </c:pt>
                <c:pt idx="3707">
                  <c:v>7</c:v>
                </c:pt>
                <c:pt idx="3708">
                  <c:v>7.5</c:v>
                </c:pt>
                <c:pt idx="3709">
                  <c:v>7.5</c:v>
                </c:pt>
                <c:pt idx="3710">
                  <c:v>4</c:v>
                </c:pt>
                <c:pt idx="3711">
                  <c:v>6</c:v>
                </c:pt>
                <c:pt idx="3712">
                  <c:v>4.5</c:v>
                </c:pt>
                <c:pt idx="3713">
                  <c:v>2.5</c:v>
                </c:pt>
                <c:pt idx="3714">
                  <c:v>3.5</c:v>
                </c:pt>
                <c:pt idx="3715">
                  <c:v>5</c:v>
                </c:pt>
                <c:pt idx="3716">
                  <c:v>5.5</c:v>
                </c:pt>
                <c:pt idx="3717">
                  <c:v>6</c:v>
                </c:pt>
                <c:pt idx="3718">
                  <c:v>8.5</c:v>
                </c:pt>
                <c:pt idx="3719">
                  <c:v>10.5</c:v>
                </c:pt>
                <c:pt idx="3720">
                  <c:v>10.5</c:v>
                </c:pt>
                <c:pt idx="3721">
                  <c:v>9.5</c:v>
                </c:pt>
                <c:pt idx="3722">
                  <c:v>10</c:v>
                </c:pt>
                <c:pt idx="3723">
                  <c:v>11.5</c:v>
                </c:pt>
                <c:pt idx="3724">
                  <c:v>10.5</c:v>
                </c:pt>
                <c:pt idx="3725">
                  <c:v>9</c:v>
                </c:pt>
                <c:pt idx="3726">
                  <c:v>11</c:v>
                </c:pt>
                <c:pt idx="3727">
                  <c:v>12.5</c:v>
                </c:pt>
                <c:pt idx="3728">
                  <c:v>14</c:v>
                </c:pt>
                <c:pt idx="3729">
                  <c:v>14</c:v>
                </c:pt>
                <c:pt idx="3730">
                  <c:v>15</c:v>
                </c:pt>
                <c:pt idx="3731">
                  <c:v>14</c:v>
                </c:pt>
                <c:pt idx="3732">
                  <c:v>15</c:v>
                </c:pt>
                <c:pt idx="3733">
                  <c:v>16</c:v>
                </c:pt>
                <c:pt idx="3734">
                  <c:v>17.5</c:v>
                </c:pt>
                <c:pt idx="3735">
                  <c:v>14</c:v>
                </c:pt>
                <c:pt idx="3736">
                  <c:v>13.5</c:v>
                </c:pt>
                <c:pt idx="3737">
                  <c:v>14</c:v>
                </c:pt>
                <c:pt idx="3738">
                  <c:v>14.5</c:v>
                </c:pt>
                <c:pt idx="3739">
                  <c:v>13</c:v>
                </c:pt>
                <c:pt idx="3740">
                  <c:v>12.5</c:v>
                </c:pt>
                <c:pt idx="3741">
                  <c:v>15</c:v>
                </c:pt>
                <c:pt idx="3742">
                  <c:v>17</c:v>
                </c:pt>
                <c:pt idx="3743">
                  <c:v>17</c:v>
                </c:pt>
                <c:pt idx="3744">
                  <c:v>14</c:v>
                </c:pt>
                <c:pt idx="3745">
                  <c:v>15</c:v>
                </c:pt>
                <c:pt idx="3746">
                  <c:v>12.5</c:v>
                </c:pt>
                <c:pt idx="3747">
                  <c:v>13</c:v>
                </c:pt>
                <c:pt idx="3748">
                  <c:v>12</c:v>
                </c:pt>
                <c:pt idx="3749">
                  <c:v>15</c:v>
                </c:pt>
                <c:pt idx="3750">
                  <c:v>14</c:v>
                </c:pt>
                <c:pt idx="3751">
                  <c:v>15</c:v>
                </c:pt>
                <c:pt idx="3752">
                  <c:v>15.5</c:v>
                </c:pt>
                <c:pt idx="3753">
                  <c:v>15</c:v>
                </c:pt>
                <c:pt idx="3754">
                  <c:v>15</c:v>
                </c:pt>
                <c:pt idx="3755">
                  <c:v>15</c:v>
                </c:pt>
                <c:pt idx="3756">
                  <c:v>16</c:v>
                </c:pt>
                <c:pt idx="3757">
                  <c:v>17.5</c:v>
                </c:pt>
                <c:pt idx="3758">
                  <c:v>17.5</c:v>
                </c:pt>
                <c:pt idx="3759">
                  <c:v>18</c:v>
                </c:pt>
                <c:pt idx="3760">
                  <c:v>18.5</c:v>
                </c:pt>
                <c:pt idx="3761">
                  <c:v>18</c:v>
                </c:pt>
                <c:pt idx="3762">
                  <c:v>16.5</c:v>
                </c:pt>
                <c:pt idx="3763">
                  <c:v>11.5</c:v>
                </c:pt>
                <c:pt idx="3764">
                  <c:v>11.5</c:v>
                </c:pt>
                <c:pt idx="3765">
                  <c:v>10</c:v>
                </c:pt>
                <c:pt idx="3766">
                  <c:v>13</c:v>
                </c:pt>
                <c:pt idx="3767">
                  <c:v>16.5</c:v>
                </c:pt>
                <c:pt idx="3768">
                  <c:v>16</c:v>
                </c:pt>
                <c:pt idx="3769">
                  <c:v>16</c:v>
                </c:pt>
                <c:pt idx="3770">
                  <c:v>14</c:v>
                </c:pt>
                <c:pt idx="3771">
                  <c:v>14</c:v>
                </c:pt>
                <c:pt idx="3772">
                  <c:v>15</c:v>
                </c:pt>
                <c:pt idx="3773">
                  <c:v>17.5</c:v>
                </c:pt>
                <c:pt idx="3774">
                  <c:v>16</c:v>
                </c:pt>
                <c:pt idx="3775">
                  <c:v>18.5</c:v>
                </c:pt>
                <c:pt idx="3776">
                  <c:v>18</c:v>
                </c:pt>
                <c:pt idx="3777">
                  <c:v>18</c:v>
                </c:pt>
                <c:pt idx="3778">
                  <c:v>19</c:v>
                </c:pt>
                <c:pt idx="3779">
                  <c:v>18</c:v>
                </c:pt>
                <c:pt idx="3780">
                  <c:v>18.5</c:v>
                </c:pt>
                <c:pt idx="3781">
                  <c:v>19.5</c:v>
                </c:pt>
                <c:pt idx="3782">
                  <c:v>18.5</c:v>
                </c:pt>
                <c:pt idx="3783">
                  <c:v>18.5</c:v>
                </c:pt>
                <c:pt idx="3784">
                  <c:v>19.5</c:v>
                </c:pt>
                <c:pt idx="3785">
                  <c:v>19</c:v>
                </c:pt>
                <c:pt idx="3786">
                  <c:v>21</c:v>
                </c:pt>
                <c:pt idx="3787">
                  <c:v>22.5</c:v>
                </c:pt>
                <c:pt idx="3788">
                  <c:v>20</c:v>
                </c:pt>
                <c:pt idx="3789">
                  <c:v>19</c:v>
                </c:pt>
                <c:pt idx="3790">
                  <c:v>18.5</c:v>
                </c:pt>
                <c:pt idx="3791">
                  <c:v>16</c:v>
                </c:pt>
                <c:pt idx="3792">
                  <c:v>16</c:v>
                </c:pt>
                <c:pt idx="3793">
                  <c:v>17</c:v>
                </c:pt>
                <c:pt idx="3794">
                  <c:v>16.5</c:v>
                </c:pt>
                <c:pt idx="3795">
                  <c:v>17.5</c:v>
                </c:pt>
                <c:pt idx="3796">
                  <c:v>18</c:v>
                </c:pt>
                <c:pt idx="3797">
                  <c:v>18</c:v>
                </c:pt>
                <c:pt idx="3798">
                  <c:v>19.5</c:v>
                </c:pt>
                <c:pt idx="3799">
                  <c:v>21.5</c:v>
                </c:pt>
                <c:pt idx="3800">
                  <c:v>21.5</c:v>
                </c:pt>
                <c:pt idx="3801">
                  <c:v>21</c:v>
                </c:pt>
                <c:pt idx="3802">
                  <c:v>20</c:v>
                </c:pt>
                <c:pt idx="3803">
                  <c:v>20.5</c:v>
                </c:pt>
                <c:pt idx="3804">
                  <c:v>21.5</c:v>
                </c:pt>
                <c:pt idx="3805">
                  <c:v>22</c:v>
                </c:pt>
                <c:pt idx="3806">
                  <c:v>22</c:v>
                </c:pt>
                <c:pt idx="3807">
                  <c:v>21</c:v>
                </c:pt>
                <c:pt idx="3808">
                  <c:v>21.5</c:v>
                </c:pt>
                <c:pt idx="3809">
                  <c:v>21.5</c:v>
                </c:pt>
                <c:pt idx="3810">
                  <c:v>23.5</c:v>
                </c:pt>
                <c:pt idx="3811">
                  <c:v>24.5</c:v>
                </c:pt>
                <c:pt idx="3812">
                  <c:v>24</c:v>
                </c:pt>
                <c:pt idx="3813">
                  <c:v>24.5</c:v>
                </c:pt>
                <c:pt idx="3814">
                  <c:v>25</c:v>
                </c:pt>
                <c:pt idx="3815">
                  <c:v>26</c:v>
                </c:pt>
                <c:pt idx="3816">
                  <c:v>26</c:v>
                </c:pt>
                <c:pt idx="3817">
                  <c:v>26.5</c:v>
                </c:pt>
                <c:pt idx="3818">
                  <c:v>27.5</c:v>
                </c:pt>
                <c:pt idx="3819">
                  <c:v>28</c:v>
                </c:pt>
                <c:pt idx="3820">
                  <c:v>29.5</c:v>
                </c:pt>
                <c:pt idx="3821">
                  <c:v>29.5</c:v>
                </c:pt>
                <c:pt idx="3822">
                  <c:v>26.5</c:v>
                </c:pt>
                <c:pt idx="3823">
                  <c:v>27</c:v>
                </c:pt>
                <c:pt idx="3824">
                  <c:v>27</c:v>
                </c:pt>
                <c:pt idx="3825">
                  <c:v>25</c:v>
                </c:pt>
                <c:pt idx="3826">
                  <c:v>26</c:v>
                </c:pt>
                <c:pt idx="3827">
                  <c:v>22.5</c:v>
                </c:pt>
                <c:pt idx="3828">
                  <c:v>25.5</c:v>
                </c:pt>
                <c:pt idx="3829">
                  <c:v>25.5</c:v>
                </c:pt>
                <c:pt idx="3830">
                  <c:v>28.5</c:v>
                </c:pt>
                <c:pt idx="3831">
                  <c:v>30</c:v>
                </c:pt>
                <c:pt idx="3832">
                  <c:v>28.5</c:v>
                </c:pt>
                <c:pt idx="3833">
                  <c:v>24.5</c:v>
                </c:pt>
                <c:pt idx="3834">
                  <c:v>25</c:v>
                </c:pt>
                <c:pt idx="3835">
                  <c:v>25</c:v>
                </c:pt>
                <c:pt idx="3836">
                  <c:v>24</c:v>
                </c:pt>
                <c:pt idx="3837">
                  <c:v>23.5</c:v>
                </c:pt>
                <c:pt idx="3838">
                  <c:v>24.5</c:v>
                </c:pt>
                <c:pt idx="3839">
                  <c:v>23.5</c:v>
                </c:pt>
                <c:pt idx="3840">
                  <c:v>24.5</c:v>
                </c:pt>
                <c:pt idx="3841">
                  <c:v>24</c:v>
                </c:pt>
                <c:pt idx="3842">
                  <c:v>24.5</c:v>
                </c:pt>
                <c:pt idx="3843">
                  <c:v>26</c:v>
                </c:pt>
                <c:pt idx="3844">
                  <c:v>24.5</c:v>
                </c:pt>
                <c:pt idx="3845">
                  <c:v>26.5</c:v>
                </c:pt>
                <c:pt idx="3846">
                  <c:v>26</c:v>
                </c:pt>
                <c:pt idx="3847">
                  <c:v>26.5</c:v>
                </c:pt>
                <c:pt idx="3848">
                  <c:v>26.5</c:v>
                </c:pt>
                <c:pt idx="3849">
                  <c:v>27</c:v>
                </c:pt>
                <c:pt idx="3850">
                  <c:v>27</c:v>
                </c:pt>
                <c:pt idx="3851">
                  <c:v>28</c:v>
                </c:pt>
                <c:pt idx="3852">
                  <c:v>28</c:v>
                </c:pt>
                <c:pt idx="3853">
                  <c:v>27.5</c:v>
                </c:pt>
                <c:pt idx="3854">
                  <c:v>28.5</c:v>
                </c:pt>
                <c:pt idx="3855">
                  <c:v>29.5</c:v>
                </c:pt>
                <c:pt idx="3856">
                  <c:v>29.5</c:v>
                </c:pt>
                <c:pt idx="3857">
                  <c:v>29.5</c:v>
                </c:pt>
                <c:pt idx="3858">
                  <c:v>26</c:v>
                </c:pt>
                <c:pt idx="3859">
                  <c:v>23.5</c:v>
                </c:pt>
                <c:pt idx="3860">
                  <c:v>24</c:v>
                </c:pt>
                <c:pt idx="3861">
                  <c:v>27</c:v>
                </c:pt>
                <c:pt idx="3862">
                  <c:v>23</c:v>
                </c:pt>
                <c:pt idx="3863">
                  <c:v>23.5</c:v>
                </c:pt>
                <c:pt idx="3864">
                  <c:v>24</c:v>
                </c:pt>
                <c:pt idx="3865">
                  <c:v>23.5</c:v>
                </c:pt>
                <c:pt idx="3866">
                  <c:v>25.5</c:v>
                </c:pt>
                <c:pt idx="3867">
                  <c:v>27</c:v>
                </c:pt>
                <c:pt idx="3868">
                  <c:v>27.5</c:v>
                </c:pt>
                <c:pt idx="3869">
                  <c:v>28.5</c:v>
                </c:pt>
                <c:pt idx="3870">
                  <c:v>30</c:v>
                </c:pt>
                <c:pt idx="3871">
                  <c:v>30.5</c:v>
                </c:pt>
                <c:pt idx="3872">
                  <c:v>31</c:v>
                </c:pt>
                <c:pt idx="3873">
                  <c:v>22.5</c:v>
                </c:pt>
                <c:pt idx="3874">
                  <c:v>24</c:v>
                </c:pt>
                <c:pt idx="3875">
                  <c:v>25.5</c:v>
                </c:pt>
                <c:pt idx="3876">
                  <c:v>27.5</c:v>
                </c:pt>
                <c:pt idx="3877">
                  <c:v>26</c:v>
                </c:pt>
                <c:pt idx="3878">
                  <c:v>24</c:v>
                </c:pt>
                <c:pt idx="3879">
                  <c:v>24</c:v>
                </c:pt>
                <c:pt idx="3880">
                  <c:v>25.5</c:v>
                </c:pt>
                <c:pt idx="3881">
                  <c:v>28</c:v>
                </c:pt>
                <c:pt idx="3882">
                  <c:v>29.5</c:v>
                </c:pt>
                <c:pt idx="3883">
                  <c:v>29</c:v>
                </c:pt>
                <c:pt idx="3884">
                  <c:v>29</c:v>
                </c:pt>
                <c:pt idx="3885">
                  <c:v>28</c:v>
                </c:pt>
                <c:pt idx="3886">
                  <c:v>24</c:v>
                </c:pt>
                <c:pt idx="3887">
                  <c:v>24</c:v>
                </c:pt>
                <c:pt idx="3888">
                  <c:v>27</c:v>
                </c:pt>
                <c:pt idx="3889">
                  <c:v>28</c:v>
                </c:pt>
                <c:pt idx="3890">
                  <c:v>28.5</c:v>
                </c:pt>
                <c:pt idx="3891">
                  <c:v>26</c:v>
                </c:pt>
                <c:pt idx="3892">
                  <c:v>21</c:v>
                </c:pt>
                <c:pt idx="3893">
                  <c:v>21.5</c:v>
                </c:pt>
                <c:pt idx="3894">
                  <c:v>21.5</c:v>
                </c:pt>
                <c:pt idx="3895">
                  <c:v>23</c:v>
                </c:pt>
                <c:pt idx="3896">
                  <c:v>20</c:v>
                </c:pt>
                <c:pt idx="3897">
                  <c:v>19.5</c:v>
                </c:pt>
                <c:pt idx="3898">
                  <c:v>20.5</c:v>
                </c:pt>
                <c:pt idx="3899">
                  <c:v>19</c:v>
                </c:pt>
                <c:pt idx="3900">
                  <c:v>16.5</c:v>
                </c:pt>
                <c:pt idx="3901">
                  <c:v>17.5</c:v>
                </c:pt>
                <c:pt idx="3902">
                  <c:v>15</c:v>
                </c:pt>
                <c:pt idx="3903">
                  <c:v>17</c:v>
                </c:pt>
                <c:pt idx="3904">
                  <c:v>17.5</c:v>
                </c:pt>
                <c:pt idx="3905">
                  <c:v>18</c:v>
                </c:pt>
                <c:pt idx="3906">
                  <c:v>19</c:v>
                </c:pt>
                <c:pt idx="3907">
                  <c:v>19</c:v>
                </c:pt>
                <c:pt idx="3908">
                  <c:v>20</c:v>
                </c:pt>
                <c:pt idx="3909">
                  <c:v>21</c:v>
                </c:pt>
                <c:pt idx="3910">
                  <c:v>21</c:v>
                </c:pt>
                <c:pt idx="3911">
                  <c:v>21.5</c:v>
                </c:pt>
                <c:pt idx="3912">
                  <c:v>17.5</c:v>
                </c:pt>
                <c:pt idx="3913">
                  <c:v>15</c:v>
                </c:pt>
                <c:pt idx="3914">
                  <c:v>16.5</c:v>
                </c:pt>
                <c:pt idx="3915">
                  <c:v>16</c:v>
                </c:pt>
                <c:pt idx="3916">
                  <c:v>16.5</c:v>
                </c:pt>
                <c:pt idx="3917">
                  <c:v>16.5</c:v>
                </c:pt>
                <c:pt idx="3918">
                  <c:v>15</c:v>
                </c:pt>
                <c:pt idx="3919">
                  <c:v>15.5</c:v>
                </c:pt>
                <c:pt idx="3920">
                  <c:v>16</c:v>
                </c:pt>
                <c:pt idx="3921">
                  <c:v>15</c:v>
                </c:pt>
                <c:pt idx="3922">
                  <c:v>15.5</c:v>
                </c:pt>
                <c:pt idx="3923">
                  <c:v>15</c:v>
                </c:pt>
                <c:pt idx="3924">
                  <c:v>13</c:v>
                </c:pt>
                <c:pt idx="3925">
                  <c:v>13.5</c:v>
                </c:pt>
                <c:pt idx="3926">
                  <c:v>14</c:v>
                </c:pt>
                <c:pt idx="3927">
                  <c:v>13</c:v>
                </c:pt>
                <c:pt idx="3928">
                  <c:v>14</c:v>
                </c:pt>
                <c:pt idx="3929">
                  <c:v>14.5</c:v>
                </c:pt>
                <c:pt idx="3930">
                  <c:v>13.5</c:v>
                </c:pt>
                <c:pt idx="3931">
                  <c:v>15</c:v>
                </c:pt>
                <c:pt idx="3932">
                  <c:v>17.5</c:v>
                </c:pt>
                <c:pt idx="3933">
                  <c:v>17</c:v>
                </c:pt>
                <c:pt idx="3934">
                  <c:v>16.5</c:v>
                </c:pt>
                <c:pt idx="3935">
                  <c:v>17.5</c:v>
                </c:pt>
                <c:pt idx="3936">
                  <c:v>14.5</c:v>
                </c:pt>
                <c:pt idx="3937">
                  <c:v>14</c:v>
                </c:pt>
                <c:pt idx="3938">
                  <c:v>14.5</c:v>
                </c:pt>
                <c:pt idx="3939">
                  <c:v>13</c:v>
                </c:pt>
                <c:pt idx="3940">
                  <c:v>11</c:v>
                </c:pt>
                <c:pt idx="3941">
                  <c:v>14</c:v>
                </c:pt>
                <c:pt idx="3942">
                  <c:v>14.5</c:v>
                </c:pt>
                <c:pt idx="3943">
                  <c:v>13</c:v>
                </c:pt>
                <c:pt idx="3944">
                  <c:v>12.5</c:v>
                </c:pt>
                <c:pt idx="3945">
                  <c:v>12.5</c:v>
                </c:pt>
                <c:pt idx="3946">
                  <c:v>11</c:v>
                </c:pt>
                <c:pt idx="3947">
                  <c:v>12</c:v>
                </c:pt>
                <c:pt idx="3948">
                  <c:v>12.5</c:v>
                </c:pt>
                <c:pt idx="3949">
                  <c:v>12.5</c:v>
                </c:pt>
                <c:pt idx="3950">
                  <c:v>14</c:v>
                </c:pt>
                <c:pt idx="3951">
                  <c:v>15.5</c:v>
                </c:pt>
                <c:pt idx="3952">
                  <c:v>14.5</c:v>
                </c:pt>
                <c:pt idx="3953">
                  <c:v>14.5</c:v>
                </c:pt>
                <c:pt idx="3954">
                  <c:v>13.5</c:v>
                </c:pt>
                <c:pt idx="3955">
                  <c:v>13.5</c:v>
                </c:pt>
                <c:pt idx="3956">
                  <c:v>13.5</c:v>
                </c:pt>
                <c:pt idx="3957">
                  <c:v>15</c:v>
                </c:pt>
                <c:pt idx="3958">
                  <c:v>15</c:v>
                </c:pt>
                <c:pt idx="3959">
                  <c:v>14.5</c:v>
                </c:pt>
                <c:pt idx="3960">
                  <c:v>10.5</c:v>
                </c:pt>
                <c:pt idx="3961">
                  <c:v>5</c:v>
                </c:pt>
                <c:pt idx="3962">
                  <c:v>4</c:v>
                </c:pt>
                <c:pt idx="3963">
                  <c:v>5</c:v>
                </c:pt>
                <c:pt idx="3964">
                  <c:v>4.5</c:v>
                </c:pt>
                <c:pt idx="3965">
                  <c:v>6</c:v>
                </c:pt>
                <c:pt idx="3966">
                  <c:v>7</c:v>
                </c:pt>
                <c:pt idx="3967">
                  <c:v>7</c:v>
                </c:pt>
                <c:pt idx="3968">
                  <c:v>8.5</c:v>
                </c:pt>
                <c:pt idx="3969">
                  <c:v>9.5</c:v>
                </c:pt>
                <c:pt idx="3970">
                  <c:v>10.5</c:v>
                </c:pt>
                <c:pt idx="3971">
                  <c:v>10</c:v>
                </c:pt>
                <c:pt idx="3972">
                  <c:v>9.5</c:v>
                </c:pt>
                <c:pt idx="3973">
                  <c:v>11</c:v>
                </c:pt>
                <c:pt idx="3974">
                  <c:v>13</c:v>
                </c:pt>
                <c:pt idx="3975">
                  <c:v>12</c:v>
                </c:pt>
                <c:pt idx="3976">
                  <c:v>11</c:v>
                </c:pt>
                <c:pt idx="3977">
                  <c:v>11.5</c:v>
                </c:pt>
                <c:pt idx="3978">
                  <c:v>12</c:v>
                </c:pt>
                <c:pt idx="3979">
                  <c:v>11</c:v>
                </c:pt>
                <c:pt idx="3980">
                  <c:v>12</c:v>
                </c:pt>
                <c:pt idx="3981">
                  <c:v>9.5</c:v>
                </c:pt>
                <c:pt idx="3982">
                  <c:v>10.5</c:v>
                </c:pt>
                <c:pt idx="3983">
                  <c:v>10.5</c:v>
                </c:pt>
                <c:pt idx="3984">
                  <c:v>10</c:v>
                </c:pt>
                <c:pt idx="3985">
                  <c:v>8</c:v>
                </c:pt>
                <c:pt idx="3986">
                  <c:v>2.5</c:v>
                </c:pt>
                <c:pt idx="3987">
                  <c:v>2.5</c:v>
                </c:pt>
                <c:pt idx="3988">
                  <c:v>1.5</c:v>
                </c:pt>
                <c:pt idx="3989">
                  <c:v>2</c:v>
                </c:pt>
                <c:pt idx="3990">
                  <c:v>2.5</c:v>
                </c:pt>
                <c:pt idx="3991">
                  <c:v>2.5</c:v>
                </c:pt>
                <c:pt idx="3992">
                  <c:v>4.5</c:v>
                </c:pt>
                <c:pt idx="3993">
                  <c:v>5</c:v>
                </c:pt>
                <c:pt idx="3994">
                  <c:v>3.5</c:v>
                </c:pt>
                <c:pt idx="3995">
                  <c:v>0</c:v>
                </c:pt>
                <c:pt idx="3996">
                  <c:v>-2</c:v>
                </c:pt>
                <c:pt idx="3997">
                  <c:v>0</c:v>
                </c:pt>
                <c:pt idx="3998">
                  <c:v>1.5</c:v>
                </c:pt>
                <c:pt idx="3999">
                  <c:v>2</c:v>
                </c:pt>
                <c:pt idx="4000">
                  <c:v>3</c:v>
                </c:pt>
                <c:pt idx="4001">
                  <c:v>4</c:v>
                </c:pt>
                <c:pt idx="4002">
                  <c:v>4</c:v>
                </c:pt>
                <c:pt idx="4003">
                  <c:v>4</c:v>
                </c:pt>
                <c:pt idx="4004">
                  <c:v>5</c:v>
                </c:pt>
                <c:pt idx="4005">
                  <c:v>5</c:v>
                </c:pt>
                <c:pt idx="4006">
                  <c:v>6.5</c:v>
                </c:pt>
                <c:pt idx="4007">
                  <c:v>7.5</c:v>
                </c:pt>
                <c:pt idx="4008">
                  <c:v>7.5</c:v>
                </c:pt>
                <c:pt idx="4009">
                  <c:v>8</c:v>
                </c:pt>
                <c:pt idx="4010">
                  <c:v>8</c:v>
                </c:pt>
                <c:pt idx="4011">
                  <c:v>6.5</c:v>
                </c:pt>
                <c:pt idx="4012">
                  <c:v>4</c:v>
                </c:pt>
                <c:pt idx="4013">
                  <c:v>2</c:v>
                </c:pt>
                <c:pt idx="4014">
                  <c:v>2.5</c:v>
                </c:pt>
                <c:pt idx="4015">
                  <c:v>3</c:v>
                </c:pt>
                <c:pt idx="4016">
                  <c:v>2.5</c:v>
                </c:pt>
                <c:pt idx="4017">
                  <c:v>1.5</c:v>
                </c:pt>
                <c:pt idx="4018">
                  <c:v>2</c:v>
                </c:pt>
                <c:pt idx="4019">
                  <c:v>2.5</c:v>
                </c:pt>
                <c:pt idx="4020">
                  <c:v>3.5</c:v>
                </c:pt>
                <c:pt idx="4021">
                  <c:v>5</c:v>
                </c:pt>
                <c:pt idx="4022">
                  <c:v>4.5</c:v>
                </c:pt>
                <c:pt idx="4023">
                  <c:v>1.5</c:v>
                </c:pt>
                <c:pt idx="4024">
                  <c:v>1</c:v>
                </c:pt>
                <c:pt idx="4025">
                  <c:v>1.5</c:v>
                </c:pt>
                <c:pt idx="4026">
                  <c:v>2</c:v>
                </c:pt>
                <c:pt idx="4027">
                  <c:v>4</c:v>
                </c:pt>
                <c:pt idx="4028">
                  <c:v>5</c:v>
                </c:pt>
                <c:pt idx="4029">
                  <c:v>5.5</c:v>
                </c:pt>
                <c:pt idx="4030">
                  <c:v>4.5</c:v>
                </c:pt>
                <c:pt idx="4031">
                  <c:v>5</c:v>
                </c:pt>
                <c:pt idx="4032">
                  <c:v>6.5</c:v>
                </c:pt>
                <c:pt idx="4033">
                  <c:v>8</c:v>
                </c:pt>
                <c:pt idx="4034">
                  <c:v>7.5</c:v>
                </c:pt>
                <c:pt idx="4035">
                  <c:v>8</c:v>
                </c:pt>
                <c:pt idx="4036">
                  <c:v>8.5</c:v>
                </c:pt>
                <c:pt idx="4037">
                  <c:v>8</c:v>
                </c:pt>
                <c:pt idx="4038">
                  <c:v>7</c:v>
                </c:pt>
                <c:pt idx="4039">
                  <c:v>7.5</c:v>
                </c:pt>
                <c:pt idx="4040">
                  <c:v>9</c:v>
                </c:pt>
                <c:pt idx="4041">
                  <c:v>10</c:v>
                </c:pt>
                <c:pt idx="4042">
                  <c:v>8.5</c:v>
                </c:pt>
                <c:pt idx="4043">
                  <c:v>6</c:v>
                </c:pt>
                <c:pt idx="4044">
                  <c:v>6</c:v>
                </c:pt>
                <c:pt idx="4045">
                  <c:v>6.5</c:v>
                </c:pt>
                <c:pt idx="4046">
                  <c:v>6.5</c:v>
                </c:pt>
                <c:pt idx="4047">
                  <c:v>9</c:v>
                </c:pt>
                <c:pt idx="4048">
                  <c:v>10</c:v>
                </c:pt>
                <c:pt idx="4049">
                  <c:v>9.5</c:v>
                </c:pt>
                <c:pt idx="4050">
                  <c:v>8.5</c:v>
                </c:pt>
                <c:pt idx="4051">
                  <c:v>7.5</c:v>
                </c:pt>
                <c:pt idx="4052">
                  <c:v>8</c:v>
                </c:pt>
                <c:pt idx="4053">
                  <c:v>8</c:v>
                </c:pt>
                <c:pt idx="4054">
                  <c:v>9.5</c:v>
                </c:pt>
                <c:pt idx="4055">
                  <c:v>9</c:v>
                </c:pt>
                <c:pt idx="4056">
                  <c:v>10</c:v>
                </c:pt>
                <c:pt idx="4057">
                  <c:v>8.5</c:v>
                </c:pt>
                <c:pt idx="4058">
                  <c:v>6.5</c:v>
                </c:pt>
                <c:pt idx="4059">
                  <c:v>4</c:v>
                </c:pt>
                <c:pt idx="4060">
                  <c:v>0.5</c:v>
                </c:pt>
                <c:pt idx="4061">
                  <c:v>0</c:v>
                </c:pt>
                <c:pt idx="4062">
                  <c:v>0</c:v>
                </c:pt>
                <c:pt idx="4063">
                  <c:v>0.5</c:v>
                </c:pt>
                <c:pt idx="4064">
                  <c:v>2.5</c:v>
                </c:pt>
                <c:pt idx="4065">
                  <c:v>3</c:v>
                </c:pt>
                <c:pt idx="4066">
                  <c:v>2.5</c:v>
                </c:pt>
                <c:pt idx="4067">
                  <c:v>3</c:v>
                </c:pt>
                <c:pt idx="4068">
                  <c:v>3.5</c:v>
                </c:pt>
                <c:pt idx="4069">
                  <c:v>4.5</c:v>
                </c:pt>
                <c:pt idx="4070">
                  <c:v>5</c:v>
                </c:pt>
                <c:pt idx="4071">
                  <c:v>6</c:v>
                </c:pt>
                <c:pt idx="4072">
                  <c:v>7</c:v>
                </c:pt>
                <c:pt idx="4073">
                  <c:v>9</c:v>
                </c:pt>
                <c:pt idx="4074">
                  <c:v>11.5</c:v>
                </c:pt>
                <c:pt idx="4075">
                  <c:v>9</c:v>
                </c:pt>
                <c:pt idx="4076">
                  <c:v>10.5</c:v>
                </c:pt>
                <c:pt idx="4077">
                  <c:v>4.5</c:v>
                </c:pt>
                <c:pt idx="4078">
                  <c:v>3</c:v>
                </c:pt>
                <c:pt idx="4079">
                  <c:v>5</c:v>
                </c:pt>
                <c:pt idx="4080">
                  <c:v>7.5</c:v>
                </c:pt>
                <c:pt idx="4081">
                  <c:v>8</c:v>
                </c:pt>
                <c:pt idx="4082">
                  <c:v>7.5</c:v>
                </c:pt>
                <c:pt idx="4083">
                  <c:v>10</c:v>
                </c:pt>
                <c:pt idx="4084">
                  <c:v>11</c:v>
                </c:pt>
                <c:pt idx="4085">
                  <c:v>10.5</c:v>
                </c:pt>
                <c:pt idx="4086">
                  <c:v>8.5</c:v>
                </c:pt>
                <c:pt idx="4087">
                  <c:v>7.5</c:v>
                </c:pt>
                <c:pt idx="4088">
                  <c:v>6</c:v>
                </c:pt>
                <c:pt idx="4089">
                  <c:v>5.5</c:v>
                </c:pt>
                <c:pt idx="4090">
                  <c:v>8.5</c:v>
                </c:pt>
                <c:pt idx="4091">
                  <c:v>11</c:v>
                </c:pt>
                <c:pt idx="4092">
                  <c:v>7</c:v>
                </c:pt>
                <c:pt idx="4093">
                  <c:v>7.5</c:v>
                </c:pt>
                <c:pt idx="4094">
                  <c:v>9.5</c:v>
                </c:pt>
                <c:pt idx="4095">
                  <c:v>11</c:v>
                </c:pt>
                <c:pt idx="4096">
                  <c:v>12.5</c:v>
                </c:pt>
                <c:pt idx="4097">
                  <c:v>13.5</c:v>
                </c:pt>
                <c:pt idx="4098">
                  <c:v>14</c:v>
                </c:pt>
                <c:pt idx="4099">
                  <c:v>14</c:v>
                </c:pt>
                <c:pt idx="4100">
                  <c:v>14.5</c:v>
                </c:pt>
                <c:pt idx="4101">
                  <c:v>15.5</c:v>
                </c:pt>
                <c:pt idx="4102">
                  <c:v>14.5</c:v>
                </c:pt>
                <c:pt idx="4103">
                  <c:v>12.5</c:v>
                </c:pt>
                <c:pt idx="4104">
                  <c:v>13</c:v>
                </c:pt>
                <c:pt idx="4105">
                  <c:v>13</c:v>
                </c:pt>
                <c:pt idx="4106">
                  <c:v>13</c:v>
                </c:pt>
                <c:pt idx="4107">
                  <c:v>12.5</c:v>
                </c:pt>
                <c:pt idx="4108">
                  <c:v>8</c:v>
                </c:pt>
                <c:pt idx="4109">
                  <c:v>8</c:v>
                </c:pt>
                <c:pt idx="4110">
                  <c:v>12</c:v>
                </c:pt>
                <c:pt idx="4111">
                  <c:v>11</c:v>
                </c:pt>
                <c:pt idx="4112">
                  <c:v>10</c:v>
                </c:pt>
                <c:pt idx="4113">
                  <c:v>9.5</c:v>
                </c:pt>
                <c:pt idx="4114">
                  <c:v>10.5</c:v>
                </c:pt>
                <c:pt idx="4115">
                  <c:v>8.5</c:v>
                </c:pt>
                <c:pt idx="4116">
                  <c:v>11</c:v>
                </c:pt>
                <c:pt idx="4117">
                  <c:v>9</c:v>
                </c:pt>
                <c:pt idx="4118">
                  <c:v>12</c:v>
                </c:pt>
                <c:pt idx="4119">
                  <c:v>15</c:v>
                </c:pt>
                <c:pt idx="4120">
                  <c:v>13</c:v>
                </c:pt>
                <c:pt idx="4121">
                  <c:v>11.5</c:v>
                </c:pt>
                <c:pt idx="4122">
                  <c:v>13.5</c:v>
                </c:pt>
                <c:pt idx="4123">
                  <c:v>12.5</c:v>
                </c:pt>
                <c:pt idx="4124">
                  <c:v>14</c:v>
                </c:pt>
                <c:pt idx="4125">
                  <c:v>14.5</c:v>
                </c:pt>
                <c:pt idx="4126">
                  <c:v>10.5</c:v>
                </c:pt>
                <c:pt idx="4127">
                  <c:v>10.5</c:v>
                </c:pt>
                <c:pt idx="4128">
                  <c:v>12.5</c:v>
                </c:pt>
                <c:pt idx="4129">
                  <c:v>14.5</c:v>
                </c:pt>
                <c:pt idx="4130">
                  <c:v>16</c:v>
                </c:pt>
                <c:pt idx="4131">
                  <c:v>19</c:v>
                </c:pt>
                <c:pt idx="4132">
                  <c:v>21.5</c:v>
                </c:pt>
                <c:pt idx="4133">
                  <c:v>20</c:v>
                </c:pt>
                <c:pt idx="4134">
                  <c:v>20.5</c:v>
                </c:pt>
                <c:pt idx="4135">
                  <c:v>21</c:v>
                </c:pt>
                <c:pt idx="4136">
                  <c:v>22</c:v>
                </c:pt>
                <c:pt idx="4137">
                  <c:v>22.5</c:v>
                </c:pt>
                <c:pt idx="4138">
                  <c:v>19</c:v>
                </c:pt>
                <c:pt idx="4139">
                  <c:v>14</c:v>
                </c:pt>
                <c:pt idx="4140">
                  <c:v>16</c:v>
                </c:pt>
                <c:pt idx="4141">
                  <c:v>16.5</c:v>
                </c:pt>
                <c:pt idx="4142">
                  <c:v>18.5</c:v>
                </c:pt>
                <c:pt idx="4143">
                  <c:v>20.5</c:v>
                </c:pt>
                <c:pt idx="4144">
                  <c:v>20.5</c:v>
                </c:pt>
                <c:pt idx="4145">
                  <c:v>21</c:v>
                </c:pt>
                <c:pt idx="4146">
                  <c:v>21.5</c:v>
                </c:pt>
                <c:pt idx="4147">
                  <c:v>23</c:v>
                </c:pt>
                <c:pt idx="4148">
                  <c:v>22</c:v>
                </c:pt>
                <c:pt idx="4149">
                  <c:v>22.5</c:v>
                </c:pt>
                <c:pt idx="4150">
                  <c:v>22.5</c:v>
                </c:pt>
                <c:pt idx="4151">
                  <c:v>22</c:v>
                </c:pt>
                <c:pt idx="4152">
                  <c:v>23.5</c:v>
                </c:pt>
                <c:pt idx="4153">
                  <c:v>24</c:v>
                </c:pt>
                <c:pt idx="4154">
                  <c:v>22</c:v>
                </c:pt>
                <c:pt idx="4155">
                  <c:v>24</c:v>
                </c:pt>
                <c:pt idx="4156">
                  <c:v>24.5</c:v>
                </c:pt>
                <c:pt idx="4157">
                  <c:v>23.5</c:v>
                </c:pt>
                <c:pt idx="4158">
                  <c:v>25.5</c:v>
                </c:pt>
                <c:pt idx="4159">
                  <c:v>27</c:v>
                </c:pt>
                <c:pt idx="4160">
                  <c:v>27</c:v>
                </c:pt>
                <c:pt idx="4161">
                  <c:v>27</c:v>
                </c:pt>
                <c:pt idx="4162">
                  <c:v>27</c:v>
                </c:pt>
                <c:pt idx="4163">
                  <c:v>21.5</c:v>
                </c:pt>
                <c:pt idx="4164">
                  <c:v>23</c:v>
                </c:pt>
                <c:pt idx="4165">
                  <c:v>23</c:v>
                </c:pt>
                <c:pt idx="4166">
                  <c:v>24</c:v>
                </c:pt>
                <c:pt idx="4167">
                  <c:v>21.5</c:v>
                </c:pt>
                <c:pt idx="4168">
                  <c:v>23.5</c:v>
                </c:pt>
                <c:pt idx="4169">
                  <c:v>23</c:v>
                </c:pt>
                <c:pt idx="4170">
                  <c:v>22.5</c:v>
                </c:pt>
                <c:pt idx="4171">
                  <c:v>21</c:v>
                </c:pt>
                <c:pt idx="4172">
                  <c:v>20.5</c:v>
                </c:pt>
                <c:pt idx="4173">
                  <c:v>22</c:v>
                </c:pt>
                <c:pt idx="4174">
                  <c:v>23.5</c:v>
                </c:pt>
                <c:pt idx="4175">
                  <c:v>24.5</c:v>
                </c:pt>
                <c:pt idx="4176">
                  <c:v>24</c:v>
                </c:pt>
                <c:pt idx="4177">
                  <c:v>22</c:v>
                </c:pt>
                <c:pt idx="4178">
                  <c:v>21.5</c:v>
                </c:pt>
                <c:pt idx="4179">
                  <c:v>23.5</c:v>
                </c:pt>
                <c:pt idx="4180">
                  <c:v>24.5</c:v>
                </c:pt>
                <c:pt idx="4181">
                  <c:v>26.5</c:v>
                </c:pt>
                <c:pt idx="4182">
                  <c:v>25.5</c:v>
                </c:pt>
                <c:pt idx="4183">
                  <c:v>25</c:v>
                </c:pt>
                <c:pt idx="4184">
                  <c:v>25.5</c:v>
                </c:pt>
                <c:pt idx="4185">
                  <c:v>26</c:v>
                </c:pt>
                <c:pt idx="4186">
                  <c:v>20.5</c:v>
                </c:pt>
                <c:pt idx="4187">
                  <c:v>18</c:v>
                </c:pt>
                <c:pt idx="4188">
                  <c:v>23</c:v>
                </c:pt>
                <c:pt idx="4189">
                  <c:v>20</c:v>
                </c:pt>
                <c:pt idx="4190">
                  <c:v>22.5</c:v>
                </c:pt>
                <c:pt idx="4191">
                  <c:v>24.5</c:v>
                </c:pt>
                <c:pt idx="4192">
                  <c:v>26.5</c:v>
                </c:pt>
                <c:pt idx="4193">
                  <c:v>27.5</c:v>
                </c:pt>
                <c:pt idx="4194">
                  <c:v>28</c:v>
                </c:pt>
                <c:pt idx="4195">
                  <c:v>29</c:v>
                </c:pt>
                <c:pt idx="4196">
                  <c:v>29.5</c:v>
                </c:pt>
                <c:pt idx="4197">
                  <c:v>30.5</c:v>
                </c:pt>
                <c:pt idx="4198">
                  <c:v>30.5</c:v>
                </c:pt>
                <c:pt idx="4199">
                  <c:v>29.5</c:v>
                </c:pt>
                <c:pt idx="4200">
                  <c:v>31</c:v>
                </c:pt>
                <c:pt idx="4201">
                  <c:v>31.5</c:v>
                </c:pt>
                <c:pt idx="4202">
                  <c:v>27.5</c:v>
                </c:pt>
                <c:pt idx="4203">
                  <c:v>27.5</c:v>
                </c:pt>
                <c:pt idx="4204">
                  <c:v>28.5</c:v>
                </c:pt>
                <c:pt idx="4205">
                  <c:v>27.5</c:v>
                </c:pt>
                <c:pt idx="4206">
                  <c:v>25</c:v>
                </c:pt>
                <c:pt idx="4207">
                  <c:v>26.5</c:v>
                </c:pt>
                <c:pt idx="4208">
                  <c:v>28</c:v>
                </c:pt>
                <c:pt idx="4209">
                  <c:v>29</c:v>
                </c:pt>
                <c:pt idx="4210">
                  <c:v>30</c:v>
                </c:pt>
                <c:pt idx="4211">
                  <c:v>31.5</c:v>
                </c:pt>
                <c:pt idx="4212">
                  <c:v>32</c:v>
                </c:pt>
                <c:pt idx="4213">
                  <c:v>32</c:v>
                </c:pt>
                <c:pt idx="4214">
                  <c:v>29.5</c:v>
                </c:pt>
                <c:pt idx="4215">
                  <c:v>29</c:v>
                </c:pt>
                <c:pt idx="4216">
                  <c:v>30</c:v>
                </c:pt>
                <c:pt idx="4217">
                  <c:v>28.5</c:v>
                </c:pt>
                <c:pt idx="4218">
                  <c:v>27</c:v>
                </c:pt>
                <c:pt idx="4219">
                  <c:v>26</c:v>
                </c:pt>
                <c:pt idx="4220">
                  <c:v>25</c:v>
                </c:pt>
                <c:pt idx="4221">
                  <c:v>25</c:v>
                </c:pt>
                <c:pt idx="4222">
                  <c:v>25.5</c:v>
                </c:pt>
                <c:pt idx="4223">
                  <c:v>25.5</c:v>
                </c:pt>
                <c:pt idx="4224">
                  <c:v>27</c:v>
                </c:pt>
                <c:pt idx="4225">
                  <c:v>27</c:v>
                </c:pt>
                <c:pt idx="4226">
                  <c:v>23</c:v>
                </c:pt>
                <c:pt idx="4227">
                  <c:v>23.5</c:v>
                </c:pt>
                <c:pt idx="4228">
                  <c:v>25</c:v>
                </c:pt>
                <c:pt idx="4229">
                  <c:v>26.5</c:v>
                </c:pt>
                <c:pt idx="4230">
                  <c:v>26.5</c:v>
                </c:pt>
                <c:pt idx="4231">
                  <c:v>26.5</c:v>
                </c:pt>
                <c:pt idx="4232">
                  <c:v>21</c:v>
                </c:pt>
                <c:pt idx="4233">
                  <c:v>21.5</c:v>
                </c:pt>
                <c:pt idx="4234">
                  <c:v>25.5</c:v>
                </c:pt>
                <c:pt idx="4235">
                  <c:v>27</c:v>
                </c:pt>
                <c:pt idx="4236">
                  <c:v>24.5</c:v>
                </c:pt>
                <c:pt idx="4237">
                  <c:v>28</c:v>
                </c:pt>
                <c:pt idx="4238">
                  <c:v>28.5</c:v>
                </c:pt>
                <c:pt idx="4239">
                  <c:v>25</c:v>
                </c:pt>
                <c:pt idx="4240">
                  <c:v>22.5</c:v>
                </c:pt>
                <c:pt idx="4241">
                  <c:v>23</c:v>
                </c:pt>
                <c:pt idx="4242">
                  <c:v>25</c:v>
                </c:pt>
                <c:pt idx="4243">
                  <c:v>26.5</c:v>
                </c:pt>
                <c:pt idx="4244">
                  <c:v>28.5</c:v>
                </c:pt>
                <c:pt idx="4245">
                  <c:v>30.5</c:v>
                </c:pt>
                <c:pt idx="4246">
                  <c:v>30.5</c:v>
                </c:pt>
                <c:pt idx="4247">
                  <c:v>31.5</c:v>
                </c:pt>
                <c:pt idx="4248">
                  <c:v>31.5</c:v>
                </c:pt>
                <c:pt idx="4249">
                  <c:v>32</c:v>
                </c:pt>
                <c:pt idx="4250">
                  <c:v>31.5</c:v>
                </c:pt>
                <c:pt idx="4251">
                  <c:v>31.5</c:v>
                </c:pt>
                <c:pt idx="4252">
                  <c:v>31.5</c:v>
                </c:pt>
                <c:pt idx="4253">
                  <c:v>29</c:v>
                </c:pt>
                <c:pt idx="4254">
                  <c:v>28</c:v>
                </c:pt>
                <c:pt idx="4255">
                  <c:v>29</c:v>
                </c:pt>
                <c:pt idx="4256">
                  <c:v>26.5</c:v>
                </c:pt>
                <c:pt idx="4257">
                  <c:v>25.5</c:v>
                </c:pt>
                <c:pt idx="4258">
                  <c:v>27</c:v>
                </c:pt>
                <c:pt idx="4259">
                  <c:v>27</c:v>
                </c:pt>
                <c:pt idx="4260">
                  <c:v>28.5</c:v>
                </c:pt>
                <c:pt idx="4261">
                  <c:v>25</c:v>
                </c:pt>
                <c:pt idx="4262">
                  <c:v>22.5</c:v>
                </c:pt>
                <c:pt idx="4263">
                  <c:v>21</c:v>
                </c:pt>
                <c:pt idx="4264">
                  <c:v>21.5</c:v>
                </c:pt>
                <c:pt idx="4265">
                  <c:v>23</c:v>
                </c:pt>
                <c:pt idx="4266">
                  <c:v>24</c:v>
                </c:pt>
                <c:pt idx="4267">
                  <c:v>23</c:v>
                </c:pt>
                <c:pt idx="4268">
                  <c:v>20.5</c:v>
                </c:pt>
                <c:pt idx="4269">
                  <c:v>18</c:v>
                </c:pt>
                <c:pt idx="4270">
                  <c:v>18</c:v>
                </c:pt>
                <c:pt idx="4271">
                  <c:v>20</c:v>
                </c:pt>
                <c:pt idx="4272">
                  <c:v>20.5</c:v>
                </c:pt>
                <c:pt idx="4273">
                  <c:v>19</c:v>
                </c:pt>
                <c:pt idx="4274">
                  <c:v>17</c:v>
                </c:pt>
                <c:pt idx="4275">
                  <c:v>17</c:v>
                </c:pt>
                <c:pt idx="4276">
                  <c:v>18</c:v>
                </c:pt>
                <c:pt idx="4277">
                  <c:v>14.5</c:v>
                </c:pt>
                <c:pt idx="4278">
                  <c:v>17.5</c:v>
                </c:pt>
                <c:pt idx="4279">
                  <c:v>12.5</c:v>
                </c:pt>
                <c:pt idx="4280">
                  <c:v>12</c:v>
                </c:pt>
                <c:pt idx="4281">
                  <c:v>13.5</c:v>
                </c:pt>
                <c:pt idx="4282">
                  <c:v>15.5</c:v>
                </c:pt>
                <c:pt idx="4283">
                  <c:v>16</c:v>
                </c:pt>
                <c:pt idx="4284">
                  <c:v>17</c:v>
                </c:pt>
                <c:pt idx="4285">
                  <c:v>16.5</c:v>
                </c:pt>
                <c:pt idx="4286">
                  <c:v>18</c:v>
                </c:pt>
                <c:pt idx="4287">
                  <c:v>19</c:v>
                </c:pt>
                <c:pt idx="4288">
                  <c:v>20</c:v>
                </c:pt>
                <c:pt idx="4289">
                  <c:v>20.5</c:v>
                </c:pt>
                <c:pt idx="4290">
                  <c:v>21.5</c:v>
                </c:pt>
                <c:pt idx="4291">
                  <c:v>18</c:v>
                </c:pt>
                <c:pt idx="4292">
                  <c:v>18</c:v>
                </c:pt>
                <c:pt idx="4293">
                  <c:v>20</c:v>
                </c:pt>
                <c:pt idx="4294">
                  <c:v>21</c:v>
                </c:pt>
                <c:pt idx="4295">
                  <c:v>22</c:v>
                </c:pt>
                <c:pt idx="4296">
                  <c:v>23.5</c:v>
                </c:pt>
                <c:pt idx="4297">
                  <c:v>23.5</c:v>
                </c:pt>
                <c:pt idx="4298">
                  <c:v>22.5</c:v>
                </c:pt>
                <c:pt idx="4299">
                  <c:v>20</c:v>
                </c:pt>
                <c:pt idx="4300">
                  <c:v>20</c:v>
                </c:pt>
                <c:pt idx="4301">
                  <c:v>20</c:v>
                </c:pt>
                <c:pt idx="4302">
                  <c:v>17.5</c:v>
                </c:pt>
                <c:pt idx="4303">
                  <c:v>17.5</c:v>
                </c:pt>
                <c:pt idx="4304">
                  <c:v>17</c:v>
                </c:pt>
                <c:pt idx="4305">
                  <c:v>15</c:v>
                </c:pt>
                <c:pt idx="4306">
                  <c:v>13.5</c:v>
                </c:pt>
                <c:pt idx="4307">
                  <c:v>15.5</c:v>
                </c:pt>
                <c:pt idx="4308">
                  <c:v>15</c:v>
                </c:pt>
                <c:pt idx="4309">
                  <c:v>15.5</c:v>
                </c:pt>
                <c:pt idx="4310">
                  <c:v>16.5</c:v>
                </c:pt>
                <c:pt idx="4311">
                  <c:v>18.5</c:v>
                </c:pt>
                <c:pt idx="4312">
                  <c:v>19.5</c:v>
                </c:pt>
                <c:pt idx="4313">
                  <c:v>17.5</c:v>
                </c:pt>
                <c:pt idx="4314">
                  <c:v>8</c:v>
                </c:pt>
                <c:pt idx="4315">
                  <c:v>7.5</c:v>
                </c:pt>
                <c:pt idx="4316">
                  <c:v>7</c:v>
                </c:pt>
                <c:pt idx="4317">
                  <c:v>9</c:v>
                </c:pt>
                <c:pt idx="4318">
                  <c:v>11.5</c:v>
                </c:pt>
                <c:pt idx="4319">
                  <c:v>11</c:v>
                </c:pt>
                <c:pt idx="4320">
                  <c:v>11.5</c:v>
                </c:pt>
                <c:pt idx="4321">
                  <c:v>12</c:v>
                </c:pt>
                <c:pt idx="4322">
                  <c:v>13</c:v>
                </c:pt>
                <c:pt idx="4323">
                  <c:v>12.5</c:v>
                </c:pt>
                <c:pt idx="4324">
                  <c:v>10</c:v>
                </c:pt>
                <c:pt idx="4325">
                  <c:v>8</c:v>
                </c:pt>
                <c:pt idx="4326">
                  <c:v>6</c:v>
                </c:pt>
                <c:pt idx="4327">
                  <c:v>5.5</c:v>
                </c:pt>
                <c:pt idx="4328">
                  <c:v>6</c:v>
                </c:pt>
                <c:pt idx="4329">
                  <c:v>7</c:v>
                </c:pt>
                <c:pt idx="4330">
                  <c:v>9.5</c:v>
                </c:pt>
                <c:pt idx="4331">
                  <c:v>10.5</c:v>
                </c:pt>
                <c:pt idx="4332">
                  <c:v>13.5</c:v>
                </c:pt>
                <c:pt idx="4333">
                  <c:v>14</c:v>
                </c:pt>
                <c:pt idx="4334">
                  <c:v>13.5</c:v>
                </c:pt>
                <c:pt idx="4335">
                  <c:v>12</c:v>
                </c:pt>
                <c:pt idx="4336">
                  <c:v>11.5</c:v>
                </c:pt>
                <c:pt idx="4337">
                  <c:v>11</c:v>
                </c:pt>
                <c:pt idx="4338">
                  <c:v>11</c:v>
                </c:pt>
                <c:pt idx="4339">
                  <c:v>12</c:v>
                </c:pt>
                <c:pt idx="4340">
                  <c:v>13</c:v>
                </c:pt>
                <c:pt idx="4341">
                  <c:v>15</c:v>
                </c:pt>
                <c:pt idx="4342">
                  <c:v>13.5</c:v>
                </c:pt>
                <c:pt idx="4343">
                  <c:v>13.5</c:v>
                </c:pt>
                <c:pt idx="4344">
                  <c:v>12.5</c:v>
                </c:pt>
                <c:pt idx="4345">
                  <c:v>12</c:v>
                </c:pt>
                <c:pt idx="4346">
                  <c:v>12.5</c:v>
                </c:pt>
                <c:pt idx="4347">
                  <c:v>11</c:v>
                </c:pt>
                <c:pt idx="4348">
                  <c:v>7.5</c:v>
                </c:pt>
                <c:pt idx="4349">
                  <c:v>5</c:v>
                </c:pt>
                <c:pt idx="4350">
                  <c:v>9.5</c:v>
                </c:pt>
                <c:pt idx="4351">
                  <c:v>13</c:v>
                </c:pt>
                <c:pt idx="4352">
                  <c:v>10.5</c:v>
                </c:pt>
                <c:pt idx="4353">
                  <c:v>11.5</c:v>
                </c:pt>
                <c:pt idx="4354">
                  <c:v>12</c:v>
                </c:pt>
                <c:pt idx="4355">
                  <c:v>12</c:v>
                </c:pt>
                <c:pt idx="4356">
                  <c:v>11</c:v>
                </c:pt>
                <c:pt idx="4357">
                  <c:v>10.5</c:v>
                </c:pt>
                <c:pt idx="4358">
                  <c:v>10.5</c:v>
                </c:pt>
                <c:pt idx="4359">
                  <c:v>9.5</c:v>
                </c:pt>
                <c:pt idx="4360">
                  <c:v>9</c:v>
                </c:pt>
                <c:pt idx="4361">
                  <c:v>9</c:v>
                </c:pt>
                <c:pt idx="4362">
                  <c:v>7.5</c:v>
                </c:pt>
                <c:pt idx="4363">
                  <c:v>4</c:v>
                </c:pt>
                <c:pt idx="4364">
                  <c:v>2.5</c:v>
                </c:pt>
                <c:pt idx="4365">
                  <c:v>3.5</c:v>
                </c:pt>
                <c:pt idx="4366">
                  <c:v>4.5</c:v>
                </c:pt>
                <c:pt idx="4367">
                  <c:v>6.5</c:v>
                </c:pt>
                <c:pt idx="4368">
                  <c:v>7</c:v>
                </c:pt>
                <c:pt idx="4369">
                  <c:v>7.5</c:v>
                </c:pt>
                <c:pt idx="4370">
                  <c:v>8</c:v>
                </c:pt>
                <c:pt idx="4371">
                  <c:v>7</c:v>
                </c:pt>
                <c:pt idx="4372">
                  <c:v>8</c:v>
                </c:pt>
                <c:pt idx="4373">
                  <c:v>9</c:v>
                </c:pt>
                <c:pt idx="4374">
                  <c:v>8</c:v>
                </c:pt>
                <c:pt idx="4375">
                  <c:v>7.5</c:v>
                </c:pt>
                <c:pt idx="4376">
                  <c:v>4</c:v>
                </c:pt>
                <c:pt idx="4377">
                  <c:v>3</c:v>
                </c:pt>
                <c:pt idx="4378">
                  <c:v>3.5</c:v>
                </c:pt>
                <c:pt idx="4379">
                  <c:v>3</c:v>
                </c:pt>
                <c:pt idx="4380">
                  <c:v>4.5</c:v>
                </c:pt>
                <c:pt idx="4381">
                  <c:v>6.5</c:v>
                </c:pt>
                <c:pt idx="4382">
                  <c:v>4.5</c:v>
                </c:pt>
                <c:pt idx="4383">
                  <c:v>3</c:v>
                </c:pt>
                <c:pt idx="4384">
                  <c:v>3</c:v>
                </c:pt>
                <c:pt idx="4385">
                  <c:v>2</c:v>
                </c:pt>
                <c:pt idx="4386">
                  <c:v>2</c:v>
                </c:pt>
                <c:pt idx="4387">
                  <c:v>3.5</c:v>
                </c:pt>
                <c:pt idx="4388">
                  <c:v>3.5</c:v>
                </c:pt>
                <c:pt idx="4389">
                  <c:v>3</c:v>
                </c:pt>
                <c:pt idx="4390">
                  <c:v>0.5</c:v>
                </c:pt>
                <c:pt idx="4391">
                  <c:v>0</c:v>
                </c:pt>
                <c:pt idx="4392">
                  <c:v>2</c:v>
                </c:pt>
                <c:pt idx="4393">
                  <c:v>0</c:v>
                </c:pt>
                <c:pt idx="4394">
                  <c:v>1</c:v>
                </c:pt>
                <c:pt idx="4395">
                  <c:v>2</c:v>
                </c:pt>
                <c:pt idx="4396">
                  <c:v>2</c:v>
                </c:pt>
                <c:pt idx="4397">
                  <c:v>4</c:v>
                </c:pt>
                <c:pt idx="4398">
                  <c:v>5</c:v>
                </c:pt>
                <c:pt idx="4399">
                  <c:v>4.5</c:v>
                </c:pt>
                <c:pt idx="4400">
                  <c:v>6</c:v>
                </c:pt>
                <c:pt idx="4401">
                  <c:v>7.5</c:v>
                </c:pt>
                <c:pt idx="4402">
                  <c:v>6.5</c:v>
                </c:pt>
                <c:pt idx="4403">
                  <c:v>6</c:v>
                </c:pt>
                <c:pt idx="4404">
                  <c:v>6</c:v>
                </c:pt>
                <c:pt idx="4405">
                  <c:v>6</c:v>
                </c:pt>
                <c:pt idx="4406">
                  <c:v>7.5</c:v>
                </c:pt>
                <c:pt idx="4407">
                  <c:v>8</c:v>
                </c:pt>
                <c:pt idx="4408">
                  <c:v>7.5</c:v>
                </c:pt>
                <c:pt idx="4409">
                  <c:v>5.5</c:v>
                </c:pt>
                <c:pt idx="4410">
                  <c:v>4.5</c:v>
                </c:pt>
                <c:pt idx="4411">
                  <c:v>4.5</c:v>
                </c:pt>
                <c:pt idx="4412">
                  <c:v>5</c:v>
                </c:pt>
                <c:pt idx="4413">
                  <c:v>6</c:v>
                </c:pt>
                <c:pt idx="4414">
                  <c:v>1</c:v>
                </c:pt>
                <c:pt idx="4415">
                  <c:v>1</c:v>
                </c:pt>
                <c:pt idx="4416">
                  <c:v>-0.5</c:v>
                </c:pt>
                <c:pt idx="4417">
                  <c:v>-0.5</c:v>
                </c:pt>
                <c:pt idx="4418">
                  <c:v>0.5</c:v>
                </c:pt>
                <c:pt idx="4419">
                  <c:v>0.5</c:v>
                </c:pt>
                <c:pt idx="4420">
                  <c:v>-0.5</c:v>
                </c:pt>
                <c:pt idx="4421">
                  <c:v>-1</c:v>
                </c:pt>
                <c:pt idx="4422">
                  <c:v>0.5</c:v>
                </c:pt>
                <c:pt idx="4423">
                  <c:v>1</c:v>
                </c:pt>
                <c:pt idx="4424">
                  <c:v>-2</c:v>
                </c:pt>
                <c:pt idx="4425">
                  <c:v>-4.5</c:v>
                </c:pt>
                <c:pt idx="4426">
                  <c:v>-4</c:v>
                </c:pt>
                <c:pt idx="4427">
                  <c:v>-3.5</c:v>
                </c:pt>
                <c:pt idx="4428">
                  <c:v>0</c:v>
                </c:pt>
                <c:pt idx="4429">
                  <c:v>1.5</c:v>
                </c:pt>
                <c:pt idx="4430">
                  <c:v>2.5</c:v>
                </c:pt>
                <c:pt idx="4431">
                  <c:v>4</c:v>
                </c:pt>
                <c:pt idx="4432">
                  <c:v>5.5</c:v>
                </c:pt>
                <c:pt idx="4433">
                  <c:v>6</c:v>
                </c:pt>
                <c:pt idx="4434">
                  <c:v>4.5</c:v>
                </c:pt>
                <c:pt idx="4435">
                  <c:v>3</c:v>
                </c:pt>
                <c:pt idx="4436">
                  <c:v>1</c:v>
                </c:pt>
                <c:pt idx="4437">
                  <c:v>2.5</c:v>
                </c:pt>
                <c:pt idx="4438">
                  <c:v>4</c:v>
                </c:pt>
                <c:pt idx="4439">
                  <c:v>3</c:v>
                </c:pt>
                <c:pt idx="4440">
                  <c:v>3.5</c:v>
                </c:pt>
                <c:pt idx="4441">
                  <c:v>5.5</c:v>
                </c:pt>
                <c:pt idx="4442">
                  <c:v>2.5</c:v>
                </c:pt>
                <c:pt idx="4443">
                  <c:v>6</c:v>
                </c:pt>
                <c:pt idx="4444">
                  <c:v>5.5</c:v>
                </c:pt>
                <c:pt idx="4445">
                  <c:v>5.5</c:v>
                </c:pt>
                <c:pt idx="4446">
                  <c:v>7</c:v>
                </c:pt>
                <c:pt idx="4447">
                  <c:v>7.5</c:v>
                </c:pt>
                <c:pt idx="4448">
                  <c:v>6</c:v>
                </c:pt>
                <c:pt idx="4449">
                  <c:v>6</c:v>
                </c:pt>
                <c:pt idx="4450">
                  <c:v>5.5</c:v>
                </c:pt>
                <c:pt idx="4451">
                  <c:v>6.5</c:v>
                </c:pt>
                <c:pt idx="4452">
                  <c:v>9</c:v>
                </c:pt>
                <c:pt idx="4453">
                  <c:v>7.5</c:v>
                </c:pt>
                <c:pt idx="4454">
                  <c:v>6.5</c:v>
                </c:pt>
                <c:pt idx="4455">
                  <c:v>10</c:v>
                </c:pt>
                <c:pt idx="4456">
                  <c:v>10.5</c:v>
                </c:pt>
                <c:pt idx="4457">
                  <c:v>13</c:v>
                </c:pt>
                <c:pt idx="4458">
                  <c:v>13</c:v>
                </c:pt>
                <c:pt idx="4459">
                  <c:v>13</c:v>
                </c:pt>
                <c:pt idx="4460">
                  <c:v>13</c:v>
                </c:pt>
                <c:pt idx="4461">
                  <c:v>12.5</c:v>
                </c:pt>
                <c:pt idx="4462">
                  <c:v>13.5</c:v>
                </c:pt>
                <c:pt idx="4463">
                  <c:v>12.5</c:v>
                </c:pt>
                <c:pt idx="4464">
                  <c:v>9.5</c:v>
                </c:pt>
                <c:pt idx="4465">
                  <c:v>7</c:v>
                </c:pt>
                <c:pt idx="4466">
                  <c:v>7</c:v>
                </c:pt>
                <c:pt idx="4467">
                  <c:v>10.5</c:v>
                </c:pt>
                <c:pt idx="4468">
                  <c:v>11</c:v>
                </c:pt>
                <c:pt idx="4469">
                  <c:v>12</c:v>
                </c:pt>
                <c:pt idx="4470">
                  <c:v>9</c:v>
                </c:pt>
                <c:pt idx="4471">
                  <c:v>10</c:v>
                </c:pt>
                <c:pt idx="4472">
                  <c:v>11</c:v>
                </c:pt>
                <c:pt idx="4473">
                  <c:v>11</c:v>
                </c:pt>
                <c:pt idx="4474">
                  <c:v>10.5</c:v>
                </c:pt>
                <c:pt idx="4475">
                  <c:v>12</c:v>
                </c:pt>
                <c:pt idx="4476">
                  <c:v>10</c:v>
                </c:pt>
                <c:pt idx="4477">
                  <c:v>12</c:v>
                </c:pt>
                <c:pt idx="4478">
                  <c:v>11</c:v>
                </c:pt>
                <c:pt idx="4479">
                  <c:v>13</c:v>
                </c:pt>
                <c:pt idx="4480">
                  <c:v>12.5</c:v>
                </c:pt>
                <c:pt idx="4481">
                  <c:v>10.5</c:v>
                </c:pt>
                <c:pt idx="4482">
                  <c:v>10.5</c:v>
                </c:pt>
                <c:pt idx="4483">
                  <c:v>11</c:v>
                </c:pt>
                <c:pt idx="4484">
                  <c:v>12.5</c:v>
                </c:pt>
                <c:pt idx="4485">
                  <c:v>14</c:v>
                </c:pt>
                <c:pt idx="4486">
                  <c:v>8.5</c:v>
                </c:pt>
                <c:pt idx="4487">
                  <c:v>8.5</c:v>
                </c:pt>
                <c:pt idx="4488">
                  <c:v>9.5</c:v>
                </c:pt>
                <c:pt idx="4489">
                  <c:v>11.5</c:v>
                </c:pt>
                <c:pt idx="4490">
                  <c:v>14</c:v>
                </c:pt>
                <c:pt idx="4491">
                  <c:v>12</c:v>
                </c:pt>
                <c:pt idx="4492">
                  <c:v>12.5</c:v>
                </c:pt>
                <c:pt idx="4493">
                  <c:v>13</c:v>
                </c:pt>
                <c:pt idx="4494">
                  <c:v>11.5</c:v>
                </c:pt>
                <c:pt idx="4495">
                  <c:v>14</c:v>
                </c:pt>
                <c:pt idx="4496">
                  <c:v>15.5</c:v>
                </c:pt>
                <c:pt idx="4497">
                  <c:v>15.5</c:v>
                </c:pt>
                <c:pt idx="4498">
                  <c:v>13.5</c:v>
                </c:pt>
                <c:pt idx="4499">
                  <c:v>13.5</c:v>
                </c:pt>
                <c:pt idx="4500">
                  <c:v>17.5</c:v>
                </c:pt>
                <c:pt idx="4501">
                  <c:v>16</c:v>
                </c:pt>
                <c:pt idx="4502">
                  <c:v>17.5</c:v>
                </c:pt>
                <c:pt idx="4503">
                  <c:v>16.5</c:v>
                </c:pt>
                <c:pt idx="4504">
                  <c:v>17.5</c:v>
                </c:pt>
                <c:pt idx="4505">
                  <c:v>18</c:v>
                </c:pt>
                <c:pt idx="4506">
                  <c:v>17</c:v>
                </c:pt>
                <c:pt idx="4507">
                  <c:v>17.5</c:v>
                </c:pt>
                <c:pt idx="4508">
                  <c:v>19</c:v>
                </c:pt>
                <c:pt idx="4509">
                  <c:v>20.5</c:v>
                </c:pt>
                <c:pt idx="4510">
                  <c:v>18.5</c:v>
                </c:pt>
                <c:pt idx="4511">
                  <c:v>14.5</c:v>
                </c:pt>
                <c:pt idx="4512">
                  <c:v>13</c:v>
                </c:pt>
                <c:pt idx="4513">
                  <c:v>13</c:v>
                </c:pt>
                <c:pt idx="4514">
                  <c:v>14.5</c:v>
                </c:pt>
                <c:pt idx="4515">
                  <c:v>14</c:v>
                </c:pt>
                <c:pt idx="4516">
                  <c:v>13.5</c:v>
                </c:pt>
                <c:pt idx="4517">
                  <c:v>15</c:v>
                </c:pt>
                <c:pt idx="4518">
                  <c:v>15.5</c:v>
                </c:pt>
                <c:pt idx="4519">
                  <c:v>14</c:v>
                </c:pt>
                <c:pt idx="4520">
                  <c:v>16</c:v>
                </c:pt>
                <c:pt idx="4521">
                  <c:v>17</c:v>
                </c:pt>
                <c:pt idx="4522">
                  <c:v>17.5</c:v>
                </c:pt>
                <c:pt idx="4523">
                  <c:v>18</c:v>
                </c:pt>
                <c:pt idx="4524">
                  <c:v>16</c:v>
                </c:pt>
                <c:pt idx="4525">
                  <c:v>17</c:v>
                </c:pt>
                <c:pt idx="4526">
                  <c:v>20</c:v>
                </c:pt>
                <c:pt idx="4527">
                  <c:v>21</c:v>
                </c:pt>
                <c:pt idx="4528">
                  <c:v>21</c:v>
                </c:pt>
                <c:pt idx="4529">
                  <c:v>17.5</c:v>
                </c:pt>
                <c:pt idx="4530">
                  <c:v>20</c:v>
                </c:pt>
                <c:pt idx="4531">
                  <c:v>20</c:v>
                </c:pt>
                <c:pt idx="4532">
                  <c:v>20</c:v>
                </c:pt>
                <c:pt idx="4533">
                  <c:v>20</c:v>
                </c:pt>
                <c:pt idx="4534">
                  <c:v>21.5</c:v>
                </c:pt>
                <c:pt idx="4535">
                  <c:v>20</c:v>
                </c:pt>
                <c:pt idx="4536">
                  <c:v>21</c:v>
                </c:pt>
                <c:pt idx="4537">
                  <c:v>20.5</c:v>
                </c:pt>
                <c:pt idx="4538">
                  <c:v>19.5</c:v>
                </c:pt>
                <c:pt idx="4539">
                  <c:v>19</c:v>
                </c:pt>
                <c:pt idx="4540">
                  <c:v>19.5</c:v>
                </c:pt>
                <c:pt idx="4541">
                  <c:v>19.5</c:v>
                </c:pt>
                <c:pt idx="4542">
                  <c:v>19.5</c:v>
                </c:pt>
                <c:pt idx="4543">
                  <c:v>19.5</c:v>
                </c:pt>
                <c:pt idx="4544">
                  <c:v>18</c:v>
                </c:pt>
                <c:pt idx="4545">
                  <c:v>20</c:v>
                </c:pt>
                <c:pt idx="4546">
                  <c:v>21.5</c:v>
                </c:pt>
                <c:pt idx="4547">
                  <c:v>24</c:v>
                </c:pt>
                <c:pt idx="4548">
                  <c:v>24.5</c:v>
                </c:pt>
                <c:pt idx="4549">
                  <c:v>23</c:v>
                </c:pt>
                <c:pt idx="4550">
                  <c:v>22</c:v>
                </c:pt>
                <c:pt idx="4551">
                  <c:v>19</c:v>
                </c:pt>
                <c:pt idx="4552">
                  <c:v>20.5</c:v>
                </c:pt>
                <c:pt idx="4553">
                  <c:v>22</c:v>
                </c:pt>
                <c:pt idx="4554">
                  <c:v>24.5</c:v>
                </c:pt>
                <c:pt idx="4555">
                  <c:v>25.5</c:v>
                </c:pt>
                <c:pt idx="4556">
                  <c:v>23</c:v>
                </c:pt>
                <c:pt idx="4557">
                  <c:v>23.5</c:v>
                </c:pt>
                <c:pt idx="4558">
                  <c:v>24</c:v>
                </c:pt>
                <c:pt idx="4559">
                  <c:v>21.5</c:v>
                </c:pt>
                <c:pt idx="4560">
                  <c:v>21.5</c:v>
                </c:pt>
                <c:pt idx="4561">
                  <c:v>23.5</c:v>
                </c:pt>
                <c:pt idx="4562">
                  <c:v>24</c:v>
                </c:pt>
                <c:pt idx="4563">
                  <c:v>23.5</c:v>
                </c:pt>
                <c:pt idx="4564">
                  <c:v>25</c:v>
                </c:pt>
                <c:pt idx="4565">
                  <c:v>26.5</c:v>
                </c:pt>
                <c:pt idx="4566">
                  <c:v>27.5</c:v>
                </c:pt>
                <c:pt idx="4567">
                  <c:v>25.5</c:v>
                </c:pt>
                <c:pt idx="4568">
                  <c:v>24.5</c:v>
                </c:pt>
                <c:pt idx="4569">
                  <c:v>25</c:v>
                </c:pt>
                <c:pt idx="4570">
                  <c:v>25.5</c:v>
                </c:pt>
                <c:pt idx="4571">
                  <c:v>24.5</c:v>
                </c:pt>
                <c:pt idx="4572">
                  <c:v>27</c:v>
                </c:pt>
                <c:pt idx="4573">
                  <c:v>26</c:v>
                </c:pt>
                <c:pt idx="4574">
                  <c:v>26</c:v>
                </c:pt>
                <c:pt idx="4575">
                  <c:v>24</c:v>
                </c:pt>
                <c:pt idx="4576">
                  <c:v>20.5</c:v>
                </c:pt>
                <c:pt idx="4577">
                  <c:v>22</c:v>
                </c:pt>
                <c:pt idx="4578">
                  <c:v>23</c:v>
                </c:pt>
                <c:pt idx="4579">
                  <c:v>21.5</c:v>
                </c:pt>
                <c:pt idx="4580">
                  <c:v>23.5</c:v>
                </c:pt>
                <c:pt idx="4581">
                  <c:v>25</c:v>
                </c:pt>
                <c:pt idx="4582">
                  <c:v>24.5</c:v>
                </c:pt>
                <c:pt idx="4583">
                  <c:v>25</c:v>
                </c:pt>
                <c:pt idx="4584">
                  <c:v>27</c:v>
                </c:pt>
                <c:pt idx="4585">
                  <c:v>27.5</c:v>
                </c:pt>
                <c:pt idx="4586">
                  <c:v>27.5</c:v>
                </c:pt>
                <c:pt idx="4587">
                  <c:v>27.5</c:v>
                </c:pt>
                <c:pt idx="4588">
                  <c:v>28</c:v>
                </c:pt>
                <c:pt idx="4589">
                  <c:v>29</c:v>
                </c:pt>
                <c:pt idx="4590">
                  <c:v>27</c:v>
                </c:pt>
                <c:pt idx="4591">
                  <c:v>26.5</c:v>
                </c:pt>
                <c:pt idx="4592">
                  <c:v>27.5</c:v>
                </c:pt>
                <c:pt idx="4593">
                  <c:v>28</c:v>
                </c:pt>
                <c:pt idx="4594">
                  <c:v>28</c:v>
                </c:pt>
                <c:pt idx="4595">
                  <c:v>29.5</c:v>
                </c:pt>
                <c:pt idx="4596">
                  <c:v>32</c:v>
                </c:pt>
                <c:pt idx="4597">
                  <c:v>32</c:v>
                </c:pt>
                <c:pt idx="4598">
                  <c:v>30</c:v>
                </c:pt>
                <c:pt idx="4599">
                  <c:v>27.5</c:v>
                </c:pt>
                <c:pt idx="4600">
                  <c:v>29</c:v>
                </c:pt>
                <c:pt idx="4601">
                  <c:v>24.5</c:v>
                </c:pt>
                <c:pt idx="4602">
                  <c:v>28.5</c:v>
                </c:pt>
                <c:pt idx="4603">
                  <c:v>30</c:v>
                </c:pt>
                <c:pt idx="4604">
                  <c:v>31</c:v>
                </c:pt>
                <c:pt idx="4605">
                  <c:v>28.5</c:v>
                </c:pt>
                <c:pt idx="4606">
                  <c:v>29</c:v>
                </c:pt>
                <c:pt idx="4607">
                  <c:v>28.5</c:v>
                </c:pt>
                <c:pt idx="4608">
                  <c:v>22.5</c:v>
                </c:pt>
                <c:pt idx="4609">
                  <c:v>22.5</c:v>
                </c:pt>
                <c:pt idx="4610">
                  <c:v>24</c:v>
                </c:pt>
                <c:pt idx="4611">
                  <c:v>25.5</c:v>
                </c:pt>
                <c:pt idx="4612">
                  <c:v>27.5</c:v>
                </c:pt>
                <c:pt idx="4613">
                  <c:v>29</c:v>
                </c:pt>
                <c:pt idx="4614">
                  <c:v>29.5</c:v>
                </c:pt>
                <c:pt idx="4615">
                  <c:v>29.5</c:v>
                </c:pt>
                <c:pt idx="4616">
                  <c:v>28.5</c:v>
                </c:pt>
                <c:pt idx="4617">
                  <c:v>26.5</c:v>
                </c:pt>
                <c:pt idx="4618">
                  <c:v>26.5</c:v>
                </c:pt>
                <c:pt idx="4619">
                  <c:v>26</c:v>
                </c:pt>
                <c:pt idx="4620">
                  <c:v>24.5</c:v>
                </c:pt>
                <c:pt idx="4621">
                  <c:v>24.5</c:v>
                </c:pt>
                <c:pt idx="4622">
                  <c:v>25.5</c:v>
                </c:pt>
                <c:pt idx="4623">
                  <c:v>26</c:v>
                </c:pt>
                <c:pt idx="4624">
                  <c:v>28</c:v>
                </c:pt>
                <c:pt idx="4625">
                  <c:v>27</c:v>
                </c:pt>
                <c:pt idx="4626">
                  <c:v>28</c:v>
                </c:pt>
                <c:pt idx="4627">
                  <c:v>25.5</c:v>
                </c:pt>
                <c:pt idx="4628">
                  <c:v>25</c:v>
                </c:pt>
                <c:pt idx="4629">
                  <c:v>25</c:v>
                </c:pt>
                <c:pt idx="4630">
                  <c:v>23.5</c:v>
                </c:pt>
                <c:pt idx="4631">
                  <c:v>25</c:v>
                </c:pt>
                <c:pt idx="4632">
                  <c:v>24</c:v>
                </c:pt>
                <c:pt idx="4633">
                  <c:v>25</c:v>
                </c:pt>
                <c:pt idx="4634">
                  <c:v>27</c:v>
                </c:pt>
                <c:pt idx="4635">
                  <c:v>26.5</c:v>
                </c:pt>
                <c:pt idx="4636">
                  <c:v>27.5</c:v>
                </c:pt>
                <c:pt idx="4637">
                  <c:v>25.5</c:v>
                </c:pt>
                <c:pt idx="4638">
                  <c:v>21.5</c:v>
                </c:pt>
                <c:pt idx="4639">
                  <c:v>19.5</c:v>
                </c:pt>
                <c:pt idx="4640">
                  <c:v>19</c:v>
                </c:pt>
                <c:pt idx="4641">
                  <c:v>20.5</c:v>
                </c:pt>
                <c:pt idx="4642">
                  <c:v>20</c:v>
                </c:pt>
                <c:pt idx="4643">
                  <c:v>21.5</c:v>
                </c:pt>
                <c:pt idx="4644">
                  <c:v>24</c:v>
                </c:pt>
                <c:pt idx="4645">
                  <c:v>24</c:v>
                </c:pt>
                <c:pt idx="4646">
                  <c:v>23.5</c:v>
                </c:pt>
                <c:pt idx="4647">
                  <c:v>21.5</c:v>
                </c:pt>
                <c:pt idx="4648">
                  <c:v>18.5</c:v>
                </c:pt>
                <c:pt idx="4649">
                  <c:v>17.5</c:v>
                </c:pt>
                <c:pt idx="4650">
                  <c:v>18</c:v>
                </c:pt>
                <c:pt idx="4651">
                  <c:v>18</c:v>
                </c:pt>
                <c:pt idx="4652">
                  <c:v>19</c:v>
                </c:pt>
                <c:pt idx="4653">
                  <c:v>20</c:v>
                </c:pt>
                <c:pt idx="4654">
                  <c:v>20.5</c:v>
                </c:pt>
                <c:pt idx="4655">
                  <c:v>20.5</c:v>
                </c:pt>
                <c:pt idx="4656">
                  <c:v>16.5</c:v>
                </c:pt>
                <c:pt idx="4657">
                  <c:v>14.5</c:v>
                </c:pt>
                <c:pt idx="4658">
                  <c:v>16.5</c:v>
                </c:pt>
                <c:pt idx="4659">
                  <c:v>16.5</c:v>
                </c:pt>
                <c:pt idx="4660">
                  <c:v>16.5</c:v>
                </c:pt>
                <c:pt idx="4661">
                  <c:v>17.5</c:v>
                </c:pt>
                <c:pt idx="4662">
                  <c:v>18</c:v>
                </c:pt>
                <c:pt idx="4663">
                  <c:v>14.5</c:v>
                </c:pt>
                <c:pt idx="4664">
                  <c:v>13</c:v>
                </c:pt>
                <c:pt idx="4665">
                  <c:v>12</c:v>
                </c:pt>
                <c:pt idx="4666">
                  <c:v>15</c:v>
                </c:pt>
                <c:pt idx="4667">
                  <c:v>16.5</c:v>
                </c:pt>
                <c:pt idx="4668">
                  <c:v>15</c:v>
                </c:pt>
                <c:pt idx="4669">
                  <c:v>15</c:v>
                </c:pt>
                <c:pt idx="4670">
                  <c:v>14.5</c:v>
                </c:pt>
                <c:pt idx="4671">
                  <c:v>13</c:v>
                </c:pt>
                <c:pt idx="4672">
                  <c:v>13.5</c:v>
                </c:pt>
                <c:pt idx="4673">
                  <c:v>14</c:v>
                </c:pt>
                <c:pt idx="4674">
                  <c:v>14</c:v>
                </c:pt>
                <c:pt idx="4675">
                  <c:v>13.5</c:v>
                </c:pt>
                <c:pt idx="4676">
                  <c:v>13</c:v>
                </c:pt>
                <c:pt idx="4677">
                  <c:v>12</c:v>
                </c:pt>
                <c:pt idx="4678">
                  <c:v>12.5</c:v>
                </c:pt>
                <c:pt idx="4679">
                  <c:v>13.5</c:v>
                </c:pt>
                <c:pt idx="4680">
                  <c:v>13.5</c:v>
                </c:pt>
                <c:pt idx="4681">
                  <c:v>14</c:v>
                </c:pt>
                <c:pt idx="4682">
                  <c:v>14</c:v>
                </c:pt>
                <c:pt idx="4683">
                  <c:v>13</c:v>
                </c:pt>
                <c:pt idx="4684">
                  <c:v>13.5</c:v>
                </c:pt>
                <c:pt idx="4685">
                  <c:v>11.5</c:v>
                </c:pt>
                <c:pt idx="4686">
                  <c:v>8</c:v>
                </c:pt>
                <c:pt idx="4687">
                  <c:v>8.5</c:v>
                </c:pt>
                <c:pt idx="4688">
                  <c:v>8.5</c:v>
                </c:pt>
                <c:pt idx="4689">
                  <c:v>8.5</c:v>
                </c:pt>
                <c:pt idx="4690">
                  <c:v>7</c:v>
                </c:pt>
                <c:pt idx="4691">
                  <c:v>7</c:v>
                </c:pt>
                <c:pt idx="4692">
                  <c:v>6.5</c:v>
                </c:pt>
                <c:pt idx="4693">
                  <c:v>4</c:v>
                </c:pt>
                <c:pt idx="4694">
                  <c:v>4.5</c:v>
                </c:pt>
                <c:pt idx="4695">
                  <c:v>4</c:v>
                </c:pt>
                <c:pt idx="4696">
                  <c:v>2.5</c:v>
                </c:pt>
                <c:pt idx="4697">
                  <c:v>4.5</c:v>
                </c:pt>
                <c:pt idx="4698">
                  <c:v>3.5</c:v>
                </c:pt>
                <c:pt idx="4699">
                  <c:v>3</c:v>
                </c:pt>
                <c:pt idx="4700">
                  <c:v>4</c:v>
                </c:pt>
                <c:pt idx="4701">
                  <c:v>4.5</c:v>
                </c:pt>
                <c:pt idx="4702">
                  <c:v>5.5</c:v>
                </c:pt>
                <c:pt idx="4703">
                  <c:v>8</c:v>
                </c:pt>
                <c:pt idx="4704">
                  <c:v>9.5</c:v>
                </c:pt>
                <c:pt idx="4705">
                  <c:v>7.5</c:v>
                </c:pt>
                <c:pt idx="4706">
                  <c:v>9</c:v>
                </c:pt>
                <c:pt idx="4707">
                  <c:v>8.5</c:v>
                </c:pt>
                <c:pt idx="4708">
                  <c:v>10</c:v>
                </c:pt>
                <c:pt idx="4709">
                  <c:v>9.5</c:v>
                </c:pt>
                <c:pt idx="4710">
                  <c:v>7</c:v>
                </c:pt>
                <c:pt idx="4711">
                  <c:v>6.5</c:v>
                </c:pt>
                <c:pt idx="4712">
                  <c:v>5</c:v>
                </c:pt>
                <c:pt idx="4713">
                  <c:v>5.5</c:v>
                </c:pt>
                <c:pt idx="4714">
                  <c:v>6</c:v>
                </c:pt>
                <c:pt idx="4715">
                  <c:v>8</c:v>
                </c:pt>
                <c:pt idx="4716">
                  <c:v>9</c:v>
                </c:pt>
                <c:pt idx="4717">
                  <c:v>9.5</c:v>
                </c:pt>
                <c:pt idx="4718">
                  <c:v>6.5</c:v>
                </c:pt>
                <c:pt idx="4719">
                  <c:v>5</c:v>
                </c:pt>
                <c:pt idx="4720">
                  <c:v>4</c:v>
                </c:pt>
                <c:pt idx="4721">
                  <c:v>5.5</c:v>
                </c:pt>
                <c:pt idx="4722">
                  <c:v>5.5</c:v>
                </c:pt>
                <c:pt idx="4723">
                  <c:v>6</c:v>
                </c:pt>
                <c:pt idx="4724">
                  <c:v>5.5</c:v>
                </c:pt>
                <c:pt idx="4725">
                  <c:v>7</c:v>
                </c:pt>
                <c:pt idx="4726">
                  <c:v>8</c:v>
                </c:pt>
                <c:pt idx="4727">
                  <c:v>8.5</c:v>
                </c:pt>
                <c:pt idx="4728">
                  <c:v>9</c:v>
                </c:pt>
                <c:pt idx="4729">
                  <c:v>8</c:v>
                </c:pt>
                <c:pt idx="4730">
                  <c:v>9</c:v>
                </c:pt>
                <c:pt idx="4731">
                  <c:v>8</c:v>
                </c:pt>
                <c:pt idx="4732">
                  <c:v>4.5</c:v>
                </c:pt>
                <c:pt idx="4733">
                  <c:v>5</c:v>
                </c:pt>
                <c:pt idx="4734">
                  <c:v>5.5</c:v>
                </c:pt>
                <c:pt idx="4735">
                  <c:v>2.5</c:v>
                </c:pt>
                <c:pt idx="4736">
                  <c:v>1.5</c:v>
                </c:pt>
                <c:pt idx="4737">
                  <c:v>2.5</c:v>
                </c:pt>
                <c:pt idx="4738">
                  <c:v>3.5</c:v>
                </c:pt>
                <c:pt idx="4739">
                  <c:v>4.5</c:v>
                </c:pt>
                <c:pt idx="4740">
                  <c:v>6</c:v>
                </c:pt>
                <c:pt idx="4741">
                  <c:v>6.5</c:v>
                </c:pt>
                <c:pt idx="4742">
                  <c:v>6</c:v>
                </c:pt>
                <c:pt idx="4743">
                  <c:v>6.5</c:v>
                </c:pt>
                <c:pt idx="4744">
                  <c:v>8</c:v>
                </c:pt>
                <c:pt idx="4745">
                  <c:v>9.5</c:v>
                </c:pt>
                <c:pt idx="4746">
                  <c:v>5.5</c:v>
                </c:pt>
                <c:pt idx="4747">
                  <c:v>5</c:v>
                </c:pt>
                <c:pt idx="4748">
                  <c:v>4.5</c:v>
                </c:pt>
                <c:pt idx="4749">
                  <c:v>6.5</c:v>
                </c:pt>
                <c:pt idx="4750">
                  <c:v>6</c:v>
                </c:pt>
                <c:pt idx="4751">
                  <c:v>5.5</c:v>
                </c:pt>
                <c:pt idx="4752">
                  <c:v>4.5</c:v>
                </c:pt>
                <c:pt idx="4753">
                  <c:v>4</c:v>
                </c:pt>
                <c:pt idx="4754">
                  <c:v>5.5</c:v>
                </c:pt>
                <c:pt idx="4755">
                  <c:v>5</c:v>
                </c:pt>
                <c:pt idx="4756">
                  <c:v>6.5</c:v>
                </c:pt>
                <c:pt idx="4757">
                  <c:v>6</c:v>
                </c:pt>
                <c:pt idx="4758">
                  <c:v>7</c:v>
                </c:pt>
                <c:pt idx="4759">
                  <c:v>7</c:v>
                </c:pt>
                <c:pt idx="4760">
                  <c:v>7</c:v>
                </c:pt>
                <c:pt idx="4761">
                  <c:v>3.5</c:v>
                </c:pt>
                <c:pt idx="4762">
                  <c:v>1.5</c:v>
                </c:pt>
                <c:pt idx="4763">
                  <c:v>0</c:v>
                </c:pt>
                <c:pt idx="4764">
                  <c:v>-1</c:v>
                </c:pt>
                <c:pt idx="4765">
                  <c:v>-1</c:v>
                </c:pt>
                <c:pt idx="4766">
                  <c:v>0</c:v>
                </c:pt>
                <c:pt idx="4767">
                  <c:v>2</c:v>
                </c:pt>
                <c:pt idx="4768">
                  <c:v>3</c:v>
                </c:pt>
                <c:pt idx="4769">
                  <c:v>4</c:v>
                </c:pt>
                <c:pt idx="4770">
                  <c:v>3.5</c:v>
                </c:pt>
                <c:pt idx="4771">
                  <c:v>4.5</c:v>
                </c:pt>
                <c:pt idx="4772">
                  <c:v>5</c:v>
                </c:pt>
                <c:pt idx="4773">
                  <c:v>4.5</c:v>
                </c:pt>
                <c:pt idx="4774">
                  <c:v>4.5</c:v>
                </c:pt>
                <c:pt idx="4775">
                  <c:v>6.5</c:v>
                </c:pt>
                <c:pt idx="4776">
                  <c:v>6.5</c:v>
                </c:pt>
                <c:pt idx="4777">
                  <c:v>7</c:v>
                </c:pt>
                <c:pt idx="4778">
                  <c:v>6</c:v>
                </c:pt>
                <c:pt idx="4779">
                  <c:v>5.5</c:v>
                </c:pt>
                <c:pt idx="4780">
                  <c:v>6</c:v>
                </c:pt>
                <c:pt idx="4781">
                  <c:v>6.5</c:v>
                </c:pt>
                <c:pt idx="4782">
                  <c:v>7.5</c:v>
                </c:pt>
                <c:pt idx="4783">
                  <c:v>7</c:v>
                </c:pt>
                <c:pt idx="4784">
                  <c:v>8.5</c:v>
                </c:pt>
                <c:pt idx="4785">
                  <c:v>9</c:v>
                </c:pt>
                <c:pt idx="4786">
                  <c:v>10.5</c:v>
                </c:pt>
                <c:pt idx="4787">
                  <c:v>5.5</c:v>
                </c:pt>
                <c:pt idx="4788">
                  <c:v>6</c:v>
                </c:pt>
                <c:pt idx="4789">
                  <c:v>3.5</c:v>
                </c:pt>
                <c:pt idx="4790">
                  <c:v>3.5</c:v>
                </c:pt>
                <c:pt idx="4791">
                  <c:v>6.5</c:v>
                </c:pt>
                <c:pt idx="4792">
                  <c:v>3</c:v>
                </c:pt>
                <c:pt idx="4793">
                  <c:v>2</c:v>
                </c:pt>
                <c:pt idx="4794">
                  <c:v>4.5</c:v>
                </c:pt>
                <c:pt idx="4795">
                  <c:v>5.5</c:v>
                </c:pt>
                <c:pt idx="4796">
                  <c:v>6.5</c:v>
                </c:pt>
                <c:pt idx="4797">
                  <c:v>7</c:v>
                </c:pt>
                <c:pt idx="4798">
                  <c:v>7.5</c:v>
                </c:pt>
                <c:pt idx="4799">
                  <c:v>7.5</c:v>
                </c:pt>
                <c:pt idx="4800">
                  <c:v>9</c:v>
                </c:pt>
                <c:pt idx="4801">
                  <c:v>9</c:v>
                </c:pt>
                <c:pt idx="4802">
                  <c:v>8.5</c:v>
                </c:pt>
                <c:pt idx="4803">
                  <c:v>11</c:v>
                </c:pt>
                <c:pt idx="4804">
                  <c:v>11.5</c:v>
                </c:pt>
                <c:pt idx="4805">
                  <c:v>13</c:v>
                </c:pt>
                <c:pt idx="4806">
                  <c:v>12.5</c:v>
                </c:pt>
                <c:pt idx="4807">
                  <c:v>12.5</c:v>
                </c:pt>
                <c:pt idx="4808">
                  <c:v>14</c:v>
                </c:pt>
                <c:pt idx="4809">
                  <c:v>8.5</c:v>
                </c:pt>
                <c:pt idx="4810">
                  <c:v>5.5</c:v>
                </c:pt>
                <c:pt idx="4811">
                  <c:v>5</c:v>
                </c:pt>
                <c:pt idx="4812">
                  <c:v>6.5</c:v>
                </c:pt>
                <c:pt idx="4813">
                  <c:v>10</c:v>
                </c:pt>
                <c:pt idx="4814">
                  <c:v>11</c:v>
                </c:pt>
                <c:pt idx="4815">
                  <c:v>13.5</c:v>
                </c:pt>
                <c:pt idx="4816">
                  <c:v>13</c:v>
                </c:pt>
                <c:pt idx="4817">
                  <c:v>12.5</c:v>
                </c:pt>
                <c:pt idx="4818">
                  <c:v>13</c:v>
                </c:pt>
                <c:pt idx="4819">
                  <c:v>12</c:v>
                </c:pt>
                <c:pt idx="4820">
                  <c:v>10.5</c:v>
                </c:pt>
                <c:pt idx="4821">
                  <c:v>11.5</c:v>
                </c:pt>
                <c:pt idx="4822">
                  <c:v>12</c:v>
                </c:pt>
                <c:pt idx="4823">
                  <c:v>13.5</c:v>
                </c:pt>
                <c:pt idx="4824">
                  <c:v>14.5</c:v>
                </c:pt>
                <c:pt idx="4825">
                  <c:v>9.5</c:v>
                </c:pt>
                <c:pt idx="4826">
                  <c:v>10</c:v>
                </c:pt>
                <c:pt idx="4827">
                  <c:v>11.5</c:v>
                </c:pt>
                <c:pt idx="4828">
                  <c:v>12</c:v>
                </c:pt>
                <c:pt idx="4829">
                  <c:v>12.5</c:v>
                </c:pt>
                <c:pt idx="4830">
                  <c:v>13.5</c:v>
                </c:pt>
                <c:pt idx="4831">
                  <c:v>14</c:v>
                </c:pt>
                <c:pt idx="4832">
                  <c:v>13.5</c:v>
                </c:pt>
                <c:pt idx="4833">
                  <c:v>15.5</c:v>
                </c:pt>
                <c:pt idx="4834">
                  <c:v>15</c:v>
                </c:pt>
                <c:pt idx="4835">
                  <c:v>14</c:v>
                </c:pt>
                <c:pt idx="4836">
                  <c:v>15.5</c:v>
                </c:pt>
                <c:pt idx="4837">
                  <c:v>17</c:v>
                </c:pt>
                <c:pt idx="4838">
                  <c:v>18</c:v>
                </c:pt>
                <c:pt idx="4839">
                  <c:v>17</c:v>
                </c:pt>
                <c:pt idx="4840">
                  <c:v>17.5</c:v>
                </c:pt>
                <c:pt idx="4841">
                  <c:v>17</c:v>
                </c:pt>
                <c:pt idx="4842">
                  <c:v>15.5</c:v>
                </c:pt>
                <c:pt idx="4843">
                  <c:v>14.5</c:v>
                </c:pt>
                <c:pt idx="4844">
                  <c:v>15.5</c:v>
                </c:pt>
                <c:pt idx="4845">
                  <c:v>17</c:v>
                </c:pt>
                <c:pt idx="4846">
                  <c:v>17.5</c:v>
                </c:pt>
                <c:pt idx="4847">
                  <c:v>19</c:v>
                </c:pt>
                <c:pt idx="4848">
                  <c:v>16.5</c:v>
                </c:pt>
                <c:pt idx="4849">
                  <c:v>15.5</c:v>
                </c:pt>
                <c:pt idx="4850">
                  <c:v>14.5</c:v>
                </c:pt>
                <c:pt idx="4851">
                  <c:v>14.5</c:v>
                </c:pt>
                <c:pt idx="4852">
                  <c:v>15.5</c:v>
                </c:pt>
                <c:pt idx="4853">
                  <c:v>14.5</c:v>
                </c:pt>
                <c:pt idx="4854">
                  <c:v>15</c:v>
                </c:pt>
                <c:pt idx="4855">
                  <c:v>15.5</c:v>
                </c:pt>
                <c:pt idx="4856">
                  <c:v>13</c:v>
                </c:pt>
                <c:pt idx="4857">
                  <c:v>11.5</c:v>
                </c:pt>
                <c:pt idx="4858">
                  <c:v>13</c:v>
                </c:pt>
                <c:pt idx="4859">
                  <c:v>14.5</c:v>
                </c:pt>
                <c:pt idx="4860">
                  <c:v>13</c:v>
                </c:pt>
                <c:pt idx="4861">
                  <c:v>13</c:v>
                </c:pt>
                <c:pt idx="4862">
                  <c:v>8</c:v>
                </c:pt>
                <c:pt idx="4863">
                  <c:v>9</c:v>
                </c:pt>
                <c:pt idx="4864">
                  <c:v>8.5</c:v>
                </c:pt>
                <c:pt idx="4865">
                  <c:v>10</c:v>
                </c:pt>
                <c:pt idx="4866">
                  <c:v>13.5</c:v>
                </c:pt>
                <c:pt idx="4867">
                  <c:v>12.5</c:v>
                </c:pt>
                <c:pt idx="4868">
                  <c:v>14.5</c:v>
                </c:pt>
                <c:pt idx="4869">
                  <c:v>16.5</c:v>
                </c:pt>
                <c:pt idx="4870">
                  <c:v>16.5</c:v>
                </c:pt>
                <c:pt idx="4871">
                  <c:v>14.5</c:v>
                </c:pt>
                <c:pt idx="4872">
                  <c:v>16</c:v>
                </c:pt>
                <c:pt idx="4873">
                  <c:v>15</c:v>
                </c:pt>
                <c:pt idx="4874">
                  <c:v>17.5</c:v>
                </c:pt>
                <c:pt idx="4875">
                  <c:v>18</c:v>
                </c:pt>
                <c:pt idx="4876">
                  <c:v>18</c:v>
                </c:pt>
                <c:pt idx="4877">
                  <c:v>15.5</c:v>
                </c:pt>
                <c:pt idx="4878">
                  <c:v>16.5</c:v>
                </c:pt>
                <c:pt idx="4879">
                  <c:v>18.5</c:v>
                </c:pt>
                <c:pt idx="4880">
                  <c:v>18</c:v>
                </c:pt>
                <c:pt idx="4881">
                  <c:v>19.5</c:v>
                </c:pt>
                <c:pt idx="4882">
                  <c:v>20.5</c:v>
                </c:pt>
                <c:pt idx="4883">
                  <c:v>19.5</c:v>
                </c:pt>
                <c:pt idx="4884">
                  <c:v>20</c:v>
                </c:pt>
                <c:pt idx="4885">
                  <c:v>19.5</c:v>
                </c:pt>
                <c:pt idx="4886">
                  <c:v>21.5</c:v>
                </c:pt>
                <c:pt idx="4887">
                  <c:v>22</c:v>
                </c:pt>
                <c:pt idx="4888">
                  <c:v>22.5</c:v>
                </c:pt>
                <c:pt idx="4889">
                  <c:v>21</c:v>
                </c:pt>
                <c:pt idx="4890">
                  <c:v>15</c:v>
                </c:pt>
                <c:pt idx="4891">
                  <c:v>17</c:v>
                </c:pt>
                <c:pt idx="4892">
                  <c:v>18</c:v>
                </c:pt>
                <c:pt idx="4893">
                  <c:v>19</c:v>
                </c:pt>
                <c:pt idx="4894">
                  <c:v>19.5</c:v>
                </c:pt>
                <c:pt idx="4895">
                  <c:v>21</c:v>
                </c:pt>
                <c:pt idx="4896">
                  <c:v>21</c:v>
                </c:pt>
                <c:pt idx="4897">
                  <c:v>21</c:v>
                </c:pt>
                <c:pt idx="4898">
                  <c:v>22</c:v>
                </c:pt>
                <c:pt idx="4899">
                  <c:v>20.5</c:v>
                </c:pt>
                <c:pt idx="4900">
                  <c:v>21.5</c:v>
                </c:pt>
                <c:pt idx="4901">
                  <c:v>24</c:v>
                </c:pt>
                <c:pt idx="4902">
                  <c:v>25.5</c:v>
                </c:pt>
                <c:pt idx="4903">
                  <c:v>23</c:v>
                </c:pt>
                <c:pt idx="4904">
                  <c:v>23.5</c:v>
                </c:pt>
                <c:pt idx="4905">
                  <c:v>22.5</c:v>
                </c:pt>
                <c:pt idx="4906">
                  <c:v>19</c:v>
                </c:pt>
                <c:pt idx="4907">
                  <c:v>19.5</c:v>
                </c:pt>
                <c:pt idx="4908">
                  <c:v>20.5</c:v>
                </c:pt>
                <c:pt idx="4909">
                  <c:v>21.5</c:v>
                </c:pt>
                <c:pt idx="4910">
                  <c:v>22</c:v>
                </c:pt>
                <c:pt idx="4911">
                  <c:v>21.5</c:v>
                </c:pt>
                <c:pt idx="4912">
                  <c:v>21.5</c:v>
                </c:pt>
                <c:pt idx="4913">
                  <c:v>22.5</c:v>
                </c:pt>
                <c:pt idx="4914">
                  <c:v>21.5</c:v>
                </c:pt>
                <c:pt idx="4915">
                  <c:v>21</c:v>
                </c:pt>
                <c:pt idx="4916">
                  <c:v>21.5</c:v>
                </c:pt>
                <c:pt idx="4917">
                  <c:v>21.5</c:v>
                </c:pt>
                <c:pt idx="4918">
                  <c:v>24</c:v>
                </c:pt>
                <c:pt idx="4919">
                  <c:v>25</c:v>
                </c:pt>
                <c:pt idx="4920">
                  <c:v>25.5</c:v>
                </c:pt>
                <c:pt idx="4921">
                  <c:v>25.5</c:v>
                </c:pt>
                <c:pt idx="4922">
                  <c:v>25.5</c:v>
                </c:pt>
                <c:pt idx="4923">
                  <c:v>27</c:v>
                </c:pt>
                <c:pt idx="4924">
                  <c:v>24</c:v>
                </c:pt>
                <c:pt idx="4925">
                  <c:v>21.5</c:v>
                </c:pt>
                <c:pt idx="4926">
                  <c:v>22.5</c:v>
                </c:pt>
                <c:pt idx="4927">
                  <c:v>20.5</c:v>
                </c:pt>
                <c:pt idx="4928">
                  <c:v>19</c:v>
                </c:pt>
                <c:pt idx="4929">
                  <c:v>23.5</c:v>
                </c:pt>
                <c:pt idx="4930">
                  <c:v>25</c:v>
                </c:pt>
                <c:pt idx="4931">
                  <c:v>26.5</c:v>
                </c:pt>
                <c:pt idx="4932">
                  <c:v>27.5</c:v>
                </c:pt>
                <c:pt idx="4933">
                  <c:v>27</c:v>
                </c:pt>
                <c:pt idx="4934">
                  <c:v>22</c:v>
                </c:pt>
                <c:pt idx="4935">
                  <c:v>19.5</c:v>
                </c:pt>
                <c:pt idx="4936">
                  <c:v>22.5</c:v>
                </c:pt>
                <c:pt idx="4937">
                  <c:v>24</c:v>
                </c:pt>
                <c:pt idx="4938">
                  <c:v>25</c:v>
                </c:pt>
                <c:pt idx="4939">
                  <c:v>24.5</c:v>
                </c:pt>
                <c:pt idx="4940">
                  <c:v>25</c:v>
                </c:pt>
                <c:pt idx="4941">
                  <c:v>26</c:v>
                </c:pt>
                <c:pt idx="4942">
                  <c:v>25</c:v>
                </c:pt>
                <c:pt idx="4943">
                  <c:v>24</c:v>
                </c:pt>
                <c:pt idx="4944">
                  <c:v>23</c:v>
                </c:pt>
                <c:pt idx="4945">
                  <c:v>26</c:v>
                </c:pt>
                <c:pt idx="4946">
                  <c:v>26</c:v>
                </c:pt>
                <c:pt idx="4947">
                  <c:v>25</c:v>
                </c:pt>
                <c:pt idx="4948">
                  <c:v>24</c:v>
                </c:pt>
                <c:pt idx="4949">
                  <c:v>23.5</c:v>
                </c:pt>
                <c:pt idx="4950">
                  <c:v>26</c:v>
                </c:pt>
                <c:pt idx="4951">
                  <c:v>23.5</c:v>
                </c:pt>
                <c:pt idx="4952">
                  <c:v>20.5</c:v>
                </c:pt>
                <c:pt idx="4953">
                  <c:v>23</c:v>
                </c:pt>
                <c:pt idx="4954">
                  <c:v>24.5</c:v>
                </c:pt>
                <c:pt idx="4955">
                  <c:v>25</c:v>
                </c:pt>
                <c:pt idx="4956">
                  <c:v>25.5</c:v>
                </c:pt>
                <c:pt idx="4957">
                  <c:v>22.5</c:v>
                </c:pt>
                <c:pt idx="4958">
                  <c:v>24</c:v>
                </c:pt>
                <c:pt idx="4959">
                  <c:v>23</c:v>
                </c:pt>
                <c:pt idx="4960">
                  <c:v>20</c:v>
                </c:pt>
                <c:pt idx="4961">
                  <c:v>24</c:v>
                </c:pt>
                <c:pt idx="4962">
                  <c:v>23.5</c:v>
                </c:pt>
                <c:pt idx="4963">
                  <c:v>25</c:v>
                </c:pt>
                <c:pt idx="4964">
                  <c:v>26</c:v>
                </c:pt>
                <c:pt idx="4965">
                  <c:v>24</c:v>
                </c:pt>
                <c:pt idx="4966">
                  <c:v>24.5</c:v>
                </c:pt>
                <c:pt idx="4967">
                  <c:v>25</c:v>
                </c:pt>
                <c:pt idx="4968">
                  <c:v>27</c:v>
                </c:pt>
                <c:pt idx="4969">
                  <c:v>28</c:v>
                </c:pt>
                <c:pt idx="4970">
                  <c:v>28.5</c:v>
                </c:pt>
                <c:pt idx="4971">
                  <c:v>27.5</c:v>
                </c:pt>
                <c:pt idx="4972">
                  <c:v>22</c:v>
                </c:pt>
                <c:pt idx="4973">
                  <c:v>23</c:v>
                </c:pt>
                <c:pt idx="4974">
                  <c:v>25.5</c:v>
                </c:pt>
                <c:pt idx="4975">
                  <c:v>27.5</c:v>
                </c:pt>
                <c:pt idx="4976">
                  <c:v>24</c:v>
                </c:pt>
                <c:pt idx="4977">
                  <c:v>23</c:v>
                </c:pt>
                <c:pt idx="4978">
                  <c:v>24</c:v>
                </c:pt>
                <c:pt idx="4979">
                  <c:v>25.5</c:v>
                </c:pt>
                <c:pt idx="4980">
                  <c:v>22</c:v>
                </c:pt>
                <c:pt idx="4981">
                  <c:v>24.5</c:v>
                </c:pt>
                <c:pt idx="4982">
                  <c:v>24.5</c:v>
                </c:pt>
                <c:pt idx="4983">
                  <c:v>21.5</c:v>
                </c:pt>
                <c:pt idx="4984">
                  <c:v>19</c:v>
                </c:pt>
                <c:pt idx="4985">
                  <c:v>22.5</c:v>
                </c:pt>
                <c:pt idx="4986">
                  <c:v>23</c:v>
                </c:pt>
                <c:pt idx="4987">
                  <c:v>22.5</c:v>
                </c:pt>
                <c:pt idx="4988">
                  <c:v>23.5</c:v>
                </c:pt>
                <c:pt idx="4989">
                  <c:v>25</c:v>
                </c:pt>
                <c:pt idx="4990">
                  <c:v>23</c:v>
                </c:pt>
                <c:pt idx="4991">
                  <c:v>22</c:v>
                </c:pt>
                <c:pt idx="4992">
                  <c:v>20.5</c:v>
                </c:pt>
                <c:pt idx="4993">
                  <c:v>21.5</c:v>
                </c:pt>
                <c:pt idx="4994">
                  <c:v>24</c:v>
                </c:pt>
                <c:pt idx="4995">
                  <c:v>23.5</c:v>
                </c:pt>
                <c:pt idx="4996">
                  <c:v>22</c:v>
                </c:pt>
                <c:pt idx="4997">
                  <c:v>20</c:v>
                </c:pt>
                <c:pt idx="4998">
                  <c:v>19.5</c:v>
                </c:pt>
                <c:pt idx="4999">
                  <c:v>20</c:v>
                </c:pt>
                <c:pt idx="5000">
                  <c:v>21</c:v>
                </c:pt>
                <c:pt idx="5001">
                  <c:v>20</c:v>
                </c:pt>
                <c:pt idx="5002">
                  <c:v>20.5</c:v>
                </c:pt>
                <c:pt idx="5003">
                  <c:v>17.5</c:v>
                </c:pt>
                <c:pt idx="5004">
                  <c:v>16</c:v>
                </c:pt>
                <c:pt idx="5005">
                  <c:v>18</c:v>
                </c:pt>
                <c:pt idx="5006">
                  <c:v>19</c:v>
                </c:pt>
                <c:pt idx="5007">
                  <c:v>19</c:v>
                </c:pt>
                <c:pt idx="5008">
                  <c:v>19.5</c:v>
                </c:pt>
                <c:pt idx="5009">
                  <c:v>19.5</c:v>
                </c:pt>
                <c:pt idx="5010">
                  <c:v>15</c:v>
                </c:pt>
                <c:pt idx="5011">
                  <c:v>14</c:v>
                </c:pt>
                <c:pt idx="5012">
                  <c:v>15</c:v>
                </c:pt>
                <c:pt idx="5013">
                  <c:v>16.5</c:v>
                </c:pt>
                <c:pt idx="5014">
                  <c:v>17.5</c:v>
                </c:pt>
                <c:pt idx="5015">
                  <c:v>18</c:v>
                </c:pt>
                <c:pt idx="5016">
                  <c:v>17.5</c:v>
                </c:pt>
                <c:pt idx="5017">
                  <c:v>14.5</c:v>
                </c:pt>
                <c:pt idx="5018">
                  <c:v>12</c:v>
                </c:pt>
                <c:pt idx="5019">
                  <c:v>12.5</c:v>
                </c:pt>
                <c:pt idx="5020">
                  <c:v>13</c:v>
                </c:pt>
                <c:pt idx="5021">
                  <c:v>15</c:v>
                </c:pt>
                <c:pt idx="5022">
                  <c:v>14.5</c:v>
                </c:pt>
                <c:pt idx="5023">
                  <c:v>14.5</c:v>
                </c:pt>
                <c:pt idx="5024">
                  <c:v>16.5</c:v>
                </c:pt>
                <c:pt idx="5025">
                  <c:v>17.5</c:v>
                </c:pt>
                <c:pt idx="5026">
                  <c:v>16</c:v>
                </c:pt>
                <c:pt idx="5027">
                  <c:v>16</c:v>
                </c:pt>
                <c:pt idx="5028">
                  <c:v>17.5</c:v>
                </c:pt>
                <c:pt idx="5029">
                  <c:v>18.5</c:v>
                </c:pt>
                <c:pt idx="5030">
                  <c:v>16</c:v>
                </c:pt>
                <c:pt idx="5031">
                  <c:v>17.5</c:v>
                </c:pt>
                <c:pt idx="5032">
                  <c:v>11.5</c:v>
                </c:pt>
                <c:pt idx="5033">
                  <c:v>10</c:v>
                </c:pt>
                <c:pt idx="5034">
                  <c:v>11</c:v>
                </c:pt>
                <c:pt idx="5035">
                  <c:v>13</c:v>
                </c:pt>
                <c:pt idx="5036">
                  <c:v>16</c:v>
                </c:pt>
                <c:pt idx="5037">
                  <c:v>13.5</c:v>
                </c:pt>
                <c:pt idx="5038">
                  <c:v>12.5</c:v>
                </c:pt>
                <c:pt idx="5039">
                  <c:v>12.5</c:v>
                </c:pt>
                <c:pt idx="5040">
                  <c:v>8.5</c:v>
                </c:pt>
                <c:pt idx="5041">
                  <c:v>7</c:v>
                </c:pt>
                <c:pt idx="5042">
                  <c:v>8</c:v>
                </c:pt>
                <c:pt idx="5043">
                  <c:v>8.5</c:v>
                </c:pt>
                <c:pt idx="5044">
                  <c:v>10.5</c:v>
                </c:pt>
                <c:pt idx="5045">
                  <c:v>11</c:v>
                </c:pt>
                <c:pt idx="5046">
                  <c:v>12</c:v>
                </c:pt>
                <c:pt idx="5047">
                  <c:v>12.5</c:v>
                </c:pt>
                <c:pt idx="5048">
                  <c:v>11</c:v>
                </c:pt>
                <c:pt idx="5049">
                  <c:v>13</c:v>
                </c:pt>
                <c:pt idx="5050">
                  <c:v>15</c:v>
                </c:pt>
                <c:pt idx="5051">
                  <c:v>15</c:v>
                </c:pt>
                <c:pt idx="5052">
                  <c:v>13.5</c:v>
                </c:pt>
                <c:pt idx="5053">
                  <c:v>8</c:v>
                </c:pt>
                <c:pt idx="5054">
                  <c:v>5</c:v>
                </c:pt>
                <c:pt idx="5055">
                  <c:v>5</c:v>
                </c:pt>
                <c:pt idx="5056">
                  <c:v>6.5</c:v>
                </c:pt>
                <c:pt idx="5057">
                  <c:v>7.5</c:v>
                </c:pt>
                <c:pt idx="5058">
                  <c:v>8.5</c:v>
                </c:pt>
                <c:pt idx="5059">
                  <c:v>8</c:v>
                </c:pt>
                <c:pt idx="5060">
                  <c:v>9.5</c:v>
                </c:pt>
                <c:pt idx="5061">
                  <c:v>11.5</c:v>
                </c:pt>
                <c:pt idx="5062">
                  <c:v>6.5</c:v>
                </c:pt>
                <c:pt idx="5063">
                  <c:v>4</c:v>
                </c:pt>
                <c:pt idx="5064">
                  <c:v>3</c:v>
                </c:pt>
                <c:pt idx="5065">
                  <c:v>5.5</c:v>
                </c:pt>
                <c:pt idx="5066">
                  <c:v>4</c:v>
                </c:pt>
                <c:pt idx="5067">
                  <c:v>4</c:v>
                </c:pt>
                <c:pt idx="5068">
                  <c:v>4</c:v>
                </c:pt>
                <c:pt idx="5069">
                  <c:v>5</c:v>
                </c:pt>
                <c:pt idx="5070">
                  <c:v>8.5</c:v>
                </c:pt>
                <c:pt idx="5071">
                  <c:v>10.5</c:v>
                </c:pt>
                <c:pt idx="5072">
                  <c:v>10.5</c:v>
                </c:pt>
                <c:pt idx="5073">
                  <c:v>11</c:v>
                </c:pt>
                <c:pt idx="5074">
                  <c:v>11</c:v>
                </c:pt>
                <c:pt idx="5075">
                  <c:v>6</c:v>
                </c:pt>
                <c:pt idx="5076">
                  <c:v>6</c:v>
                </c:pt>
                <c:pt idx="5077">
                  <c:v>6</c:v>
                </c:pt>
                <c:pt idx="5078">
                  <c:v>8</c:v>
                </c:pt>
                <c:pt idx="5079">
                  <c:v>8.5</c:v>
                </c:pt>
                <c:pt idx="5080">
                  <c:v>9</c:v>
                </c:pt>
                <c:pt idx="5081">
                  <c:v>9.5</c:v>
                </c:pt>
                <c:pt idx="5082">
                  <c:v>5.5</c:v>
                </c:pt>
                <c:pt idx="5083">
                  <c:v>5</c:v>
                </c:pt>
                <c:pt idx="5084">
                  <c:v>8</c:v>
                </c:pt>
                <c:pt idx="5085">
                  <c:v>7.5</c:v>
                </c:pt>
                <c:pt idx="5086">
                  <c:v>7.5</c:v>
                </c:pt>
                <c:pt idx="5087">
                  <c:v>5</c:v>
                </c:pt>
                <c:pt idx="5088">
                  <c:v>4.5</c:v>
                </c:pt>
                <c:pt idx="5089">
                  <c:v>5.5</c:v>
                </c:pt>
                <c:pt idx="5090">
                  <c:v>6</c:v>
                </c:pt>
                <c:pt idx="5091">
                  <c:v>7</c:v>
                </c:pt>
                <c:pt idx="5092">
                  <c:v>8</c:v>
                </c:pt>
                <c:pt idx="5093">
                  <c:v>8.5</c:v>
                </c:pt>
                <c:pt idx="5094">
                  <c:v>9</c:v>
                </c:pt>
                <c:pt idx="5095">
                  <c:v>8</c:v>
                </c:pt>
                <c:pt idx="5096">
                  <c:v>6.5</c:v>
                </c:pt>
                <c:pt idx="5097">
                  <c:v>6.5</c:v>
                </c:pt>
                <c:pt idx="5098">
                  <c:v>4.5</c:v>
                </c:pt>
                <c:pt idx="5099">
                  <c:v>3.5</c:v>
                </c:pt>
                <c:pt idx="5100">
                  <c:v>4</c:v>
                </c:pt>
                <c:pt idx="5101">
                  <c:v>6</c:v>
                </c:pt>
                <c:pt idx="5102">
                  <c:v>6</c:v>
                </c:pt>
                <c:pt idx="5103">
                  <c:v>5.5</c:v>
                </c:pt>
                <c:pt idx="5104">
                  <c:v>7</c:v>
                </c:pt>
                <c:pt idx="5105">
                  <c:v>7</c:v>
                </c:pt>
                <c:pt idx="5106">
                  <c:v>8</c:v>
                </c:pt>
                <c:pt idx="5107">
                  <c:v>6.5</c:v>
                </c:pt>
                <c:pt idx="5108">
                  <c:v>7.5</c:v>
                </c:pt>
                <c:pt idx="5109">
                  <c:v>7.5</c:v>
                </c:pt>
                <c:pt idx="5110">
                  <c:v>5.5</c:v>
                </c:pt>
                <c:pt idx="5111">
                  <c:v>2.5</c:v>
                </c:pt>
                <c:pt idx="5112">
                  <c:v>2.5</c:v>
                </c:pt>
                <c:pt idx="5113">
                  <c:v>2.5</c:v>
                </c:pt>
                <c:pt idx="5114">
                  <c:v>3.5</c:v>
                </c:pt>
                <c:pt idx="5115">
                  <c:v>3</c:v>
                </c:pt>
                <c:pt idx="5116">
                  <c:v>2</c:v>
                </c:pt>
                <c:pt idx="5117">
                  <c:v>2</c:v>
                </c:pt>
                <c:pt idx="5118">
                  <c:v>2</c:v>
                </c:pt>
                <c:pt idx="5119">
                  <c:v>3</c:v>
                </c:pt>
                <c:pt idx="5120">
                  <c:v>3</c:v>
                </c:pt>
                <c:pt idx="5121">
                  <c:v>1.5</c:v>
                </c:pt>
                <c:pt idx="5122">
                  <c:v>1.5</c:v>
                </c:pt>
                <c:pt idx="5123">
                  <c:v>2</c:v>
                </c:pt>
                <c:pt idx="5124">
                  <c:v>1.5</c:v>
                </c:pt>
                <c:pt idx="5125">
                  <c:v>1.5</c:v>
                </c:pt>
                <c:pt idx="5126">
                  <c:v>0.5</c:v>
                </c:pt>
                <c:pt idx="5127">
                  <c:v>-1</c:v>
                </c:pt>
                <c:pt idx="5128">
                  <c:v>-2</c:v>
                </c:pt>
                <c:pt idx="5129">
                  <c:v>-1.5</c:v>
                </c:pt>
                <c:pt idx="5130">
                  <c:v>0.5</c:v>
                </c:pt>
                <c:pt idx="5131">
                  <c:v>0.5</c:v>
                </c:pt>
                <c:pt idx="5132">
                  <c:v>-2.5</c:v>
                </c:pt>
                <c:pt idx="5133">
                  <c:v>-3</c:v>
                </c:pt>
                <c:pt idx="5134">
                  <c:v>-6.5</c:v>
                </c:pt>
                <c:pt idx="5135">
                  <c:v>-6</c:v>
                </c:pt>
                <c:pt idx="5136">
                  <c:v>-3</c:v>
                </c:pt>
                <c:pt idx="5137">
                  <c:v>-4.5</c:v>
                </c:pt>
                <c:pt idx="5138">
                  <c:v>-5</c:v>
                </c:pt>
                <c:pt idx="5139">
                  <c:v>-3.5</c:v>
                </c:pt>
                <c:pt idx="5140">
                  <c:v>-1</c:v>
                </c:pt>
                <c:pt idx="5141">
                  <c:v>0</c:v>
                </c:pt>
                <c:pt idx="5142">
                  <c:v>2</c:v>
                </c:pt>
                <c:pt idx="5143">
                  <c:v>3</c:v>
                </c:pt>
                <c:pt idx="5144">
                  <c:v>3.5</c:v>
                </c:pt>
                <c:pt idx="5145">
                  <c:v>5</c:v>
                </c:pt>
                <c:pt idx="5146">
                  <c:v>4</c:v>
                </c:pt>
                <c:pt idx="5147">
                  <c:v>2</c:v>
                </c:pt>
                <c:pt idx="5148">
                  <c:v>1</c:v>
                </c:pt>
                <c:pt idx="5149">
                  <c:v>-4</c:v>
                </c:pt>
                <c:pt idx="5150">
                  <c:v>-5</c:v>
                </c:pt>
                <c:pt idx="5151">
                  <c:v>-3</c:v>
                </c:pt>
                <c:pt idx="5152">
                  <c:v>-0.5</c:v>
                </c:pt>
                <c:pt idx="5153">
                  <c:v>1</c:v>
                </c:pt>
                <c:pt idx="5154">
                  <c:v>2</c:v>
                </c:pt>
                <c:pt idx="5155">
                  <c:v>2</c:v>
                </c:pt>
                <c:pt idx="5156">
                  <c:v>1.5</c:v>
                </c:pt>
                <c:pt idx="5157">
                  <c:v>0</c:v>
                </c:pt>
                <c:pt idx="5158">
                  <c:v>-1</c:v>
                </c:pt>
                <c:pt idx="5159">
                  <c:v>-1</c:v>
                </c:pt>
                <c:pt idx="5160">
                  <c:v>-1</c:v>
                </c:pt>
                <c:pt idx="5161">
                  <c:v>-1</c:v>
                </c:pt>
                <c:pt idx="5162">
                  <c:v>1</c:v>
                </c:pt>
                <c:pt idx="5163">
                  <c:v>1.5</c:v>
                </c:pt>
                <c:pt idx="5164">
                  <c:v>2.5</c:v>
                </c:pt>
                <c:pt idx="5165">
                  <c:v>2</c:v>
                </c:pt>
                <c:pt idx="5166">
                  <c:v>-1.5</c:v>
                </c:pt>
                <c:pt idx="5167">
                  <c:v>-2</c:v>
                </c:pt>
                <c:pt idx="5168">
                  <c:v>-0.5</c:v>
                </c:pt>
                <c:pt idx="5169">
                  <c:v>0.5</c:v>
                </c:pt>
                <c:pt idx="5170">
                  <c:v>1.5</c:v>
                </c:pt>
                <c:pt idx="5171">
                  <c:v>0</c:v>
                </c:pt>
                <c:pt idx="5172">
                  <c:v>0</c:v>
                </c:pt>
                <c:pt idx="5173">
                  <c:v>2</c:v>
                </c:pt>
                <c:pt idx="5174">
                  <c:v>2</c:v>
                </c:pt>
                <c:pt idx="5175">
                  <c:v>2.5</c:v>
                </c:pt>
                <c:pt idx="5176">
                  <c:v>5</c:v>
                </c:pt>
                <c:pt idx="5177">
                  <c:v>5</c:v>
                </c:pt>
                <c:pt idx="5178">
                  <c:v>7</c:v>
                </c:pt>
                <c:pt idx="5179">
                  <c:v>8.5</c:v>
                </c:pt>
                <c:pt idx="5180">
                  <c:v>9</c:v>
                </c:pt>
                <c:pt idx="5181">
                  <c:v>10.5</c:v>
                </c:pt>
                <c:pt idx="5182">
                  <c:v>5</c:v>
                </c:pt>
                <c:pt idx="5183">
                  <c:v>8</c:v>
                </c:pt>
                <c:pt idx="5184">
                  <c:v>5.5</c:v>
                </c:pt>
                <c:pt idx="5185">
                  <c:v>6.5</c:v>
                </c:pt>
                <c:pt idx="5186">
                  <c:v>9</c:v>
                </c:pt>
                <c:pt idx="5187">
                  <c:v>10.5</c:v>
                </c:pt>
                <c:pt idx="5188">
                  <c:v>11</c:v>
                </c:pt>
                <c:pt idx="5189">
                  <c:v>11</c:v>
                </c:pt>
                <c:pt idx="5190">
                  <c:v>10</c:v>
                </c:pt>
                <c:pt idx="5191">
                  <c:v>9</c:v>
                </c:pt>
                <c:pt idx="5192">
                  <c:v>11</c:v>
                </c:pt>
                <c:pt idx="5193">
                  <c:v>14</c:v>
                </c:pt>
                <c:pt idx="5194">
                  <c:v>15</c:v>
                </c:pt>
                <c:pt idx="5195">
                  <c:v>15</c:v>
                </c:pt>
                <c:pt idx="5196">
                  <c:v>16</c:v>
                </c:pt>
                <c:pt idx="5197">
                  <c:v>13</c:v>
                </c:pt>
                <c:pt idx="5198">
                  <c:v>12.5</c:v>
                </c:pt>
                <c:pt idx="5199">
                  <c:v>14.5</c:v>
                </c:pt>
                <c:pt idx="5200">
                  <c:v>14.5</c:v>
                </c:pt>
                <c:pt idx="5201">
                  <c:v>14</c:v>
                </c:pt>
                <c:pt idx="5202">
                  <c:v>11</c:v>
                </c:pt>
                <c:pt idx="5203">
                  <c:v>11.5</c:v>
                </c:pt>
                <c:pt idx="5204">
                  <c:v>10.5</c:v>
                </c:pt>
                <c:pt idx="5205">
                  <c:v>4.5</c:v>
                </c:pt>
                <c:pt idx="5206">
                  <c:v>7.5</c:v>
                </c:pt>
                <c:pt idx="5207">
                  <c:v>9</c:v>
                </c:pt>
                <c:pt idx="5208">
                  <c:v>11.5</c:v>
                </c:pt>
                <c:pt idx="5209">
                  <c:v>12</c:v>
                </c:pt>
                <c:pt idx="5210">
                  <c:v>7</c:v>
                </c:pt>
                <c:pt idx="5211">
                  <c:v>5</c:v>
                </c:pt>
                <c:pt idx="5212">
                  <c:v>8</c:v>
                </c:pt>
                <c:pt idx="5213">
                  <c:v>8.5</c:v>
                </c:pt>
                <c:pt idx="5214">
                  <c:v>10.5</c:v>
                </c:pt>
                <c:pt idx="5215">
                  <c:v>12.5</c:v>
                </c:pt>
                <c:pt idx="5216">
                  <c:v>9.5</c:v>
                </c:pt>
                <c:pt idx="5217">
                  <c:v>10.5</c:v>
                </c:pt>
                <c:pt idx="5218">
                  <c:v>12</c:v>
                </c:pt>
                <c:pt idx="5219">
                  <c:v>13</c:v>
                </c:pt>
                <c:pt idx="5220">
                  <c:v>13</c:v>
                </c:pt>
                <c:pt idx="5221">
                  <c:v>12.5</c:v>
                </c:pt>
                <c:pt idx="5222">
                  <c:v>13</c:v>
                </c:pt>
                <c:pt idx="5223">
                  <c:v>16</c:v>
                </c:pt>
                <c:pt idx="5224">
                  <c:v>19.5</c:v>
                </c:pt>
                <c:pt idx="5225">
                  <c:v>19.5</c:v>
                </c:pt>
                <c:pt idx="5226">
                  <c:v>21.5</c:v>
                </c:pt>
                <c:pt idx="5227">
                  <c:v>21.5</c:v>
                </c:pt>
                <c:pt idx="5228">
                  <c:v>15</c:v>
                </c:pt>
                <c:pt idx="5229">
                  <c:v>18.5</c:v>
                </c:pt>
                <c:pt idx="5230">
                  <c:v>20.5</c:v>
                </c:pt>
                <c:pt idx="5231">
                  <c:v>17.5</c:v>
                </c:pt>
                <c:pt idx="5232">
                  <c:v>17.5</c:v>
                </c:pt>
                <c:pt idx="5233">
                  <c:v>14.5</c:v>
                </c:pt>
                <c:pt idx="5234">
                  <c:v>17.5</c:v>
                </c:pt>
                <c:pt idx="5235">
                  <c:v>18</c:v>
                </c:pt>
                <c:pt idx="5236">
                  <c:v>17</c:v>
                </c:pt>
                <c:pt idx="5237">
                  <c:v>15.5</c:v>
                </c:pt>
                <c:pt idx="5238">
                  <c:v>15.5</c:v>
                </c:pt>
                <c:pt idx="5239">
                  <c:v>13.5</c:v>
                </c:pt>
                <c:pt idx="5240">
                  <c:v>16.5</c:v>
                </c:pt>
                <c:pt idx="5241">
                  <c:v>16.5</c:v>
                </c:pt>
                <c:pt idx="5242">
                  <c:v>17.5</c:v>
                </c:pt>
                <c:pt idx="5243">
                  <c:v>19.5</c:v>
                </c:pt>
                <c:pt idx="5244">
                  <c:v>21.5</c:v>
                </c:pt>
                <c:pt idx="5245">
                  <c:v>16.5</c:v>
                </c:pt>
                <c:pt idx="5246">
                  <c:v>14</c:v>
                </c:pt>
                <c:pt idx="5247">
                  <c:v>16.5</c:v>
                </c:pt>
                <c:pt idx="5248">
                  <c:v>18.5</c:v>
                </c:pt>
                <c:pt idx="5249">
                  <c:v>16.5</c:v>
                </c:pt>
                <c:pt idx="5250">
                  <c:v>17</c:v>
                </c:pt>
                <c:pt idx="5251">
                  <c:v>17.5</c:v>
                </c:pt>
                <c:pt idx="5252">
                  <c:v>16.5</c:v>
                </c:pt>
                <c:pt idx="5253">
                  <c:v>19</c:v>
                </c:pt>
                <c:pt idx="5254">
                  <c:v>21</c:v>
                </c:pt>
                <c:pt idx="5255">
                  <c:v>21</c:v>
                </c:pt>
                <c:pt idx="5256">
                  <c:v>20.5</c:v>
                </c:pt>
                <c:pt idx="5257">
                  <c:v>22</c:v>
                </c:pt>
                <c:pt idx="5258">
                  <c:v>22.5</c:v>
                </c:pt>
                <c:pt idx="5259">
                  <c:v>20</c:v>
                </c:pt>
                <c:pt idx="5260">
                  <c:v>21</c:v>
                </c:pt>
                <c:pt idx="5261">
                  <c:v>20.5</c:v>
                </c:pt>
                <c:pt idx="5262">
                  <c:v>21.5</c:v>
                </c:pt>
                <c:pt idx="5263">
                  <c:v>21.5</c:v>
                </c:pt>
                <c:pt idx="5264">
                  <c:v>23</c:v>
                </c:pt>
                <c:pt idx="5265">
                  <c:v>23</c:v>
                </c:pt>
                <c:pt idx="5266">
                  <c:v>23.5</c:v>
                </c:pt>
                <c:pt idx="5267">
                  <c:v>24.5</c:v>
                </c:pt>
                <c:pt idx="5268">
                  <c:v>20.5</c:v>
                </c:pt>
                <c:pt idx="5269">
                  <c:v>22.5</c:v>
                </c:pt>
                <c:pt idx="5270">
                  <c:v>21.5</c:v>
                </c:pt>
                <c:pt idx="5271">
                  <c:v>22</c:v>
                </c:pt>
                <c:pt idx="5272">
                  <c:v>21</c:v>
                </c:pt>
                <c:pt idx="5273">
                  <c:v>22</c:v>
                </c:pt>
                <c:pt idx="5274">
                  <c:v>23.5</c:v>
                </c:pt>
                <c:pt idx="5275">
                  <c:v>22.5</c:v>
                </c:pt>
                <c:pt idx="5276">
                  <c:v>21.5</c:v>
                </c:pt>
                <c:pt idx="5277">
                  <c:v>21</c:v>
                </c:pt>
                <c:pt idx="5278">
                  <c:v>21.5</c:v>
                </c:pt>
                <c:pt idx="5279">
                  <c:v>23.5</c:v>
                </c:pt>
                <c:pt idx="5280">
                  <c:v>23</c:v>
                </c:pt>
                <c:pt idx="5281">
                  <c:v>21.5</c:v>
                </c:pt>
                <c:pt idx="5282">
                  <c:v>24</c:v>
                </c:pt>
                <c:pt idx="5283">
                  <c:v>18.5</c:v>
                </c:pt>
                <c:pt idx="5284">
                  <c:v>21.5</c:v>
                </c:pt>
                <c:pt idx="5285">
                  <c:v>23.5</c:v>
                </c:pt>
                <c:pt idx="5286">
                  <c:v>25.5</c:v>
                </c:pt>
                <c:pt idx="5287">
                  <c:v>27.5</c:v>
                </c:pt>
                <c:pt idx="5288">
                  <c:v>28.5</c:v>
                </c:pt>
                <c:pt idx="5289">
                  <c:v>28</c:v>
                </c:pt>
                <c:pt idx="5290">
                  <c:v>24.5</c:v>
                </c:pt>
                <c:pt idx="5291">
                  <c:v>26.5</c:v>
                </c:pt>
                <c:pt idx="5292">
                  <c:v>28.5</c:v>
                </c:pt>
                <c:pt idx="5293">
                  <c:v>29</c:v>
                </c:pt>
                <c:pt idx="5294">
                  <c:v>28.5</c:v>
                </c:pt>
                <c:pt idx="5295">
                  <c:v>24.5</c:v>
                </c:pt>
                <c:pt idx="5296">
                  <c:v>25</c:v>
                </c:pt>
                <c:pt idx="5297">
                  <c:v>25</c:v>
                </c:pt>
                <c:pt idx="5298">
                  <c:v>26</c:v>
                </c:pt>
                <c:pt idx="5299">
                  <c:v>27.5</c:v>
                </c:pt>
                <c:pt idx="5300">
                  <c:v>28.5</c:v>
                </c:pt>
                <c:pt idx="5301">
                  <c:v>29.5</c:v>
                </c:pt>
                <c:pt idx="5302">
                  <c:v>28.5</c:v>
                </c:pt>
                <c:pt idx="5303">
                  <c:v>28</c:v>
                </c:pt>
                <c:pt idx="5304">
                  <c:v>29</c:v>
                </c:pt>
                <c:pt idx="5305">
                  <c:v>28.5</c:v>
                </c:pt>
                <c:pt idx="5306">
                  <c:v>28.5</c:v>
                </c:pt>
                <c:pt idx="5307">
                  <c:v>28.5</c:v>
                </c:pt>
                <c:pt idx="5308">
                  <c:v>29</c:v>
                </c:pt>
                <c:pt idx="5309">
                  <c:v>25.5</c:v>
                </c:pt>
                <c:pt idx="5310">
                  <c:v>23.5</c:v>
                </c:pt>
                <c:pt idx="5311">
                  <c:v>24.5</c:v>
                </c:pt>
                <c:pt idx="5312">
                  <c:v>24.5</c:v>
                </c:pt>
                <c:pt idx="5313">
                  <c:v>27.5</c:v>
                </c:pt>
                <c:pt idx="5314">
                  <c:v>28.5</c:v>
                </c:pt>
                <c:pt idx="5315">
                  <c:v>30</c:v>
                </c:pt>
                <c:pt idx="5316">
                  <c:v>31.5</c:v>
                </c:pt>
                <c:pt idx="5317">
                  <c:v>31</c:v>
                </c:pt>
                <c:pt idx="5318">
                  <c:v>27.5</c:v>
                </c:pt>
                <c:pt idx="5319">
                  <c:v>27.5</c:v>
                </c:pt>
                <c:pt idx="5320">
                  <c:v>29</c:v>
                </c:pt>
                <c:pt idx="5321">
                  <c:v>30.5</c:v>
                </c:pt>
                <c:pt idx="5322">
                  <c:v>30</c:v>
                </c:pt>
                <c:pt idx="5323">
                  <c:v>26</c:v>
                </c:pt>
                <c:pt idx="5324">
                  <c:v>24.5</c:v>
                </c:pt>
                <c:pt idx="5325">
                  <c:v>25.5</c:v>
                </c:pt>
                <c:pt idx="5326">
                  <c:v>26</c:v>
                </c:pt>
                <c:pt idx="5327">
                  <c:v>27</c:v>
                </c:pt>
                <c:pt idx="5328">
                  <c:v>26</c:v>
                </c:pt>
                <c:pt idx="5329">
                  <c:v>23</c:v>
                </c:pt>
                <c:pt idx="5330">
                  <c:v>25.5</c:v>
                </c:pt>
                <c:pt idx="5331">
                  <c:v>27</c:v>
                </c:pt>
                <c:pt idx="5332">
                  <c:v>27.5</c:v>
                </c:pt>
                <c:pt idx="5333">
                  <c:v>28.5</c:v>
                </c:pt>
                <c:pt idx="5334">
                  <c:v>30</c:v>
                </c:pt>
                <c:pt idx="5335">
                  <c:v>31</c:v>
                </c:pt>
                <c:pt idx="5336">
                  <c:v>32</c:v>
                </c:pt>
                <c:pt idx="5337">
                  <c:v>32.5</c:v>
                </c:pt>
                <c:pt idx="5338">
                  <c:v>31</c:v>
                </c:pt>
                <c:pt idx="5339">
                  <c:v>31.5</c:v>
                </c:pt>
                <c:pt idx="5340">
                  <c:v>30</c:v>
                </c:pt>
                <c:pt idx="5341">
                  <c:v>29</c:v>
                </c:pt>
                <c:pt idx="5342">
                  <c:v>29.5</c:v>
                </c:pt>
                <c:pt idx="5343">
                  <c:v>30</c:v>
                </c:pt>
                <c:pt idx="5344">
                  <c:v>30.5</c:v>
                </c:pt>
                <c:pt idx="5345">
                  <c:v>29.5</c:v>
                </c:pt>
                <c:pt idx="5346">
                  <c:v>30</c:v>
                </c:pt>
                <c:pt idx="5347">
                  <c:v>28.5</c:v>
                </c:pt>
                <c:pt idx="5348">
                  <c:v>26.5</c:v>
                </c:pt>
                <c:pt idx="5349">
                  <c:v>27</c:v>
                </c:pt>
                <c:pt idx="5350">
                  <c:v>22.5</c:v>
                </c:pt>
                <c:pt idx="5351">
                  <c:v>24.5</c:v>
                </c:pt>
                <c:pt idx="5352">
                  <c:v>22</c:v>
                </c:pt>
                <c:pt idx="5353">
                  <c:v>22.5</c:v>
                </c:pt>
                <c:pt idx="5354">
                  <c:v>22</c:v>
                </c:pt>
                <c:pt idx="5355">
                  <c:v>20.5</c:v>
                </c:pt>
                <c:pt idx="5356">
                  <c:v>20.5</c:v>
                </c:pt>
                <c:pt idx="5357">
                  <c:v>19.5</c:v>
                </c:pt>
                <c:pt idx="5358">
                  <c:v>21</c:v>
                </c:pt>
                <c:pt idx="5359">
                  <c:v>22.5</c:v>
                </c:pt>
                <c:pt idx="5360">
                  <c:v>23.5</c:v>
                </c:pt>
                <c:pt idx="5361">
                  <c:v>23.5</c:v>
                </c:pt>
                <c:pt idx="5362">
                  <c:v>24.5</c:v>
                </c:pt>
                <c:pt idx="5363">
                  <c:v>24</c:v>
                </c:pt>
                <c:pt idx="5364">
                  <c:v>24</c:v>
                </c:pt>
                <c:pt idx="5365">
                  <c:v>24.5</c:v>
                </c:pt>
                <c:pt idx="5366">
                  <c:v>23.5</c:v>
                </c:pt>
                <c:pt idx="5367">
                  <c:v>22.5</c:v>
                </c:pt>
                <c:pt idx="5368">
                  <c:v>22</c:v>
                </c:pt>
                <c:pt idx="5369">
                  <c:v>22</c:v>
                </c:pt>
                <c:pt idx="5370">
                  <c:v>21.5</c:v>
                </c:pt>
                <c:pt idx="5371">
                  <c:v>20.5</c:v>
                </c:pt>
                <c:pt idx="5372">
                  <c:v>20.5</c:v>
                </c:pt>
                <c:pt idx="5373">
                  <c:v>17.5</c:v>
                </c:pt>
                <c:pt idx="5374">
                  <c:v>15.5</c:v>
                </c:pt>
                <c:pt idx="5375">
                  <c:v>15</c:v>
                </c:pt>
                <c:pt idx="5376">
                  <c:v>16.5</c:v>
                </c:pt>
                <c:pt idx="5377">
                  <c:v>17</c:v>
                </c:pt>
                <c:pt idx="5378">
                  <c:v>16</c:v>
                </c:pt>
                <c:pt idx="5379">
                  <c:v>16.5</c:v>
                </c:pt>
                <c:pt idx="5380">
                  <c:v>17.5</c:v>
                </c:pt>
                <c:pt idx="5381">
                  <c:v>18.5</c:v>
                </c:pt>
                <c:pt idx="5382">
                  <c:v>19</c:v>
                </c:pt>
                <c:pt idx="5383">
                  <c:v>19</c:v>
                </c:pt>
                <c:pt idx="5384">
                  <c:v>20</c:v>
                </c:pt>
                <c:pt idx="5385">
                  <c:v>16</c:v>
                </c:pt>
                <c:pt idx="5386">
                  <c:v>17.5</c:v>
                </c:pt>
                <c:pt idx="5387">
                  <c:v>17.5</c:v>
                </c:pt>
                <c:pt idx="5388">
                  <c:v>19</c:v>
                </c:pt>
                <c:pt idx="5389">
                  <c:v>19</c:v>
                </c:pt>
                <c:pt idx="5390">
                  <c:v>18</c:v>
                </c:pt>
                <c:pt idx="5391">
                  <c:v>20.5</c:v>
                </c:pt>
                <c:pt idx="5392">
                  <c:v>21</c:v>
                </c:pt>
                <c:pt idx="5393">
                  <c:v>16</c:v>
                </c:pt>
                <c:pt idx="5394">
                  <c:v>13.5</c:v>
                </c:pt>
                <c:pt idx="5395">
                  <c:v>14.5</c:v>
                </c:pt>
                <c:pt idx="5396">
                  <c:v>17</c:v>
                </c:pt>
                <c:pt idx="5397">
                  <c:v>20</c:v>
                </c:pt>
                <c:pt idx="5398">
                  <c:v>19.5</c:v>
                </c:pt>
                <c:pt idx="5399">
                  <c:v>19.5</c:v>
                </c:pt>
                <c:pt idx="5400">
                  <c:v>19</c:v>
                </c:pt>
                <c:pt idx="5401">
                  <c:v>16</c:v>
                </c:pt>
                <c:pt idx="5402">
                  <c:v>18</c:v>
                </c:pt>
                <c:pt idx="5403">
                  <c:v>18.5</c:v>
                </c:pt>
                <c:pt idx="5404">
                  <c:v>18</c:v>
                </c:pt>
                <c:pt idx="5405">
                  <c:v>17.5</c:v>
                </c:pt>
                <c:pt idx="5406">
                  <c:v>18</c:v>
                </c:pt>
                <c:pt idx="5407">
                  <c:v>18</c:v>
                </c:pt>
                <c:pt idx="5408">
                  <c:v>17.5</c:v>
                </c:pt>
                <c:pt idx="5409">
                  <c:v>17</c:v>
                </c:pt>
                <c:pt idx="5410">
                  <c:v>17.5</c:v>
                </c:pt>
                <c:pt idx="5411">
                  <c:v>18</c:v>
                </c:pt>
                <c:pt idx="5412">
                  <c:v>18.5</c:v>
                </c:pt>
                <c:pt idx="5413">
                  <c:v>17</c:v>
                </c:pt>
                <c:pt idx="5414">
                  <c:v>16</c:v>
                </c:pt>
                <c:pt idx="5415">
                  <c:v>13.5</c:v>
                </c:pt>
                <c:pt idx="5416">
                  <c:v>13.5</c:v>
                </c:pt>
                <c:pt idx="5417">
                  <c:v>11.5</c:v>
                </c:pt>
                <c:pt idx="5418">
                  <c:v>10.5</c:v>
                </c:pt>
                <c:pt idx="5419">
                  <c:v>11</c:v>
                </c:pt>
                <c:pt idx="5420">
                  <c:v>11.5</c:v>
                </c:pt>
                <c:pt idx="5421">
                  <c:v>9.5</c:v>
                </c:pt>
                <c:pt idx="5422">
                  <c:v>11</c:v>
                </c:pt>
                <c:pt idx="5423">
                  <c:v>12</c:v>
                </c:pt>
                <c:pt idx="5424">
                  <c:v>10</c:v>
                </c:pt>
                <c:pt idx="5425">
                  <c:v>7.5</c:v>
                </c:pt>
                <c:pt idx="5426">
                  <c:v>6.5</c:v>
                </c:pt>
                <c:pt idx="5427">
                  <c:v>8</c:v>
                </c:pt>
                <c:pt idx="5428">
                  <c:v>8</c:v>
                </c:pt>
                <c:pt idx="5429">
                  <c:v>9.5</c:v>
                </c:pt>
                <c:pt idx="5430">
                  <c:v>10</c:v>
                </c:pt>
                <c:pt idx="5431">
                  <c:v>12</c:v>
                </c:pt>
                <c:pt idx="5432">
                  <c:v>13</c:v>
                </c:pt>
                <c:pt idx="5433">
                  <c:v>12.5</c:v>
                </c:pt>
                <c:pt idx="5434">
                  <c:v>10</c:v>
                </c:pt>
                <c:pt idx="5435">
                  <c:v>8.5</c:v>
                </c:pt>
                <c:pt idx="5436">
                  <c:v>10</c:v>
                </c:pt>
                <c:pt idx="5437">
                  <c:v>12</c:v>
                </c:pt>
                <c:pt idx="5438">
                  <c:v>13.5</c:v>
                </c:pt>
                <c:pt idx="5439">
                  <c:v>14</c:v>
                </c:pt>
                <c:pt idx="5440">
                  <c:v>13.5</c:v>
                </c:pt>
                <c:pt idx="5441">
                  <c:v>14</c:v>
                </c:pt>
                <c:pt idx="5442">
                  <c:v>10.5</c:v>
                </c:pt>
                <c:pt idx="5443">
                  <c:v>8.5</c:v>
                </c:pt>
                <c:pt idx="5444">
                  <c:v>8.5</c:v>
                </c:pt>
                <c:pt idx="5445">
                  <c:v>8.5</c:v>
                </c:pt>
                <c:pt idx="5446">
                  <c:v>8.5</c:v>
                </c:pt>
                <c:pt idx="5447">
                  <c:v>9</c:v>
                </c:pt>
                <c:pt idx="5448">
                  <c:v>7.5</c:v>
                </c:pt>
                <c:pt idx="5449">
                  <c:v>7</c:v>
                </c:pt>
                <c:pt idx="5450">
                  <c:v>8.5</c:v>
                </c:pt>
                <c:pt idx="5451">
                  <c:v>9</c:v>
                </c:pt>
                <c:pt idx="5452">
                  <c:v>9.5</c:v>
                </c:pt>
                <c:pt idx="5453">
                  <c:v>9.5</c:v>
                </c:pt>
                <c:pt idx="5454">
                  <c:v>9</c:v>
                </c:pt>
                <c:pt idx="5455">
                  <c:v>7.5</c:v>
                </c:pt>
                <c:pt idx="5456">
                  <c:v>7</c:v>
                </c:pt>
                <c:pt idx="5457">
                  <c:v>7</c:v>
                </c:pt>
                <c:pt idx="5458">
                  <c:v>9</c:v>
                </c:pt>
                <c:pt idx="5459">
                  <c:v>9</c:v>
                </c:pt>
                <c:pt idx="5460">
                  <c:v>8.5</c:v>
                </c:pt>
                <c:pt idx="5461">
                  <c:v>9.5</c:v>
                </c:pt>
                <c:pt idx="5462">
                  <c:v>7.5</c:v>
                </c:pt>
                <c:pt idx="5463">
                  <c:v>4</c:v>
                </c:pt>
                <c:pt idx="5464">
                  <c:v>3</c:v>
                </c:pt>
                <c:pt idx="5465">
                  <c:v>3.5</c:v>
                </c:pt>
                <c:pt idx="5466">
                  <c:v>5</c:v>
                </c:pt>
                <c:pt idx="5467">
                  <c:v>4</c:v>
                </c:pt>
                <c:pt idx="5468">
                  <c:v>4</c:v>
                </c:pt>
                <c:pt idx="5469">
                  <c:v>3.5</c:v>
                </c:pt>
                <c:pt idx="5470">
                  <c:v>3</c:v>
                </c:pt>
                <c:pt idx="5471">
                  <c:v>4</c:v>
                </c:pt>
                <c:pt idx="5472">
                  <c:v>5</c:v>
                </c:pt>
                <c:pt idx="5473">
                  <c:v>5</c:v>
                </c:pt>
                <c:pt idx="5474">
                  <c:v>3.5</c:v>
                </c:pt>
                <c:pt idx="5475">
                  <c:v>2</c:v>
                </c:pt>
                <c:pt idx="5476">
                  <c:v>0.5</c:v>
                </c:pt>
                <c:pt idx="5477">
                  <c:v>-1</c:v>
                </c:pt>
                <c:pt idx="5478">
                  <c:v>-1.5</c:v>
                </c:pt>
                <c:pt idx="5479">
                  <c:v>0</c:v>
                </c:pt>
                <c:pt idx="5480">
                  <c:v>2</c:v>
                </c:pt>
                <c:pt idx="5481">
                  <c:v>2.5</c:v>
                </c:pt>
                <c:pt idx="5482">
                  <c:v>4</c:v>
                </c:pt>
                <c:pt idx="5483">
                  <c:v>4.5</c:v>
                </c:pt>
                <c:pt idx="5484">
                  <c:v>4.5</c:v>
                </c:pt>
                <c:pt idx="5485">
                  <c:v>4</c:v>
                </c:pt>
                <c:pt idx="5486">
                  <c:v>4.5</c:v>
                </c:pt>
                <c:pt idx="5487">
                  <c:v>2.5</c:v>
                </c:pt>
                <c:pt idx="5488">
                  <c:v>2.5</c:v>
                </c:pt>
                <c:pt idx="5489">
                  <c:v>3</c:v>
                </c:pt>
                <c:pt idx="5490">
                  <c:v>3.5</c:v>
                </c:pt>
                <c:pt idx="5491">
                  <c:v>1.5</c:v>
                </c:pt>
                <c:pt idx="5492">
                  <c:v>1</c:v>
                </c:pt>
                <c:pt idx="5493">
                  <c:v>2</c:v>
                </c:pt>
                <c:pt idx="5494">
                  <c:v>2</c:v>
                </c:pt>
                <c:pt idx="5495">
                  <c:v>2</c:v>
                </c:pt>
                <c:pt idx="5496">
                  <c:v>2.5</c:v>
                </c:pt>
                <c:pt idx="5497">
                  <c:v>2</c:v>
                </c:pt>
                <c:pt idx="5498">
                  <c:v>3.5</c:v>
                </c:pt>
                <c:pt idx="5499">
                  <c:v>4</c:v>
                </c:pt>
                <c:pt idx="5500">
                  <c:v>5</c:v>
                </c:pt>
                <c:pt idx="5501">
                  <c:v>6.5</c:v>
                </c:pt>
                <c:pt idx="5502">
                  <c:v>7.5</c:v>
                </c:pt>
                <c:pt idx="5503">
                  <c:v>6.5</c:v>
                </c:pt>
                <c:pt idx="5504">
                  <c:v>5</c:v>
                </c:pt>
                <c:pt idx="5505">
                  <c:v>5</c:v>
                </c:pt>
                <c:pt idx="5506">
                  <c:v>5.5</c:v>
                </c:pt>
                <c:pt idx="5507">
                  <c:v>6</c:v>
                </c:pt>
                <c:pt idx="5508">
                  <c:v>5</c:v>
                </c:pt>
                <c:pt idx="5509">
                  <c:v>5</c:v>
                </c:pt>
                <c:pt idx="5510">
                  <c:v>3.5</c:v>
                </c:pt>
                <c:pt idx="5511">
                  <c:v>2.5</c:v>
                </c:pt>
                <c:pt idx="5512">
                  <c:v>-3</c:v>
                </c:pt>
                <c:pt idx="5513">
                  <c:v>-7.5</c:v>
                </c:pt>
                <c:pt idx="5514">
                  <c:v>-5.5</c:v>
                </c:pt>
                <c:pt idx="5515">
                  <c:v>-3.5</c:v>
                </c:pt>
                <c:pt idx="5516">
                  <c:v>1</c:v>
                </c:pt>
                <c:pt idx="5517">
                  <c:v>2.5</c:v>
                </c:pt>
                <c:pt idx="5518">
                  <c:v>3.5</c:v>
                </c:pt>
                <c:pt idx="5519">
                  <c:v>4</c:v>
                </c:pt>
                <c:pt idx="5520">
                  <c:v>3.5</c:v>
                </c:pt>
                <c:pt idx="5521">
                  <c:v>3.5</c:v>
                </c:pt>
                <c:pt idx="5522">
                  <c:v>3.5</c:v>
                </c:pt>
                <c:pt idx="5523">
                  <c:v>1.5</c:v>
                </c:pt>
                <c:pt idx="5524">
                  <c:v>0.5</c:v>
                </c:pt>
                <c:pt idx="5525">
                  <c:v>2</c:v>
                </c:pt>
                <c:pt idx="5526">
                  <c:v>-0.5</c:v>
                </c:pt>
                <c:pt idx="5527">
                  <c:v>1</c:v>
                </c:pt>
                <c:pt idx="5528">
                  <c:v>3</c:v>
                </c:pt>
                <c:pt idx="5529">
                  <c:v>2</c:v>
                </c:pt>
                <c:pt idx="5530">
                  <c:v>4</c:v>
                </c:pt>
                <c:pt idx="5531">
                  <c:v>6</c:v>
                </c:pt>
                <c:pt idx="5532">
                  <c:v>8.5</c:v>
                </c:pt>
                <c:pt idx="5533">
                  <c:v>8.5</c:v>
                </c:pt>
                <c:pt idx="5534">
                  <c:v>7.5</c:v>
                </c:pt>
                <c:pt idx="5535">
                  <c:v>6.5</c:v>
                </c:pt>
                <c:pt idx="5536">
                  <c:v>8.5</c:v>
                </c:pt>
                <c:pt idx="5537">
                  <c:v>9</c:v>
                </c:pt>
                <c:pt idx="5538">
                  <c:v>11</c:v>
                </c:pt>
                <c:pt idx="5539">
                  <c:v>12</c:v>
                </c:pt>
                <c:pt idx="5540">
                  <c:v>12</c:v>
                </c:pt>
                <c:pt idx="5541">
                  <c:v>12.5</c:v>
                </c:pt>
                <c:pt idx="5542">
                  <c:v>13</c:v>
                </c:pt>
                <c:pt idx="5543">
                  <c:v>13.5</c:v>
                </c:pt>
                <c:pt idx="5544">
                  <c:v>11</c:v>
                </c:pt>
                <c:pt idx="5545">
                  <c:v>9.5</c:v>
                </c:pt>
                <c:pt idx="5546">
                  <c:v>7</c:v>
                </c:pt>
                <c:pt idx="5547">
                  <c:v>9.5</c:v>
                </c:pt>
                <c:pt idx="5548">
                  <c:v>10.5</c:v>
                </c:pt>
                <c:pt idx="5549">
                  <c:v>10</c:v>
                </c:pt>
                <c:pt idx="5550">
                  <c:v>10</c:v>
                </c:pt>
                <c:pt idx="5551">
                  <c:v>10</c:v>
                </c:pt>
                <c:pt idx="5552">
                  <c:v>11</c:v>
                </c:pt>
                <c:pt idx="5553">
                  <c:v>11.5</c:v>
                </c:pt>
                <c:pt idx="5554">
                  <c:v>11</c:v>
                </c:pt>
                <c:pt idx="5555">
                  <c:v>13</c:v>
                </c:pt>
                <c:pt idx="5556">
                  <c:v>12</c:v>
                </c:pt>
                <c:pt idx="5557">
                  <c:v>12</c:v>
                </c:pt>
                <c:pt idx="5558">
                  <c:v>12</c:v>
                </c:pt>
                <c:pt idx="5559">
                  <c:v>9.5</c:v>
                </c:pt>
                <c:pt idx="5560">
                  <c:v>11</c:v>
                </c:pt>
                <c:pt idx="5561">
                  <c:v>15</c:v>
                </c:pt>
                <c:pt idx="5562">
                  <c:v>14.5</c:v>
                </c:pt>
                <c:pt idx="5563">
                  <c:v>12.5</c:v>
                </c:pt>
                <c:pt idx="5564">
                  <c:v>13.5</c:v>
                </c:pt>
                <c:pt idx="5565">
                  <c:v>15.5</c:v>
                </c:pt>
                <c:pt idx="5566">
                  <c:v>16</c:v>
                </c:pt>
                <c:pt idx="5567">
                  <c:v>16.5</c:v>
                </c:pt>
                <c:pt idx="5568">
                  <c:v>16.5</c:v>
                </c:pt>
                <c:pt idx="5569">
                  <c:v>12</c:v>
                </c:pt>
                <c:pt idx="5570">
                  <c:v>12.5</c:v>
                </c:pt>
                <c:pt idx="5571">
                  <c:v>12.5</c:v>
                </c:pt>
                <c:pt idx="5572">
                  <c:v>10.5</c:v>
                </c:pt>
                <c:pt idx="5573">
                  <c:v>14</c:v>
                </c:pt>
                <c:pt idx="5574">
                  <c:v>14.5</c:v>
                </c:pt>
                <c:pt idx="5575">
                  <c:v>15.5</c:v>
                </c:pt>
                <c:pt idx="5576">
                  <c:v>15.5</c:v>
                </c:pt>
                <c:pt idx="5577">
                  <c:v>17.5</c:v>
                </c:pt>
                <c:pt idx="5578">
                  <c:v>13</c:v>
                </c:pt>
                <c:pt idx="5579">
                  <c:v>9</c:v>
                </c:pt>
                <c:pt idx="5580">
                  <c:v>11</c:v>
                </c:pt>
                <c:pt idx="5581">
                  <c:v>14</c:v>
                </c:pt>
                <c:pt idx="5582">
                  <c:v>14.5</c:v>
                </c:pt>
                <c:pt idx="5583">
                  <c:v>16.5</c:v>
                </c:pt>
                <c:pt idx="5584">
                  <c:v>17</c:v>
                </c:pt>
                <c:pt idx="5585">
                  <c:v>18</c:v>
                </c:pt>
                <c:pt idx="5586">
                  <c:v>17.5</c:v>
                </c:pt>
                <c:pt idx="5587">
                  <c:v>16</c:v>
                </c:pt>
                <c:pt idx="5588">
                  <c:v>15.5</c:v>
                </c:pt>
                <c:pt idx="5589">
                  <c:v>15</c:v>
                </c:pt>
                <c:pt idx="5590">
                  <c:v>17</c:v>
                </c:pt>
                <c:pt idx="5591">
                  <c:v>15</c:v>
                </c:pt>
                <c:pt idx="5592">
                  <c:v>14</c:v>
                </c:pt>
                <c:pt idx="5593">
                  <c:v>15.5</c:v>
                </c:pt>
                <c:pt idx="5594">
                  <c:v>15</c:v>
                </c:pt>
                <c:pt idx="5595">
                  <c:v>17.5</c:v>
                </c:pt>
                <c:pt idx="5596">
                  <c:v>17.5</c:v>
                </c:pt>
                <c:pt idx="5597">
                  <c:v>14</c:v>
                </c:pt>
                <c:pt idx="5598">
                  <c:v>15</c:v>
                </c:pt>
                <c:pt idx="5599">
                  <c:v>15.5</c:v>
                </c:pt>
                <c:pt idx="5600">
                  <c:v>15.5</c:v>
                </c:pt>
                <c:pt idx="5601">
                  <c:v>17.5</c:v>
                </c:pt>
                <c:pt idx="5602">
                  <c:v>17.5</c:v>
                </c:pt>
                <c:pt idx="5603">
                  <c:v>18</c:v>
                </c:pt>
                <c:pt idx="5604">
                  <c:v>18.5</c:v>
                </c:pt>
                <c:pt idx="5605">
                  <c:v>20</c:v>
                </c:pt>
                <c:pt idx="5606">
                  <c:v>20</c:v>
                </c:pt>
                <c:pt idx="5607">
                  <c:v>16.5</c:v>
                </c:pt>
                <c:pt idx="5608">
                  <c:v>16.5</c:v>
                </c:pt>
                <c:pt idx="5609">
                  <c:v>16.5</c:v>
                </c:pt>
                <c:pt idx="5610">
                  <c:v>18.5</c:v>
                </c:pt>
                <c:pt idx="5611">
                  <c:v>18.5</c:v>
                </c:pt>
                <c:pt idx="5612">
                  <c:v>19.5</c:v>
                </c:pt>
                <c:pt idx="5613">
                  <c:v>19.5</c:v>
                </c:pt>
                <c:pt idx="5614">
                  <c:v>18</c:v>
                </c:pt>
                <c:pt idx="5615">
                  <c:v>18.5</c:v>
                </c:pt>
                <c:pt idx="5616">
                  <c:v>20</c:v>
                </c:pt>
                <c:pt idx="5617">
                  <c:v>18.5</c:v>
                </c:pt>
                <c:pt idx="5618">
                  <c:v>17.5</c:v>
                </c:pt>
                <c:pt idx="5619">
                  <c:v>18.5</c:v>
                </c:pt>
                <c:pt idx="5620">
                  <c:v>20.5</c:v>
                </c:pt>
                <c:pt idx="5621">
                  <c:v>20</c:v>
                </c:pt>
                <c:pt idx="5622">
                  <c:v>20.5</c:v>
                </c:pt>
                <c:pt idx="5623">
                  <c:v>22</c:v>
                </c:pt>
                <c:pt idx="5624">
                  <c:v>19.5</c:v>
                </c:pt>
                <c:pt idx="5625">
                  <c:v>21</c:v>
                </c:pt>
                <c:pt idx="5626">
                  <c:v>19</c:v>
                </c:pt>
                <c:pt idx="5627">
                  <c:v>15.5</c:v>
                </c:pt>
                <c:pt idx="5628">
                  <c:v>15.5</c:v>
                </c:pt>
                <c:pt idx="5629">
                  <c:v>17</c:v>
                </c:pt>
                <c:pt idx="5630">
                  <c:v>18</c:v>
                </c:pt>
                <c:pt idx="5631">
                  <c:v>17</c:v>
                </c:pt>
                <c:pt idx="5632">
                  <c:v>18.5</c:v>
                </c:pt>
                <c:pt idx="5633">
                  <c:v>19.5</c:v>
                </c:pt>
                <c:pt idx="5634">
                  <c:v>21.5</c:v>
                </c:pt>
                <c:pt idx="5635">
                  <c:v>18.5</c:v>
                </c:pt>
                <c:pt idx="5636">
                  <c:v>18.5</c:v>
                </c:pt>
                <c:pt idx="5637">
                  <c:v>20.5</c:v>
                </c:pt>
                <c:pt idx="5638">
                  <c:v>21</c:v>
                </c:pt>
                <c:pt idx="5639">
                  <c:v>22.5</c:v>
                </c:pt>
                <c:pt idx="5640">
                  <c:v>23.5</c:v>
                </c:pt>
                <c:pt idx="5641">
                  <c:v>22</c:v>
                </c:pt>
                <c:pt idx="5642">
                  <c:v>20</c:v>
                </c:pt>
                <c:pt idx="5643">
                  <c:v>20.5</c:v>
                </c:pt>
                <c:pt idx="5644">
                  <c:v>21.5</c:v>
                </c:pt>
                <c:pt idx="5645">
                  <c:v>20</c:v>
                </c:pt>
                <c:pt idx="5646">
                  <c:v>22</c:v>
                </c:pt>
                <c:pt idx="5647">
                  <c:v>24.5</c:v>
                </c:pt>
                <c:pt idx="5648">
                  <c:v>26</c:v>
                </c:pt>
                <c:pt idx="5649">
                  <c:v>28</c:v>
                </c:pt>
                <c:pt idx="5650">
                  <c:v>29.5</c:v>
                </c:pt>
                <c:pt idx="5651">
                  <c:v>30</c:v>
                </c:pt>
                <c:pt idx="5652">
                  <c:v>31.5</c:v>
                </c:pt>
                <c:pt idx="5653">
                  <c:v>29.5</c:v>
                </c:pt>
                <c:pt idx="5654">
                  <c:v>28.5</c:v>
                </c:pt>
                <c:pt idx="5655">
                  <c:v>24</c:v>
                </c:pt>
                <c:pt idx="5656">
                  <c:v>24.5</c:v>
                </c:pt>
                <c:pt idx="5657">
                  <c:v>26.5</c:v>
                </c:pt>
                <c:pt idx="5658">
                  <c:v>22.5</c:v>
                </c:pt>
                <c:pt idx="5659">
                  <c:v>23.5</c:v>
                </c:pt>
                <c:pt idx="5660">
                  <c:v>24.5</c:v>
                </c:pt>
                <c:pt idx="5661">
                  <c:v>25</c:v>
                </c:pt>
                <c:pt idx="5662">
                  <c:v>25.5</c:v>
                </c:pt>
                <c:pt idx="5663">
                  <c:v>26.5</c:v>
                </c:pt>
                <c:pt idx="5664">
                  <c:v>27</c:v>
                </c:pt>
                <c:pt idx="5665">
                  <c:v>27</c:v>
                </c:pt>
                <c:pt idx="5666">
                  <c:v>27.5</c:v>
                </c:pt>
                <c:pt idx="5667">
                  <c:v>27.5</c:v>
                </c:pt>
                <c:pt idx="5668">
                  <c:v>23.5</c:v>
                </c:pt>
                <c:pt idx="5669">
                  <c:v>22.5</c:v>
                </c:pt>
                <c:pt idx="5670">
                  <c:v>24.5</c:v>
                </c:pt>
                <c:pt idx="5671">
                  <c:v>26</c:v>
                </c:pt>
                <c:pt idx="5672">
                  <c:v>27</c:v>
                </c:pt>
                <c:pt idx="5673">
                  <c:v>27</c:v>
                </c:pt>
                <c:pt idx="5674">
                  <c:v>28</c:v>
                </c:pt>
                <c:pt idx="5675">
                  <c:v>29.5</c:v>
                </c:pt>
                <c:pt idx="5676">
                  <c:v>24.5</c:v>
                </c:pt>
                <c:pt idx="5677">
                  <c:v>24.5</c:v>
                </c:pt>
                <c:pt idx="5678">
                  <c:v>27</c:v>
                </c:pt>
                <c:pt idx="5679">
                  <c:v>26</c:v>
                </c:pt>
                <c:pt idx="5680">
                  <c:v>29.5</c:v>
                </c:pt>
                <c:pt idx="5681">
                  <c:v>29</c:v>
                </c:pt>
                <c:pt idx="5682">
                  <c:v>25</c:v>
                </c:pt>
                <c:pt idx="5683">
                  <c:v>24.5</c:v>
                </c:pt>
                <c:pt idx="5684">
                  <c:v>23.5</c:v>
                </c:pt>
                <c:pt idx="5685">
                  <c:v>24</c:v>
                </c:pt>
                <c:pt idx="5686">
                  <c:v>24</c:v>
                </c:pt>
                <c:pt idx="5687">
                  <c:v>24.5</c:v>
                </c:pt>
                <c:pt idx="5688">
                  <c:v>25</c:v>
                </c:pt>
                <c:pt idx="5689">
                  <c:v>26.5</c:v>
                </c:pt>
                <c:pt idx="5690">
                  <c:v>28</c:v>
                </c:pt>
                <c:pt idx="5691">
                  <c:v>30.5</c:v>
                </c:pt>
                <c:pt idx="5692">
                  <c:v>31</c:v>
                </c:pt>
                <c:pt idx="5693">
                  <c:v>32.5</c:v>
                </c:pt>
                <c:pt idx="5694">
                  <c:v>33</c:v>
                </c:pt>
                <c:pt idx="5695">
                  <c:v>32.5</c:v>
                </c:pt>
                <c:pt idx="5696">
                  <c:v>30</c:v>
                </c:pt>
                <c:pt idx="5697">
                  <c:v>26.5</c:v>
                </c:pt>
                <c:pt idx="5698">
                  <c:v>24.5</c:v>
                </c:pt>
                <c:pt idx="5699">
                  <c:v>25.5</c:v>
                </c:pt>
                <c:pt idx="5700">
                  <c:v>25</c:v>
                </c:pt>
                <c:pt idx="5701">
                  <c:v>26</c:v>
                </c:pt>
                <c:pt idx="5702">
                  <c:v>27.5</c:v>
                </c:pt>
                <c:pt idx="5703">
                  <c:v>28.5</c:v>
                </c:pt>
                <c:pt idx="5704">
                  <c:v>28.5</c:v>
                </c:pt>
                <c:pt idx="5705">
                  <c:v>28.5</c:v>
                </c:pt>
                <c:pt idx="5706">
                  <c:v>29.5</c:v>
                </c:pt>
                <c:pt idx="5707">
                  <c:v>30.5</c:v>
                </c:pt>
                <c:pt idx="5708">
                  <c:v>32.5</c:v>
                </c:pt>
                <c:pt idx="5709">
                  <c:v>30.5</c:v>
                </c:pt>
                <c:pt idx="5710">
                  <c:v>27</c:v>
                </c:pt>
                <c:pt idx="5711">
                  <c:v>28.5</c:v>
                </c:pt>
                <c:pt idx="5712">
                  <c:v>29.5</c:v>
                </c:pt>
                <c:pt idx="5713">
                  <c:v>29.5</c:v>
                </c:pt>
                <c:pt idx="5714">
                  <c:v>29</c:v>
                </c:pt>
                <c:pt idx="5715">
                  <c:v>24.5</c:v>
                </c:pt>
                <c:pt idx="5716">
                  <c:v>23</c:v>
                </c:pt>
                <c:pt idx="5717">
                  <c:v>23.5</c:v>
                </c:pt>
                <c:pt idx="5718">
                  <c:v>26</c:v>
                </c:pt>
                <c:pt idx="5719">
                  <c:v>27</c:v>
                </c:pt>
                <c:pt idx="5720">
                  <c:v>27.5</c:v>
                </c:pt>
                <c:pt idx="5721">
                  <c:v>28.5</c:v>
                </c:pt>
                <c:pt idx="5722">
                  <c:v>19.5</c:v>
                </c:pt>
                <c:pt idx="5723">
                  <c:v>20</c:v>
                </c:pt>
                <c:pt idx="5724">
                  <c:v>21.5</c:v>
                </c:pt>
                <c:pt idx="5725">
                  <c:v>23.5</c:v>
                </c:pt>
                <c:pt idx="5726">
                  <c:v>24.5</c:v>
                </c:pt>
                <c:pt idx="5727">
                  <c:v>25</c:v>
                </c:pt>
                <c:pt idx="5728">
                  <c:v>25</c:v>
                </c:pt>
                <c:pt idx="5729">
                  <c:v>25.5</c:v>
                </c:pt>
                <c:pt idx="5730">
                  <c:v>22</c:v>
                </c:pt>
                <c:pt idx="5731">
                  <c:v>18.5</c:v>
                </c:pt>
                <c:pt idx="5732">
                  <c:v>16.5</c:v>
                </c:pt>
                <c:pt idx="5733">
                  <c:v>20</c:v>
                </c:pt>
                <c:pt idx="5734">
                  <c:v>19.5</c:v>
                </c:pt>
                <c:pt idx="5735">
                  <c:v>20</c:v>
                </c:pt>
                <c:pt idx="5736">
                  <c:v>19.5</c:v>
                </c:pt>
                <c:pt idx="5737">
                  <c:v>20.5</c:v>
                </c:pt>
                <c:pt idx="5738">
                  <c:v>21.5</c:v>
                </c:pt>
                <c:pt idx="5739">
                  <c:v>22</c:v>
                </c:pt>
                <c:pt idx="5740">
                  <c:v>23</c:v>
                </c:pt>
                <c:pt idx="5741">
                  <c:v>23</c:v>
                </c:pt>
                <c:pt idx="5742">
                  <c:v>22</c:v>
                </c:pt>
                <c:pt idx="5743">
                  <c:v>18.5</c:v>
                </c:pt>
                <c:pt idx="5744">
                  <c:v>17</c:v>
                </c:pt>
                <c:pt idx="5745">
                  <c:v>19.5</c:v>
                </c:pt>
                <c:pt idx="5746">
                  <c:v>21.5</c:v>
                </c:pt>
                <c:pt idx="5747">
                  <c:v>21</c:v>
                </c:pt>
                <c:pt idx="5748">
                  <c:v>20</c:v>
                </c:pt>
                <c:pt idx="5749">
                  <c:v>20</c:v>
                </c:pt>
                <c:pt idx="5750">
                  <c:v>19.5</c:v>
                </c:pt>
                <c:pt idx="5751">
                  <c:v>18</c:v>
                </c:pt>
                <c:pt idx="5752">
                  <c:v>12</c:v>
                </c:pt>
                <c:pt idx="5753">
                  <c:v>13</c:v>
                </c:pt>
                <c:pt idx="5754">
                  <c:v>14.5</c:v>
                </c:pt>
                <c:pt idx="5755">
                  <c:v>16</c:v>
                </c:pt>
                <c:pt idx="5756">
                  <c:v>14.5</c:v>
                </c:pt>
                <c:pt idx="5757">
                  <c:v>15</c:v>
                </c:pt>
                <c:pt idx="5758">
                  <c:v>16.5</c:v>
                </c:pt>
                <c:pt idx="5759">
                  <c:v>16.5</c:v>
                </c:pt>
                <c:pt idx="5760">
                  <c:v>17</c:v>
                </c:pt>
                <c:pt idx="5761">
                  <c:v>17</c:v>
                </c:pt>
                <c:pt idx="5762">
                  <c:v>17</c:v>
                </c:pt>
                <c:pt idx="5763">
                  <c:v>16.5</c:v>
                </c:pt>
                <c:pt idx="5764">
                  <c:v>16</c:v>
                </c:pt>
                <c:pt idx="5765">
                  <c:v>17</c:v>
                </c:pt>
                <c:pt idx="5766">
                  <c:v>18</c:v>
                </c:pt>
                <c:pt idx="5767">
                  <c:v>18.5</c:v>
                </c:pt>
                <c:pt idx="5768">
                  <c:v>15</c:v>
                </c:pt>
                <c:pt idx="5769">
                  <c:v>15</c:v>
                </c:pt>
                <c:pt idx="5770">
                  <c:v>14</c:v>
                </c:pt>
                <c:pt idx="5771">
                  <c:v>12.5</c:v>
                </c:pt>
                <c:pt idx="5772">
                  <c:v>11.5</c:v>
                </c:pt>
                <c:pt idx="5773">
                  <c:v>10.5</c:v>
                </c:pt>
                <c:pt idx="5774">
                  <c:v>10</c:v>
                </c:pt>
                <c:pt idx="5775">
                  <c:v>8</c:v>
                </c:pt>
                <c:pt idx="5776">
                  <c:v>9</c:v>
                </c:pt>
                <c:pt idx="5777">
                  <c:v>10.5</c:v>
                </c:pt>
                <c:pt idx="5778">
                  <c:v>11</c:v>
                </c:pt>
                <c:pt idx="5779">
                  <c:v>9</c:v>
                </c:pt>
                <c:pt idx="5780">
                  <c:v>8</c:v>
                </c:pt>
                <c:pt idx="5781">
                  <c:v>11</c:v>
                </c:pt>
                <c:pt idx="5782">
                  <c:v>13.5</c:v>
                </c:pt>
                <c:pt idx="5783">
                  <c:v>15</c:v>
                </c:pt>
                <c:pt idx="5784">
                  <c:v>15.5</c:v>
                </c:pt>
                <c:pt idx="5785">
                  <c:v>15</c:v>
                </c:pt>
                <c:pt idx="5786">
                  <c:v>14.5</c:v>
                </c:pt>
                <c:pt idx="5787">
                  <c:v>14.5</c:v>
                </c:pt>
                <c:pt idx="5788">
                  <c:v>13.5</c:v>
                </c:pt>
                <c:pt idx="5789">
                  <c:v>11</c:v>
                </c:pt>
                <c:pt idx="5790">
                  <c:v>11.5</c:v>
                </c:pt>
                <c:pt idx="5791">
                  <c:v>12</c:v>
                </c:pt>
                <c:pt idx="5792">
                  <c:v>13</c:v>
                </c:pt>
                <c:pt idx="5793">
                  <c:v>10.5</c:v>
                </c:pt>
                <c:pt idx="5794">
                  <c:v>9.5</c:v>
                </c:pt>
                <c:pt idx="5795">
                  <c:v>9.5</c:v>
                </c:pt>
                <c:pt idx="5796">
                  <c:v>9.5</c:v>
                </c:pt>
                <c:pt idx="5797">
                  <c:v>11</c:v>
                </c:pt>
                <c:pt idx="5798">
                  <c:v>11</c:v>
                </c:pt>
                <c:pt idx="5799">
                  <c:v>10</c:v>
                </c:pt>
                <c:pt idx="5800">
                  <c:v>7</c:v>
                </c:pt>
                <c:pt idx="5801">
                  <c:v>7</c:v>
                </c:pt>
                <c:pt idx="5802">
                  <c:v>7.5</c:v>
                </c:pt>
                <c:pt idx="5803">
                  <c:v>7.5</c:v>
                </c:pt>
                <c:pt idx="5804">
                  <c:v>7.5</c:v>
                </c:pt>
                <c:pt idx="5805">
                  <c:v>7</c:v>
                </c:pt>
                <c:pt idx="5806">
                  <c:v>6</c:v>
                </c:pt>
                <c:pt idx="5807">
                  <c:v>6</c:v>
                </c:pt>
                <c:pt idx="5808">
                  <c:v>5</c:v>
                </c:pt>
                <c:pt idx="5809">
                  <c:v>4.5</c:v>
                </c:pt>
                <c:pt idx="5810">
                  <c:v>4.5</c:v>
                </c:pt>
                <c:pt idx="5811">
                  <c:v>5.5</c:v>
                </c:pt>
                <c:pt idx="5812">
                  <c:v>7.5</c:v>
                </c:pt>
                <c:pt idx="5813">
                  <c:v>8</c:v>
                </c:pt>
                <c:pt idx="5814">
                  <c:v>7.5</c:v>
                </c:pt>
                <c:pt idx="5815">
                  <c:v>8</c:v>
                </c:pt>
                <c:pt idx="5816">
                  <c:v>5.5</c:v>
                </c:pt>
                <c:pt idx="5817">
                  <c:v>6.5</c:v>
                </c:pt>
                <c:pt idx="5818">
                  <c:v>8.5</c:v>
                </c:pt>
                <c:pt idx="5819">
                  <c:v>5</c:v>
                </c:pt>
                <c:pt idx="5820">
                  <c:v>4</c:v>
                </c:pt>
                <c:pt idx="5821">
                  <c:v>5</c:v>
                </c:pt>
                <c:pt idx="5822">
                  <c:v>5.5</c:v>
                </c:pt>
                <c:pt idx="5823">
                  <c:v>6</c:v>
                </c:pt>
                <c:pt idx="5824">
                  <c:v>7.5</c:v>
                </c:pt>
                <c:pt idx="5825">
                  <c:v>7</c:v>
                </c:pt>
                <c:pt idx="5826">
                  <c:v>6</c:v>
                </c:pt>
                <c:pt idx="5827">
                  <c:v>6</c:v>
                </c:pt>
                <c:pt idx="5828">
                  <c:v>6</c:v>
                </c:pt>
                <c:pt idx="5829">
                  <c:v>3</c:v>
                </c:pt>
                <c:pt idx="5830">
                  <c:v>3.5</c:v>
                </c:pt>
                <c:pt idx="5831">
                  <c:v>5</c:v>
                </c:pt>
                <c:pt idx="5832">
                  <c:v>6</c:v>
                </c:pt>
                <c:pt idx="5833">
                  <c:v>5.5</c:v>
                </c:pt>
                <c:pt idx="5834">
                  <c:v>2.5</c:v>
                </c:pt>
                <c:pt idx="5835">
                  <c:v>2.5</c:v>
                </c:pt>
                <c:pt idx="5836">
                  <c:v>3.5</c:v>
                </c:pt>
                <c:pt idx="5837">
                  <c:v>5</c:v>
                </c:pt>
                <c:pt idx="5838">
                  <c:v>5</c:v>
                </c:pt>
                <c:pt idx="5839">
                  <c:v>5</c:v>
                </c:pt>
                <c:pt idx="5840">
                  <c:v>5</c:v>
                </c:pt>
                <c:pt idx="5841">
                  <c:v>5</c:v>
                </c:pt>
                <c:pt idx="5842">
                  <c:v>6.5</c:v>
                </c:pt>
                <c:pt idx="5843">
                  <c:v>7.5</c:v>
                </c:pt>
                <c:pt idx="5844">
                  <c:v>8</c:v>
                </c:pt>
                <c:pt idx="5845">
                  <c:v>7.5</c:v>
                </c:pt>
                <c:pt idx="5846">
                  <c:v>5</c:v>
                </c:pt>
                <c:pt idx="5847">
                  <c:v>4.5</c:v>
                </c:pt>
                <c:pt idx="5848">
                  <c:v>5.5</c:v>
                </c:pt>
                <c:pt idx="5849">
                  <c:v>5.5</c:v>
                </c:pt>
                <c:pt idx="5850">
                  <c:v>5.5</c:v>
                </c:pt>
                <c:pt idx="5851">
                  <c:v>7</c:v>
                </c:pt>
                <c:pt idx="5852">
                  <c:v>6</c:v>
                </c:pt>
                <c:pt idx="5853">
                  <c:v>3.5</c:v>
                </c:pt>
                <c:pt idx="5854">
                  <c:v>2.5</c:v>
                </c:pt>
                <c:pt idx="5855">
                  <c:v>3.5</c:v>
                </c:pt>
                <c:pt idx="5856">
                  <c:v>3</c:v>
                </c:pt>
                <c:pt idx="5857">
                  <c:v>3.5</c:v>
                </c:pt>
                <c:pt idx="5858">
                  <c:v>2.5</c:v>
                </c:pt>
                <c:pt idx="5859">
                  <c:v>0.5</c:v>
                </c:pt>
                <c:pt idx="5860">
                  <c:v>-1</c:v>
                </c:pt>
                <c:pt idx="5861">
                  <c:v>0.5</c:v>
                </c:pt>
                <c:pt idx="5862">
                  <c:v>1.5</c:v>
                </c:pt>
                <c:pt idx="5863">
                  <c:v>2.5</c:v>
                </c:pt>
                <c:pt idx="5864">
                  <c:v>-1</c:v>
                </c:pt>
                <c:pt idx="5865">
                  <c:v>-3</c:v>
                </c:pt>
                <c:pt idx="5866">
                  <c:v>-5.5</c:v>
                </c:pt>
                <c:pt idx="5867">
                  <c:v>-6</c:v>
                </c:pt>
                <c:pt idx="5868">
                  <c:v>-4</c:v>
                </c:pt>
                <c:pt idx="5869">
                  <c:v>-4</c:v>
                </c:pt>
                <c:pt idx="5870">
                  <c:v>-3.5</c:v>
                </c:pt>
                <c:pt idx="5871">
                  <c:v>-1</c:v>
                </c:pt>
                <c:pt idx="5872">
                  <c:v>-1</c:v>
                </c:pt>
                <c:pt idx="5873">
                  <c:v>0</c:v>
                </c:pt>
                <c:pt idx="5874">
                  <c:v>-1</c:v>
                </c:pt>
                <c:pt idx="5875">
                  <c:v>-0.5</c:v>
                </c:pt>
                <c:pt idx="5876">
                  <c:v>0</c:v>
                </c:pt>
                <c:pt idx="5877">
                  <c:v>-0.5</c:v>
                </c:pt>
                <c:pt idx="5878">
                  <c:v>-2.5</c:v>
                </c:pt>
                <c:pt idx="5879">
                  <c:v>-4</c:v>
                </c:pt>
                <c:pt idx="5880">
                  <c:v>-3.5</c:v>
                </c:pt>
                <c:pt idx="5881">
                  <c:v>-4.5</c:v>
                </c:pt>
                <c:pt idx="5882">
                  <c:v>-5</c:v>
                </c:pt>
                <c:pt idx="5883">
                  <c:v>-5</c:v>
                </c:pt>
                <c:pt idx="5884">
                  <c:v>-8.5</c:v>
                </c:pt>
                <c:pt idx="5885">
                  <c:v>-10</c:v>
                </c:pt>
                <c:pt idx="5886">
                  <c:v>-10</c:v>
                </c:pt>
                <c:pt idx="5887">
                  <c:v>-8</c:v>
                </c:pt>
                <c:pt idx="5888">
                  <c:v>-7</c:v>
                </c:pt>
                <c:pt idx="5889">
                  <c:v>-4</c:v>
                </c:pt>
                <c:pt idx="5890">
                  <c:v>-1</c:v>
                </c:pt>
                <c:pt idx="5891">
                  <c:v>-5.5</c:v>
                </c:pt>
                <c:pt idx="5892">
                  <c:v>1</c:v>
                </c:pt>
                <c:pt idx="5893">
                  <c:v>-0.5</c:v>
                </c:pt>
                <c:pt idx="5894">
                  <c:v>1</c:v>
                </c:pt>
                <c:pt idx="5895">
                  <c:v>2.5</c:v>
                </c:pt>
                <c:pt idx="5896">
                  <c:v>2.5</c:v>
                </c:pt>
                <c:pt idx="5897">
                  <c:v>3</c:v>
                </c:pt>
                <c:pt idx="5898">
                  <c:v>0</c:v>
                </c:pt>
                <c:pt idx="5899">
                  <c:v>-3</c:v>
                </c:pt>
                <c:pt idx="5900">
                  <c:v>-4</c:v>
                </c:pt>
                <c:pt idx="5901">
                  <c:v>-2</c:v>
                </c:pt>
                <c:pt idx="5902">
                  <c:v>0.5</c:v>
                </c:pt>
                <c:pt idx="5903">
                  <c:v>2</c:v>
                </c:pt>
                <c:pt idx="5904">
                  <c:v>3.5</c:v>
                </c:pt>
                <c:pt idx="5905">
                  <c:v>4.5</c:v>
                </c:pt>
                <c:pt idx="5906">
                  <c:v>5</c:v>
                </c:pt>
                <c:pt idx="5907">
                  <c:v>5.5</c:v>
                </c:pt>
                <c:pt idx="5908">
                  <c:v>6</c:v>
                </c:pt>
                <c:pt idx="5909">
                  <c:v>8.5</c:v>
                </c:pt>
                <c:pt idx="5910">
                  <c:v>8.5</c:v>
                </c:pt>
                <c:pt idx="5911">
                  <c:v>9</c:v>
                </c:pt>
                <c:pt idx="5912">
                  <c:v>11.5</c:v>
                </c:pt>
                <c:pt idx="5913">
                  <c:v>13</c:v>
                </c:pt>
                <c:pt idx="5914">
                  <c:v>14</c:v>
                </c:pt>
                <c:pt idx="5915">
                  <c:v>12.5</c:v>
                </c:pt>
                <c:pt idx="5916">
                  <c:v>10.5</c:v>
                </c:pt>
                <c:pt idx="5917">
                  <c:v>10.5</c:v>
                </c:pt>
                <c:pt idx="5918">
                  <c:v>12</c:v>
                </c:pt>
                <c:pt idx="5919">
                  <c:v>11.5</c:v>
                </c:pt>
                <c:pt idx="5920">
                  <c:v>11.5</c:v>
                </c:pt>
                <c:pt idx="5921">
                  <c:v>11</c:v>
                </c:pt>
                <c:pt idx="5922">
                  <c:v>13.5</c:v>
                </c:pt>
                <c:pt idx="5923">
                  <c:v>13.5</c:v>
                </c:pt>
                <c:pt idx="5924">
                  <c:v>12</c:v>
                </c:pt>
                <c:pt idx="5925">
                  <c:v>13</c:v>
                </c:pt>
                <c:pt idx="5926">
                  <c:v>12.5</c:v>
                </c:pt>
                <c:pt idx="5927">
                  <c:v>13</c:v>
                </c:pt>
                <c:pt idx="5928">
                  <c:v>13.5</c:v>
                </c:pt>
                <c:pt idx="5929">
                  <c:v>13</c:v>
                </c:pt>
                <c:pt idx="5930">
                  <c:v>13.5</c:v>
                </c:pt>
                <c:pt idx="5931">
                  <c:v>13</c:v>
                </c:pt>
                <c:pt idx="5932">
                  <c:v>12.5</c:v>
                </c:pt>
                <c:pt idx="5933">
                  <c:v>13.5</c:v>
                </c:pt>
                <c:pt idx="5934">
                  <c:v>14</c:v>
                </c:pt>
                <c:pt idx="5935">
                  <c:v>11.5</c:v>
                </c:pt>
                <c:pt idx="5936">
                  <c:v>12</c:v>
                </c:pt>
                <c:pt idx="5937">
                  <c:v>13</c:v>
                </c:pt>
                <c:pt idx="5938">
                  <c:v>11.5</c:v>
                </c:pt>
                <c:pt idx="5939">
                  <c:v>12.5</c:v>
                </c:pt>
                <c:pt idx="5940">
                  <c:v>11</c:v>
                </c:pt>
                <c:pt idx="5941">
                  <c:v>12.5</c:v>
                </c:pt>
                <c:pt idx="5942">
                  <c:v>10.5</c:v>
                </c:pt>
                <c:pt idx="5943">
                  <c:v>13</c:v>
                </c:pt>
                <c:pt idx="5944">
                  <c:v>11.5</c:v>
                </c:pt>
                <c:pt idx="5945">
                  <c:v>12.5</c:v>
                </c:pt>
                <c:pt idx="5946">
                  <c:v>11.5</c:v>
                </c:pt>
                <c:pt idx="5947">
                  <c:v>14</c:v>
                </c:pt>
                <c:pt idx="5948">
                  <c:v>12.5</c:v>
                </c:pt>
                <c:pt idx="5949">
                  <c:v>9</c:v>
                </c:pt>
                <c:pt idx="5950">
                  <c:v>8.5</c:v>
                </c:pt>
                <c:pt idx="5951">
                  <c:v>10.5</c:v>
                </c:pt>
                <c:pt idx="5952">
                  <c:v>9</c:v>
                </c:pt>
                <c:pt idx="5953">
                  <c:v>8</c:v>
                </c:pt>
                <c:pt idx="5954">
                  <c:v>8.5</c:v>
                </c:pt>
                <c:pt idx="5955">
                  <c:v>11.5</c:v>
                </c:pt>
                <c:pt idx="5956">
                  <c:v>15</c:v>
                </c:pt>
                <c:pt idx="5957">
                  <c:v>16</c:v>
                </c:pt>
                <c:pt idx="5958">
                  <c:v>15</c:v>
                </c:pt>
                <c:pt idx="5959">
                  <c:v>12</c:v>
                </c:pt>
                <c:pt idx="5960">
                  <c:v>11.5</c:v>
                </c:pt>
                <c:pt idx="5961">
                  <c:v>13.5</c:v>
                </c:pt>
                <c:pt idx="5962">
                  <c:v>16</c:v>
                </c:pt>
                <c:pt idx="5963">
                  <c:v>17.5</c:v>
                </c:pt>
                <c:pt idx="5964">
                  <c:v>19</c:v>
                </c:pt>
                <c:pt idx="5965">
                  <c:v>21</c:v>
                </c:pt>
                <c:pt idx="5966">
                  <c:v>21.5</c:v>
                </c:pt>
                <c:pt idx="5967">
                  <c:v>19</c:v>
                </c:pt>
                <c:pt idx="5968">
                  <c:v>19.5</c:v>
                </c:pt>
                <c:pt idx="5969">
                  <c:v>20.5</c:v>
                </c:pt>
                <c:pt idx="5970">
                  <c:v>21.5</c:v>
                </c:pt>
                <c:pt idx="5971">
                  <c:v>19</c:v>
                </c:pt>
                <c:pt idx="5972">
                  <c:v>19</c:v>
                </c:pt>
                <c:pt idx="5973">
                  <c:v>15</c:v>
                </c:pt>
                <c:pt idx="5974">
                  <c:v>17</c:v>
                </c:pt>
                <c:pt idx="5975">
                  <c:v>19</c:v>
                </c:pt>
                <c:pt idx="5976">
                  <c:v>20.5</c:v>
                </c:pt>
                <c:pt idx="5977">
                  <c:v>20</c:v>
                </c:pt>
                <c:pt idx="5978">
                  <c:v>20.5</c:v>
                </c:pt>
                <c:pt idx="5979">
                  <c:v>21</c:v>
                </c:pt>
                <c:pt idx="5980">
                  <c:v>18</c:v>
                </c:pt>
                <c:pt idx="5981">
                  <c:v>21.5</c:v>
                </c:pt>
                <c:pt idx="5982">
                  <c:v>23.5</c:v>
                </c:pt>
                <c:pt idx="5983">
                  <c:v>25</c:v>
                </c:pt>
                <c:pt idx="5984">
                  <c:v>23</c:v>
                </c:pt>
                <c:pt idx="5985">
                  <c:v>24.5</c:v>
                </c:pt>
                <c:pt idx="5986">
                  <c:v>25</c:v>
                </c:pt>
                <c:pt idx="5987">
                  <c:v>25.5</c:v>
                </c:pt>
                <c:pt idx="5988">
                  <c:v>27.5</c:v>
                </c:pt>
                <c:pt idx="5989">
                  <c:v>27</c:v>
                </c:pt>
                <c:pt idx="5990">
                  <c:v>26</c:v>
                </c:pt>
                <c:pt idx="5991">
                  <c:v>26</c:v>
                </c:pt>
                <c:pt idx="5992">
                  <c:v>26</c:v>
                </c:pt>
                <c:pt idx="5993">
                  <c:v>26</c:v>
                </c:pt>
                <c:pt idx="5994">
                  <c:v>23.5</c:v>
                </c:pt>
                <c:pt idx="5995">
                  <c:v>26</c:v>
                </c:pt>
                <c:pt idx="5996">
                  <c:v>26.5</c:v>
                </c:pt>
                <c:pt idx="5997">
                  <c:v>28</c:v>
                </c:pt>
                <c:pt idx="5998">
                  <c:v>28.5</c:v>
                </c:pt>
                <c:pt idx="5999">
                  <c:v>29.5</c:v>
                </c:pt>
                <c:pt idx="6000">
                  <c:v>29.5</c:v>
                </c:pt>
                <c:pt idx="6001">
                  <c:v>21</c:v>
                </c:pt>
                <c:pt idx="6002">
                  <c:v>23.5</c:v>
                </c:pt>
                <c:pt idx="6003">
                  <c:v>23.5</c:v>
                </c:pt>
                <c:pt idx="6004">
                  <c:v>22.5</c:v>
                </c:pt>
                <c:pt idx="6005">
                  <c:v>22</c:v>
                </c:pt>
                <c:pt idx="6006">
                  <c:v>23.5</c:v>
                </c:pt>
                <c:pt idx="6007">
                  <c:v>26</c:v>
                </c:pt>
                <c:pt idx="6008">
                  <c:v>25.5</c:v>
                </c:pt>
                <c:pt idx="6009">
                  <c:v>24</c:v>
                </c:pt>
                <c:pt idx="6010">
                  <c:v>24</c:v>
                </c:pt>
                <c:pt idx="6011">
                  <c:v>22.5</c:v>
                </c:pt>
                <c:pt idx="6012">
                  <c:v>23.5</c:v>
                </c:pt>
                <c:pt idx="6013">
                  <c:v>24</c:v>
                </c:pt>
                <c:pt idx="6014">
                  <c:v>25</c:v>
                </c:pt>
                <c:pt idx="6015">
                  <c:v>25.5</c:v>
                </c:pt>
                <c:pt idx="6016">
                  <c:v>25</c:v>
                </c:pt>
                <c:pt idx="6017">
                  <c:v>24</c:v>
                </c:pt>
                <c:pt idx="6018">
                  <c:v>24.5</c:v>
                </c:pt>
                <c:pt idx="6019">
                  <c:v>27</c:v>
                </c:pt>
                <c:pt idx="6020">
                  <c:v>27.5</c:v>
                </c:pt>
                <c:pt idx="6021">
                  <c:v>29</c:v>
                </c:pt>
                <c:pt idx="6022">
                  <c:v>28.5</c:v>
                </c:pt>
                <c:pt idx="6023">
                  <c:v>30</c:v>
                </c:pt>
                <c:pt idx="6024">
                  <c:v>30</c:v>
                </c:pt>
                <c:pt idx="6025">
                  <c:v>29.5</c:v>
                </c:pt>
                <c:pt idx="6026">
                  <c:v>23.5</c:v>
                </c:pt>
                <c:pt idx="6027">
                  <c:v>26.5</c:v>
                </c:pt>
                <c:pt idx="6028">
                  <c:v>26.5</c:v>
                </c:pt>
                <c:pt idx="6029">
                  <c:v>26.5</c:v>
                </c:pt>
                <c:pt idx="6030">
                  <c:v>28</c:v>
                </c:pt>
                <c:pt idx="6031">
                  <c:v>28.5</c:v>
                </c:pt>
                <c:pt idx="6032">
                  <c:v>29.5</c:v>
                </c:pt>
                <c:pt idx="6033">
                  <c:v>30</c:v>
                </c:pt>
                <c:pt idx="6034">
                  <c:v>30.5</c:v>
                </c:pt>
                <c:pt idx="6035">
                  <c:v>31</c:v>
                </c:pt>
                <c:pt idx="6036">
                  <c:v>30</c:v>
                </c:pt>
                <c:pt idx="6037">
                  <c:v>30</c:v>
                </c:pt>
                <c:pt idx="6038">
                  <c:v>30.5</c:v>
                </c:pt>
                <c:pt idx="6039">
                  <c:v>32</c:v>
                </c:pt>
                <c:pt idx="6040">
                  <c:v>32</c:v>
                </c:pt>
                <c:pt idx="6041">
                  <c:v>32</c:v>
                </c:pt>
                <c:pt idx="6042">
                  <c:v>30.5</c:v>
                </c:pt>
                <c:pt idx="6043">
                  <c:v>28.5</c:v>
                </c:pt>
                <c:pt idx="6044">
                  <c:v>22.5</c:v>
                </c:pt>
                <c:pt idx="6045">
                  <c:v>23</c:v>
                </c:pt>
                <c:pt idx="6046">
                  <c:v>24</c:v>
                </c:pt>
                <c:pt idx="6047">
                  <c:v>25</c:v>
                </c:pt>
                <c:pt idx="6048">
                  <c:v>27.5</c:v>
                </c:pt>
                <c:pt idx="6049">
                  <c:v>28.5</c:v>
                </c:pt>
                <c:pt idx="6050">
                  <c:v>27</c:v>
                </c:pt>
                <c:pt idx="6051">
                  <c:v>26.5</c:v>
                </c:pt>
                <c:pt idx="6052">
                  <c:v>25</c:v>
                </c:pt>
                <c:pt idx="6053">
                  <c:v>26.5</c:v>
                </c:pt>
                <c:pt idx="6054">
                  <c:v>27</c:v>
                </c:pt>
                <c:pt idx="6055">
                  <c:v>28</c:v>
                </c:pt>
                <c:pt idx="6056">
                  <c:v>28</c:v>
                </c:pt>
                <c:pt idx="6057">
                  <c:v>29</c:v>
                </c:pt>
                <c:pt idx="6058">
                  <c:v>29.5</c:v>
                </c:pt>
                <c:pt idx="6059">
                  <c:v>28.5</c:v>
                </c:pt>
                <c:pt idx="6060">
                  <c:v>22.5</c:v>
                </c:pt>
                <c:pt idx="6061">
                  <c:v>24</c:v>
                </c:pt>
                <c:pt idx="6062">
                  <c:v>21.5</c:v>
                </c:pt>
                <c:pt idx="6063">
                  <c:v>24.5</c:v>
                </c:pt>
                <c:pt idx="6064">
                  <c:v>24</c:v>
                </c:pt>
                <c:pt idx="6065">
                  <c:v>24.5</c:v>
                </c:pt>
                <c:pt idx="6066">
                  <c:v>25.5</c:v>
                </c:pt>
                <c:pt idx="6067">
                  <c:v>25.5</c:v>
                </c:pt>
                <c:pt idx="6068">
                  <c:v>23</c:v>
                </c:pt>
                <c:pt idx="6069">
                  <c:v>22.5</c:v>
                </c:pt>
                <c:pt idx="6070">
                  <c:v>23.5</c:v>
                </c:pt>
                <c:pt idx="6071">
                  <c:v>21.5</c:v>
                </c:pt>
                <c:pt idx="6072">
                  <c:v>23.5</c:v>
                </c:pt>
                <c:pt idx="6073">
                  <c:v>24</c:v>
                </c:pt>
                <c:pt idx="6074">
                  <c:v>25.5</c:v>
                </c:pt>
                <c:pt idx="6075">
                  <c:v>25.5</c:v>
                </c:pt>
                <c:pt idx="6076">
                  <c:v>24</c:v>
                </c:pt>
                <c:pt idx="6077">
                  <c:v>23</c:v>
                </c:pt>
                <c:pt idx="6078">
                  <c:v>23</c:v>
                </c:pt>
                <c:pt idx="6079">
                  <c:v>22.5</c:v>
                </c:pt>
                <c:pt idx="6080">
                  <c:v>23.5</c:v>
                </c:pt>
                <c:pt idx="6081">
                  <c:v>23.5</c:v>
                </c:pt>
                <c:pt idx="6082">
                  <c:v>25.5</c:v>
                </c:pt>
                <c:pt idx="6083">
                  <c:v>26</c:v>
                </c:pt>
                <c:pt idx="6084">
                  <c:v>26.5</c:v>
                </c:pt>
                <c:pt idx="6085">
                  <c:v>27.5</c:v>
                </c:pt>
                <c:pt idx="6086">
                  <c:v>28.5</c:v>
                </c:pt>
                <c:pt idx="6087">
                  <c:v>29.5</c:v>
                </c:pt>
                <c:pt idx="6088">
                  <c:v>26.5</c:v>
                </c:pt>
                <c:pt idx="6089">
                  <c:v>25.5</c:v>
                </c:pt>
                <c:pt idx="6090">
                  <c:v>25</c:v>
                </c:pt>
                <c:pt idx="6091">
                  <c:v>26</c:v>
                </c:pt>
                <c:pt idx="6092">
                  <c:v>23.5</c:v>
                </c:pt>
                <c:pt idx="6093">
                  <c:v>18.5</c:v>
                </c:pt>
                <c:pt idx="6094">
                  <c:v>18.5</c:v>
                </c:pt>
                <c:pt idx="6095">
                  <c:v>20.5</c:v>
                </c:pt>
                <c:pt idx="6096">
                  <c:v>22</c:v>
                </c:pt>
                <c:pt idx="6097">
                  <c:v>22.5</c:v>
                </c:pt>
                <c:pt idx="6098">
                  <c:v>23</c:v>
                </c:pt>
                <c:pt idx="6099">
                  <c:v>18.5</c:v>
                </c:pt>
                <c:pt idx="6100">
                  <c:v>19</c:v>
                </c:pt>
                <c:pt idx="6101">
                  <c:v>20.5</c:v>
                </c:pt>
                <c:pt idx="6102">
                  <c:v>19</c:v>
                </c:pt>
                <c:pt idx="6103">
                  <c:v>20</c:v>
                </c:pt>
                <c:pt idx="6104">
                  <c:v>17.5</c:v>
                </c:pt>
                <c:pt idx="6105">
                  <c:v>17</c:v>
                </c:pt>
                <c:pt idx="6106">
                  <c:v>17</c:v>
                </c:pt>
                <c:pt idx="6107">
                  <c:v>17.5</c:v>
                </c:pt>
                <c:pt idx="6108">
                  <c:v>18.5</c:v>
                </c:pt>
                <c:pt idx="6109">
                  <c:v>19</c:v>
                </c:pt>
                <c:pt idx="6110">
                  <c:v>20</c:v>
                </c:pt>
                <c:pt idx="6111">
                  <c:v>17</c:v>
                </c:pt>
                <c:pt idx="6112">
                  <c:v>19</c:v>
                </c:pt>
                <c:pt idx="6113">
                  <c:v>18.5</c:v>
                </c:pt>
                <c:pt idx="6114">
                  <c:v>17.5</c:v>
                </c:pt>
                <c:pt idx="6115">
                  <c:v>16</c:v>
                </c:pt>
                <c:pt idx="6116">
                  <c:v>16</c:v>
                </c:pt>
                <c:pt idx="6117">
                  <c:v>16.5</c:v>
                </c:pt>
                <c:pt idx="6118">
                  <c:v>18.5</c:v>
                </c:pt>
                <c:pt idx="6119">
                  <c:v>20</c:v>
                </c:pt>
                <c:pt idx="6120">
                  <c:v>21</c:v>
                </c:pt>
                <c:pt idx="6121">
                  <c:v>21</c:v>
                </c:pt>
                <c:pt idx="6122">
                  <c:v>20</c:v>
                </c:pt>
                <c:pt idx="6123">
                  <c:v>20</c:v>
                </c:pt>
                <c:pt idx="6124">
                  <c:v>18.5</c:v>
                </c:pt>
                <c:pt idx="6125">
                  <c:v>17</c:v>
                </c:pt>
                <c:pt idx="6126">
                  <c:v>15.5</c:v>
                </c:pt>
                <c:pt idx="6127">
                  <c:v>16</c:v>
                </c:pt>
                <c:pt idx="6128">
                  <c:v>15.5</c:v>
                </c:pt>
                <c:pt idx="6129">
                  <c:v>17.5</c:v>
                </c:pt>
                <c:pt idx="6130">
                  <c:v>17.5</c:v>
                </c:pt>
                <c:pt idx="6131">
                  <c:v>17.5</c:v>
                </c:pt>
                <c:pt idx="6132">
                  <c:v>17.5</c:v>
                </c:pt>
                <c:pt idx="6133">
                  <c:v>18</c:v>
                </c:pt>
                <c:pt idx="6134">
                  <c:v>16</c:v>
                </c:pt>
                <c:pt idx="6135">
                  <c:v>15</c:v>
                </c:pt>
                <c:pt idx="6136">
                  <c:v>15</c:v>
                </c:pt>
                <c:pt idx="6137">
                  <c:v>14.5</c:v>
                </c:pt>
                <c:pt idx="6138">
                  <c:v>15</c:v>
                </c:pt>
                <c:pt idx="6139">
                  <c:v>13.5</c:v>
                </c:pt>
                <c:pt idx="6140">
                  <c:v>14.5</c:v>
                </c:pt>
                <c:pt idx="6141">
                  <c:v>10.5</c:v>
                </c:pt>
                <c:pt idx="6142">
                  <c:v>12</c:v>
                </c:pt>
                <c:pt idx="6143">
                  <c:v>12</c:v>
                </c:pt>
                <c:pt idx="6144">
                  <c:v>13</c:v>
                </c:pt>
                <c:pt idx="6145">
                  <c:v>14</c:v>
                </c:pt>
                <c:pt idx="6146">
                  <c:v>11</c:v>
                </c:pt>
                <c:pt idx="6147">
                  <c:v>6.5</c:v>
                </c:pt>
                <c:pt idx="6148">
                  <c:v>6</c:v>
                </c:pt>
                <c:pt idx="6149">
                  <c:v>7.5</c:v>
                </c:pt>
                <c:pt idx="6150">
                  <c:v>9.5</c:v>
                </c:pt>
                <c:pt idx="6151">
                  <c:v>8.5</c:v>
                </c:pt>
                <c:pt idx="6152">
                  <c:v>10</c:v>
                </c:pt>
                <c:pt idx="6153">
                  <c:v>11</c:v>
                </c:pt>
                <c:pt idx="6154">
                  <c:v>11.5</c:v>
                </c:pt>
                <c:pt idx="6155">
                  <c:v>11</c:v>
                </c:pt>
                <c:pt idx="6156">
                  <c:v>11</c:v>
                </c:pt>
                <c:pt idx="6157">
                  <c:v>12</c:v>
                </c:pt>
                <c:pt idx="6158">
                  <c:v>13</c:v>
                </c:pt>
                <c:pt idx="6159">
                  <c:v>14.5</c:v>
                </c:pt>
                <c:pt idx="6160">
                  <c:v>14</c:v>
                </c:pt>
                <c:pt idx="6161">
                  <c:v>12.5</c:v>
                </c:pt>
                <c:pt idx="6162">
                  <c:v>11.5</c:v>
                </c:pt>
                <c:pt idx="6163">
                  <c:v>12.5</c:v>
                </c:pt>
                <c:pt idx="6164">
                  <c:v>12</c:v>
                </c:pt>
                <c:pt idx="6165">
                  <c:v>12</c:v>
                </c:pt>
                <c:pt idx="6166">
                  <c:v>11</c:v>
                </c:pt>
                <c:pt idx="6167">
                  <c:v>9.5</c:v>
                </c:pt>
                <c:pt idx="6168">
                  <c:v>10</c:v>
                </c:pt>
                <c:pt idx="6169">
                  <c:v>10.5</c:v>
                </c:pt>
                <c:pt idx="6170">
                  <c:v>10</c:v>
                </c:pt>
                <c:pt idx="6171">
                  <c:v>11.5</c:v>
                </c:pt>
                <c:pt idx="6172">
                  <c:v>10.5</c:v>
                </c:pt>
                <c:pt idx="6173">
                  <c:v>7.5</c:v>
                </c:pt>
                <c:pt idx="6174">
                  <c:v>7</c:v>
                </c:pt>
                <c:pt idx="6175">
                  <c:v>8.5</c:v>
                </c:pt>
                <c:pt idx="6176">
                  <c:v>8</c:v>
                </c:pt>
                <c:pt idx="6177">
                  <c:v>7.5</c:v>
                </c:pt>
                <c:pt idx="6178">
                  <c:v>8</c:v>
                </c:pt>
                <c:pt idx="6179">
                  <c:v>3.5</c:v>
                </c:pt>
                <c:pt idx="6180">
                  <c:v>2.5</c:v>
                </c:pt>
                <c:pt idx="6181">
                  <c:v>2.5</c:v>
                </c:pt>
                <c:pt idx="6182">
                  <c:v>3.5</c:v>
                </c:pt>
                <c:pt idx="6183">
                  <c:v>5</c:v>
                </c:pt>
                <c:pt idx="6184">
                  <c:v>5.5</c:v>
                </c:pt>
                <c:pt idx="6185">
                  <c:v>7.5</c:v>
                </c:pt>
                <c:pt idx="6186">
                  <c:v>7.5</c:v>
                </c:pt>
                <c:pt idx="6187">
                  <c:v>7.5</c:v>
                </c:pt>
                <c:pt idx="6188">
                  <c:v>8.5</c:v>
                </c:pt>
                <c:pt idx="6189">
                  <c:v>9</c:v>
                </c:pt>
                <c:pt idx="6190">
                  <c:v>9</c:v>
                </c:pt>
                <c:pt idx="6191">
                  <c:v>9.5</c:v>
                </c:pt>
                <c:pt idx="6192">
                  <c:v>10.5</c:v>
                </c:pt>
                <c:pt idx="6193">
                  <c:v>8</c:v>
                </c:pt>
                <c:pt idx="6194">
                  <c:v>7.5</c:v>
                </c:pt>
                <c:pt idx="6195">
                  <c:v>6.5</c:v>
                </c:pt>
                <c:pt idx="6196">
                  <c:v>4.5</c:v>
                </c:pt>
                <c:pt idx="6197">
                  <c:v>4.5</c:v>
                </c:pt>
                <c:pt idx="6198">
                  <c:v>6</c:v>
                </c:pt>
                <c:pt idx="6199">
                  <c:v>5</c:v>
                </c:pt>
                <c:pt idx="6200">
                  <c:v>5</c:v>
                </c:pt>
                <c:pt idx="6201">
                  <c:v>5.5</c:v>
                </c:pt>
                <c:pt idx="6202">
                  <c:v>6</c:v>
                </c:pt>
                <c:pt idx="6203">
                  <c:v>5</c:v>
                </c:pt>
                <c:pt idx="6204">
                  <c:v>4.5</c:v>
                </c:pt>
                <c:pt idx="6205">
                  <c:v>2</c:v>
                </c:pt>
                <c:pt idx="6206">
                  <c:v>0</c:v>
                </c:pt>
                <c:pt idx="6207">
                  <c:v>-1.5</c:v>
                </c:pt>
                <c:pt idx="6208">
                  <c:v>-2</c:v>
                </c:pt>
                <c:pt idx="6209">
                  <c:v>-3.5</c:v>
                </c:pt>
                <c:pt idx="6210">
                  <c:v>-1.5</c:v>
                </c:pt>
                <c:pt idx="6211">
                  <c:v>0.5</c:v>
                </c:pt>
                <c:pt idx="6212">
                  <c:v>1.5</c:v>
                </c:pt>
                <c:pt idx="6213">
                  <c:v>2.5</c:v>
                </c:pt>
                <c:pt idx="6214">
                  <c:v>3</c:v>
                </c:pt>
                <c:pt idx="6215">
                  <c:v>5</c:v>
                </c:pt>
                <c:pt idx="6216">
                  <c:v>6</c:v>
                </c:pt>
                <c:pt idx="6217">
                  <c:v>6</c:v>
                </c:pt>
                <c:pt idx="6218">
                  <c:v>5.5</c:v>
                </c:pt>
                <c:pt idx="6219">
                  <c:v>4.5</c:v>
                </c:pt>
                <c:pt idx="6220">
                  <c:v>4</c:v>
                </c:pt>
                <c:pt idx="6221">
                  <c:v>3.5</c:v>
                </c:pt>
                <c:pt idx="6222">
                  <c:v>5.5</c:v>
                </c:pt>
                <c:pt idx="6223">
                  <c:v>6.5</c:v>
                </c:pt>
                <c:pt idx="6224">
                  <c:v>5</c:v>
                </c:pt>
                <c:pt idx="6225">
                  <c:v>4.5</c:v>
                </c:pt>
                <c:pt idx="6226">
                  <c:v>5</c:v>
                </c:pt>
                <c:pt idx="6227">
                  <c:v>6</c:v>
                </c:pt>
                <c:pt idx="6228">
                  <c:v>6</c:v>
                </c:pt>
                <c:pt idx="6229">
                  <c:v>5</c:v>
                </c:pt>
                <c:pt idx="6230">
                  <c:v>6.5</c:v>
                </c:pt>
                <c:pt idx="6231">
                  <c:v>5.5</c:v>
                </c:pt>
                <c:pt idx="6232">
                  <c:v>5.5</c:v>
                </c:pt>
                <c:pt idx="6233">
                  <c:v>5.5</c:v>
                </c:pt>
                <c:pt idx="6234">
                  <c:v>6</c:v>
                </c:pt>
                <c:pt idx="6235">
                  <c:v>6</c:v>
                </c:pt>
                <c:pt idx="6236">
                  <c:v>8.5</c:v>
                </c:pt>
                <c:pt idx="6237">
                  <c:v>7.5</c:v>
                </c:pt>
                <c:pt idx="6238">
                  <c:v>6.5</c:v>
                </c:pt>
                <c:pt idx="6239">
                  <c:v>7</c:v>
                </c:pt>
                <c:pt idx="6240">
                  <c:v>8</c:v>
                </c:pt>
                <c:pt idx="6241">
                  <c:v>7.5</c:v>
                </c:pt>
                <c:pt idx="6242">
                  <c:v>7</c:v>
                </c:pt>
                <c:pt idx="6243">
                  <c:v>8.5</c:v>
                </c:pt>
                <c:pt idx="6244">
                  <c:v>9</c:v>
                </c:pt>
                <c:pt idx="6245">
                  <c:v>6</c:v>
                </c:pt>
                <c:pt idx="6246">
                  <c:v>4</c:v>
                </c:pt>
                <c:pt idx="6247">
                  <c:v>6</c:v>
                </c:pt>
                <c:pt idx="6248">
                  <c:v>8</c:v>
                </c:pt>
                <c:pt idx="6249">
                  <c:v>6</c:v>
                </c:pt>
                <c:pt idx="6250">
                  <c:v>5</c:v>
                </c:pt>
                <c:pt idx="6251">
                  <c:v>4.5</c:v>
                </c:pt>
                <c:pt idx="6252">
                  <c:v>4.5</c:v>
                </c:pt>
                <c:pt idx="6253">
                  <c:v>6</c:v>
                </c:pt>
                <c:pt idx="6254">
                  <c:v>5.5</c:v>
                </c:pt>
                <c:pt idx="6255">
                  <c:v>4.5</c:v>
                </c:pt>
                <c:pt idx="6256">
                  <c:v>3.5</c:v>
                </c:pt>
                <c:pt idx="6257">
                  <c:v>2</c:v>
                </c:pt>
                <c:pt idx="6258">
                  <c:v>3.5</c:v>
                </c:pt>
                <c:pt idx="6259">
                  <c:v>6.5</c:v>
                </c:pt>
                <c:pt idx="6260">
                  <c:v>6</c:v>
                </c:pt>
                <c:pt idx="6261">
                  <c:v>7</c:v>
                </c:pt>
                <c:pt idx="6262">
                  <c:v>7</c:v>
                </c:pt>
                <c:pt idx="6263">
                  <c:v>7</c:v>
                </c:pt>
                <c:pt idx="6264">
                  <c:v>2</c:v>
                </c:pt>
                <c:pt idx="6265">
                  <c:v>2</c:v>
                </c:pt>
                <c:pt idx="6266">
                  <c:v>3.5</c:v>
                </c:pt>
                <c:pt idx="6267">
                  <c:v>4.5</c:v>
                </c:pt>
                <c:pt idx="6268">
                  <c:v>8</c:v>
                </c:pt>
                <c:pt idx="6269">
                  <c:v>12.5</c:v>
                </c:pt>
                <c:pt idx="6270">
                  <c:v>12.5</c:v>
                </c:pt>
                <c:pt idx="6271">
                  <c:v>11</c:v>
                </c:pt>
                <c:pt idx="6272">
                  <c:v>9.5</c:v>
                </c:pt>
                <c:pt idx="6273">
                  <c:v>7.5</c:v>
                </c:pt>
                <c:pt idx="6274">
                  <c:v>8.5</c:v>
                </c:pt>
                <c:pt idx="6275">
                  <c:v>9.5</c:v>
                </c:pt>
                <c:pt idx="6276">
                  <c:v>11</c:v>
                </c:pt>
                <c:pt idx="6277">
                  <c:v>12.5</c:v>
                </c:pt>
                <c:pt idx="6278">
                  <c:v>13</c:v>
                </c:pt>
                <c:pt idx="6279">
                  <c:v>10</c:v>
                </c:pt>
                <c:pt idx="6280">
                  <c:v>10.5</c:v>
                </c:pt>
                <c:pt idx="6281">
                  <c:v>11</c:v>
                </c:pt>
                <c:pt idx="6282">
                  <c:v>9.5</c:v>
                </c:pt>
                <c:pt idx="6283">
                  <c:v>8</c:v>
                </c:pt>
                <c:pt idx="6284">
                  <c:v>4.5</c:v>
                </c:pt>
                <c:pt idx="6285">
                  <c:v>3.5</c:v>
                </c:pt>
                <c:pt idx="6286">
                  <c:v>3.5</c:v>
                </c:pt>
                <c:pt idx="6287">
                  <c:v>4.5</c:v>
                </c:pt>
                <c:pt idx="6288">
                  <c:v>3</c:v>
                </c:pt>
                <c:pt idx="6289">
                  <c:v>3.5</c:v>
                </c:pt>
                <c:pt idx="6290">
                  <c:v>4.5</c:v>
                </c:pt>
                <c:pt idx="6291">
                  <c:v>6.5</c:v>
                </c:pt>
                <c:pt idx="6292">
                  <c:v>7.5</c:v>
                </c:pt>
                <c:pt idx="6293">
                  <c:v>9</c:v>
                </c:pt>
                <c:pt idx="6294">
                  <c:v>9.5</c:v>
                </c:pt>
                <c:pt idx="6295">
                  <c:v>10</c:v>
                </c:pt>
                <c:pt idx="6296">
                  <c:v>10.5</c:v>
                </c:pt>
                <c:pt idx="6297">
                  <c:v>12</c:v>
                </c:pt>
                <c:pt idx="6298">
                  <c:v>9.5</c:v>
                </c:pt>
                <c:pt idx="6299">
                  <c:v>7</c:v>
                </c:pt>
                <c:pt idx="6300">
                  <c:v>7.5</c:v>
                </c:pt>
                <c:pt idx="6301">
                  <c:v>10</c:v>
                </c:pt>
                <c:pt idx="6302">
                  <c:v>11.5</c:v>
                </c:pt>
                <c:pt idx="6303">
                  <c:v>13</c:v>
                </c:pt>
                <c:pt idx="6304">
                  <c:v>14</c:v>
                </c:pt>
                <c:pt idx="6305">
                  <c:v>11.5</c:v>
                </c:pt>
                <c:pt idx="6306">
                  <c:v>11.5</c:v>
                </c:pt>
                <c:pt idx="6307">
                  <c:v>14</c:v>
                </c:pt>
                <c:pt idx="6308">
                  <c:v>16</c:v>
                </c:pt>
                <c:pt idx="6309">
                  <c:v>15</c:v>
                </c:pt>
                <c:pt idx="6310">
                  <c:v>17</c:v>
                </c:pt>
                <c:pt idx="6311">
                  <c:v>17</c:v>
                </c:pt>
                <c:pt idx="6312">
                  <c:v>18.5</c:v>
                </c:pt>
                <c:pt idx="6313">
                  <c:v>19</c:v>
                </c:pt>
                <c:pt idx="6314">
                  <c:v>20.5</c:v>
                </c:pt>
                <c:pt idx="6315">
                  <c:v>20.5</c:v>
                </c:pt>
                <c:pt idx="6316">
                  <c:v>21</c:v>
                </c:pt>
                <c:pt idx="6317">
                  <c:v>21</c:v>
                </c:pt>
                <c:pt idx="6318">
                  <c:v>21</c:v>
                </c:pt>
                <c:pt idx="6319">
                  <c:v>23</c:v>
                </c:pt>
                <c:pt idx="6320">
                  <c:v>24.5</c:v>
                </c:pt>
                <c:pt idx="6321">
                  <c:v>21.5</c:v>
                </c:pt>
                <c:pt idx="6322">
                  <c:v>18</c:v>
                </c:pt>
                <c:pt idx="6323">
                  <c:v>16.5</c:v>
                </c:pt>
                <c:pt idx="6324">
                  <c:v>18.5</c:v>
                </c:pt>
                <c:pt idx="6325">
                  <c:v>19.5</c:v>
                </c:pt>
                <c:pt idx="6326">
                  <c:v>21</c:v>
                </c:pt>
                <c:pt idx="6327">
                  <c:v>18.5</c:v>
                </c:pt>
                <c:pt idx="6328">
                  <c:v>20</c:v>
                </c:pt>
                <c:pt idx="6329">
                  <c:v>23.5</c:v>
                </c:pt>
                <c:pt idx="6330">
                  <c:v>23.5</c:v>
                </c:pt>
                <c:pt idx="6331">
                  <c:v>19</c:v>
                </c:pt>
                <c:pt idx="6332">
                  <c:v>18</c:v>
                </c:pt>
                <c:pt idx="6333">
                  <c:v>19</c:v>
                </c:pt>
                <c:pt idx="6334">
                  <c:v>22</c:v>
                </c:pt>
                <c:pt idx="6335">
                  <c:v>21.5</c:v>
                </c:pt>
                <c:pt idx="6336">
                  <c:v>18</c:v>
                </c:pt>
                <c:pt idx="6337">
                  <c:v>19</c:v>
                </c:pt>
                <c:pt idx="6338">
                  <c:v>19.5</c:v>
                </c:pt>
                <c:pt idx="6339">
                  <c:v>18.5</c:v>
                </c:pt>
                <c:pt idx="6340">
                  <c:v>18.5</c:v>
                </c:pt>
                <c:pt idx="6341">
                  <c:v>16.5</c:v>
                </c:pt>
                <c:pt idx="6342">
                  <c:v>17.5</c:v>
                </c:pt>
                <c:pt idx="6343">
                  <c:v>19</c:v>
                </c:pt>
                <c:pt idx="6344">
                  <c:v>19</c:v>
                </c:pt>
                <c:pt idx="6345">
                  <c:v>19</c:v>
                </c:pt>
                <c:pt idx="6346">
                  <c:v>19</c:v>
                </c:pt>
                <c:pt idx="6347">
                  <c:v>21</c:v>
                </c:pt>
                <c:pt idx="6348">
                  <c:v>21.5</c:v>
                </c:pt>
                <c:pt idx="6349">
                  <c:v>24.5</c:v>
                </c:pt>
                <c:pt idx="6350">
                  <c:v>23</c:v>
                </c:pt>
                <c:pt idx="6351">
                  <c:v>18.5</c:v>
                </c:pt>
                <c:pt idx="6352">
                  <c:v>19.5</c:v>
                </c:pt>
                <c:pt idx="6353">
                  <c:v>20.5</c:v>
                </c:pt>
                <c:pt idx="6354">
                  <c:v>21.5</c:v>
                </c:pt>
                <c:pt idx="6355">
                  <c:v>20.5</c:v>
                </c:pt>
                <c:pt idx="6356">
                  <c:v>20</c:v>
                </c:pt>
                <c:pt idx="6357">
                  <c:v>20.5</c:v>
                </c:pt>
                <c:pt idx="6358">
                  <c:v>20</c:v>
                </c:pt>
                <c:pt idx="6359">
                  <c:v>22</c:v>
                </c:pt>
                <c:pt idx="6360">
                  <c:v>23</c:v>
                </c:pt>
                <c:pt idx="6361">
                  <c:v>21</c:v>
                </c:pt>
                <c:pt idx="6362">
                  <c:v>22</c:v>
                </c:pt>
                <c:pt idx="6363">
                  <c:v>23.5</c:v>
                </c:pt>
                <c:pt idx="6364">
                  <c:v>24.5</c:v>
                </c:pt>
                <c:pt idx="6365">
                  <c:v>21</c:v>
                </c:pt>
                <c:pt idx="6366">
                  <c:v>20.5</c:v>
                </c:pt>
                <c:pt idx="6367">
                  <c:v>21.5</c:v>
                </c:pt>
                <c:pt idx="6368">
                  <c:v>23</c:v>
                </c:pt>
                <c:pt idx="6369">
                  <c:v>24</c:v>
                </c:pt>
                <c:pt idx="6370">
                  <c:v>23</c:v>
                </c:pt>
                <c:pt idx="6371">
                  <c:v>23.5</c:v>
                </c:pt>
                <c:pt idx="6372">
                  <c:v>22</c:v>
                </c:pt>
                <c:pt idx="6373">
                  <c:v>23.5</c:v>
                </c:pt>
                <c:pt idx="6374">
                  <c:v>23.5</c:v>
                </c:pt>
                <c:pt idx="6375">
                  <c:v>23</c:v>
                </c:pt>
                <c:pt idx="6376">
                  <c:v>22.5</c:v>
                </c:pt>
                <c:pt idx="6377">
                  <c:v>22</c:v>
                </c:pt>
                <c:pt idx="6378">
                  <c:v>23.5</c:v>
                </c:pt>
                <c:pt idx="6379">
                  <c:v>23.5</c:v>
                </c:pt>
                <c:pt idx="6380">
                  <c:v>22</c:v>
                </c:pt>
                <c:pt idx="6381">
                  <c:v>22.5</c:v>
                </c:pt>
                <c:pt idx="6382">
                  <c:v>22</c:v>
                </c:pt>
                <c:pt idx="6383">
                  <c:v>22.5</c:v>
                </c:pt>
                <c:pt idx="6384">
                  <c:v>22.5</c:v>
                </c:pt>
                <c:pt idx="6385">
                  <c:v>23</c:v>
                </c:pt>
                <c:pt idx="6386">
                  <c:v>21</c:v>
                </c:pt>
                <c:pt idx="6387">
                  <c:v>16.5</c:v>
                </c:pt>
                <c:pt idx="6388">
                  <c:v>18.5</c:v>
                </c:pt>
                <c:pt idx="6389">
                  <c:v>20.5</c:v>
                </c:pt>
                <c:pt idx="6390">
                  <c:v>23.5</c:v>
                </c:pt>
                <c:pt idx="6391">
                  <c:v>25</c:v>
                </c:pt>
                <c:pt idx="6392">
                  <c:v>26</c:v>
                </c:pt>
                <c:pt idx="6393">
                  <c:v>26.5</c:v>
                </c:pt>
                <c:pt idx="6394">
                  <c:v>25.5</c:v>
                </c:pt>
                <c:pt idx="6395">
                  <c:v>24.5</c:v>
                </c:pt>
                <c:pt idx="6396">
                  <c:v>24</c:v>
                </c:pt>
                <c:pt idx="6397">
                  <c:v>24</c:v>
                </c:pt>
                <c:pt idx="6398">
                  <c:v>24.5</c:v>
                </c:pt>
                <c:pt idx="6399">
                  <c:v>25.5</c:v>
                </c:pt>
                <c:pt idx="6400">
                  <c:v>25</c:v>
                </c:pt>
                <c:pt idx="6401">
                  <c:v>26</c:v>
                </c:pt>
                <c:pt idx="6402">
                  <c:v>25.5</c:v>
                </c:pt>
                <c:pt idx="6403">
                  <c:v>25.5</c:v>
                </c:pt>
                <c:pt idx="6404">
                  <c:v>22.5</c:v>
                </c:pt>
                <c:pt idx="6405">
                  <c:v>23</c:v>
                </c:pt>
                <c:pt idx="6406">
                  <c:v>24</c:v>
                </c:pt>
                <c:pt idx="6407">
                  <c:v>23.5</c:v>
                </c:pt>
                <c:pt idx="6408">
                  <c:v>24</c:v>
                </c:pt>
                <c:pt idx="6409">
                  <c:v>24</c:v>
                </c:pt>
                <c:pt idx="6410">
                  <c:v>23.5</c:v>
                </c:pt>
                <c:pt idx="6411">
                  <c:v>23</c:v>
                </c:pt>
                <c:pt idx="6412">
                  <c:v>24</c:v>
                </c:pt>
                <c:pt idx="6413">
                  <c:v>25</c:v>
                </c:pt>
                <c:pt idx="6414">
                  <c:v>26.5</c:v>
                </c:pt>
                <c:pt idx="6415">
                  <c:v>27.5</c:v>
                </c:pt>
                <c:pt idx="6416">
                  <c:v>28</c:v>
                </c:pt>
                <c:pt idx="6417">
                  <c:v>28.5</c:v>
                </c:pt>
                <c:pt idx="6418">
                  <c:v>29</c:v>
                </c:pt>
                <c:pt idx="6419">
                  <c:v>27</c:v>
                </c:pt>
                <c:pt idx="6420">
                  <c:v>22</c:v>
                </c:pt>
                <c:pt idx="6421">
                  <c:v>24</c:v>
                </c:pt>
                <c:pt idx="6422">
                  <c:v>26</c:v>
                </c:pt>
                <c:pt idx="6423">
                  <c:v>24.5</c:v>
                </c:pt>
                <c:pt idx="6424">
                  <c:v>22</c:v>
                </c:pt>
                <c:pt idx="6425">
                  <c:v>23.5</c:v>
                </c:pt>
                <c:pt idx="6426">
                  <c:v>25</c:v>
                </c:pt>
                <c:pt idx="6427">
                  <c:v>26.5</c:v>
                </c:pt>
                <c:pt idx="6428">
                  <c:v>24.5</c:v>
                </c:pt>
                <c:pt idx="6429">
                  <c:v>25.5</c:v>
                </c:pt>
                <c:pt idx="6430">
                  <c:v>25.5</c:v>
                </c:pt>
                <c:pt idx="6431">
                  <c:v>25.5</c:v>
                </c:pt>
                <c:pt idx="6432">
                  <c:v>26</c:v>
                </c:pt>
                <c:pt idx="6433">
                  <c:v>28</c:v>
                </c:pt>
                <c:pt idx="6434">
                  <c:v>27</c:v>
                </c:pt>
                <c:pt idx="6435">
                  <c:v>26</c:v>
                </c:pt>
                <c:pt idx="6436">
                  <c:v>24.5</c:v>
                </c:pt>
                <c:pt idx="6437">
                  <c:v>24</c:v>
                </c:pt>
                <c:pt idx="6438">
                  <c:v>24</c:v>
                </c:pt>
                <c:pt idx="6439">
                  <c:v>25</c:v>
                </c:pt>
                <c:pt idx="6440">
                  <c:v>26</c:v>
                </c:pt>
                <c:pt idx="6441">
                  <c:v>28</c:v>
                </c:pt>
                <c:pt idx="6442">
                  <c:v>28.5</c:v>
                </c:pt>
                <c:pt idx="6443">
                  <c:v>28.5</c:v>
                </c:pt>
                <c:pt idx="6444">
                  <c:v>29.5</c:v>
                </c:pt>
                <c:pt idx="6445">
                  <c:v>29.5</c:v>
                </c:pt>
                <c:pt idx="6446">
                  <c:v>29</c:v>
                </c:pt>
                <c:pt idx="6447">
                  <c:v>24.5</c:v>
                </c:pt>
                <c:pt idx="6448">
                  <c:v>24</c:v>
                </c:pt>
                <c:pt idx="6449">
                  <c:v>23.5</c:v>
                </c:pt>
                <c:pt idx="6450">
                  <c:v>24</c:v>
                </c:pt>
                <c:pt idx="6451">
                  <c:v>25.5</c:v>
                </c:pt>
                <c:pt idx="6452">
                  <c:v>27</c:v>
                </c:pt>
                <c:pt idx="6453">
                  <c:v>23</c:v>
                </c:pt>
                <c:pt idx="6454">
                  <c:v>25.5</c:v>
                </c:pt>
                <c:pt idx="6455">
                  <c:v>26</c:v>
                </c:pt>
                <c:pt idx="6456">
                  <c:v>26.5</c:v>
                </c:pt>
                <c:pt idx="6457">
                  <c:v>26.5</c:v>
                </c:pt>
                <c:pt idx="6458">
                  <c:v>26.5</c:v>
                </c:pt>
                <c:pt idx="6459">
                  <c:v>23</c:v>
                </c:pt>
                <c:pt idx="6460">
                  <c:v>22</c:v>
                </c:pt>
                <c:pt idx="6461">
                  <c:v>21.5</c:v>
                </c:pt>
                <c:pt idx="6462">
                  <c:v>22</c:v>
                </c:pt>
                <c:pt idx="6463">
                  <c:v>21</c:v>
                </c:pt>
                <c:pt idx="6464">
                  <c:v>18.5</c:v>
                </c:pt>
                <c:pt idx="6465">
                  <c:v>18.5</c:v>
                </c:pt>
                <c:pt idx="6466">
                  <c:v>18</c:v>
                </c:pt>
                <c:pt idx="6467">
                  <c:v>18</c:v>
                </c:pt>
                <c:pt idx="6468">
                  <c:v>17.5</c:v>
                </c:pt>
                <c:pt idx="6469">
                  <c:v>19</c:v>
                </c:pt>
                <c:pt idx="6470">
                  <c:v>19.5</c:v>
                </c:pt>
                <c:pt idx="6471">
                  <c:v>17.5</c:v>
                </c:pt>
                <c:pt idx="6472">
                  <c:v>17.5</c:v>
                </c:pt>
                <c:pt idx="6473">
                  <c:v>20.5</c:v>
                </c:pt>
                <c:pt idx="6474">
                  <c:v>22.5</c:v>
                </c:pt>
                <c:pt idx="6475">
                  <c:v>21</c:v>
                </c:pt>
                <c:pt idx="6476">
                  <c:v>20</c:v>
                </c:pt>
                <c:pt idx="6477">
                  <c:v>20</c:v>
                </c:pt>
                <c:pt idx="6478">
                  <c:v>20.5</c:v>
                </c:pt>
                <c:pt idx="6479">
                  <c:v>19.5</c:v>
                </c:pt>
                <c:pt idx="6480">
                  <c:v>18</c:v>
                </c:pt>
                <c:pt idx="6481">
                  <c:v>18.5</c:v>
                </c:pt>
                <c:pt idx="6482">
                  <c:v>19.5</c:v>
                </c:pt>
                <c:pt idx="6483">
                  <c:v>20</c:v>
                </c:pt>
                <c:pt idx="6484">
                  <c:v>20.5</c:v>
                </c:pt>
                <c:pt idx="6485">
                  <c:v>20</c:v>
                </c:pt>
                <c:pt idx="6486">
                  <c:v>22</c:v>
                </c:pt>
                <c:pt idx="6487">
                  <c:v>22</c:v>
                </c:pt>
                <c:pt idx="6488">
                  <c:v>20.5</c:v>
                </c:pt>
                <c:pt idx="6489">
                  <c:v>21</c:v>
                </c:pt>
                <c:pt idx="6490">
                  <c:v>19.5</c:v>
                </c:pt>
                <c:pt idx="6491">
                  <c:v>20.5</c:v>
                </c:pt>
                <c:pt idx="6492">
                  <c:v>20.5</c:v>
                </c:pt>
                <c:pt idx="6493">
                  <c:v>14.5</c:v>
                </c:pt>
                <c:pt idx="6494">
                  <c:v>13.5</c:v>
                </c:pt>
                <c:pt idx="6495">
                  <c:v>13</c:v>
                </c:pt>
                <c:pt idx="6496">
                  <c:v>12</c:v>
                </c:pt>
                <c:pt idx="6497">
                  <c:v>12.5</c:v>
                </c:pt>
                <c:pt idx="6498">
                  <c:v>13.5</c:v>
                </c:pt>
                <c:pt idx="6499">
                  <c:v>16.5</c:v>
                </c:pt>
                <c:pt idx="6500">
                  <c:v>15</c:v>
                </c:pt>
                <c:pt idx="6501">
                  <c:v>14.5</c:v>
                </c:pt>
                <c:pt idx="6502">
                  <c:v>14</c:v>
                </c:pt>
                <c:pt idx="6503">
                  <c:v>15</c:v>
                </c:pt>
                <c:pt idx="6504">
                  <c:v>17</c:v>
                </c:pt>
                <c:pt idx="6505">
                  <c:v>16</c:v>
                </c:pt>
                <c:pt idx="6506">
                  <c:v>16</c:v>
                </c:pt>
                <c:pt idx="6507">
                  <c:v>16</c:v>
                </c:pt>
                <c:pt idx="6508">
                  <c:v>16</c:v>
                </c:pt>
                <c:pt idx="6509">
                  <c:v>16</c:v>
                </c:pt>
                <c:pt idx="6510">
                  <c:v>15</c:v>
                </c:pt>
                <c:pt idx="6511">
                  <c:v>16</c:v>
                </c:pt>
                <c:pt idx="6512">
                  <c:v>14.5</c:v>
                </c:pt>
                <c:pt idx="6513">
                  <c:v>12</c:v>
                </c:pt>
                <c:pt idx="6514">
                  <c:v>9.5</c:v>
                </c:pt>
                <c:pt idx="6515">
                  <c:v>10.5</c:v>
                </c:pt>
                <c:pt idx="6516">
                  <c:v>12</c:v>
                </c:pt>
                <c:pt idx="6517">
                  <c:v>11</c:v>
                </c:pt>
                <c:pt idx="6518">
                  <c:v>10.5</c:v>
                </c:pt>
                <c:pt idx="6519">
                  <c:v>9</c:v>
                </c:pt>
                <c:pt idx="6520">
                  <c:v>8</c:v>
                </c:pt>
                <c:pt idx="6521">
                  <c:v>5.5</c:v>
                </c:pt>
                <c:pt idx="6522">
                  <c:v>3</c:v>
                </c:pt>
                <c:pt idx="6523">
                  <c:v>4.5</c:v>
                </c:pt>
                <c:pt idx="6524">
                  <c:v>6.5</c:v>
                </c:pt>
                <c:pt idx="6525">
                  <c:v>6.5</c:v>
                </c:pt>
                <c:pt idx="6526">
                  <c:v>7.5</c:v>
                </c:pt>
                <c:pt idx="6527">
                  <c:v>7</c:v>
                </c:pt>
                <c:pt idx="6528">
                  <c:v>7</c:v>
                </c:pt>
                <c:pt idx="6529">
                  <c:v>7</c:v>
                </c:pt>
                <c:pt idx="6530">
                  <c:v>9</c:v>
                </c:pt>
                <c:pt idx="6531">
                  <c:v>10.5</c:v>
                </c:pt>
                <c:pt idx="6532">
                  <c:v>11.5</c:v>
                </c:pt>
                <c:pt idx="6533">
                  <c:v>13.5</c:v>
                </c:pt>
                <c:pt idx="6534">
                  <c:v>12.5</c:v>
                </c:pt>
                <c:pt idx="6535">
                  <c:v>11</c:v>
                </c:pt>
                <c:pt idx="6536">
                  <c:v>9.5</c:v>
                </c:pt>
                <c:pt idx="6537">
                  <c:v>10.5</c:v>
                </c:pt>
                <c:pt idx="6538">
                  <c:v>10</c:v>
                </c:pt>
                <c:pt idx="6539">
                  <c:v>10.5</c:v>
                </c:pt>
                <c:pt idx="6540">
                  <c:v>12</c:v>
                </c:pt>
                <c:pt idx="6541">
                  <c:v>11.5</c:v>
                </c:pt>
                <c:pt idx="6542">
                  <c:v>13.5</c:v>
                </c:pt>
                <c:pt idx="6543">
                  <c:v>14</c:v>
                </c:pt>
                <c:pt idx="6544">
                  <c:v>12</c:v>
                </c:pt>
                <c:pt idx="6545">
                  <c:v>11.5</c:v>
                </c:pt>
                <c:pt idx="6546">
                  <c:v>11</c:v>
                </c:pt>
                <c:pt idx="6547">
                  <c:v>9</c:v>
                </c:pt>
                <c:pt idx="6548">
                  <c:v>8</c:v>
                </c:pt>
                <c:pt idx="6549">
                  <c:v>6.5</c:v>
                </c:pt>
                <c:pt idx="6550">
                  <c:v>7</c:v>
                </c:pt>
                <c:pt idx="6551">
                  <c:v>6.5</c:v>
                </c:pt>
                <c:pt idx="6552">
                  <c:v>7</c:v>
                </c:pt>
                <c:pt idx="6553">
                  <c:v>6.5</c:v>
                </c:pt>
                <c:pt idx="6554">
                  <c:v>5.5</c:v>
                </c:pt>
                <c:pt idx="6555">
                  <c:v>5</c:v>
                </c:pt>
                <c:pt idx="6556">
                  <c:v>5</c:v>
                </c:pt>
                <c:pt idx="6557">
                  <c:v>5</c:v>
                </c:pt>
                <c:pt idx="6558">
                  <c:v>6</c:v>
                </c:pt>
                <c:pt idx="6559">
                  <c:v>5.5</c:v>
                </c:pt>
                <c:pt idx="6560">
                  <c:v>5</c:v>
                </c:pt>
                <c:pt idx="6561">
                  <c:v>5</c:v>
                </c:pt>
                <c:pt idx="6562">
                  <c:v>5</c:v>
                </c:pt>
                <c:pt idx="6563">
                  <c:v>3.5</c:v>
                </c:pt>
                <c:pt idx="6564">
                  <c:v>5.5</c:v>
                </c:pt>
                <c:pt idx="6565">
                  <c:v>7.5</c:v>
                </c:pt>
                <c:pt idx="6566">
                  <c:v>6.5</c:v>
                </c:pt>
                <c:pt idx="6567">
                  <c:v>6</c:v>
                </c:pt>
                <c:pt idx="6568">
                  <c:v>5</c:v>
                </c:pt>
                <c:pt idx="6569">
                  <c:v>4.5</c:v>
                </c:pt>
                <c:pt idx="6570">
                  <c:v>5.5</c:v>
                </c:pt>
                <c:pt idx="6571">
                  <c:v>7</c:v>
                </c:pt>
                <c:pt idx="6572">
                  <c:v>8</c:v>
                </c:pt>
                <c:pt idx="6573">
                  <c:v>8.5</c:v>
                </c:pt>
                <c:pt idx="6574">
                  <c:v>10</c:v>
                </c:pt>
                <c:pt idx="6575">
                  <c:v>11</c:v>
                </c:pt>
                <c:pt idx="6576">
                  <c:v>11.5</c:v>
                </c:pt>
                <c:pt idx="6577">
                  <c:v>12.5</c:v>
                </c:pt>
                <c:pt idx="6578">
                  <c:v>10.5</c:v>
                </c:pt>
                <c:pt idx="6579">
                  <c:v>9</c:v>
                </c:pt>
                <c:pt idx="6580">
                  <c:v>10</c:v>
                </c:pt>
                <c:pt idx="6581">
                  <c:v>9.5</c:v>
                </c:pt>
                <c:pt idx="6582">
                  <c:v>7.5</c:v>
                </c:pt>
                <c:pt idx="6583">
                  <c:v>8</c:v>
                </c:pt>
                <c:pt idx="6584">
                  <c:v>7</c:v>
                </c:pt>
                <c:pt idx="6585">
                  <c:v>6.5</c:v>
                </c:pt>
                <c:pt idx="6586">
                  <c:v>7.5</c:v>
                </c:pt>
                <c:pt idx="6587">
                  <c:v>7.5</c:v>
                </c:pt>
                <c:pt idx="6588">
                  <c:v>9</c:v>
                </c:pt>
                <c:pt idx="6589">
                  <c:v>8</c:v>
                </c:pt>
                <c:pt idx="6590">
                  <c:v>7</c:v>
                </c:pt>
                <c:pt idx="6591">
                  <c:v>7</c:v>
                </c:pt>
                <c:pt idx="6592">
                  <c:v>6.5</c:v>
                </c:pt>
                <c:pt idx="6593">
                  <c:v>8</c:v>
                </c:pt>
                <c:pt idx="6594">
                  <c:v>7</c:v>
                </c:pt>
                <c:pt idx="6595">
                  <c:v>8.5</c:v>
                </c:pt>
                <c:pt idx="6596">
                  <c:v>9</c:v>
                </c:pt>
                <c:pt idx="6597">
                  <c:v>10</c:v>
                </c:pt>
                <c:pt idx="6598">
                  <c:v>10.5</c:v>
                </c:pt>
                <c:pt idx="6599">
                  <c:v>9</c:v>
                </c:pt>
                <c:pt idx="6600">
                  <c:v>7.5</c:v>
                </c:pt>
                <c:pt idx="6601">
                  <c:v>7.5</c:v>
                </c:pt>
                <c:pt idx="6602">
                  <c:v>7</c:v>
                </c:pt>
                <c:pt idx="6603">
                  <c:v>8</c:v>
                </c:pt>
                <c:pt idx="6604">
                  <c:v>11</c:v>
                </c:pt>
                <c:pt idx="6605">
                  <c:v>8</c:v>
                </c:pt>
                <c:pt idx="6606">
                  <c:v>6</c:v>
                </c:pt>
                <c:pt idx="6607">
                  <c:v>5.5</c:v>
                </c:pt>
                <c:pt idx="6608">
                  <c:v>6.5</c:v>
                </c:pt>
                <c:pt idx="6609">
                  <c:v>0.5</c:v>
                </c:pt>
                <c:pt idx="6610">
                  <c:v>-0.5</c:v>
                </c:pt>
                <c:pt idx="6611">
                  <c:v>1</c:v>
                </c:pt>
                <c:pt idx="6612">
                  <c:v>2.5</c:v>
                </c:pt>
                <c:pt idx="6613">
                  <c:v>5.5</c:v>
                </c:pt>
                <c:pt idx="6614">
                  <c:v>6.5</c:v>
                </c:pt>
                <c:pt idx="6615">
                  <c:v>7</c:v>
                </c:pt>
                <c:pt idx="6616">
                  <c:v>11</c:v>
                </c:pt>
                <c:pt idx="6617">
                  <c:v>12.5</c:v>
                </c:pt>
                <c:pt idx="6618">
                  <c:v>11.5</c:v>
                </c:pt>
                <c:pt idx="6619">
                  <c:v>12</c:v>
                </c:pt>
                <c:pt idx="6620">
                  <c:v>11.5</c:v>
                </c:pt>
                <c:pt idx="6621">
                  <c:v>8</c:v>
                </c:pt>
                <c:pt idx="6622">
                  <c:v>7.5</c:v>
                </c:pt>
                <c:pt idx="6623">
                  <c:v>8.5</c:v>
                </c:pt>
                <c:pt idx="6624">
                  <c:v>10.5</c:v>
                </c:pt>
                <c:pt idx="6625">
                  <c:v>10</c:v>
                </c:pt>
                <c:pt idx="6626">
                  <c:v>7.5</c:v>
                </c:pt>
                <c:pt idx="6627">
                  <c:v>6.5</c:v>
                </c:pt>
                <c:pt idx="6628">
                  <c:v>5</c:v>
                </c:pt>
                <c:pt idx="6629">
                  <c:v>2</c:v>
                </c:pt>
                <c:pt idx="6630">
                  <c:v>2</c:v>
                </c:pt>
                <c:pt idx="6631">
                  <c:v>4.5</c:v>
                </c:pt>
                <c:pt idx="6632">
                  <c:v>6.5</c:v>
                </c:pt>
                <c:pt idx="6633">
                  <c:v>8</c:v>
                </c:pt>
                <c:pt idx="6634">
                  <c:v>11.5</c:v>
                </c:pt>
                <c:pt idx="6635">
                  <c:v>11.5</c:v>
                </c:pt>
                <c:pt idx="6636">
                  <c:v>9</c:v>
                </c:pt>
                <c:pt idx="6637">
                  <c:v>12.5</c:v>
                </c:pt>
                <c:pt idx="6638">
                  <c:v>12</c:v>
                </c:pt>
                <c:pt idx="6639">
                  <c:v>9</c:v>
                </c:pt>
                <c:pt idx="6640">
                  <c:v>8</c:v>
                </c:pt>
                <c:pt idx="6641">
                  <c:v>8</c:v>
                </c:pt>
                <c:pt idx="6642">
                  <c:v>9</c:v>
                </c:pt>
                <c:pt idx="6643">
                  <c:v>11.5</c:v>
                </c:pt>
                <c:pt idx="6644">
                  <c:v>11.5</c:v>
                </c:pt>
                <c:pt idx="6645">
                  <c:v>13</c:v>
                </c:pt>
                <c:pt idx="6646">
                  <c:v>12.5</c:v>
                </c:pt>
                <c:pt idx="6647">
                  <c:v>13.5</c:v>
                </c:pt>
                <c:pt idx="6648">
                  <c:v>14</c:v>
                </c:pt>
                <c:pt idx="6649">
                  <c:v>14.5</c:v>
                </c:pt>
                <c:pt idx="6650">
                  <c:v>15</c:v>
                </c:pt>
                <c:pt idx="6651">
                  <c:v>14.5</c:v>
                </c:pt>
                <c:pt idx="6652">
                  <c:v>15.5</c:v>
                </c:pt>
                <c:pt idx="6653">
                  <c:v>17</c:v>
                </c:pt>
                <c:pt idx="6654">
                  <c:v>13.5</c:v>
                </c:pt>
                <c:pt idx="6655">
                  <c:v>11</c:v>
                </c:pt>
                <c:pt idx="6656">
                  <c:v>12.5</c:v>
                </c:pt>
                <c:pt idx="6657">
                  <c:v>12.5</c:v>
                </c:pt>
                <c:pt idx="6658">
                  <c:v>12.5</c:v>
                </c:pt>
                <c:pt idx="6659">
                  <c:v>13</c:v>
                </c:pt>
                <c:pt idx="6660">
                  <c:v>13.5</c:v>
                </c:pt>
                <c:pt idx="6661">
                  <c:v>12.5</c:v>
                </c:pt>
                <c:pt idx="6662">
                  <c:v>11</c:v>
                </c:pt>
                <c:pt idx="6663">
                  <c:v>7.5</c:v>
                </c:pt>
                <c:pt idx="6664">
                  <c:v>9</c:v>
                </c:pt>
                <c:pt idx="6665">
                  <c:v>11</c:v>
                </c:pt>
                <c:pt idx="6666">
                  <c:v>12.5</c:v>
                </c:pt>
                <c:pt idx="6667">
                  <c:v>12</c:v>
                </c:pt>
                <c:pt idx="6668">
                  <c:v>12.5</c:v>
                </c:pt>
                <c:pt idx="6669">
                  <c:v>5.5</c:v>
                </c:pt>
                <c:pt idx="6670">
                  <c:v>5.5</c:v>
                </c:pt>
                <c:pt idx="6671">
                  <c:v>7</c:v>
                </c:pt>
                <c:pt idx="6672">
                  <c:v>6</c:v>
                </c:pt>
                <c:pt idx="6673">
                  <c:v>8</c:v>
                </c:pt>
                <c:pt idx="6674">
                  <c:v>14.5</c:v>
                </c:pt>
                <c:pt idx="6675">
                  <c:v>9.5</c:v>
                </c:pt>
                <c:pt idx="6676">
                  <c:v>10</c:v>
                </c:pt>
                <c:pt idx="6677">
                  <c:v>11.5</c:v>
                </c:pt>
                <c:pt idx="6678">
                  <c:v>12</c:v>
                </c:pt>
                <c:pt idx="6679">
                  <c:v>10.5</c:v>
                </c:pt>
                <c:pt idx="6680">
                  <c:v>10.5</c:v>
                </c:pt>
                <c:pt idx="6681">
                  <c:v>11.5</c:v>
                </c:pt>
                <c:pt idx="6682">
                  <c:v>12</c:v>
                </c:pt>
                <c:pt idx="6683">
                  <c:v>13.5</c:v>
                </c:pt>
                <c:pt idx="6684">
                  <c:v>10.5</c:v>
                </c:pt>
                <c:pt idx="6685">
                  <c:v>10.5</c:v>
                </c:pt>
                <c:pt idx="6686">
                  <c:v>12.5</c:v>
                </c:pt>
                <c:pt idx="6687">
                  <c:v>14.5</c:v>
                </c:pt>
                <c:pt idx="6688">
                  <c:v>12.5</c:v>
                </c:pt>
                <c:pt idx="6689">
                  <c:v>13.5</c:v>
                </c:pt>
                <c:pt idx="6690">
                  <c:v>12</c:v>
                </c:pt>
                <c:pt idx="6691">
                  <c:v>13.5</c:v>
                </c:pt>
                <c:pt idx="6692">
                  <c:v>12.5</c:v>
                </c:pt>
                <c:pt idx="6693">
                  <c:v>13.5</c:v>
                </c:pt>
                <c:pt idx="6694">
                  <c:v>13.5</c:v>
                </c:pt>
                <c:pt idx="6695">
                  <c:v>16.5</c:v>
                </c:pt>
                <c:pt idx="6696">
                  <c:v>17</c:v>
                </c:pt>
                <c:pt idx="6697">
                  <c:v>15</c:v>
                </c:pt>
                <c:pt idx="6698">
                  <c:v>16</c:v>
                </c:pt>
                <c:pt idx="6699">
                  <c:v>15.5</c:v>
                </c:pt>
                <c:pt idx="6700">
                  <c:v>16</c:v>
                </c:pt>
                <c:pt idx="6701">
                  <c:v>16.5</c:v>
                </c:pt>
                <c:pt idx="6702">
                  <c:v>15.5</c:v>
                </c:pt>
                <c:pt idx="6703">
                  <c:v>16.5</c:v>
                </c:pt>
                <c:pt idx="6704">
                  <c:v>17</c:v>
                </c:pt>
                <c:pt idx="6705">
                  <c:v>18</c:v>
                </c:pt>
                <c:pt idx="6706">
                  <c:v>19.5</c:v>
                </c:pt>
                <c:pt idx="6707">
                  <c:v>20</c:v>
                </c:pt>
                <c:pt idx="6708">
                  <c:v>19.5</c:v>
                </c:pt>
                <c:pt idx="6709">
                  <c:v>20</c:v>
                </c:pt>
                <c:pt idx="6710">
                  <c:v>18</c:v>
                </c:pt>
                <c:pt idx="6711">
                  <c:v>18.5</c:v>
                </c:pt>
                <c:pt idx="6712">
                  <c:v>19</c:v>
                </c:pt>
                <c:pt idx="6713">
                  <c:v>21</c:v>
                </c:pt>
                <c:pt idx="6714">
                  <c:v>21.5</c:v>
                </c:pt>
                <c:pt idx="6715">
                  <c:v>21</c:v>
                </c:pt>
                <c:pt idx="6716">
                  <c:v>18.5</c:v>
                </c:pt>
                <c:pt idx="6717">
                  <c:v>17</c:v>
                </c:pt>
                <c:pt idx="6718">
                  <c:v>17</c:v>
                </c:pt>
                <c:pt idx="6719">
                  <c:v>17.5</c:v>
                </c:pt>
                <c:pt idx="6720">
                  <c:v>18</c:v>
                </c:pt>
                <c:pt idx="6721">
                  <c:v>19</c:v>
                </c:pt>
                <c:pt idx="6722">
                  <c:v>17.5</c:v>
                </c:pt>
                <c:pt idx="6723">
                  <c:v>20.5</c:v>
                </c:pt>
                <c:pt idx="6724">
                  <c:v>20</c:v>
                </c:pt>
                <c:pt idx="6725">
                  <c:v>22</c:v>
                </c:pt>
                <c:pt idx="6726">
                  <c:v>17.5</c:v>
                </c:pt>
                <c:pt idx="6727">
                  <c:v>19.5</c:v>
                </c:pt>
                <c:pt idx="6728">
                  <c:v>19</c:v>
                </c:pt>
                <c:pt idx="6729">
                  <c:v>20</c:v>
                </c:pt>
                <c:pt idx="6730">
                  <c:v>20</c:v>
                </c:pt>
                <c:pt idx="6731">
                  <c:v>19</c:v>
                </c:pt>
                <c:pt idx="6732">
                  <c:v>19.5</c:v>
                </c:pt>
                <c:pt idx="6733">
                  <c:v>23</c:v>
                </c:pt>
                <c:pt idx="6734">
                  <c:v>23</c:v>
                </c:pt>
                <c:pt idx="6735">
                  <c:v>21</c:v>
                </c:pt>
                <c:pt idx="6736">
                  <c:v>22.5</c:v>
                </c:pt>
                <c:pt idx="6737">
                  <c:v>22.5</c:v>
                </c:pt>
                <c:pt idx="6738">
                  <c:v>21.5</c:v>
                </c:pt>
                <c:pt idx="6739">
                  <c:v>22.5</c:v>
                </c:pt>
                <c:pt idx="6740">
                  <c:v>23.5</c:v>
                </c:pt>
                <c:pt idx="6741">
                  <c:v>23</c:v>
                </c:pt>
                <c:pt idx="6742">
                  <c:v>23.5</c:v>
                </c:pt>
                <c:pt idx="6743">
                  <c:v>24.5</c:v>
                </c:pt>
                <c:pt idx="6744">
                  <c:v>23.5</c:v>
                </c:pt>
                <c:pt idx="6745">
                  <c:v>24.5</c:v>
                </c:pt>
                <c:pt idx="6746">
                  <c:v>24</c:v>
                </c:pt>
                <c:pt idx="6747">
                  <c:v>25</c:v>
                </c:pt>
                <c:pt idx="6748">
                  <c:v>26.5</c:v>
                </c:pt>
                <c:pt idx="6749">
                  <c:v>28</c:v>
                </c:pt>
                <c:pt idx="6750">
                  <c:v>26.5</c:v>
                </c:pt>
                <c:pt idx="6751">
                  <c:v>27</c:v>
                </c:pt>
                <c:pt idx="6752">
                  <c:v>28.5</c:v>
                </c:pt>
                <c:pt idx="6753">
                  <c:v>27.5</c:v>
                </c:pt>
                <c:pt idx="6754">
                  <c:v>26.5</c:v>
                </c:pt>
                <c:pt idx="6755">
                  <c:v>27</c:v>
                </c:pt>
                <c:pt idx="6756">
                  <c:v>28</c:v>
                </c:pt>
                <c:pt idx="6757">
                  <c:v>28.5</c:v>
                </c:pt>
                <c:pt idx="6758">
                  <c:v>29.5</c:v>
                </c:pt>
                <c:pt idx="6759">
                  <c:v>29</c:v>
                </c:pt>
                <c:pt idx="6760">
                  <c:v>25.5</c:v>
                </c:pt>
                <c:pt idx="6761">
                  <c:v>25.5</c:v>
                </c:pt>
                <c:pt idx="6762">
                  <c:v>24.5</c:v>
                </c:pt>
                <c:pt idx="6763">
                  <c:v>26.5</c:v>
                </c:pt>
                <c:pt idx="6764">
                  <c:v>26.5</c:v>
                </c:pt>
                <c:pt idx="6765">
                  <c:v>26.5</c:v>
                </c:pt>
                <c:pt idx="6766">
                  <c:v>27</c:v>
                </c:pt>
                <c:pt idx="6767">
                  <c:v>28</c:v>
                </c:pt>
                <c:pt idx="6768">
                  <c:v>27.5</c:v>
                </c:pt>
                <c:pt idx="6769">
                  <c:v>28</c:v>
                </c:pt>
                <c:pt idx="6770">
                  <c:v>28</c:v>
                </c:pt>
                <c:pt idx="6771">
                  <c:v>28.5</c:v>
                </c:pt>
                <c:pt idx="6772">
                  <c:v>28</c:v>
                </c:pt>
                <c:pt idx="6773">
                  <c:v>26</c:v>
                </c:pt>
                <c:pt idx="6774">
                  <c:v>23</c:v>
                </c:pt>
                <c:pt idx="6775">
                  <c:v>24</c:v>
                </c:pt>
                <c:pt idx="6776">
                  <c:v>25.5</c:v>
                </c:pt>
                <c:pt idx="6777">
                  <c:v>25.5</c:v>
                </c:pt>
                <c:pt idx="6778">
                  <c:v>26.5</c:v>
                </c:pt>
                <c:pt idx="6779">
                  <c:v>26.5</c:v>
                </c:pt>
                <c:pt idx="6780">
                  <c:v>27.5</c:v>
                </c:pt>
                <c:pt idx="6781">
                  <c:v>29</c:v>
                </c:pt>
                <c:pt idx="6782">
                  <c:v>29.5</c:v>
                </c:pt>
                <c:pt idx="6783">
                  <c:v>30.5</c:v>
                </c:pt>
                <c:pt idx="6784">
                  <c:v>30.5</c:v>
                </c:pt>
                <c:pt idx="6785">
                  <c:v>30</c:v>
                </c:pt>
                <c:pt idx="6786">
                  <c:v>28.5</c:v>
                </c:pt>
                <c:pt idx="6787">
                  <c:v>28</c:v>
                </c:pt>
                <c:pt idx="6788">
                  <c:v>28.5</c:v>
                </c:pt>
                <c:pt idx="6789">
                  <c:v>27.5</c:v>
                </c:pt>
                <c:pt idx="6790">
                  <c:v>27.5</c:v>
                </c:pt>
                <c:pt idx="6791">
                  <c:v>29</c:v>
                </c:pt>
                <c:pt idx="6792">
                  <c:v>29</c:v>
                </c:pt>
                <c:pt idx="6793">
                  <c:v>25.5</c:v>
                </c:pt>
                <c:pt idx="6794">
                  <c:v>25.5</c:v>
                </c:pt>
                <c:pt idx="6795">
                  <c:v>27</c:v>
                </c:pt>
                <c:pt idx="6796">
                  <c:v>28.5</c:v>
                </c:pt>
                <c:pt idx="6797">
                  <c:v>28.5</c:v>
                </c:pt>
                <c:pt idx="6798">
                  <c:v>28.5</c:v>
                </c:pt>
                <c:pt idx="6799">
                  <c:v>29</c:v>
                </c:pt>
                <c:pt idx="6800">
                  <c:v>30</c:v>
                </c:pt>
                <c:pt idx="6801">
                  <c:v>30</c:v>
                </c:pt>
                <c:pt idx="6802">
                  <c:v>31</c:v>
                </c:pt>
                <c:pt idx="6803">
                  <c:v>29.5</c:v>
                </c:pt>
                <c:pt idx="6804">
                  <c:v>25</c:v>
                </c:pt>
                <c:pt idx="6805">
                  <c:v>22.5</c:v>
                </c:pt>
                <c:pt idx="6806">
                  <c:v>23.5</c:v>
                </c:pt>
                <c:pt idx="6807">
                  <c:v>24</c:v>
                </c:pt>
                <c:pt idx="6808">
                  <c:v>23</c:v>
                </c:pt>
                <c:pt idx="6809">
                  <c:v>24</c:v>
                </c:pt>
                <c:pt idx="6810">
                  <c:v>26</c:v>
                </c:pt>
                <c:pt idx="6811">
                  <c:v>22</c:v>
                </c:pt>
                <c:pt idx="6812">
                  <c:v>20.5</c:v>
                </c:pt>
                <c:pt idx="6813">
                  <c:v>21.5</c:v>
                </c:pt>
                <c:pt idx="6814">
                  <c:v>20</c:v>
                </c:pt>
                <c:pt idx="6815">
                  <c:v>21.5</c:v>
                </c:pt>
                <c:pt idx="6816">
                  <c:v>21</c:v>
                </c:pt>
                <c:pt idx="6817">
                  <c:v>20.5</c:v>
                </c:pt>
                <c:pt idx="6818">
                  <c:v>18.5</c:v>
                </c:pt>
                <c:pt idx="6819">
                  <c:v>18.5</c:v>
                </c:pt>
                <c:pt idx="6820">
                  <c:v>16.5</c:v>
                </c:pt>
                <c:pt idx="6821">
                  <c:v>20.5</c:v>
                </c:pt>
                <c:pt idx="6822">
                  <c:v>21.5</c:v>
                </c:pt>
                <c:pt idx="6823">
                  <c:v>22.5</c:v>
                </c:pt>
                <c:pt idx="6824">
                  <c:v>20.5</c:v>
                </c:pt>
                <c:pt idx="6825">
                  <c:v>21</c:v>
                </c:pt>
                <c:pt idx="6826">
                  <c:v>19</c:v>
                </c:pt>
                <c:pt idx="6827">
                  <c:v>18.5</c:v>
                </c:pt>
                <c:pt idx="6828">
                  <c:v>18</c:v>
                </c:pt>
                <c:pt idx="6829">
                  <c:v>17.5</c:v>
                </c:pt>
                <c:pt idx="6830">
                  <c:v>18</c:v>
                </c:pt>
                <c:pt idx="6831">
                  <c:v>18.5</c:v>
                </c:pt>
                <c:pt idx="6832">
                  <c:v>17.5</c:v>
                </c:pt>
                <c:pt idx="6833">
                  <c:v>14</c:v>
                </c:pt>
                <c:pt idx="6834">
                  <c:v>14.5</c:v>
                </c:pt>
                <c:pt idx="6835">
                  <c:v>14.5</c:v>
                </c:pt>
                <c:pt idx="6836">
                  <c:v>13</c:v>
                </c:pt>
                <c:pt idx="6837">
                  <c:v>14.5</c:v>
                </c:pt>
                <c:pt idx="6838">
                  <c:v>15.5</c:v>
                </c:pt>
                <c:pt idx="6839">
                  <c:v>14.5</c:v>
                </c:pt>
                <c:pt idx="6840">
                  <c:v>13</c:v>
                </c:pt>
                <c:pt idx="6841">
                  <c:v>13.5</c:v>
                </c:pt>
                <c:pt idx="6842">
                  <c:v>14</c:v>
                </c:pt>
                <c:pt idx="6843">
                  <c:v>14</c:v>
                </c:pt>
                <c:pt idx="6844">
                  <c:v>13.5</c:v>
                </c:pt>
                <c:pt idx="6845">
                  <c:v>14</c:v>
                </c:pt>
                <c:pt idx="6846">
                  <c:v>15</c:v>
                </c:pt>
                <c:pt idx="6847">
                  <c:v>16.5</c:v>
                </c:pt>
                <c:pt idx="6848">
                  <c:v>17</c:v>
                </c:pt>
                <c:pt idx="6849">
                  <c:v>18</c:v>
                </c:pt>
                <c:pt idx="6850">
                  <c:v>16</c:v>
                </c:pt>
                <c:pt idx="6851">
                  <c:v>17</c:v>
                </c:pt>
                <c:pt idx="6852">
                  <c:v>17.5</c:v>
                </c:pt>
                <c:pt idx="6853">
                  <c:v>19</c:v>
                </c:pt>
                <c:pt idx="6854">
                  <c:v>19</c:v>
                </c:pt>
                <c:pt idx="6855">
                  <c:v>16.5</c:v>
                </c:pt>
                <c:pt idx="6856">
                  <c:v>16</c:v>
                </c:pt>
                <c:pt idx="6857">
                  <c:v>16.5</c:v>
                </c:pt>
                <c:pt idx="6858">
                  <c:v>16</c:v>
                </c:pt>
                <c:pt idx="6859">
                  <c:v>17</c:v>
                </c:pt>
                <c:pt idx="6860">
                  <c:v>18</c:v>
                </c:pt>
                <c:pt idx="6861">
                  <c:v>18.5</c:v>
                </c:pt>
                <c:pt idx="6862">
                  <c:v>18.5</c:v>
                </c:pt>
                <c:pt idx="6863">
                  <c:v>18</c:v>
                </c:pt>
                <c:pt idx="6864">
                  <c:v>17.5</c:v>
                </c:pt>
                <c:pt idx="6865">
                  <c:v>16.5</c:v>
                </c:pt>
                <c:pt idx="6866">
                  <c:v>14</c:v>
                </c:pt>
                <c:pt idx="6867">
                  <c:v>13.5</c:v>
                </c:pt>
                <c:pt idx="6868">
                  <c:v>13</c:v>
                </c:pt>
                <c:pt idx="6869">
                  <c:v>13</c:v>
                </c:pt>
                <c:pt idx="6870">
                  <c:v>14.5</c:v>
                </c:pt>
                <c:pt idx="6871">
                  <c:v>16.5</c:v>
                </c:pt>
                <c:pt idx="6872">
                  <c:v>17.5</c:v>
                </c:pt>
                <c:pt idx="6873">
                  <c:v>14.5</c:v>
                </c:pt>
                <c:pt idx="6874">
                  <c:v>14</c:v>
                </c:pt>
                <c:pt idx="6875">
                  <c:v>16</c:v>
                </c:pt>
                <c:pt idx="6876">
                  <c:v>15</c:v>
                </c:pt>
                <c:pt idx="6877">
                  <c:v>16</c:v>
                </c:pt>
                <c:pt idx="6878">
                  <c:v>13</c:v>
                </c:pt>
                <c:pt idx="6879">
                  <c:v>10.5</c:v>
                </c:pt>
                <c:pt idx="6880">
                  <c:v>12.5</c:v>
                </c:pt>
                <c:pt idx="6881">
                  <c:v>13</c:v>
                </c:pt>
                <c:pt idx="6882">
                  <c:v>13.5</c:v>
                </c:pt>
                <c:pt idx="6883">
                  <c:v>12</c:v>
                </c:pt>
                <c:pt idx="6884">
                  <c:v>10.5</c:v>
                </c:pt>
                <c:pt idx="6885">
                  <c:v>12.5</c:v>
                </c:pt>
                <c:pt idx="6886">
                  <c:v>13</c:v>
                </c:pt>
                <c:pt idx="6887">
                  <c:v>13.5</c:v>
                </c:pt>
                <c:pt idx="6888">
                  <c:v>12</c:v>
                </c:pt>
                <c:pt idx="6889">
                  <c:v>11</c:v>
                </c:pt>
                <c:pt idx="6890">
                  <c:v>15.5</c:v>
                </c:pt>
                <c:pt idx="6891">
                  <c:v>11.5</c:v>
                </c:pt>
                <c:pt idx="6892">
                  <c:v>10.5</c:v>
                </c:pt>
                <c:pt idx="6893">
                  <c:v>9.5</c:v>
                </c:pt>
                <c:pt idx="6894">
                  <c:v>9.5</c:v>
                </c:pt>
                <c:pt idx="6895">
                  <c:v>11.5</c:v>
                </c:pt>
                <c:pt idx="6896">
                  <c:v>10.5</c:v>
                </c:pt>
                <c:pt idx="6897">
                  <c:v>10</c:v>
                </c:pt>
                <c:pt idx="6898">
                  <c:v>9</c:v>
                </c:pt>
                <c:pt idx="6899">
                  <c:v>10</c:v>
                </c:pt>
                <c:pt idx="6900">
                  <c:v>9</c:v>
                </c:pt>
                <c:pt idx="6901">
                  <c:v>8.5</c:v>
                </c:pt>
                <c:pt idx="6902">
                  <c:v>6</c:v>
                </c:pt>
                <c:pt idx="6903">
                  <c:v>6.5</c:v>
                </c:pt>
                <c:pt idx="6904">
                  <c:v>8</c:v>
                </c:pt>
                <c:pt idx="6905">
                  <c:v>7</c:v>
                </c:pt>
                <c:pt idx="6906">
                  <c:v>8</c:v>
                </c:pt>
                <c:pt idx="6907">
                  <c:v>8</c:v>
                </c:pt>
                <c:pt idx="6908">
                  <c:v>5</c:v>
                </c:pt>
                <c:pt idx="6909">
                  <c:v>3.5</c:v>
                </c:pt>
                <c:pt idx="6910">
                  <c:v>3</c:v>
                </c:pt>
                <c:pt idx="6911">
                  <c:v>2.5</c:v>
                </c:pt>
                <c:pt idx="6912">
                  <c:v>1.5</c:v>
                </c:pt>
                <c:pt idx="6913">
                  <c:v>4</c:v>
                </c:pt>
                <c:pt idx="6914">
                  <c:v>5</c:v>
                </c:pt>
                <c:pt idx="6915">
                  <c:v>4</c:v>
                </c:pt>
                <c:pt idx="6916">
                  <c:v>1.5</c:v>
                </c:pt>
                <c:pt idx="6917">
                  <c:v>2.5</c:v>
                </c:pt>
                <c:pt idx="6918">
                  <c:v>5</c:v>
                </c:pt>
                <c:pt idx="6919">
                  <c:v>3.5</c:v>
                </c:pt>
                <c:pt idx="6920">
                  <c:v>4.5</c:v>
                </c:pt>
                <c:pt idx="6921">
                  <c:v>6.5</c:v>
                </c:pt>
                <c:pt idx="6922">
                  <c:v>5.5</c:v>
                </c:pt>
                <c:pt idx="6923">
                  <c:v>5.5</c:v>
                </c:pt>
                <c:pt idx="6924">
                  <c:v>6</c:v>
                </c:pt>
                <c:pt idx="6925">
                  <c:v>6.5</c:v>
                </c:pt>
                <c:pt idx="6926">
                  <c:v>5.5</c:v>
                </c:pt>
                <c:pt idx="6927">
                  <c:v>4.5</c:v>
                </c:pt>
                <c:pt idx="6928">
                  <c:v>6.5</c:v>
                </c:pt>
                <c:pt idx="6929">
                  <c:v>9</c:v>
                </c:pt>
                <c:pt idx="6930">
                  <c:v>10.5</c:v>
                </c:pt>
                <c:pt idx="6931">
                  <c:v>10.5</c:v>
                </c:pt>
                <c:pt idx="6932">
                  <c:v>10</c:v>
                </c:pt>
                <c:pt idx="6933">
                  <c:v>9.5</c:v>
                </c:pt>
                <c:pt idx="6934">
                  <c:v>8</c:v>
                </c:pt>
                <c:pt idx="6935">
                  <c:v>6</c:v>
                </c:pt>
                <c:pt idx="6936">
                  <c:v>5.5</c:v>
                </c:pt>
                <c:pt idx="6937">
                  <c:v>5</c:v>
                </c:pt>
                <c:pt idx="6938">
                  <c:v>4.5</c:v>
                </c:pt>
                <c:pt idx="6939">
                  <c:v>4.5</c:v>
                </c:pt>
                <c:pt idx="6940">
                  <c:v>5.5</c:v>
                </c:pt>
                <c:pt idx="6941">
                  <c:v>5</c:v>
                </c:pt>
                <c:pt idx="6942">
                  <c:v>5.5</c:v>
                </c:pt>
                <c:pt idx="6943">
                  <c:v>5</c:v>
                </c:pt>
                <c:pt idx="6944">
                  <c:v>4</c:v>
                </c:pt>
                <c:pt idx="6945">
                  <c:v>4.5</c:v>
                </c:pt>
                <c:pt idx="6946">
                  <c:v>5.5</c:v>
                </c:pt>
                <c:pt idx="6947">
                  <c:v>7.5</c:v>
                </c:pt>
                <c:pt idx="6948">
                  <c:v>6.5</c:v>
                </c:pt>
                <c:pt idx="6949">
                  <c:v>6</c:v>
                </c:pt>
                <c:pt idx="6950">
                  <c:v>6</c:v>
                </c:pt>
                <c:pt idx="6951">
                  <c:v>4.5</c:v>
                </c:pt>
                <c:pt idx="6952">
                  <c:v>6</c:v>
                </c:pt>
                <c:pt idx="6953">
                  <c:v>7.5</c:v>
                </c:pt>
                <c:pt idx="6954">
                  <c:v>8</c:v>
                </c:pt>
                <c:pt idx="6955">
                  <c:v>10.5</c:v>
                </c:pt>
                <c:pt idx="6956">
                  <c:v>10</c:v>
                </c:pt>
                <c:pt idx="6957">
                  <c:v>9</c:v>
                </c:pt>
                <c:pt idx="6958">
                  <c:v>9.5</c:v>
                </c:pt>
                <c:pt idx="6959">
                  <c:v>9</c:v>
                </c:pt>
                <c:pt idx="6960">
                  <c:v>8.5</c:v>
                </c:pt>
                <c:pt idx="6961">
                  <c:v>10</c:v>
                </c:pt>
                <c:pt idx="6962">
                  <c:v>9</c:v>
                </c:pt>
                <c:pt idx="6963">
                  <c:v>9</c:v>
                </c:pt>
                <c:pt idx="6964">
                  <c:v>9</c:v>
                </c:pt>
                <c:pt idx="6965">
                  <c:v>8.5</c:v>
                </c:pt>
                <c:pt idx="6966">
                  <c:v>8.5</c:v>
                </c:pt>
                <c:pt idx="6967">
                  <c:v>8.5</c:v>
                </c:pt>
                <c:pt idx="6968">
                  <c:v>8</c:v>
                </c:pt>
                <c:pt idx="6969">
                  <c:v>6</c:v>
                </c:pt>
                <c:pt idx="6970">
                  <c:v>6.5</c:v>
                </c:pt>
                <c:pt idx="6971">
                  <c:v>5.5</c:v>
                </c:pt>
                <c:pt idx="6972">
                  <c:v>5</c:v>
                </c:pt>
                <c:pt idx="6973">
                  <c:v>0.5</c:v>
                </c:pt>
                <c:pt idx="6974">
                  <c:v>-2</c:v>
                </c:pt>
                <c:pt idx="6975">
                  <c:v>-3</c:v>
                </c:pt>
                <c:pt idx="6976">
                  <c:v>-0.5</c:v>
                </c:pt>
                <c:pt idx="6977">
                  <c:v>0</c:v>
                </c:pt>
                <c:pt idx="6978">
                  <c:v>0</c:v>
                </c:pt>
                <c:pt idx="6979">
                  <c:v>0</c:v>
                </c:pt>
                <c:pt idx="6980">
                  <c:v>1</c:v>
                </c:pt>
                <c:pt idx="6981">
                  <c:v>1.5</c:v>
                </c:pt>
                <c:pt idx="6982">
                  <c:v>3</c:v>
                </c:pt>
                <c:pt idx="6983">
                  <c:v>2.5</c:v>
                </c:pt>
                <c:pt idx="6984">
                  <c:v>2.5</c:v>
                </c:pt>
                <c:pt idx="6985">
                  <c:v>1.5</c:v>
                </c:pt>
                <c:pt idx="6986">
                  <c:v>2</c:v>
                </c:pt>
                <c:pt idx="6987">
                  <c:v>0.5</c:v>
                </c:pt>
                <c:pt idx="6988">
                  <c:v>0</c:v>
                </c:pt>
                <c:pt idx="6989">
                  <c:v>1</c:v>
                </c:pt>
                <c:pt idx="6990">
                  <c:v>1.5</c:v>
                </c:pt>
                <c:pt idx="6991">
                  <c:v>3.5</c:v>
                </c:pt>
                <c:pt idx="6992">
                  <c:v>2.5</c:v>
                </c:pt>
                <c:pt idx="6993">
                  <c:v>1.5</c:v>
                </c:pt>
                <c:pt idx="6994">
                  <c:v>3</c:v>
                </c:pt>
                <c:pt idx="6995">
                  <c:v>4</c:v>
                </c:pt>
                <c:pt idx="6996">
                  <c:v>5.5</c:v>
                </c:pt>
                <c:pt idx="6997">
                  <c:v>7</c:v>
                </c:pt>
                <c:pt idx="6998">
                  <c:v>7.5</c:v>
                </c:pt>
                <c:pt idx="6999">
                  <c:v>10</c:v>
                </c:pt>
                <c:pt idx="7000">
                  <c:v>10.5</c:v>
                </c:pt>
                <c:pt idx="7001">
                  <c:v>11</c:v>
                </c:pt>
                <c:pt idx="7002">
                  <c:v>11.5</c:v>
                </c:pt>
                <c:pt idx="7003">
                  <c:v>10</c:v>
                </c:pt>
                <c:pt idx="7004">
                  <c:v>9</c:v>
                </c:pt>
                <c:pt idx="7005">
                  <c:v>10.5</c:v>
                </c:pt>
                <c:pt idx="7006">
                  <c:v>8.5</c:v>
                </c:pt>
                <c:pt idx="7007">
                  <c:v>6.5</c:v>
                </c:pt>
                <c:pt idx="7008">
                  <c:v>5.5</c:v>
                </c:pt>
                <c:pt idx="7009">
                  <c:v>4</c:v>
                </c:pt>
                <c:pt idx="7010">
                  <c:v>7.5</c:v>
                </c:pt>
                <c:pt idx="7011">
                  <c:v>11</c:v>
                </c:pt>
                <c:pt idx="7012">
                  <c:v>12.5</c:v>
                </c:pt>
                <c:pt idx="7013">
                  <c:v>13.5</c:v>
                </c:pt>
                <c:pt idx="7014">
                  <c:v>15</c:v>
                </c:pt>
                <c:pt idx="7015">
                  <c:v>16</c:v>
                </c:pt>
                <c:pt idx="7016">
                  <c:v>17.5</c:v>
                </c:pt>
                <c:pt idx="7017">
                  <c:v>18</c:v>
                </c:pt>
                <c:pt idx="7018">
                  <c:v>18</c:v>
                </c:pt>
                <c:pt idx="7019">
                  <c:v>18.5</c:v>
                </c:pt>
                <c:pt idx="7020">
                  <c:v>12</c:v>
                </c:pt>
                <c:pt idx="7021">
                  <c:v>14.5</c:v>
                </c:pt>
                <c:pt idx="7022">
                  <c:v>17</c:v>
                </c:pt>
                <c:pt idx="7023">
                  <c:v>18</c:v>
                </c:pt>
                <c:pt idx="7024">
                  <c:v>17.5</c:v>
                </c:pt>
                <c:pt idx="7025">
                  <c:v>16</c:v>
                </c:pt>
                <c:pt idx="7026">
                  <c:v>18</c:v>
                </c:pt>
                <c:pt idx="7027">
                  <c:v>16</c:v>
                </c:pt>
                <c:pt idx="7028">
                  <c:v>15.5</c:v>
                </c:pt>
                <c:pt idx="7029">
                  <c:v>13.5</c:v>
                </c:pt>
                <c:pt idx="7030">
                  <c:v>11.5</c:v>
                </c:pt>
                <c:pt idx="7031">
                  <c:v>11</c:v>
                </c:pt>
                <c:pt idx="7032">
                  <c:v>13</c:v>
                </c:pt>
                <c:pt idx="7033">
                  <c:v>12</c:v>
                </c:pt>
                <c:pt idx="7034">
                  <c:v>13.5</c:v>
                </c:pt>
                <c:pt idx="7035">
                  <c:v>14</c:v>
                </c:pt>
                <c:pt idx="7036">
                  <c:v>15</c:v>
                </c:pt>
                <c:pt idx="7037">
                  <c:v>15</c:v>
                </c:pt>
                <c:pt idx="7038">
                  <c:v>12</c:v>
                </c:pt>
                <c:pt idx="7039">
                  <c:v>10.5</c:v>
                </c:pt>
                <c:pt idx="7040">
                  <c:v>12.5</c:v>
                </c:pt>
                <c:pt idx="7041">
                  <c:v>11</c:v>
                </c:pt>
                <c:pt idx="7042">
                  <c:v>9</c:v>
                </c:pt>
                <c:pt idx="7043">
                  <c:v>9</c:v>
                </c:pt>
                <c:pt idx="7044">
                  <c:v>12</c:v>
                </c:pt>
                <c:pt idx="7045">
                  <c:v>13</c:v>
                </c:pt>
                <c:pt idx="7046">
                  <c:v>14.5</c:v>
                </c:pt>
                <c:pt idx="7047">
                  <c:v>15.5</c:v>
                </c:pt>
                <c:pt idx="7048">
                  <c:v>16</c:v>
                </c:pt>
                <c:pt idx="7049">
                  <c:v>16.5</c:v>
                </c:pt>
                <c:pt idx="7050">
                  <c:v>18</c:v>
                </c:pt>
                <c:pt idx="7051">
                  <c:v>15.5</c:v>
                </c:pt>
                <c:pt idx="7052">
                  <c:v>11.5</c:v>
                </c:pt>
                <c:pt idx="7053">
                  <c:v>11</c:v>
                </c:pt>
                <c:pt idx="7054">
                  <c:v>15</c:v>
                </c:pt>
                <c:pt idx="7055">
                  <c:v>16</c:v>
                </c:pt>
                <c:pt idx="7056">
                  <c:v>16.5</c:v>
                </c:pt>
                <c:pt idx="7057">
                  <c:v>18</c:v>
                </c:pt>
                <c:pt idx="7058">
                  <c:v>18.5</c:v>
                </c:pt>
                <c:pt idx="7059">
                  <c:v>19</c:v>
                </c:pt>
                <c:pt idx="7060">
                  <c:v>22</c:v>
                </c:pt>
                <c:pt idx="7061">
                  <c:v>20</c:v>
                </c:pt>
                <c:pt idx="7062">
                  <c:v>19.5</c:v>
                </c:pt>
                <c:pt idx="7063">
                  <c:v>18.5</c:v>
                </c:pt>
                <c:pt idx="7064">
                  <c:v>20.5</c:v>
                </c:pt>
                <c:pt idx="7065">
                  <c:v>20.5</c:v>
                </c:pt>
                <c:pt idx="7066">
                  <c:v>22</c:v>
                </c:pt>
                <c:pt idx="7067">
                  <c:v>19.5</c:v>
                </c:pt>
                <c:pt idx="7068">
                  <c:v>20</c:v>
                </c:pt>
                <c:pt idx="7069">
                  <c:v>18</c:v>
                </c:pt>
                <c:pt idx="7070">
                  <c:v>18</c:v>
                </c:pt>
                <c:pt idx="7071">
                  <c:v>18.5</c:v>
                </c:pt>
                <c:pt idx="7072">
                  <c:v>17</c:v>
                </c:pt>
                <c:pt idx="7073">
                  <c:v>19.5</c:v>
                </c:pt>
                <c:pt idx="7074">
                  <c:v>20.5</c:v>
                </c:pt>
                <c:pt idx="7075">
                  <c:v>21.5</c:v>
                </c:pt>
                <c:pt idx="7076">
                  <c:v>23</c:v>
                </c:pt>
                <c:pt idx="7077">
                  <c:v>23</c:v>
                </c:pt>
                <c:pt idx="7078">
                  <c:v>22</c:v>
                </c:pt>
                <c:pt idx="7079">
                  <c:v>23</c:v>
                </c:pt>
                <c:pt idx="7080">
                  <c:v>21.5</c:v>
                </c:pt>
                <c:pt idx="7081">
                  <c:v>23.5</c:v>
                </c:pt>
                <c:pt idx="7082">
                  <c:v>23</c:v>
                </c:pt>
                <c:pt idx="7083">
                  <c:v>21.5</c:v>
                </c:pt>
                <c:pt idx="7084">
                  <c:v>18.5</c:v>
                </c:pt>
                <c:pt idx="7085">
                  <c:v>20.5</c:v>
                </c:pt>
                <c:pt idx="7086">
                  <c:v>22</c:v>
                </c:pt>
                <c:pt idx="7087">
                  <c:v>22.5</c:v>
                </c:pt>
                <c:pt idx="7088">
                  <c:v>24.5</c:v>
                </c:pt>
                <c:pt idx="7089">
                  <c:v>22.5</c:v>
                </c:pt>
                <c:pt idx="7090">
                  <c:v>19.5</c:v>
                </c:pt>
                <c:pt idx="7091">
                  <c:v>21</c:v>
                </c:pt>
                <c:pt idx="7092">
                  <c:v>23</c:v>
                </c:pt>
                <c:pt idx="7093">
                  <c:v>24.5</c:v>
                </c:pt>
                <c:pt idx="7094">
                  <c:v>25</c:v>
                </c:pt>
                <c:pt idx="7095">
                  <c:v>25.5</c:v>
                </c:pt>
                <c:pt idx="7096">
                  <c:v>21.5</c:v>
                </c:pt>
                <c:pt idx="7097">
                  <c:v>23</c:v>
                </c:pt>
                <c:pt idx="7098">
                  <c:v>25</c:v>
                </c:pt>
                <c:pt idx="7099">
                  <c:v>25</c:v>
                </c:pt>
                <c:pt idx="7100">
                  <c:v>27</c:v>
                </c:pt>
                <c:pt idx="7101">
                  <c:v>26</c:v>
                </c:pt>
                <c:pt idx="7102">
                  <c:v>18.5</c:v>
                </c:pt>
                <c:pt idx="7103">
                  <c:v>22</c:v>
                </c:pt>
                <c:pt idx="7104">
                  <c:v>20.5</c:v>
                </c:pt>
                <c:pt idx="7105">
                  <c:v>16</c:v>
                </c:pt>
                <c:pt idx="7106">
                  <c:v>21.5</c:v>
                </c:pt>
                <c:pt idx="7107">
                  <c:v>23</c:v>
                </c:pt>
                <c:pt idx="7108">
                  <c:v>24.5</c:v>
                </c:pt>
                <c:pt idx="7109">
                  <c:v>19.5</c:v>
                </c:pt>
                <c:pt idx="7110">
                  <c:v>24.5</c:v>
                </c:pt>
                <c:pt idx="7111">
                  <c:v>23.5</c:v>
                </c:pt>
                <c:pt idx="7112">
                  <c:v>21</c:v>
                </c:pt>
                <c:pt idx="7113">
                  <c:v>19.5</c:v>
                </c:pt>
                <c:pt idx="7114">
                  <c:v>19</c:v>
                </c:pt>
                <c:pt idx="7115">
                  <c:v>21</c:v>
                </c:pt>
                <c:pt idx="7116">
                  <c:v>23.5</c:v>
                </c:pt>
                <c:pt idx="7117">
                  <c:v>24.5</c:v>
                </c:pt>
                <c:pt idx="7118">
                  <c:v>25.5</c:v>
                </c:pt>
                <c:pt idx="7119">
                  <c:v>26.5</c:v>
                </c:pt>
                <c:pt idx="7120">
                  <c:v>26</c:v>
                </c:pt>
                <c:pt idx="7121">
                  <c:v>23.5</c:v>
                </c:pt>
                <c:pt idx="7122">
                  <c:v>24</c:v>
                </c:pt>
                <c:pt idx="7123">
                  <c:v>25.5</c:v>
                </c:pt>
                <c:pt idx="7124">
                  <c:v>22.5</c:v>
                </c:pt>
                <c:pt idx="7125">
                  <c:v>24.5</c:v>
                </c:pt>
                <c:pt idx="7126">
                  <c:v>25.5</c:v>
                </c:pt>
                <c:pt idx="7127">
                  <c:v>27</c:v>
                </c:pt>
                <c:pt idx="7128">
                  <c:v>28.5</c:v>
                </c:pt>
                <c:pt idx="7129">
                  <c:v>27</c:v>
                </c:pt>
                <c:pt idx="7130">
                  <c:v>26</c:v>
                </c:pt>
                <c:pt idx="7131">
                  <c:v>26.5</c:v>
                </c:pt>
                <c:pt idx="7132">
                  <c:v>26.5</c:v>
                </c:pt>
                <c:pt idx="7133">
                  <c:v>24.5</c:v>
                </c:pt>
                <c:pt idx="7134">
                  <c:v>25</c:v>
                </c:pt>
                <c:pt idx="7135">
                  <c:v>25</c:v>
                </c:pt>
                <c:pt idx="7136">
                  <c:v>26</c:v>
                </c:pt>
                <c:pt idx="7137">
                  <c:v>24.5</c:v>
                </c:pt>
                <c:pt idx="7138">
                  <c:v>26</c:v>
                </c:pt>
                <c:pt idx="7139">
                  <c:v>25.5</c:v>
                </c:pt>
                <c:pt idx="7140">
                  <c:v>26.5</c:v>
                </c:pt>
                <c:pt idx="7141">
                  <c:v>27</c:v>
                </c:pt>
                <c:pt idx="7142">
                  <c:v>27.5</c:v>
                </c:pt>
                <c:pt idx="7143">
                  <c:v>27.5</c:v>
                </c:pt>
                <c:pt idx="7144">
                  <c:v>27</c:v>
                </c:pt>
                <c:pt idx="7145">
                  <c:v>26</c:v>
                </c:pt>
                <c:pt idx="7146">
                  <c:v>27</c:v>
                </c:pt>
                <c:pt idx="7147">
                  <c:v>24.5</c:v>
                </c:pt>
                <c:pt idx="7148">
                  <c:v>25</c:v>
                </c:pt>
                <c:pt idx="7149">
                  <c:v>26</c:v>
                </c:pt>
                <c:pt idx="7150">
                  <c:v>25</c:v>
                </c:pt>
                <c:pt idx="7151">
                  <c:v>25.5</c:v>
                </c:pt>
                <c:pt idx="7152">
                  <c:v>26</c:v>
                </c:pt>
                <c:pt idx="7153">
                  <c:v>25.5</c:v>
                </c:pt>
                <c:pt idx="7154">
                  <c:v>26.5</c:v>
                </c:pt>
                <c:pt idx="7155">
                  <c:v>26.5</c:v>
                </c:pt>
                <c:pt idx="7156">
                  <c:v>29</c:v>
                </c:pt>
                <c:pt idx="7157">
                  <c:v>29</c:v>
                </c:pt>
                <c:pt idx="7158">
                  <c:v>27.5</c:v>
                </c:pt>
                <c:pt idx="7159">
                  <c:v>28.5</c:v>
                </c:pt>
                <c:pt idx="7160">
                  <c:v>28.5</c:v>
                </c:pt>
                <c:pt idx="7161">
                  <c:v>29</c:v>
                </c:pt>
                <c:pt idx="7162">
                  <c:v>28</c:v>
                </c:pt>
                <c:pt idx="7163">
                  <c:v>28.5</c:v>
                </c:pt>
                <c:pt idx="7164">
                  <c:v>28.5</c:v>
                </c:pt>
                <c:pt idx="7165">
                  <c:v>28.5</c:v>
                </c:pt>
                <c:pt idx="7166">
                  <c:v>29.5</c:v>
                </c:pt>
                <c:pt idx="7167">
                  <c:v>32</c:v>
                </c:pt>
                <c:pt idx="7168">
                  <c:v>30</c:v>
                </c:pt>
                <c:pt idx="7169">
                  <c:v>26.5</c:v>
                </c:pt>
                <c:pt idx="7170">
                  <c:v>25</c:v>
                </c:pt>
                <c:pt idx="7171">
                  <c:v>26</c:v>
                </c:pt>
                <c:pt idx="7172">
                  <c:v>23.5</c:v>
                </c:pt>
                <c:pt idx="7173">
                  <c:v>23</c:v>
                </c:pt>
                <c:pt idx="7174">
                  <c:v>24</c:v>
                </c:pt>
                <c:pt idx="7175">
                  <c:v>25</c:v>
                </c:pt>
                <c:pt idx="7176">
                  <c:v>24.5</c:v>
                </c:pt>
                <c:pt idx="7177">
                  <c:v>25.5</c:v>
                </c:pt>
                <c:pt idx="7178">
                  <c:v>27</c:v>
                </c:pt>
                <c:pt idx="7179">
                  <c:v>27.5</c:v>
                </c:pt>
                <c:pt idx="7180">
                  <c:v>27.5</c:v>
                </c:pt>
                <c:pt idx="7181">
                  <c:v>26.5</c:v>
                </c:pt>
                <c:pt idx="7182">
                  <c:v>25.5</c:v>
                </c:pt>
                <c:pt idx="7183">
                  <c:v>24</c:v>
                </c:pt>
                <c:pt idx="7184">
                  <c:v>24</c:v>
                </c:pt>
                <c:pt idx="7185">
                  <c:v>24.5</c:v>
                </c:pt>
                <c:pt idx="7186">
                  <c:v>25.5</c:v>
                </c:pt>
                <c:pt idx="7187">
                  <c:v>26</c:v>
                </c:pt>
                <c:pt idx="7188">
                  <c:v>25</c:v>
                </c:pt>
                <c:pt idx="7189">
                  <c:v>22.5</c:v>
                </c:pt>
                <c:pt idx="7190">
                  <c:v>21</c:v>
                </c:pt>
                <c:pt idx="7191">
                  <c:v>22.5</c:v>
                </c:pt>
                <c:pt idx="7192">
                  <c:v>22</c:v>
                </c:pt>
                <c:pt idx="7193">
                  <c:v>22.5</c:v>
                </c:pt>
                <c:pt idx="7194">
                  <c:v>22</c:v>
                </c:pt>
                <c:pt idx="7195">
                  <c:v>18.5</c:v>
                </c:pt>
                <c:pt idx="7196">
                  <c:v>17.5</c:v>
                </c:pt>
                <c:pt idx="7197">
                  <c:v>18</c:v>
                </c:pt>
                <c:pt idx="7198">
                  <c:v>19.5</c:v>
                </c:pt>
                <c:pt idx="7199">
                  <c:v>21</c:v>
                </c:pt>
                <c:pt idx="7200">
                  <c:v>21.5</c:v>
                </c:pt>
                <c:pt idx="7201">
                  <c:v>22.5</c:v>
                </c:pt>
                <c:pt idx="7202">
                  <c:v>23</c:v>
                </c:pt>
                <c:pt idx="7203">
                  <c:v>23.5</c:v>
                </c:pt>
                <c:pt idx="7204">
                  <c:v>21.5</c:v>
                </c:pt>
                <c:pt idx="7205">
                  <c:v>21</c:v>
                </c:pt>
                <c:pt idx="7206">
                  <c:v>21.5</c:v>
                </c:pt>
                <c:pt idx="7207">
                  <c:v>22.5</c:v>
                </c:pt>
                <c:pt idx="7208">
                  <c:v>22</c:v>
                </c:pt>
                <c:pt idx="7209">
                  <c:v>22</c:v>
                </c:pt>
                <c:pt idx="7210">
                  <c:v>19</c:v>
                </c:pt>
                <c:pt idx="7211">
                  <c:v>16</c:v>
                </c:pt>
                <c:pt idx="7212">
                  <c:v>16.5</c:v>
                </c:pt>
                <c:pt idx="7213">
                  <c:v>16.5</c:v>
                </c:pt>
                <c:pt idx="7214">
                  <c:v>15.5</c:v>
                </c:pt>
                <c:pt idx="7215">
                  <c:v>14.5</c:v>
                </c:pt>
                <c:pt idx="7216">
                  <c:v>17</c:v>
                </c:pt>
                <c:pt idx="7217">
                  <c:v>17</c:v>
                </c:pt>
                <c:pt idx="7218">
                  <c:v>16.5</c:v>
                </c:pt>
                <c:pt idx="7219">
                  <c:v>17.5</c:v>
                </c:pt>
                <c:pt idx="7220">
                  <c:v>19.5</c:v>
                </c:pt>
                <c:pt idx="7221">
                  <c:v>21</c:v>
                </c:pt>
                <c:pt idx="7222">
                  <c:v>19.5</c:v>
                </c:pt>
                <c:pt idx="7223">
                  <c:v>18.5</c:v>
                </c:pt>
                <c:pt idx="7224">
                  <c:v>17</c:v>
                </c:pt>
                <c:pt idx="7225">
                  <c:v>18</c:v>
                </c:pt>
                <c:pt idx="7226">
                  <c:v>15</c:v>
                </c:pt>
                <c:pt idx="7227">
                  <c:v>13.5</c:v>
                </c:pt>
                <c:pt idx="7228">
                  <c:v>13</c:v>
                </c:pt>
                <c:pt idx="7229">
                  <c:v>14.5</c:v>
                </c:pt>
                <c:pt idx="7230">
                  <c:v>15.5</c:v>
                </c:pt>
                <c:pt idx="7231">
                  <c:v>15.5</c:v>
                </c:pt>
                <c:pt idx="7232">
                  <c:v>15</c:v>
                </c:pt>
                <c:pt idx="7233">
                  <c:v>15</c:v>
                </c:pt>
                <c:pt idx="7234">
                  <c:v>15.5</c:v>
                </c:pt>
                <c:pt idx="7235">
                  <c:v>15</c:v>
                </c:pt>
                <c:pt idx="7236">
                  <c:v>15</c:v>
                </c:pt>
                <c:pt idx="7237">
                  <c:v>15.5</c:v>
                </c:pt>
                <c:pt idx="7238">
                  <c:v>16.5</c:v>
                </c:pt>
                <c:pt idx="7239">
                  <c:v>16.5</c:v>
                </c:pt>
                <c:pt idx="7240">
                  <c:v>16.5</c:v>
                </c:pt>
                <c:pt idx="7241">
                  <c:v>18.5</c:v>
                </c:pt>
                <c:pt idx="7242">
                  <c:v>14.5</c:v>
                </c:pt>
                <c:pt idx="7243">
                  <c:v>14</c:v>
                </c:pt>
                <c:pt idx="7244">
                  <c:v>15</c:v>
                </c:pt>
                <c:pt idx="7245">
                  <c:v>15</c:v>
                </c:pt>
                <c:pt idx="7246">
                  <c:v>14.5</c:v>
                </c:pt>
                <c:pt idx="7247">
                  <c:v>12</c:v>
                </c:pt>
                <c:pt idx="7248">
                  <c:v>13</c:v>
                </c:pt>
                <c:pt idx="7249">
                  <c:v>11.5</c:v>
                </c:pt>
                <c:pt idx="7250">
                  <c:v>11.5</c:v>
                </c:pt>
                <c:pt idx="7251">
                  <c:v>12</c:v>
                </c:pt>
                <c:pt idx="7252">
                  <c:v>13</c:v>
                </c:pt>
                <c:pt idx="7253">
                  <c:v>13.5</c:v>
                </c:pt>
                <c:pt idx="7254">
                  <c:v>13</c:v>
                </c:pt>
                <c:pt idx="7255">
                  <c:v>13</c:v>
                </c:pt>
                <c:pt idx="7256">
                  <c:v>13.5</c:v>
                </c:pt>
                <c:pt idx="7257">
                  <c:v>12.5</c:v>
                </c:pt>
                <c:pt idx="7258">
                  <c:v>9.5</c:v>
                </c:pt>
                <c:pt idx="7259">
                  <c:v>8</c:v>
                </c:pt>
                <c:pt idx="7260">
                  <c:v>6</c:v>
                </c:pt>
                <c:pt idx="7261">
                  <c:v>7.5</c:v>
                </c:pt>
                <c:pt idx="7262">
                  <c:v>7.5</c:v>
                </c:pt>
                <c:pt idx="7263">
                  <c:v>5</c:v>
                </c:pt>
                <c:pt idx="7264">
                  <c:v>5</c:v>
                </c:pt>
                <c:pt idx="7265">
                  <c:v>5.5</c:v>
                </c:pt>
                <c:pt idx="7266">
                  <c:v>4</c:v>
                </c:pt>
                <c:pt idx="7267">
                  <c:v>4.5</c:v>
                </c:pt>
                <c:pt idx="7268">
                  <c:v>4</c:v>
                </c:pt>
                <c:pt idx="7269">
                  <c:v>6.5</c:v>
                </c:pt>
                <c:pt idx="7270">
                  <c:v>7.5</c:v>
                </c:pt>
                <c:pt idx="7271">
                  <c:v>9</c:v>
                </c:pt>
                <c:pt idx="7272">
                  <c:v>9.5</c:v>
                </c:pt>
                <c:pt idx="7273">
                  <c:v>7</c:v>
                </c:pt>
                <c:pt idx="7274">
                  <c:v>5.5</c:v>
                </c:pt>
                <c:pt idx="7275">
                  <c:v>6.5</c:v>
                </c:pt>
                <c:pt idx="7276">
                  <c:v>7.5</c:v>
                </c:pt>
                <c:pt idx="7277">
                  <c:v>9.5</c:v>
                </c:pt>
                <c:pt idx="7278">
                  <c:v>9.5</c:v>
                </c:pt>
                <c:pt idx="7279">
                  <c:v>10</c:v>
                </c:pt>
                <c:pt idx="7280">
                  <c:v>8</c:v>
                </c:pt>
                <c:pt idx="7281">
                  <c:v>7</c:v>
                </c:pt>
                <c:pt idx="7282">
                  <c:v>8</c:v>
                </c:pt>
                <c:pt idx="7283">
                  <c:v>10</c:v>
                </c:pt>
                <c:pt idx="7284">
                  <c:v>10.5</c:v>
                </c:pt>
                <c:pt idx="7285">
                  <c:v>9.5</c:v>
                </c:pt>
                <c:pt idx="7286">
                  <c:v>7.5</c:v>
                </c:pt>
                <c:pt idx="7287">
                  <c:v>6</c:v>
                </c:pt>
                <c:pt idx="7288">
                  <c:v>3.5</c:v>
                </c:pt>
                <c:pt idx="7289">
                  <c:v>2.5</c:v>
                </c:pt>
                <c:pt idx="7290">
                  <c:v>1</c:v>
                </c:pt>
                <c:pt idx="7291">
                  <c:v>-1</c:v>
                </c:pt>
                <c:pt idx="7292">
                  <c:v>-0.5</c:v>
                </c:pt>
                <c:pt idx="7293">
                  <c:v>-1.5</c:v>
                </c:pt>
                <c:pt idx="7294">
                  <c:v>0</c:v>
                </c:pt>
                <c:pt idx="7295">
                  <c:v>-1</c:v>
                </c:pt>
                <c:pt idx="7296">
                  <c:v>-2</c:v>
                </c:pt>
                <c:pt idx="7297">
                  <c:v>0.5</c:v>
                </c:pt>
                <c:pt idx="7298">
                  <c:v>1.5</c:v>
                </c:pt>
                <c:pt idx="7299">
                  <c:v>2.5</c:v>
                </c:pt>
                <c:pt idx="7300">
                  <c:v>3.5</c:v>
                </c:pt>
                <c:pt idx="7301">
                  <c:v>3</c:v>
                </c:pt>
                <c:pt idx="7302">
                  <c:v>1.5</c:v>
                </c:pt>
                <c:pt idx="7303">
                  <c:v>2</c:v>
                </c:pt>
                <c:pt idx="7304">
                  <c:v>1.5</c:v>
                </c:pt>
                <c:pt idx="7305">
                  <c:v>0.5</c:v>
                </c:pt>
                <c:pt idx="7306">
                  <c:v>-1.5</c:v>
                </c:pt>
                <c:pt idx="7307">
                  <c:v>-1</c:v>
                </c:pt>
                <c:pt idx="7308">
                  <c:v>0</c:v>
                </c:pt>
                <c:pt idx="7309">
                  <c:v>0</c:v>
                </c:pt>
                <c:pt idx="7310">
                  <c:v>0.5</c:v>
                </c:pt>
                <c:pt idx="7311">
                  <c:v>-0.5</c:v>
                </c:pt>
                <c:pt idx="7312">
                  <c:v>-1.5</c:v>
                </c:pt>
                <c:pt idx="7313">
                  <c:v>-0.5</c:v>
                </c:pt>
                <c:pt idx="7314">
                  <c:v>2</c:v>
                </c:pt>
                <c:pt idx="7315">
                  <c:v>2.5</c:v>
                </c:pt>
                <c:pt idx="7316">
                  <c:v>2</c:v>
                </c:pt>
                <c:pt idx="7317">
                  <c:v>2.5</c:v>
                </c:pt>
                <c:pt idx="7318">
                  <c:v>2.5</c:v>
                </c:pt>
                <c:pt idx="7319">
                  <c:v>3</c:v>
                </c:pt>
                <c:pt idx="7320">
                  <c:v>2</c:v>
                </c:pt>
                <c:pt idx="7321">
                  <c:v>2.5</c:v>
                </c:pt>
                <c:pt idx="7322">
                  <c:v>2</c:v>
                </c:pt>
                <c:pt idx="7323">
                  <c:v>0.5</c:v>
                </c:pt>
                <c:pt idx="7324">
                  <c:v>2</c:v>
                </c:pt>
                <c:pt idx="7325">
                  <c:v>3</c:v>
                </c:pt>
                <c:pt idx="7326">
                  <c:v>2</c:v>
                </c:pt>
                <c:pt idx="7327">
                  <c:v>2.5</c:v>
                </c:pt>
                <c:pt idx="7328">
                  <c:v>2</c:v>
                </c:pt>
                <c:pt idx="7329">
                  <c:v>1.5</c:v>
                </c:pt>
                <c:pt idx="7330">
                  <c:v>1.5</c:v>
                </c:pt>
                <c:pt idx="7331">
                  <c:v>2.5</c:v>
                </c:pt>
                <c:pt idx="7332">
                  <c:v>4</c:v>
                </c:pt>
                <c:pt idx="7333">
                  <c:v>4</c:v>
                </c:pt>
                <c:pt idx="7334">
                  <c:v>4.5</c:v>
                </c:pt>
                <c:pt idx="7335">
                  <c:v>5.5</c:v>
                </c:pt>
                <c:pt idx="7336">
                  <c:v>4.5</c:v>
                </c:pt>
                <c:pt idx="7337">
                  <c:v>5</c:v>
                </c:pt>
                <c:pt idx="7338">
                  <c:v>7</c:v>
                </c:pt>
                <c:pt idx="7339">
                  <c:v>6</c:v>
                </c:pt>
                <c:pt idx="7340">
                  <c:v>6</c:v>
                </c:pt>
                <c:pt idx="7341">
                  <c:v>5.5</c:v>
                </c:pt>
                <c:pt idx="7342">
                  <c:v>5.5</c:v>
                </c:pt>
                <c:pt idx="7343">
                  <c:v>6.5</c:v>
                </c:pt>
                <c:pt idx="7344">
                  <c:v>5.5</c:v>
                </c:pt>
                <c:pt idx="7345">
                  <c:v>6.5</c:v>
                </c:pt>
                <c:pt idx="7346">
                  <c:v>7</c:v>
                </c:pt>
                <c:pt idx="7347">
                  <c:v>7</c:v>
                </c:pt>
                <c:pt idx="7348">
                  <c:v>9</c:v>
                </c:pt>
                <c:pt idx="7349">
                  <c:v>5.5</c:v>
                </c:pt>
                <c:pt idx="7350">
                  <c:v>4.5</c:v>
                </c:pt>
                <c:pt idx="7351">
                  <c:v>5</c:v>
                </c:pt>
                <c:pt idx="7352">
                  <c:v>6.5</c:v>
                </c:pt>
                <c:pt idx="7353">
                  <c:v>7.5</c:v>
                </c:pt>
                <c:pt idx="7354">
                  <c:v>8</c:v>
                </c:pt>
                <c:pt idx="7355">
                  <c:v>8.5</c:v>
                </c:pt>
                <c:pt idx="7356">
                  <c:v>9.5</c:v>
                </c:pt>
                <c:pt idx="7357">
                  <c:v>9.5</c:v>
                </c:pt>
                <c:pt idx="7358">
                  <c:v>9.5</c:v>
                </c:pt>
                <c:pt idx="7359">
                  <c:v>10.5</c:v>
                </c:pt>
                <c:pt idx="7360">
                  <c:v>11</c:v>
                </c:pt>
                <c:pt idx="7361">
                  <c:v>11.5</c:v>
                </c:pt>
                <c:pt idx="7362">
                  <c:v>11</c:v>
                </c:pt>
                <c:pt idx="7363">
                  <c:v>11.5</c:v>
                </c:pt>
                <c:pt idx="7364">
                  <c:v>13</c:v>
                </c:pt>
                <c:pt idx="7365">
                  <c:v>14</c:v>
                </c:pt>
                <c:pt idx="7366">
                  <c:v>13</c:v>
                </c:pt>
                <c:pt idx="7367">
                  <c:v>13</c:v>
                </c:pt>
                <c:pt idx="7368">
                  <c:v>17</c:v>
                </c:pt>
                <c:pt idx="7369">
                  <c:v>11.5</c:v>
                </c:pt>
                <c:pt idx="7370">
                  <c:v>8.5</c:v>
                </c:pt>
                <c:pt idx="7371">
                  <c:v>6.5</c:v>
                </c:pt>
                <c:pt idx="7372">
                  <c:v>2</c:v>
                </c:pt>
                <c:pt idx="7373">
                  <c:v>0</c:v>
                </c:pt>
                <c:pt idx="7374">
                  <c:v>2</c:v>
                </c:pt>
                <c:pt idx="7375">
                  <c:v>7</c:v>
                </c:pt>
                <c:pt idx="7376">
                  <c:v>9</c:v>
                </c:pt>
                <c:pt idx="7377">
                  <c:v>7</c:v>
                </c:pt>
                <c:pt idx="7378">
                  <c:v>5.5</c:v>
                </c:pt>
                <c:pt idx="7379">
                  <c:v>7.5</c:v>
                </c:pt>
                <c:pt idx="7380">
                  <c:v>8</c:v>
                </c:pt>
                <c:pt idx="7381">
                  <c:v>10.5</c:v>
                </c:pt>
                <c:pt idx="7382">
                  <c:v>12</c:v>
                </c:pt>
                <c:pt idx="7383">
                  <c:v>12.5</c:v>
                </c:pt>
                <c:pt idx="7384">
                  <c:v>12.5</c:v>
                </c:pt>
                <c:pt idx="7385">
                  <c:v>14</c:v>
                </c:pt>
                <c:pt idx="7386">
                  <c:v>16</c:v>
                </c:pt>
                <c:pt idx="7387">
                  <c:v>18</c:v>
                </c:pt>
                <c:pt idx="7388">
                  <c:v>19.5</c:v>
                </c:pt>
                <c:pt idx="7389">
                  <c:v>19</c:v>
                </c:pt>
                <c:pt idx="7390">
                  <c:v>17.5</c:v>
                </c:pt>
                <c:pt idx="7391">
                  <c:v>15.5</c:v>
                </c:pt>
                <c:pt idx="7392">
                  <c:v>16.5</c:v>
                </c:pt>
                <c:pt idx="7393">
                  <c:v>17</c:v>
                </c:pt>
                <c:pt idx="7394">
                  <c:v>17.5</c:v>
                </c:pt>
                <c:pt idx="7395">
                  <c:v>18.5</c:v>
                </c:pt>
                <c:pt idx="7396">
                  <c:v>17</c:v>
                </c:pt>
                <c:pt idx="7397">
                  <c:v>17.5</c:v>
                </c:pt>
                <c:pt idx="7398">
                  <c:v>14</c:v>
                </c:pt>
                <c:pt idx="7399">
                  <c:v>16.5</c:v>
                </c:pt>
                <c:pt idx="7400">
                  <c:v>14</c:v>
                </c:pt>
                <c:pt idx="7401">
                  <c:v>15</c:v>
                </c:pt>
                <c:pt idx="7402">
                  <c:v>17.5</c:v>
                </c:pt>
                <c:pt idx="7403">
                  <c:v>19</c:v>
                </c:pt>
                <c:pt idx="7404">
                  <c:v>20.5</c:v>
                </c:pt>
                <c:pt idx="7405">
                  <c:v>22</c:v>
                </c:pt>
                <c:pt idx="7406">
                  <c:v>24.5</c:v>
                </c:pt>
                <c:pt idx="7407">
                  <c:v>24</c:v>
                </c:pt>
                <c:pt idx="7408">
                  <c:v>23</c:v>
                </c:pt>
                <c:pt idx="7409">
                  <c:v>23</c:v>
                </c:pt>
                <c:pt idx="7410">
                  <c:v>22.5</c:v>
                </c:pt>
                <c:pt idx="7411">
                  <c:v>22.5</c:v>
                </c:pt>
                <c:pt idx="7412">
                  <c:v>22</c:v>
                </c:pt>
                <c:pt idx="7413">
                  <c:v>24.5</c:v>
                </c:pt>
                <c:pt idx="7414">
                  <c:v>20</c:v>
                </c:pt>
                <c:pt idx="7415">
                  <c:v>20</c:v>
                </c:pt>
                <c:pt idx="7416">
                  <c:v>22.5</c:v>
                </c:pt>
                <c:pt idx="7417">
                  <c:v>21.5</c:v>
                </c:pt>
                <c:pt idx="7418">
                  <c:v>21.5</c:v>
                </c:pt>
                <c:pt idx="7419">
                  <c:v>18.5</c:v>
                </c:pt>
                <c:pt idx="7420">
                  <c:v>17</c:v>
                </c:pt>
                <c:pt idx="7421">
                  <c:v>19.5</c:v>
                </c:pt>
                <c:pt idx="7422">
                  <c:v>20</c:v>
                </c:pt>
                <c:pt idx="7423">
                  <c:v>19.5</c:v>
                </c:pt>
                <c:pt idx="7424">
                  <c:v>17</c:v>
                </c:pt>
                <c:pt idx="7425">
                  <c:v>16</c:v>
                </c:pt>
                <c:pt idx="7426">
                  <c:v>18</c:v>
                </c:pt>
                <c:pt idx="7427">
                  <c:v>18.5</c:v>
                </c:pt>
                <c:pt idx="7428">
                  <c:v>20</c:v>
                </c:pt>
                <c:pt idx="7429">
                  <c:v>20.5</c:v>
                </c:pt>
                <c:pt idx="7430">
                  <c:v>21.5</c:v>
                </c:pt>
                <c:pt idx="7431">
                  <c:v>22.5</c:v>
                </c:pt>
                <c:pt idx="7432">
                  <c:v>21</c:v>
                </c:pt>
                <c:pt idx="7433">
                  <c:v>19</c:v>
                </c:pt>
                <c:pt idx="7434">
                  <c:v>19</c:v>
                </c:pt>
                <c:pt idx="7435">
                  <c:v>18</c:v>
                </c:pt>
                <c:pt idx="7436">
                  <c:v>18</c:v>
                </c:pt>
                <c:pt idx="7437">
                  <c:v>19.5</c:v>
                </c:pt>
                <c:pt idx="7438">
                  <c:v>18.5</c:v>
                </c:pt>
                <c:pt idx="7439">
                  <c:v>14</c:v>
                </c:pt>
                <c:pt idx="7440">
                  <c:v>14.5</c:v>
                </c:pt>
                <c:pt idx="7441">
                  <c:v>16</c:v>
                </c:pt>
                <c:pt idx="7442">
                  <c:v>19</c:v>
                </c:pt>
                <c:pt idx="7443">
                  <c:v>21.5</c:v>
                </c:pt>
                <c:pt idx="7444">
                  <c:v>22</c:v>
                </c:pt>
                <c:pt idx="7445">
                  <c:v>20</c:v>
                </c:pt>
                <c:pt idx="7446">
                  <c:v>22</c:v>
                </c:pt>
                <c:pt idx="7447">
                  <c:v>23.5</c:v>
                </c:pt>
                <c:pt idx="7448">
                  <c:v>24.5</c:v>
                </c:pt>
                <c:pt idx="7449">
                  <c:v>26</c:v>
                </c:pt>
                <c:pt idx="7450">
                  <c:v>25.5</c:v>
                </c:pt>
                <c:pt idx="7451">
                  <c:v>24.5</c:v>
                </c:pt>
                <c:pt idx="7452">
                  <c:v>22</c:v>
                </c:pt>
                <c:pt idx="7453">
                  <c:v>26.5</c:v>
                </c:pt>
                <c:pt idx="7454">
                  <c:v>28.5</c:v>
                </c:pt>
                <c:pt idx="7455">
                  <c:v>29</c:v>
                </c:pt>
                <c:pt idx="7456">
                  <c:v>28.5</c:v>
                </c:pt>
                <c:pt idx="7457">
                  <c:v>25.5</c:v>
                </c:pt>
                <c:pt idx="7458">
                  <c:v>27.5</c:v>
                </c:pt>
                <c:pt idx="7459">
                  <c:v>27</c:v>
                </c:pt>
                <c:pt idx="7460">
                  <c:v>27.5</c:v>
                </c:pt>
                <c:pt idx="7461">
                  <c:v>26.5</c:v>
                </c:pt>
                <c:pt idx="7462">
                  <c:v>25.5</c:v>
                </c:pt>
                <c:pt idx="7463">
                  <c:v>26</c:v>
                </c:pt>
                <c:pt idx="7464">
                  <c:v>26.5</c:v>
                </c:pt>
                <c:pt idx="7465">
                  <c:v>27</c:v>
                </c:pt>
                <c:pt idx="7466">
                  <c:v>26.5</c:v>
                </c:pt>
                <c:pt idx="7467">
                  <c:v>24</c:v>
                </c:pt>
                <c:pt idx="7468">
                  <c:v>24</c:v>
                </c:pt>
                <c:pt idx="7469">
                  <c:v>29</c:v>
                </c:pt>
                <c:pt idx="7470">
                  <c:v>30.5</c:v>
                </c:pt>
                <c:pt idx="7471">
                  <c:v>27</c:v>
                </c:pt>
                <c:pt idx="7472">
                  <c:v>25</c:v>
                </c:pt>
                <c:pt idx="7473">
                  <c:v>29</c:v>
                </c:pt>
                <c:pt idx="7474">
                  <c:v>26</c:v>
                </c:pt>
                <c:pt idx="7475">
                  <c:v>26.5</c:v>
                </c:pt>
                <c:pt idx="7476">
                  <c:v>27.5</c:v>
                </c:pt>
                <c:pt idx="7477">
                  <c:v>29.5</c:v>
                </c:pt>
                <c:pt idx="7478">
                  <c:v>31.5</c:v>
                </c:pt>
                <c:pt idx="7479">
                  <c:v>32</c:v>
                </c:pt>
                <c:pt idx="7480">
                  <c:v>27.5</c:v>
                </c:pt>
                <c:pt idx="7481">
                  <c:v>24.5</c:v>
                </c:pt>
                <c:pt idx="7482">
                  <c:v>24</c:v>
                </c:pt>
                <c:pt idx="7483">
                  <c:v>25.5</c:v>
                </c:pt>
                <c:pt idx="7484">
                  <c:v>27.5</c:v>
                </c:pt>
                <c:pt idx="7485">
                  <c:v>30.5</c:v>
                </c:pt>
                <c:pt idx="7486">
                  <c:v>31.5</c:v>
                </c:pt>
                <c:pt idx="7487">
                  <c:v>26</c:v>
                </c:pt>
                <c:pt idx="7488">
                  <c:v>22</c:v>
                </c:pt>
                <c:pt idx="7489">
                  <c:v>22.5</c:v>
                </c:pt>
                <c:pt idx="7490">
                  <c:v>23</c:v>
                </c:pt>
                <c:pt idx="7491">
                  <c:v>24.5</c:v>
                </c:pt>
                <c:pt idx="7492">
                  <c:v>25.5</c:v>
                </c:pt>
                <c:pt idx="7493">
                  <c:v>25.5</c:v>
                </c:pt>
                <c:pt idx="7494">
                  <c:v>26.5</c:v>
                </c:pt>
                <c:pt idx="7495">
                  <c:v>27</c:v>
                </c:pt>
                <c:pt idx="7496">
                  <c:v>28</c:v>
                </c:pt>
                <c:pt idx="7497">
                  <c:v>28.5</c:v>
                </c:pt>
                <c:pt idx="7498">
                  <c:v>28</c:v>
                </c:pt>
                <c:pt idx="7499">
                  <c:v>30</c:v>
                </c:pt>
                <c:pt idx="7500">
                  <c:v>30.5</c:v>
                </c:pt>
                <c:pt idx="7501">
                  <c:v>30.5</c:v>
                </c:pt>
                <c:pt idx="7502">
                  <c:v>29.5</c:v>
                </c:pt>
                <c:pt idx="7503">
                  <c:v>29.5</c:v>
                </c:pt>
                <c:pt idx="7504">
                  <c:v>30.5</c:v>
                </c:pt>
                <c:pt idx="7505">
                  <c:v>30.5</c:v>
                </c:pt>
                <c:pt idx="7506">
                  <c:v>30</c:v>
                </c:pt>
                <c:pt idx="7507">
                  <c:v>29</c:v>
                </c:pt>
                <c:pt idx="7508">
                  <c:v>30</c:v>
                </c:pt>
                <c:pt idx="7509">
                  <c:v>32</c:v>
                </c:pt>
                <c:pt idx="7510">
                  <c:v>30</c:v>
                </c:pt>
                <c:pt idx="7511">
                  <c:v>28</c:v>
                </c:pt>
                <c:pt idx="7512">
                  <c:v>29.5</c:v>
                </c:pt>
                <c:pt idx="7513">
                  <c:v>31.5</c:v>
                </c:pt>
                <c:pt idx="7514">
                  <c:v>32.5</c:v>
                </c:pt>
                <c:pt idx="7515">
                  <c:v>33</c:v>
                </c:pt>
                <c:pt idx="7516">
                  <c:v>33</c:v>
                </c:pt>
                <c:pt idx="7517">
                  <c:v>29</c:v>
                </c:pt>
                <c:pt idx="7518">
                  <c:v>27.5</c:v>
                </c:pt>
                <c:pt idx="7519">
                  <c:v>28</c:v>
                </c:pt>
                <c:pt idx="7520">
                  <c:v>29</c:v>
                </c:pt>
                <c:pt idx="7521">
                  <c:v>31</c:v>
                </c:pt>
                <c:pt idx="7522">
                  <c:v>28</c:v>
                </c:pt>
                <c:pt idx="7523">
                  <c:v>27</c:v>
                </c:pt>
                <c:pt idx="7524">
                  <c:v>25.5</c:v>
                </c:pt>
                <c:pt idx="7525">
                  <c:v>27</c:v>
                </c:pt>
                <c:pt idx="7526">
                  <c:v>29</c:v>
                </c:pt>
                <c:pt idx="7527">
                  <c:v>29</c:v>
                </c:pt>
                <c:pt idx="7528">
                  <c:v>28</c:v>
                </c:pt>
                <c:pt idx="7529">
                  <c:v>26.5</c:v>
                </c:pt>
                <c:pt idx="7530">
                  <c:v>28</c:v>
                </c:pt>
                <c:pt idx="7531">
                  <c:v>30.5</c:v>
                </c:pt>
                <c:pt idx="7532">
                  <c:v>29.5</c:v>
                </c:pt>
                <c:pt idx="7533">
                  <c:v>28</c:v>
                </c:pt>
                <c:pt idx="7534">
                  <c:v>28</c:v>
                </c:pt>
                <c:pt idx="7535">
                  <c:v>27.5</c:v>
                </c:pt>
                <c:pt idx="7536">
                  <c:v>28.5</c:v>
                </c:pt>
                <c:pt idx="7537">
                  <c:v>28.5</c:v>
                </c:pt>
                <c:pt idx="7538">
                  <c:v>26</c:v>
                </c:pt>
                <c:pt idx="7539">
                  <c:v>26</c:v>
                </c:pt>
                <c:pt idx="7540">
                  <c:v>28.5</c:v>
                </c:pt>
                <c:pt idx="7541">
                  <c:v>28.5</c:v>
                </c:pt>
                <c:pt idx="7542">
                  <c:v>27</c:v>
                </c:pt>
                <c:pt idx="7543">
                  <c:v>27</c:v>
                </c:pt>
                <c:pt idx="7544">
                  <c:v>23</c:v>
                </c:pt>
                <c:pt idx="7545">
                  <c:v>24</c:v>
                </c:pt>
                <c:pt idx="7546">
                  <c:v>25.5</c:v>
                </c:pt>
                <c:pt idx="7547">
                  <c:v>24.5</c:v>
                </c:pt>
                <c:pt idx="7548">
                  <c:v>21</c:v>
                </c:pt>
                <c:pt idx="7549">
                  <c:v>20</c:v>
                </c:pt>
                <c:pt idx="7550">
                  <c:v>16</c:v>
                </c:pt>
                <c:pt idx="7551">
                  <c:v>18</c:v>
                </c:pt>
                <c:pt idx="7552">
                  <c:v>19</c:v>
                </c:pt>
                <c:pt idx="7553">
                  <c:v>20</c:v>
                </c:pt>
                <c:pt idx="7554">
                  <c:v>22.5</c:v>
                </c:pt>
                <c:pt idx="7555">
                  <c:v>21.5</c:v>
                </c:pt>
                <c:pt idx="7556">
                  <c:v>19.5</c:v>
                </c:pt>
                <c:pt idx="7557">
                  <c:v>18</c:v>
                </c:pt>
                <c:pt idx="7558">
                  <c:v>19.5</c:v>
                </c:pt>
                <c:pt idx="7559">
                  <c:v>19</c:v>
                </c:pt>
                <c:pt idx="7560">
                  <c:v>19.5</c:v>
                </c:pt>
                <c:pt idx="7561">
                  <c:v>18.5</c:v>
                </c:pt>
                <c:pt idx="7562">
                  <c:v>17</c:v>
                </c:pt>
                <c:pt idx="7563">
                  <c:v>16.5</c:v>
                </c:pt>
                <c:pt idx="7564">
                  <c:v>16</c:v>
                </c:pt>
                <c:pt idx="7565">
                  <c:v>15.5</c:v>
                </c:pt>
                <c:pt idx="7566">
                  <c:v>16.5</c:v>
                </c:pt>
                <c:pt idx="7567">
                  <c:v>18.5</c:v>
                </c:pt>
                <c:pt idx="7568">
                  <c:v>18.5</c:v>
                </c:pt>
                <c:pt idx="7569">
                  <c:v>18.5</c:v>
                </c:pt>
                <c:pt idx="7570">
                  <c:v>19.5</c:v>
                </c:pt>
                <c:pt idx="7571">
                  <c:v>20</c:v>
                </c:pt>
                <c:pt idx="7572">
                  <c:v>20</c:v>
                </c:pt>
                <c:pt idx="7573">
                  <c:v>20</c:v>
                </c:pt>
                <c:pt idx="7574">
                  <c:v>20</c:v>
                </c:pt>
                <c:pt idx="7575">
                  <c:v>18</c:v>
                </c:pt>
                <c:pt idx="7576">
                  <c:v>17.5</c:v>
                </c:pt>
                <c:pt idx="7577">
                  <c:v>18.5</c:v>
                </c:pt>
                <c:pt idx="7578">
                  <c:v>19</c:v>
                </c:pt>
                <c:pt idx="7579">
                  <c:v>19.5</c:v>
                </c:pt>
                <c:pt idx="7580">
                  <c:v>21</c:v>
                </c:pt>
                <c:pt idx="7581">
                  <c:v>21</c:v>
                </c:pt>
                <c:pt idx="7582">
                  <c:v>21</c:v>
                </c:pt>
                <c:pt idx="7583">
                  <c:v>20.5</c:v>
                </c:pt>
                <c:pt idx="7584">
                  <c:v>21.5</c:v>
                </c:pt>
                <c:pt idx="7585">
                  <c:v>21.5</c:v>
                </c:pt>
                <c:pt idx="7586">
                  <c:v>21.5</c:v>
                </c:pt>
                <c:pt idx="7587">
                  <c:v>20.5</c:v>
                </c:pt>
                <c:pt idx="7588">
                  <c:v>18</c:v>
                </c:pt>
                <c:pt idx="7589">
                  <c:v>17</c:v>
                </c:pt>
                <c:pt idx="7590">
                  <c:v>14.5</c:v>
                </c:pt>
                <c:pt idx="7591">
                  <c:v>16.5</c:v>
                </c:pt>
                <c:pt idx="7592">
                  <c:v>19.5</c:v>
                </c:pt>
                <c:pt idx="7593">
                  <c:v>18</c:v>
                </c:pt>
                <c:pt idx="7594">
                  <c:v>17.5</c:v>
                </c:pt>
                <c:pt idx="7595">
                  <c:v>15.5</c:v>
                </c:pt>
                <c:pt idx="7596">
                  <c:v>15</c:v>
                </c:pt>
                <c:pt idx="7597">
                  <c:v>15</c:v>
                </c:pt>
                <c:pt idx="7598">
                  <c:v>19</c:v>
                </c:pt>
                <c:pt idx="7599">
                  <c:v>16.5</c:v>
                </c:pt>
                <c:pt idx="7600">
                  <c:v>16</c:v>
                </c:pt>
                <c:pt idx="7601">
                  <c:v>17</c:v>
                </c:pt>
                <c:pt idx="7602">
                  <c:v>18</c:v>
                </c:pt>
                <c:pt idx="7603">
                  <c:v>17</c:v>
                </c:pt>
                <c:pt idx="7604">
                  <c:v>17.5</c:v>
                </c:pt>
                <c:pt idx="7605">
                  <c:v>16.5</c:v>
                </c:pt>
                <c:pt idx="7606">
                  <c:v>12.5</c:v>
                </c:pt>
                <c:pt idx="7607">
                  <c:v>13</c:v>
                </c:pt>
                <c:pt idx="7608">
                  <c:v>13</c:v>
                </c:pt>
                <c:pt idx="7609">
                  <c:v>13.5</c:v>
                </c:pt>
                <c:pt idx="7610">
                  <c:v>12.5</c:v>
                </c:pt>
                <c:pt idx="7611">
                  <c:v>9</c:v>
                </c:pt>
                <c:pt idx="7612">
                  <c:v>9</c:v>
                </c:pt>
                <c:pt idx="7613">
                  <c:v>10.5</c:v>
                </c:pt>
                <c:pt idx="7614">
                  <c:v>13.5</c:v>
                </c:pt>
                <c:pt idx="7615">
                  <c:v>13</c:v>
                </c:pt>
                <c:pt idx="7616">
                  <c:v>12</c:v>
                </c:pt>
                <c:pt idx="7617">
                  <c:v>12</c:v>
                </c:pt>
                <c:pt idx="7618">
                  <c:v>13</c:v>
                </c:pt>
                <c:pt idx="7619">
                  <c:v>13.5</c:v>
                </c:pt>
                <c:pt idx="7620">
                  <c:v>14.5</c:v>
                </c:pt>
                <c:pt idx="7621">
                  <c:v>15</c:v>
                </c:pt>
                <c:pt idx="7622">
                  <c:v>14.5</c:v>
                </c:pt>
                <c:pt idx="7623">
                  <c:v>14</c:v>
                </c:pt>
                <c:pt idx="7624">
                  <c:v>14</c:v>
                </c:pt>
                <c:pt idx="7625">
                  <c:v>13.5</c:v>
                </c:pt>
                <c:pt idx="7626">
                  <c:v>9.5</c:v>
                </c:pt>
                <c:pt idx="7627">
                  <c:v>9</c:v>
                </c:pt>
                <c:pt idx="7628">
                  <c:v>9.5</c:v>
                </c:pt>
                <c:pt idx="7629">
                  <c:v>7.5</c:v>
                </c:pt>
                <c:pt idx="7630">
                  <c:v>8</c:v>
                </c:pt>
                <c:pt idx="7631">
                  <c:v>7.5</c:v>
                </c:pt>
                <c:pt idx="7632">
                  <c:v>7.5</c:v>
                </c:pt>
                <c:pt idx="7633">
                  <c:v>7.5</c:v>
                </c:pt>
                <c:pt idx="7634">
                  <c:v>9.5</c:v>
                </c:pt>
                <c:pt idx="7635">
                  <c:v>8.5</c:v>
                </c:pt>
                <c:pt idx="7636">
                  <c:v>5</c:v>
                </c:pt>
                <c:pt idx="7637">
                  <c:v>5.5</c:v>
                </c:pt>
                <c:pt idx="7638">
                  <c:v>6.5</c:v>
                </c:pt>
                <c:pt idx="7639">
                  <c:v>8</c:v>
                </c:pt>
                <c:pt idx="7640">
                  <c:v>8</c:v>
                </c:pt>
                <c:pt idx="7641">
                  <c:v>9</c:v>
                </c:pt>
                <c:pt idx="7642">
                  <c:v>10</c:v>
                </c:pt>
                <c:pt idx="7643">
                  <c:v>10</c:v>
                </c:pt>
                <c:pt idx="7644">
                  <c:v>8</c:v>
                </c:pt>
                <c:pt idx="7645">
                  <c:v>6.5</c:v>
                </c:pt>
                <c:pt idx="7646">
                  <c:v>6.5</c:v>
                </c:pt>
                <c:pt idx="7647">
                  <c:v>7</c:v>
                </c:pt>
                <c:pt idx="7648">
                  <c:v>7</c:v>
                </c:pt>
                <c:pt idx="7649">
                  <c:v>6.5</c:v>
                </c:pt>
                <c:pt idx="7650">
                  <c:v>5.5</c:v>
                </c:pt>
                <c:pt idx="7651">
                  <c:v>5</c:v>
                </c:pt>
                <c:pt idx="7652">
                  <c:v>4.5</c:v>
                </c:pt>
                <c:pt idx="7653">
                  <c:v>6</c:v>
                </c:pt>
                <c:pt idx="7654">
                  <c:v>7</c:v>
                </c:pt>
                <c:pt idx="7655">
                  <c:v>6.5</c:v>
                </c:pt>
                <c:pt idx="7656">
                  <c:v>7</c:v>
                </c:pt>
                <c:pt idx="7657">
                  <c:v>7.5</c:v>
                </c:pt>
                <c:pt idx="7658">
                  <c:v>7.5</c:v>
                </c:pt>
                <c:pt idx="7659">
                  <c:v>7.5</c:v>
                </c:pt>
                <c:pt idx="7660">
                  <c:v>4</c:v>
                </c:pt>
                <c:pt idx="7661">
                  <c:v>4</c:v>
                </c:pt>
                <c:pt idx="7662">
                  <c:v>5</c:v>
                </c:pt>
                <c:pt idx="7663">
                  <c:v>6</c:v>
                </c:pt>
                <c:pt idx="7664">
                  <c:v>6</c:v>
                </c:pt>
                <c:pt idx="7665">
                  <c:v>5.5</c:v>
                </c:pt>
                <c:pt idx="7666">
                  <c:v>5.5</c:v>
                </c:pt>
                <c:pt idx="7667">
                  <c:v>4.5</c:v>
                </c:pt>
                <c:pt idx="7668">
                  <c:v>4</c:v>
                </c:pt>
                <c:pt idx="7669">
                  <c:v>4</c:v>
                </c:pt>
                <c:pt idx="7670">
                  <c:v>5</c:v>
                </c:pt>
                <c:pt idx="7671">
                  <c:v>7</c:v>
                </c:pt>
                <c:pt idx="7672">
                  <c:v>5</c:v>
                </c:pt>
                <c:pt idx="7673">
                  <c:v>5</c:v>
                </c:pt>
                <c:pt idx="7674">
                  <c:v>4</c:v>
                </c:pt>
                <c:pt idx="7675">
                  <c:v>3</c:v>
                </c:pt>
                <c:pt idx="7676">
                  <c:v>2</c:v>
                </c:pt>
                <c:pt idx="7677">
                  <c:v>2</c:v>
                </c:pt>
                <c:pt idx="7678">
                  <c:v>2.5</c:v>
                </c:pt>
                <c:pt idx="7679">
                  <c:v>2.5</c:v>
                </c:pt>
                <c:pt idx="7680">
                  <c:v>3</c:v>
                </c:pt>
                <c:pt idx="7681">
                  <c:v>4</c:v>
                </c:pt>
                <c:pt idx="7682">
                  <c:v>2.5</c:v>
                </c:pt>
                <c:pt idx="7683">
                  <c:v>1.5</c:v>
                </c:pt>
                <c:pt idx="7684">
                  <c:v>0.5</c:v>
                </c:pt>
                <c:pt idx="7685">
                  <c:v>-1</c:v>
                </c:pt>
                <c:pt idx="7686">
                  <c:v>-1</c:v>
                </c:pt>
                <c:pt idx="7687">
                  <c:v>0</c:v>
                </c:pt>
                <c:pt idx="7688">
                  <c:v>0.5</c:v>
                </c:pt>
                <c:pt idx="7689">
                  <c:v>0</c:v>
                </c:pt>
                <c:pt idx="7690">
                  <c:v>2.5</c:v>
                </c:pt>
                <c:pt idx="7691">
                  <c:v>3.5</c:v>
                </c:pt>
                <c:pt idx="7692">
                  <c:v>4.5</c:v>
                </c:pt>
                <c:pt idx="7693">
                  <c:v>4.5</c:v>
                </c:pt>
                <c:pt idx="7694">
                  <c:v>5</c:v>
                </c:pt>
                <c:pt idx="7695">
                  <c:v>4.5</c:v>
                </c:pt>
                <c:pt idx="7696">
                  <c:v>4.5</c:v>
                </c:pt>
                <c:pt idx="7697">
                  <c:v>3.5</c:v>
                </c:pt>
                <c:pt idx="7698">
                  <c:v>2</c:v>
                </c:pt>
                <c:pt idx="7699">
                  <c:v>2</c:v>
                </c:pt>
                <c:pt idx="7700">
                  <c:v>2.5</c:v>
                </c:pt>
                <c:pt idx="7701">
                  <c:v>3</c:v>
                </c:pt>
                <c:pt idx="7702">
                  <c:v>3</c:v>
                </c:pt>
                <c:pt idx="7703">
                  <c:v>1.5</c:v>
                </c:pt>
                <c:pt idx="7704">
                  <c:v>3</c:v>
                </c:pt>
                <c:pt idx="7705">
                  <c:v>3.5</c:v>
                </c:pt>
                <c:pt idx="7706">
                  <c:v>4.5</c:v>
                </c:pt>
                <c:pt idx="7707">
                  <c:v>4.5</c:v>
                </c:pt>
                <c:pt idx="7708">
                  <c:v>3.5</c:v>
                </c:pt>
                <c:pt idx="7709">
                  <c:v>2.5</c:v>
                </c:pt>
                <c:pt idx="7710">
                  <c:v>3.5</c:v>
                </c:pt>
                <c:pt idx="7711">
                  <c:v>6.5</c:v>
                </c:pt>
                <c:pt idx="7712">
                  <c:v>8.5</c:v>
                </c:pt>
                <c:pt idx="7713">
                  <c:v>8</c:v>
                </c:pt>
                <c:pt idx="7714">
                  <c:v>9</c:v>
                </c:pt>
                <c:pt idx="7715">
                  <c:v>10</c:v>
                </c:pt>
                <c:pt idx="7716">
                  <c:v>11.5</c:v>
                </c:pt>
                <c:pt idx="7717">
                  <c:v>11.5</c:v>
                </c:pt>
                <c:pt idx="7718">
                  <c:v>9.5</c:v>
                </c:pt>
                <c:pt idx="7719">
                  <c:v>8.5</c:v>
                </c:pt>
                <c:pt idx="7720">
                  <c:v>10</c:v>
                </c:pt>
                <c:pt idx="7721">
                  <c:v>11</c:v>
                </c:pt>
                <c:pt idx="7722">
                  <c:v>9</c:v>
                </c:pt>
                <c:pt idx="7723">
                  <c:v>14</c:v>
                </c:pt>
                <c:pt idx="7724">
                  <c:v>11</c:v>
                </c:pt>
                <c:pt idx="7725">
                  <c:v>12</c:v>
                </c:pt>
                <c:pt idx="7726">
                  <c:v>14</c:v>
                </c:pt>
                <c:pt idx="7727">
                  <c:v>10</c:v>
                </c:pt>
                <c:pt idx="7728">
                  <c:v>6.5</c:v>
                </c:pt>
                <c:pt idx="7729">
                  <c:v>7</c:v>
                </c:pt>
                <c:pt idx="7730">
                  <c:v>9</c:v>
                </c:pt>
                <c:pt idx="7731">
                  <c:v>7.5</c:v>
                </c:pt>
                <c:pt idx="7732">
                  <c:v>6.5</c:v>
                </c:pt>
                <c:pt idx="7733">
                  <c:v>4.5</c:v>
                </c:pt>
                <c:pt idx="7734">
                  <c:v>2.5</c:v>
                </c:pt>
                <c:pt idx="7735">
                  <c:v>1.5</c:v>
                </c:pt>
                <c:pt idx="7736">
                  <c:v>2</c:v>
                </c:pt>
                <c:pt idx="7737">
                  <c:v>5.5</c:v>
                </c:pt>
                <c:pt idx="7738">
                  <c:v>7</c:v>
                </c:pt>
                <c:pt idx="7739">
                  <c:v>9</c:v>
                </c:pt>
                <c:pt idx="7740">
                  <c:v>9</c:v>
                </c:pt>
                <c:pt idx="7741">
                  <c:v>9.5</c:v>
                </c:pt>
                <c:pt idx="7742">
                  <c:v>9</c:v>
                </c:pt>
                <c:pt idx="7743">
                  <c:v>8.5</c:v>
                </c:pt>
                <c:pt idx="7744">
                  <c:v>8.5</c:v>
                </c:pt>
                <c:pt idx="7745">
                  <c:v>9.5</c:v>
                </c:pt>
                <c:pt idx="7746">
                  <c:v>7</c:v>
                </c:pt>
                <c:pt idx="7747">
                  <c:v>5</c:v>
                </c:pt>
                <c:pt idx="7748">
                  <c:v>7</c:v>
                </c:pt>
                <c:pt idx="7749">
                  <c:v>9.5</c:v>
                </c:pt>
                <c:pt idx="7750">
                  <c:v>10.5</c:v>
                </c:pt>
                <c:pt idx="7751">
                  <c:v>11.5</c:v>
                </c:pt>
                <c:pt idx="7752">
                  <c:v>12.5</c:v>
                </c:pt>
                <c:pt idx="7753">
                  <c:v>12.5</c:v>
                </c:pt>
                <c:pt idx="7754">
                  <c:v>12.5</c:v>
                </c:pt>
                <c:pt idx="7755">
                  <c:v>14.5</c:v>
                </c:pt>
                <c:pt idx="7756">
                  <c:v>12</c:v>
                </c:pt>
                <c:pt idx="7757">
                  <c:v>12</c:v>
                </c:pt>
                <c:pt idx="7758">
                  <c:v>11.5</c:v>
                </c:pt>
                <c:pt idx="7759">
                  <c:v>12.5</c:v>
                </c:pt>
                <c:pt idx="7760">
                  <c:v>13</c:v>
                </c:pt>
                <c:pt idx="7761">
                  <c:v>11</c:v>
                </c:pt>
                <c:pt idx="7762">
                  <c:v>10.5</c:v>
                </c:pt>
                <c:pt idx="7763">
                  <c:v>12</c:v>
                </c:pt>
                <c:pt idx="7764">
                  <c:v>13.5</c:v>
                </c:pt>
                <c:pt idx="7765">
                  <c:v>13.5</c:v>
                </c:pt>
                <c:pt idx="7766">
                  <c:v>9.5</c:v>
                </c:pt>
                <c:pt idx="7767">
                  <c:v>13</c:v>
                </c:pt>
                <c:pt idx="7768">
                  <c:v>11</c:v>
                </c:pt>
                <c:pt idx="7769">
                  <c:v>13</c:v>
                </c:pt>
                <c:pt idx="7770">
                  <c:v>11.5</c:v>
                </c:pt>
                <c:pt idx="7771">
                  <c:v>12</c:v>
                </c:pt>
                <c:pt idx="7772">
                  <c:v>13.5</c:v>
                </c:pt>
                <c:pt idx="7773">
                  <c:v>13</c:v>
                </c:pt>
                <c:pt idx="7774">
                  <c:v>13</c:v>
                </c:pt>
                <c:pt idx="7775">
                  <c:v>14</c:v>
                </c:pt>
                <c:pt idx="7776">
                  <c:v>13.5</c:v>
                </c:pt>
                <c:pt idx="7777">
                  <c:v>13</c:v>
                </c:pt>
                <c:pt idx="7778">
                  <c:v>13</c:v>
                </c:pt>
                <c:pt idx="7779">
                  <c:v>14.5</c:v>
                </c:pt>
                <c:pt idx="7780">
                  <c:v>12.5</c:v>
                </c:pt>
                <c:pt idx="7781">
                  <c:v>14</c:v>
                </c:pt>
                <c:pt idx="7782">
                  <c:v>14</c:v>
                </c:pt>
                <c:pt idx="7783">
                  <c:v>12.5</c:v>
                </c:pt>
                <c:pt idx="7784">
                  <c:v>12.5</c:v>
                </c:pt>
                <c:pt idx="7785">
                  <c:v>14.5</c:v>
                </c:pt>
                <c:pt idx="7786">
                  <c:v>14</c:v>
                </c:pt>
                <c:pt idx="7787">
                  <c:v>14</c:v>
                </c:pt>
                <c:pt idx="7788">
                  <c:v>15</c:v>
                </c:pt>
                <c:pt idx="7789">
                  <c:v>15.5</c:v>
                </c:pt>
                <c:pt idx="7790">
                  <c:v>15</c:v>
                </c:pt>
                <c:pt idx="7791">
                  <c:v>15.5</c:v>
                </c:pt>
                <c:pt idx="7792">
                  <c:v>15.5</c:v>
                </c:pt>
                <c:pt idx="7793">
                  <c:v>16</c:v>
                </c:pt>
                <c:pt idx="7794">
                  <c:v>18</c:v>
                </c:pt>
                <c:pt idx="7795">
                  <c:v>15</c:v>
                </c:pt>
                <c:pt idx="7796">
                  <c:v>16.5</c:v>
                </c:pt>
                <c:pt idx="7797">
                  <c:v>16.5</c:v>
                </c:pt>
                <c:pt idx="7798">
                  <c:v>16.5</c:v>
                </c:pt>
                <c:pt idx="7799">
                  <c:v>18.5</c:v>
                </c:pt>
                <c:pt idx="7800">
                  <c:v>20.5</c:v>
                </c:pt>
                <c:pt idx="7801">
                  <c:v>23</c:v>
                </c:pt>
                <c:pt idx="7802">
                  <c:v>23.5</c:v>
                </c:pt>
                <c:pt idx="7803">
                  <c:v>23</c:v>
                </c:pt>
                <c:pt idx="7804">
                  <c:v>24.5</c:v>
                </c:pt>
                <c:pt idx="7805">
                  <c:v>25</c:v>
                </c:pt>
                <c:pt idx="7806">
                  <c:v>23</c:v>
                </c:pt>
                <c:pt idx="7807">
                  <c:v>22</c:v>
                </c:pt>
                <c:pt idx="7808">
                  <c:v>18.5</c:v>
                </c:pt>
                <c:pt idx="7809">
                  <c:v>18</c:v>
                </c:pt>
                <c:pt idx="7810">
                  <c:v>17.5</c:v>
                </c:pt>
                <c:pt idx="7811">
                  <c:v>18.5</c:v>
                </c:pt>
                <c:pt idx="7812">
                  <c:v>20</c:v>
                </c:pt>
                <c:pt idx="7813">
                  <c:v>21.5</c:v>
                </c:pt>
                <c:pt idx="7814">
                  <c:v>19</c:v>
                </c:pt>
                <c:pt idx="7815">
                  <c:v>22</c:v>
                </c:pt>
                <c:pt idx="7816">
                  <c:v>20</c:v>
                </c:pt>
                <c:pt idx="7817">
                  <c:v>17.5</c:v>
                </c:pt>
                <c:pt idx="7818">
                  <c:v>19</c:v>
                </c:pt>
                <c:pt idx="7819">
                  <c:v>20</c:v>
                </c:pt>
                <c:pt idx="7820">
                  <c:v>20.5</c:v>
                </c:pt>
                <c:pt idx="7821">
                  <c:v>23</c:v>
                </c:pt>
                <c:pt idx="7822">
                  <c:v>23.5</c:v>
                </c:pt>
                <c:pt idx="7823">
                  <c:v>20</c:v>
                </c:pt>
                <c:pt idx="7824">
                  <c:v>22.5</c:v>
                </c:pt>
                <c:pt idx="7825">
                  <c:v>22</c:v>
                </c:pt>
                <c:pt idx="7826">
                  <c:v>24</c:v>
                </c:pt>
                <c:pt idx="7827">
                  <c:v>25.5</c:v>
                </c:pt>
                <c:pt idx="7828">
                  <c:v>24.5</c:v>
                </c:pt>
                <c:pt idx="7829">
                  <c:v>21.5</c:v>
                </c:pt>
                <c:pt idx="7830">
                  <c:v>21.5</c:v>
                </c:pt>
                <c:pt idx="7831">
                  <c:v>20</c:v>
                </c:pt>
                <c:pt idx="7832">
                  <c:v>21.5</c:v>
                </c:pt>
                <c:pt idx="7833">
                  <c:v>22.5</c:v>
                </c:pt>
                <c:pt idx="7834">
                  <c:v>20.5</c:v>
                </c:pt>
                <c:pt idx="7835">
                  <c:v>23</c:v>
                </c:pt>
                <c:pt idx="7836">
                  <c:v>23.5</c:v>
                </c:pt>
                <c:pt idx="7837">
                  <c:v>25</c:v>
                </c:pt>
                <c:pt idx="7838">
                  <c:v>28</c:v>
                </c:pt>
                <c:pt idx="7839">
                  <c:v>29</c:v>
                </c:pt>
                <c:pt idx="7840">
                  <c:v>28</c:v>
                </c:pt>
                <c:pt idx="7841">
                  <c:v>28.5</c:v>
                </c:pt>
                <c:pt idx="7842">
                  <c:v>28.5</c:v>
                </c:pt>
                <c:pt idx="7843">
                  <c:v>25</c:v>
                </c:pt>
                <c:pt idx="7844">
                  <c:v>25.5</c:v>
                </c:pt>
                <c:pt idx="7845">
                  <c:v>25</c:v>
                </c:pt>
                <c:pt idx="7846">
                  <c:v>25</c:v>
                </c:pt>
                <c:pt idx="7847">
                  <c:v>25</c:v>
                </c:pt>
                <c:pt idx="7848">
                  <c:v>26.5</c:v>
                </c:pt>
                <c:pt idx="7849">
                  <c:v>26.5</c:v>
                </c:pt>
                <c:pt idx="7850">
                  <c:v>26</c:v>
                </c:pt>
                <c:pt idx="7851">
                  <c:v>26</c:v>
                </c:pt>
                <c:pt idx="7852">
                  <c:v>26.5</c:v>
                </c:pt>
                <c:pt idx="7853">
                  <c:v>27.5</c:v>
                </c:pt>
                <c:pt idx="7854">
                  <c:v>26.5</c:v>
                </c:pt>
                <c:pt idx="7855">
                  <c:v>27</c:v>
                </c:pt>
                <c:pt idx="7856">
                  <c:v>24</c:v>
                </c:pt>
                <c:pt idx="7857">
                  <c:v>26</c:v>
                </c:pt>
                <c:pt idx="7858">
                  <c:v>27</c:v>
                </c:pt>
                <c:pt idx="7859">
                  <c:v>28</c:v>
                </c:pt>
                <c:pt idx="7860">
                  <c:v>23.5</c:v>
                </c:pt>
                <c:pt idx="7861">
                  <c:v>25.5</c:v>
                </c:pt>
                <c:pt idx="7862">
                  <c:v>27</c:v>
                </c:pt>
                <c:pt idx="7863">
                  <c:v>28</c:v>
                </c:pt>
                <c:pt idx="7864">
                  <c:v>27.5</c:v>
                </c:pt>
                <c:pt idx="7865">
                  <c:v>28</c:v>
                </c:pt>
                <c:pt idx="7866">
                  <c:v>27</c:v>
                </c:pt>
                <c:pt idx="7867">
                  <c:v>28</c:v>
                </c:pt>
                <c:pt idx="7868">
                  <c:v>29</c:v>
                </c:pt>
                <c:pt idx="7869">
                  <c:v>29.5</c:v>
                </c:pt>
                <c:pt idx="7870">
                  <c:v>28.5</c:v>
                </c:pt>
                <c:pt idx="7871">
                  <c:v>29</c:v>
                </c:pt>
                <c:pt idx="7872">
                  <c:v>28.5</c:v>
                </c:pt>
                <c:pt idx="7873">
                  <c:v>29.5</c:v>
                </c:pt>
                <c:pt idx="7874">
                  <c:v>31</c:v>
                </c:pt>
                <c:pt idx="7875">
                  <c:v>29.5</c:v>
                </c:pt>
                <c:pt idx="7876">
                  <c:v>28.5</c:v>
                </c:pt>
                <c:pt idx="7877">
                  <c:v>29.5</c:v>
                </c:pt>
                <c:pt idx="7878">
                  <c:v>29</c:v>
                </c:pt>
                <c:pt idx="7879">
                  <c:v>25</c:v>
                </c:pt>
                <c:pt idx="7880">
                  <c:v>23.5</c:v>
                </c:pt>
                <c:pt idx="7881">
                  <c:v>22.5</c:v>
                </c:pt>
                <c:pt idx="7882">
                  <c:v>23</c:v>
                </c:pt>
                <c:pt idx="7883">
                  <c:v>25</c:v>
                </c:pt>
                <c:pt idx="7884">
                  <c:v>23.5</c:v>
                </c:pt>
                <c:pt idx="7885">
                  <c:v>26.5</c:v>
                </c:pt>
                <c:pt idx="7886">
                  <c:v>27.5</c:v>
                </c:pt>
                <c:pt idx="7887">
                  <c:v>27</c:v>
                </c:pt>
                <c:pt idx="7888">
                  <c:v>27.5</c:v>
                </c:pt>
                <c:pt idx="7889">
                  <c:v>27.5</c:v>
                </c:pt>
                <c:pt idx="7890">
                  <c:v>25.5</c:v>
                </c:pt>
                <c:pt idx="7891">
                  <c:v>26</c:v>
                </c:pt>
                <c:pt idx="7892">
                  <c:v>25.5</c:v>
                </c:pt>
                <c:pt idx="7893">
                  <c:v>26</c:v>
                </c:pt>
                <c:pt idx="7894">
                  <c:v>22.5</c:v>
                </c:pt>
                <c:pt idx="7895">
                  <c:v>23</c:v>
                </c:pt>
                <c:pt idx="7896">
                  <c:v>24.5</c:v>
                </c:pt>
                <c:pt idx="7897">
                  <c:v>24</c:v>
                </c:pt>
                <c:pt idx="7898">
                  <c:v>25</c:v>
                </c:pt>
                <c:pt idx="7899">
                  <c:v>25.5</c:v>
                </c:pt>
                <c:pt idx="7900">
                  <c:v>26</c:v>
                </c:pt>
                <c:pt idx="7901">
                  <c:v>25.5</c:v>
                </c:pt>
                <c:pt idx="7902">
                  <c:v>26.5</c:v>
                </c:pt>
                <c:pt idx="7903">
                  <c:v>27</c:v>
                </c:pt>
                <c:pt idx="7904">
                  <c:v>27</c:v>
                </c:pt>
                <c:pt idx="7905">
                  <c:v>26.5</c:v>
                </c:pt>
                <c:pt idx="7906">
                  <c:v>23.5</c:v>
                </c:pt>
                <c:pt idx="7907">
                  <c:v>22</c:v>
                </c:pt>
                <c:pt idx="7908">
                  <c:v>25</c:v>
                </c:pt>
                <c:pt idx="7909">
                  <c:v>24</c:v>
                </c:pt>
                <c:pt idx="7910">
                  <c:v>25</c:v>
                </c:pt>
                <c:pt idx="7911">
                  <c:v>25.5</c:v>
                </c:pt>
                <c:pt idx="7912">
                  <c:v>26.5</c:v>
                </c:pt>
                <c:pt idx="7913">
                  <c:v>27.5</c:v>
                </c:pt>
                <c:pt idx="7914">
                  <c:v>24.5</c:v>
                </c:pt>
                <c:pt idx="7915">
                  <c:v>24</c:v>
                </c:pt>
                <c:pt idx="7916">
                  <c:v>24.5</c:v>
                </c:pt>
                <c:pt idx="7917">
                  <c:v>24.5</c:v>
                </c:pt>
                <c:pt idx="7918">
                  <c:v>24.5</c:v>
                </c:pt>
                <c:pt idx="7919">
                  <c:v>24</c:v>
                </c:pt>
                <c:pt idx="7920">
                  <c:v>24.5</c:v>
                </c:pt>
                <c:pt idx="7921">
                  <c:v>24.5</c:v>
                </c:pt>
                <c:pt idx="7922">
                  <c:v>24</c:v>
                </c:pt>
                <c:pt idx="7923">
                  <c:v>24</c:v>
                </c:pt>
                <c:pt idx="7924">
                  <c:v>21</c:v>
                </c:pt>
                <c:pt idx="7925">
                  <c:v>20</c:v>
                </c:pt>
                <c:pt idx="7926">
                  <c:v>21</c:v>
                </c:pt>
                <c:pt idx="7927">
                  <c:v>22</c:v>
                </c:pt>
                <c:pt idx="7928">
                  <c:v>20.5</c:v>
                </c:pt>
                <c:pt idx="7929">
                  <c:v>21</c:v>
                </c:pt>
                <c:pt idx="7930">
                  <c:v>20.5</c:v>
                </c:pt>
                <c:pt idx="7931">
                  <c:v>18.5</c:v>
                </c:pt>
                <c:pt idx="7932">
                  <c:v>17</c:v>
                </c:pt>
                <c:pt idx="7933">
                  <c:v>17</c:v>
                </c:pt>
                <c:pt idx="7934">
                  <c:v>19</c:v>
                </c:pt>
                <c:pt idx="7935">
                  <c:v>21.5</c:v>
                </c:pt>
                <c:pt idx="7936">
                  <c:v>21.5</c:v>
                </c:pt>
                <c:pt idx="7937">
                  <c:v>20.5</c:v>
                </c:pt>
                <c:pt idx="7938">
                  <c:v>19.5</c:v>
                </c:pt>
                <c:pt idx="7939">
                  <c:v>19</c:v>
                </c:pt>
                <c:pt idx="7940">
                  <c:v>21.5</c:v>
                </c:pt>
                <c:pt idx="7941">
                  <c:v>21.5</c:v>
                </c:pt>
                <c:pt idx="7942">
                  <c:v>21</c:v>
                </c:pt>
                <c:pt idx="7943">
                  <c:v>20</c:v>
                </c:pt>
                <c:pt idx="7944">
                  <c:v>23</c:v>
                </c:pt>
                <c:pt idx="7945">
                  <c:v>22</c:v>
                </c:pt>
                <c:pt idx="7946">
                  <c:v>22</c:v>
                </c:pt>
                <c:pt idx="7947">
                  <c:v>22.5</c:v>
                </c:pt>
                <c:pt idx="7948">
                  <c:v>21.5</c:v>
                </c:pt>
                <c:pt idx="7949">
                  <c:v>24</c:v>
                </c:pt>
                <c:pt idx="7950">
                  <c:v>21</c:v>
                </c:pt>
                <c:pt idx="7951">
                  <c:v>19.5</c:v>
                </c:pt>
                <c:pt idx="7952">
                  <c:v>16.5</c:v>
                </c:pt>
                <c:pt idx="7953">
                  <c:v>15.5</c:v>
                </c:pt>
                <c:pt idx="7954">
                  <c:v>15.5</c:v>
                </c:pt>
                <c:pt idx="7955">
                  <c:v>15</c:v>
                </c:pt>
                <c:pt idx="7956">
                  <c:v>13</c:v>
                </c:pt>
                <c:pt idx="7957">
                  <c:v>15.5</c:v>
                </c:pt>
                <c:pt idx="7958">
                  <c:v>15.5</c:v>
                </c:pt>
                <c:pt idx="7959">
                  <c:v>13.5</c:v>
                </c:pt>
                <c:pt idx="7960">
                  <c:v>15.5</c:v>
                </c:pt>
                <c:pt idx="7961">
                  <c:v>14.5</c:v>
                </c:pt>
                <c:pt idx="7962">
                  <c:v>14</c:v>
                </c:pt>
                <c:pt idx="7963">
                  <c:v>15</c:v>
                </c:pt>
                <c:pt idx="7964">
                  <c:v>15.5</c:v>
                </c:pt>
                <c:pt idx="7965">
                  <c:v>15.5</c:v>
                </c:pt>
                <c:pt idx="7966">
                  <c:v>16.5</c:v>
                </c:pt>
                <c:pt idx="7967">
                  <c:v>15.5</c:v>
                </c:pt>
                <c:pt idx="7968">
                  <c:v>11.5</c:v>
                </c:pt>
                <c:pt idx="7969">
                  <c:v>10.5</c:v>
                </c:pt>
                <c:pt idx="7970">
                  <c:v>10.5</c:v>
                </c:pt>
                <c:pt idx="7971">
                  <c:v>11</c:v>
                </c:pt>
                <c:pt idx="7972">
                  <c:v>12</c:v>
                </c:pt>
                <c:pt idx="7973">
                  <c:v>12</c:v>
                </c:pt>
                <c:pt idx="7974">
                  <c:v>11.5</c:v>
                </c:pt>
                <c:pt idx="7975">
                  <c:v>13</c:v>
                </c:pt>
                <c:pt idx="7976">
                  <c:v>13</c:v>
                </c:pt>
                <c:pt idx="7977">
                  <c:v>12</c:v>
                </c:pt>
                <c:pt idx="7978">
                  <c:v>12</c:v>
                </c:pt>
                <c:pt idx="7979">
                  <c:v>13.5</c:v>
                </c:pt>
                <c:pt idx="7980">
                  <c:v>14.5</c:v>
                </c:pt>
                <c:pt idx="7981">
                  <c:v>14.5</c:v>
                </c:pt>
                <c:pt idx="7982">
                  <c:v>15.5</c:v>
                </c:pt>
                <c:pt idx="7983">
                  <c:v>13</c:v>
                </c:pt>
                <c:pt idx="7984">
                  <c:v>13.5</c:v>
                </c:pt>
                <c:pt idx="7985">
                  <c:v>16.5</c:v>
                </c:pt>
                <c:pt idx="7986">
                  <c:v>15.5</c:v>
                </c:pt>
                <c:pt idx="7987">
                  <c:v>16</c:v>
                </c:pt>
                <c:pt idx="7988">
                  <c:v>15.5</c:v>
                </c:pt>
                <c:pt idx="7989">
                  <c:v>15</c:v>
                </c:pt>
                <c:pt idx="7990">
                  <c:v>13.5</c:v>
                </c:pt>
                <c:pt idx="7991">
                  <c:v>12</c:v>
                </c:pt>
                <c:pt idx="7992">
                  <c:v>11</c:v>
                </c:pt>
                <c:pt idx="7993">
                  <c:v>10.5</c:v>
                </c:pt>
                <c:pt idx="7994">
                  <c:v>11</c:v>
                </c:pt>
                <c:pt idx="7995">
                  <c:v>11.5</c:v>
                </c:pt>
                <c:pt idx="7996">
                  <c:v>9</c:v>
                </c:pt>
                <c:pt idx="7997">
                  <c:v>6.5</c:v>
                </c:pt>
                <c:pt idx="7998">
                  <c:v>6.5</c:v>
                </c:pt>
                <c:pt idx="7999">
                  <c:v>5.5</c:v>
                </c:pt>
                <c:pt idx="8000">
                  <c:v>6</c:v>
                </c:pt>
                <c:pt idx="8001">
                  <c:v>8</c:v>
                </c:pt>
                <c:pt idx="8002">
                  <c:v>8.5</c:v>
                </c:pt>
                <c:pt idx="8003">
                  <c:v>8.5</c:v>
                </c:pt>
                <c:pt idx="8004">
                  <c:v>8.5</c:v>
                </c:pt>
                <c:pt idx="8005">
                  <c:v>8.5</c:v>
                </c:pt>
                <c:pt idx="8006">
                  <c:v>9</c:v>
                </c:pt>
                <c:pt idx="8007">
                  <c:v>7</c:v>
                </c:pt>
                <c:pt idx="8008">
                  <c:v>6</c:v>
                </c:pt>
                <c:pt idx="8009">
                  <c:v>6.5</c:v>
                </c:pt>
                <c:pt idx="8010">
                  <c:v>8</c:v>
                </c:pt>
                <c:pt idx="8011">
                  <c:v>8</c:v>
                </c:pt>
                <c:pt idx="8012">
                  <c:v>9</c:v>
                </c:pt>
                <c:pt idx="8013">
                  <c:v>10.5</c:v>
                </c:pt>
                <c:pt idx="8014">
                  <c:v>10</c:v>
                </c:pt>
                <c:pt idx="8015">
                  <c:v>7</c:v>
                </c:pt>
                <c:pt idx="8016">
                  <c:v>6</c:v>
                </c:pt>
                <c:pt idx="8017">
                  <c:v>6</c:v>
                </c:pt>
                <c:pt idx="8018">
                  <c:v>5</c:v>
                </c:pt>
                <c:pt idx="8019">
                  <c:v>2</c:v>
                </c:pt>
                <c:pt idx="8020">
                  <c:v>1.5</c:v>
                </c:pt>
                <c:pt idx="8021">
                  <c:v>1.5</c:v>
                </c:pt>
                <c:pt idx="8022">
                  <c:v>2</c:v>
                </c:pt>
                <c:pt idx="8023">
                  <c:v>1.5</c:v>
                </c:pt>
                <c:pt idx="8024">
                  <c:v>2</c:v>
                </c:pt>
                <c:pt idx="8025">
                  <c:v>3</c:v>
                </c:pt>
                <c:pt idx="8026">
                  <c:v>4</c:v>
                </c:pt>
                <c:pt idx="8027">
                  <c:v>4</c:v>
                </c:pt>
                <c:pt idx="8028">
                  <c:v>4.5</c:v>
                </c:pt>
                <c:pt idx="8029">
                  <c:v>5</c:v>
                </c:pt>
                <c:pt idx="8030">
                  <c:v>5</c:v>
                </c:pt>
                <c:pt idx="8031">
                  <c:v>5.5</c:v>
                </c:pt>
                <c:pt idx="8032">
                  <c:v>5.5</c:v>
                </c:pt>
                <c:pt idx="8033">
                  <c:v>6.5</c:v>
                </c:pt>
                <c:pt idx="8034">
                  <c:v>6.5</c:v>
                </c:pt>
                <c:pt idx="8035">
                  <c:v>7.5</c:v>
                </c:pt>
                <c:pt idx="8036">
                  <c:v>8.5</c:v>
                </c:pt>
                <c:pt idx="8037">
                  <c:v>8.5</c:v>
                </c:pt>
                <c:pt idx="8038">
                  <c:v>7.5</c:v>
                </c:pt>
                <c:pt idx="8039">
                  <c:v>4.5</c:v>
                </c:pt>
                <c:pt idx="8040">
                  <c:v>2.5</c:v>
                </c:pt>
                <c:pt idx="8041">
                  <c:v>3</c:v>
                </c:pt>
                <c:pt idx="8042">
                  <c:v>2.5</c:v>
                </c:pt>
                <c:pt idx="8043">
                  <c:v>1.5</c:v>
                </c:pt>
                <c:pt idx="8044">
                  <c:v>3</c:v>
                </c:pt>
                <c:pt idx="8045">
                  <c:v>4.5</c:v>
                </c:pt>
                <c:pt idx="8046">
                  <c:v>6</c:v>
                </c:pt>
                <c:pt idx="8047">
                  <c:v>3</c:v>
                </c:pt>
                <c:pt idx="8048">
                  <c:v>2</c:v>
                </c:pt>
                <c:pt idx="8049">
                  <c:v>2.5</c:v>
                </c:pt>
                <c:pt idx="8050">
                  <c:v>2.5</c:v>
                </c:pt>
                <c:pt idx="8051">
                  <c:v>3</c:v>
                </c:pt>
                <c:pt idx="8052">
                  <c:v>4</c:v>
                </c:pt>
                <c:pt idx="8053">
                  <c:v>5.5</c:v>
                </c:pt>
                <c:pt idx="8054">
                  <c:v>3</c:v>
                </c:pt>
                <c:pt idx="8055">
                  <c:v>1</c:v>
                </c:pt>
                <c:pt idx="8056">
                  <c:v>2</c:v>
                </c:pt>
                <c:pt idx="8057">
                  <c:v>0.5</c:v>
                </c:pt>
                <c:pt idx="8058">
                  <c:v>-0.5</c:v>
                </c:pt>
                <c:pt idx="8059">
                  <c:v>1.5</c:v>
                </c:pt>
                <c:pt idx="8060">
                  <c:v>1</c:v>
                </c:pt>
                <c:pt idx="8061">
                  <c:v>1.5</c:v>
                </c:pt>
                <c:pt idx="8062">
                  <c:v>2</c:v>
                </c:pt>
                <c:pt idx="8063">
                  <c:v>3</c:v>
                </c:pt>
                <c:pt idx="8064">
                  <c:v>3</c:v>
                </c:pt>
                <c:pt idx="8065">
                  <c:v>3.5</c:v>
                </c:pt>
                <c:pt idx="8066">
                  <c:v>4</c:v>
                </c:pt>
                <c:pt idx="8067">
                  <c:v>3</c:v>
                </c:pt>
                <c:pt idx="8068">
                  <c:v>1.5</c:v>
                </c:pt>
                <c:pt idx="8069">
                  <c:v>4</c:v>
                </c:pt>
                <c:pt idx="8070">
                  <c:v>6.5</c:v>
                </c:pt>
                <c:pt idx="8071">
                  <c:v>5</c:v>
                </c:pt>
                <c:pt idx="8072">
                  <c:v>4.5</c:v>
                </c:pt>
                <c:pt idx="8073">
                  <c:v>5.5</c:v>
                </c:pt>
                <c:pt idx="8074">
                  <c:v>8</c:v>
                </c:pt>
                <c:pt idx="8075">
                  <c:v>9.5</c:v>
                </c:pt>
                <c:pt idx="8076">
                  <c:v>8</c:v>
                </c:pt>
                <c:pt idx="8077">
                  <c:v>6</c:v>
                </c:pt>
                <c:pt idx="8078">
                  <c:v>6</c:v>
                </c:pt>
                <c:pt idx="8079">
                  <c:v>6.5</c:v>
                </c:pt>
                <c:pt idx="8080">
                  <c:v>6.5</c:v>
                </c:pt>
                <c:pt idx="8081">
                  <c:v>9.5</c:v>
                </c:pt>
                <c:pt idx="8082">
                  <c:v>10.5</c:v>
                </c:pt>
                <c:pt idx="8083">
                  <c:v>11</c:v>
                </c:pt>
                <c:pt idx="8084">
                  <c:v>8.5</c:v>
                </c:pt>
                <c:pt idx="8085">
                  <c:v>8.5</c:v>
                </c:pt>
                <c:pt idx="8086">
                  <c:v>8.5</c:v>
                </c:pt>
                <c:pt idx="8087">
                  <c:v>5</c:v>
                </c:pt>
                <c:pt idx="8088">
                  <c:v>2.5</c:v>
                </c:pt>
                <c:pt idx="8089">
                  <c:v>0.5</c:v>
                </c:pt>
                <c:pt idx="8090">
                  <c:v>3</c:v>
                </c:pt>
                <c:pt idx="8091">
                  <c:v>6</c:v>
                </c:pt>
                <c:pt idx="8092">
                  <c:v>7.5</c:v>
                </c:pt>
                <c:pt idx="8093">
                  <c:v>7.5</c:v>
                </c:pt>
                <c:pt idx="8094">
                  <c:v>7.5</c:v>
                </c:pt>
                <c:pt idx="8095">
                  <c:v>10.5</c:v>
                </c:pt>
                <c:pt idx="8096">
                  <c:v>12.5</c:v>
                </c:pt>
                <c:pt idx="8097">
                  <c:v>12.5</c:v>
                </c:pt>
                <c:pt idx="8098">
                  <c:v>12</c:v>
                </c:pt>
                <c:pt idx="8099">
                  <c:v>12.5</c:v>
                </c:pt>
                <c:pt idx="8100">
                  <c:v>13</c:v>
                </c:pt>
                <c:pt idx="8101">
                  <c:v>10.5</c:v>
                </c:pt>
                <c:pt idx="8102">
                  <c:v>10</c:v>
                </c:pt>
                <c:pt idx="8103">
                  <c:v>12.5</c:v>
                </c:pt>
                <c:pt idx="8104">
                  <c:v>14.5</c:v>
                </c:pt>
                <c:pt idx="8105">
                  <c:v>14</c:v>
                </c:pt>
                <c:pt idx="8106">
                  <c:v>9</c:v>
                </c:pt>
                <c:pt idx="8107">
                  <c:v>8</c:v>
                </c:pt>
                <c:pt idx="8108">
                  <c:v>6.5</c:v>
                </c:pt>
                <c:pt idx="8109">
                  <c:v>10</c:v>
                </c:pt>
                <c:pt idx="8110">
                  <c:v>13.5</c:v>
                </c:pt>
                <c:pt idx="8111">
                  <c:v>15</c:v>
                </c:pt>
                <c:pt idx="8112">
                  <c:v>14.5</c:v>
                </c:pt>
                <c:pt idx="8113">
                  <c:v>15</c:v>
                </c:pt>
                <c:pt idx="8114">
                  <c:v>14</c:v>
                </c:pt>
                <c:pt idx="8115">
                  <c:v>13.5</c:v>
                </c:pt>
                <c:pt idx="8116">
                  <c:v>14</c:v>
                </c:pt>
                <c:pt idx="8117">
                  <c:v>16</c:v>
                </c:pt>
                <c:pt idx="8118">
                  <c:v>16.5</c:v>
                </c:pt>
                <c:pt idx="8119">
                  <c:v>12</c:v>
                </c:pt>
                <c:pt idx="8120">
                  <c:v>12</c:v>
                </c:pt>
                <c:pt idx="8121">
                  <c:v>11</c:v>
                </c:pt>
                <c:pt idx="8122">
                  <c:v>10.5</c:v>
                </c:pt>
                <c:pt idx="8123">
                  <c:v>14</c:v>
                </c:pt>
                <c:pt idx="8124">
                  <c:v>15.5</c:v>
                </c:pt>
                <c:pt idx="8125">
                  <c:v>15</c:v>
                </c:pt>
                <c:pt idx="8126">
                  <c:v>14.5</c:v>
                </c:pt>
                <c:pt idx="8127">
                  <c:v>15</c:v>
                </c:pt>
                <c:pt idx="8128">
                  <c:v>15</c:v>
                </c:pt>
                <c:pt idx="8129">
                  <c:v>15.5</c:v>
                </c:pt>
                <c:pt idx="8130">
                  <c:v>14</c:v>
                </c:pt>
                <c:pt idx="8131">
                  <c:v>13</c:v>
                </c:pt>
                <c:pt idx="8132">
                  <c:v>12.5</c:v>
                </c:pt>
                <c:pt idx="8133">
                  <c:v>13.5</c:v>
                </c:pt>
                <c:pt idx="8134">
                  <c:v>14.5</c:v>
                </c:pt>
                <c:pt idx="8135">
                  <c:v>14</c:v>
                </c:pt>
                <c:pt idx="8136">
                  <c:v>11.5</c:v>
                </c:pt>
                <c:pt idx="8137">
                  <c:v>12</c:v>
                </c:pt>
                <c:pt idx="8138">
                  <c:v>10.5</c:v>
                </c:pt>
                <c:pt idx="8139">
                  <c:v>11.5</c:v>
                </c:pt>
                <c:pt idx="8140">
                  <c:v>12.5</c:v>
                </c:pt>
                <c:pt idx="8141">
                  <c:v>9.5</c:v>
                </c:pt>
                <c:pt idx="8142">
                  <c:v>12</c:v>
                </c:pt>
                <c:pt idx="8143">
                  <c:v>12</c:v>
                </c:pt>
                <c:pt idx="8144">
                  <c:v>10.5</c:v>
                </c:pt>
                <c:pt idx="8145">
                  <c:v>10</c:v>
                </c:pt>
                <c:pt idx="8146">
                  <c:v>11.5</c:v>
                </c:pt>
                <c:pt idx="8147">
                  <c:v>12.5</c:v>
                </c:pt>
                <c:pt idx="8148">
                  <c:v>12.5</c:v>
                </c:pt>
                <c:pt idx="8149">
                  <c:v>14</c:v>
                </c:pt>
                <c:pt idx="8150">
                  <c:v>15</c:v>
                </c:pt>
                <c:pt idx="8151">
                  <c:v>14</c:v>
                </c:pt>
                <c:pt idx="8152">
                  <c:v>13</c:v>
                </c:pt>
                <c:pt idx="8153">
                  <c:v>9.5</c:v>
                </c:pt>
                <c:pt idx="8154">
                  <c:v>10</c:v>
                </c:pt>
                <c:pt idx="8155">
                  <c:v>11</c:v>
                </c:pt>
                <c:pt idx="8156">
                  <c:v>14.5</c:v>
                </c:pt>
                <c:pt idx="8157">
                  <c:v>14</c:v>
                </c:pt>
                <c:pt idx="8158">
                  <c:v>15</c:v>
                </c:pt>
                <c:pt idx="8159">
                  <c:v>16</c:v>
                </c:pt>
                <c:pt idx="8160">
                  <c:v>16</c:v>
                </c:pt>
                <c:pt idx="8161">
                  <c:v>14</c:v>
                </c:pt>
                <c:pt idx="8162">
                  <c:v>16.5</c:v>
                </c:pt>
                <c:pt idx="8163">
                  <c:v>17</c:v>
                </c:pt>
                <c:pt idx="8164">
                  <c:v>17.5</c:v>
                </c:pt>
                <c:pt idx="8165">
                  <c:v>19.5</c:v>
                </c:pt>
                <c:pt idx="8166">
                  <c:v>18.5</c:v>
                </c:pt>
                <c:pt idx="8167">
                  <c:v>20</c:v>
                </c:pt>
                <c:pt idx="8168">
                  <c:v>20.5</c:v>
                </c:pt>
                <c:pt idx="8169">
                  <c:v>20</c:v>
                </c:pt>
                <c:pt idx="8170">
                  <c:v>19.5</c:v>
                </c:pt>
                <c:pt idx="8171">
                  <c:v>19</c:v>
                </c:pt>
                <c:pt idx="8172">
                  <c:v>18</c:v>
                </c:pt>
                <c:pt idx="8173">
                  <c:v>18</c:v>
                </c:pt>
                <c:pt idx="8174">
                  <c:v>19</c:v>
                </c:pt>
                <c:pt idx="8175">
                  <c:v>18</c:v>
                </c:pt>
                <c:pt idx="8176">
                  <c:v>19</c:v>
                </c:pt>
                <c:pt idx="8177">
                  <c:v>20</c:v>
                </c:pt>
                <c:pt idx="8178">
                  <c:v>21</c:v>
                </c:pt>
                <c:pt idx="8179">
                  <c:v>20.5</c:v>
                </c:pt>
                <c:pt idx="8180">
                  <c:v>17</c:v>
                </c:pt>
                <c:pt idx="8181">
                  <c:v>20</c:v>
                </c:pt>
                <c:pt idx="8182">
                  <c:v>22.5</c:v>
                </c:pt>
                <c:pt idx="8183">
                  <c:v>24</c:v>
                </c:pt>
                <c:pt idx="8184">
                  <c:v>21.5</c:v>
                </c:pt>
                <c:pt idx="8185">
                  <c:v>22</c:v>
                </c:pt>
                <c:pt idx="8186">
                  <c:v>24</c:v>
                </c:pt>
                <c:pt idx="8187">
                  <c:v>24</c:v>
                </c:pt>
                <c:pt idx="8188">
                  <c:v>25</c:v>
                </c:pt>
                <c:pt idx="8189">
                  <c:v>26.5</c:v>
                </c:pt>
                <c:pt idx="8190">
                  <c:v>26</c:v>
                </c:pt>
                <c:pt idx="8191">
                  <c:v>24</c:v>
                </c:pt>
                <c:pt idx="8192">
                  <c:v>22.5</c:v>
                </c:pt>
                <c:pt idx="8193">
                  <c:v>24</c:v>
                </c:pt>
                <c:pt idx="8194">
                  <c:v>26.5</c:v>
                </c:pt>
                <c:pt idx="8195">
                  <c:v>28</c:v>
                </c:pt>
                <c:pt idx="8196">
                  <c:v>25</c:v>
                </c:pt>
                <c:pt idx="8197">
                  <c:v>23</c:v>
                </c:pt>
                <c:pt idx="8198">
                  <c:v>24</c:v>
                </c:pt>
                <c:pt idx="8199">
                  <c:v>25.5</c:v>
                </c:pt>
                <c:pt idx="8200">
                  <c:v>23.5</c:v>
                </c:pt>
                <c:pt idx="8201">
                  <c:v>21.5</c:v>
                </c:pt>
                <c:pt idx="8202">
                  <c:v>20</c:v>
                </c:pt>
                <c:pt idx="8203">
                  <c:v>21.5</c:v>
                </c:pt>
                <c:pt idx="8204">
                  <c:v>20</c:v>
                </c:pt>
                <c:pt idx="8205">
                  <c:v>25</c:v>
                </c:pt>
                <c:pt idx="8206">
                  <c:v>28.5</c:v>
                </c:pt>
                <c:pt idx="8207">
                  <c:v>30</c:v>
                </c:pt>
                <c:pt idx="8208">
                  <c:v>31</c:v>
                </c:pt>
                <c:pt idx="8209">
                  <c:v>32.5</c:v>
                </c:pt>
                <c:pt idx="8210">
                  <c:v>28.5</c:v>
                </c:pt>
                <c:pt idx="8211">
                  <c:v>27</c:v>
                </c:pt>
                <c:pt idx="8212">
                  <c:v>28</c:v>
                </c:pt>
                <c:pt idx="8213">
                  <c:v>27</c:v>
                </c:pt>
                <c:pt idx="8214">
                  <c:v>27</c:v>
                </c:pt>
                <c:pt idx="8215">
                  <c:v>24</c:v>
                </c:pt>
                <c:pt idx="8216">
                  <c:v>23</c:v>
                </c:pt>
                <c:pt idx="8217">
                  <c:v>24.5</c:v>
                </c:pt>
                <c:pt idx="8218">
                  <c:v>26</c:v>
                </c:pt>
                <c:pt idx="8219">
                  <c:v>24</c:v>
                </c:pt>
                <c:pt idx="8220">
                  <c:v>26</c:v>
                </c:pt>
                <c:pt idx="8221">
                  <c:v>22.5</c:v>
                </c:pt>
                <c:pt idx="8222">
                  <c:v>24.5</c:v>
                </c:pt>
                <c:pt idx="8223">
                  <c:v>23.5</c:v>
                </c:pt>
                <c:pt idx="8224">
                  <c:v>25</c:v>
                </c:pt>
                <c:pt idx="8225">
                  <c:v>26.5</c:v>
                </c:pt>
                <c:pt idx="8226">
                  <c:v>28</c:v>
                </c:pt>
                <c:pt idx="8227">
                  <c:v>27</c:v>
                </c:pt>
                <c:pt idx="8228">
                  <c:v>22.5</c:v>
                </c:pt>
                <c:pt idx="8229">
                  <c:v>24.5</c:v>
                </c:pt>
                <c:pt idx="8230">
                  <c:v>26.5</c:v>
                </c:pt>
                <c:pt idx="8231">
                  <c:v>25.5</c:v>
                </c:pt>
                <c:pt idx="8232">
                  <c:v>25.5</c:v>
                </c:pt>
                <c:pt idx="8233">
                  <c:v>25</c:v>
                </c:pt>
                <c:pt idx="8234">
                  <c:v>26.5</c:v>
                </c:pt>
                <c:pt idx="8235">
                  <c:v>26</c:v>
                </c:pt>
                <c:pt idx="8236">
                  <c:v>25</c:v>
                </c:pt>
                <c:pt idx="8237">
                  <c:v>26</c:v>
                </c:pt>
                <c:pt idx="8238">
                  <c:v>24.5</c:v>
                </c:pt>
                <c:pt idx="8239">
                  <c:v>21</c:v>
                </c:pt>
                <c:pt idx="8240">
                  <c:v>24</c:v>
                </c:pt>
                <c:pt idx="8241">
                  <c:v>25</c:v>
                </c:pt>
                <c:pt idx="8242">
                  <c:v>24</c:v>
                </c:pt>
                <c:pt idx="8243">
                  <c:v>22</c:v>
                </c:pt>
                <c:pt idx="8244">
                  <c:v>23</c:v>
                </c:pt>
                <c:pt idx="8245">
                  <c:v>24.5</c:v>
                </c:pt>
                <c:pt idx="8246">
                  <c:v>25.5</c:v>
                </c:pt>
                <c:pt idx="8247">
                  <c:v>25.5</c:v>
                </c:pt>
                <c:pt idx="8248">
                  <c:v>24.5</c:v>
                </c:pt>
                <c:pt idx="8249">
                  <c:v>23.5</c:v>
                </c:pt>
                <c:pt idx="8250">
                  <c:v>23.5</c:v>
                </c:pt>
                <c:pt idx="8251">
                  <c:v>23.5</c:v>
                </c:pt>
                <c:pt idx="8252">
                  <c:v>25</c:v>
                </c:pt>
                <c:pt idx="8253">
                  <c:v>26</c:v>
                </c:pt>
                <c:pt idx="8254">
                  <c:v>27.5</c:v>
                </c:pt>
                <c:pt idx="8255">
                  <c:v>28.5</c:v>
                </c:pt>
                <c:pt idx="8256">
                  <c:v>30</c:v>
                </c:pt>
                <c:pt idx="8257">
                  <c:v>29.5</c:v>
                </c:pt>
                <c:pt idx="8258">
                  <c:v>29.5</c:v>
                </c:pt>
                <c:pt idx="8259">
                  <c:v>28.5</c:v>
                </c:pt>
                <c:pt idx="8260">
                  <c:v>26.5</c:v>
                </c:pt>
                <c:pt idx="8261">
                  <c:v>26</c:v>
                </c:pt>
                <c:pt idx="8262">
                  <c:v>24.5</c:v>
                </c:pt>
                <c:pt idx="8263">
                  <c:v>26</c:v>
                </c:pt>
                <c:pt idx="8264">
                  <c:v>27</c:v>
                </c:pt>
                <c:pt idx="8265">
                  <c:v>25.5</c:v>
                </c:pt>
                <c:pt idx="8266">
                  <c:v>25</c:v>
                </c:pt>
                <c:pt idx="8267">
                  <c:v>24.5</c:v>
                </c:pt>
                <c:pt idx="8268">
                  <c:v>25</c:v>
                </c:pt>
                <c:pt idx="8269">
                  <c:v>24</c:v>
                </c:pt>
                <c:pt idx="8270">
                  <c:v>25</c:v>
                </c:pt>
                <c:pt idx="8271">
                  <c:v>25.5</c:v>
                </c:pt>
                <c:pt idx="8272">
                  <c:v>24.5</c:v>
                </c:pt>
                <c:pt idx="8273">
                  <c:v>23.5</c:v>
                </c:pt>
                <c:pt idx="8274">
                  <c:v>24.5</c:v>
                </c:pt>
                <c:pt idx="8275">
                  <c:v>25.5</c:v>
                </c:pt>
                <c:pt idx="8276">
                  <c:v>23.5</c:v>
                </c:pt>
                <c:pt idx="8277">
                  <c:v>25.5</c:v>
                </c:pt>
                <c:pt idx="8278">
                  <c:v>27</c:v>
                </c:pt>
                <c:pt idx="8279">
                  <c:v>24</c:v>
                </c:pt>
                <c:pt idx="8280">
                  <c:v>24.5</c:v>
                </c:pt>
                <c:pt idx="8281">
                  <c:v>25</c:v>
                </c:pt>
                <c:pt idx="8282">
                  <c:v>21.5</c:v>
                </c:pt>
                <c:pt idx="8283">
                  <c:v>22.5</c:v>
                </c:pt>
                <c:pt idx="8284">
                  <c:v>24</c:v>
                </c:pt>
                <c:pt idx="8285">
                  <c:v>24.5</c:v>
                </c:pt>
                <c:pt idx="8286">
                  <c:v>26</c:v>
                </c:pt>
                <c:pt idx="8287">
                  <c:v>26.5</c:v>
                </c:pt>
                <c:pt idx="8288">
                  <c:v>27</c:v>
                </c:pt>
                <c:pt idx="8289">
                  <c:v>22.5</c:v>
                </c:pt>
                <c:pt idx="8290">
                  <c:v>24</c:v>
                </c:pt>
                <c:pt idx="8291">
                  <c:v>24.5</c:v>
                </c:pt>
                <c:pt idx="8292">
                  <c:v>24.5</c:v>
                </c:pt>
                <c:pt idx="8293">
                  <c:v>24</c:v>
                </c:pt>
                <c:pt idx="8294">
                  <c:v>25</c:v>
                </c:pt>
                <c:pt idx="8295">
                  <c:v>25</c:v>
                </c:pt>
                <c:pt idx="8296">
                  <c:v>24.5</c:v>
                </c:pt>
                <c:pt idx="8297">
                  <c:v>25</c:v>
                </c:pt>
                <c:pt idx="8298">
                  <c:v>25.5</c:v>
                </c:pt>
                <c:pt idx="8299">
                  <c:v>25.5</c:v>
                </c:pt>
                <c:pt idx="8300">
                  <c:v>26</c:v>
                </c:pt>
                <c:pt idx="8301">
                  <c:v>26</c:v>
                </c:pt>
                <c:pt idx="8302">
                  <c:v>24</c:v>
                </c:pt>
                <c:pt idx="8303">
                  <c:v>24</c:v>
                </c:pt>
                <c:pt idx="8304">
                  <c:v>23.5</c:v>
                </c:pt>
                <c:pt idx="8305">
                  <c:v>23</c:v>
                </c:pt>
                <c:pt idx="8306">
                  <c:v>23</c:v>
                </c:pt>
                <c:pt idx="8307">
                  <c:v>23</c:v>
                </c:pt>
                <c:pt idx="8308">
                  <c:v>22.5</c:v>
                </c:pt>
                <c:pt idx="8309">
                  <c:v>22.5</c:v>
                </c:pt>
                <c:pt idx="8310">
                  <c:v>19</c:v>
                </c:pt>
                <c:pt idx="8311">
                  <c:v>17</c:v>
                </c:pt>
                <c:pt idx="8312">
                  <c:v>16.5</c:v>
                </c:pt>
                <c:pt idx="8313">
                  <c:v>14</c:v>
                </c:pt>
                <c:pt idx="8314">
                  <c:v>15</c:v>
                </c:pt>
                <c:pt idx="8315">
                  <c:v>16</c:v>
                </c:pt>
                <c:pt idx="8316">
                  <c:v>15.5</c:v>
                </c:pt>
                <c:pt idx="8317">
                  <c:v>16.5</c:v>
                </c:pt>
                <c:pt idx="8318">
                  <c:v>19</c:v>
                </c:pt>
                <c:pt idx="8319">
                  <c:v>20</c:v>
                </c:pt>
                <c:pt idx="8320">
                  <c:v>19</c:v>
                </c:pt>
                <c:pt idx="8321">
                  <c:v>19</c:v>
                </c:pt>
                <c:pt idx="8322">
                  <c:v>18.5</c:v>
                </c:pt>
                <c:pt idx="8323">
                  <c:v>14.5</c:v>
                </c:pt>
                <c:pt idx="8324">
                  <c:v>12.5</c:v>
                </c:pt>
                <c:pt idx="8325">
                  <c:v>13</c:v>
                </c:pt>
                <c:pt idx="8326">
                  <c:v>14.5</c:v>
                </c:pt>
                <c:pt idx="8327">
                  <c:v>15</c:v>
                </c:pt>
                <c:pt idx="8328">
                  <c:v>14</c:v>
                </c:pt>
                <c:pt idx="8329">
                  <c:v>15.5</c:v>
                </c:pt>
                <c:pt idx="8330">
                  <c:v>16</c:v>
                </c:pt>
                <c:pt idx="8331">
                  <c:v>15.5</c:v>
                </c:pt>
                <c:pt idx="8332">
                  <c:v>17.5</c:v>
                </c:pt>
                <c:pt idx="8333">
                  <c:v>15.5</c:v>
                </c:pt>
                <c:pt idx="8334">
                  <c:v>14</c:v>
                </c:pt>
                <c:pt idx="8335">
                  <c:v>13.5</c:v>
                </c:pt>
                <c:pt idx="8336">
                  <c:v>11.5</c:v>
                </c:pt>
                <c:pt idx="8337">
                  <c:v>14.5</c:v>
                </c:pt>
                <c:pt idx="8338">
                  <c:v>16</c:v>
                </c:pt>
                <c:pt idx="8339">
                  <c:v>15.5</c:v>
                </c:pt>
                <c:pt idx="8340">
                  <c:v>15.5</c:v>
                </c:pt>
                <c:pt idx="8341">
                  <c:v>14</c:v>
                </c:pt>
                <c:pt idx="8342">
                  <c:v>14</c:v>
                </c:pt>
                <c:pt idx="8343">
                  <c:v>14</c:v>
                </c:pt>
                <c:pt idx="8344">
                  <c:v>13</c:v>
                </c:pt>
                <c:pt idx="8345">
                  <c:v>14.5</c:v>
                </c:pt>
                <c:pt idx="8346">
                  <c:v>13</c:v>
                </c:pt>
                <c:pt idx="8347">
                  <c:v>11.5</c:v>
                </c:pt>
                <c:pt idx="8348">
                  <c:v>9.5</c:v>
                </c:pt>
                <c:pt idx="8349">
                  <c:v>9.5</c:v>
                </c:pt>
                <c:pt idx="8350">
                  <c:v>9.5</c:v>
                </c:pt>
                <c:pt idx="8351">
                  <c:v>11.5</c:v>
                </c:pt>
                <c:pt idx="8352">
                  <c:v>11</c:v>
                </c:pt>
                <c:pt idx="8353">
                  <c:v>9</c:v>
                </c:pt>
                <c:pt idx="8354">
                  <c:v>6.5</c:v>
                </c:pt>
                <c:pt idx="8355">
                  <c:v>5.5</c:v>
                </c:pt>
                <c:pt idx="8356">
                  <c:v>5.5</c:v>
                </c:pt>
                <c:pt idx="8357">
                  <c:v>7</c:v>
                </c:pt>
                <c:pt idx="8358">
                  <c:v>7</c:v>
                </c:pt>
                <c:pt idx="8359">
                  <c:v>7.5</c:v>
                </c:pt>
                <c:pt idx="8360">
                  <c:v>5</c:v>
                </c:pt>
                <c:pt idx="8361">
                  <c:v>4</c:v>
                </c:pt>
                <c:pt idx="8362">
                  <c:v>4.5</c:v>
                </c:pt>
                <c:pt idx="8363">
                  <c:v>5</c:v>
                </c:pt>
                <c:pt idx="8364">
                  <c:v>4.5</c:v>
                </c:pt>
                <c:pt idx="8365">
                  <c:v>3.5</c:v>
                </c:pt>
                <c:pt idx="8366">
                  <c:v>4</c:v>
                </c:pt>
                <c:pt idx="8367">
                  <c:v>6.5</c:v>
                </c:pt>
                <c:pt idx="8368">
                  <c:v>8</c:v>
                </c:pt>
                <c:pt idx="8369">
                  <c:v>6.5</c:v>
                </c:pt>
                <c:pt idx="8370">
                  <c:v>8</c:v>
                </c:pt>
                <c:pt idx="8371">
                  <c:v>8.5</c:v>
                </c:pt>
                <c:pt idx="8372">
                  <c:v>9</c:v>
                </c:pt>
                <c:pt idx="8373">
                  <c:v>8</c:v>
                </c:pt>
                <c:pt idx="8374">
                  <c:v>6.5</c:v>
                </c:pt>
                <c:pt idx="8375">
                  <c:v>8</c:v>
                </c:pt>
                <c:pt idx="8376">
                  <c:v>8.5</c:v>
                </c:pt>
                <c:pt idx="8377">
                  <c:v>8.5</c:v>
                </c:pt>
                <c:pt idx="8378">
                  <c:v>9.5</c:v>
                </c:pt>
                <c:pt idx="8379">
                  <c:v>10</c:v>
                </c:pt>
                <c:pt idx="8380">
                  <c:v>11</c:v>
                </c:pt>
                <c:pt idx="8381">
                  <c:v>11</c:v>
                </c:pt>
                <c:pt idx="8382">
                  <c:v>9.5</c:v>
                </c:pt>
                <c:pt idx="8383">
                  <c:v>8</c:v>
                </c:pt>
                <c:pt idx="8384">
                  <c:v>5.5</c:v>
                </c:pt>
                <c:pt idx="8385">
                  <c:v>3.5</c:v>
                </c:pt>
                <c:pt idx="8386">
                  <c:v>2.5</c:v>
                </c:pt>
                <c:pt idx="8387">
                  <c:v>3</c:v>
                </c:pt>
                <c:pt idx="8388">
                  <c:v>3.5</c:v>
                </c:pt>
                <c:pt idx="8389">
                  <c:v>4.5</c:v>
                </c:pt>
                <c:pt idx="8390">
                  <c:v>6.5</c:v>
                </c:pt>
                <c:pt idx="8391">
                  <c:v>6.5</c:v>
                </c:pt>
                <c:pt idx="8392">
                  <c:v>5.5</c:v>
                </c:pt>
                <c:pt idx="8393">
                  <c:v>5.5</c:v>
                </c:pt>
                <c:pt idx="8394">
                  <c:v>5.5</c:v>
                </c:pt>
                <c:pt idx="8395">
                  <c:v>4.5</c:v>
                </c:pt>
                <c:pt idx="8396">
                  <c:v>3</c:v>
                </c:pt>
                <c:pt idx="8397">
                  <c:v>4</c:v>
                </c:pt>
                <c:pt idx="8398">
                  <c:v>4</c:v>
                </c:pt>
                <c:pt idx="8399">
                  <c:v>4</c:v>
                </c:pt>
                <c:pt idx="8400">
                  <c:v>5</c:v>
                </c:pt>
                <c:pt idx="8401">
                  <c:v>5</c:v>
                </c:pt>
                <c:pt idx="8402">
                  <c:v>3.5</c:v>
                </c:pt>
                <c:pt idx="8403">
                  <c:v>5</c:v>
                </c:pt>
                <c:pt idx="8404">
                  <c:v>3</c:v>
                </c:pt>
                <c:pt idx="8405">
                  <c:v>2</c:v>
                </c:pt>
                <c:pt idx="8406">
                  <c:v>2.5</c:v>
                </c:pt>
                <c:pt idx="8407">
                  <c:v>3</c:v>
                </c:pt>
                <c:pt idx="8408">
                  <c:v>3</c:v>
                </c:pt>
                <c:pt idx="8409">
                  <c:v>4</c:v>
                </c:pt>
                <c:pt idx="8410">
                  <c:v>5.5</c:v>
                </c:pt>
                <c:pt idx="8411">
                  <c:v>7</c:v>
                </c:pt>
                <c:pt idx="8412">
                  <c:v>7</c:v>
                </c:pt>
                <c:pt idx="8413">
                  <c:v>7</c:v>
                </c:pt>
                <c:pt idx="8414">
                  <c:v>5</c:v>
                </c:pt>
                <c:pt idx="8415">
                  <c:v>3</c:v>
                </c:pt>
                <c:pt idx="8416">
                  <c:v>3</c:v>
                </c:pt>
                <c:pt idx="8417">
                  <c:v>6</c:v>
                </c:pt>
                <c:pt idx="8418">
                  <c:v>6.5</c:v>
                </c:pt>
                <c:pt idx="8419">
                  <c:v>6.5</c:v>
                </c:pt>
                <c:pt idx="8420">
                  <c:v>6.5</c:v>
                </c:pt>
                <c:pt idx="8421">
                  <c:v>8</c:v>
                </c:pt>
                <c:pt idx="8422">
                  <c:v>7.5</c:v>
                </c:pt>
                <c:pt idx="8423">
                  <c:v>7</c:v>
                </c:pt>
                <c:pt idx="8424">
                  <c:v>9</c:v>
                </c:pt>
                <c:pt idx="8425">
                  <c:v>8</c:v>
                </c:pt>
                <c:pt idx="8426">
                  <c:v>8</c:v>
                </c:pt>
                <c:pt idx="8427">
                  <c:v>8</c:v>
                </c:pt>
                <c:pt idx="8428">
                  <c:v>8.5</c:v>
                </c:pt>
                <c:pt idx="8429">
                  <c:v>8</c:v>
                </c:pt>
                <c:pt idx="8430">
                  <c:v>7.5</c:v>
                </c:pt>
                <c:pt idx="8431">
                  <c:v>7.5</c:v>
                </c:pt>
                <c:pt idx="8432">
                  <c:v>7.5</c:v>
                </c:pt>
                <c:pt idx="8433">
                  <c:v>7.5</c:v>
                </c:pt>
                <c:pt idx="8434">
                  <c:v>8.5</c:v>
                </c:pt>
                <c:pt idx="8435">
                  <c:v>9.5</c:v>
                </c:pt>
                <c:pt idx="8436">
                  <c:v>10</c:v>
                </c:pt>
                <c:pt idx="8437">
                  <c:v>8</c:v>
                </c:pt>
                <c:pt idx="8438">
                  <c:v>7.5</c:v>
                </c:pt>
                <c:pt idx="8439">
                  <c:v>8.5</c:v>
                </c:pt>
                <c:pt idx="8440">
                  <c:v>9</c:v>
                </c:pt>
                <c:pt idx="8441">
                  <c:v>7</c:v>
                </c:pt>
                <c:pt idx="8442">
                  <c:v>2.5</c:v>
                </c:pt>
                <c:pt idx="8443">
                  <c:v>1</c:v>
                </c:pt>
                <c:pt idx="8444">
                  <c:v>1.5</c:v>
                </c:pt>
                <c:pt idx="8445">
                  <c:v>3</c:v>
                </c:pt>
                <c:pt idx="8446">
                  <c:v>5</c:v>
                </c:pt>
                <c:pt idx="8447">
                  <c:v>4</c:v>
                </c:pt>
                <c:pt idx="8448">
                  <c:v>4.5</c:v>
                </c:pt>
                <c:pt idx="8449">
                  <c:v>7.5</c:v>
                </c:pt>
                <c:pt idx="8450">
                  <c:v>9</c:v>
                </c:pt>
                <c:pt idx="8451">
                  <c:v>10</c:v>
                </c:pt>
                <c:pt idx="8452">
                  <c:v>13.5</c:v>
                </c:pt>
                <c:pt idx="8453">
                  <c:v>12</c:v>
                </c:pt>
                <c:pt idx="8454">
                  <c:v>10</c:v>
                </c:pt>
                <c:pt idx="8455">
                  <c:v>9</c:v>
                </c:pt>
                <c:pt idx="8456">
                  <c:v>9</c:v>
                </c:pt>
                <c:pt idx="8457">
                  <c:v>8</c:v>
                </c:pt>
                <c:pt idx="8458">
                  <c:v>9.5</c:v>
                </c:pt>
                <c:pt idx="8459">
                  <c:v>10</c:v>
                </c:pt>
                <c:pt idx="8460">
                  <c:v>12</c:v>
                </c:pt>
                <c:pt idx="8461">
                  <c:v>12</c:v>
                </c:pt>
                <c:pt idx="8462">
                  <c:v>13</c:v>
                </c:pt>
                <c:pt idx="8463">
                  <c:v>14</c:v>
                </c:pt>
                <c:pt idx="8464">
                  <c:v>14.5</c:v>
                </c:pt>
                <c:pt idx="8465">
                  <c:v>14.5</c:v>
                </c:pt>
                <c:pt idx="8466">
                  <c:v>12.5</c:v>
                </c:pt>
                <c:pt idx="8467">
                  <c:v>11</c:v>
                </c:pt>
                <c:pt idx="8468">
                  <c:v>8.5</c:v>
                </c:pt>
                <c:pt idx="8469">
                  <c:v>9.5</c:v>
                </c:pt>
                <c:pt idx="8470">
                  <c:v>9.5</c:v>
                </c:pt>
                <c:pt idx="8471">
                  <c:v>12</c:v>
                </c:pt>
                <c:pt idx="8472">
                  <c:v>13.5</c:v>
                </c:pt>
                <c:pt idx="8473">
                  <c:v>15</c:v>
                </c:pt>
                <c:pt idx="8474">
                  <c:v>15.5</c:v>
                </c:pt>
                <c:pt idx="8475">
                  <c:v>16</c:v>
                </c:pt>
                <c:pt idx="8476">
                  <c:v>18</c:v>
                </c:pt>
                <c:pt idx="8477">
                  <c:v>17</c:v>
                </c:pt>
                <c:pt idx="8478">
                  <c:v>16</c:v>
                </c:pt>
                <c:pt idx="8479">
                  <c:v>16</c:v>
                </c:pt>
                <c:pt idx="8480">
                  <c:v>16.5</c:v>
                </c:pt>
                <c:pt idx="8481">
                  <c:v>16</c:v>
                </c:pt>
                <c:pt idx="8482">
                  <c:v>9.5</c:v>
                </c:pt>
                <c:pt idx="8483">
                  <c:v>7.5</c:v>
                </c:pt>
                <c:pt idx="8484">
                  <c:v>8</c:v>
                </c:pt>
                <c:pt idx="8485">
                  <c:v>8</c:v>
                </c:pt>
                <c:pt idx="8486">
                  <c:v>9</c:v>
                </c:pt>
                <c:pt idx="8487">
                  <c:v>10</c:v>
                </c:pt>
                <c:pt idx="8488">
                  <c:v>12.5</c:v>
                </c:pt>
                <c:pt idx="8489">
                  <c:v>12.5</c:v>
                </c:pt>
                <c:pt idx="8490">
                  <c:v>14</c:v>
                </c:pt>
                <c:pt idx="8491">
                  <c:v>12.5</c:v>
                </c:pt>
                <c:pt idx="8492">
                  <c:v>13.5</c:v>
                </c:pt>
                <c:pt idx="8493">
                  <c:v>12</c:v>
                </c:pt>
                <c:pt idx="8494">
                  <c:v>13</c:v>
                </c:pt>
                <c:pt idx="8495">
                  <c:v>12</c:v>
                </c:pt>
                <c:pt idx="8496">
                  <c:v>14</c:v>
                </c:pt>
                <c:pt idx="8497">
                  <c:v>13.5</c:v>
                </c:pt>
                <c:pt idx="8498">
                  <c:v>13.5</c:v>
                </c:pt>
                <c:pt idx="8499">
                  <c:v>12.5</c:v>
                </c:pt>
                <c:pt idx="8500">
                  <c:v>14</c:v>
                </c:pt>
                <c:pt idx="8501">
                  <c:v>12.5</c:v>
                </c:pt>
                <c:pt idx="8502">
                  <c:v>12.5</c:v>
                </c:pt>
                <c:pt idx="8503">
                  <c:v>14.5</c:v>
                </c:pt>
                <c:pt idx="8504">
                  <c:v>13.5</c:v>
                </c:pt>
                <c:pt idx="8505">
                  <c:v>11</c:v>
                </c:pt>
                <c:pt idx="8506">
                  <c:v>14</c:v>
                </c:pt>
                <c:pt idx="8507">
                  <c:v>13</c:v>
                </c:pt>
                <c:pt idx="8508">
                  <c:v>14.5</c:v>
                </c:pt>
                <c:pt idx="8509">
                  <c:v>14</c:v>
                </c:pt>
                <c:pt idx="8510">
                  <c:v>14</c:v>
                </c:pt>
                <c:pt idx="8511">
                  <c:v>16</c:v>
                </c:pt>
                <c:pt idx="8512">
                  <c:v>16</c:v>
                </c:pt>
                <c:pt idx="8513">
                  <c:v>16.5</c:v>
                </c:pt>
                <c:pt idx="8514">
                  <c:v>16</c:v>
                </c:pt>
                <c:pt idx="8515">
                  <c:v>17</c:v>
                </c:pt>
                <c:pt idx="8516">
                  <c:v>15.5</c:v>
                </c:pt>
                <c:pt idx="8517">
                  <c:v>16</c:v>
                </c:pt>
                <c:pt idx="8518">
                  <c:v>16.5</c:v>
                </c:pt>
                <c:pt idx="8519">
                  <c:v>15</c:v>
                </c:pt>
                <c:pt idx="8520">
                  <c:v>16.5</c:v>
                </c:pt>
                <c:pt idx="8521">
                  <c:v>18.5</c:v>
                </c:pt>
                <c:pt idx="8522">
                  <c:v>18</c:v>
                </c:pt>
                <c:pt idx="8523">
                  <c:v>16.5</c:v>
                </c:pt>
                <c:pt idx="8524">
                  <c:v>17.5</c:v>
                </c:pt>
                <c:pt idx="8525">
                  <c:v>17.5</c:v>
                </c:pt>
                <c:pt idx="8526">
                  <c:v>19</c:v>
                </c:pt>
                <c:pt idx="8527">
                  <c:v>18.5</c:v>
                </c:pt>
                <c:pt idx="8528">
                  <c:v>17.5</c:v>
                </c:pt>
                <c:pt idx="8529">
                  <c:v>18</c:v>
                </c:pt>
                <c:pt idx="8530">
                  <c:v>18</c:v>
                </c:pt>
                <c:pt idx="8531">
                  <c:v>18</c:v>
                </c:pt>
                <c:pt idx="8532">
                  <c:v>16.5</c:v>
                </c:pt>
                <c:pt idx="8533">
                  <c:v>17</c:v>
                </c:pt>
                <c:pt idx="8534">
                  <c:v>16.5</c:v>
                </c:pt>
                <c:pt idx="8535">
                  <c:v>17.5</c:v>
                </c:pt>
                <c:pt idx="8536">
                  <c:v>19.5</c:v>
                </c:pt>
                <c:pt idx="8537">
                  <c:v>19.5</c:v>
                </c:pt>
                <c:pt idx="8538">
                  <c:v>18</c:v>
                </c:pt>
                <c:pt idx="8539">
                  <c:v>19.5</c:v>
                </c:pt>
                <c:pt idx="8540">
                  <c:v>21.5</c:v>
                </c:pt>
                <c:pt idx="8541">
                  <c:v>23.5</c:v>
                </c:pt>
                <c:pt idx="8542">
                  <c:v>23</c:v>
                </c:pt>
                <c:pt idx="8543">
                  <c:v>23</c:v>
                </c:pt>
                <c:pt idx="8544">
                  <c:v>15</c:v>
                </c:pt>
                <c:pt idx="8545">
                  <c:v>17</c:v>
                </c:pt>
                <c:pt idx="8546">
                  <c:v>20</c:v>
                </c:pt>
                <c:pt idx="8547">
                  <c:v>22</c:v>
                </c:pt>
                <c:pt idx="8548">
                  <c:v>23</c:v>
                </c:pt>
                <c:pt idx="8549">
                  <c:v>22.5</c:v>
                </c:pt>
                <c:pt idx="8550">
                  <c:v>21</c:v>
                </c:pt>
                <c:pt idx="8551">
                  <c:v>18</c:v>
                </c:pt>
                <c:pt idx="8552">
                  <c:v>16.5</c:v>
                </c:pt>
                <c:pt idx="8553">
                  <c:v>19</c:v>
                </c:pt>
                <c:pt idx="8554">
                  <c:v>20</c:v>
                </c:pt>
                <c:pt idx="8555">
                  <c:v>20</c:v>
                </c:pt>
                <c:pt idx="8556">
                  <c:v>20.5</c:v>
                </c:pt>
                <c:pt idx="8557">
                  <c:v>22</c:v>
                </c:pt>
                <c:pt idx="8558">
                  <c:v>22.5</c:v>
                </c:pt>
                <c:pt idx="8559">
                  <c:v>23.5</c:v>
                </c:pt>
                <c:pt idx="8560">
                  <c:v>23.5</c:v>
                </c:pt>
                <c:pt idx="8561">
                  <c:v>25</c:v>
                </c:pt>
                <c:pt idx="8562">
                  <c:v>26</c:v>
                </c:pt>
                <c:pt idx="8563">
                  <c:v>26.5</c:v>
                </c:pt>
                <c:pt idx="8564">
                  <c:v>27</c:v>
                </c:pt>
                <c:pt idx="8565">
                  <c:v>28.5</c:v>
                </c:pt>
                <c:pt idx="8566">
                  <c:v>28.5</c:v>
                </c:pt>
                <c:pt idx="8567">
                  <c:v>26.5</c:v>
                </c:pt>
                <c:pt idx="8568">
                  <c:v>26</c:v>
                </c:pt>
                <c:pt idx="8569">
                  <c:v>23.5</c:v>
                </c:pt>
                <c:pt idx="8570">
                  <c:v>19</c:v>
                </c:pt>
                <c:pt idx="8571">
                  <c:v>23</c:v>
                </c:pt>
                <c:pt idx="8572">
                  <c:v>22</c:v>
                </c:pt>
                <c:pt idx="8573">
                  <c:v>17.5</c:v>
                </c:pt>
                <c:pt idx="8574">
                  <c:v>21.5</c:v>
                </c:pt>
                <c:pt idx="8575">
                  <c:v>22</c:v>
                </c:pt>
                <c:pt idx="8576">
                  <c:v>23</c:v>
                </c:pt>
                <c:pt idx="8577">
                  <c:v>22.5</c:v>
                </c:pt>
                <c:pt idx="8578">
                  <c:v>21.5</c:v>
                </c:pt>
                <c:pt idx="8579">
                  <c:v>21.5</c:v>
                </c:pt>
                <c:pt idx="8580">
                  <c:v>23.5</c:v>
                </c:pt>
                <c:pt idx="8581">
                  <c:v>25</c:v>
                </c:pt>
                <c:pt idx="8582">
                  <c:v>24.5</c:v>
                </c:pt>
                <c:pt idx="8583">
                  <c:v>24</c:v>
                </c:pt>
                <c:pt idx="8584">
                  <c:v>24</c:v>
                </c:pt>
                <c:pt idx="8585">
                  <c:v>25</c:v>
                </c:pt>
                <c:pt idx="8586">
                  <c:v>23</c:v>
                </c:pt>
                <c:pt idx="8587">
                  <c:v>23</c:v>
                </c:pt>
                <c:pt idx="8588">
                  <c:v>24</c:v>
                </c:pt>
                <c:pt idx="8589">
                  <c:v>24.5</c:v>
                </c:pt>
                <c:pt idx="8590">
                  <c:v>23.5</c:v>
                </c:pt>
                <c:pt idx="8591">
                  <c:v>23.5</c:v>
                </c:pt>
                <c:pt idx="8592">
                  <c:v>24</c:v>
                </c:pt>
                <c:pt idx="8593">
                  <c:v>24</c:v>
                </c:pt>
                <c:pt idx="8594">
                  <c:v>21.5</c:v>
                </c:pt>
                <c:pt idx="8595">
                  <c:v>23</c:v>
                </c:pt>
                <c:pt idx="8596">
                  <c:v>24</c:v>
                </c:pt>
                <c:pt idx="8597">
                  <c:v>23</c:v>
                </c:pt>
                <c:pt idx="8598">
                  <c:v>24.5</c:v>
                </c:pt>
                <c:pt idx="8599">
                  <c:v>24.5</c:v>
                </c:pt>
                <c:pt idx="8600">
                  <c:v>23</c:v>
                </c:pt>
                <c:pt idx="8601">
                  <c:v>25</c:v>
                </c:pt>
                <c:pt idx="8602">
                  <c:v>25.5</c:v>
                </c:pt>
                <c:pt idx="8603">
                  <c:v>25</c:v>
                </c:pt>
                <c:pt idx="8604">
                  <c:v>25.5</c:v>
                </c:pt>
                <c:pt idx="8605">
                  <c:v>26</c:v>
                </c:pt>
                <c:pt idx="8606">
                  <c:v>26.5</c:v>
                </c:pt>
                <c:pt idx="8607">
                  <c:v>27</c:v>
                </c:pt>
                <c:pt idx="8608">
                  <c:v>28.5</c:v>
                </c:pt>
                <c:pt idx="8609">
                  <c:v>27.5</c:v>
                </c:pt>
                <c:pt idx="8610">
                  <c:v>26</c:v>
                </c:pt>
                <c:pt idx="8611">
                  <c:v>27</c:v>
                </c:pt>
                <c:pt idx="8612">
                  <c:v>27.5</c:v>
                </c:pt>
                <c:pt idx="8613">
                  <c:v>28.5</c:v>
                </c:pt>
                <c:pt idx="8614">
                  <c:v>27.5</c:v>
                </c:pt>
                <c:pt idx="8615">
                  <c:v>25</c:v>
                </c:pt>
                <c:pt idx="8616">
                  <c:v>22</c:v>
                </c:pt>
                <c:pt idx="8617">
                  <c:v>22</c:v>
                </c:pt>
                <c:pt idx="8618">
                  <c:v>21.5</c:v>
                </c:pt>
                <c:pt idx="8619">
                  <c:v>22.5</c:v>
                </c:pt>
                <c:pt idx="8620">
                  <c:v>22.5</c:v>
                </c:pt>
                <c:pt idx="8621">
                  <c:v>24</c:v>
                </c:pt>
                <c:pt idx="8622">
                  <c:v>24.5</c:v>
                </c:pt>
                <c:pt idx="8623">
                  <c:v>24.5</c:v>
                </c:pt>
                <c:pt idx="8624">
                  <c:v>25</c:v>
                </c:pt>
                <c:pt idx="8625">
                  <c:v>21</c:v>
                </c:pt>
                <c:pt idx="8626">
                  <c:v>24</c:v>
                </c:pt>
                <c:pt idx="8627">
                  <c:v>26</c:v>
                </c:pt>
                <c:pt idx="8628">
                  <c:v>27</c:v>
                </c:pt>
                <c:pt idx="8629">
                  <c:v>28</c:v>
                </c:pt>
                <c:pt idx="8630">
                  <c:v>29.5</c:v>
                </c:pt>
                <c:pt idx="8631">
                  <c:v>30</c:v>
                </c:pt>
                <c:pt idx="8632">
                  <c:v>27</c:v>
                </c:pt>
                <c:pt idx="8633">
                  <c:v>25.5</c:v>
                </c:pt>
                <c:pt idx="8634">
                  <c:v>27</c:v>
                </c:pt>
                <c:pt idx="8635">
                  <c:v>27.5</c:v>
                </c:pt>
                <c:pt idx="8636">
                  <c:v>24</c:v>
                </c:pt>
                <c:pt idx="8637">
                  <c:v>23.5</c:v>
                </c:pt>
                <c:pt idx="8638">
                  <c:v>25.5</c:v>
                </c:pt>
                <c:pt idx="8639">
                  <c:v>26.5</c:v>
                </c:pt>
                <c:pt idx="8640">
                  <c:v>28</c:v>
                </c:pt>
                <c:pt idx="8641">
                  <c:v>25</c:v>
                </c:pt>
                <c:pt idx="8642">
                  <c:v>23.5</c:v>
                </c:pt>
                <c:pt idx="8643">
                  <c:v>24.5</c:v>
                </c:pt>
                <c:pt idx="8644">
                  <c:v>23.5</c:v>
                </c:pt>
                <c:pt idx="8645">
                  <c:v>26</c:v>
                </c:pt>
                <c:pt idx="8646">
                  <c:v>23.5</c:v>
                </c:pt>
                <c:pt idx="8647">
                  <c:v>21</c:v>
                </c:pt>
                <c:pt idx="8648">
                  <c:v>22</c:v>
                </c:pt>
                <c:pt idx="8649">
                  <c:v>22</c:v>
                </c:pt>
                <c:pt idx="8650">
                  <c:v>20</c:v>
                </c:pt>
                <c:pt idx="8651">
                  <c:v>21.5</c:v>
                </c:pt>
                <c:pt idx="8652">
                  <c:v>23</c:v>
                </c:pt>
                <c:pt idx="8653">
                  <c:v>23.5</c:v>
                </c:pt>
                <c:pt idx="8654">
                  <c:v>25</c:v>
                </c:pt>
                <c:pt idx="8655">
                  <c:v>25.5</c:v>
                </c:pt>
                <c:pt idx="8656">
                  <c:v>25</c:v>
                </c:pt>
                <c:pt idx="8657">
                  <c:v>25.5</c:v>
                </c:pt>
                <c:pt idx="8658">
                  <c:v>26</c:v>
                </c:pt>
                <c:pt idx="8659">
                  <c:v>26.5</c:v>
                </c:pt>
                <c:pt idx="8660">
                  <c:v>25</c:v>
                </c:pt>
                <c:pt idx="8661">
                  <c:v>25</c:v>
                </c:pt>
                <c:pt idx="8662">
                  <c:v>22.5</c:v>
                </c:pt>
                <c:pt idx="8663">
                  <c:v>23</c:v>
                </c:pt>
                <c:pt idx="8664">
                  <c:v>23</c:v>
                </c:pt>
                <c:pt idx="8665">
                  <c:v>23</c:v>
                </c:pt>
                <c:pt idx="8666">
                  <c:v>23</c:v>
                </c:pt>
                <c:pt idx="8667">
                  <c:v>21.5</c:v>
                </c:pt>
                <c:pt idx="8668">
                  <c:v>22</c:v>
                </c:pt>
                <c:pt idx="8669">
                  <c:v>23</c:v>
                </c:pt>
                <c:pt idx="8670">
                  <c:v>21</c:v>
                </c:pt>
                <c:pt idx="8671">
                  <c:v>21</c:v>
                </c:pt>
                <c:pt idx="8672">
                  <c:v>20</c:v>
                </c:pt>
                <c:pt idx="8673">
                  <c:v>20</c:v>
                </c:pt>
                <c:pt idx="8674">
                  <c:v>22</c:v>
                </c:pt>
                <c:pt idx="8675">
                  <c:v>22.5</c:v>
                </c:pt>
                <c:pt idx="8676">
                  <c:v>22</c:v>
                </c:pt>
                <c:pt idx="8677">
                  <c:v>22</c:v>
                </c:pt>
                <c:pt idx="8678">
                  <c:v>22.5</c:v>
                </c:pt>
                <c:pt idx="8679">
                  <c:v>23.5</c:v>
                </c:pt>
                <c:pt idx="8680">
                  <c:v>23.5</c:v>
                </c:pt>
                <c:pt idx="8681">
                  <c:v>21.5</c:v>
                </c:pt>
                <c:pt idx="8682">
                  <c:v>22.5</c:v>
                </c:pt>
                <c:pt idx="8683">
                  <c:v>22</c:v>
                </c:pt>
                <c:pt idx="8684">
                  <c:v>22</c:v>
                </c:pt>
                <c:pt idx="8685">
                  <c:v>21.5</c:v>
                </c:pt>
                <c:pt idx="8686">
                  <c:v>19.5</c:v>
                </c:pt>
                <c:pt idx="8687">
                  <c:v>17.5</c:v>
                </c:pt>
                <c:pt idx="8688">
                  <c:v>18</c:v>
                </c:pt>
                <c:pt idx="8689">
                  <c:v>15</c:v>
                </c:pt>
                <c:pt idx="8690">
                  <c:v>11</c:v>
                </c:pt>
                <c:pt idx="8691">
                  <c:v>13</c:v>
                </c:pt>
                <c:pt idx="8692">
                  <c:v>15.5</c:v>
                </c:pt>
                <c:pt idx="8693">
                  <c:v>15</c:v>
                </c:pt>
                <c:pt idx="8694">
                  <c:v>16</c:v>
                </c:pt>
                <c:pt idx="8695">
                  <c:v>15.5</c:v>
                </c:pt>
                <c:pt idx="8696">
                  <c:v>19</c:v>
                </c:pt>
                <c:pt idx="8697">
                  <c:v>18</c:v>
                </c:pt>
                <c:pt idx="8698">
                  <c:v>16</c:v>
                </c:pt>
                <c:pt idx="8699">
                  <c:v>16.5</c:v>
                </c:pt>
                <c:pt idx="8700">
                  <c:v>15</c:v>
                </c:pt>
                <c:pt idx="8701">
                  <c:v>16.5</c:v>
                </c:pt>
                <c:pt idx="8702">
                  <c:v>15.5</c:v>
                </c:pt>
                <c:pt idx="8703">
                  <c:v>11.5</c:v>
                </c:pt>
                <c:pt idx="8704">
                  <c:v>9.5</c:v>
                </c:pt>
                <c:pt idx="8705">
                  <c:v>11.5</c:v>
                </c:pt>
                <c:pt idx="8706">
                  <c:v>12</c:v>
                </c:pt>
                <c:pt idx="8707">
                  <c:v>12</c:v>
                </c:pt>
                <c:pt idx="8708">
                  <c:v>11</c:v>
                </c:pt>
                <c:pt idx="8709">
                  <c:v>9</c:v>
                </c:pt>
                <c:pt idx="8710">
                  <c:v>10.5</c:v>
                </c:pt>
                <c:pt idx="8711">
                  <c:v>10.5</c:v>
                </c:pt>
                <c:pt idx="8712">
                  <c:v>11</c:v>
                </c:pt>
                <c:pt idx="8713">
                  <c:v>11.5</c:v>
                </c:pt>
                <c:pt idx="8714">
                  <c:v>11</c:v>
                </c:pt>
                <c:pt idx="8715">
                  <c:v>10</c:v>
                </c:pt>
                <c:pt idx="8716">
                  <c:v>6</c:v>
                </c:pt>
                <c:pt idx="8717">
                  <c:v>3</c:v>
                </c:pt>
                <c:pt idx="8718">
                  <c:v>2.5</c:v>
                </c:pt>
                <c:pt idx="8719">
                  <c:v>5.5</c:v>
                </c:pt>
                <c:pt idx="8720">
                  <c:v>8</c:v>
                </c:pt>
                <c:pt idx="8721">
                  <c:v>9</c:v>
                </c:pt>
                <c:pt idx="8722">
                  <c:v>8</c:v>
                </c:pt>
                <c:pt idx="8723">
                  <c:v>6.5</c:v>
                </c:pt>
                <c:pt idx="8724">
                  <c:v>6</c:v>
                </c:pt>
                <c:pt idx="8725">
                  <c:v>5.5</c:v>
                </c:pt>
                <c:pt idx="8726">
                  <c:v>4</c:v>
                </c:pt>
                <c:pt idx="8727">
                  <c:v>4</c:v>
                </c:pt>
                <c:pt idx="8728">
                  <c:v>4.5</c:v>
                </c:pt>
                <c:pt idx="8729">
                  <c:v>6.5</c:v>
                </c:pt>
                <c:pt idx="8730">
                  <c:v>6</c:v>
                </c:pt>
                <c:pt idx="8731">
                  <c:v>5.5</c:v>
                </c:pt>
                <c:pt idx="8732">
                  <c:v>6.5</c:v>
                </c:pt>
                <c:pt idx="8733">
                  <c:v>6</c:v>
                </c:pt>
                <c:pt idx="8734">
                  <c:v>5.5</c:v>
                </c:pt>
                <c:pt idx="8735">
                  <c:v>7</c:v>
                </c:pt>
                <c:pt idx="8736">
                  <c:v>5.5</c:v>
                </c:pt>
                <c:pt idx="8737">
                  <c:v>5</c:v>
                </c:pt>
                <c:pt idx="8738">
                  <c:v>6</c:v>
                </c:pt>
                <c:pt idx="8739">
                  <c:v>4</c:v>
                </c:pt>
                <c:pt idx="8740">
                  <c:v>2</c:v>
                </c:pt>
                <c:pt idx="8741">
                  <c:v>2</c:v>
                </c:pt>
                <c:pt idx="8742">
                  <c:v>2</c:v>
                </c:pt>
                <c:pt idx="8743">
                  <c:v>0.5</c:v>
                </c:pt>
                <c:pt idx="8744">
                  <c:v>0</c:v>
                </c:pt>
                <c:pt idx="8745">
                  <c:v>1</c:v>
                </c:pt>
                <c:pt idx="8746">
                  <c:v>1</c:v>
                </c:pt>
                <c:pt idx="8747">
                  <c:v>1.5</c:v>
                </c:pt>
                <c:pt idx="8748">
                  <c:v>2</c:v>
                </c:pt>
                <c:pt idx="8749">
                  <c:v>2</c:v>
                </c:pt>
                <c:pt idx="8750">
                  <c:v>2</c:v>
                </c:pt>
                <c:pt idx="8751">
                  <c:v>3</c:v>
                </c:pt>
                <c:pt idx="8752">
                  <c:v>3.5</c:v>
                </c:pt>
                <c:pt idx="8753">
                  <c:v>3.5</c:v>
                </c:pt>
                <c:pt idx="8754">
                  <c:v>3.5</c:v>
                </c:pt>
                <c:pt idx="8755">
                  <c:v>3</c:v>
                </c:pt>
                <c:pt idx="8756">
                  <c:v>3</c:v>
                </c:pt>
                <c:pt idx="8757">
                  <c:v>3</c:v>
                </c:pt>
                <c:pt idx="8758">
                  <c:v>4.5</c:v>
                </c:pt>
                <c:pt idx="8759">
                  <c:v>7</c:v>
                </c:pt>
                <c:pt idx="8760">
                  <c:v>9</c:v>
                </c:pt>
                <c:pt idx="8761">
                  <c:v>8</c:v>
                </c:pt>
                <c:pt idx="8762">
                  <c:v>8</c:v>
                </c:pt>
                <c:pt idx="8763">
                  <c:v>6.5</c:v>
                </c:pt>
                <c:pt idx="8764">
                  <c:v>6.5</c:v>
                </c:pt>
                <c:pt idx="8765">
                  <c:v>7</c:v>
                </c:pt>
                <c:pt idx="8766">
                  <c:v>7.5</c:v>
                </c:pt>
                <c:pt idx="8767">
                  <c:v>7</c:v>
                </c:pt>
                <c:pt idx="8768">
                  <c:v>7</c:v>
                </c:pt>
                <c:pt idx="8769">
                  <c:v>5</c:v>
                </c:pt>
                <c:pt idx="8770">
                  <c:v>4.5</c:v>
                </c:pt>
                <c:pt idx="8771">
                  <c:v>5</c:v>
                </c:pt>
                <c:pt idx="8772">
                  <c:v>5.5</c:v>
                </c:pt>
                <c:pt idx="8773">
                  <c:v>6</c:v>
                </c:pt>
                <c:pt idx="8774">
                  <c:v>6</c:v>
                </c:pt>
                <c:pt idx="8775">
                  <c:v>7</c:v>
                </c:pt>
                <c:pt idx="8776">
                  <c:v>7.5</c:v>
                </c:pt>
                <c:pt idx="8777">
                  <c:v>9</c:v>
                </c:pt>
                <c:pt idx="8778">
                  <c:v>8.5</c:v>
                </c:pt>
                <c:pt idx="8779">
                  <c:v>9</c:v>
                </c:pt>
                <c:pt idx="8780">
                  <c:v>10.5</c:v>
                </c:pt>
                <c:pt idx="8781">
                  <c:v>8</c:v>
                </c:pt>
                <c:pt idx="8782">
                  <c:v>5.5</c:v>
                </c:pt>
                <c:pt idx="8783">
                  <c:v>2</c:v>
                </c:pt>
                <c:pt idx="8784">
                  <c:v>1.5</c:v>
                </c:pt>
                <c:pt idx="8785">
                  <c:v>3.5</c:v>
                </c:pt>
                <c:pt idx="8786">
                  <c:v>3</c:v>
                </c:pt>
                <c:pt idx="8787">
                  <c:v>3.5</c:v>
                </c:pt>
                <c:pt idx="8788">
                  <c:v>3.5</c:v>
                </c:pt>
                <c:pt idx="8789">
                  <c:v>4.5</c:v>
                </c:pt>
                <c:pt idx="8790">
                  <c:v>7</c:v>
                </c:pt>
                <c:pt idx="8791">
                  <c:v>7</c:v>
                </c:pt>
                <c:pt idx="8792">
                  <c:v>8</c:v>
                </c:pt>
                <c:pt idx="8793">
                  <c:v>8</c:v>
                </c:pt>
                <c:pt idx="8794">
                  <c:v>5.5</c:v>
                </c:pt>
                <c:pt idx="8795">
                  <c:v>5.5</c:v>
                </c:pt>
                <c:pt idx="8796">
                  <c:v>5.5</c:v>
                </c:pt>
                <c:pt idx="8797">
                  <c:v>4.5</c:v>
                </c:pt>
                <c:pt idx="8798">
                  <c:v>7.5</c:v>
                </c:pt>
                <c:pt idx="8799">
                  <c:v>6</c:v>
                </c:pt>
                <c:pt idx="8800">
                  <c:v>4</c:v>
                </c:pt>
                <c:pt idx="8801">
                  <c:v>5.5</c:v>
                </c:pt>
                <c:pt idx="8802">
                  <c:v>7.5</c:v>
                </c:pt>
                <c:pt idx="8803">
                  <c:v>8</c:v>
                </c:pt>
                <c:pt idx="8804">
                  <c:v>9</c:v>
                </c:pt>
                <c:pt idx="8805">
                  <c:v>7.5</c:v>
                </c:pt>
                <c:pt idx="8806">
                  <c:v>7</c:v>
                </c:pt>
                <c:pt idx="8807">
                  <c:v>5.5</c:v>
                </c:pt>
                <c:pt idx="8808">
                  <c:v>6.5</c:v>
                </c:pt>
                <c:pt idx="8809">
                  <c:v>7.5</c:v>
                </c:pt>
                <c:pt idx="8810">
                  <c:v>8.5</c:v>
                </c:pt>
                <c:pt idx="8811">
                  <c:v>7.5</c:v>
                </c:pt>
                <c:pt idx="8812">
                  <c:v>5.5</c:v>
                </c:pt>
                <c:pt idx="8813">
                  <c:v>4</c:v>
                </c:pt>
                <c:pt idx="8814">
                  <c:v>5</c:v>
                </c:pt>
                <c:pt idx="8815">
                  <c:v>7</c:v>
                </c:pt>
                <c:pt idx="8816">
                  <c:v>6.5</c:v>
                </c:pt>
                <c:pt idx="8817">
                  <c:v>5.5</c:v>
                </c:pt>
                <c:pt idx="8818">
                  <c:v>5.5</c:v>
                </c:pt>
                <c:pt idx="8819">
                  <c:v>4.5</c:v>
                </c:pt>
                <c:pt idx="8820">
                  <c:v>6</c:v>
                </c:pt>
                <c:pt idx="8821">
                  <c:v>6</c:v>
                </c:pt>
                <c:pt idx="8822">
                  <c:v>7</c:v>
                </c:pt>
                <c:pt idx="8823">
                  <c:v>8.5</c:v>
                </c:pt>
                <c:pt idx="8824">
                  <c:v>8</c:v>
                </c:pt>
                <c:pt idx="8825">
                  <c:v>8.5</c:v>
                </c:pt>
                <c:pt idx="8826">
                  <c:v>11</c:v>
                </c:pt>
                <c:pt idx="8827">
                  <c:v>11</c:v>
                </c:pt>
                <c:pt idx="8828">
                  <c:v>10</c:v>
                </c:pt>
                <c:pt idx="8829">
                  <c:v>10</c:v>
                </c:pt>
                <c:pt idx="8830">
                  <c:v>10</c:v>
                </c:pt>
                <c:pt idx="8831">
                  <c:v>10.5</c:v>
                </c:pt>
                <c:pt idx="8832">
                  <c:v>11.5</c:v>
                </c:pt>
                <c:pt idx="8833">
                  <c:v>13</c:v>
                </c:pt>
                <c:pt idx="8834">
                  <c:v>15</c:v>
                </c:pt>
                <c:pt idx="8835">
                  <c:v>17</c:v>
                </c:pt>
                <c:pt idx="8836">
                  <c:v>17</c:v>
                </c:pt>
                <c:pt idx="8837">
                  <c:v>16</c:v>
                </c:pt>
                <c:pt idx="8838">
                  <c:v>13</c:v>
                </c:pt>
                <c:pt idx="8839">
                  <c:v>14.5</c:v>
                </c:pt>
                <c:pt idx="8840">
                  <c:v>16</c:v>
                </c:pt>
                <c:pt idx="8841">
                  <c:v>16.5</c:v>
                </c:pt>
                <c:pt idx="8842">
                  <c:v>16.5</c:v>
                </c:pt>
                <c:pt idx="8843">
                  <c:v>15.5</c:v>
                </c:pt>
                <c:pt idx="8844">
                  <c:v>15.5</c:v>
                </c:pt>
                <c:pt idx="8845">
                  <c:v>16</c:v>
                </c:pt>
                <c:pt idx="8846">
                  <c:v>14.5</c:v>
                </c:pt>
                <c:pt idx="8847">
                  <c:v>8.5</c:v>
                </c:pt>
                <c:pt idx="8848">
                  <c:v>7</c:v>
                </c:pt>
                <c:pt idx="8849">
                  <c:v>8.5</c:v>
                </c:pt>
                <c:pt idx="8850">
                  <c:v>12.5</c:v>
                </c:pt>
                <c:pt idx="8851">
                  <c:v>12.5</c:v>
                </c:pt>
                <c:pt idx="8852">
                  <c:v>11.5</c:v>
                </c:pt>
                <c:pt idx="8853">
                  <c:v>13</c:v>
                </c:pt>
                <c:pt idx="8854">
                  <c:v>11.5</c:v>
                </c:pt>
                <c:pt idx="8855">
                  <c:v>13</c:v>
                </c:pt>
                <c:pt idx="8856">
                  <c:v>15.5</c:v>
                </c:pt>
                <c:pt idx="8857">
                  <c:v>13</c:v>
                </c:pt>
                <c:pt idx="8858">
                  <c:v>12</c:v>
                </c:pt>
                <c:pt idx="8859">
                  <c:v>12.5</c:v>
                </c:pt>
                <c:pt idx="8860">
                  <c:v>14</c:v>
                </c:pt>
                <c:pt idx="8861">
                  <c:v>14.5</c:v>
                </c:pt>
                <c:pt idx="8862">
                  <c:v>14</c:v>
                </c:pt>
                <c:pt idx="8863">
                  <c:v>15.5</c:v>
                </c:pt>
                <c:pt idx="8864">
                  <c:v>18.5</c:v>
                </c:pt>
                <c:pt idx="8865">
                  <c:v>19.5</c:v>
                </c:pt>
                <c:pt idx="8866">
                  <c:v>13.5</c:v>
                </c:pt>
                <c:pt idx="8867">
                  <c:v>14</c:v>
                </c:pt>
                <c:pt idx="8868">
                  <c:v>14</c:v>
                </c:pt>
                <c:pt idx="8869">
                  <c:v>14.5</c:v>
                </c:pt>
                <c:pt idx="8870">
                  <c:v>14.5</c:v>
                </c:pt>
                <c:pt idx="8871">
                  <c:v>16</c:v>
                </c:pt>
                <c:pt idx="8872">
                  <c:v>16.5</c:v>
                </c:pt>
                <c:pt idx="8873">
                  <c:v>18</c:v>
                </c:pt>
                <c:pt idx="8874">
                  <c:v>19</c:v>
                </c:pt>
                <c:pt idx="8875">
                  <c:v>15.5</c:v>
                </c:pt>
                <c:pt idx="8876">
                  <c:v>15</c:v>
                </c:pt>
                <c:pt idx="8877">
                  <c:v>14</c:v>
                </c:pt>
                <c:pt idx="8878">
                  <c:v>16.5</c:v>
                </c:pt>
                <c:pt idx="8879">
                  <c:v>16</c:v>
                </c:pt>
                <c:pt idx="8880">
                  <c:v>17</c:v>
                </c:pt>
                <c:pt idx="8881">
                  <c:v>18</c:v>
                </c:pt>
                <c:pt idx="8882">
                  <c:v>15.5</c:v>
                </c:pt>
                <c:pt idx="8883">
                  <c:v>17.5</c:v>
                </c:pt>
                <c:pt idx="8884">
                  <c:v>13</c:v>
                </c:pt>
                <c:pt idx="8885">
                  <c:v>14.5</c:v>
                </c:pt>
                <c:pt idx="8886">
                  <c:v>14.5</c:v>
                </c:pt>
                <c:pt idx="8887">
                  <c:v>16.5</c:v>
                </c:pt>
                <c:pt idx="8888">
                  <c:v>18</c:v>
                </c:pt>
                <c:pt idx="8889">
                  <c:v>16</c:v>
                </c:pt>
                <c:pt idx="8890">
                  <c:v>18</c:v>
                </c:pt>
                <c:pt idx="8891">
                  <c:v>19</c:v>
                </c:pt>
                <c:pt idx="8892">
                  <c:v>18.5</c:v>
                </c:pt>
                <c:pt idx="8893">
                  <c:v>18</c:v>
                </c:pt>
                <c:pt idx="8894">
                  <c:v>19.5</c:v>
                </c:pt>
                <c:pt idx="8895">
                  <c:v>21.5</c:v>
                </c:pt>
                <c:pt idx="8896">
                  <c:v>22</c:v>
                </c:pt>
                <c:pt idx="8897">
                  <c:v>21</c:v>
                </c:pt>
                <c:pt idx="8898">
                  <c:v>18.5</c:v>
                </c:pt>
                <c:pt idx="8899">
                  <c:v>16</c:v>
                </c:pt>
                <c:pt idx="8900">
                  <c:v>17</c:v>
                </c:pt>
                <c:pt idx="8901">
                  <c:v>18</c:v>
                </c:pt>
                <c:pt idx="8902">
                  <c:v>18.5</c:v>
                </c:pt>
                <c:pt idx="8903">
                  <c:v>20.5</c:v>
                </c:pt>
                <c:pt idx="8904">
                  <c:v>23</c:v>
                </c:pt>
                <c:pt idx="8905">
                  <c:v>25.5</c:v>
                </c:pt>
                <c:pt idx="8906">
                  <c:v>26.5</c:v>
                </c:pt>
                <c:pt idx="8907">
                  <c:v>25</c:v>
                </c:pt>
                <c:pt idx="8908">
                  <c:v>25.5</c:v>
                </c:pt>
                <c:pt idx="8909">
                  <c:v>26</c:v>
                </c:pt>
                <c:pt idx="8910">
                  <c:v>28</c:v>
                </c:pt>
                <c:pt idx="8911">
                  <c:v>28</c:v>
                </c:pt>
                <c:pt idx="8912">
                  <c:v>27</c:v>
                </c:pt>
                <c:pt idx="8913">
                  <c:v>28</c:v>
                </c:pt>
                <c:pt idx="8914">
                  <c:v>29</c:v>
                </c:pt>
                <c:pt idx="8915">
                  <c:v>28.5</c:v>
                </c:pt>
                <c:pt idx="8916">
                  <c:v>25.5</c:v>
                </c:pt>
                <c:pt idx="8917">
                  <c:v>22</c:v>
                </c:pt>
                <c:pt idx="8918">
                  <c:v>20.5</c:v>
                </c:pt>
                <c:pt idx="8919">
                  <c:v>23.5</c:v>
                </c:pt>
                <c:pt idx="8920">
                  <c:v>24</c:v>
                </c:pt>
                <c:pt idx="8921">
                  <c:v>25.5</c:v>
                </c:pt>
                <c:pt idx="8922">
                  <c:v>27</c:v>
                </c:pt>
                <c:pt idx="8923">
                  <c:v>27</c:v>
                </c:pt>
                <c:pt idx="8924">
                  <c:v>25</c:v>
                </c:pt>
                <c:pt idx="8925">
                  <c:v>25.5</c:v>
                </c:pt>
                <c:pt idx="8926">
                  <c:v>23</c:v>
                </c:pt>
                <c:pt idx="8927">
                  <c:v>24</c:v>
                </c:pt>
                <c:pt idx="8928">
                  <c:v>25</c:v>
                </c:pt>
                <c:pt idx="8929">
                  <c:v>26.5</c:v>
                </c:pt>
                <c:pt idx="8930">
                  <c:v>28.5</c:v>
                </c:pt>
                <c:pt idx="8931">
                  <c:v>25.5</c:v>
                </c:pt>
                <c:pt idx="8932">
                  <c:v>26.5</c:v>
                </c:pt>
                <c:pt idx="8933">
                  <c:v>25</c:v>
                </c:pt>
                <c:pt idx="8934">
                  <c:v>26</c:v>
                </c:pt>
                <c:pt idx="8935">
                  <c:v>25</c:v>
                </c:pt>
                <c:pt idx="8936">
                  <c:v>25.5</c:v>
                </c:pt>
                <c:pt idx="8937">
                  <c:v>25</c:v>
                </c:pt>
                <c:pt idx="8938">
                  <c:v>25</c:v>
                </c:pt>
                <c:pt idx="8939">
                  <c:v>25.5</c:v>
                </c:pt>
                <c:pt idx="8940">
                  <c:v>25</c:v>
                </c:pt>
                <c:pt idx="8941">
                  <c:v>24.5</c:v>
                </c:pt>
                <c:pt idx="8942">
                  <c:v>25.5</c:v>
                </c:pt>
                <c:pt idx="8943">
                  <c:v>26</c:v>
                </c:pt>
                <c:pt idx="8944">
                  <c:v>26.5</c:v>
                </c:pt>
                <c:pt idx="8945">
                  <c:v>23</c:v>
                </c:pt>
                <c:pt idx="8946">
                  <c:v>19.5</c:v>
                </c:pt>
                <c:pt idx="8947">
                  <c:v>20.5</c:v>
                </c:pt>
                <c:pt idx="8948">
                  <c:v>22.5</c:v>
                </c:pt>
                <c:pt idx="8949">
                  <c:v>22</c:v>
                </c:pt>
                <c:pt idx="8950">
                  <c:v>22</c:v>
                </c:pt>
                <c:pt idx="8951">
                  <c:v>23.5</c:v>
                </c:pt>
                <c:pt idx="8952">
                  <c:v>24</c:v>
                </c:pt>
                <c:pt idx="8953">
                  <c:v>23</c:v>
                </c:pt>
                <c:pt idx="8954">
                  <c:v>20</c:v>
                </c:pt>
                <c:pt idx="8955">
                  <c:v>22.5</c:v>
                </c:pt>
                <c:pt idx="8956">
                  <c:v>23.5</c:v>
                </c:pt>
                <c:pt idx="8957">
                  <c:v>24.5</c:v>
                </c:pt>
                <c:pt idx="8958">
                  <c:v>24</c:v>
                </c:pt>
                <c:pt idx="8959">
                  <c:v>19.5</c:v>
                </c:pt>
                <c:pt idx="8960">
                  <c:v>23</c:v>
                </c:pt>
                <c:pt idx="8961">
                  <c:v>23.5</c:v>
                </c:pt>
                <c:pt idx="8962">
                  <c:v>22</c:v>
                </c:pt>
                <c:pt idx="8963">
                  <c:v>24.5</c:v>
                </c:pt>
                <c:pt idx="8964">
                  <c:v>25</c:v>
                </c:pt>
                <c:pt idx="8965">
                  <c:v>24.5</c:v>
                </c:pt>
                <c:pt idx="8966">
                  <c:v>21.5</c:v>
                </c:pt>
                <c:pt idx="8967">
                  <c:v>22.5</c:v>
                </c:pt>
                <c:pt idx="8968">
                  <c:v>22</c:v>
                </c:pt>
                <c:pt idx="8969">
                  <c:v>23</c:v>
                </c:pt>
                <c:pt idx="8970">
                  <c:v>23.5</c:v>
                </c:pt>
                <c:pt idx="8971">
                  <c:v>21.5</c:v>
                </c:pt>
                <c:pt idx="8972">
                  <c:v>23</c:v>
                </c:pt>
                <c:pt idx="8973">
                  <c:v>24</c:v>
                </c:pt>
                <c:pt idx="8974">
                  <c:v>25</c:v>
                </c:pt>
                <c:pt idx="8975">
                  <c:v>26</c:v>
                </c:pt>
                <c:pt idx="8976">
                  <c:v>27.5</c:v>
                </c:pt>
                <c:pt idx="8977">
                  <c:v>26</c:v>
                </c:pt>
                <c:pt idx="8978">
                  <c:v>26.5</c:v>
                </c:pt>
                <c:pt idx="8979">
                  <c:v>26</c:v>
                </c:pt>
                <c:pt idx="8980">
                  <c:v>24.5</c:v>
                </c:pt>
                <c:pt idx="8981">
                  <c:v>23.5</c:v>
                </c:pt>
                <c:pt idx="8982">
                  <c:v>23</c:v>
                </c:pt>
                <c:pt idx="8983">
                  <c:v>23</c:v>
                </c:pt>
                <c:pt idx="8984">
                  <c:v>23.5</c:v>
                </c:pt>
                <c:pt idx="8985">
                  <c:v>25.5</c:v>
                </c:pt>
                <c:pt idx="8986">
                  <c:v>26.5</c:v>
                </c:pt>
                <c:pt idx="8987">
                  <c:v>27</c:v>
                </c:pt>
                <c:pt idx="8988">
                  <c:v>24</c:v>
                </c:pt>
                <c:pt idx="8989">
                  <c:v>24</c:v>
                </c:pt>
                <c:pt idx="8990">
                  <c:v>25</c:v>
                </c:pt>
                <c:pt idx="8991">
                  <c:v>26</c:v>
                </c:pt>
                <c:pt idx="8992">
                  <c:v>27</c:v>
                </c:pt>
                <c:pt idx="8993">
                  <c:v>25.5</c:v>
                </c:pt>
                <c:pt idx="8994">
                  <c:v>20.5</c:v>
                </c:pt>
                <c:pt idx="8995">
                  <c:v>22</c:v>
                </c:pt>
                <c:pt idx="8996">
                  <c:v>23</c:v>
                </c:pt>
                <c:pt idx="8997">
                  <c:v>23</c:v>
                </c:pt>
                <c:pt idx="8998">
                  <c:v>24.5</c:v>
                </c:pt>
                <c:pt idx="8999">
                  <c:v>25</c:v>
                </c:pt>
                <c:pt idx="9000">
                  <c:v>22</c:v>
                </c:pt>
                <c:pt idx="9001">
                  <c:v>20.5</c:v>
                </c:pt>
                <c:pt idx="9002">
                  <c:v>23</c:v>
                </c:pt>
                <c:pt idx="9003">
                  <c:v>23.5</c:v>
                </c:pt>
                <c:pt idx="9004">
                  <c:v>23.5</c:v>
                </c:pt>
                <c:pt idx="9005">
                  <c:v>24</c:v>
                </c:pt>
                <c:pt idx="9006">
                  <c:v>24</c:v>
                </c:pt>
                <c:pt idx="9007">
                  <c:v>25.5</c:v>
                </c:pt>
                <c:pt idx="9008">
                  <c:v>27</c:v>
                </c:pt>
                <c:pt idx="9009">
                  <c:v>27.5</c:v>
                </c:pt>
                <c:pt idx="9010">
                  <c:v>25</c:v>
                </c:pt>
                <c:pt idx="9011">
                  <c:v>24.5</c:v>
                </c:pt>
                <c:pt idx="9012">
                  <c:v>23.5</c:v>
                </c:pt>
                <c:pt idx="9013">
                  <c:v>22.5</c:v>
                </c:pt>
                <c:pt idx="9014">
                  <c:v>22.5</c:v>
                </c:pt>
                <c:pt idx="9015">
                  <c:v>23.5</c:v>
                </c:pt>
                <c:pt idx="9016">
                  <c:v>24.5</c:v>
                </c:pt>
                <c:pt idx="9017">
                  <c:v>23</c:v>
                </c:pt>
                <c:pt idx="9018">
                  <c:v>19</c:v>
                </c:pt>
                <c:pt idx="9019">
                  <c:v>20</c:v>
                </c:pt>
                <c:pt idx="9020">
                  <c:v>21.5</c:v>
                </c:pt>
                <c:pt idx="9021">
                  <c:v>14.5</c:v>
                </c:pt>
                <c:pt idx="9022">
                  <c:v>16.5</c:v>
                </c:pt>
                <c:pt idx="9023">
                  <c:v>17.5</c:v>
                </c:pt>
                <c:pt idx="9024">
                  <c:v>18.5</c:v>
                </c:pt>
                <c:pt idx="9025">
                  <c:v>20</c:v>
                </c:pt>
                <c:pt idx="9026">
                  <c:v>21.5</c:v>
                </c:pt>
                <c:pt idx="9027">
                  <c:v>19</c:v>
                </c:pt>
                <c:pt idx="9028">
                  <c:v>18.5</c:v>
                </c:pt>
                <c:pt idx="9029">
                  <c:v>18</c:v>
                </c:pt>
                <c:pt idx="9030">
                  <c:v>18.5</c:v>
                </c:pt>
                <c:pt idx="9031">
                  <c:v>19</c:v>
                </c:pt>
                <c:pt idx="9032">
                  <c:v>18</c:v>
                </c:pt>
                <c:pt idx="9033">
                  <c:v>17.5</c:v>
                </c:pt>
                <c:pt idx="9034">
                  <c:v>18</c:v>
                </c:pt>
                <c:pt idx="9035">
                  <c:v>17.5</c:v>
                </c:pt>
                <c:pt idx="9036">
                  <c:v>13.5</c:v>
                </c:pt>
                <c:pt idx="9037">
                  <c:v>14.5</c:v>
                </c:pt>
                <c:pt idx="9038">
                  <c:v>15</c:v>
                </c:pt>
                <c:pt idx="9039">
                  <c:v>15</c:v>
                </c:pt>
                <c:pt idx="9040">
                  <c:v>15.5</c:v>
                </c:pt>
                <c:pt idx="9041">
                  <c:v>13.5</c:v>
                </c:pt>
                <c:pt idx="9042">
                  <c:v>13</c:v>
                </c:pt>
                <c:pt idx="9043">
                  <c:v>12.5</c:v>
                </c:pt>
                <c:pt idx="9044">
                  <c:v>13</c:v>
                </c:pt>
                <c:pt idx="9045">
                  <c:v>13</c:v>
                </c:pt>
                <c:pt idx="9046">
                  <c:v>15.5</c:v>
                </c:pt>
                <c:pt idx="9047">
                  <c:v>16</c:v>
                </c:pt>
                <c:pt idx="9048">
                  <c:v>16.5</c:v>
                </c:pt>
                <c:pt idx="9049">
                  <c:v>17</c:v>
                </c:pt>
                <c:pt idx="9050">
                  <c:v>17.5</c:v>
                </c:pt>
                <c:pt idx="9051">
                  <c:v>14.5</c:v>
                </c:pt>
                <c:pt idx="9052">
                  <c:v>13</c:v>
                </c:pt>
                <c:pt idx="9053">
                  <c:v>13.5</c:v>
                </c:pt>
                <c:pt idx="9054">
                  <c:v>12.5</c:v>
                </c:pt>
                <c:pt idx="9055">
                  <c:v>13</c:v>
                </c:pt>
                <c:pt idx="9056">
                  <c:v>14</c:v>
                </c:pt>
                <c:pt idx="9057">
                  <c:v>15.5</c:v>
                </c:pt>
                <c:pt idx="9058">
                  <c:v>15.5</c:v>
                </c:pt>
                <c:pt idx="9059">
                  <c:v>17</c:v>
                </c:pt>
                <c:pt idx="9060">
                  <c:v>13.5</c:v>
                </c:pt>
                <c:pt idx="9061">
                  <c:v>13.5</c:v>
                </c:pt>
                <c:pt idx="9062">
                  <c:v>14</c:v>
                </c:pt>
                <c:pt idx="9063">
                  <c:v>14.5</c:v>
                </c:pt>
                <c:pt idx="9064">
                  <c:v>12.5</c:v>
                </c:pt>
                <c:pt idx="9065">
                  <c:v>13</c:v>
                </c:pt>
                <c:pt idx="9066">
                  <c:v>13</c:v>
                </c:pt>
                <c:pt idx="9067">
                  <c:v>13.5</c:v>
                </c:pt>
                <c:pt idx="9068">
                  <c:v>14.5</c:v>
                </c:pt>
                <c:pt idx="9069">
                  <c:v>14</c:v>
                </c:pt>
                <c:pt idx="9070">
                  <c:v>17</c:v>
                </c:pt>
                <c:pt idx="9071">
                  <c:v>14.5</c:v>
                </c:pt>
                <c:pt idx="9072">
                  <c:v>12.5</c:v>
                </c:pt>
                <c:pt idx="9073">
                  <c:v>12</c:v>
                </c:pt>
                <c:pt idx="9074">
                  <c:v>10</c:v>
                </c:pt>
                <c:pt idx="9075">
                  <c:v>10.5</c:v>
                </c:pt>
                <c:pt idx="9076">
                  <c:v>13</c:v>
                </c:pt>
                <c:pt idx="9077">
                  <c:v>12.5</c:v>
                </c:pt>
                <c:pt idx="9078">
                  <c:v>10.5</c:v>
                </c:pt>
                <c:pt idx="9079">
                  <c:v>8.5</c:v>
                </c:pt>
                <c:pt idx="9080">
                  <c:v>7</c:v>
                </c:pt>
                <c:pt idx="9081">
                  <c:v>5.5</c:v>
                </c:pt>
                <c:pt idx="9082">
                  <c:v>7</c:v>
                </c:pt>
                <c:pt idx="9083">
                  <c:v>11</c:v>
                </c:pt>
                <c:pt idx="9084">
                  <c:v>14</c:v>
                </c:pt>
                <c:pt idx="9085">
                  <c:v>13</c:v>
                </c:pt>
                <c:pt idx="9086">
                  <c:v>11</c:v>
                </c:pt>
                <c:pt idx="9087">
                  <c:v>10.5</c:v>
                </c:pt>
                <c:pt idx="9088">
                  <c:v>10.5</c:v>
                </c:pt>
                <c:pt idx="9089">
                  <c:v>8</c:v>
                </c:pt>
                <c:pt idx="9090">
                  <c:v>5.5</c:v>
                </c:pt>
                <c:pt idx="9091">
                  <c:v>6</c:v>
                </c:pt>
                <c:pt idx="9092">
                  <c:v>6</c:v>
                </c:pt>
                <c:pt idx="9093">
                  <c:v>8</c:v>
                </c:pt>
                <c:pt idx="9094">
                  <c:v>9</c:v>
                </c:pt>
                <c:pt idx="9095">
                  <c:v>8</c:v>
                </c:pt>
                <c:pt idx="9096">
                  <c:v>9</c:v>
                </c:pt>
                <c:pt idx="9097">
                  <c:v>9.5</c:v>
                </c:pt>
                <c:pt idx="9098">
                  <c:v>9.5</c:v>
                </c:pt>
                <c:pt idx="9099">
                  <c:v>7.5</c:v>
                </c:pt>
                <c:pt idx="9100">
                  <c:v>7</c:v>
                </c:pt>
                <c:pt idx="9101">
                  <c:v>7</c:v>
                </c:pt>
                <c:pt idx="9102">
                  <c:v>7</c:v>
                </c:pt>
                <c:pt idx="9103">
                  <c:v>4</c:v>
                </c:pt>
                <c:pt idx="9104">
                  <c:v>3.5</c:v>
                </c:pt>
                <c:pt idx="9105">
                  <c:v>2</c:v>
                </c:pt>
                <c:pt idx="9106">
                  <c:v>2.5</c:v>
                </c:pt>
                <c:pt idx="9107">
                  <c:v>3.5</c:v>
                </c:pt>
                <c:pt idx="9108">
                  <c:v>4</c:v>
                </c:pt>
                <c:pt idx="9109">
                  <c:v>4</c:v>
                </c:pt>
                <c:pt idx="9110">
                  <c:v>5</c:v>
                </c:pt>
                <c:pt idx="9111">
                  <c:v>5.5</c:v>
                </c:pt>
                <c:pt idx="9112">
                  <c:v>6</c:v>
                </c:pt>
                <c:pt idx="9113">
                  <c:v>6</c:v>
                </c:pt>
                <c:pt idx="9114">
                  <c:v>3.5</c:v>
                </c:pt>
                <c:pt idx="9115">
                  <c:v>4</c:v>
                </c:pt>
                <c:pt idx="9116">
                  <c:v>5</c:v>
                </c:pt>
                <c:pt idx="9117">
                  <c:v>4.5</c:v>
                </c:pt>
                <c:pt idx="9118">
                  <c:v>4</c:v>
                </c:pt>
                <c:pt idx="9119">
                  <c:v>4</c:v>
                </c:pt>
                <c:pt idx="9120">
                  <c:v>4</c:v>
                </c:pt>
                <c:pt idx="9121">
                  <c:v>4.5</c:v>
                </c:pt>
                <c:pt idx="9122">
                  <c:v>5</c:v>
                </c:pt>
                <c:pt idx="9123">
                  <c:v>6</c:v>
                </c:pt>
                <c:pt idx="9124">
                  <c:v>8</c:v>
                </c:pt>
                <c:pt idx="9125">
                  <c:v>7</c:v>
                </c:pt>
                <c:pt idx="9126">
                  <c:v>4</c:v>
                </c:pt>
                <c:pt idx="9127">
                  <c:v>2.5</c:v>
                </c:pt>
                <c:pt idx="9128">
                  <c:v>4</c:v>
                </c:pt>
                <c:pt idx="9129">
                  <c:v>4.5</c:v>
                </c:pt>
                <c:pt idx="9130">
                  <c:v>5</c:v>
                </c:pt>
                <c:pt idx="9131">
                  <c:v>6</c:v>
                </c:pt>
                <c:pt idx="9132">
                  <c:v>6.5</c:v>
                </c:pt>
                <c:pt idx="9133">
                  <c:v>6</c:v>
                </c:pt>
                <c:pt idx="9134">
                  <c:v>6</c:v>
                </c:pt>
                <c:pt idx="9135">
                  <c:v>6</c:v>
                </c:pt>
                <c:pt idx="9136">
                  <c:v>4.5</c:v>
                </c:pt>
                <c:pt idx="9137">
                  <c:v>5</c:v>
                </c:pt>
                <c:pt idx="9138">
                  <c:v>6</c:v>
                </c:pt>
                <c:pt idx="9139">
                  <c:v>6.5</c:v>
                </c:pt>
                <c:pt idx="9140">
                  <c:v>6.5</c:v>
                </c:pt>
                <c:pt idx="9141">
                  <c:v>6.5</c:v>
                </c:pt>
                <c:pt idx="9142">
                  <c:v>5.5</c:v>
                </c:pt>
                <c:pt idx="9143">
                  <c:v>5</c:v>
                </c:pt>
                <c:pt idx="9144">
                  <c:v>5.5</c:v>
                </c:pt>
                <c:pt idx="9145">
                  <c:v>6</c:v>
                </c:pt>
                <c:pt idx="9146">
                  <c:v>6</c:v>
                </c:pt>
                <c:pt idx="9147">
                  <c:v>4.5</c:v>
                </c:pt>
                <c:pt idx="9148">
                  <c:v>4</c:v>
                </c:pt>
                <c:pt idx="9149">
                  <c:v>5.5</c:v>
                </c:pt>
                <c:pt idx="9150">
                  <c:v>5.5</c:v>
                </c:pt>
                <c:pt idx="9151">
                  <c:v>5.5</c:v>
                </c:pt>
                <c:pt idx="9152">
                  <c:v>6</c:v>
                </c:pt>
                <c:pt idx="9153">
                  <c:v>5.5</c:v>
                </c:pt>
                <c:pt idx="9154">
                  <c:v>6</c:v>
                </c:pt>
                <c:pt idx="9155">
                  <c:v>6</c:v>
                </c:pt>
                <c:pt idx="9156">
                  <c:v>5</c:v>
                </c:pt>
                <c:pt idx="9157">
                  <c:v>4.5</c:v>
                </c:pt>
                <c:pt idx="9158">
                  <c:v>5</c:v>
                </c:pt>
                <c:pt idx="9159">
                  <c:v>6</c:v>
                </c:pt>
                <c:pt idx="9160">
                  <c:v>7</c:v>
                </c:pt>
                <c:pt idx="9161">
                  <c:v>7</c:v>
                </c:pt>
                <c:pt idx="9162">
                  <c:v>8</c:v>
                </c:pt>
                <c:pt idx="9163">
                  <c:v>8</c:v>
                </c:pt>
                <c:pt idx="9164">
                  <c:v>7.5</c:v>
                </c:pt>
                <c:pt idx="9165">
                  <c:v>4.5</c:v>
                </c:pt>
                <c:pt idx="9166">
                  <c:v>1.5</c:v>
                </c:pt>
                <c:pt idx="9167">
                  <c:v>2.5</c:v>
                </c:pt>
                <c:pt idx="9168">
                  <c:v>5</c:v>
                </c:pt>
                <c:pt idx="9169">
                  <c:v>7.5</c:v>
                </c:pt>
                <c:pt idx="9170">
                  <c:v>0.5</c:v>
                </c:pt>
                <c:pt idx="9171">
                  <c:v>-2</c:v>
                </c:pt>
                <c:pt idx="9172">
                  <c:v>-0.5</c:v>
                </c:pt>
                <c:pt idx="9173">
                  <c:v>1.5</c:v>
                </c:pt>
                <c:pt idx="9174">
                  <c:v>3.5</c:v>
                </c:pt>
                <c:pt idx="9175">
                  <c:v>5.5</c:v>
                </c:pt>
                <c:pt idx="9176">
                  <c:v>6.5</c:v>
                </c:pt>
                <c:pt idx="9177">
                  <c:v>5.5</c:v>
                </c:pt>
                <c:pt idx="9178">
                  <c:v>5</c:v>
                </c:pt>
                <c:pt idx="9179">
                  <c:v>5</c:v>
                </c:pt>
                <c:pt idx="9180">
                  <c:v>7.5</c:v>
                </c:pt>
                <c:pt idx="9181">
                  <c:v>7.5</c:v>
                </c:pt>
                <c:pt idx="9182">
                  <c:v>5</c:v>
                </c:pt>
                <c:pt idx="9183">
                  <c:v>4.5</c:v>
                </c:pt>
                <c:pt idx="9184">
                  <c:v>5</c:v>
                </c:pt>
                <c:pt idx="9185">
                  <c:v>5.5</c:v>
                </c:pt>
                <c:pt idx="9186">
                  <c:v>6.5</c:v>
                </c:pt>
                <c:pt idx="9187">
                  <c:v>7</c:v>
                </c:pt>
                <c:pt idx="9188">
                  <c:v>7</c:v>
                </c:pt>
                <c:pt idx="9189">
                  <c:v>7.5</c:v>
                </c:pt>
                <c:pt idx="9190">
                  <c:v>8.5</c:v>
                </c:pt>
                <c:pt idx="9191">
                  <c:v>11</c:v>
                </c:pt>
                <c:pt idx="9192">
                  <c:v>11.5</c:v>
                </c:pt>
                <c:pt idx="9193">
                  <c:v>11</c:v>
                </c:pt>
                <c:pt idx="9194">
                  <c:v>9.5</c:v>
                </c:pt>
                <c:pt idx="9195">
                  <c:v>9.5</c:v>
                </c:pt>
                <c:pt idx="9196">
                  <c:v>8</c:v>
                </c:pt>
                <c:pt idx="9197">
                  <c:v>3</c:v>
                </c:pt>
                <c:pt idx="9198">
                  <c:v>4</c:v>
                </c:pt>
                <c:pt idx="9199">
                  <c:v>5.5</c:v>
                </c:pt>
                <c:pt idx="9200">
                  <c:v>6</c:v>
                </c:pt>
                <c:pt idx="9201">
                  <c:v>6.5</c:v>
                </c:pt>
                <c:pt idx="9202">
                  <c:v>7.5</c:v>
                </c:pt>
                <c:pt idx="9203">
                  <c:v>8.5</c:v>
                </c:pt>
                <c:pt idx="9204">
                  <c:v>9.5</c:v>
                </c:pt>
                <c:pt idx="9205">
                  <c:v>9</c:v>
                </c:pt>
                <c:pt idx="9206">
                  <c:v>7</c:v>
                </c:pt>
                <c:pt idx="9207">
                  <c:v>10</c:v>
                </c:pt>
                <c:pt idx="9208">
                  <c:v>12.5</c:v>
                </c:pt>
                <c:pt idx="9209">
                  <c:v>11.5</c:v>
                </c:pt>
                <c:pt idx="9210">
                  <c:v>11.5</c:v>
                </c:pt>
                <c:pt idx="9211">
                  <c:v>13</c:v>
                </c:pt>
                <c:pt idx="9212">
                  <c:v>11.5</c:v>
                </c:pt>
                <c:pt idx="9213">
                  <c:v>12</c:v>
                </c:pt>
                <c:pt idx="9214">
                  <c:v>12.5</c:v>
                </c:pt>
                <c:pt idx="9215">
                  <c:v>14.5</c:v>
                </c:pt>
                <c:pt idx="9216">
                  <c:v>9</c:v>
                </c:pt>
                <c:pt idx="9217">
                  <c:v>8</c:v>
                </c:pt>
                <c:pt idx="9218">
                  <c:v>8</c:v>
                </c:pt>
                <c:pt idx="9219">
                  <c:v>9</c:v>
                </c:pt>
                <c:pt idx="9220">
                  <c:v>10</c:v>
                </c:pt>
                <c:pt idx="9221">
                  <c:v>11.5</c:v>
                </c:pt>
                <c:pt idx="9222">
                  <c:v>11</c:v>
                </c:pt>
                <c:pt idx="9223">
                  <c:v>7</c:v>
                </c:pt>
                <c:pt idx="9224">
                  <c:v>9.5</c:v>
                </c:pt>
                <c:pt idx="9225">
                  <c:v>9</c:v>
                </c:pt>
                <c:pt idx="9226">
                  <c:v>7</c:v>
                </c:pt>
                <c:pt idx="9227">
                  <c:v>9</c:v>
                </c:pt>
                <c:pt idx="9228">
                  <c:v>11</c:v>
                </c:pt>
                <c:pt idx="9229">
                  <c:v>11</c:v>
                </c:pt>
                <c:pt idx="9230">
                  <c:v>14</c:v>
                </c:pt>
                <c:pt idx="9231">
                  <c:v>11</c:v>
                </c:pt>
                <c:pt idx="9232">
                  <c:v>11</c:v>
                </c:pt>
                <c:pt idx="9233">
                  <c:v>12</c:v>
                </c:pt>
                <c:pt idx="9234">
                  <c:v>13</c:v>
                </c:pt>
                <c:pt idx="9235">
                  <c:v>11.5</c:v>
                </c:pt>
                <c:pt idx="9236">
                  <c:v>11.5</c:v>
                </c:pt>
                <c:pt idx="9237">
                  <c:v>10.5</c:v>
                </c:pt>
                <c:pt idx="9238">
                  <c:v>12.5</c:v>
                </c:pt>
                <c:pt idx="9239">
                  <c:v>14</c:v>
                </c:pt>
                <c:pt idx="9240">
                  <c:v>12</c:v>
                </c:pt>
                <c:pt idx="9241">
                  <c:v>13</c:v>
                </c:pt>
                <c:pt idx="9242">
                  <c:v>11</c:v>
                </c:pt>
                <c:pt idx="9243">
                  <c:v>8.5</c:v>
                </c:pt>
                <c:pt idx="9244">
                  <c:v>11</c:v>
                </c:pt>
                <c:pt idx="9245">
                  <c:v>12</c:v>
                </c:pt>
                <c:pt idx="9246">
                  <c:v>12.5</c:v>
                </c:pt>
                <c:pt idx="9247">
                  <c:v>11</c:v>
                </c:pt>
                <c:pt idx="9248">
                  <c:v>14.5</c:v>
                </c:pt>
                <c:pt idx="9249">
                  <c:v>13.5</c:v>
                </c:pt>
                <c:pt idx="9250">
                  <c:v>11.5</c:v>
                </c:pt>
                <c:pt idx="9251">
                  <c:v>14.5</c:v>
                </c:pt>
                <c:pt idx="9252">
                  <c:v>18</c:v>
                </c:pt>
                <c:pt idx="9253">
                  <c:v>20.5</c:v>
                </c:pt>
                <c:pt idx="9254">
                  <c:v>20</c:v>
                </c:pt>
                <c:pt idx="9255">
                  <c:v>20</c:v>
                </c:pt>
                <c:pt idx="9256">
                  <c:v>19.5</c:v>
                </c:pt>
                <c:pt idx="9257">
                  <c:v>19.5</c:v>
                </c:pt>
                <c:pt idx="9258">
                  <c:v>19.5</c:v>
                </c:pt>
                <c:pt idx="9259">
                  <c:v>19</c:v>
                </c:pt>
                <c:pt idx="9260">
                  <c:v>21.5</c:v>
                </c:pt>
                <c:pt idx="9261">
                  <c:v>22</c:v>
                </c:pt>
                <c:pt idx="9262">
                  <c:v>23</c:v>
                </c:pt>
                <c:pt idx="9263">
                  <c:v>24.5</c:v>
                </c:pt>
                <c:pt idx="9264">
                  <c:v>24.5</c:v>
                </c:pt>
                <c:pt idx="9265">
                  <c:v>25.5</c:v>
                </c:pt>
                <c:pt idx="9266">
                  <c:v>25.5</c:v>
                </c:pt>
                <c:pt idx="9267">
                  <c:v>26</c:v>
                </c:pt>
                <c:pt idx="9268">
                  <c:v>25.5</c:v>
                </c:pt>
                <c:pt idx="9269">
                  <c:v>24</c:v>
                </c:pt>
                <c:pt idx="9270">
                  <c:v>22.5</c:v>
                </c:pt>
                <c:pt idx="9271">
                  <c:v>21</c:v>
                </c:pt>
                <c:pt idx="9272">
                  <c:v>19.5</c:v>
                </c:pt>
                <c:pt idx="9273">
                  <c:v>19</c:v>
                </c:pt>
                <c:pt idx="9274">
                  <c:v>20.5</c:v>
                </c:pt>
                <c:pt idx="9275">
                  <c:v>21</c:v>
                </c:pt>
                <c:pt idx="9276">
                  <c:v>20</c:v>
                </c:pt>
                <c:pt idx="9277">
                  <c:v>17</c:v>
                </c:pt>
                <c:pt idx="9278">
                  <c:v>17</c:v>
                </c:pt>
                <c:pt idx="9279">
                  <c:v>19.5</c:v>
                </c:pt>
                <c:pt idx="9280">
                  <c:v>20.5</c:v>
                </c:pt>
                <c:pt idx="9281">
                  <c:v>21</c:v>
                </c:pt>
                <c:pt idx="9282">
                  <c:v>23</c:v>
                </c:pt>
                <c:pt idx="9283">
                  <c:v>23.5</c:v>
                </c:pt>
                <c:pt idx="9284">
                  <c:v>24.5</c:v>
                </c:pt>
                <c:pt idx="9285">
                  <c:v>25.5</c:v>
                </c:pt>
                <c:pt idx="9286">
                  <c:v>26.5</c:v>
                </c:pt>
                <c:pt idx="9287">
                  <c:v>26.5</c:v>
                </c:pt>
                <c:pt idx="9288">
                  <c:v>25.5</c:v>
                </c:pt>
                <c:pt idx="9289">
                  <c:v>21</c:v>
                </c:pt>
                <c:pt idx="9290">
                  <c:v>23.5</c:v>
                </c:pt>
                <c:pt idx="9291">
                  <c:v>25</c:v>
                </c:pt>
                <c:pt idx="9292">
                  <c:v>25.5</c:v>
                </c:pt>
                <c:pt idx="9293">
                  <c:v>27</c:v>
                </c:pt>
                <c:pt idx="9294">
                  <c:v>24.5</c:v>
                </c:pt>
                <c:pt idx="9295">
                  <c:v>25.5</c:v>
                </c:pt>
                <c:pt idx="9296">
                  <c:v>28.5</c:v>
                </c:pt>
                <c:pt idx="9297">
                  <c:v>26.5</c:v>
                </c:pt>
                <c:pt idx="9298">
                  <c:v>27</c:v>
                </c:pt>
                <c:pt idx="9299">
                  <c:v>30</c:v>
                </c:pt>
                <c:pt idx="9300">
                  <c:v>31</c:v>
                </c:pt>
                <c:pt idx="9301">
                  <c:v>31.5</c:v>
                </c:pt>
                <c:pt idx="9302">
                  <c:v>30</c:v>
                </c:pt>
                <c:pt idx="9303">
                  <c:v>25</c:v>
                </c:pt>
                <c:pt idx="9304">
                  <c:v>19.5</c:v>
                </c:pt>
                <c:pt idx="9305">
                  <c:v>21</c:v>
                </c:pt>
                <c:pt idx="9306">
                  <c:v>24</c:v>
                </c:pt>
                <c:pt idx="9307">
                  <c:v>25.5</c:v>
                </c:pt>
                <c:pt idx="9308">
                  <c:v>24.5</c:v>
                </c:pt>
                <c:pt idx="9309">
                  <c:v>23.5</c:v>
                </c:pt>
                <c:pt idx="9310">
                  <c:v>24</c:v>
                </c:pt>
                <c:pt idx="9311">
                  <c:v>24.5</c:v>
                </c:pt>
                <c:pt idx="9312">
                  <c:v>26.5</c:v>
                </c:pt>
                <c:pt idx="9313">
                  <c:v>27</c:v>
                </c:pt>
                <c:pt idx="9314">
                  <c:v>27</c:v>
                </c:pt>
                <c:pt idx="9315">
                  <c:v>28</c:v>
                </c:pt>
                <c:pt idx="9316">
                  <c:v>29</c:v>
                </c:pt>
                <c:pt idx="9317">
                  <c:v>30</c:v>
                </c:pt>
                <c:pt idx="9318">
                  <c:v>31</c:v>
                </c:pt>
                <c:pt idx="9319">
                  <c:v>31.5</c:v>
                </c:pt>
                <c:pt idx="9320">
                  <c:v>31</c:v>
                </c:pt>
                <c:pt idx="9321">
                  <c:v>30</c:v>
                </c:pt>
                <c:pt idx="9322">
                  <c:v>28</c:v>
                </c:pt>
                <c:pt idx="9323">
                  <c:v>27</c:v>
                </c:pt>
                <c:pt idx="9324">
                  <c:v>27</c:v>
                </c:pt>
                <c:pt idx="9325">
                  <c:v>26</c:v>
                </c:pt>
                <c:pt idx="9326">
                  <c:v>27</c:v>
                </c:pt>
                <c:pt idx="9327">
                  <c:v>28.5</c:v>
                </c:pt>
                <c:pt idx="9328">
                  <c:v>29</c:v>
                </c:pt>
                <c:pt idx="9329">
                  <c:v>29</c:v>
                </c:pt>
                <c:pt idx="9330">
                  <c:v>27</c:v>
                </c:pt>
                <c:pt idx="9331">
                  <c:v>27</c:v>
                </c:pt>
                <c:pt idx="9332">
                  <c:v>27.5</c:v>
                </c:pt>
                <c:pt idx="9333">
                  <c:v>28</c:v>
                </c:pt>
                <c:pt idx="9334">
                  <c:v>28.5</c:v>
                </c:pt>
                <c:pt idx="9335">
                  <c:v>29.5</c:v>
                </c:pt>
                <c:pt idx="9336">
                  <c:v>27.5</c:v>
                </c:pt>
                <c:pt idx="9337">
                  <c:v>25.5</c:v>
                </c:pt>
                <c:pt idx="9338">
                  <c:v>26</c:v>
                </c:pt>
                <c:pt idx="9339">
                  <c:v>27</c:v>
                </c:pt>
                <c:pt idx="9340">
                  <c:v>28</c:v>
                </c:pt>
                <c:pt idx="9341">
                  <c:v>24.5</c:v>
                </c:pt>
                <c:pt idx="9342">
                  <c:v>26</c:v>
                </c:pt>
                <c:pt idx="9343">
                  <c:v>28.5</c:v>
                </c:pt>
                <c:pt idx="9344">
                  <c:v>30</c:v>
                </c:pt>
                <c:pt idx="9345">
                  <c:v>30</c:v>
                </c:pt>
                <c:pt idx="9346">
                  <c:v>28.5</c:v>
                </c:pt>
                <c:pt idx="9347">
                  <c:v>29</c:v>
                </c:pt>
                <c:pt idx="9348">
                  <c:v>29</c:v>
                </c:pt>
                <c:pt idx="9349">
                  <c:v>30.5</c:v>
                </c:pt>
                <c:pt idx="9350">
                  <c:v>24.5</c:v>
                </c:pt>
                <c:pt idx="9351">
                  <c:v>25</c:v>
                </c:pt>
                <c:pt idx="9352">
                  <c:v>26</c:v>
                </c:pt>
                <c:pt idx="9353">
                  <c:v>26</c:v>
                </c:pt>
                <c:pt idx="9354">
                  <c:v>21</c:v>
                </c:pt>
                <c:pt idx="9355">
                  <c:v>23.5</c:v>
                </c:pt>
                <c:pt idx="9356">
                  <c:v>24.5</c:v>
                </c:pt>
                <c:pt idx="9357">
                  <c:v>24</c:v>
                </c:pt>
                <c:pt idx="9358">
                  <c:v>23</c:v>
                </c:pt>
                <c:pt idx="9359">
                  <c:v>23.5</c:v>
                </c:pt>
                <c:pt idx="9360">
                  <c:v>24.5</c:v>
                </c:pt>
                <c:pt idx="9361">
                  <c:v>25.5</c:v>
                </c:pt>
                <c:pt idx="9362">
                  <c:v>27</c:v>
                </c:pt>
                <c:pt idx="9363">
                  <c:v>28.5</c:v>
                </c:pt>
                <c:pt idx="9364">
                  <c:v>29</c:v>
                </c:pt>
                <c:pt idx="9365">
                  <c:v>28.5</c:v>
                </c:pt>
                <c:pt idx="9366">
                  <c:v>26.5</c:v>
                </c:pt>
                <c:pt idx="9367">
                  <c:v>26.5</c:v>
                </c:pt>
                <c:pt idx="9368">
                  <c:v>29</c:v>
                </c:pt>
                <c:pt idx="9369">
                  <c:v>27.5</c:v>
                </c:pt>
                <c:pt idx="9370">
                  <c:v>26.5</c:v>
                </c:pt>
                <c:pt idx="9371">
                  <c:v>26.5</c:v>
                </c:pt>
                <c:pt idx="9372">
                  <c:v>28.5</c:v>
                </c:pt>
                <c:pt idx="9373">
                  <c:v>30</c:v>
                </c:pt>
                <c:pt idx="9374">
                  <c:v>30</c:v>
                </c:pt>
                <c:pt idx="9375">
                  <c:v>25</c:v>
                </c:pt>
                <c:pt idx="9376">
                  <c:v>25</c:v>
                </c:pt>
                <c:pt idx="9377">
                  <c:v>25.5</c:v>
                </c:pt>
                <c:pt idx="9378">
                  <c:v>26</c:v>
                </c:pt>
                <c:pt idx="9379">
                  <c:v>25</c:v>
                </c:pt>
                <c:pt idx="9380">
                  <c:v>25.5</c:v>
                </c:pt>
                <c:pt idx="9381">
                  <c:v>21</c:v>
                </c:pt>
                <c:pt idx="9382">
                  <c:v>20.5</c:v>
                </c:pt>
                <c:pt idx="9383">
                  <c:v>21</c:v>
                </c:pt>
                <c:pt idx="9384">
                  <c:v>21.5</c:v>
                </c:pt>
                <c:pt idx="9385">
                  <c:v>20.5</c:v>
                </c:pt>
                <c:pt idx="9386">
                  <c:v>19</c:v>
                </c:pt>
                <c:pt idx="9387">
                  <c:v>19</c:v>
                </c:pt>
                <c:pt idx="9388">
                  <c:v>20</c:v>
                </c:pt>
                <c:pt idx="9389">
                  <c:v>17.5</c:v>
                </c:pt>
                <c:pt idx="9390">
                  <c:v>17.5</c:v>
                </c:pt>
                <c:pt idx="9391">
                  <c:v>18.5</c:v>
                </c:pt>
                <c:pt idx="9392">
                  <c:v>20.5</c:v>
                </c:pt>
                <c:pt idx="9393">
                  <c:v>17.5</c:v>
                </c:pt>
                <c:pt idx="9394">
                  <c:v>17.5</c:v>
                </c:pt>
                <c:pt idx="9395">
                  <c:v>18.5</c:v>
                </c:pt>
                <c:pt idx="9396">
                  <c:v>19</c:v>
                </c:pt>
                <c:pt idx="9397">
                  <c:v>20.5</c:v>
                </c:pt>
                <c:pt idx="9398">
                  <c:v>21</c:v>
                </c:pt>
                <c:pt idx="9399">
                  <c:v>20</c:v>
                </c:pt>
                <c:pt idx="9400">
                  <c:v>18.5</c:v>
                </c:pt>
                <c:pt idx="9401">
                  <c:v>19</c:v>
                </c:pt>
                <c:pt idx="9402">
                  <c:v>20</c:v>
                </c:pt>
                <c:pt idx="9403">
                  <c:v>18</c:v>
                </c:pt>
                <c:pt idx="9404">
                  <c:v>17</c:v>
                </c:pt>
                <c:pt idx="9405">
                  <c:v>16</c:v>
                </c:pt>
                <c:pt idx="9406">
                  <c:v>17</c:v>
                </c:pt>
                <c:pt idx="9407">
                  <c:v>17.5</c:v>
                </c:pt>
                <c:pt idx="9408">
                  <c:v>16.5</c:v>
                </c:pt>
                <c:pt idx="9409">
                  <c:v>18</c:v>
                </c:pt>
                <c:pt idx="9410">
                  <c:v>18.5</c:v>
                </c:pt>
                <c:pt idx="9411">
                  <c:v>19</c:v>
                </c:pt>
                <c:pt idx="9412">
                  <c:v>19</c:v>
                </c:pt>
                <c:pt idx="9413">
                  <c:v>15.5</c:v>
                </c:pt>
                <c:pt idx="9414">
                  <c:v>15</c:v>
                </c:pt>
                <c:pt idx="9415">
                  <c:v>16.5</c:v>
                </c:pt>
                <c:pt idx="9416">
                  <c:v>18</c:v>
                </c:pt>
                <c:pt idx="9417">
                  <c:v>17.5</c:v>
                </c:pt>
                <c:pt idx="9418">
                  <c:v>16</c:v>
                </c:pt>
                <c:pt idx="9419">
                  <c:v>16</c:v>
                </c:pt>
                <c:pt idx="9420">
                  <c:v>16.5</c:v>
                </c:pt>
                <c:pt idx="9421">
                  <c:v>16</c:v>
                </c:pt>
                <c:pt idx="9422">
                  <c:v>10</c:v>
                </c:pt>
                <c:pt idx="9423">
                  <c:v>10.5</c:v>
                </c:pt>
                <c:pt idx="9424">
                  <c:v>12</c:v>
                </c:pt>
                <c:pt idx="9425">
                  <c:v>9</c:v>
                </c:pt>
                <c:pt idx="9426">
                  <c:v>8</c:v>
                </c:pt>
                <c:pt idx="9427">
                  <c:v>7.5</c:v>
                </c:pt>
                <c:pt idx="9428">
                  <c:v>8.5</c:v>
                </c:pt>
                <c:pt idx="9429">
                  <c:v>9.5</c:v>
                </c:pt>
                <c:pt idx="9430">
                  <c:v>8.5</c:v>
                </c:pt>
                <c:pt idx="9431">
                  <c:v>8.5</c:v>
                </c:pt>
                <c:pt idx="9432">
                  <c:v>7.5</c:v>
                </c:pt>
                <c:pt idx="9433">
                  <c:v>8</c:v>
                </c:pt>
                <c:pt idx="9434">
                  <c:v>9</c:v>
                </c:pt>
                <c:pt idx="9435">
                  <c:v>9</c:v>
                </c:pt>
                <c:pt idx="9436">
                  <c:v>11</c:v>
                </c:pt>
                <c:pt idx="9437">
                  <c:v>10.5</c:v>
                </c:pt>
                <c:pt idx="9438">
                  <c:v>12.5</c:v>
                </c:pt>
                <c:pt idx="9439">
                  <c:v>11</c:v>
                </c:pt>
                <c:pt idx="9440">
                  <c:v>12.5</c:v>
                </c:pt>
                <c:pt idx="9441">
                  <c:v>10.5</c:v>
                </c:pt>
                <c:pt idx="9442">
                  <c:v>11.5</c:v>
                </c:pt>
                <c:pt idx="9443">
                  <c:v>12</c:v>
                </c:pt>
                <c:pt idx="9444">
                  <c:v>12</c:v>
                </c:pt>
                <c:pt idx="9445">
                  <c:v>12</c:v>
                </c:pt>
                <c:pt idx="9446">
                  <c:v>11</c:v>
                </c:pt>
                <c:pt idx="9447">
                  <c:v>8.5</c:v>
                </c:pt>
                <c:pt idx="9448">
                  <c:v>8</c:v>
                </c:pt>
                <c:pt idx="9449">
                  <c:v>9.5</c:v>
                </c:pt>
                <c:pt idx="9450">
                  <c:v>10.5</c:v>
                </c:pt>
                <c:pt idx="9451">
                  <c:v>10.5</c:v>
                </c:pt>
                <c:pt idx="9452">
                  <c:v>9</c:v>
                </c:pt>
                <c:pt idx="9453">
                  <c:v>8</c:v>
                </c:pt>
                <c:pt idx="9454">
                  <c:v>6.5</c:v>
                </c:pt>
                <c:pt idx="9455">
                  <c:v>4</c:v>
                </c:pt>
                <c:pt idx="9456">
                  <c:v>4.5</c:v>
                </c:pt>
                <c:pt idx="9457">
                  <c:v>4.5</c:v>
                </c:pt>
                <c:pt idx="9458">
                  <c:v>4.5</c:v>
                </c:pt>
                <c:pt idx="9459">
                  <c:v>7.5</c:v>
                </c:pt>
                <c:pt idx="9460">
                  <c:v>9</c:v>
                </c:pt>
                <c:pt idx="9461">
                  <c:v>10.5</c:v>
                </c:pt>
                <c:pt idx="9462">
                  <c:v>10</c:v>
                </c:pt>
                <c:pt idx="9463">
                  <c:v>8.5</c:v>
                </c:pt>
                <c:pt idx="9464">
                  <c:v>8.5</c:v>
                </c:pt>
                <c:pt idx="9465">
                  <c:v>9.5</c:v>
                </c:pt>
                <c:pt idx="9466">
                  <c:v>10</c:v>
                </c:pt>
                <c:pt idx="9467">
                  <c:v>10</c:v>
                </c:pt>
                <c:pt idx="9468">
                  <c:v>10</c:v>
                </c:pt>
                <c:pt idx="9469">
                  <c:v>7.5</c:v>
                </c:pt>
                <c:pt idx="9470">
                  <c:v>7.5</c:v>
                </c:pt>
                <c:pt idx="9471">
                  <c:v>8.5</c:v>
                </c:pt>
                <c:pt idx="9472">
                  <c:v>9</c:v>
                </c:pt>
                <c:pt idx="9473">
                  <c:v>7</c:v>
                </c:pt>
                <c:pt idx="9474">
                  <c:v>7</c:v>
                </c:pt>
                <c:pt idx="9475">
                  <c:v>4.5</c:v>
                </c:pt>
                <c:pt idx="9476">
                  <c:v>3</c:v>
                </c:pt>
                <c:pt idx="9477">
                  <c:v>2.5</c:v>
                </c:pt>
                <c:pt idx="9478">
                  <c:v>3.5</c:v>
                </c:pt>
                <c:pt idx="9479">
                  <c:v>5</c:v>
                </c:pt>
                <c:pt idx="9480">
                  <c:v>4</c:v>
                </c:pt>
                <c:pt idx="9481">
                  <c:v>4</c:v>
                </c:pt>
                <c:pt idx="9482">
                  <c:v>3.5</c:v>
                </c:pt>
                <c:pt idx="9483">
                  <c:v>5</c:v>
                </c:pt>
                <c:pt idx="9484">
                  <c:v>5.5</c:v>
                </c:pt>
                <c:pt idx="9485">
                  <c:v>5</c:v>
                </c:pt>
                <c:pt idx="9486">
                  <c:v>4.5</c:v>
                </c:pt>
                <c:pt idx="9487">
                  <c:v>6.5</c:v>
                </c:pt>
                <c:pt idx="9488">
                  <c:v>8.5</c:v>
                </c:pt>
                <c:pt idx="9489">
                  <c:v>8.5</c:v>
                </c:pt>
                <c:pt idx="9490">
                  <c:v>8.5</c:v>
                </c:pt>
                <c:pt idx="9491">
                  <c:v>7</c:v>
                </c:pt>
                <c:pt idx="9492">
                  <c:v>4.5</c:v>
                </c:pt>
                <c:pt idx="9493">
                  <c:v>5.5</c:v>
                </c:pt>
                <c:pt idx="9494">
                  <c:v>5.5</c:v>
                </c:pt>
                <c:pt idx="9495">
                  <c:v>4</c:v>
                </c:pt>
                <c:pt idx="9496">
                  <c:v>4</c:v>
                </c:pt>
                <c:pt idx="9497">
                  <c:v>2</c:v>
                </c:pt>
                <c:pt idx="9498">
                  <c:v>1.5</c:v>
                </c:pt>
                <c:pt idx="9499">
                  <c:v>2.5</c:v>
                </c:pt>
                <c:pt idx="9500">
                  <c:v>3</c:v>
                </c:pt>
                <c:pt idx="9501">
                  <c:v>4</c:v>
                </c:pt>
                <c:pt idx="9502">
                  <c:v>4</c:v>
                </c:pt>
                <c:pt idx="9503">
                  <c:v>4.5</c:v>
                </c:pt>
                <c:pt idx="9504">
                  <c:v>4.5</c:v>
                </c:pt>
                <c:pt idx="9505">
                  <c:v>5.5</c:v>
                </c:pt>
                <c:pt idx="9506">
                  <c:v>5.5</c:v>
                </c:pt>
                <c:pt idx="9507">
                  <c:v>5.5</c:v>
                </c:pt>
                <c:pt idx="9508">
                  <c:v>5</c:v>
                </c:pt>
                <c:pt idx="9509">
                  <c:v>5.5</c:v>
                </c:pt>
                <c:pt idx="9510">
                  <c:v>4.5</c:v>
                </c:pt>
                <c:pt idx="9511">
                  <c:v>2.5</c:v>
                </c:pt>
                <c:pt idx="9512">
                  <c:v>1</c:v>
                </c:pt>
                <c:pt idx="9513">
                  <c:v>0</c:v>
                </c:pt>
                <c:pt idx="9514">
                  <c:v>0</c:v>
                </c:pt>
                <c:pt idx="9515">
                  <c:v>-0.5</c:v>
                </c:pt>
                <c:pt idx="9516">
                  <c:v>-0.5</c:v>
                </c:pt>
                <c:pt idx="9517">
                  <c:v>1</c:v>
                </c:pt>
                <c:pt idx="9518">
                  <c:v>0.5</c:v>
                </c:pt>
                <c:pt idx="9519">
                  <c:v>1.5</c:v>
                </c:pt>
                <c:pt idx="9520">
                  <c:v>3</c:v>
                </c:pt>
                <c:pt idx="9521">
                  <c:v>3</c:v>
                </c:pt>
                <c:pt idx="9522">
                  <c:v>1</c:v>
                </c:pt>
                <c:pt idx="9523">
                  <c:v>-0.5</c:v>
                </c:pt>
                <c:pt idx="9524">
                  <c:v>1</c:v>
                </c:pt>
                <c:pt idx="9525">
                  <c:v>2.5</c:v>
                </c:pt>
                <c:pt idx="9526">
                  <c:v>2.5</c:v>
                </c:pt>
                <c:pt idx="9527">
                  <c:v>2.5</c:v>
                </c:pt>
                <c:pt idx="9528">
                  <c:v>1.5</c:v>
                </c:pt>
                <c:pt idx="9529">
                  <c:v>2.5</c:v>
                </c:pt>
                <c:pt idx="9530">
                  <c:v>2</c:v>
                </c:pt>
                <c:pt idx="9531">
                  <c:v>1.5</c:v>
                </c:pt>
                <c:pt idx="9532">
                  <c:v>-2</c:v>
                </c:pt>
                <c:pt idx="9533">
                  <c:v>-4</c:v>
                </c:pt>
                <c:pt idx="9534">
                  <c:v>-1.5</c:v>
                </c:pt>
                <c:pt idx="9535">
                  <c:v>1.5</c:v>
                </c:pt>
                <c:pt idx="9536">
                  <c:v>3</c:v>
                </c:pt>
                <c:pt idx="9537">
                  <c:v>4</c:v>
                </c:pt>
                <c:pt idx="9538">
                  <c:v>3</c:v>
                </c:pt>
                <c:pt idx="9539">
                  <c:v>5</c:v>
                </c:pt>
                <c:pt idx="9540">
                  <c:v>5.5</c:v>
                </c:pt>
                <c:pt idx="9541">
                  <c:v>7</c:v>
                </c:pt>
                <c:pt idx="9542">
                  <c:v>2</c:v>
                </c:pt>
                <c:pt idx="9543">
                  <c:v>1.5</c:v>
                </c:pt>
                <c:pt idx="9544">
                  <c:v>1</c:v>
                </c:pt>
                <c:pt idx="9545">
                  <c:v>-1.5</c:v>
                </c:pt>
                <c:pt idx="9546">
                  <c:v>-2.5</c:v>
                </c:pt>
                <c:pt idx="9547">
                  <c:v>-2.5</c:v>
                </c:pt>
                <c:pt idx="9548">
                  <c:v>-2.5</c:v>
                </c:pt>
                <c:pt idx="9549">
                  <c:v>-0.5</c:v>
                </c:pt>
                <c:pt idx="9550">
                  <c:v>3.5</c:v>
                </c:pt>
                <c:pt idx="9551">
                  <c:v>5</c:v>
                </c:pt>
                <c:pt idx="9552">
                  <c:v>8.5</c:v>
                </c:pt>
                <c:pt idx="9553">
                  <c:v>7</c:v>
                </c:pt>
                <c:pt idx="9554">
                  <c:v>8.5</c:v>
                </c:pt>
                <c:pt idx="9555">
                  <c:v>10.5</c:v>
                </c:pt>
                <c:pt idx="9556">
                  <c:v>12.5</c:v>
                </c:pt>
                <c:pt idx="9557">
                  <c:v>11.5</c:v>
                </c:pt>
                <c:pt idx="9558">
                  <c:v>11</c:v>
                </c:pt>
                <c:pt idx="9559">
                  <c:v>11.5</c:v>
                </c:pt>
                <c:pt idx="9560">
                  <c:v>11</c:v>
                </c:pt>
                <c:pt idx="9561">
                  <c:v>11</c:v>
                </c:pt>
                <c:pt idx="9562">
                  <c:v>10</c:v>
                </c:pt>
                <c:pt idx="9563">
                  <c:v>10</c:v>
                </c:pt>
                <c:pt idx="9564">
                  <c:v>10</c:v>
                </c:pt>
                <c:pt idx="9565">
                  <c:v>9</c:v>
                </c:pt>
                <c:pt idx="9566">
                  <c:v>9</c:v>
                </c:pt>
                <c:pt idx="9567">
                  <c:v>8.5</c:v>
                </c:pt>
                <c:pt idx="9568">
                  <c:v>8.5</c:v>
                </c:pt>
                <c:pt idx="9569">
                  <c:v>9.5</c:v>
                </c:pt>
                <c:pt idx="9570">
                  <c:v>10</c:v>
                </c:pt>
                <c:pt idx="9571">
                  <c:v>11</c:v>
                </c:pt>
                <c:pt idx="9572">
                  <c:v>12</c:v>
                </c:pt>
                <c:pt idx="9573">
                  <c:v>11</c:v>
                </c:pt>
                <c:pt idx="9574">
                  <c:v>10</c:v>
                </c:pt>
                <c:pt idx="9575">
                  <c:v>9.5</c:v>
                </c:pt>
                <c:pt idx="9576">
                  <c:v>11</c:v>
                </c:pt>
                <c:pt idx="9577">
                  <c:v>12.5</c:v>
                </c:pt>
                <c:pt idx="9578">
                  <c:v>13</c:v>
                </c:pt>
                <c:pt idx="9579">
                  <c:v>12</c:v>
                </c:pt>
                <c:pt idx="9580">
                  <c:v>13.5</c:v>
                </c:pt>
                <c:pt idx="9581">
                  <c:v>14</c:v>
                </c:pt>
                <c:pt idx="9582">
                  <c:v>14.5</c:v>
                </c:pt>
                <c:pt idx="9583">
                  <c:v>12.5</c:v>
                </c:pt>
                <c:pt idx="9584">
                  <c:v>12</c:v>
                </c:pt>
                <c:pt idx="9585">
                  <c:v>14</c:v>
                </c:pt>
                <c:pt idx="9586">
                  <c:v>14</c:v>
                </c:pt>
                <c:pt idx="9587">
                  <c:v>12.5</c:v>
                </c:pt>
                <c:pt idx="9588">
                  <c:v>14</c:v>
                </c:pt>
                <c:pt idx="9589">
                  <c:v>14.5</c:v>
                </c:pt>
                <c:pt idx="9590">
                  <c:v>14.5</c:v>
                </c:pt>
                <c:pt idx="9591">
                  <c:v>15.5</c:v>
                </c:pt>
                <c:pt idx="9592">
                  <c:v>16</c:v>
                </c:pt>
                <c:pt idx="9593">
                  <c:v>14</c:v>
                </c:pt>
                <c:pt idx="9594">
                  <c:v>11</c:v>
                </c:pt>
                <c:pt idx="9595">
                  <c:v>12</c:v>
                </c:pt>
                <c:pt idx="9596">
                  <c:v>11.5</c:v>
                </c:pt>
                <c:pt idx="9597">
                  <c:v>11.5</c:v>
                </c:pt>
                <c:pt idx="9598">
                  <c:v>13.5</c:v>
                </c:pt>
                <c:pt idx="9599">
                  <c:v>16</c:v>
                </c:pt>
                <c:pt idx="9600">
                  <c:v>17.5</c:v>
                </c:pt>
                <c:pt idx="9601">
                  <c:v>18</c:v>
                </c:pt>
                <c:pt idx="9602">
                  <c:v>18</c:v>
                </c:pt>
                <c:pt idx="9603">
                  <c:v>17.5</c:v>
                </c:pt>
                <c:pt idx="9604">
                  <c:v>14.5</c:v>
                </c:pt>
                <c:pt idx="9605">
                  <c:v>16</c:v>
                </c:pt>
                <c:pt idx="9606">
                  <c:v>15</c:v>
                </c:pt>
                <c:pt idx="9607">
                  <c:v>15.5</c:v>
                </c:pt>
                <c:pt idx="9608">
                  <c:v>17.5</c:v>
                </c:pt>
                <c:pt idx="9609">
                  <c:v>19.5</c:v>
                </c:pt>
                <c:pt idx="9610">
                  <c:v>21.5</c:v>
                </c:pt>
                <c:pt idx="9611">
                  <c:v>18</c:v>
                </c:pt>
                <c:pt idx="9612">
                  <c:v>14.5</c:v>
                </c:pt>
                <c:pt idx="9613">
                  <c:v>16.5</c:v>
                </c:pt>
                <c:pt idx="9614">
                  <c:v>14.5</c:v>
                </c:pt>
                <c:pt idx="9615">
                  <c:v>13.5</c:v>
                </c:pt>
                <c:pt idx="9616">
                  <c:v>16</c:v>
                </c:pt>
                <c:pt idx="9617">
                  <c:v>16.5</c:v>
                </c:pt>
                <c:pt idx="9618">
                  <c:v>19.5</c:v>
                </c:pt>
                <c:pt idx="9619">
                  <c:v>21</c:v>
                </c:pt>
                <c:pt idx="9620">
                  <c:v>22.5</c:v>
                </c:pt>
                <c:pt idx="9621">
                  <c:v>21.5</c:v>
                </c:pt>
                <c:pt idx="9622">
                  <c:v>22.5</c:v>
                </c:pt>
                <c:pt idx="9623">
                  <c:v>23</c:v>
                </c:pt>
                <c:pt idx="9624">
                  <c:v>22.5</c:v>
                </c:pt>
                <c:pt idx="9625">
                  <c:v>21.5</c:v>
                </c:pt>
                <c:pt idx="9626">
                  <c:v>22</c:v>
                </c:pt>
                <c:pt idx="9627">
                  <c:v>20.5</c:v>
                </c:pt>
                <c:pt idx="9628">
                  <c:v>21.5</c:v>
                </c:pt>
                <c:pt idx="9629">
                  <c:v>22</c:v>
                </c:pt>
                <c:pt idx="9630">
                  <c:v>18.5</c:v>
                </c:pt>
                <c:pt idx="9631">
                  <c:v>17.5</c:v>
                </c:pt>
                <c:pt idx="9632">
                  <c:v>18</c:v>
                </c:pt>
                <c:pt idx="9633">
                  <c:v>17</c:v>
                </c:pt>
                <c:pt idx="9634">
                  <c:v>19.5</c:v>
                </c:pt>
                <c:pt idx="9635">
                  <c:v>18.5</c:v>
                </c:pt>
                <c:pt idx="9636">
                  <c:v>18.5</c:v>
                </c:pt>
                <c:pt idx="9637">
                  <c:v>18</c:v>
                </c:pt>
                <c:pt idx="9638">
                  <c:v>17</c:v>
                </c:pt>
                <c:pt idx="9639">
                  <c:v>19</c:v>
                </c:pt>
                <c:pt idx="9640">
                  <c:v>19</c:v>
                </c:pt>
                <c:pt idx="9641">
                  <c:v>20.5</c:v>
                </c:pt>
                <c:pt idx="9642">
                  <c:v>22.5</c:v>
                </c:pt>
                <c:pt idx="9643">
                  <c:v>23</c:v>
                </c:pt>
                <c:pt idx="9644">
                  <c:v>23</c:v>
                </c:pt>
                <c:pt idx="9645">
                  <c:v>21.5</c:v>
                </c:pt>
                <c:pt idx="9646">
                  <c:v>20.5</c:v>
                </c:pt>
                <c:pt idx="9647">
                  <c:v>24.5</c:v>
                </c:pt>
                <c:pt idx="9648">
                  <c:v>24</c:v>
                </c:pt>
                <c:pt idx="9649">
                  <c:v>25</c:v>
                </c:pt>
                <c:pt idx="9650">
                  <c:v>25.5</c:v>
                </c:pt>
                <c:pt idx="9651">
                  <c:v>27</c:v>
                </c:pt>
                <c:pt idx="9652">
                  <c:v>26.5</c:v>
                </c:pt>
                <c:pt idx="9653">
                  <c:v>27</c:v>
                </c:pt>
                <c:pt idx="9654">
                  <c:v>27.5</c:v>
                </c:pt>
                <c:pt idx="9655">
                  <c:v>28.5</c:v>
                </c:pt>
                <c:pt idx="9656">
                  <c:v>25.5</c:v>
                </c:pt>
                <c:pt idx="9657">
                  <c:v>26.5</c:v>
                </c:pt>
                <c:pt idx="9658">
                  <c:v>28</c:v>
                </c:pt>
                <c:pt idx="9659">
                  <c:v>28.5</c:v>
                </c:pt>
                <c:pt idx="9660">
                  <c:v>28.5</c:v>
                </c:pt>
                <c:pt idx="9661">
                  <c:v>28.5</c:v>
                </c:pt>
                <c:pt idx="9662">
                  <c:v>28.5</c:v>
                </c:pt>
                <c:pt idx="9663">
                  <c:v>29.5</c:v>
                </c:pt>
                <c:pt idx="9664">
                  <c:v>22</c:v>
                </c:pt>
                <c:pt idx="9665">
                  <c:v>15.5</c:v>
                </c:pt>
                <c:pt idx="9666">
                  <c:v>20.5</c:v>
                </c:pt>
                <c:pt idx="9667">
                  <c:v>22.5</c:v>
                </c:pt>
                <c:pt idx="9668">
                  <c:v>25</c:v>
                </c:pt>
                <c:pt idx="9669">
                  <c:v>28</c:v>
                </c:pt>
                <c:pt idx="9670">
                  <c:v>29.5</c:v>
                </c:pt>
                <c:pt idx="9671">
                  <c:v>31</c:v>
                </c:pt>
                <c:pt idx="9672">
                  <c:v>32</c:v>
                </c:pt>
                <c:pt idx="9673">
                  <c:v>31.5</c:v>
                </c:pt>
                <c:pt idx="9674">
                  <c:v>28</c:v>
                </c:pt>
                <c:pt idx="9675">
                  <c:v>26.5</c:v>
                </c:pt>
                <c:pt idx="9676">
                  <c:v>28</c:v>
                </c:pt>
                <c:pt idx="9677">
                  <c:v>24.5</c:v>
                </c:pt>
                <c:pt idx="9678">
                  <c:v>25</c:v>
                </c:pt>
                <c:pt idx="9679">
                  <c:v>22.5</c:v>
                </c:pt>
                <c:pt idx="9680">
                  <c:v>23</c:v>
                </c:pt>
                <c:pt idx="9681">
                  <c:v>25</c:v>
                </c:pt>
                <c:pt idx="9682">
                  <c:v>26.5</c:v>
                </c:pt>
                <c:pt idx="9683">
                  <c:v>27</c:v>
                </c:pt>
                <c:pt idx="9684">
                  <c:v>28</c:v>
                </c:pt>
                <c:pt idx="9685">
                  <c:v>28</c:v>
                </c:pt>
                <c:pt idx="9686">
                  <c:v>27</c:v>
                </c:pt>
                <c:pt idx="9687">
                  <c:v>28.5</c:v>
                </c:pt>
                <c:pt idx="9688">
                  <c:v>26</c:v>
                </c:pt>
                <c:pt idx="9689">
                  <c:v>27</c:v>
                </c:pt>
                <c:pt idx="9690">
                  <c:v>27.5</c:v>
                </c:pt>
                <c:pt idx="9691">
                  <c:v>27</c:v>
                </c:pt>
                <c:pt idx="9692">
                  <c:v>29</c:v>
                </c:pt>
                <c:pt idx="9693">
                  <c:v>30</c:v>
                </c:pt>
                <c:pt idx="9694">
                  <c:v>28</c:v>
                </c:pt>
                <c:pt idx="9695">
                  <c:v>25.5</c:v>
                </c:pt>
                <c:pt idx="9696">
                  <c:v>26</c:v>
                </c:pt>
                <c:pt idx="9697">
                  <c:v>27</c:v>
                </c:pt>
                <c:pt idx="9698">
                  <c:v>21.5</c:v>
                </c:pt>
                <c:pt idx="9699">
                  <c:v>25</c:v>
                </c:pt>
                <c:pt idx="9700">
                  <c:v>22.5</c:v>
                </c:pt>
                <c:pt idx="9701">
                  <c:v>25</c:v>
                </c:pt>
                <c:pt idx="9702">
                  <c:v>26.5</c:v>
                </c:pt>
                <c:pt idx="9703">
                  <c:v>28</c:v>
                </c:pt>
                <c:pt idx="9704">
                  <c:v>28</c:v>
                </c:pt>
                <c:pt idx="9705">
                  <c:v>29</c:v>
                </c:pt>
                <c:pt idx="9706">
                  <c:v>30.5</c:v>
                </c:pt>
                <c:pt idx="9707">
                  <c:v>30.5</c:v>
                </c:pt>
                <c:pt idx="9708">
                  <c:v>30</c:v>
                </c:pt>
                <c:pt idx="9709">
                  <c:v>28.5</c:v>
                </c:pt>
                <c:pt idx="9710">
                  <c:v>28</c:v>
                </c:pt>
                <c:pt idx="9711">
                  <c:v>29.5</c:v>
                </c:pt>
                <c:pt idx="9712">
                  <c:v>26.5</c:v>
                </c:pt>
                <c:pt idx="9713">
                  <c:v>25</c:v>
                </c:pt>
                <c:pt idx="9714">
                  <c:v>26.5</c:v>
                </c:pt>
                <c:pt idx="9715">
                  <c:v>27</c:v>
                </c:pt>
                <c:pt idx="9716">
                  <c:v>24</c:v>
                </c:pt>
                <c:pt idx="9717">
                  <c:v>25.5</c:v>
                </c:pt>
                <c:pt idx="9718">
                  <c:v>27.5</c:v>
                </c:pt>
                <c:pt idx="9719">
                  <c:v>29</c:v>
                </c:pt>
                <c:pt idx="9720">
                  <c:v>30.5</c:v>
                </c:pt>
                <c:pt idx="9721">
                  <c:v>32.5</c:v>
                </c:pt>
                <c:pt idx="9722">
                  <c:v>32</c:v>
                </c:pt>
                <c:pt idx="9723">
                  <c:v>28</c:v>
                </c:pt>
                <c:pt idx="9724">
                  <c:v>27</c:v>
                </c:pt>
                <c:pt idx="9725">
                  <c:v>27</c:v>
                </c:pt>
                <c:pt idx="9726">
                  <c:v>27.5</c:v>
                </c:pt>
                <c:pt idx="9727">
                  <c:v>27.5</c:v>
                </c:pt>
                <c:pt idx="9728">
                  <c:v>28.5</c:v>
                </c:pt>
                <c:pt idx="9729">
                  <c:v>28</c:v>
                </c:pt>
                <c:pt idx="9730">
                  <c:v>26.5</c:v>
                </c:pt>
                <c:pt idx="9731">
                  <c:v>24</c:v>
                </c:pt>
                <c:pt idx="9732">
                  <c:v>24.5</c:v>
                </c:pt>
                <c:pt idx="9733">
                  <c:v>25</c:v>
                </c:pt>
                <c:pt idx="9734">
                  <c:v>25.5</c:v>
                </c:pt>
                <c:pt idx="9735">
                  <c:v>26</c:v>
                </c:pt>
                <c:pt idx="9736">
                  <c:v>26.5</c:v>
                </c:pt>
                <c:pt idx="9737">
                  <c:v>24.5</c:v>
                </c:pt>
                <c:pt idx="9738">
                  <c:v>21.5</c:v>
                </c:pt>
                <c:pt idx="9739">
                  <c:v>18</c:v>
                </c:pt>
                <c:pt idx="9740">
                  <c:v>18.5</c:v>
                </c:pt>
                <c:pt idx="9741">
                  <c:v>21</c:v>
                </c:pt>
                <c:pt idx="9742">
                  <c:v>21</c:v>
                </c:pt>
                <c:pt idx="9743">
                  <c:v>20.5</c:v>
                </c:pt>
                <c:pt idx="9744">
                  <c:v>21</c:v>
                </c:pt>
                <c:pt idx="9745">
                  <c:v>20</c:v>
                </c:pt>
                <c:pt idx="9746">
                  <c:v>19.5</c:v>
                </c:pt>
                <c:pt idx="9747">
                  <c:v>19</c:v>
                </c:pt>
                <c:pt idx="9748">
                  <c:v>20.5</c:v>
                </c:pt>
                <c:pt idx="9749">
                  <c:v>20.5</c:v>
                </c:pt>
                <c:pt idx="9750">
                  <c:v>20.5</c:v>
                </c:pt>
                <c:pt idx="9751">
                  <c:v>19.5</c:v>
                </c:pt>
                <c:pt idx="9752">
                  <c:v>18.5</c:v>
                </c:pt>
                <c:pt idx="9753">
                  <c:v>18</c:v>
                </c:pt>
                <c:pt idx="9754">
                  <c:v>18</c:v>
                </c:pt>
                <c:pt idx="9755">
                  <c:v>17</c:v>
                </c:pt>
                <c:pt idx="9756">
                  <c:v>17.5</c:v>
                </c:pt>
                <c:pt idx="9757">
                  <c:v>19</c:v>
                </c:pt>
                <c:pt idx="9758">
                  <c:v>17.5</c:v>
                </c:pt>
                <c:pt idx="9759">
                  <c:v>19</c:v>
                </c:pt>
                <c:pt idx="9760">
                  <c:v>19</c:v>
                </c:pt>
                <c:pt idx="9761">
                  <c:v>19</c:v>
                </c:pt>
                <c:pt idx="9762">
                  <c:v>19</c:v>
                </c:pt>
                <c:pt idx="9763">
                  <c:v>17.5</c:v>
                </c:pt>
                <c:pt idx="9764">
                  <c:v>19</c:v>
                </c:pt>
                <c:pt idx="9765">
                  <c:v>20</c:v>
                </c:pt>
                <c:pt idx="9766">
                  <c:v>20</c:v>
                </c:pt>
                <c:pt idx="9767">
                  <c:v>18.5</c:v>
                </c:pt>
                <c:pt idx="9768">
                  <c:v>20</c:v>
                </c:pt>
                <c:pt idx="9769">
                  <c:v>19.5</c:v>
                </c:pt>
                <c:pt idx="9770">
                  <c:v>19.5</c:v>
                </c:pt>
                <c:pt idx="9771">
                  <c:v>20</c:v>
                </c:pt>
                <c:pt idx="9772">
                  <c:v>18.5</c:v>
                </c:pt>
                <c:pt idx="9773">
                  <c:v>17.5</c:v>
                </c:pt>
                <c:pt idx="9774">
                  <c:v>19</c:v>
                </c:pt>
                <c:pt idx="9775">
                  <c:v>20</c:v>
                </c:pt>
                <c:pt idx="9776">
                  <c:v>20</c:v>
                </c:pt>
                <c:pt idx="9777">
                  <c:v>20</c:v>
                </c:pt>
                <c:pt idx="9778">
                  <c:v>16.5</c:v>
                </c:pt>
                <c:pt idx="9779">
                  <c:v>14.5</c:v>
                </c:pt>
                <c:pt idx="9780">
                  <c:v>12.5</c:v>
                </c:pt>
                <c:pt idx="9781">
                  <c:v>12</c:v>
                </c:pt>
                <c:pt idx="9782">
                  <c:v>13</c:v>
                </c:pt>
                <c:pt idx="9783">
                  <c:v>13.5</c:v>
                </c:pt>
                <c:pt idx="9784">
                  <c:v>13.5</c:v>
                </c:pt>
                <c:pt idx="9785">
                  <c:v>14</c:v>
                </c:pt>
                <c:pt idx="9786">
                  <c:v>14.5</c:v>
                </c:pt>
                <c:pt idx="9787">
                  <c:v>15</c:v>
                </c:pt>
                <c:pt idx="9788">
                  <c:v>14</c:v>
                </c:pt>
                <c:pt idx="9789">
                  <c:v>11</c:v>
                </c:pt>
                <c:pt idx="9790">
                  <c:v>6.5</c:v>
                </c:pt>
                <c:pt idx="9791">
                  <c:v>6.5</c:v>
                </c:pt>
                <c:pt idx="9792">
                  <c:v>7</c:v>
                </c:pt>
                <c:pt idx="9793">
                  <c:v>8</c:v>
                </c:pt>
                <c:pt idx="9794">
                  <c:v>7.5</c:v>
                </c:pt>
                <c:pt idx="9795">
                  <c:v>7</c:v>
                </c:pt>
                <c:pt idx="9796">
                  <c:v>7</c:v>
                </c:pt>
                <c:pt idx="9797">
                  <c:v>9</c:v>
                </c:pt>
                <c:pt idx="9798">
                  <c:v>13</c:v>
                </c:pt>
                <c:pt idx="9799">
                  <c:v>8</c:v>
                </c:pt>
                <c:pt idx="9800">
                  <c:v>11</c:v>
                </c:pt>
                <c:pt idx="9801">
                  <c:v>12</c:v>
                </c:pt>
                <c:pt idx="9802">
                  <c:v>11.5</c:v>
                </c:pt>
                <c:pt idx="9803">
                  <c:v>12</c:v>
                </c:pt>
                <c:pt idx="9804">
                  <c:v>11</c:v>
                </c:pt>
                <c:pt idx="9805">
                  <c:v>9</c:v>
                </c:pt>
                <c:pt idx="9806">
                  <c:v>10.5</c:v>
                </c:pt>
                <c:pt idx="9807">
                  <c:v>11.5</c:v>
                </c:pt>
                <c:pt idx="9808">
                  <c:v>9</c:v>
                </c:pt>
                <c:pt idx="9809">
                  <c:v>9.5</c:v>
                </c:pt>
                <c:pt idx="9810">
                  <c:v>8.5</c:v>
                </c:pt>
                <c:pt idx="9811">
                  <c:v>6</c:v>
                </c:pt>
                <c:pt idx="9812">
                  <c:v>5</c:v>
                </c:pt>
                <c:pt idx="9813">
                  <c:v>5</c:v>
                </c:pt>
                <c:pt idx="9814">
                  <c:v>6</c:v>
                </c:pt>
                <c:pt idx="9815">
                  <c:v>5</c:v>
                </c:pt>
                <c:pt idx="9816">
                  <c:v>4</c:v>
                </c:pt>
                <c:pt idx="9817">
                  <c:v>3.5</c:v>
                </c:pt>
                <c:pt idx="9818">
                  <c:v>4.5</c:v>
                </c:pt>
                <c:pt idx="9819">
                  <c:v>6.5</c:v>
                </c:pt>
                <c:pt idx="9820">
                  <c:v>11</c:v>
                </c:pt>
                <c:pt idx="9821">
                  <c:v>12.5</c:v>
                </c:pt>
                <c:pt idx="9822">
                  <c:v>12.5</c:v>
                </c:pt>
                <c:pt idx="9823">
                  <c:v>11.5</c:v>
                </c:pt>
                <c:pt idx="9824">
                  <c:v>14.5</c:v>
                </c:pt>
                <c:pt idx="9825">
                  <c:v>13</c:v>
                </c:pt>
                <c:pt idx="9826">
                  <c:v>13.5</c:v>
                </c:pt>
                <c:pt idx="9827">
                  <c:v>13</c:v>
                </c:pt>
                <c:pt idx="9828">
                  <c:v>11</c:v>
                </c:pt>
                <c:pt idx="9829">
                  <c:v>9.5</c:v>
                </c:pt>
                <c:pt idx="9830">
                  <c:v>8.5</c:v>
                </c:pt>
                <c:pt idx="9831">
                  <c:v>6</c:v>
                </c:pt>
                <c:pt idx="9832">
                  <c:v>6</c:v>
                </c:pt>
                <c:pt idx="9833">
                  <c:v>6</c:v>
                </c:pt>
                <c:pt idx="9834">
                  <c:v>4.5</c:v>
                </c:pt>
                <c:pt idx="9835">
                  <c:v>5</c:v>
                </c:pt>
                <c:pt idx="9836">
                  <c:v>5.5</c:v>
                </c:pt>
                <c:pt idx="9837">
                  <c:v>5.5</c:v>
                </c:pt>
                <c:pt idx="9838">
                  <c:v>5</c:v>
                </c:pt>
                <c:pt idx="9839">
                  <c:v>6</c:v>
                </c:pt>
                <c:pt idx="9840">
                  <c:v>6.5</c:v>
                </c:pt>
                <c:pt idx="9841">
                  <c:v>4.5</c:v>
                </c:pt>
                <c:pt idx="9842">
                  <c:v>3</c:v>
                </c:pt>
                <c:pt idx="9843">
                  <c:v>1.5</c:v>
                </c:pt>
                <c:pt idx="9844">
                  <c:v>2.5</c:v>
                </c:pt>
                <c:pt idx="9845">
                  <c:v>5.5</c:v>
                </c:pt>
                <c:pt idx="9846">
                  <c:v>7</c:v>
                </c:pt>
                <c:pt idx="9847">
                  <c:v>5</c:v>
                </c:pt>
                <c:pt idx="9848">
                  <c:v>5</c:v>
                </c:pt>
                <c:pt idx="9849">
                  <c:v>2.5</c:v>
                </c:pt>
                <c:pt idx="9850">
                  <c:v>2.5</c:v>
                </c:pt>
                <c:pt idx="9851">
                  <c:v>2.5</c:v>
                </c:pt>
                <c:pt idx="9852">
                  <c:v>3.5</c:v>
                </c:pt>
                <c:pt idx="9853">
                  <c:v>4</c:v>
                </c:pt>
                <c:pt idx="9854">
                  <c:v>5</c:v>
                </c:pt>
                <c:pt idx="9855">
                  <c:v>5</c:v>
                </c:pt>
                <c:pt idx="9856">
                  <c:v>6</c:v>
                </c:pt>
                <c:pt idx="9857">
                  <c:v>6.5</c:v>
                </c:pt>
                <c:pt idx="9858">
                  <c:v>6</c:v>
                </c:pt>
                <c:pt idx="9859">
                  <c:v>7</c:v>
                </c:pt>
                <c:pt idx="9860">
                  <c:v>8.5</c:v>
                </c:pt>
                <c:pt idx="9861">
                  <c:v>9.5</c:v>
                </c:pt>
                <c:pt idx="9862">
                  <c:v>9</c:v>
                </c:pt>
                <c:pt idx="9863">
                  <c:v>6.5</c:v>
                </c:pt>
                <c:pt idx="9864">
                  <c:v>5.5</c:v>
                </c:pt>
                <c:pt idx="9865">
                  <c:v>3.5</c:v>
                </c:pt>
                <c:pt idx="9866">
                  <c:v>4.5</c:v>
                </c:pt>
                <c:pt idx="9867">
                  <c:v>3</c:v>
                </c:pt>
                <c:pt idx="9868">
                  <c:v>3.5</c:v>
                </c:pt>
                <c:pt idx="9869">
                  <c:v>3.5</c:v>
                </c:pt>
                <c:pt idx="9870">
                  <c:v>4.5</c:v>
                </c:pt>
                <c:pt idx="9871">
                  <c:v>3.5</c:v>
                </c:pt>
                <c:pt idx="9872">
                  <c:v>4.5</c:v>
                </c:pt>
                <c:pt idx="9873">
                  <c:v>7</c:v>
                </c:pt>
                <c:pt idx="9874">
                  <c:v>6</c:v>
                </c:pt>
                <c:pt idx="9875">
                  <c:v>5</c:v>
                </c:pt>
                <c:pt idx="9876">
                  <c:v>5</c:v>
                </c:pt>
                <c:pt idx="9877">
                  <c:v>5.5</c:v>
                </c:pt>
                <c:pt idx="9878">
                  <c:v>6.5</c:v>
                </c:pt>
                <c:pt idx="9879">
                  <c:v>6</c:v>
                </c:pt>
                <c:pt idx="9880">
                  <c:v>5.5</c:v>
                </c:pt>
                <c:pt idx="9881">
                  <c:v>4.5</c:v>
                </c:pt>
                <c:pt idx="9882">
                  <c:v>4.5</c:v>
                </c:pt>
                <c:pt idx="9883">
                  <c:v>5.5</c:v>
                </c:pt>
                <c:pt idx="9884">
                  <c:v>5.5</c:v>
                </c:pt>
                <c:pt idx="9885">
                  <c:v>5.5</c:v>
                </c:pt>
                <c:pt idx="9886">
                  <c:v>6</c:v>
                </c:pt>
                <c:pt idx="9887">
                  <c:v>6.5</c:v>
                </c:pt>
                <c:pt idx="9888">
                  <c:v>6</c:v>
                </c:pt>
                <c:pt idx="9889">
                  <c:v>5.5</c:v>
                </c:pt>
                <c:pt idx="9890">
                  <c:v>4.5</c:v>
                </c:pt>
                <c:pt idx="9891">
                  <c:v>4</c:v>
                </c:pt>
                <c:pt idx="9892">
                  <c:v>3.5</c:v>
                </c:pt>
                <c:pt idx="9893">
                  <c:v>3</c:v>
                </c:pt>
                <c:pt idx="9894">
                  <c:v>3.5</c:v>
                </c:pt>
                <c:pt idx="9895">
                  <c:v>5.5</c:v>
                </c:pt>
                <c:pt idx="9896">
                  <c:v>7</c:v>
                </c:pt>
                <c:pt idx="9897">
                  <c:v>6.5</c:v>
                </c:pt>
                <c:pt idx="9898">
                  <c:v>4.5</c:v>
                </c:pt>
                <c:pt idx="9899">
                  <c:v>1.5</c:v>
                </c:pt>
                <c:pt idx="9900">
                  <c:v>0.5</c:v>
                </c:pt>
                <c:pt idx="9901">
                  <c:v>1.5</c:v>
                </c:pt>
                <c:pt idx="9902">
                  <c:v>3.5</c:v>
                </c:pt>
                <c:pt idx="9903">
                  <c:v>6</c:v>
                </c:pt>
                <c:pt idx="9904">
                  <c:v>6.5</c:v>
                </c:pt>
                <c:pt idx="9905">
                  <c:v>6</c:v>
                </c:pt>
                <c:pt idx="9906">
                  <c:v>7.5</c:v>
                </c:pt>
                <c:pt idx="9907">
                  <c:v>8</c:v>
                </c:pt>
                <c:pt idx="9908">
                  <c:v>8</c:v>
                </c:pt>
                <c:pt idx="9909">
                  <c:v>8.5</c:v>
                </c:pt>
                <c:pt idx="9910">
                  <c:v>10.5</c:v>
                </c:pt>
                <c:pt idx="9911">
                  <c:v>11</c:v>
                </c:pt>
                <c:pt idx="9912">
                  <c:v>8.5</c:v>
                </c:pt>
                <c:pt idx="9913">
                  <c:v>9.5</c:v>
                </c:pt>
                <c:pt idx="9914">
                  <c:v>10</c:v>
                </c:pt>
                <c:pt idx="9915">
                  <c:v>11.5</c:v>
                </c:pt>
                <c:pt idx="9916">
                  <c:v>12.5</c:v>
                </c:pt>
                <c:pt idx="9917">
                  <c:v>11.5</c:v>
                </c:pt>
                <c:pt idx="9918">
                  <c:v>10.5</c:v>
                </c:pt>
                <c:pt idx="9919">
                  <c:v>7.5</c:v>
                </c:pt>
                <c:pt idx="9920">
                  <c:v>2.5</c:v>
                </c:pt>
                <c:pt idx="9921">
                  <c:v>3</c:v>
                </c:pt>
                <c:pt idx="9922">
                  <c:v>4</c:v>
                </c:pt>
                <c:pt idx="9923">
                  <c:v>6</c:v>
                </c:pt>
                <c:pt idx="9924">
                  <c:v>7</c:v>
                </c:pt>
                <c:pt idx="9925">
                  <c:v>6.5</c:v>
                </c:pt>
                <c:pt idx="9926">
                  <c:v>7.5</c:v>
                </c:pt>
                <c:pt idx="9927">
                  <c:v>9</c:v>
                </c:pt>
                <c:pt idx="9928">
                  <c:v>10</c:v>
                </c:pt>
                <c:pt idx="9929">
                  <c:v>10.5</c:v>
                </c:pt>
                <c:pt idx="9930">
                  <c:v>12</c:v>
                </c:pt>
                <c:pt idx="9931">
                  <c:v>12</c:v>
                </c:pt>
                <c:pt idx="9932">
                  <c:v>8.5</c:v>
                </c:pt>
                <c:pt idx="9933">
                  <c:v>9</c:v>
                </c:pt>
                <c:pt idx="9934">
                  <c:v>10</c:v>
                </c:pt>
                <c:pt idx="9935">
                  <c:v>10</c:v>
                </c:pt>
                <c:pt idx="9936">
                  <c:v>11.5</c:v>
                </c:pt>
                <c:pt idx="9937">
                  <c:v>12</c:v>
                </c:pt>
                <c:pt idx="9938">
                  <c:v>10</c:v>
                </c:pt>
                <c:pt idx="9939">
                  <c:v>10</c:v>
                </c:pt>
                <c:pt idx="9940">
                  <c:v>10.5</c:v>
                </c:pt>
                <c:pt idx="9941">
                  <c:v>11.5</c:v>
                </c:pt>
                <c:pt idx="9942">
                  <c:v>13.5</c:v>
                </c:pt>
                <c:pt idx="9943">
                  <c:v>13.5</c:v>
                </c:pt>
                <c:pt idx="9944">
                  <c:v>12</c:v>
                </c:pt>
                <c:pt idx="9945">
                  <c:v>9.5</c:v>
                </c:pt>
                <c:pt idx="9946">
                  <c:v>8.5</c:v>
                </c:pt>
                <c:pt idx="9947">
                  <c:v>11</c:v>
                </c:pt>
                <c:pt idx="9948">
                  <c:v>13</c:v>
                </c:pt>
                <c:pt idx="9949">
                  <c:v>15.5</c:v>
                </c:pt>
                <c:pt idx="9950">
                  <c:v>15.5</c:v>
                </c:pt>
                <c:pt idx="9951">
                  <c:v>15.5</c:v>
                </c:pt>
                <c:pt idx="9952">
                  <c:v>14</c:v>
                </c:pt>
                <c:pt idx="9953">
                  <c:v>14.5</c:v>
                </c:pt>
                <c:pt idx="9954">
                  <c:v>14.5</c:v>
                </c:pt>
                <c:pt idx="9955">
                  <c:v>14</c:v>
                </c:pt>
                <c:pt idx="9956">
                  <c:v>13.5</c:v>
                </c:pt>
                <c:pt idx="9957">
                  <c:v>13.5</c:v>
                </c:pt>
                <c:pt idx="9958">
                  <c:v>15</c:v>
                </c:pt>
                <c:pt idx="9959">
                  <c:v>14.5</c:v>
                </c:pt>
                <c:pt idx="9960">
                  <c:v>12</c:v>
                </c:pt>
                <c:pt idx="9961">
                  <c:v>9.5</c:v>
                </c:pt>
                <c:pt idx="9962">
                  <c:v>12</c:v>
                </c:pt>
                <c:pt idx="9963">
                  <c:v>14</c:v>
                </c:pt>
                <c:pt idx="9964">
                  <c:v>14.5</c:v>
                </c:pt>
                <c:pt idx="9965">
                  <c:v>15</c:v>
                </c:pt>
                <c:pt idx="9966">
                  <c:v>16</c:v>
                </c:pt>
                <c:pt idx="9967">
                  <c:v>17</c:v>
                </c:pt>
                <c:pt idx="9968">
                  <c:v>15.5</c:v>
                </c:pt>
                <c:pt idx="9969">
                  <c:v>9.5</c:v>
                </c:pt>
                <c:pt idx="9970">
                  <c:v>9</c:v>
                </c:pt>
                <c:pt idx="9971">
                  <c:v>12</c:v>
                </c:pt>
                <c:pt idx="9972">
                  <c:v>10.5</c:v>
                </c:pt>
                <c:pt idx="9973">
                  <c:v>9</c:v>
                </c:pt>
                <c:pt idx="9974">
                  <c:v>12.5</c:v>
                </c:pt>
                <c:pt idx="9975">
                  <c:v>14</c:v>
                </c:pt>
                <c:pt idx="9976">
                  <c:v>10.5</c:v>
                </c:pt>
                <c:pt idx="9977">
                  <c:v>11</c:v>
                </c:pt>
                <c:pt idx="9978">
                  <c:v>13</c:v>
                </c:pt>
                <c:pt idx="9979">
                  <c:v>12.5</c:v>
                </c:pt>
                <c:pt idx="9980">
                  <c:v>14</c:v>
                </c:pt>
                <c:pt idx="9981">
                  <c:v>12</c:v>
                </c:pt>
                <c:pt idx="9982">
                  <c:v>14.5</c:v>
                </c:pt>
                <c:pt idx="9983">
                  <c:v>14</c:v>
                </c:pt>
                <c:pt idx="9984">
                  <c:v>16</c:v>
                </c:pt>
                <c:pt idx="9985">
                  <c:v>18.5</c:v>
                </c:pt>
                <c:pt idx="9986">
                  <c:v>16.5</c:v>
                </c:pt>
                <c:pt idx="9987">
                  <c:v>17</c:v>
                </c:pt>
                <c:pt idx="9988">
                  <c:v>17.5</c:v>
                </c:pt>
                <c:pt idx="9989">
                  <c:v>15.5</c:v>
                </c:pt>
                <c:pt idx="9990">
                  <c:v>15</c:v>
                </c:pt>
                <c:pt idx="9991">
                  <c:v>16</c:v>
                </c:pt>
                <c:pt idx="9992">
                  <c:v>17.5</c:v>
                </c:pt>
                <c:pt idx="9993">
                  <c:v>19</c:v>
                </c:pt>
                <c:pt idx="9994">
                  <c:v>18.5</c:v>
                </c:pt>
                <c:pt idx="9995">
                  <c:v>18</c:v>
                </c:pt>
                <c:pt idx="9996">
                  <c:v>18.5</c:v>
                </c:pt>
                <c:pt idx="9997">
                  <c:v>18</c:v>
                </c:pt>
                <c:pt idx="9998">
                  <c:v>20</c:v>
                </c:pt>
                <c:pt idx="9999">
                  <c:v>19.5</c:v>
                </c:pt>
                <c:pt idx="10000">
                  <c:v>20.5</c:v>
                </c:pt>
                <c:pt idx="10001">
                  <c:v>22</c:v>
                </c:pt>
                <c:pt idx="10002">
                  <c:v>21.5</c:v>
                </c:pt>
                <c:pt idx="10003">
                  <c:v>18.5</c:v>
                </c:pt>
                <c:pt idx="10004">
                  <c:v>18</c:v>
                </c:pt>
                <c:pt idx="10005">
                  <c:v>15.5</c:v>
                </c:pt>
                <c:pt idx="10006">
                  <c:v>18.5</c:v>
                </c:pt>
                <c:pt idx="10007">
                  <c:v>19.5</c:v>
                </c:pt>
                <c:pt idx="10008">
                  <c:v>21.5</c:v>
                </c:pt>
                <c:pt idx="10009">
                  <c:v>22</c:v>
                </c:pt>
                <c:pt idx="10010">
                  <c:v>22</c:v>
                </c:pt>
                <c:pt idx="10011">
                  <c:v>24</c:v>
                </c:pt>
                <c:pt idx="10012">
                  <c:v>24.5</c:v>
                </c:pt>
                <c:pt idx="10013">
                  <c:v>23.5</c:v>
                </c:pt>
                <c:pt idx="10014">
                  <c:v>19.5</c:v>
                </c:pt>
                <c:pt idx="10015">
                  <c:v>19.5</c:v>
                </c:pt>
                <c:pt idx="10016">
                  <c:v>20</c:v>
                </c:pt>
                <c:pt idx="10017">
                  <c:v>22</c:v>
                </c:pt>
                <c:pt idx="10018">
                  <c:v>22</c:v>
                </c:pt>
                <c:pt idx="10019">
                  <c:v>23</c:v>
                </c:pt>
                <c:pt idx="10020">
                  <c:v>24.5</c:v>
                </c:pt>
                <c:pt idx="10021">
                  <c:v>24</c:v>
                </c:pt>
                <c:pt idx="10022">
                  <c:v>24</c:v>
                </c:pt>
                <c:pt idx="10023">
                  <c:v>21</c:v>
                </c:pt>
                <c:pt idx="10024">
                  <c:v>21</c:v>
                </c:pt>
                <c:pt idx="10025">
                  <c:v>19.5</c:v>
                </c:pt>
                <c:pt idx="10026">
                  <c:v>22</c:v>
                </c:pt>
                <c:pt idx="10027">
                  <c:v>23</c:v>
                </c:pt>
                <c:pt idx="10028">
                  <c:v>24</c:v>
                </c:pt>
                <c:pt idx="10029">
                  <c:v>24.5</c:v>
                </c:pt>
                <c:pt idx="10030">
                  <c:v>24.5</c:v>
                </c:pt>
                <c:pt idx="10031">
                  <c:v>21</c:v>
                </c:pt>
                <c:pt idx="10032">
                  <c:v>22</c:v>
                </c:pt>
                <c:pt idx="10033">
                  <c:v>23.5</c:v>
                </c:pt>
                <c:pt idx="10034">
                  <c:v>25.5</c:v>
                </c:pt>
                <c:pt idx="10035">
                  <c:v>26.5</c:v>
                </c:pt>
                <c:pt idx="10036">
                  <c:v>26.5</c:v>
                </c:pt>
                <c:pt idx="10037">
                  <c:v>27</c:v>
                </c:pt>
                <c:pt idx="10038">
                  <c:v>22.5</c:v>
                </c:pt>
                <c:pt idx="10039">
                  <c:v>26</c:v>
                </c:pt>
                <c:pt idx="10040">
                  <c:v>27.5</c:v>
                </c:pt>
                <c:pt idx="10041">
                  <c:v>27.5</c:v>
                </c:pt>
                <c:pt idx="10042">
                  <c:v>27.5</c:v>
                </c:pt>
                <c:pt idx="10043">
                  <c:v>27</c:v>
                </c:pt>
                <c:pt idx="10044">
                  <c:v>23.5</c:v>
                </c:pt>
                <c:pt idx="10045">
                  <c:v>24.5</c:v>
                </c:pt>
                <c:pt idx="10046">
                  <c:v>24.5</c:v>
                </c:pt>
                <c:pt idx="10047">
                  <c:v>25.5</c:v>
                </c:pt>
                <c:pt idx="10048">
                  <c:v>27</c:v>
                </c:pt>
                <c:pt idx="10049">
                  <c:v>28</c:v>
                </c:pt>
                <c:pt idx="10050">
                  <c:v>29</c:v>
                </c:pt>
                <c:pt idx="10051">
                  <c:v>29.5</c:v>
                </c:pt>
                <c:pt idx="10052">
                  <c:v>29.5</c:v>
                </c:pt>
                <c:pt idx="10053">
                  <c:v>29.5</c:v>
                </c:pt>
                <c:pt idx="10054">
                  <c:v>27.5</c:v>
                </c:pt>
                <c:pt idx="10055">
                  <c:v>25</c:v>
                </c:pt>
                <c:pt idx="10056">
                  <c:v>23.5</c:v>
                </c:pt>
                <c:pt idx="10057">
                  <c:v>24</c:v>
                </c:pt>
                <c:pt idx="10058">
                  <c:v>24.5</c:v>
                </c:pt>
                <c:pt idx="10059">
                  <c:v>25.5</c:v>
                </c:pt>
                <c:pt idx="10060">
                  <c:v>29</c:v>
                </c:pt>
                <c:pt idx="10061">
                  <c:v>31.5</c:v>
                </c:pt>
                <c:pt idx="10062">
                  <c:v>30.5</c:v>
                </c:pt>
                <c:pt idx="10063">
                  <c:v>29</c:v>
                </c:pt>
                <c:pt idx="10064">
                  <c:v>29</c:v>
                </c:pt>
                <c:pt idx="10065">
                  <c:v>28.5</c:v>
                </c:pt>
                <c:pt idx="10066">
                  <c:v>28.5</c:v>
                </c:pt>
                <c:pt idx="10067">
                  <c:v>28.5</c:v>
                </c:pt>
                <c:pt idx="10068">
                  <c:v>26.5</c:v>
                </c:pt>
                <c:pt idx="10069">
                  <c:v>29</c:v>
                </c:pt>
                <c:pt idx="10070">
                  <c:v>25.5</c:v>
                </c:pt>
                <c:pt idx="10071">
                  <c:v>26</c:v>
                </c:pt>
                <c:pt idx="10072">
                  <c:v>26</c:v>
                </c:pt>
                <c:pt idx="10073">
                  <c:v>25</c:v>
                </c:pt>
                <c:pt idx="10074">
                  <c:v>24.5</c:v>
                </c:pt>
                <c:pt idx="10075">
                  <c:v>25</c:v>
                </c:pt>
                <c:pt idx="10076">
                  <c:v>24.5</c:v>
                </c:pt>
                <c:pt idx="10077">
                  <c:v>20</c:v>
                </c:pt>
                <c:pt idx="10078">
                  <c:v>24.5</c:v>
                </c:pt>
                <c:pt idx="10079">
                  <c:v>25</c:v>
                </c:pt>
                <c:pt idx="10080">
                  <c:v>26.5</c:v>
                </c:pt>
                <c:pt idx="10081">
                  <c:v>25.5</c:v>
                </c:pt>
                <c:pt idx="10082">
                  <c:v>27</c:v>
                </c:pt>
                <c:pt idx="10083">
                  <c:v>27.5</c:v>
                </c:pt>
                <c:pt idx="10084">
                  <c:v>27.5</c:v>
                </c:pt>
                <c:pt idx="10085">
                  <c:v>27.5</c:v>
                </c:pt>
                <c:pt idx="10086">
                  <c:v>28.5</c:v>
                </c:pt>
                <c:pt idx="10087">
                  <c:v>28.5</c:v>
                </c:pt>
                <c:pt idx="10088">
                  <c:v>27.5</c:v>
                </c:pt>
                <c:pt idx="10089">
                  <c:v>27.5</c:v>
                </c:pt>
                <c:pt idx="10090">
                  <c:v>25.5</c:v>
                </c:pt>
                <c:pt idx="10091">
                  <c:v>26.5</c:v>
                </c:pt>
                <c:pt idx="10092">
                  <c:v>28.5</c:v>
                </c:pt>
                <c:pt idx="10093">
                  <c:v>29</c:v>
                </c:pt>
                <c:pt idx="10094">
                  <c:v>29.5</c:v>
                </c:pt>
                <c:pt idx="10095">
                  <c:v>29.5</c:v>
                </c:pt>
                <c:pt idx="10096">
                  <c:v>27.5</c:v>
                </c:pt>
                <c:pt idx="10097">
                  <c:v>27</c:v>
                </c:pt>
                <c:pt idx="10098">
                  <c:v>26.5</c:v>
                </c:pt>
                <c:pt idx="10099">
                  <c:v>25</c:v>
                </c:pt>
                <c:pt idx="10100">
                  <c:v>24.5</c:v>
                </c:pt>
                <c:pt idx="10101">
                  <c:v>25.5</c:v>
                </c:pt>
                <c:pt idx="10102">
                  <c:v>26</c:v>
                </c:pt>
                <c:pt idx="10103">
                  <c:v>22.5</c:v>
                </c:pt>
                <c:pt idx="10104">
                  <c:v>24.5</c:v>
                </c:pt>
                <c:pt idx="10105">
                  <c:v>24.5</c:v>
                </c:pt>
                <c:pt idx="10106">
                  <c:v>25</c:v>
                </c:pt>
                <c:pt idx="10107">
                  <c:v>24</c:v>
                </c:pt>
                <c:pt idx="10108">
                  <c:v>23</c:v>
                </c:pt>
                <c:pt idx="10109">
                  <c:v>24</c:v>
                </c:pt>
                <c:pt idx="10110">
                  <c:v>25</c:v>
                </c:pt>
                <c:pt idx="10111">
                  <c:v>25.5</c:v>
                </c:pt>
                <c:pt idx="10112">
                  <c:v>25.5</c:v>
                </c:pt>
                <c:pt idx="10113">
                  <c:v>26</c:v>
                </c:pt>
                <c:pt idx="10114">
                  <c:v>25</c:v>
                </c:pt>
                <c:pt idx="10115">
                  <c:v>24.5</c:v>
                </c:pt>
                <c:pt idx="10116">
                  <c:v>26</c:v>
                </c:pt>
                <c:pt idx="10117">
                  <c:v>25.5</c:v>
                </c:pt>
                <c:pt idx="10118">
                  <c:v>25.5</c:v>
                </c:pt>
                <c:pt idx="10119">
                  <c:v>26</c:v>
                </c:pt>
                <c:pt idx="10120">
                  <c:v>25</c:v>
                </c:pt>
                <c:pt idx="10121">
                  <c:v>25</c:v>
                </c:pt>
                <c:pt idx="10122">
                  <c:v>24.5</c:v>
                </c:pt>
                <c:pt idx="10123">
                  <c:v>23.5</c:v>
                </c:pt>
                <c:pt idx="10124">
                  <c:v>24</c:v>
                </c:pt>
                <c:pt idx="10125">
                  <c:v>23.5</c:v>
                </c:pt>
                <c:pt idx="10126">
                  <c:v>22.5</c:v>
                </c:pt>
                <c:pt idx="10127">
                  <c:v>23</c:v>
                </c:pt>
                <c:pt idx="10128">
                  <c:v>23.5</c:v>
                </c:pt>
                <c:pt idx="10129">
                  <c:v>20</c:v>
                </c:pt>
                <c:pt idx="10130">
                  <c:v>19.5</c:v>
                </c:pt>
                <c:pt idx="10131">
                  <c:v>20.5</c:v>
                </c:pt>
                <c:pt idx="10132">
                  <c:v>21.5</c:v>
                </c:pt>
                <c:pt idx="10133">
                  <c:v>21.5</c:v>
                </c:pt>
                <c:pt idx="10134">
                  <c:v>22.5</c:v>
                </c:pt>
                <c:pt idx="10135">
                  <c:v>24.5</c:v>
                </c:pt>
                <c:pt idx="10136">
                  <c:v>23.5</c:v>
                </c:pt>
                <c:pt idx="10137">
                  <c:v>24</c:v>
                </c:pt>
                <c:pt idx="10138">
                  <c:v>25.5</c:v>
                </c:pt>
                <c:pt idx="10139">
                  <c:v>24</c:v>
                </c:pt>
                <c:pt idx="10140">
                  <c:v>23</c:v>
                </c:pt>
                <c:pt idx="10141">
                  <c:v>23.5</c:v>
                </c:pt>
                <c:pt idx="10142">
                  <c:v>23.5</c:v>
                </c:pt>
                <c:pt idx="10143">
                  <c:v>23</c:v>
                </c:pt>
                <c:pt idx="10144">
                  <c:v>22</c:v>
                </c:pt>
                <c:pt idx="10145">
                  <c:v>19</c:v>
                </c:pt>
                <c:pt idx="10146">
                  <c:v>18</c:v>
                </c:pt>
                <c:pt idx="10147">
                  <c:v>19.5</c:v>
                </c:pt>
                <c:pt idx="10148">
                  <c:v>19.5</c:v>
                </c:pt>
                <c:pt idx="10149">
                  <c:v>19.5</c:v>
                </c:pt>
                <c:pt idx="10150">
                  <c:v>17.5</c:v>
                </c:pt>
                <c:pt idx="10151">
                  <c:v>19</c:v>
                </c:pt>
                <c:pt idx="10152">
                  <c:v>17</c:v>
                </c:pt>
                <c:pt idx="10153">
                  <c:v>11.5</c:v>
                </c:pt>
                <c:pt idx="10154">
                  <c:v>11</c:v>
                </c:pt>
                <c:pt idx="10155">
                  <c:v>12.5</c:v>
                </c:pt>
                <c:pt idx="10156">
                  <c:v>12.5</c:v>
                </c:pt>
                <c:pt idx="10157">
                  <c:v>12</c:v>
                </c:pt>
                <c:pt idx="10158">
                  <c:v>12.5</c:v>
                </c:pt>
                <c:pt idx="10159">
                  <c:v>12</c:v>
                </c:pt>
                <c:pt idx="10160">
                  <c:v>12</c:v>
                </c:pt>
                <c:pt idx="10161">
                  <c:v>12</c:v>
                </c:pt>
                <c:pt idx="10162">
                  <c:v>11</c:v>
                </c:pt>
                <c:pt idx="10163">
                  <c:v>11.5</c:v>
                </c:pt>
                <c:pt idx="10164">
                  <c:v>12</c:v>
                </c:pt>
                <c:pt idx="10165">
                  <c:v>11</c:v>
                </c:pt>
                <c:pt idx="10166">
                  <c:v>10.5</c:v>
                </c:pt>
                <c:pt idx="10167">
                  <c:v>8.5</c:v>
                </c:pt>
                <c:pt idx="10168">
                  <c:v>7.5</c:v>
                </c:pt>
                <c:pt idx="10169">
                  <c:v>8.5</c:v>
                </c:pt>
                <c:pt idx="10170">
                  <c:v>9.5</c:v>
                </c:pt>
                <c:pt idx="10171">
                  <c:v>9.5</c:v>
                </c:pt>
                <c:pt idx="10172">
                  <c:v>10</c:v>
                </c:pt>
                <c:pt idx="10173">
                  <c:v>10.5</c:v>
                </c:pt>
                <c:pt idx="10174">
                  <c:v>12</c:v>
                </c:pt>
                <c:pt idx="10175">
                  <c:v>13</c:v>
                </c:pt>
                <c:pt idx="10176">
                  <c:v>13</c:v>
                </c:pt>
                <c:pt idx="10177">
                  <c:v>11.5</c:v>
                </c:pt>
                <c:pt idx="10178">
                  <c:v>11.5</c:v>
                </c:pt>
                <c:pt idx="10179">
                  <c:v>10.5</c:v>
                </c:pt>
                <c:pt idx="10180">
                  <c:v>11</c:v>
                </c:pt>
                <c:pt idx="10181">
                  <c:v>12.5</c:v>
                </c:pt>
                <c:pt idx="10182">
                  <c:v>13.5</c:v>
                </c:pt>
                <c:pt idx="10183">
                  <c:v>15.5</c:v>
                </c:pt>
                <c:pt idx="10184">
                  <c:v>14.5</c:v>
                </c:pt>
                <c:pt idx="10185">
                  <c:v>10</c:v>
                </c:pt>
                <c:pt idx="10186">
                  <c:v>10</c:v>
                </c:pt>
                <c:pt idx="10187">
                  <c:v>11</c:v>
                </c:pt>
                <c:pt idx="10188">
                  <c:v>10.5</c:v>
                </c:pt>
                <c:pt idx="10189">
                  <c:v>9</c:v>
                </c:pt>
                <c:pt idx="10190">
                  <c:v>9.5</c:v>
                </c:pt>
                <c:pt idx="10191">
                  <c:v>10</c:v>
                </c:pt>
                <c:pt idx="10192">
                  <c:v>8</c:v>
                </c:pt>
                <c:pt idx="10193">
                  <c:v>9</c:v>
                </c:pt>
                <c:pt idx="10194">
                  <c:v>7</c:v>
                </c:pt>
                <c:pt idx="10195">
                  <c:v>4</c:v>
                </c:pt>
                <c:pt idx="10196">
                  <c:v>4</c:v>
                </c:pt>
                <c:pt idx="10197">
                  <c:v>3.5</c:v>
                </c:pt>
                <c:pt idx="10198">
                  <c:v>1.5</c:v>
                </c:pt>
                <c:pt idx="10199">
                  <c:v>0.5</c:v>
                </c:pt>
                <c:pt idx="10200">
                  <c:v>1</c:v>
                </c:pt>
                <c:pt idx="10201">
                  <c:v>1.5</c:v>
                </c:pt>
                <c:pt idx="10202">
                  <c:v>2.5</c:v>
                </c:pt>
                <c:pt idx="10203">
                  <c:v>3.5</c:v>
                </c:pt>
                <c:pt idx="10204">
                  <c:v>3</c:v>
                </c:pt>
                <c:pt idx="10205">
                  <c:v>3</c:v>
                </c:pt>
                <c:pt idx="10206">
                  <c:v>3</c:v>
                </c:pt>
                <c:pt idx="10207">
                  <c:v>2.5</c:v>
                </c:pt>
                <c:pt idx="10208">
                  <c:v>0.5</c:v>
                </c:pt>
                <c:pt idx="10209">
                  <c:v>1.5</c:v>
                </c:pt>
                <c:pt idx="10210">
                  <c:v>2</c:v>
                </c:pt>
                <c:pt idx="10211">
                  <c:v>1</c:v>
                </c:pt>
                <c:pt idx="10212">
                  <c:v>2</c:v>
                </c:pt>
                <c:pt idx="10213">
                  <c:v>2.5</c:v>
                </c:pt>
                <c:pt idx="10214">
                  <c:v>1.5</c:v>
                </c:pt>
                <c:pt idx="10215">
                  <c:v>2</c:v>
                </c:pt>
                <c:pt idx="10216">
                  <c:v>3</c:v>
                </c:pt>
                <c:pt idx="10217">
                  <c:v>5</c:v>
                </c:pt>
                <c:pt idx="10218">
                  <c:v>5</c:v>
                </c:pt>
                <c:pt idx="10219">
                  <c:v>4</c:v>
                </c:pt>
                <c:pt idx="10220">
                  <c:v>4.5</c:v>
                </c:pt>
                <c:pt idx="10221">
                  <c:v>4.5</c:v>
                </c:pt>
                <c:pt idx="10222">
                  <c:v>7.5</c:v>
                </c:pt>
                <c:pt idx="10223">
                  <c:v>6</c:v>
                </c:pt>
                <c:pt idx="10224">
                  <c:v>4</c:v>
                </c:pt>
                <c:pt idx="10225">
                  <c:v>5</c:v>
                </c:pt>
                <c:pt idx="10226">
                  <c:v>5.5</c:v>
                </c:pt>
                <c:pt idx="10227">
                  <c:v>5.5</c:v>
                </c:pt>
                <c:pt idx="10228">
                  <c:v>5</c:v>
                </c:pt>
                <c:pt idx="10229">
                  <c:v>4.5</c:v>
                </c:pt>
                <c:pt idx="10230">
                  <c:v>4.5</c:v>
                </c:pt>
                <c:pt idx="10231">
                  <c:v>5</c:v>
                </c:pt>
                <c:pt idx="10232">
                  <c:v>4.5</c:v>
                </c:pt>
                <c:pt idx="10233">
                  <c:v>4.5</c:v>
                </c:pt>
                <c:pt idx="10234">
                  <c:v>6.5</c:v>
                </c:pt>
                <c:pt idx="10235">
                  <c:v>7</c:v>
                </c:pt>
                <c:pt idx="10236">
                  <c:v>7.5</c:v>
                </c:pt>
                <c:pt idx="10237">
                  <c:v>7.5</c:v>
                </c:pt>
                <c:pt idx="10238">
                  <c:v>8.5</c:v>
                </c:pt>
                <c:pt idx="10239">
                  <c:v>9</c:v>
                </c:pt>
                <c:pt idx="10240">
                  <c:v>8.5</c:v>
                </c:pt>
                <c:pt idx="10241">
                  <c:v>7</c:v>
                </c:pt>
                <c:pt idx="10242">
                  <c:v>6</c:v>
                </c:pt>
                <c:pt idx="10243">
                  <c:v>6.5</c:v>
                </c:pt>
                <c:pt idx="10244">
                  <c:v>7</c:v>
                </c:pt>
                <c:pt idx="10245">
                  <c:v>8.5</c:v>
                </c:pt>
                <c:pt idx="10246">
                  <c:v>9</c:v>
                </c:pt>
                <c:pt idx="10247">
                  <c:v>9</c:v>
                </c:pt>
                <c:pt idx="10248">
                  <c:v>10</c:v>
                </c:pt>
                <c:pt idx="10249">
                  <c:v>10</c:v>
                </c:pt>
                <c:pt idx="10250">
                  <c:v>8.5</c:v>
                </c:pt>
                <c:pt idx="10251">
                  <c:v>6.5</c:v>
                </c:pt>
                <c:pt idx="10252">
                  <c:v>4.5</c:v>
                </c:pt>
                <c:pt idx="10253">
                  <c:v>6.5</c:v>
                </c:pt>
                <c:pt idx="10254">
                  <c:v>7</c:v>
                </c:pt>
                <c:pt idx="10255">
                  <c:v>6.5</c:v>
                </c:pt>
                <c:pt idx="10256">
                  <c:v>7.5</c:v>
                </c:pt>
                <c:pt idx="10257">
                  <c:v>7.5</c:v>
                </c:pt>
                <c:pt idx="10258">
                  <c:v>8</c:v>
                </c:pt>
                <c:pt idx="10259">
                  <c:v>8.5</c:v>
                </c:pt>
                <c:pt idx="10260">
                  <c:v>9</c:v>
                </c:pt>
                <c:pt idx="10261">
                  <c:v>9.5</c:v>
                </c:pt>
                <c:pt idx="10262">
                  <c:v>11</c:v>
                </c:pt>
                <c:pt idx="10263">
                  <c:v>9.5</c:v>
                </c:pt>
                <c:pt idx="10264">
                  <c:v>12</c:v>
                </c:pt>
                <c:pt idx="10265">
                  <c:v>11</c:v>
                </c:pt>
                <c:pt idx="10266">
                  <c:v>11</c:v>
                </c:pt>
                <c:pt idx="10267">
                  <c:v>10</c:v>
                </c:pt>
                <c:pt idx="10268">
                  <c:v>10.5</c:v>
                </c:pt>
                <c:pt idx="10269">
                  <c:v>7</c:v>
                </c:pt>
                <c:pt idx="10270">
                  <c:v>4</c:v>
                </c:pt>
                <c:pt idx="10271">
                  <c:v>4</c:v>
                </c:pt>
                <c:pt idx="10272">
                  <c:v>4</c:v>
                </c:pt>
                <c:pt idx="10273">
                  <c:v>4</c:v>
                </c:pt>
                <c:pt idx="10274">
                  <c:v>5.5</c:v>
                </c:pt>
                <c:pt idx="10275">
                  <c:v>5.5</c:v>
                </c:pt>
                <c:pt idx="10276">
                  <c:v>4</c:v>
                </c:pt>
                <c:pt idx="10277">
                  <c:v>2.5</c:v>
                </c:pt>
                <c:pt idx="10278">
                  <c:v>2</c:v>
                </c:pt>
                <c:pt idx="10279">
                  <c:v>2.5</c:v>
                </c:pt>
                <c:pt idx="10280">
                  <c:v>4</c:v>
                </c:pt>
                <c:pt idx="10281">
                  <c:v>3</c:v>
                </c:pt>
                <c:pt idx="10282">
                  <c:v>3</c:v>
                </c:pt>
                <c:pt idx="10283">
                  <c:v>4</c:v>
                </c:pt>
                <c:pt idx="10284">
                  <c:v>6</c:v>
                </c:pt>
                <c:pt idx="10285">
                  <c:v>6.5</c:v>
                </c:pt>
                <c:pt idx="10286">
                  <c:v>6.5</c:v>
                </c:pt>
                <c:pt idx="10287">
                  <c:v>9</c:v>
                </c:pt>
                <c:pt idx="10288">
                  <c:v>8.5</c:v>
                </c:pt>
                <c:pt idx="10289">
                  <c:v>5</c:v>
                </c:pt>
                <c:pt idx="10290">
                  <c:v>4.5</c:v>
                </c:pt>
                <c:pt idx="10291">
                  <c:v>4.5</c:v>
                </c:pt>
                <c:pt idx="10292">
                  <c:v>6</c:v>
                </c:pt>
                <c:pt idx="10293">
                  <c:v>6.5</c:v>
                </c:pt>
                <c:pt idx="10294">
                  <c:v>8.5</c:v>
                </c:pt>
                <c:pt idx="10295">
                  <c:v>7</c:v>
                </c:pt>
                <c:pt idx="10296">
                  <c:v>7</c:v>
                </c:pt>
                <c:pt idx="10297">
                  <c:v>6.5</c:v>
                </c:pt>
                <c:pt idx="10298">
                  <c:v>6.5</c:v>
                </c:pt>
                <c:pt idx="10299">
                  <c:v>7</c:v>
                </c:pt>
                <c:pt idx="10300">
                  <c:v>9.5</c:v>
                </c:pt>
                <c:pt idx="10301">
                  <c:v>11</c:v>
                </c:pt>
                <c:pt idx="10302">
                  <c:v>11.5</c:v>
                </c:pt>
                <c:pt idx="10303">
                  <c:v>11</c:v>
                </c:pt>
                <c:pt idx="10304">
                  <c:v>12.5</c:v>
                </c:pt>
                <c:pt idx="10305">
                  <c:v>13.5</c:v>
                </c:pt>
                <c:pt idx="10306">
                  <c:v>13</c:v>
                </c:pt>
                <c:pt idx="10307">
                  <c:v>12.5</c:v>
                </c:pt>
                <c:pt idx="10308">
                  <c:v>15.5</c:v>
                </c:pt>
                <c:pt idx="10309">
                  <c:v>14</c:v>
                </c:pt>
                <c:pt idx="10310">
                  <c:v>13</c:v>
                </c:pt>
                <c:pt idx="10311">
                  <c:v>12.5</c:v>
                </c:pt>
                <c:pt idx="10312">
                  <c:v>14.5</c:v>
                </c:pt>
                <c:pt idx="10313">
                  <c:v>13.5</c:v>
                </c:pt>
                <c:pt idx="10314">
                  <c:v>14</c:v>
                </c:pt>
                <c:pt idx="10315">
                  <c:v>12.5</c:v>
                </c:pt>
                <c:pt idx="10316">
                  <c:v>14</c:v>
                </c:pt>
                <c:pt idx="10317">
                  <c:v>13</c:v>
                </c:pt>
                <c:pt idx="10318">
                  <c:v>13</c:v>
                </c:pt>
                <c:pt idx="10319">
                  <c:v>12</c:v>
                </c:pt>
                <c:pt idx="10320">
                  <c:v>8</c:v>
                </c:pt>
                <c:pt idx="10321">
                  <c:v>5.5</c:v>
                </c:pt>
                <c:pt idx="10322">
                  <c:v>9</c:v>
                </c:pt>
                <c:pt idx="10323">
                  <c:v>10.5</c:v>
                </c:pt>
                <c:pt idx="10324">
                  <c:v>11.5</c:v>
                </c:pt>
                <c:pt idx="10325">
                  <c:v>10</c:v>
                </c:pt>
                <c:pt idx="10326">
                  <c:v>12.5</c:v>
                </c:pt>
                <c:pt idx="10327">
                  <c:v>13</c:v>
                </c:pt>
                <c:pt idx="10328">
                  <c:v>13.5</c:v>
                </c:pt>
                <c:pt idx="10329">
                  <c:v>14</c:v>
                </c:pt>
                <c:pt idx="10330">
                  <c:v>13.5</c:v>
                </c:pt>
                <c:pt idx="10331">
                  <c:v>14.5</c:v>
                </c:pt>
                <c:pt idx="10332">
                  <c:v>11.5</c:v>
                </c:pt>
                <c:pt idx="10333">
                  <c:v>13</c:v>
                </c:pt>
                <c:pt idx="10334">
                  <c:v>14</c:v>
                </c:pt>
                <c:pt idx="10335">
                  <c:v>12.5</c:v>
                </c:pt>
                <c:pt idx="10336">
                  <c:v>14.5</c:v>
                </c:pt>
                <c:pt idx="10337">
                  <c:v>14.5</c:v>
                </c:pt>
                <c:pt idx="10338">
                  <c:v>14.5</c:v>
                </c:pt>
                <c:pt idx="10339">
                  <c:v>15</c:v>
                </c:pt>
                <c:pt idx="10340">
                  <c:v>15.5</c:v>
                </c:pt>
                <c:pt idx="10341">
                  <c:v>15.5</c:v>
                </c:pt>
                <c:pt idx="10342">
                  <c:v>15.5</c:v>
                </c:pt>
                <c:pt idx="10343">
                  <c:v>16</c:v>
                </c:pt>
                <c:pt idx="10344">
                  <c:v>12.5</c:v>
                </c:pt>
                <c:pt idx="10345">
                  <c:v>14.5</c:v>
                </c:pt>
                <c:pt idx="10346">
                  <c:v>15.5</c:v>
                </c:pt>
                <c:pt idx="10347">
                  <c:v>13</c:v>
                </c:pt>
                <c:pt idx="10348">
                  <c:v>16</c:v>
                </c:pt>
                <c:pt idx="10349">
                  <c:v>17.5</c:v>
                </c:pt>
                <c:pt idx="10350">
                  <c:v>19</c:v>
                </c:pt>
                <c:pt idx="10351">
                  <c:v>19.5</c:v>
                </c:pt>
                <c:pt idx="10352">
                  <c:v>18</c:v>
                </c:pt>
                <c:pt idx="10353">
                  <c:v>17.5</c:v>
                </c:pt>
                <c:pt idx="10354">
                  <c:v>18</c:v>
                </c:pt>
                <c:pt idx="10355">
                  <c:v>17.5</c:v>
                </c:pt>
                <c:pt idx="10356">
                  <c:v>19.5</c:v>
                </c:pt>
                <c:pt idx="10357">
                  <c:v>22</c:v>
                </c:pt>
                <c:pt idx="10358">
                  <c:v>23.5</c:v>
                </c:pt>
                <c:pt idx="10359">
                  <c:v>23</c:v>
                </c:pt>
                <c:pt idx="10360">
                  <c:v>24</c:v>
                </c:pt>
                <c:pt idx="10361">
                  <c:v>23.5</c:v>
                </c:pt>
                <c:pt idx="10362">
                  <c:v>21.5</c:v>
                </c:pt>
                <c:pt idx="10363">
                  <c:v>23.5</c:v>
                </c:pt>
                <c:pt idx="10364">
                  <c:v>24.5</c:v>
                </c:pt>
                <c:pt idx="10365">
                  <c:v>21</c:v>
                </c:pt>
                <c:pt idx="10366">
                  <c:v>19.5</c:v>
                </c:pt>
                <c:pt idx="10367">
                  <c:v>21.5</c:v>
                </c:pt>
                <c:pt idx="10368">
                  <c:v>22.5</c:v>
                </c:pt>
                <c:pt idx="10369">
                  <c:v>23</c:v>
                </c:pt>
                <c:pt idx="10370">
                  <c:v>21</c:v>
                </c:pt>
                <c:pt idx="10371">
                  <c:v>23</c:v>
                </c:pt>
                <c:pt idx="10372">
                  <c:v>23.5</c:v>
                </c:pt>
                <c:pt idx="10373">
                  <c:v>23.5</c:v>
                </c:pt>
                <c:pt idx="10374">
                  <c:v>23.5</c:v>
                </c:pt>
                <c:pt idx="10375">
                  <c:v>24.5</c:v>
                </c:pt>
                <c:pt idx="10376">
                  <c:v>25.5</c:v>
                </c:pt>
                <c:pt idx="10377">
                  <c:v>23.5</c:v>
                </c:pt>
                <c:pt idx="10378">
                  <c:v>21.5</c:v>
                </c:pt>
                <c:pt idx="10379">
                  <c:v>21.5</c:v>
                </c:pt>
                <c:pt idx="10380">
                  <c:v>22</c:v>
                </c:pt>
                <c:pt idx="10381">
                  <c:v>24</c:v>
                </c:pt>
                <c:pt idx="10382">
                  <c:v>25.5</c:v>
                </c:pt>
                <c:pt idx="10383">
                  <c:v>25.5</c:v>
                </c:pt>
                <c:pt idx="10384">
                  <c:v>25.5</c:v>
                </c:pt>
                <c:pt idx="10385">
                  <c:v>26.5</c:v>
                </c:pt>
                <c:pt idx="10386">
                  <c:v>27</c:v>
                </c:pt>
                <c:pt idx="10387">
                  <c:v>26</c:v>
                </c:pt>
                <c:pt idx="10388">
                  <c:v>23</c:v>
                </c:pt>
                <c:pt idx="10389">
                  <c:v>24.5</c:v>
                </c:pt>
                <c:pt idx="10390">
                  <c:v>26</c:v>
                </c:pt>
                <c:pt idx="10391">
                  <c:v>26.5</c:v>
                </c:pt>
                <c:pt idx="10392">
                  <c:v>28</c:v>
                </c:pt>
                <c:pt idx="10393">
                  <c:v>28.5</c:v>
                </c:pt>
                <c:pt idx="10394">
                  <c:v>27.5</c:v>
                </c:pt>
                <c:pt idx="10395">
                  <c:v>26.5</c:v>
                </c:pt>
                <c:pt idx="10396">
                  <c:v>26</c:v>
                </c:pt>
                <c:pt idx="10397">
                  <c:v>22.5</c:v>
                </c:pt>
                <c:pt idx="10398">
                  <c:v>22</c:v>
                </c:pt>
                <c:pt idx="10399">
                  <c:v>25</c:v>
                </c:pt>
                <c:pt idx="10400">
                  <c:v>24</c:v>
                </c:pt>
                <c:pt idx="10401">
                  <c:v>21</c:v>
                </c:pt>
                <c:pt idx="10402">
                  <c:v>23.5</c:v>
                </c:pt>
                <c:pt idx="10403">
                  <c:v>20</c:v>
                </c:pt>
                <c:pt idx="10404">
                  <c:v>21</c:v>
                </c:pt>
                <c:pt idx="10405">
                  <c:v>24</c:v>
                </c:pt>
                <c:pt idx="10406">
                  <c:v>26</c:v>
                </c:pt>
                <c:pt idx="10407">
                  <c:v>27.5</c:v>
                </c:pt>
                <c:pt idx="10408">
                  <c:v>29.5</c:v>
                </c:pt>
                <c:pt idx="10409">
                  <c:v>29</c:v>
                </c:pt>
                <c:pt idx="10410">
                  <c:v>30</c:v>
                </c:pt>
                <c:pt idx="10411">
                  <c:v>28.5</c:v>
                </c:pt>
                <c:pt idx="10412">
                  <c:v>28</c:v>
                </c:pt>
                <c:pt idx="10413">
                  <c:v>24</c:v>
                </c:pt>
                <c:pt idx="10414">
                  <c:v>25</c:v>
                </c:pt>
                <c:pt idx="10415">
                  <c:v>24</c:v>
                </c:pt>
                <c:pt idx="10416">
                  <c:v>24.5</c:v>
                </c:pt>
                <c:pt idx="10417">
                  <c:v>25.5</c:v>
                </c:pt>
                <c:pt idx="10418">
                  <c:v>26.5</c:v>
                </c:pt>
                <c:pt idx="10419">
                  <c:v>27</c:v>
                </c:pt>
                <c:pt idx="10420">
                  <c:v>26</c:v>
                </c:pt>
                <c:pt idx="10421">
                  <c:v>26.5</c:v>
                </c:pt>
                <c:pt idx="10422">
                  <c:v>28</c:v>
                </c:pt>
                <c:pt idx="10423">
                  <c:v>24.5</c:v>
                </c:pt>
                <c:pt idx="10424">
                  <c:v>25</c:v>
                </c:pt>
                <c:pt idx="10425">
                  <c:v>25.5</c:v>
                </c:pt>
                <c:pt idx="10426">
                  <c:v>24.5</c:v>
                </c:pt>
                <c:pt idx="10427">
                  <c:v>27</c:v>
                </c:pt>
                <c:pt idx="10428">
                  <c:v>28</c:v>
                </c:pt>
                <c:pt idx="10429">
                  <c:v>28</c:v>
                </c:pt>
                <c:pt idx="10430">
                  <c:v>29</c:v>
                </c:pt>
                <c:pt idx="10431">
                  <c:v>28.5</c:v>
                </c:pt>
                <c:pt idx="10432">
                  <c:v>29</c:v>
                </c:pt>
                <c:pt idx="10433">
                  <c:v>26.5</c:v>
                </c:pt>
                <c:pt idx="10434">
                  <c:v>28</c:v>
                </c:pt>
                <c:pt idx="10435">
                  <c:v>26.5</c:v>
                </c:pt>
                <c:pt idx="10436">
                  <c:v>27.5</c:v>
                </c:pt>
                <c:pt idx="10437">
                  <c:v>27.5</c:v>
                </c:pt>
                <c:pt idx="10438">
                  <c:v>28</c:v>
                </c:pt>
                <c:pt idx="10439">
                  <c:v>27</c:v>
                </c:pt>
                <c:pt idx="10440">
                  <c:v>27</c:v>
                </c:pt>
                <c:pt idx="10441">
                  <c:v>28</c:v>
                </c:pt>
                <c:pt idx="10442">
                  <c:v>30.5</c:v>
                </c:pt>
                <c:pt idx="10443">
                  <c:v>32.5</c:v>
                </c:pt>
                <c:pt idx="10444">
                  <c:v>33</c:v>
                </c:pt>
                <c:pt idx="10445">
                  <c:v>32.5</c:v>
                </c:pt>
                <c:pt idx="10446">
                  <c:v>32</c:v>
                </c:pt>
                <c:pt idx="10447">
                  <c:v>30.5</c:v>
                </c:pt>
                <c:pt idx="10448">
                  <c:v>31.5</c:v>
                </c:pt>
                <c:pt idx="10449">
                  <c:v>31</c:v>
                </c:pt>
                <c:pt idx="10450">
                  <c:v>31.5</c:v>
                </c:pt>
                <c:pt idx="10451">
                  <c:v>27</c:v>
                </c:pt>
                <c:pt idx="10452">
                  <c:v>24.5</c:v>
                </c:pt>
                <c:pt idx="10453">
                  <c:v>24.5</c:v>
                </c:pt>
                <c:pt idx="10454">
                  <c:v>26</c:v>
                </c:pt>
                <c:pt idx="10455">
                  <c:v>22</c:v>
                </c:pt>
                <c:pt idx="10456">
                  <c:v>24</c:v>
                </c:pt>
                <c:pt idx="10457">
                  <c:v>22</c:v>
                </c:pt>
                <c:pt idx="10458">
                  <c:v>20</c:v>
                </c:pt>
                <c:pt idx="10459">
                  <c:v>24</c:v>
                </c:pt>
                <c:pt idx="10460">
                  <c:v>24.5</c:v>
                </c:pt>
                <c:pt idx="10461">
                  <c:v>24.5</c:v>
                </c:pt>
                <c:pt idx="10462">
                  <c:v>25.5</c:v>
                </c:pt>
                <c:pt idx="10463">
                  <c:v>26.5</c:v>
                </c:pt>
                <c:pt idx="10464">
                  <c:v>23</c:v>
                </c:pt>
                <c:pt idx="10465">
                  <c:v>22.5</c:v>
                </c:pt>
                <c:pt idx="10466">
                  <c:v>24</c:v>
                </c:pt>
                <c:pt idx="10467">
                  <c:v>20.5</c:v>
                </c:pt>
                <c:pt idx="10468">
                  <c:v>22.5</c:v>
                </c:pt>
                <c:pt idx="10469">
                  <c:v>24.5</c:v>
                </c:pt>
                <c:pt idx="10470">
                  <c:v>27</c:v>
                </c:pt>
                <c:pt idx="10471">
                  <c:v>25</c:v>
                </c:pt>
                <c:pt idx="10472">
                  <c:v>24</c:v>
                </c:pt>
                <c:pt idx="10473">
                  <c:v>24.5</c:v>
                </c:pt>
                <c:pt idx="10474">
                  <c:v>23</c:v>
                </c:pt>
                <c:pt idx="10475">
                  <c:v>21.5</c:v>
                </c:pt>
                <c:pt idx="10476">
                  <c:v>22.5</c:v>
                </c:pt>
                <c:pt idx="10477">
                  <c:v>24</c:v>
                </c:pt>
                <c:pt idx="10478">
                  <c:v>21.5</c:v>
                </c:pt>
                <c:pt idx="10479">
                  <c:v>21</c:v>
                </c:pt>
                <c:pt idx="10480">
                  <c:v>21</c:v>
                </c:pt>
                <c:pt idx="10481">
                  <c:v>22.5</c:v>
                </c:pt>
                <c:pt idx="10482">
                  <c:v>21.5</c:v>
                </c:pt>
                <c:pt idx="10483">
                  <c:v>21</c:v>
                </c:pt>
                <c:pt idx="10484">
                  <c:v>21</c:v>
                </c:pt>
                <c:pt idx="10485">
                  <c:v>22.5</c:v>
                </c:pt>
                <c:pt idx="10486">
                  <c:v>22</c:v>
                </c:pt>
                <c:pt idx="10487">
                  <c:v>21.5</c:v>
                </c:pt>
                <c:pt idx="10488">
                  <c:v>21</c:v>
                </c:pt>
                <c:pt idx="10489">
                  <c:v>21</c:v>
                </c:pt>
                <c:pt idx="10490">
                  <c:v>21</c:v>
                </c:pt>
                <c:pt idx="10491">
                  <c:v>22</c:v>
                </c:pt>
                <c:pt idx="10492">
                  <c:v>22</c:v>
                </c:pt>
                <c:pt idx="10493">
                  <c:v>23</c:v>
                </c:pt>
                <c:pt idx="10494">
                  <c:v>21</c:v>
                </c:pt>
                <c:pt idx="10495">
                  <c:v>21</c:v>
                </c:pt>
                <c:pt idx="10496">
                  <c:v>20</c:v>
                </c:pt>
                <c:pt idx="10497">
                  <c:v>20</c:v>
                </c:pt>
                <c:pt idx="10498">
                  <c:v>20.5</c:v>
                </c:pt>
                <c:pt idx="10499">
                  <c:v>22</c:v>
                </c:pt>
                <c:pt idx="10500">
                  <c:v>21</c:v>
                </c:pt>
                <c:pt idx="10501">
                  <c:v>21.5</c:v>
                </c:pt>
                <c:pt idx="10502">
                  <c:v>21</c:v>
                </c:pt>
                <c:pt idx="10503">
                  <c:v>20.5</c:v>
                </c:pt>
                <c:pt idx="10504">
                  <c:v>19.5</c:v>
                </c:pt>
                <c:pt idx="10505">
                  <c:v>18.5</c:v>
                </c:pt>
                <c:pt idx="10506">
                  <c:v>18.5</c:v>
                </c:pt>
                <c:pt idx="10507">
                  <c:v>19</c:v>
                </c:pt>
                <c:pt idx="10508">
                  <c:v>18.5</c:v>
                </c:pt>
                <c:pt idx="10509">
                  <c:v>18.5</c:v>
                </c:pt>
                <c:pt idx="10510">
                  <c:v>16</c:v>
                </c:pt>
                <c:pt idx="10511">
                  <c:v>19</c:v>
                </c:pt>
                <c:pt idx="10512">
                  <c:v>19.5</c:v>
                </c:pt>
                <c:pt idx="10513">
                  <c:v>20.5</c:v>
                </c:pt>
                <c:pt idx="10514">
                  <c:v>21</c:v>
                </c:pt>
                <c:pt idx="10515">
                  <c:v>16.5</c:v>
                </c:pt>
                <c:pt idx="10516">
                  <c:v>16.5</c:v>
                </c:pt>
                <c:pt idx="10517">
                  <c:v>16</c:v>
                </c:pt>
                <c:pt idx="10518">
                  <c:v>16</c:v>
                </c:pt>
                <c:pt idx="10519">
                  <c:v>14.5</c:v>
                </c:pt>
                <c:pt idx="10520">
                  <c:v>13.5</c:v>
                </c:pt>
                <c:pt idx="10521">
                  <c:v>12</c:v>
                </c:pt>
                <c:pt idx="10522">
                  <c:v>15</c:v>
                </c:pt>
                <c:pt idx="10523">
                  <c:v>17.5</c:v>
                </c:pt>
                <c:pt idx="10524">
                  <c:v>15</c:v>
                </c:pt>
                <c:pt idx="10525">
                  <c:v>12.5</c:v>
                </c:pt>
                <c:pt idx="10526">
                  <c:v>12</c:v>
                </c:pt>
                <c:pt idx="10527">
                  <c:v>12.5</c:v>
                </c:pt>
                <c:pt idx="10528">
                  <c:v>14</c:v>
                </c:pt>
                <c:pt idx="10529">
                  <c:v>14</c:v>
                </c:pt>
                <c:pt idx="10530">
                  <c:v>14.5</c:v>
                </c:pt>
                <c:pt idx="10531">
                  <c:v>15.5</c:v>
                </c:pt>
                <c:pt idx="10532">
                  <c:v>16</c:v>
                </c:pt>
                <c:pt idx="10533">
                  <c:v>16</c:v>
                </c:pt>
                <c:pt idx="10534">
                  <c:v>16.5</c:v>
                </c:pt>
                <c:pt idx="10535">
                  <c:v>15</c:v>
                </c:pt>
                <c:pt idx="10536">
                  <c:v>14.5</c:v>
                </c:pt>
                <c:pt idx="10537">
                  <c:v>13.5</c:v>
                </c:pt>
                <c:pt idx="10538">
                  <c:v>13</c:v>
                </c:pt>
                <c:pt idx="10539">
                  <c:v>13</c:v>
                </c:pt>
                <c:pt idx="10540">
                  <c:v>12.5</c:v>
                </c:pt>
                <c:pt idx="10541">
                  <c:v>13.5</c:v>
                </c:pt>
                <c:pt idx="10542">
                  <c:v>9.5</c:v>
                </c:pt>
                <c:pt idx="10543">
                  <c:v>10</c:v>
                </c:pt>
                <c:pt idx="10544">
                  <c:v>9.5</c:v>
                </c:pt>
                <c:pt idx="10545">
                  <c:v>7.5</c:v>
                </c:pt>
                <c:pt idx="10546">
                  <c:v>6</c:v>
                </c:pt>
                <c:pt idx="10547">
                  <c:v>6</c:v>
                </c:pt>
                <c:pt idx="10548">
                  <c:v>5.5</c:v>
                </c:pt>
                <c:pt idx="10549">
                  <c:v>7.5</c:v>
                </c:pt>
                <c:pt idx="10550">
                  <c:v>10.5</c:v>
                </c:pt>
                <c:pt idx="10551">
                  <c:v>11</c:v>
                </c:pt>
                <c:pt idx="10552">
                  <c:v>11</c:v>
                </c:pt>
                <c:pt idx="10553">
                  <c:v>12.5</c:v>
                </c:pt>
                <c:pt idx="10554">
                  <c:v>10</c:v>
                </c:pt>
                <c:pt idx="10555">
                  <c:v>6</c:v>
                </c:pt>
                <c:pt idx="10556">
                  <c:v>7</c:v>
                </c:pt>
                <c:pt idx="10557">
                  <c:v>8</c:v>
                </c:pt>
                <c:pt idx="10558">
                  <c:v>8.5</c:v>
                </c:pt>
                <c:pt idx="10559">
                  <c:v>12</c:v>
                </c:pt>
                <c:pt idx="10560">
                  <c:v>11</c:v>
                </c:pt>
                <c:pt idx="10561">
                  <c:v>12</c:v>
                </c:pt>
                <c:pt idx="10562">
                  <c:v>9</c:v>
                </c:pt>
                <c:pt idx="10563">
                  <c:v>9</c:v>
                </c:pt>
                <c:pt idx="10564">
                  <c:v>9</c:v>
                </c:pt>
                <c:pt idx="10565">
                  <c:v>10.5</c:v>
                </c:pt>
                <c:pt idx="10566">
                  <c:v>11</c:v>
                </c:pt>
                <c:pt idx="10567">
                  <c:v>10.5</c:v>
                </c:pt>
                <c:pt idx="10568">
                  <c:v>10</c:v>
                </c:pt>
                <c:pt idx="10569">
                  <c:v>8</c:v>
                </c:pt>
                <c:pt idx="10570">
                  <c:v>9.5</c:v>
                </c:pt>
                <c:pt idx="10571">
                  <c:v>13</c:v>
                </c:pt>
                <c:pt idx="10572">
                  <c:v>7.5</c:v>
                </c:pt>
                <c:pt idx="10573">
                  <c:v>3.5</c:v>
                </c:pt>
                <c:pt idx="10574">
                  <c:v>4.5</c:v>
                </c:pt>
                <c:pt idx="10575">
                  <c:v>5.5</c:v>
                </c:pt>
                <c:pt idx="10576">
                  <c:v>6</c:v>
                </c:pt>
                <c:pt idx="10577">
                  <c:v>6.5</c:v>
                </c:pt>
                <c:pt idx="10578">
                  <c:v>7.5</c:v>
                </c:pt>
                <c:pt idx="10579">
                  <c:v>8</c:v>
                </c:pt>
                <c:pt idx="10580">
                  <c:v>7</c:v>
                </c:pt>
                <c:pt idx="10581">
                  <c:v>6</c:v>
                </c:pt>
                <c:pt idx="10582">
                  <c:v>6</c:v>
                </c:pt>
                <c:pt idx="10583">
                  <c:v>7</c:v>
                </c:pt>
                <c:pt idx="10584">
                  <c:v>8</c:v>
                </c:pt>
                <c:pt idx="10585">
                  <c:v>8.5</c:v>
                </c:pt>
                <c:pt idx="10586">
                  <c:v>7.5</c:v>
                </c:pt>
                <c:pt idx="10587">
                  <c:v>8</c:v>
                </c:pt>
                <c:pt idx="10588">
                  <c:v>8.5</c:v>
                </c:pt>
                <c:pt idx="10589">
                  <c:v>1.5</c:v>
                </c:pt>
                <c:pt idx="10590">
                  <c:v>-1</c:v>
                </c:pt>
                <c:pt idx="10591">
                  <c:v>1</c:v>
                </c:pt>
                <c:pt idx="10592">
                  <c:v>2.5</c:v>
                </c:pt>
                <c:pt idx="10593">
                  <c:v>4</c:v>
                </c:pt>
                <c:pt idx="10594">
                  <c:v>5.5</c:v>
                </c:pt>
                <c:pt idx="10595">
                  <c:v>6.5</c:v>
                </c:pt>
                <c:pt idx="10596">
                  <c:v>7</c:v>
                </c:pt>
                <c:pt idx="10597">
                  <c:v>5.5</c:v>
                </c:pt>
                <c:pt idx="10598">
                  <c:v>5</c:v>
                </c:pt>
                <c:pt idx="10599">
                  <c:v>4.5</c:v>
                </c:pt>
                <c:pt idx="10600">
                  <c:v>4.5</c:v>
                </c:pt>
                <c:pt idx="10601">
                  <c:v>5</c:v>
                </c:pt>
                <c:pt idx="10602">
                  <c:v>6.5</c:v>
                </c:pt>
                <c:pt idx="10603">
                  <c:v>5</c:v>
                </c:pt>
                <c:pt idx="10604">
                  <c:v>5</c:v>
                </c:pt>
                <c:pt idx="10605">
                  <c:v>6.5</c:v>
                </c:pt>
                <c:pt idx="10606">
                  <c:v>6.5</c:v>
                </c:pt>
                <c:pt idx="10607">
                  <c:v>7.5</c:v>
                </c:pt>
                <c:pt idx="10608">
                  <c:v>8.5</c:v>
                </c:pt>
                <c:pt idx="10609">
                  <c:v>8.5</c:v>
                </c:pt>
                <c:pt idx="10610">
                  <c:v>7.5</c:v>
                </c:pt>
                <c:pt idx="10611">
                  <c:v>6</c:v>
                </c:pt>
                <c:pt idx="10612">
                  <c:v>5.5</c:v>
                </c:pt>
                <c:pt idx="10613">
                  <c:v>4.5</c:v>
                </c:pt>
                <c:pt idx="10614">
                  <c:v>5</c:v>
                </c:pt>
                <c:pt idx="10615">
                  <c:v>5</c:v>
                </c:pt>
                <c:pt idx="10616">
                  <c:v>5.5</c:v>
                </c:pt>
                <c:pt idx="10617">
                  <c:v>6.5</c:v>
                </c:pt>
                <c:pt idx="10618">
                  <c:v>8</c:v>
                </c:pt>
                <c:pt idx="10619">
                  <c:v>8</c:v>
                </c:pt>
                <c:pt idx="10620">
                  <c:v>8.5</c:v>
                </c:pt>
                <c:pt idx="10621">
                  <c:v>9.5</c:v>
                </c:pt>
                <c:pt idx="10622">
                  <c:v>9.5</c:v>
                </c:pt>
                <c:pt idx="10623">
                  <c:v>10</c:v>
                </c:pt>
                <c:pt idx="10624">
                  <c:v>8.5</c:v>
                </c:pt>
                <c:pt idx="10625">
                  <c:v>9.5</c:v>
                </c:pt>
                <c:pt idx="10626">
                  <c:v>9</c:v>
                </c:pt>
                <c:pt idx="10627">
                  <c:v>7</c:v>
                </c:pt>
                <c:pt idx="10628">
                  <c:v>6</c:v>
                </c:pt>
                <c:pt idx="10629">
                  <c:v>6</c:v>
                </c:pt>
                <c:pt idx="10630">
                  <c:v>6.5</c:v>
                </c:pt>
                <c:pt idx="10631">
                  <c:v>6</c:v>
                </c:pt>
                <c:pt idx="10632">
                  <c:v>8</c:v>
                </c:pt>
                <c:pt idx="10633">
                  <c:v>9</c:v>
                </c:pt>
                <c:pt idx="10634">
                  <c:v>8.5</c:v>
                </c:pt>
                <c:pt idx="10635">
                  <c:v>7.5</c:v>
                </c:pt>
                <c:pt idx="10636">
                  <c:v>10</c:v>
                </c:pt>
                <c:pt idx="10637">
                  <c:v>9</c:v>
                </c:pt>
                <c:pt idx="10638">
                  <c:v>5.5</c:v>
                </c:pt>
                <c:pt idx="10639">
                  <c:v>4</c:v>
                </c:pt>
                <c:pt idx="10640">
                  <c:v>5</c:v>
                </c:pt>
                <c:pt idx="10641">
                  <c:v>7.5</c:v>
                </c:pt>
                <c:pt idx="10642">
                  <c:v>8.5</c:v>
                </c:pt>
                <c:pt idx="10643">
                  <c:v>10.5</c:v>
                </c:pt>
                <c:pt idx="10644">
                  <c:v>10.5</c:v>
                </c:pt>
                <c:pt idx="10645">
                  <c:v>8.5</c:v>
                </c:pt>
                <c:pt idx="10646">
                  <c:v>8.5</c:v>
                </c:pt>
                <c:pt idx="10647">
                  <c:v>9</c:v>
                </c:pt>
                <c:pt idx="10648">
                  <c:v>10.5</c:v>
                </c:pt>
                <c:pt idx="10649">
                  <c:v>9</c:v>
                </c:pt>
                <c:pt idx="10650">
                  <c:v>9</c:v>
                </c:pt>
                <c:pt idx="10651">
                  <c:v>8.5</c:v>
                </c:pt>
                <c:pt idx="10652">
                  <c:v>11</c:v>
                </c:pt>
                <c:pt idx="10653">
                  <c:v>9.5</c:v>
                </c:pt>
                <c:pt idx="10654">
                  <c:v>11</c:v>
                </c:pt>
                <c:pt idx="10655">
                  <c:v>10.5</c:v>
                </c:pt>
                <c:pt idx="10656">
                  <c:v>10.5</c:v>
                </c:pt>
                <c:pt idx="10657">
                  <c:v>11.5</c:v>
                </c:pt>
                <c:pt idx="10658">
                  <c:v>8</c:v>
                </c:pt>
                <c:pt idx="10659">
                  <c:v>7.5</c:v>
                </c:pt>
                <c:pt idx="10660">
                  <c:v>9.5</c:v>
                </c:pt>
                <c:pt idx="10661">
                  <c:v>10</c:v>
                </c:pt>
                <c:pt idx="10662">
                  <c:v>13.5</c:v>
                </c:pt>
                <c:pt idx="10663">
                  <c:v>11</c:v>
                </c:pt>
                <c:pt idx="10664">
                  <c:v>9</c:v>
                </c:pt>
                <c:pt idx="10665">
                  <c:v>8.5</c:v>
                </c:pt>
                <c:pt idx="10666">
                  <c:v>11</c:v>
                </c:pt>
                <c:pt idx="10667">
                  <c:v>11.5</c:v>
                </c:pt>
                <c:pt idx="10668">
                  <c:v>13.5</c:v>
                </c:pt>
                <c:pt idx="10669">
                  <c:v>15.5</c:v>
                </c:pt>
                <c:pt idx="10670">
                  <c:v>14.5</c:v>
                </c:pt>
                <c:pt idx="10671">
                  <c:v>14</c:v>
                </c:pt>
                <c:pt idx="10672">
                  <c:v>14</c:v>
                </c:pt>
                <c:pt idx="10673">
                  <c:v>14.5</c:v>
                </c:pt>
                <c:pt idx="10674">
                  <c:v>14</c:v>
                </c:pt>
                <c:pt idx="10675">
                  <c:v>14</c:v>
                </c:pt>
                <c:pt idx="10676">
                  <c:v>14</c:v>
                </c:pt>
                <c:pt idx="10677">
                  <c:v>14</c:v>
                </c:pt>
                <c:pt idx="10678">
                  <c:v>15.5</c:v>
                </c:pt>
                <c:pt idx="10679">
                  <c:v>15</c:v>
                </c:pt>
                <c:pt idx="10680">
                  <c:v>13</c:v>
                </c:pt>
                <c:pt idx="10681">
                  <c:v>10</c:v>
                </c:pt>
                <c:pt idx="10682">
                  <c:v>10.5</c:v>
                </c:pt>
                <c:pt idx="10683">
                  <c:v>10</c:v>
                </c:pt>
                <c:pt idx="10684">
                  <c:v>10.5</c:v>
                </c:pt>
                <c:pt idx="10685">
                  <c:v>13</c:v>
                </c:pt>
                <c:pt idx="10686">
                  <c:v>16</c:v>
                </c:pt>
                <c:pt idx="10687">
                  <c:v>16.5</c:v>
                </c:pt>
                <c:pt idx="10688">
                  <c:v>16</c:v>
                </c:pt>
                <c:pt idx="10689">
                  <c:v>16</c:v>
                </c:pt>
                <c:pt idx="10690">
                  <c:v>18.5</c:v>
                </c:pt>
                <c:pt idx="10691">
                  <c:v>20</c:v>
                </c:pt>
                <c:pt idx="10692">
                  <c:v>21.5</c:v>
                </c:pt>
                <c:pt idx="10693">
                  <c:v>21.5</c:v>
                </c:pt>
                <c:pt idx="10694">
                  <c:v>20.5</c:v>
                </c:pt>
                <c:pt idx="10695">
                  <c:v>20.5</c:v>
                </c:pt>
                <c:pt idx="10696">
                  <c:v>21</c:v>
                </c:pt>
                <c:pt idx="10697">
                  <c:v>21.5</c:v>
                </c:pt>
                <c:pt idx="10698">
                  <c:v>20</c:v>
                </c:pt>
                <c:pt idx="10699">
                  <c:v>19.5</c:v>
                </c:pt>
                <c:pt idx="10700">
                  <c:v>20</c:v>
                </c:pt>
                <c:pt idx="10701">
                  <c:v>20</c:v>
                </c:pt>
                <c:pt idx="10702">
                  <c:v>20.5</c:v>
                </c:pt>
                <c:pt idx="10703">
                  <c:v>21.5</c:v>
                </c:pt>
                <c:pt idx="10704">
                  <c:v>21.5</c:v>
                </c:pt>
                <c:pt idx="10705">
                  <c:v>22</c:v>
                </c:pt>
                <c:pt idx="10706">
                  <c:v>22.5</c:v>
                </c:pt>
                <c:pt idx="10707">
                  <c:v>22.5</c:v>
                </c:pt>
                <c:pt idx="10708">
                  <c:v>19.5</c:v>
                </c:pt>
                <c:pt idx="10709">
                  <c:v>19.5</c:v>
                </c:pt>
                <c:pt idx="10710">
                  <c:v>20</c:v>
                </c:pt>
                <c:pt idx="10711">
                  <c:v>17.5</c:v>
                </c:pt>
                <c:pt idx="10712">
                  <c:v>16.5</c:v>
                </c:pt>
                <c:pt idx="10713">
                  <c:v>19</c:v>
                </c:pt>
                <c:pt idx="10714">
                  <c:v>19.5</c:v>
                </c:pt>
                <c:pt idx="10715">
                  <c:v>18.5</c:v>
                </c:pt>
                <c:pt idx="10716">
                  <c:v>18</c:v>
                </c:pt>
                <c:pt idx="10717">
                  <c:v>19.5</c:v>
                </c:pt>
                <c:pt idx="10718">
                  <c:v>18.5</c:v>
                </c:pt>
                <c:pt idx="10719">
                  <c:v>20</c:v>
                </c:pt>
                <c:pt idx="10720">
                  <c:v>19</c:v>
                </c:pt>
                <c:pt idx="10721">
                  <c:v>19.5</c:v>
                </c:pt>
                <c:pt idx="10722">
                  <c:v>22.5</c:v>
                </c:pt>
                <c:pt idx="10723">
                  <c:v>24</c:v>
                </c:pt>
                <c:pt idx="10724">
                  <c:v>23.5</c:v>
                </c:pt>
                <c:pt idx="10725">
                  <c:v>23</c:v>
                </c:pt>
                <c:pt idx="10726">
                  <c:v>20.5</c:v>
                </c:pt>
                <c:pt idx="10727">
                  <c:v>19.5</c:v>
                </c:pt>
                <c:pt idx="10728">
                  <c:v>18.5</c:v>
                </c:pt>
                <c:pt idx="10729">
                  <c:v>20.5</c:v>
                </c:pt>
                <c:pt idx="10730">
                  <c:v>21.5</c:v>
                </c:pt>
                <c:pt idx="10731">
                  <c:v>22</c:v>
                </c:pt>
                <c:pt idx="10732">
                  <c:v>22</c:v>
                </c:pt>
                <c:pt idx="10733">
                  <c:v>21.5</c:v>
                </c:pt>
                <c:pt idx="10734">
                  <c:v>22</c:v>
                </c:pt>
                <c:pt idx="10735">
                  <c:v>23</c:v>
                </c:pt>
                <c:pt idx="10736">
                  <c:v>25</c:v>
                </c:pt>
                <c:pt idx="10737">
                  <c:v>22.5</c:v>
                </c:pt>
                <c:pt idx="10738">
                  <c:v>22</c:v>
                </c:pt>
                <c:pt idx="10739">
                  <c:v>23</c:v>
                </c:pt>
                <c:pt idx="10740">
                  <c:v>23</c:v>
                </c:pt>
                <c:pt idx="10741">
                  <c:v>18.5</c:v>
                </c:pt>
                <c:pt idx="10742">
                  <c:v>19.5</c:v>
                </c:pt>
                <c:pt idx="10743">
                  <c:v>20.5</c:v>
                </c:pt>
                <c:pt idx="10744">
                  <c:v>21.5</c:v>
                </c:pt>
                <c:pt idx="10745">
                  <c:v>23.5</c:v>
                </c:pt>
                <c:pt idx="10746">
                  <c:v>25.5</c:v>
                </c:pt>
                <c:pt idx="10747">
                  <c:v>27</c:v>
                </c:pt>
                <c:pt idx="10748">
                  <c:v>28</c:v>
                </c:pt>
                <c:pt idx="10749">
                  <c:v>27</c:v>
                </c:pt>
                <c:pt idx="10750">
                  <c:v>26.5</c:v>
                </c:pt>
                <c:pt idx="10751">
                  <c:v>25</c:v>
                </c:pt>
                <c:pt idx="10752">
                  <c:v>26</c:v>
                </c:pt>
                <c:pt idx="10753">
                  <c:v>26</c:v>
                </c:pt>
                <c:pt idx="10754">
                  <c:v>25</c:v>
                </c:pt>
                <c:pt idx="10755">
                  <c:v>26.5</c:v>
                </c:pt>
                <c:pt idx="10756">
                  <c:v>29</c:v>
                </c:pt>
                <c:pt idx="10757">
                  <c:v>29.5</c:v>
                </c:pt>
                <c:pt idx="10758">
                  <c:v>31</c:v>
                </c:pt>
                <c:pt idx="10759">
                  <c:v>31</c:v>
                </c:pt>
                <c:pt idx="10760">
                  <c:v>29.5</c:v>
                </c:pt>
                <c:pt idx="10761">
                  <c:v>27.5</c:v>
                </c:pt>
                <c:pt idx="10762">
                  <c:v>26</c:v>
                </c:pt>
                <c:pt idx="10763">
                  <c:v>27</c:v>
                </c:pt>
                <c:pt idx="10764">
                  <c:v>26.5</c:v>
                </c:pt>
                <c:pt idx="10765">
                  <c:v>27.5</c:v>
                </c:pt>
                <c:pt idx="10766">
                  <c:v>27</c:v>
                </c:pt>
                <c:pt idx="10767">
                  <c:v>25</c:v>
                </c:pt>
                <c:pt idx="10768">
                  <c:v>26</c:v>
                </c:pt>
                <c:pt idx="10769">
                  <c:v>26.5</c:v>
                </c:pt>
                <c:pt idx="10770">
                  <c:v>28</c:v>
                </c:pt>
                <c:pt idx="10771">
                  <c:v>29</c:v>
                </c:pt>
                <c:pt idx="10772">
                  <c:v>29.5</c:v>
                </c:pt>
                <c:pt idx="10773">
                  <c:v>28</c:v>
                </c:pt>
                <c:pt idx="10774">
                  <c:v>27</c:v>
                </c:pt>
                <c:pt idx="10775">
                  <c:v>27.5</c:v>
                </c:pt>
                <c:pt idx="10776">
                  <c:v>28.5</c:v>
                </c:pt>
                <c:pt idx="10777">
                  <c:v>29.5</c:v>
                </c:pt>
                <c:pt idx="10778">
                  <c:v>26</c:v>
                </c:pt>
                <c:pt idx="10779">
                  <c:v>28</c:v>
                </c:pt>
                <c:pt idx="10780">
                  <c:v>27.5</c:v>
                </c:pt>
                <c:pt idx="10781">
                  <c:v>27.5</c:v>
                </c:pt>
                <c:pt idx="10782">
                  <c:v>26.5</c:v>
                </c:pt>
                <c:pt idx="10783">
                  <c:v>26</c:v>
                </c:pt>
                <c:pt idx="10784">
                  <c:v>25.5</c:v>
                </c:pt>
                <c:pt idx="10785">
                  <c:v>25.5</c:v>
                </c:pt>
                <c:pt idx="10786">
                  <c:v>27</c:v>
                </c:pt>
                <c:pt idx="10787">
                  <c:v>27.5</c:v>
                </c:pt>
                <c:pt idx="10788">
                  <c:v>26.5</c:v>
                </c:pt>
                <c:pt idx="10789">
                  <c:v>25</c:v>
                </c:pt>
                <c:pt idx="10790">
                  <c:v>25.5</c:v>
                </c:pt>
                <c:pt idx="10791">
                  <c:v>25.5</c:v>
                </c:pt>
                <c:pt idx="10792">
                  <c:v>23.5</c:v>
                </c:pt>
                <c:pt idx="10793">
                  <c:v>25</c:v>
                </c:pt>
                <c:pt idx="10794">
                  <c:v>26.5</c:v>
                </c:pt>
                <c:pt idx="10795">
                  <c:v>24.5</c:v>
                </c:pt>
                <c:pt idx="10796">
                  <c:v>26</c:v>
                </c:pt>
                <c:pt idx="10797">
                  <c:v>27</c:v>
                </c:pt>
                <c:pt idx="10798">
                  <c:v>27.5</c:v>
                </c:pt>
                <c:pt idx="10799">
                  <c:v>28</c:v>
                </c:pt>
                <c:pt idx="10800">
                  <c:v>29</c:v>
                </c:pt>
                <c:pt idx="10801">
                  <c:v>24.5</c:v>
                </c:pt>
                <c:pt idx="10802">
                  <c:v>25</c:v>
                </c:pt>
                <c:pt idx="10803">
                  <c:v>25.5</c:v>
                </c:pt>
                <c:pt idx="10804">
                  <c:v>25</c:v>
                </c:pt>
                <c:pt idx="10805">
                  <c:v>21.5</c:v>
                </c:pt>
                <c:pt idx="10806">
                  <c:v>24</c:v>
                </c:pt>
                <c:pt idx="10807">
                  <c:v>26</c:v>
                </c:pt>
                <c:pt idx="10808">
                  <c:v>27.5</c:v>
                </c:pt>
                <c:pt idx="10809">
                  <c:v>28</c:v>
                </c:pt>
                <c:pt idx="10810">
                  <c:v>28.5</c:v>
                </c:pt>
                <c:pt idx="10811">
                  <c:v>30</c:v>
                </c:pt>
                <c:pt idx="10812">
                  <c:v>31</c:v>
                </c:pt>
                <c:pt idx="10813">
                  <c:v>32</c:v>
                </c:pt>
                <c:pt idx="10814">
                  <c:v>24</c:v>
                </c:pt>
                <c:pt idx="10815">
                  <c:v>28</c:v>
                </c:pt>
                <c:pt idx="10816">
                  <c:v>29.5</c:v>
                </c:pt>
                <c:pt idx="10817">
                  <c:v>25.5</c:v>
                </c:pt>
                <c:pt idx="10818">
                  <c:v>27.5</c:v>
                </c:pt>
                <c:pt idx="10819">
                  <c:v>27</c:v>
                </c:pt>
                <c:pt idx="10820">
                  <c:v>27</c:v>
                </c:pt>
                <c:pt idx="10821">
                  <c:v>28</c:v>
                </c:pt>
                <c:pt idx="10822">
                  <c:v>28</c:v>
                </c:pt>
                <c:pt idx="10823">
                  <c:v>28</c:v>
                </c:pt>
                <c:pt idx="10824">
                  <c:v>29</c:v>
                </c:pt>
                <c:pt idx="10825">
                  <c:v>30.5</c:v>
                </c:pt>
                <c:pt idx="10826">
                  <c:v>31.5</c:v>
                </c:pt>
                <c:pt idx="10827">
                  <c:v>31.5</c:v>
                </c:pt>
                <c:pt idx="10828">
                  <c:v>30</c:v>
                </c:pt>
                <c:pt idx="10829">
                  <c:v>27</c:v>
                </c:pt>
                <c:pt idx="10830">
                  <c:v>28.5</c:v>
                </c:pt>
                <c:pt idx="10831">
                  <c:v>25</c:v>
                </c:pt>
                <c:pt idx="10832">
                  <c:v>24.5</c:v>
                </c:pt>
                <c:pt idx="10833">
                  <c:v>25</c:v>
                </c:pt>
                <c:pt idx="10834">
                  <c:v>26.5</c:v>
                </c:pt>
                <c:pt idx="10835">
                  <c:v>27.5</c:v>
                </c:pt>
                <c:pt idx="10836">
                  <c:v>26.5</c:v>
                </c:pt>
                <c:pt idx="10837">
                  <c:v>26.5</c:v>
                </c:pt>
                <c:pt idx="10838">
                  <c:v>27</c:v>
                </c:pt>
                <c:pt idx="10839">
                  <c:v>28</c:v>
                </c:pt>
                <c:pt idx="10840">
                  <c:v>28.5</c:v>
                </c:pt>
                <c:pt idx="10841">
                  <c:v>28.5</c:v>
                </c:pt>
                <c:pt idx="10842">
                  <c:v>28</c:v>
                </c:pt>
                <c:pt idx="10843">
                  <c:v>26</c:v>
                </c:pt>
                <c:pt idx="10844">
                  <c:v>20</c:v>
                </c:pt>
                <c:pt idx="10845">
                  <c:v>24</c:v>
                </c:pt>
                <c:pt idx="10846">
                  <c:v>25.5</c:v>
                </c:pt>
                <c:pt idx="10847">
                  <c:v>24.5</c:v>
                </c:pt>
                <c:pt idx="10848">
                  <c:v>24</c:v>
                </c:pt>
                <c:pt idx="10849">
                  <c:v>24</c:v>
                </c:pt>
                <c:pt idx="10850">
                  <c:v>24.5</c:v>
                </c:pt>
                <c:pt idx="10851">
                  <c:v>25</c:v>
                </c:pt>
                <c:pt idx="10852">
                  <c:v>24.5</c:v>
                </c:pt>
                <c:pt idx="10853">
                  <c:v>23</c:v>
                </c:pt>
                <c:pt idx="10854">
                  <c:v>20.5</c:v>
                </c:pt>
                <c:pt idx="10855">
                  <c:v>20</c:v>
                </c:pt>
                <c:pt idx="10856">
                  <c:v>21.5</c:v>
                </c:pt>
                <c:pt idx="10857">
                  <c:v>22.5</c:v>
                </c:pt>
                <c:pt idx="10858">
                  <c:v>22</c:v>
                </c:pt>
                <c:pt idx="10859">
                  <c:v>21.5</c:v>
                </c:pt>
                <c:pt idx="10860">
                  <c:v>21</c:v>
                </c:pt>
                <c:pt idx="10861">
                  <c:v>21</c:v>
                </c:pt>
                <c:pt idx="10862">
                  <c:v>21</c:v>
                </c:pt>
                <c:pt idx="10863">
                  <c:v>18.5</c:v>
                </c:pt>
                <c:pt idx="10864">
                  <c:v>20</c:v>
                </c:pt>
                <c:pt idx="10865">
                  <c:v>20</c:v>
                </c:pt>
                <c:pt idx="10866">
                  <c:v>23</c:v>
                </c:pt>
                <c:pt idx="10867">
                  <c:v>23</c:v>
                </c:pt>
                <c:pt idx="10868">
                  <c:v>16.5</c:v>
                </c:pt>
                <c:pt idx="10869">
                  <c:v>18.5</c:v>
                </c:pt>
                <c:pt idx="10870">
                  <c:v>18.5</c:v>
                </c:pt>
                <c:pt idx="10871">
                  <c:v>20.5</c:v>
                </c:pt>
                <c:pt idx="10872">
                  <c:v>22</c:v>
                </c:pt>
                <c:pt idx="10873">
                  <c:v>23</c:v>
                </c:pt>
                <c:pt idx="10874">
                  <c:v>23.5</c:v>
                </c:pt>
                <c:pt idx="10875">
                  <c:v>23.5</c:v>
                </c:pt>
                <c:pt idx="10876">
                  <c:v>21.5</c:v>
                </c:pt>
                <c:pt idx="10877">
                  <c:v>18</c:v>
                </c:pt>
                <c:pt idx="10878">
                  <c:v>17</c:v>
                </c:pt>
                <c:pt idx="10879">
                  <c:v>18</c:v>
                </c:pt>
                <c:pt idx="10880">
                  <c:v>19</c:v>
                </c:pt>
                <c:pt idx="10881">
                  <c:v>19.5</c:v>
                </c:pt>
                <c:pt idx="10882">
                  <c:v>19</c:v>
                </c:pt>
                <c:pt idx="10883">
                  <c:v>19</c:v>
                </c:pt>
                <c:pt idx="10884">
                  <c:v>16</c:v>
                </c:pt>
                <c:pt idx="10885">
                  <c:v>13</c:v>
                </c:pt>
                <c:pt idx="10886">
                  <c:v>12.5</c:v>
                </c:pt>
                <c:pt idx="10887">
                  <c:v>12.5</c:v>
                </c:pt>
                <c:pt idx="10888">
                  <c:v>13.5</c:v>
                </c:pt>
                <c:pt idx="10889">
                  <c:v>14.5</c:v>
                </c:pt>
                <c:pt idx="10890">
                  <c:v>15.5</c:v>
                </c:pt>
                <c:pt idx="10891">
                  <c:v>16.5</c:v>
                </c:pt>
                <c:pt idx="10892">
                  <c:v>16.5</c:v>
                </c:pt>
                <c:pt idx="10893">
                  <c:v>17</c:v>
                </c:pt>
                <c:pt idx="10894">
                  <c:v>16</c:v>
                </c:pt>
                <c:pt idx="10895">
                  <c:v>12</c:v>
                </c:pt>
                <c:pt idx="10896">
                  <c:v>11</c:v>
                </c:pt>
                <c:pt idx="10897">
                  <c:v>10.5</c:v>
                </c:pt>
                <c:pt idx="10898">
                  <c:v>10.5</c:v>
                </c:pt>
                <c:pt idx="10899">
                  <c:v>11.5</c:v>
                </c:pt>
                <c:pt idx="10900">
                  <c:v>10.5</c:v>
                </c:pt>
                <c:pt idx="10901">
                  <c:v>8.5</c:v>
                </c:pt>
                <c:pt idx="10902">
                  <c:v>10.5</c:v>
                </c:pt>
                <c:pt idx="10903">
                  <c:v>8.5</c:v>
                </c:pt>
                <c:pt idx="10904">
                  <c:v>10.5</c:v>
                </c:pt>
                <c:pt idx="10905">
                  <c:v>11.5</c:v>
                </c:pt>
                <c:pt idx="10906">
                  <c:v>14</c:v>
                </c:pt>
                <c:pt idx="10907">
                  <c:v>15</c:v>
                </c:pt>
                <c:pt idx="10908">
                  <c:v>15</c:v>
                </c:pt>
                <c:pt idx="10909">
                  <c:v>15.5</c:v>
                </c:pt>
                <c:pt idx="10910">
                  <c:v>14</c:v>
                </c:pt>
                <c:pt idx="10911">
                  <c:v>14.5</c:v>
                </c:pt>
                <c:pt idx="10912">
                  <c:v>16</c:v>
                </c:pt>
                <c:pt idx="10913">
                  <c:v>15.5</c:v>
                </c:pt>
                <c:pt idx="10914">
                  <c:v>17</c:v>
                </c:pt>
                <c:pt idx="10915">
                  <c:v>16.5</c:v>
                </c:pt>
                <c:pt idx="10916">
                  <c:v>16.5</c:v>
                </c:pt>
                <c:pt idx="10917">
                  <c:v>16</c:v>
                </c:pt>
                <c:pt idx="10918">
                  <c:v>16.5</c:v>
                </c:pt>
                <c:pt idx="10919">
                  <c:v>16</c:v>
                </c:pt>
                <c:pt idx="10920">
                  <c:v>15</c:v>
                </c:pt>
                <c:pt idx="10921">
                  <c:v>14</c:v>
                </c:pt>
                <c:pt idx="10922">
                  <c:v>11.5</c:v>
                </c:pt>
                <c:pt idx="10923">
                  <c:v>9</c:v>
                </c:pt>
                <c:pt idx="10924">
                  <c:v>7.5</c:v>
                </c:pt>
                <c:pt idx="10925">
                  <c:v>7</c:v>
                </c:pt>
                <c:pt idx="10926">
                  <c:v>8</c:v>
                </c:pt>
                <c:pt idx="10927">
                  <c:v>7</c:v>
                </c:pt>
                <c:pt idx="10928">
                  <c:v>10</c:v>
                </c:pt>
                <c:pt idx="10929">
                  <c:v>11</c:v>
                </c:pt>
                <c:pt idx="10930">
                  <c:v>10</c:v>
                </c:pt>
                <c:pt idx="10931">
                  <c:v>7.5</c:v>
                </c:pt>
                <c:pt idx="10932">
                  <c:v>6</c:v>
                </c:pt>
                <c:pt idx="10933">
                  <c:v>4.5</c:v>
                </c:pt>
                <c:pt idx="10934">
                  <c:v>6.5</c:v>
                </c:pt>
                <c:pt idx="10935">
                  <c:v>8</c:v>
                </c:pt>
                <c:pt idx="10936">
                  <c:v>8.5</c:v>
                </c:pt>
                <c:pt idx="10937">
                  <c:v>9</c:v>
                </c:pt>
                <c:pt idx="10938">
                  <c:v>9.5</c:v>
                </c:pt>
                <c:pt idx="10939">
                  <c:v>10</c:v>
                </c:pt>
                <c:pt idx="10940">
                  <c:v>10</c:v>
                </c:pt>
                <c:pt idx="10941">
                  <c:v>11.5</c:v>
                </c:pt>
                <c:pt idx="10942">
                  <c:v>10.5</c:v>
                </c:pt>
                <c:pt idx="10943">
                  <c:v>11.5</c:v>
                </c:pt>
                <c:pt idx="10944">
                  <c:v>9</c:v>
                </c:pt>
                <c:pt idx="10945">
                  <c:v>6.5</c:v>
                </c:pt>
                <c:pt idx="10946">
                  <c:v>6</c:v>
                </c:pt>
                <c:pt idx="10947">
                  <c:v>5</c:v>
                </c:pt>
                <c:pt idx="10948">
                  <c:v>5</c:v>
                </c:pt>
                <c:pt idx="10949">
                  <c:v>3.5</c:v>
                </c:pt>
                <c:pt idx="10950">
                  <c:v>3</c:v>
                </c:pt>
                <c:pt idx="10951">
                  <c:v>2.5</c:v>
                </c:pt>
                <c:pt idx="10952">
                  <c:v>2.5</c:v>
                </c:pt>
                <c:pt idx="10953">
                  <c:v>2</c:v>
                </c:pt>
                <c:pt idx="10954">
                  <c:v>2.5</c:v>
                </c:pt>
                <c:pt idx="10955">
                  <c:v>4</c:v>
                </c:pt>
                <c:pt idx="10956">
                  <c:v>6</c:v>
                </c:pt>
                <c:pt idx="10957">
                  <c:v>7</c:v>
                </c:pt>
                <c:pt idx="10958">
                  <c:v>8.5</c:v>
                </c:pt>
                <c:pt idx="10959">
                  <c:v>8.5</c:v>
                </c:pt>
                <c:pt idx="10960">
                  <c:v>8</c:v>
                </c:pt>
                <c:pt idx="10961">
                  <c:v>7.5</c:v>
                </c:pt>
                <c:pt idx="10962">
                  <c:v>6.5</c:v>
                </c:pt>
                <c:pt idx="10963">
                  <c:v>8</c:v>
                </c:pt>
                <c:pt idx="10964">
                  <c:v>8.5</c:v>
                </c:pt>
                <c:pt idx="10965">
                  <c:v>10</c:v>
                </c:pt>
                <c:pt idx="10966">
                  <c:v>11</c:v>
                </c:pt>
                <c:pt idx="10967">
                  <c:v>12</c:v>
                </c:pt>
                <c:pt idx="10968">
                  <c:v>12.5</c:v>
                </c:pt>
                <c:pt idx="10969">
                  <c:v>12.5</c:v>
                </c:pt>
                <c:pt idx="10970">
                  <c:v>12</c:v>
                </c:pt>
                <c:pt idx="10971">
                  <c:v>11</c:v>
                </c:pt>
                <c:pt idx="10972">
                  <c:v>9</c:v>
                </c:pt>
                <c:pt idx="10973">
                  <c:v>7</c:v>
                </c:pt>
                <c:pt idx="10974">
                  <c:v>6</c:v>
                </c:pt>
                <c:pt idx="10975">
                  <c:v>7.5</c:v>
                </c:pt>
                <c:pt idx="10976">
                  <c:v>10</c:v>
                </c:pt>
                <c:pt idx="10977">
                  <c:v>9</c:v>
                </c:pt>
                <c:pt idx="10978">
                  <c:v>7.5</c:v>
                </c:pt>
                <c:pt idx="10979">
                  <c:v>6.5</c:v>
                </c:pt>
                <c:pt idx="10980">
                  <c:v>7</c:v>
                </c:pt>
                <c:pt idx="10981">
                  <c:v>7</c:v>
                </c:pt>
                <c:pt idx="10982">
                  <c:v>7.5</c:v>
                </c:pt>
                <c:pt idx="10983">
                  <c:v>5.5</c:v>
                </c:pt>
                <c:pt idx="10984">
                  <c:v>3.5</c:v>
                </c:pt>
                <c:pt idx="10985">
                  <c:v>3</c:v>
                </c:pt>
                <c:pt idx="10986">
                  <c:v>3.5</c:v>
                </c:pt>
                <c:pt idx="10987">
                  <c:v>4</c:v>
                </c:pt>
                <c:pt idx="10988">
                  <c:v>4.5</c:v>
                </c:pt>
                <c:pt idx="10989">
                  <c:v>4</c:v>
                </c:pt>
                <c:pt idx="10990">
                  <c:v>5</c:v>
                </c:pt>
                <c:pt idx="10991">
                  <c:v>8.5</c:v>
                </c:pt>
                <c:pt idx="10992">
                  <c:v>8.5</c:v>
                </c:pt>
                <c:pt idx="10993">
                  <c:v>8</c:v>
                </c:pt>
                <c:pt idx="10994">
                  <c:v>9</c:v>
                </c:pt>
                <c:pt idx="10995">
                  <c:v>9.5</c:v>
                </c:pt>
                <c:pt idx="10996">
                  <c:v>11</c:v>
                </c:pt>
                <c:pt idx="10997">
                  <c:v>11</c:v>
                </c:pt>
                <c:pt idx="10998">
                  <c:v>9</c:v>
                </c:pt>
                <c:pt idx="10999">
                  <c:v>9.5</c:v>
                </c:pt>
                <c:pt idx="11000">
                  <c:v>7</c:v>
                </c:pt>
                <c:pt idx="11001">
                  <c:v>8</c:v>
                </c:pt>
                <c:pt idx="11002">
                  <c:v>6</c:v>
                </c:pt>
                <c:pt idx="11003">
                  <c:v>5.5</c:v>
                </c:pt>
                <c:pt idx="11004">
                  <c:v>6.5</c:v>
                </c:pt>
                <c:pt idx="11005">
                  <c:v>6</c:v>
                </c:pt>
                <c:pt idx="11006">
                  <c:v>5.5</c:v>
                </c:pt>
                <c:pt idx="11007">
                  <c:v>7</c:v>
                </c:pt>
                <c:pt idx="11008">
                  <c:v>7.5</c:v>
                </c:pt>
                <c:pt idx="11009">
                  <c:v>3.5</c:v>
                </c:pt>
                <c:pt idx="11010">
                  <c:v>3.5</c:v>
                </c:pt>
                <c:pt idx="11011">
                  <c:v>1</c:v>
                </c:pt>
                <c:pt idx="11012">
                  <c:v>0.5</c:v>
                </c:pt>
                <c:pt idx="11013">
                  <c:v>2</c:v>
                </c:pt>
                <c:pt idx="11014">
                  <c:v>2</c:v>
                </c:pt>
                <c:pt idx="11015">
                  <c:v>3</c:v>
                </c:pt>
                <c:pt idx="11016">
                  <c:v>0.5</c:v>
                </c:pt>
                <c:pt idx="11017">
                  <c:v>1.5</c:v>
                </c:pt>
                <c:pt idx="11018">
                  <c:v>3.5</c:v>
                </c:pt>
                <c:pt idx="11019">
                  <c:v>6</c:v>
                </c:pt>
                <c:pt idx="11020">
                  <c:v>6</c:v>
                </c:pt>
                <c:pt idx="11021">
                  <c:v>5</c:v>
                </c:pt>
                <c:pt idx="11022">
                  <c:v>3</c:v>
                </c:pt>
                <c:pt idx="11023">
                  <c:v>3</c:v>
                </c:pt>
                <c:pt idx="11024">
                  <c:v>2.5</c:v>
                </c:pt>
                <c:pt idx="11025">
                  <c:v>2</c:v>
                </c:pt>
                <c:pt idx="11026">
                  <c:v>6.5</c:v>
                </c:pt>
                <c:pt idx="11027">
                  <c:v>8</c:v>
                </c:pt>
                <c:pt idx="11028">
                  <c:v>11</c:v>
                </c:pt>
                <c:pt idx="11029">
                  <c:v>8.5</c:v>
                </c:pt>
                <c:pt idx="11030">
                  <c:v>10.5</c:v>
                </c:pt>
                <c:pt idx="11031">
                  <c:v>11</c:v>
                </c:pt>
                <c:pt idx="11032">
                  <c:v>10.5</c:v>
                </c:pt>
                <c:pt idx="11033">
                  <c:v>13</c:v>
                </c:pt>
                <c:pt idx="11034">
                  <c:v>14</c:v>
                </c:pt>
                <c:pt idx="11035">
                  <c:v>11.5</c:v>
                </c:pt>
                <c:pt idx="11036">
                  <c:v>8.5</c:v>
                </c:pt>
                <c:pt idx="11037">
                  <c:v>9</c:v>
                </c:pt>
                <c:pt idx="11038">
                  <c:v>14</c:v>
                </c:pt>
                <c:pt idx="11039">
                  <c:v>15</c:v>
                </c:pt>
                <c:pt idx="11040">
                  <c:v>16</c:v>
                </c:pt>
                <c:pt idx="11041">
                  <c:v>14.5</c:v>
                </c:pt>
                <c:pt idx="11042">
                  <c:v>16</c:v>
                </c:pt>
                <c:pt idx="11043">
                  <c:v>15.5</c:v>
                </c:pt>
                <c:pt idx="11044">
                  <c:v>16</c:v>
                </c:pt>
                <c:pt idx="11045">
                  <c:v>18</c:v>
                </c:pt>
                <c:pt idx="11046">
                  <c:v>17.5</c:v>
                </c:pt>
                <c:pt idx="11047">
                  <c:v>16.5</c:v>
                </c:pt>
                <c:pt idx="11048">
                  <c:v>17</c:v>
                </c:pt>
                <c:pt idx="11049">
                  <c:v>17</c:v>
                </c:pt>
                <c:pt idx="11050">
                  <c:v>17.5</c:v>
                </c:pt>
                <c:pt idx="11051">
                  <c:v>14.5</c:v>
                </c:pt>
                <c:pt idx="11052">
                  <c:v>13</c:v>
                </c:pt>
                <c:pt idx="11053">
                  <c:v>12</c:v>
                </c:pt>
                <c:pt idx="11054">
                  <c:v>13</c:v>
                </c:pt>
                <c:pt idx="11055">
                  <c:v>15</c:v>
                </c:pt>
                <c:pt idx="11056">
                  <c:v>17</c:v>
                </c:pt>
                <c:pt idx="11057">
                  <c:v>15.5</c:v>
                </c:pt>
                <c:pt idx="11058">
                  <c:v>16.5</c:v>
                </c:pt>
                <c:pt idx="11059">
                  <c:v>15</c:v>
                </c:pt>
                <c:pt idx="11060">
                  <c:v>15</c:v>
                </c:pt>
                <c:pt idx="11061">
                  <c:v>16.5</c:v>
                </c:pt>
                <c:pt idx="11062">
                  <c:v>17</c:v>
                </c:pt>
                <c:pt idx="11063">
                  <c:v>14.5</c:v>
                </c:pt>
                <c:pt idx="11064">
                  <c:v>11</c:v>
                </c:pt>
                <c:pt idx="11065">
                  <c:v>11</c:v>
                </c:pt>
                <c:pt idx="11066">
                  <c:v>13.5</c:v>
                </c:pt>
                <c:pt idx="11067">
                  <c:v>15</c:v>
                </c:pt>
                <c:pt idx="11068">
                  <c:v>15.5</c:v>
                </c:pt>
                <c:pt idx="11069">
                  <c:v>14</c:v>
                </c:pt>
                <c:pt idx="11070">
                  <c:v>17</c:v>
                </c:pt>
                <c:pt idx="11071">
                  <c:v>16.5</c:v>
                </c:pt>
                <c:pt idx="11072">
                  <c:v>16.5</c:v>
                </c:pt>
                <c:pt idx="11073">
                  <c:v>14</c:v>
                </c:pt>
                <c:pt idx="11074">
                  <c:v>15.5</c:v>
                </c:pt>
                <c:pt idx="11075">
                  <c:v>17</c:v>
                </c:pt>
                <c:pt idx="11076">
                  <c:v>17.5</c:v>
                </c:pt>
                <c:pt idx="11077">
                  <c:v>16.5</c:v>
                </c:pt>
                <c:pt idx="11078">
                  <c:v>17</c:v>
                </c:pt>
                <c:pt idx="11079">
                  <c:v>18.5</c:v>
                </c:pt>
                <c:pt idx="11080">
                  <c:v>20.5</c:v>
                </c:pt>
                <c:pt idx="11081">
                  <c:v>21</c:v>
                </c:pt>
                <c:pt idx="11082">
                  <c:v>18</c:v>
                </c:pt>
                <c:pt idx="11083">
                  <c:v>19.5</c:v>
                </c:pt>
                <c:pt idx="11084">
                  <c:v>20.5</c:v>
                </c:pt>
                <c:pt idx="11085">
                  <c:v>21.5</c:v>
                </c:pt>
                <c:pt idx="11086">
                  <c:v>21</c:v>
                </c:pt>
                <c:pt idx="11087">
                  <c:v>18.5</c:v>
                </c:pt>
                <c:pt idx="11088">
                  <c:v>18.5</c:v>
                </c:pt>
                <c:pt idx="11089">
                  <c:v>17.5</c:v>
                </c:pt>
                <c:pt idx="11090">
                  <c:v>18.5</c:v>
                </c:pt>
                <c:pt idx="11091">
                  <c:v>20</c:v>
                </c:pt>
                <c:pt idx="11092">
                  <c:v>20</c:v>
                </c:pt>
                <c:pt idx="11093">
                  <c:v>19.5</c:v>
                </c:pt>
                <c:pt idx="11094">
                  <c:v>18.5</c:v>
                </c:pt>
                <c:pt idx="11095">
                  <c:v>16</c:v>
                </c:pt>
                <c:pt idx="11096">
                  <c:v>18</c:v>
                </c:pt>
                <c:pt idx="11097">
                  <c:v>18.5</c:v>
                </c:pt>
                <c:pt idx="11098">
                  <c:v>16</c:v>
                </c:pt>
                <c:pt idx="11099">
                  <c:v>19.5</c:v>
                </c:pt>
                <c:pt idx="11100">
                  <c:v>22</c:v>
                </c:pt>
                <c:pt idx="11101">
                  <c:v>22</c:v>
                </c:pt>
                <c:pt idx="11102">
                  <c:v>18</c:v>
                </c:pt>
                <c:pt idx="11103">
                  <c:v>19.5</c:v>
                </c:pt>
                <c:pt idx="11104">
                  <c:v>18</c:v>
                </c:pt>
                <c:pt idx="11105">
                  <c:v>15.5</c:v>
                </c:pt>
                <c:pt idx="11106">
                  <c:v>19</c:v>
                </c:pt>
                <c:pt idx="11107">
                  <c:v>19</c:v>
                </c:pt>
                <c:pt idx="11108">
                  <c:v>19.5</c:v>
                </c:pt>
                <c:pt idx="11109">
                  <c:v>20</c:v>
                </c:pt>
                <c:pt idx="11110">
                  <c:v>18</c:v>
                </c:pt>
                <c:pt idx="11111">
                  <c:v>19</c:v>
                </c:pt>
                <c:pt idx="11112">
                  <c:v>20.5</c:v>
                </c:pt>
                <c:pt idx="11113">
                  <c:v>19.5</c:v>
                </c:pt>
                <c:pt idx="11114">
                  <c:v>19.5</c:v>
                </c:pt>
                <c:pt idx="11115">
                  <c:v>19.5</c:v>
                </c:pt>
                <c:pt idx="11116">
                  <c:v>21</c:v>
                </c:pt>
                <c:pt idx="11117">
                  <c:v>22.5</c:v>
                </c:pt>
                <c:pt idx="11118">
                  <c:v>22.5</c:v>
                </c:pt>
                <c:pt idx="11119">
                  <c:v>21</c:v>
                </c:pt>
                <c:pt idx="11120">
                  <c:v>21</c:v>
                </c:pt>
                <c:pt idx="11121">
                  <c:v>22.5</c:v>
                </c:pt>
                <c:pt idx="11122">
                  <c:v>22.5</c:v>
                </c:pt>
                <c:pt idx="11123">
                  <c:v>23</c:v>
                </c:pt>
                <c:pt idx="11124">
                  <c:v>22.5</c:v>
                </c:pt>
                <c:pt idx="11125">
                  <c:v>23.5</c:v>
                </c:pt>
                <c:pt idx="11126">
                  <c:v>24.5</c:v>
                </c:pt>
                <c:pt idx="11127">
                  <c:v>25.5</c:v>
                </c:pt>
                <c:pt idx="11128">
                  <c:v>25</c:v>
                </c:pt>
                <c:pt idx="11129">
                  <c:v>26.5</c:v>
                </c:pt>
                <c:pt idx="11130">
                  <c:v>28</c:v>
                </c:pt>
                <c:pt idx="11131">
                  <c:v>28.5</c:v>
                </c:pt>
                <c:pt idx="11132">
                  <c:v>28</c:v>
                </c:pt>
                <c:pt idx="11133">
                  <c:v>28</c:v>
                </c:pt>
                <c:pt idx="11134">
                  <c:v>27.5</c:v>
                </c:pt>
                <c:pt idx="11135">
                  <c:v>29.5</c:v>
                </c:pt>
                <c:pt idx="11136">
                  <c:v>29.5</c:v>
                </c:pt>
                <c:pt idx="11137">
                  <c:v>29.5</c:v>
                </c:pt>
                <c:pt idx="11138">
                  <c:v>27</c:v>
                </c:pt>
                <c:pt idx="11139">
                  <c:v>26.5</c:v>
                </c:pt>
                <c:pt idx="11140">
                  <c:v>26.5</c:v>
                </c:pt>
                <c:pt idx="11141">
                  <c:v>26.5</c:v>
                </c:pt>
                <c:pt idx="11142">
                  <c:v>24.5</c:v>
                </c:pt>
                <c:pt idx="11143">
                  <c:v>24.5</c:v>
                </c:pt>
                <c:pt idx="11144">
                  <c:v>26.5</c:v>
                </c:pt>
                <c:pt idx="11145">
                  <c:v>27.5</c:v>
                </c:pt>
                <c:pt idx="11146">
                  <c:v>27.5</c:v>
                </c:pt>
                <c:pt idx="11147">
                  <c:v>29</c:v>
                </c:pt>
                <c:pt idx="11148">
                  <c:v>28</c:v>
                </c:pt>
                <c:pt idx="11149">
                  <c:v>28.5</c:v>
                </c:pt>
                <c:pt idx="11150">
                  <c:v>28.5</c:v>
                </c:pt>
                <c:pt idx="11151">
                  <c:v>29</c:v>
                </c:pt>
                <c:pt idx="11152">
                  <c:v>30</c:v>
                </c:pt>
                <c:pt idx="11153">
                  <c:v>26.5</c:v>
                </c:pt>
                <c:pt idx="11154">
                  <c:v>24.5</c:v>
                </c:pt>
                <c:pt idx="11155">
                  <c:v>25.5</c:v>
                </c:pt>
                <c:pt idx="11156">
                  <c:v>25.5</c:v>
                </c:pt>
                <c:pt idx="11157">
                  <c:v>24</c:v>
                </c:pt>
                <c:pt idx="11158">
                  <c:v>22.5</c:v>
                </c:pt>
                <c:pt idx="11159">
                  <c:v>24.5</c:v>
                </c:pt>
                <c:pt idx="11160">
                  <c:v>26</c:v>
                </c:pt>
                <c:pt idx="11161">
                  <c:v>28.5</c:v>
                </c:pt>
                <c:pt idx="11162">
                  <c:v>28</c:v>
                </c:pt>
                <c:pt idx="11163">
                  <c:v>29</c:v>
                </c:pt>
                <c:pt idx="11164">
                  <c:v>30</c:v>
                </c:pt>
                <c:pt idx="11165">
                  <c:v>32</c:v>
                </c:pt>
                <c:pt idx="11166">
                  <c:v>31</c:v>
                </c:pt>
                <c:pt idx="11167">
                  <c:v>26.5</c:v>
                </c:pt>
                <c:pt idx="11168">
                  <c:v>25</c:v>
                </c:pt>
                <c:pt idx="11169">
                  <c:v>25.5</c:v>
                </c:pt>
                <c:pt idx="11170">
                  <c:v>26.5</c:v>
                </c:pt>
                <c:pt idx="11171">
                  <c:v>26</c:v>
                </c:pt>
                <c:pt idx="11172">
                  <c:v>27.5</c:v>
                </c:pt>
                <c:pt idx="11173">
                  <c:v>29</c:v>
                </c:pt>
                <c:pt idx="11174">
                  <c:v>30</c:v>
                </c:pt>
                <c:pt idx="11175">
                  <c:v>30.5</c:v>
                </c:pt>
                <c:pt idx="11176">
                  <c:v>30.5</c:v>
                </c:pt>
                <c:pt idx="11177">
                  <c:v>30</c:v>
                </c:pt>
                <c:pt idx="11178">
                  <c:v>29.5</c:v>
                </c:pt>
                <c:pt idx="11179">
                  <c:v>26.5</c:v>
                </c:pt>
                <c:pt idx="11180">
                  <c:v>28.5</c:v>
                </c:pt>
                <c:pt idx="11181">
                  <c:v>28.5</c:v>
                </c:pt>
                <c:pt idx="11182">
                  <c:v>28.5</c:v>
                </c:pt>
                <c:pt idx="11183">
                  <c:v>29.5</c:v>
                </c:pt>
                <c:pt idx="11184">
                  <c:v>28</c:v>
                </c:pt>
                <c:pt idx="11185">
                  <c:v>26</c:v>
                </c:pt>
                <c:pt idx="11186">
                  <c:v>25.5</c:v>
                </c:pt>
                <c:pt idx="11187">
                  <c:v>26</c:v>
                </c:pt>
                <c:pt idx="11188">
                  <c:v>27.5</c:v>
                </c:pt>
                <c:pt idx="11189">
                  <c:v>27.5</c:v>
                </c:pt>
                <c:pt idx="11190">
                  <c:v>28</c:v>
                </c:pt>
                <c:pt idx="11191">
                  <c:v>29</c:v>
                </c:pt>
                <c:pt idx="11192">
                  <c:v>30</c:v>
                </c:pt>
                <c:pt idx="11193">
                  <c:v>30</c:v>
                </c:pt>
                <c:pt idx="11194">
                  <c:v>30.5</c:v>
                </c:pt>
                <c:pt idx="11195">
                  <c:v>30</c:v>
                </c:pt>
                <c:pt idx="11196">
                  <c:v>24</c:v>
                </c:pt>
                <c:pt idx="11197">
                  <c:v>25</c:v>
                </c:pt>
                <c:pt idx="11198">
                  <c:v>24</c:v>
                </c:pt>
                <c:pt idx="11199">
                  <c:v>22.5</c:v>
                </c:pt>
                <c:pt idx="11200">
                  <c:v>22.5</c:v>
                </c:pt>
                <c:pt idx="11201">
                  <c:v>22</c:v>
                </c:pt>
                <c:pt idx="11202">
                  <c:v>23</c:v>
                </c:pt>
                <c:pt idx="11203">
                  <c:v>23.5</c:v>
                </c:pt>
                <c:pt idx="11204">
                  <c:v>24.5</c:v>
                </c:pt>
                <c:pt idx="11205">
                  <c:v>24</c:v>
                </c:pt>
                <c:pt idx="11206">
                  <c:v>24</c:v>
                </c:pt>
                <c:pt idx="11207">
                  <c:v>24</c:v>
                </c:pt>
                <c:pt idx="11208">
                  <c:v>20.5</c:v>
                </c:pt>
                <c:pt idx="11209">
                  <c:v>20.5</c:v>
                </c:pt>
                <c:pt idx="11210">
                  <c:v>18.5</c:v>
                </c:pt>
                <c:pt idx="11211">
                  <c:v>18.5</c:v>
                </c:pt>
                <c:pt idx="11212">
                  <c:v>18.5</c:v>
                </c:pt>
                <c:pt idx="11213">
                  <c:v>18.5</c:v>
                </c:pt>
                <c:pt idx="11214">
                  <c:v>20</c:v>
                </c:pt>
                <c:pt idx="11215">
                  <c:v>20</c:v>
                </c:pt>
                <c:pt idx="11216">
                  <c:v>19.5</c:v>
                </c:pt>
                <c:pt idx="11217">
                  <c:v>19</c:v>
                </c:pt>
                <c:pt idx="11218">
                  <c:v>20</c:v>
                </c:pt>
                <c:pt idx="11219">
                  <c:v>20</c:v>
                </c:pt>
                <c:pt idx="11220">
                  <c:v>17</c:v>
                </c:pt>
                <c:pt idx="11221">
                  <c:v>16.5</c:v>
                </c:pt>
                <c:pt idx="11222">
                  <c:v>16.5</c:v>
                </c:pt>
                <c:pt idx="11223">
                  <c:v>17</c:v>
                </c:pt>
                <c:pt idx="11224">
                  <c:v>16.5</c:v>
                </c:pt>
                <c:pt idx="11225">
                  <c:v>15.5</c:v>
                </c:pt>
                <c:pt idx="11226">
                  <c:v>16.5</c:v>
                </c:pt>
                <c:pt idx="11227">
                  <c:v>15.5</c:v>
                </c:pt>
                <c:pt idx="11228">
                  <c:v>15</c:v>
                </c:pt>
                <c:pt idx="11229">
                  <c:v>14.5</c:v>
                </c:pt>
                <c:pt idx="11230">
                  <c:v>16</c:v>
                </c:pt>
                <c:pt idx="11231">
                  <c:v>18.5</c:v>
                </c:pt>
                <c:pt idx="11232">
                  <c:v>20</c:v>
                </c:pt>
                <c:pt idx="11233">
                  <c:v>20</c:v>
                </c:pt>
                <c:pt idx="11234">
                  <c:v>21</c:v>
                </c:pt>
                <c:pt idx="11235">
                  <c:v>20</c:v>
                </c:pt>
                <c:pt idx="11236">
                  <c:v>20</c:v>
                </c:pt>
                <c:pt idx="11237">
                  <c:v>19.5</c:v>
                </c:pt>
                <c:pt idx="11238">
                  <c:v>18.5</c:v>
                </c:pt>
                <c:pt idx="11239">
                  <c:v>19</c:v>
                </c:pt>
                <c:pt idx="11240">
                  <c:v>20</c:v>
                </c:pt>
                <c:pt idx="11241">
                  <c:v>21.5</c:v>
                </c:pt>
                <c:pt idx="11242">
                  <c:v>19.5</c:v>
                </c:pt>
                <c:pt idx="11243">
                  <c:v>18</c:v>
                </c:pt>
                <c:pt idx="11244">
                  <c:v>18</c:v>
                </c:pt>
                <c:pt idx="11245">
                  <c:v>17</c:v>
                </c:pt>
                <c:pt idx="11246">
                  <c:v>17</c:v>
                </c:pt>
                <c:pt idx="11247">
                  <c:v>17</c:v>
                </c:pt>
                <c:pt idx="11248">
                  <c:v>17.5</c:v>
                </c:pt>
                <c:pt idx="11249">
                  <c:v>18.5</c:v>
                </c:pt>
                <c:pt idx="11250">
                  <c:v>13</c:v>
                </c:pt>
                <c:pt idx="11251">
                  <c:v>11.5</c:v>
                </c:pt>
                <c:pt idx="11252">
                  <c:v>11</c:v>
                </c:pt>
                <c:pt idx="11253">
                  <c:v>11.5</c:v>
                </c:pt>
                <c:pt idx="11254">
                  <c:v>12.5</c:v>
                </c:pt>
                <c:pt idx="11255">
                  <c:v>12</c:v>
                </c:pt>
                <c:pt idx="11256">
                  <c:v>9.5</c:v>
                </c:pt>
                <c:pt idx="11257">
                  <c:v>9</c:v>
                </c:pt>
                <c:pt idx="11258">
                  <c:v>11</c:v>
                </c:pt>
                <c:pt idx="11259">
                  <c:v>9.5</c:v>
                </c:pt>
                <c:pt idx="11260">
                  <c:v>9.5</c:v>
                </c:pt>
                <c:pt idx="11261">
                  <c:v>7</c:v>
                </c:pt>
                <c:pt idx="11262">
                  <c:v>7</c:v>
                </c:pt>
                <c:pt idx="11263">
                  <c:v>7</c:v>
                </c:pt>
                <c:pt idx="11264">
                  <c:v>8</c:v>
                </c:pt>
                <c:pt idx="11265">
                  <c:v>6.5</c:v>
                </c:pt>
                <c:pt idx="11266">
                  <c:v>6</c:v>
                </c:pt>
                <c:pt idx="11267">
                  <c:v>9</c:v>
                </c:pt>
                <c:pt idx="11268">
                  <c:v>11</c:v>
                </c:pt>
                <c:pt idx="11269">
                  <c:v>12</c:v>
                </c:pt>
                <c:pt idx="11270">
                  <c:v>11</c:v>
                </c:pt>
                <c:pt idx="11271">
                  <c:v>9</c:v>
                </c:pt>
                <c:pt idx="11272">
                  <c:v>7.5</c:v>
                </c:pt>
                <c:pt idx="11273">
                  <c:v>7.5</c:v>
                </c:pt>
                <c:pt idx="11274">
                  <c:v>8</c:v>
                </c:pt>
                <c:pt idx="11275">
                  <c:v>8.5</c:v>
                </c:pt>
                <c:pt idx="11276">
                  <c:v>9</c:v>
                </c:pt>
                <c:pt idx="11277">
                  <c:v>10</c:v>
                </c:pt>
                <c:pt idx="11278">
                  <c:v>10.5</c:v>
                </c:pt>
                <c:pt idx="11279">
                  <c:v>11</c:v>
                </c:pt>
                <c:pt idx="11280">
                  <c:v>10</c:v>
                </c:pt>
                <c:pt idx="11281">
                  <c:v>9.5</c:v>
                </c:pt>
                <c:pt idx="11282">
                  <c:v>8</c:v>
                </c:pt>
                <c:pt idx="11283">
                  <c:v>10.5</c:v>
                </c:pt>
                <c:pt idx="11284">
                  <c:v>12.5</c:v>
                </c:pt>
                <c:pt idx="11285">
                  <c:v>12.5</c:v>
                </c:pt>
                <c:pt idx="11286">
                  <c:v>15</c:v>
                </c:pt>
                <c:pt idx="11287">
                  <c:v>9</c:v>
                </c:pt>
                <c:pt idx="11288">
                  <c:v>6.5</c:v>
                </c:pt>
                <c:pt idx="11289">
                  <c:v>7.5</c:v>
                </c:pt>
                <c:pt idx="11290">
                  <c:v>6</c:v>
                </c:pt>
                <c:pt idx="11291">
                  <c:v>8</c:v>
                </c:pt>
                <c:pt idx="11292">
                  <c:v>7.5</c:v>
                </c:pt>
                <c:pt idx="11293">
                  <c:v>7.5</c:v>
                </c:pt>
                <c:pt idx="11294">
                  <c:v>5</c:v>
                </c:pt>
                <c:pt idx="11295">
                  <c:v>3.5</c:v>
                </c:pt>
                <c:pt idx="11296">
                  <c:v>3</c:v>
                </c:pt>
                <c:pt idx="11297">
                  <c:v>3</c:v>
                </c:pt>
                <c:pt idx="11298">
                  <c:v>2</c:v>
                </c:pt>
                <c:pt idx="11299">
                  <c:v>1.5</c:v>
                </c:pt>
                <c:pt idx="11300">
                  <c:v>2</c:v>
                </c:pt>
                <c:pt idx="11301">
                  <c:v>2</c:v>
                </c:pt>
                <c:pt idx="11302">
                  <c:v>0.5</c:v>
                </c:pt>
                <c:pt idx="11303">
                  <c:v>1.5</c:v>
                </c:pt>
                <c:pt idx="11304">
                  <c:v>1.5</c:v>
                </c:pt>
                <c:pt idx="11305">
                  <c:v>1</c:v>
                </c:pt>
                <c:pt idx="11306">
                  <c:v>1.5</c:v>
                </c:pt>
                <c:pt idx="11307">
                  <c:v>1.5</c:v>
                </c:pt>
                <c:pt idx="11308">
                  <c:v>2</c:v>
                </c:pt>
                <c:pt idx="11309">
                  <c:v>2.5</c:v>
                </c:pt>
                <c:pt idx="11310">
                  <c:v>2</c:v>
                </c:pt>
                <c:pt idx="11311">
                  <c:v>3.5</c:v>
                </c:pt>
                <c:pt idx="11312">
                  <c:v>3.5</c:v>
                </c:pt>
                <c:pt idx="11313">
                  <c:v>2</c:v>
                </c:pt>
                <c:pt idx="11314">
                  <c:v>0</c:v>
                </c:pt>
                <c:pt idx="11315">
                  <c:v>-1.5</c:v>
                </c:pt>
                <c:pt idx="11316">
                  <c:v>0</c:v>
                </c:pt>
                <c:pt idx="11317">
                  <c:v>1.5</c:v>
                </c:pt>
                <c:pt idx="11318">
                  <c:v>2.5</c:v>
                </c:pt>
                <c:pt idx="11319">
                  <c:v>3</c:v>
                </c:pt>
                <c:pt idx="11320">
                  <c:v>0.5</c:v>
                </c:pt>
                <c:pt idx="11321">
                  <c:v>-1</c:v>
                </c:pt>
                <c:pt idx="11322">
                  <c:v>3</c:v>
                </c:pt>
                <c:pt idx="11323">
                  <c:v>5.5</c:v>
                </c:pt>
                <c:pt idx="11324">
                  <c:v>7.5</c:v>
                </c:pt>
                <c:pt idx="11325">
                  <c:v>7</c:v>
                </c:pt>
                <c:pt idx="11326">
                  <c:v>6.5</c:v>
                </c:pt>
                <c:pt idx="11327">
                  <c:v>7.5</c:v>
                </c:pt>
                <c:pt idx="11328">
                  <c:v>7</c:v>
                </c:pt>
                <c:pt idx="11329">
                  <c:v>5.5</c:v>
                </c:pt>
                <c:pt idx="11330">
                  <c:v>6</c:v>
                </c:pt>
                <c:pt idx="11331">
                  <c:v>6</c:v>
                </c:pt>
                <c:pt idx="11332">
                  <c:v>6</c:v>
                </c:pt>
                <c:pt idx="11333">
                  <c:v>5.5</c:v>
                </c:pt>
                <c:pt idx="11334">
                  <c:v>6</c:v>
                </c:pt>
                <c:pt idx="11335">
                  <c:v>5.5</c:v>
                </c:pt>
                <c:pt idx="11336">
                  <c:v>4</c:v>
                </c:pt>
                <c:pt idx="11337">
                  <c:v>3</c:v>
                </c:pt>
                <c:pt idx="11338">
                  <c:v>2</c:v>
                </c:pt>
                <c:pt idx="11339">
                  <c:v>1</c:v>
                </c:pt>
                <c:pt idx="11340">
                  <c:v>-1</c:v>
                </c:pt>
                <c:pt idx="11341">
                  <c:v>-0.5</c:v>
                </c:pt>
                <c:pt idx="11342">
                  <c:v>-2</c:v>
                </c:pt>
                <c:pt idx="11343">
                  <c:v>-1</c:v>
                </c:pt>
                <c:pt idx="11344">
                  <c:v>1</c:v>
                </c:pt>
                <c:pt idx="11345">
                  <c:v>3</c:v>
                </c:pt>
                <c:pt idx="11346">
                  <c:v>4</c:v>
                </c:pt>
                <c:pt idx="11347">
                  <c:v>4</c:v>
                </c:pt>
                <c:pt idx="11348">
                  <c:v>4</c:v>
                </c:pt>
                <c:pt idx="11349">
                  <c:v>4.5</c:v>
                </c:pt>
                <c:pt idx="11350">
                  <c:v>6</c:v>
                </c:pt>
                <c:pt idx="11351">
                  <c:v>7.5</c:v>
                </c:pt>
                <c:pt idx="11352">
                  <c:v>6.5</c:v>
                </c:pt>
                <c:pt idx="11353">
                  <c:v>6</c:v>
                </c:pt>
                <c:pt idx="11354">
                  <c:v>5</c:v>
                </c:pt>
                <c:pt idx="11355">
                  <c:v>5</c:v>
                </c:pt>
                <c:pt idx="11356">
                  <c:v>5</c:v>
                </c:pt>
                <c:pt idx="11357">
                  <c:v>4</c:v>
                </c:pt>
                <c:pt idx="11358">
                  <c:v>4</c:v>
                </c:pt>
                <c:pt idx="11359">
                  <c:v>4</c:v>
                </c:pt>
                <c:pt idx="11360">
                  <c:v>5</c:v>
                </c:pt>
                <c:pt idx="11361">
                  <c:v>5.5</c:v>
                </c:pt>
                <c:pt idx="11362">
                  <c:v>5.5</c:v>
                </c:pt>
                <c:pt idx="11363">
                  <c:v>5</c:v>
                </c:pt>
                <c:pt idx="11364">
                  <c:v>6</c:v>
                </c:pt>
                <c:pt idx="11365">
                  <c:v>6.5</c:v>
                </c:pt>
                <c:pt idx="11366">
                  <c:v>7.5</c:v>
                </c:pt>
                <c:pt idx="11367">
                  <c:v>8</c:v>
                </c:pt>
                <c:pt idx="11368">
                  <c:v>8</c:v>
                </c:pt>
                <c:pt idx="11369">
                  <c:v>9.5</c:v>
                </c:pt>
                <c:pt idx="11370">
                  <c:v>11</c:v>
                </c:pt>
                <c:pt idx="11371">
                  <c:v>11.5</c:v>
                </c:pt>
                <c:pt idx="11372">
                  <c:v>9</c:v>
                </c:pt>
                <c:pt idx="11373">
                  <c:v>6.5</c:v>
                </c:pt>
                <c:pt idx="11374">
                  <c:v>5</c:v>
                </c:pt>
                <c:pt idx="11375">
                  <c:v>7</c:v>
                </c:pt>
                <c:pt idx="11376">
                  <c:v>7</c:v>
                </c:pt>
                <c:pt idx="11377">
                  <c:v>7</c:v>
                </c:pt>
                <c:pt idx="11378">
                  <c:v>8.5</c:v>
                </c:pt>
                <c:pt idx="11379">
                  <c:v>12</c:v>
                </c:pt>
                <c:pt idx="11380">
                  <c:v>12</c:v>
                </c:pt>
                <c:pt idx="11381">
                  <c:v>10</c:v>
                </c:pt>
                <c:pt idx="11382">
                  <c:v>12</c:v>
                </c:pt>
                <c:pt idx="11383">
                  <c:v>14</c:v>
                </c:pt>
                <c:pt idx="11384">
                  <c:v>14.5</c:v>
                </c:pt>
                <c:pt idx="11385">
                  <c:v>13.5</c:v>
                </c:pt>
                <c:pt idx="11386">
                  <c:v>13</c:v>
                </c:pt>
                <c:pt idx="11387">
                  <c:v>14</c:v>
                </c:pt>
                <c:pt idx="11388">
                  <c:v>13.5</c:v>
                </c:pt>
                <c:pt idx="11389">
                  <c:v>12.5</c:v>
                </c:pt>
                <c:pt idx="11390">
                  <c:v>14</c:v>
                </c:pt>
                <c:pt idx="11391">
                  <c:v>13</c:v>
                </c:pt>
                <c:pt idx="11392">
                  <c:v>12.5</c:v>
                </c:pt>
                <c:pt idx="11393">
                  <c:v>11.5</c:v>
                </c:pt>
                <c:pt idx="11394">
                  <c:v>10.5</c:v>
                </c:pt>
                <c:pt idx="11395">
                  <c:v>8.5</c:v>
                </c:pt>
                <c:pt idx="11396">
                  <c:v>8.5</c:v>
                </c:pt>
                <c:pt idx="11397">
                  <c:v>10</c:v>
                </c:pt>
                <c:pt idx="11398">
                  <c:v>9</c:v>
                </c:pt>
                <c:pt idx="11399">
                  <c:v>9.5</c:v>
                </c:pt>
                <c:pt idx="11400">
                  <c:v>10.5</c:v>
                </c:pt>
                <c:pt idx="11401">
                  <c:v>11.5</c:v>
                </c:pt>
                <c:pt idx="11402">
                  <c:v>10</c:v>
                </c:pt>
                <c:pt idx="11403">
                  <c:v>6.5</c:v>
                </c:pt>
                <c:pt idx="11404">
                  <c:v>7</c:v>
                </c:pt>
                <c:pt idx="11405">
                  <c:v>8.5</c:v>
                </c:pt>
                <c:pt idx="11406">
                  <c:v>9.5</c:v>
                </c:pt>
                <c:pt idx="11407">
                  <c:v>7</c:v>
                </c:pt>
                <c:pt idx="11408">
                  <c:v>8</c:v>
                </c:pt>
                <c:pt idx="11409">
                  <c:v>8</c:v>
                </c:pt>
                <c:pt idx="11410">
                  <c:v>10</c:v>
                </c:pt>
                <c:pt idx="11411">
                  <c:v>11.5</c:v>
                </c:pt>
                <c:pt idx="11412">
                  <c:v>12</c:v>
                </c:pt>
                <c:pt idx="11413">
                  <c:v>11</c:v>
                </c:pt>
                <c:pt idx="11414">
                  <c:v>11.5</c:v>
                </c:pt>
                <c:pt idx="11415">
                  <c:v>12.5</c:v>
                </c:pt>
                <c:pt idx="11416">
                  <c:v>10.5</c:v>
                </c:pt>
                <c:pt idx="11417">
                  <c:v>11</c:v>
                </c:pt>
                <c:pt idx="11418">
                  <c:v>12</c:v>
                </c:pt>
                <c:pt idx="11419">
                  <c:v>12.5</c:v>
                </c:pt>
                <c:pt idx="11420">
                  <c:v>12</c:v>
                </c:pt>
                <c:pt idx="11421">
                  <c:v>12.5</c:v>
                </c:pt>
                <c:pt idx="11422">
                  <c:v>11.5</c:v>
                </c:pt>
                <c:pt idx="11423">
                  <c:v>12</c:v>
                </c:pt>
                <c:pt idx="11424">
                  <c:v>11</c:v>
                </c:pt>
                <c:pt idx="11425">
                  <c:v>11</c:v>
                </c:pt>
                <c:pt idx="11426">
                  <c:v>14.5</c:v>
                </c:pt>
                <c:pt idx="11427">
                  <c:v>15</c:v>
                </c:pt>
                <c:pt idx="11428">
                  <c:v>11</c:v>
                </c:pt>
                <c:pt idx="11429">
                  <c:v>13</c:v>
                </c:pt>
                <c:pt idx="11430">
                  <c:v>12.5</c:v>
                </c:pt>
                <c:pt idx="11431">
                  <c:v>13</c:v>
                </c:pt>
                <c:pt idx="11432">
                  <c:v>13</c:v>
                </c:pt>
                <c:pt idx="11433">
                  <c:v>13.5</c:v>
                </c:pt>
                <c:pt idx="11434">
                  <c:v>11.5</c:v>
                </c:pt>
                <c:pt idx="11435">
                  <c:v>12.5</c:v>
                </c:pt>
                <c:pt idx="11436">
                  <c:v>13</c:v>
                </c:pt>
                <c:pt idx="11437">
                  <c:v>14</c:v>
                </c:pt>
                <c:pt idx="11438">
                  <c:v>15</c:v>
                </c:pt>
                <c:pt idx="11439">
                  <c:v>14.5</c:v>
                </c:pt>
                <c:pt idx="11440">
                  <c:v>14.5</c:v>
                </c:pt>
                <c:pt idx="11441">
                  <c:v>17.5</c:v>
                </c:pt>
                <c:pt idx="11442">
                  <c:v>18.5</c:v>
                </c:pt>
                <c:pt idx="11443">
                  <c:v>21.5</c:v>
                </c:pt>
                <c:pt idx="11444">
                  <c:v>23</c:v>
                </c:pt>
                <c:pt idx="11445">
                  <c:v>21</c:v>
                </c:pt>
                <c:pt idx="11446">
                  <c:v>20</c:v>
                </c:pt>
                <c:pt idx="11447">
                  <c:v>20.5</c:v>
                </c:pt>
                <c:pt idx="11448">
                  <c:v>20</c:v>
                </c:pt>
                <c:pt idx="11449">
                  <c:v>21</c:v>
                </c:pt>
                <c:pt idx="11450">
                  <c:v>22</c:v>
                </c:pt>
                <c:pt idx="11451">
                  <c:v>22</c:v>
                </c:pt>
                <c:pt idx="11452">
                  <c:v>20</c:v>
                </c:pt>
                <c:pt idx="11453">
                  <c:v>18</c:v>
                </c:pt>
                <c:pt idx="11454">
                  <c:v>18.5</c:v>
                </c:pt>
                <c:pt idx="11455">
                  <c:v>21</c:v>
                </c:pt>
                <c:pt idx="11456">
                  <c:v>21</c:v>
                </c:pt>
                <c:pt idx="11457">
                  <c:v>22</c:v>
                </c:pt>
                <c:pt idx="11458">
                  <c:v>21</c:v>
                </c:pt>
                <c:pt idx="11459">
                  <c:v>22</c:v>
                </c:pt>
                <c:pt idx="11460">
                  <c:v>23.5</c:v>
                </c:pt>
                <c:pt idx="11461">
                  <c:v>24</c:v>
                </c:pt>
                <c:pt idx="11462">
                  <c:v>24</c:v>
                </c:pt>
                <c:pt idx="11463">
                  <c:v>21</c:v>
                </c:pt>
                <c:pt idx="11464">
                  <c:v>19.5</c:v>
                </c:pt>
                <c:pt idx="11465">
                  <c:v>17.5</c:v>
                </c:pt>
                <c:pt idx="11466">
                  <c:v>17.5</c:v>
                </c:pt>
                <c:pt idx="11467">
                  <c:v>18.5</c:v>
                </c:pt>
                <c:pt idx="11468">
                  <c:v>18.5</c:v>
                </c:pt>
                <c:pt idx="11469">
                  <c:v>19</c:v>
                </c:pt>
                <c:pt idx="11470">
                  <c:v>19.5</c:v>
                </c:pt>
                <c:pt idx="11471">
                  <c:v>19</c:v>
                </c:pt>
                <c:pt idx="11472">
                  <c:v>20.5</c:v>
                </c:pt>
                <c:pt idx="11473">
                  <c:v>20</c:v>
                </c:pt>
                <c:pt idx="11474">
                  <c:v>18.5</c:v>
                </c:pt>
                <c:pt idx="11475">
                  <c:v>20.5</c:v>
                </c:pt>
                <c:pt idx="11476">
                  <c:v>22</c:v>
                </c:pt>
                <c:pt idx="11477">
                  <c:v>22</c:v>
                </c:pt>
                <c:pt idx="11478">
                  <c:v>20.5</c:v>
                </c:pt>
                <c:pt idx="11479">
                  <c:v>19</c:v>
                </c:pt>
                <c:pt idx="11480">
                  <c:v>20.5</c:v>
                </c:pt>
                <c:pt idx="11481">
                  <c:v>23</c:v>
                </c:pt>
                <c:pt idx="11482">
                  <c:v>25</c:v>
                </c:pt>
                <c:pt idx="11483">
                  <c:v>26</c:v>
                </c:pt>
                <c:pt idx="11484">
                  <c:v>24.5</c:v>
                </c:pt>
                <c:pt idx="11485">
                  <c:v>23.5</c:v>
                </c:pt>
                <c:pt idx="11486">
                  <c:v>23.5</c:v>
                </c:pt>
                <c:pt idx="11487">
                  <c:v>22</c:v>
                </c:pt>
                <c:pt idx="11488">
                  <c:v>24.5</c:v>
                </c:pt>
                <c:pt idx="11489">
                  <c:v>25.5</c:v>
                </c:pt>
                <c:pt idx="11490">
                  <c:v>28.5</c:v>
                </c:pt>
                <c:pt idx="11491">
                  <c:v>29.5</c:v>
                </c:pt>
                <c:pt idx="11492">
                  <c:v>28</c:v>
                </c:pt>
                <c:pt idx="11493">
                  <c:v>28.5</c:v>
                </c:pt>
                <c:pt idx="11494">
                  <c:v>28.5</c:v>
                </c:pt>
                <c:pt idx="11495">
                  <c:v>28.5</c:v>
                </c:pt>
                <c:pt idx="11496">
                  <c:v>29.5</c:v>
                </c:pt>
                <c:pt idx="11497">
                  <c:v>30</c:v>
                </c:pt>
                <c:pt idx="11498">
                  <c:v>21</c:v>
                </c:pt>
                <c:pt idx="11499">
                  <c:v>22.5</c:v>
                </c:pt>
                <c:pt idx="11500">
                  <c:v>24</c:v>
                </c:pt>
                <c:pt idx="11501">
                  <c:v>22</c:v>
                </c:pt>
                <c:pt idx="11502">
                  <c:v>23</c:v>
                </c:pt>
                <c:pt idx="11503">
                  <c:v>25</c:v>
                </c:pt>
                <c:pt idx="11504">
                  <c:v>26</c:v>
                </c:pt>
                <c:pt idx="11505">
                  <c:v>26.5</c:v>
                </c:pt>
                <c:pt idx="11506">
                  <c:v>27.5</c:v>
                </c:pt>
                <c:pt idx="11507">
                  <c:v>25.5</c:v>
                </c:pt>
                <c:pt idx="11508">
                  <c:v>26.5</c:v>
                </c:pt>
                <c:pt idx="11509">
                  <c:v>27.5</c:v>
                </c:pt>
                <c:pt idx="11510">
                  <c:v>28</c:v>
                </c:pt>
                <c:pt idx="11511">
                  <c:v>28.5</c:v>
                </c:pt>
                <c:pt idx="11512">
                  <c:v>26.5</c:v>
                </c:pt>
                <c:pt idx="11513">
                  <c:v>27</c:v>
                </c:pt>
                <c:pt idx="11514">
                  <c:v>26.5</c:v>
                </c:pt>
                <c:pt idx="11515">
                  <c:v>25.5</c:v>
                </c:pt>
                <c:pt idx="11516">
                  <c:v>21.5</c:v>
                </c:pt>
                <c:pt idx="11517">
                  <c:v>23.5</c:v>
                </c:pt>
                <c:pt idx="11518">
                  <c:v>25.5</c:v>
                </c:pt>
                <c:pt idx="11519">
                  <c:v>27</c:v>
                </c:pt>
                <c:pt idx="11520">
                  <c:v>24.5</c:v>
                </c:pt>
                <c:pt idx="11521">
                  <c:v>23</c:v>
                </c:pt>
                <c:pt idx="11522">
                  <c:v>25</c:v>
                </c:pt>
                <c:pt idx="11523">
                  <c:v>26</c:v>
                </c:pt>
                <c:pt idx="11524">
                  <c:v>27</c:v>
                </c:pt>
                <c:pt idx="11525">
                  <c:v>27.5</c:v>
                </c:pt>
                <c:pt idx="11526">
                  <c:v>28.5</c:v>
                </c:pt>
                <c:pt idx="11527">
                  <c:v>29</c:v>
                </c:pt>
                <c:pt idx="11528">
                  <c:v>29.5</c:v>
                </c:pt>
                <c:pt idx="11529">
                  <c:v>30</c:v>
                </c:pt>
                <c:pt idx="11530">
                  <c:v>30.5</c:v>
                </c:pt>
                <c:pt idx="11531">
                  <c:v>30.5</c:v>
                </c:pt>
                <c:pt idx="11532">
                  <c:v>29</c:v>
                </c:pt>
                <c:pt idx="11533">
                  <c:v>24</c:v>
                </c:pt>
                <c:pt idx="11534">
                  <c:v>27.5</c:v>
                </c:pt>
                <c:pt idx="11535">
                  <c:v>30</c:v>
                </c:pt>
                <c:pt idx="11536">
                  <c:v>26.5</c:v>
                </c:pt>
                <c:pt idx="11537">
                  <c:v>28</c:v>
                </c:pt>
                <c:pt idx="11538">
                  <c:v>26.5</c:v>
                </c:pt>
                <c:pt idx="11539">
                  <c:v>27</c:v>
                </c:pt>
                <c:pt idx="11540">
                  <c:v>22.5</c:v>
                </c:pt>
                <c:pt idx="11541">
                  <c:v>22.5</c:v>
                </c:pt>
                <c:pt idx="11542">
                  <c:v>24</c:v>
                </c:pt>
                <c:pt idx="11543">
                  <c:v>23.5</c:v>
                </c:pt>
                <c:pt idx="11544">
                  <c:v>24.5</c:v>
                </c:pt>
                <c:pt idx="11545">
                  <c:v>26.5</c:v>
                </c:pt>
                <c:pt idx="11546">
                  <c:v>25</c:v>
                </c:pt>
                <c:pt idx="11547">
                  <c:v>27</c:v>
                </c:pt>
                <c:pt idx="11548">
                  <c:v>28</c:v>
                </c:pt>
                <c:pt idx="11549">
                  <c:v>28.5</c:v>
                </c:pt>
                <c:pt idx="11550">
                  <c:v>27.5</c:v>
                </c:pt>
                <c:pt idx="11551">
                  <c:v>28</c:v>
                </c:pt>
                <c:pt idx="11552">
                  <c:v>28.5</c:v>
                </c:pt>
                <c:pt idx="11553">
                  <c:v>27.5</c:v>
                </c:pt>
                <c:pt idx="11554">
                  <c:v>26.5</c:v>
                </c:pt>
                <c:pt idx="11555">
                  <c:v>25.5</c:v>
                </c:pt>
                <c:pt idx="11556">
                  <c:v>27.5</c:v>
                </c:pt>
                <c:pt idx="11557">
                  <c:v>27.5</c:v>
                </c:pt>
                <c:pt idx="11558">
                  <c:v>28</c:v>
                </c:pt>
                <c:pt idx="11559">
                  <c:v>27.5</c:v>
                </c:pt>
                <c:pt idx="11560">
                  <c:v>28.5</c:v>
                </c:pt>
                <c:pt idx="11561">
                  <c:v>29.5</c:v>
                </c:pt>
                <c:pt idx="11562">
                  <c:v>25</c:v>
                </c:pt>
                <c:pt idx="11563">
                  <c:v>25.5</c:v>
                </c:pt>
                <c:pt idx="11564">
                  <c:v>26.5</c:v>
                </c:pt>
                <c:pt idx="11565">
                  <c:v>26</c:v>
                </c:pt>
                <c:pt idx="11566">
                  <c:v>22.5</c:v>
                </c:pt>
                <c:pt idx="11567">
                  <c:v>19.5</c:v>
                </c:pt>
                <c:pt idx="11568">
                  <c:v>17</c:v>
                </c:pt>
                <c:pt idx="11569">
                  <c:v>19</c:v>
                </c:pt>
                <c:pt idx="11570">
                  <c:v>19</c:v>
                </c:pt>
                <c:pt idx="11571">
                  <c:v>20</c:v>
                </c:pt>
                <c:pt idx="11572">
                  <c:v>21.5</c:v>
                </c:pt>
                <c:pt idx="11573">
                  <c:v>22</c:v>
                </c:pt>
                <c:pt idx="11574">
                  <c:v>22.5</c:v>
                </c:pt>
                <c:pt idx="11575">
                  <c:v>22.5</c:v>
                </c:pt>
                <c:pt idx="11576">
                  <c:v>21</c:v>
                </c:pt>
                <c:pt idx="11577">
                  <c:v>19.5</c:v>
                </c:pt>
                <c:pt idx="11578">
                  <c:v>20</c:v>
                </c:pt>
                <c:pt idx="11579">
                  <c:v>18.5</c:v>
                </c:pt>
                <c:pt idx="11580">
                  <c:v>17.5</c:v>
                </c:pt>
                <c:pt idx="11581">
                  <c:v>18</c:v>
                </c:pt>
                <c:pt idx="11582">
                  <c:v>19</c:v>
                </c:pt>
                <c:pt idx="11583">
                  <c:v>19.5</c:v>
                </c:pt>
                <c:pt idx="11584">
                  <c:v>20.5</c:v>
                </c:pt>
                <c:pt idx="11585">
                  <c:v>21.5</c:v>
                </c:pt>
                <c:pt idx="11586">
                  <c:v>22</c:v>
                </c:pt>
                <c:pt idx="11587">
                  <c:v>19.5</c:v>
                </c:pt>
                <c:pt idx="11588">
                  <c:v>19</c:v>
                </c:pt>
                <c:pt idx="11589">
                  <c:v>20</c:v>
                </c:pt>
                <c:pt idx="11590">
                  <c:v>20.5</c:v>
                </c:pt>
                <c:pt idx="11591">
                  <c:v>17.5</c:v>
                </c:pt>
                <c:pt idx="11592">
                  <c:v>18</c:v>
                </c:pt>
                <c:pt idx="11593">
                  <c:v>19</c:v>
                </c:pt>
                <c:pt idx="11594">
                  <c:v>19</c:v>
                </c:pt>
                <c:pt idx="11595">
                  <c:v>18.5</c:v>
                </c:pt>
                <c:pt idx="11596">
                  <c:v>17</c:v>
                </c:pt>
                <c:pt idx="11597">
                  <c:v>15.5</c:v>
                </c:pt>
                <c:pt idx="11598">
                  <c:v>11.5</c:v>
                </c:pt>
                <c:pt idx="11599">
                  <c:v>16.5</c:v>
                </c:pt>
                <c:pt idx="11600">
                  <c:v>17.5</c:v>
                </c:pt>
                <c:pt idx="11601">
                  <c:v>16.5</c:v>
                </c:pt>
                <c:pt idx="11602">
                  <c:v>16</c:v>
                </c:pt>
                <c:pt idx="11603">
                  <c:v>16</c:v>
                </c:pt>
                <c:pt idx="11604">
                  <c:v>13</c:v>
                </c:pt>
                <c:pt idx="11605">
                  <c:v>12</c:v>
                </c:pt>
                <c:pt idx="11606">
                  <c:v>12</c:v>
                </c:pt>
                <c:pt idx="11607">
                  <c:v>14</c:v>
                </c:pt>
                <c:pt idx="11608">
                  <c:v>14</c:v>
                </c:pt>
                <c:pt idx="11609">
                  <c:v>17</c:v>
                </c:pt>
                <c:pt idx="11610">
                  <c:v>16.5</c:v>
                </c:pt>
                <c:pt idx="11611">
                  <c:v>16</c:v>
                </c:pt>
                <c:pt idx="11612">
                  <c:v>16.5</c:v>
                </c:pt>
                <c:pt idx="11613">
                  <c:v>16</c:v>
                </c:pt>
                <c:pt idx="11614">
                  <c:v>17</c:v>
                </c:pt>
                <c:pt idx="11615">
                  <c:v>16.5</c:v>
                </c:pt>
                <c:pt idx="11616">
                  <c:v>14.5</c:v>
                </c:pt>
                <c:pt idx="11617">
                  <c:v>11.5</c:v>
                </c:pt>
                <c:pt idx="11618">
                  <c:v>11.5</c:v>
                </c:pt>
                <c:pt idx="11619">
                  <c:v>13.5</c:v>
                </c:pt>
                <c:pt idx="11620">
                  <c:v>14</c:v>
                </c:pt>
                <c:pt idx="11621">
                  <c:v>12</c:v>
                </c:pt>
                <c:pt idx="11622">
                  <c:v>9.5</c:v>
                </c:pt>
                <c:pt idx="11623">
                  <c:v>9.5</c:v>
                </c:pt>
                <c:pt idx="11624">
                  <c:v>10</c:v>
                </c:pt>
                <c:pt idx="11625">
                  <c:v>11.5</c:v>
                </c:pt>
                <c:pt idx="11626">
                  <c:v>13.5</c:v>
                </c:pt>
                <c:pt idx="11627">
                  <c:v>12.5</c:v>
                </c:pt>
                <c:pt idx="11628">
                  <c:v>10.5</c:v>
                </c:pt>
                <c:pt idx="11629">
                  <c:v>10</c:v>
                </c:pt>
                <c:pt idx="11630">
                  <c:v>6.5</c:v>
                </c:pt>
                <c:pt idx="11631">
                  <c:v>7</c:v>
                </c:pt>
                <c:pt idx="11632">
                  <c:v>7.5</c:v>
                </c:pt>
                <c:pt idx="11633">
                  <c:v>6.5</c:v>
                </c:pt>
                <c:pt idx="11634">
                  <c:v>6.5</c:v>
                </c:pt>
                <c:pt idx="11635">
                  <c:v>6</c:v>
                </c:pt>
                <c:pt idx="11636">
                  <c:v>6</c:v>
                </c:pt>
                <c:pt idx="11637">
                  <c:v>8</c:v>
                </c:pt>
                <c:pt idx="11638">
                  <c:v>10.5</c:v>
                </c:pt>
                <c:pt idx="11639">
                  <c:v>10.5</c:v>
                </c:pt>
                <c:pt idx="11640">
                  <c:v>12</c:v>
                </c:pt>
                <c:pt idx="11641">
                  <c:v>12.5</c:v>
                </c:pt>
                <c:pt idx="11642">
                  <c:v>12</c:v>
                </c:pt>
                <c:pt idx="11643">
                  <c:v>10.5</c:v>
                </c:pt>
                <c:pt idx="11644">
                  <c:v>8.5</c:v>
                </c:pt>
                <c:pt idx="11645">
                  <c:v>10</c:v>
                </c:pt>
                <c:pt idx="11646">
                  <c:v>9.5</c:v>
                </c:pt>
                <c:pt idx="11647">
                  <c:v>7.5</c:v>
                </c:pt>
                <c:pt idx="11648">
                  <c:v>6.5</c:v>
                </c:pt>
                <c:pt idx="11649">
                  <c:v>6</c:v>
                </c:pt>
                <c:pt idx="11650">
                  <c:v>5</c:v>
                </c:pt>
                <c:pt idx="11651">
                  <c:v>6</c:v>
                </c:pt>
                <c:pt idx="11652">
                  <c:v>8.5</c:v>
                </c:pt>
                <c:pt idx="11653">
                  <c:v>9</c:v>
                </c:pt>
                <c:pt idx="11654">
                  <c:v>9</c:v>
                </c:pt>
                <c:pt idx="11655">
                  <c:v>7.5</c:v>
                </c:pt>
                <c:pt idx="11656">
                  <c:v>6.5</c:v>
                </c:pt>
                <c:pt idx="11657">
                  <c:v>5.5</c:v>
                </c:pt>
                <c:pt idx="11658">
                  <c:v>5</c:v>
                </c:pt>
                <c:pt idx="11659">
                  <c:v>5.5</c:v>
                </c:pt>
                <c:pt idx="11660">
                  <c:v>6</c:v>
                </c:pt>
                <c:pt idx="11661">
                  <c:v>4</c:v>
                </c:pt>
                <c:pt idx="11662">
                  <c:v>2.5</c:v>
                </c:pt>
                <c:pt idx="11663">
                  <c:v>2.5</c:v>
                </c:pt>
                <c:pt idx="11664">
                  <c:v>4</c:v>
                </c:pt>
                <c:pt idx="11665">
                  <c:v>4</c:v>
                </c:pt>
                <c:pt idx="11666">
                  <c:v>4.5</c:v>
                </c:pt>
                <c:pt idx="11667">
                  <c:v>6.5</c:v>
                </c:pt>
                <c:pt idx="11668">
                  <c:v>5.5</c:v>
                </c:pt>
                <c:pt idx="11669">
                  <c:v>6</c:v>
                </c:pt>
                <c:pt idx="11670">
                  <c:v>7</c:v>
                </c:pt>
                <c:pt idx="11671">
                  <c:v>7.5</c:v>
                </c:pt>
                <c:pt idx="11672">
                  <c:v>8</c:v>
                </c:pt>
                <c:pt idx="11673">
                  <c:v>6.5</c:v>
                </c:pt>
                <c:pt idx="11674">
                  <c:v>6</c:v>
                </c:pt>
                <c:pt idx="11675">
                  <c:v>6.5</c:v>
                </c:pt>
                <c:pt idx="11676">
                  <c:v>6</c:v>
                </c:pt>
                <c:pt idx="11677">
                  <c:v>6</c:v>
                </c:pt>
                <c:pt idx="11678">
                  <c:v>5</c:v>
                </c:pt>
                <c:pt idx="11679">
                  <c:v>5</c:v>
                </c:pt>
                <c:pt idx="11680">
                  <c:v>6</c:v>
                </c:pt>
                <c:pt idx="11681">
                  <c:v>5</c:v>
                </c:pt>
                <c:pt idx="11682">
                  <c:v>4.5</c:v>
                </c:pt>
                <c:pt idx="11683">
                  <c:v>4.5</c:v>
                </c:pt>
                <c:pt idx="11684">
                  <c:v>4.5</c:v>
                </c:pt>
                <c:pt idx="11685">
                  <c:v>3.5</c:v>
                </c:pt>
                <c:pt idx="11686">
                  <c:v>4.5</c:v>
                </c:pt>
                <c:pt idx="11687">
                  <c:v>3.5</c:v>
                </c:pt>
                <c:pt idx="11688">
                  <c:v>4</c:v>
                </c:pt>
                <c:pt idx="11689">
                  <c:v>4.5</c:v>
                </c:pt>
                <c:pt idx="11690">
                  <c:v>6</c:v>
                </c:pt>
                <c:pt idx="11691">
                  <c:v>6.5</c:v>
                </c:pt>
                <c:pt idx="11692">
                  <c:v>7</c:v>
                </c:pt>
                <c:pt idx="11693">
                  <c:v>9</c:v>
                </c:pt>
                <c:pt idx="11694">
                  <c:v>9</c:v>
                </c:pt>
                <c:pt idx="11695">
                  <c:v>8</c:v>
                </c:pt>
                <c:pt idx="11696">
                  <c:v>7</c:v>
                </c:pt>
                <c:pt idx="11697">
                  <c:v>6</c:v>
                </c:pt>
                <c:pt idx="11698">
                  <c:v>6.5</c:v>
                </c:pt>
                <c:pt idx="11699">
                  <c:v>4.5</c:v>
                </c:pt>
                <c:pt idx="11700">
                  <c:v>2.5</c:v>
                </c:pt>
                <c:pt idx="11701">
                  <c:v>1.5</c:v>
                </c:pt>
                <c:pt idx="11702">
                  <c:v>2</c:v>
                </c:pt>
                <c:pt idx="11703">
                  <c:v>2</c:v>
                </c:pt>
                <c:pt idx="11704">
                  <c:v>4.5</c:v>
                </c:pt>
                <c:pt idx="11705">
                  <c:v>8</c:v>
                </c:pt>
                <c:pt idx="11706">
                  <c:v>7.5</c:v>
                </c:pt>
                <c:pt idx="11707">
                  <c:v>8</c:v>
                </c:pt>
                <c:pt idx="11708">
                  <c:v>7.5</c:v>
                </c:pt>
                <c:pt idx="11709">
                  <c:v>7.5</c:v>
                </c:pt>
                <c:pt idx="11710">
                  <c:v>7</c:v>
                </c:pt>
                <c:pt idx="11711">
                  <c:v>8</c:v>
                </c:pt>
                <c:pt idx="11712">
                  <c:v>7.5</c:v>
                </c:pt>
                <c:pt idx="11713">
                  <c:v>6</c:v>
                </c:pt>
                <c:pt idx="11714">
                  <c:v>6.5</c:v>
                </c:pt>
                <c:pt idx="11715">
                  <c:v>6.5</c:v>
                </c:pt>
                <c:pt idx="11716">
                  <c:v>5.5</c:v>
                </c:pt>
                <c:pt idx="11717">
                  <c:v>4.5</c:v>
                </c:pt>
                <c:pt idx="11718">
                  <c:v>4.5</c:v>
                </c:pt>
                <c:pt idx="11719">
                  <c:v>6.5</c:v>
                </c:pt>
                <c:pt idx="11720">
                  <c:v>8.5</c:v>
                </c:pt>
                <c:pt idx="11721">
                  <c:v>8</c:v>
                </c:pt>
                <c:pt idx="11722">
                  <c:v>8.5</c:v>
                </c:pt>
                <c:pt idx="11723">
                  <c:v>7.5</c:v>
                </c:pt>
                <c:pt idx="11724">
                  <c:v>8.5</c:v>
                </c:pt>
                <c:pt idx="11725">
                  <c:v>10.5</c:v>
                </c:pt>
                <c:pt idx="11726">
                  <c:v>12.5</c:v>
                </c:pt>
                <c:pt idx="11727">
                  <c:v>12</c:v>
                </c:pt>
                <c:pt idx="11728">
                  <c:v>9.5</c:v>
                </c:pt>
                <c:pt idx="11729">
                  <c:v>8.5</c:v>
                </c:pt>
                <c:pt idx="11730">
                  <c:v>10</c:v>
                </c:pt>
                <c:pt idx="11731">
                  <c:v>11.5</c:v>
                </c:pt>
                <c:pt idx="11732">
                  <c:v>10.5</c:v>
                </c:pt>
                <c:pt idx="11733">
                  <c:v>7.5</c:v>
                </c:pt>
                <c:pt idx="11734">
                  <c:v>10</c:v>
                </c:pt>
                <c:pt idx="11735">
                  <c:v>9.5</c:v>
                </c:pt>
                <c:pt idx="11736">
                  <c:v>11.5</c:v>
                </c:pt>
                <c:pt idx="11737">
                  <c:v>12.5</c:v>
                </c:pt>
                <c:pt idx="11738">
                  <c:v>13.5</c:v>
                </c:pt>
                <c:pt idx="11739">
                  <c:v>14</c:v>
                </c:pt>
                <c:pt idx="11740">
                  <c:v>11.5</c:v>
                </c:pt>
                <c:pt idx="11741">
                  <c:v>5</c:v>
                </c:pt>
                <c:pt idx="11742">
                  <c:v>2.5</c:v>
                </c:pt>
                <c:pt idx="11743">
                  <c:v>5</c:v>
                </c:pt>
                <c:pt idx="11744">
                  <c:v>9</c:v>
                </c:pt>
                <c:pt idx="11745">
                  <c:v>10.5</c:v>
                </c:pt>
                <c:pt idx="11746">
                  <c:v>12</c:v>
                </c:pt>
                <c:pt idx="11747">
                  <c:v>10</c:v>
                </c:pt>
                <c:pt idx="11748">
                  <c:v>11.5</c:v>
                </c:pt>
                <c:pt idx="11749">
                  <c:v>13.5</c:v>
                </c:pt>
                <c:pt idx="11750">
                  <c:v>13.5</c:v>
                </c:pt>
                <c:pt idx="11751">
                  <c:v>14.5</c:v>
                </c:pt>
                <c:pt idx="11752">
                  <c:v>14.5</c:v>
                </c:pt>
                <c:pt idx="11753">
                  <c:v>13</c:v>
                </c:pt>
                <c:pt idx="11754">
                  <c:v>13</c:v>
                </c:pt>
                <c:pt idx="11755">
                  <c:v>14</c:v>
                </c:pt>
                <c:pt idx="11756">
                  <c:v>11.5</c:v>
                </c:pt>
                <c:pt idx="11757">
                  <c:v>9</c:v>
                </c:pt>
                <c:pt idx="11758">
                  <c:v>7</c:v>
                </c:pt>
                <c:pt idx="11759">
                  <c:v>7</c:v>
                </c:pt>
                <c:pt idx="11760">
                  <c:v>8</c:v>
                </c:pt>
                <c:pt idx="11761">
                  <c:v>10.5</c:v>
                </c:pt>
                <c:pt idx="11762">
                  <c:v>12</c:v>
                </c:pt>
                <c:pt idx="11763">
                  <c:v>13.5</c:v>
                </c:pt>
                <c:pt idx="11764">
                  <c:v>14</c:v>
                </c:pt>
                <c:pt idx="11765">
                  <c:v>14.5</c:v>
                </c:pt>
                <c:pt idx="11766">
                  <c:v>14</c:v>
                </c:pt>
                <c:pt idx="11767">
                  <c:v>10.5</c:v>
                </c:pt>
                <c:pt idx="11768">
                  <c:v>6.5</c:v>
                </c:pt>
                <c:pt idx="11769">
                  <c:v>9</c:v>
                </c:pt>
                <c:pt idx="11770">
                  <c:v>9.5</c:v>
                </c:pt>
                <c:pt idx="11771">
                  <c:v>9.5</c:v>
                </c:pt>
                <c:pt idx="11772">
                  <c:v>10.5</c:v>
                </c:pt>
                <c:pt idx="11773">
                  <c:v>12.5</c:v>
                </c:pt>
                <c:pt idx="11774">
                  <c:v>8</c:v>
                </c:pt>
                <c:pt idx="11775">
                  <c:v>7</c:v>
                </c:pt>
                <c:pt idx="11776">
                  <c:v>9.5</c:v>
                </c:pt>
                <c:pt idx="11777">
                  <c:v>11</c:v>
                </c:pt>
                <c:pt idx="11778">
                  <c:v>12</c:v>
                </c:pt>
                <c:pt idx="11779">
                  <c:v>11</c:v>
                </c:pt>
                <c:pt idx="11780">
                  <c:v>10.5</c:v>
                </c:pt>
                <c:pt idx="11781">
                  <c:v>10.5</c:v>
                </c:pt>
                <c:pt idx="11782">
                  <c:v>12</c:v>
                </c:pt>
                <c:pt idx="11783">
                  <c:v>12</c:v>
                </c:pt>
                <c:pt idx="11784">
                  <c:v>15</c:v>
                </c:pt>
                <c:pt idx="11785">
                  <c:v>17</c:v>
                </c:pt>
                <c:pt idx="11786">
                  <c:v>17.5</c:v>
                </c:pt>
                <c:pt idx="11787">
                  <c:v>17</c:v>
                </c:pt>
                <c:pt idx="11788">
                  <c:v>17</c:v>
                </c:pt>
                <c:pt idx="11789">
                  <c:v>17.5</c:v>
                </c:pt>
                <c:pt idx="11790">
                  <c:v>18.5</c:v>
                </c:pt>
                <c:pt idx="11791">
                  <c:v>19</c:v>
                </c:pt>
                <c:pt idx="11792">
                  <c:v>16</c:v>
                </c:pt>
                <c:pt idx="11793">
                  <c:v>18</c:v>
                </c:pt>
                <c:pt idx="11794">
                  <c:v>15</c:v>
                </c:pt>
                <c:pt idx="11795">
                  <c:v>13.5</c:v>
                </c:pt>
                <c:pt idx="11796">
                  <c:v>12</c:v>
                </c:pt>
                <c:pt idx="11797">
                  <c:v>13</c:v>
                </c:pt>
                <c:pt idx="11798">
                  <c:v>9</c:v>
                </c:pt>
                <c:pt idx="11799">
                  <c:v>8.5</c:v>
                </c:pt>
                <c:pt idx="11800">
                  <c:v>12.5</c:v>
                </c:pt>
                <c:pt idx="11801">
                  <c:v>13.5</c:v>
                </c:pt>
                <c:pt idx="11802">
                  <c:v>16</c:v>
                </c:pt>
                <c:pt idx="11803">
                  <c:v>16.5</c:v>
                </c:pt>
                <c:pt idx="11804">
                  <c:v>13.5</c:v>
                </c:pt>
                <c:pt idx="11805">
                  <c:v>14</c:v>
                </c:pt>
                <c:pt idx="11806">
                  <c:v>12</c:v>
                </c:pt>
                <c:pt idx="11807">
                  <c:v>14</c:v>
                </c:pt>
                <c:pt idx="11808">
                  <c:v>17</c:v>
                </c:pt>
                <c:pt idx="11809">
                  <c:v>17</c:v>
                </c:pt>
                <c:pt idx="11810">
                  <c:v>16</c:v>
                </c:pt>
                <c:pt idx="11811">
                  <c:v>16.5</c:v>
                </c:pt>
                <c:pt idx="11812">
                  <c:v>16.5</c:v>
                </c:pt>
                <c:pt idx="11813">
                  <c:v>17.5</c:v>
                </c:pt>
                <c:pt idx="11814">
                  <c:v>19</c:v>
                </c:pt>
                <c:pt idx="11815">
                  <c:v>21</c:v>
                </c:pt>
                <c:pt idx="11816">
                  <c:v>21.5</c:v>
                </c:pt>
                <c:pt idx="11817">
                  <c:v>20</c:v>
                </c:pt>
                <c:pt idx="11818">
                  <c:v>21.5</c:v>
                </c:pt>
                <c:pt idx="11819">
                  <c:v>19</c:v>
                </c:pt>
                <c:pt idx="11820">
                  <c:v>20.5</c:v>
                </c:pt>
                <c:pt idx="11821">
                  <c:v>21.5</c:v>
                </c:pt>
                <c:pt idx="11822">
                  <c:v>18.5</c:v>
                </c:pt>
                <c:pt idx="11823">
                  <c:v>19.5</c:v>
                </c:pt>
                <c:pt idx="11824">
                  <c:v>21.5</c:v>
                </c:pt>
                <c:pt idx="11825">
                  <c:v>20.5</c:v>
                </c:pt>
                <c:pt idx="11826">
                  <c:v>21</c:v>
                </c:pt>
                <c:pt idx="11827">
                  <c:v>22</c:v>
                </c:pt>
                <c:pt idx="11828">
                  <c:v>22</c:v>
                </c:pt>
                <c:pt idx="11829">
                  <c:v>22</c:v>
                </c:pt>
                <c:pt idx="11830">
                  <c:v>19.5</c:v>
                </c:pt>
                <c:pt idx="11831">
                  <c:v>22</c:v>
                </c:pt>
                <c:pt idx="11832">
                  <c:v>23.5</c:v>
                </c:pt>
                <c:pt idx="11833">
                  <c:v>25</c:v>
                </c:pt>
                <c:pt idx="11834">
                  <c:v>24.5</c:v>
                </c:pt>
                <c:pt idx="11835">
                  <c:v>26</c:v>
                </c:pt>
                <c:pt idx="11836">
                  <c:v>26.5</c:v>
                </c:pt>
                <c:pt idx="11837">
                  <c:v>27.5</c:v>
                </c:pt>
                <c:pt idx="11838">
                  <c:v>26.5</c:v>
                </c:pt>
                <c:pt idx="11839">
                  <c:v>27</c:v>
                </c:pt>
                <c:pt idx="11840">
                  <c:v>25.5</c:v>
                </c:pt>
                <c:pt idx="11841">
                  <c:v>24.5</c:v>
                </c:pt>
                <c:pt idx="11842">
                  <c:v>22.5</c:v>
                </c:pt>
                <c:pt idx="11843">
                  <c:v>20.5</c:v>
                </c:pt>
                <c:pt idx="11844">
                  <c:v>20.5</c:v>
                </c:pt>
                <c:pt idx="11845">
                  <c:v>22</c:v>
                </c:pt>
                <c:pt idx="11846">
                  <c:v>23.5</c:v>
                </c:pt>
                <c:pt idx="11847">
                  <c:v>22.5</c:v>
                </c:pt>
                <c:pt idx="11848">
                  <c:v>22</c:v>
                </c:pt>
                <c:pt idx="11849">
                  <c:v>23</c:v>
                </c:pt>
                <c:pt idx="11850">
                  <c:v>24</c:v>
                </c:pt>
                <c:pt idx="11851">
                  <c:v>22.5</c:v>
                </c:pt>
                <c:pt idx="11852">
                  <c:v>23.5</c:v>
                </c:pt>
                <c:pt idx="11853">
                  <c:v>19.5</c:v>
                </c:pt>
                <c:pt idx="11854">
                  <c:v>23</c:v>
                </c:pt>
                <c:pt idx="11855">
                  <c:v>23.5</c:v>
                </c:pt>
                <c:pt idx="11856">
                  <c:v>24.5</c:v>
                </c:pt>
                <c:pt idx="11857">
                  <c:v>22.5</c:v>
                </c:pt>
                <c:pt idx="11858">
                  <c:v>20.5</c:v>
                </c:pt>
                <c:pt idx="11859">
                  <c:v>23</c:v>
                </c:pt>
                <c:pt idx="11860">
                  <c:v>24</c:v>
                </c:pt>
                <c:pt idx="11861">
                  <c:v>19</c:v>
                </c:pt>
                <c:pt idx="11862">
                  <c:v>22</c:v>
                </c:pt>
                <c:pt idx="11863">
                  <c:v>23.5</c:v>
                </c:pt>
                <c:pt idx="11864">
                  <c:v>26.5</c:v>
                </c:pt>
                <c:pt idx="11865">
                  <c:v>29</c:v>
                </c:pt>
                <c:pt idx="11866">
                  <c:v>26.5</c:v>
                </c:pt>
                <c:pt idx="11867">
                  <c:v>21.5</c:v>
                </c:pt>
                <c:pt idx="11868">
                  <c:v>24.5</c:v>
                </c:pt>
                <c:pt idx="11869">
                  <c:v>24.5</c:v>
                </c:pt>
                <c:pt idx="11870">
                  <c:v>23.5</c:v>
                </c:pt>
                <c:pt idx="11871">
                  <c:v>25</c:v>
                </c:pt>
                <c:pt idx="11872">
                  <c:v>26</c:v>
                </c:pt>
                <c:pt idx="11873">
                  <c:v>26</c:v>
                </c:pt>
                <c:pt idx="11874">
                  <c:v>27</c:v>
                </c:pt>
                <c:pt idx="11875">
                  <c:v>27.5</c:v>
                </c:pt>
                <c:pt idx="11876">
                  <c:v>29</c:v>
                </c:pt>
                <c:pt idx="11877">
                  <c:v>30</c:v>
                </c:pt>
                <c:pt idx="11878">
                  <c:v>30.5</c:v>
                </c:pt>
                <c:pt idx="11879">
                  <c:v>31</c:v>
                </c:pt>
                <c:pt idx="11880">
                  <c:v>31.5</c:v>
                </c:pt>
                <c:pt idx="11881">
                  <c:v>31</c:v>
                </c:pt>
                <c:pt idx="11882">
                  <c:v>31.5</c:v>
                </c:pt>
                <c:pt idx="11883">
                  <c:v>32.5</c:v>
                </c:pt>
                <c:pt idx="11884">
                  <c:v>33</c:v>
                </c:pt>
                <c:pt idx="11885">
                  <c:v>33.5</c:v>
                </c:pt>
                <c:pt idx="11886">
                  <c:v>32</c:v>
                </c:pt>
                <c:pt idx="11887">
                  <c:v>32</c:v>
                </c:pt>
                <c:pt idx="11888">
                  <c:v>33</c:v>
                </c:pt>
                <c:pt idx="11889">
                  <c:v>33</c:v>
                </c:pt>
                <c:pt idx="11890">
                  <c:v>33.5</c:v>
                </c:pt>
                <c:pt idx="11891">
                  <c:v>34</c:v>
                </c:pt>
                <c:pt idx="11892">
                  <c:v>34.5</c:v>
                </c:pt>
                <c:pt idx="11893">
                  <c:v>33</c:v>
                </c:pt>
                <c:pt idx="11894">
                  <c:v>32</c:v>
                </c:pt>
                <c:pt idx="11895">
                  <c:v>25.5</c:v>
                </c:pt>
                <c:pt idx="11896">
                  <c:v>24</c:v>
                </c:pt>
                <c:pt idx="11897">
                  <c:v>28</c:v>
                </c:pt>
                <c:pt idx="11898">
                  <c:v>25</c:v>
                </c:pt>
                <c:pt idx="11899">
                  <c:v>23.5</c:v>
                </c:pt>
                <c:pt idx="11900">
                  <c:v>25</c:v>
                </c:pt>
                <c:pt idx="11901">
                  <c:v>26</c:v>
                </c:pt>
                <c:pt idx="11902">
                  <c:v>26</c:v>
                </c:pt>
                <c:pt idx="11903">
                  <c:v>28</c:v>
                </c:pt>
                <c:pt idx="11904">
                  <c:v>29</c:v>
                </c:pt>
                <c:pt idx="11905">
                  <c:v>29.5</c:v>
                </c:pt>
                <c:pt idx="11906">
                  <c:v>25</c:v>
                </c:pt>
                <c:pt idx="11907">
                  <c:v>25.5</c:v>
                </c:pt>
                <c:pt idx="11908">
                  <c:v>26</c:v>
                </c:pt>
                <c:pt idx="11909">
                  <c:v>27</c:v>
                </c:pt>
                <c:pt idx="11910">
                  <c:v>28</c:v>
                </c:pt>
                <c:pt idx="11911">
                  <c:v>29</c:v>
                </c:pt>
                <c:pt idx="11912">
                  <c:v>29.5</c:v>
                </c:pt>
                <c:pt idx="11913">
                  <c:v>30.5</c:v>
                </c:pt>
                <c:pt idx="11914">
                  <c:v>29</c:v>
                </c:pt>
                <c:pt idx="11915">
                  <c:v>28</c:v>
                </c:pt>
                <c:pt idx="11916">
                  <c:v>30</c:v>
                </c:pt>
                <c:pt idx="11917">
                  <c:v>32.5</c:v>
                </c:pt>
                <c:pt idx="11918">
                  <c:v>31.5</c:v>
                </c:pt>
                <c:pt idx="11919">
                  <c:v>31.5</c:v>
                </c:pt>
                <c:pt idx="11920">
                  <c:v>32</c:v>
                </c:pt>
                <c:pt idx="11921">
                  <c:v>28.5</c:v>
                </c:pt>
                <c:pt idx="11922">
                  <c:v>26.5</c:v>
                </c:pt>
                <c:pt idx="11923">
                  <c:v>21</c:v>
                </c:pt>
                <c:pt idx="11924">
                  <c:v>23.5</c:v>
                </c:pt>
                <c:pt idx="11925">
                  <c:v>25</c:v>
                </c:pt>
                <c:pt idx="11926">
                  <c:v>27</c:v>
                </c:pt>
                <c:pt idx="11927">
                  <c:v>25.5</c:v>
                </c:pt>
                <c:pt idx="11928">
                  <c:v>24</c:v>
                </c:pt>
                <c:pt idx="11929">
                  <c:v>25.5</c:v>
                </c:pt>
                <c:pt idx="11930">
                  <c:v>24.5</c:v>
                </c:pt>
                <c:pt idx="11931">
                  <c:v>25.5</c:v>
                </c:pt>
                <c:pt idx="11932">
                  <c:v>23.5</c:v>
                </c:pt>
                <c:pt idx="11933">
                  <c:v>19.5</c:v>
                </c:pt>
                <c:pt idx="11934">
                  <c:v>20</c:v>
                </c:pt>
                <c:pt idx="11935">
                  <c:v>20.5</c:v>
                </c:pt>
                <c:pt idx="11936">
                  <c:v>19.5</c:v>
                </c:pt>
                <c:pt idx="11937">
                  <c:v>20</c:v>
                </c:pt>
                <c:pt idx="11938">
                  <c:v>20.5</c:v>
                </c:pt>
                <c:pt idx="11939">
                  <c:v>21</c:v>
                </c:pt>
                <c:pt idx="11940">
                  <c:v>20</c:v>
                </c:pt>
                <c:pt idx="11941">
                  <c:v>18.5</c:v>
                </c:pt>
                <c:pt idx="11942">
                  <c:v>14</c:v>
                </c:pt>
                <c:pt idx="11943">
                  <c:v>17</c:v>
                </c:pt>
                <c:pt idx="11944">
                  <c:v>16.5</c:v>
                </c:pt>
                <c:pt idx="11945">
                  <c:v>17.5</c:v>
                </c:pt>
                <c:pt idx="11946">
                  <c:v>18.5</c:v>
                </c:pt>
                <c:pt idx="11947">
                  <c:v>20</c:v>
                </c:pt>
                <c:pt idx="11948">
                  <c:v>20.5</c:v>
                </c:pt>
                <c:pt idx="11949">
                  <c:v>21</c:v>
                </c:pt>
                <c:pt idx="11950">
                  <c:v>17</c:v>
                </c:pt>
                <c:pt idx="11951">
                  <c:v>14.5</c:v>
                </c:pt>
                <c:pt idx="11952">
                  <c:v>15</c:v>
                </c:pt>
                <c:pt idx="11953">
                  <c:v>16</c:v>
                </c:pt>
                <c:pt idx="11954">
                  <c:v>17</c:v>
                </c:pt>
                <c:pt idx="11955">
                  <c:v>18</c:v>
                </c:pt>
                <c:pt idx="11956">
                  <c:v>17</c:v>
                </c:pt>
                <c:pt idx="11957">
                  <c:v>15.5</c:v>
                </c:pt>
                <c:pt idx="11958">
                  <c:v>16</c:v>
                </c:pt>
                <c:pt idx="11959">
                  <c:v>17.5</c:v>
                </c:pt>
                <c:pt idx="11960">
                  <c:v>17</c:v>
                </c:pt>
                <c:pt idx="11961">
                  <c:v>16.5</c:v>
                </c:pt>
                <c:pt idx="11962">
                  <c:v>17.5</c:v>
                </c:pt>
                <c:pt idx="11963">
                  <c:v>16.5</c:v>
                </c:pt>
                <c:pt idx="11964">
                  <c:v>18</c:v>
                </c:pt>
                <c:pt idx="11965">
                  <c:v>18</c:v>
                </c:pt>
                <c:pt idx="11966">
                  <c:v>18.5</c:v>
                </c:pt>
                <c:pt idx="11967">
                  <c:v>17.5</c:v>
                </c:pt>
                <c:pt idx="11968">
                  <c:v>20</c:v>
                </c:pt>
                <c:pt idx="11969">
                  <c:v>19</c:v>
                </c:pt>
                <c:pt idx="11970">
                  <c:v>16.5</c:v>
                </c:pt>
                <c:pt idx="11971">
                  <c:v>14.5</c:v>
                </c:pt>
                <c:pt idx="11972">
                  <c:v>14.5</c:v>
                </c:pt>
                <c:pt idx="11973">
                  <c:v>14.5</c:v>
                </c:pt>
                <c:pt idx="11974">
                  <c:v>15</c:v>
                </c:pt>
                <c:pt idx="11975">
                  <c:v>16</c:v>
                </c:pt>
                <c:pt idx="11976">
                  <c:v>18</c:v>
                </c:pt>
                <c:pt idx="11977">
                  <c:v>18</c:v>
                </c:pt>
                <c:pt idx="11978">
                  <c:v>19.5</c:v>
                </c:pt>
                <c:pt idx="11979">
                  <c:v>19.5</c:v>
                </c:pt>
                <c:pt idx="11980">
                  <c:v>15.5</c:v>
                </c:pt>
                <c:pt idx="11981">
                  <c:v>12</c:v>
                </c:pt>
                <c:pt idx="11982">
                  <c:v>10.5</c:v>
                </c:pt>
                <c:pt idx="11983">
                  <c:v>11</c:v>
                </c:pt>
                <c:pt idx="11984">
                  <c:v>12</c:v>
                </c:pt>
                <c:pt idx="11985">
                  <c:v>13</c:v>
                </c:pt>
                <c:pt idx="11986">
                  <c:v>13.5</c:v>
                </c:pt>
                <c:pt idx="11987">
                  <c:v>13.5</c:v>
                </c:pt>
                <c:pt idx="11988">
                  <c:v>14</c:v>
                </c:pt>
                <c:pt idx="11989">
                  <c:v>14</c:v>
                </c:pt>
                <c:pt idx="11990">
                  <c:v>13</c:v>
                </c:pt>
                <c:pt idx="11991">
                  <c:v>14.5</c:v>
                </c:pt>
                <c:pt idx="11992">
                  <c:v>15</c:v>
                </c:pt>
                <c:pt idx="11993">
                  <c:v>17</c:v>
                </c:pt>
                <c:pt idx="11994">
                  <c:v>15.5</c:v>
                </c:pt>
                <c:pt idx="11995">
                  <c:v>12</c:v>
                </c:pt>
                <c:pt idx="11996">
                  <c:v>11.5</c:v>
                </c:pt>
                <c:pt idx="11997">
                  <c:v>13</c:v>
                </c:pt>
                <c:pt idx="11998">
                  <c:v>14.5</c:v>
                </c:pt>
                <c:pt idx="11999">
                  <c:v>14</c:v>
                </c:pt>
                <c:pt idx="12000">
                  <c:v>13</c:v>
                </c:pt>
                <c:pt idx="12001">
                  <c:v>10.5</c:v>
                </c:pt>
                <c:pt idx="12002">
                  <c:v>10.5</c:v>
                </c:pt>
                <c:pt idx="12003">
                  <c:v>8.5</c:v>
                </c:pt>
                <c:pt idx="12004">
                  <c:v>7.5</c:v>
                </c:pt>
                <c:pt idx="12005">
                  <c:v>9</c:v>
                </c:pt>
                <c:pt idx="12006">
                  <c:v>10</c:v>
                </c:pt>
                <c:pt idx="12007">
                  <c:v>10</c:v>
                </c:pt>
                <c:pt idx="12008">
                  <c:v>9.5</c:v>
                </c:pt>
                <c:pt idx="12009">
                  <c:v>9</c:v>
                </c:pt>
                <c:pt idx="12010">
                  <c:v>12.5</c:v>
                </c:pt>
                <c:pt idx="12011">
                  <c:v>15</c:v>
                </c:pt>
                <c:pt idx="12012">
                  <c:v>12.5</c:v>
                </c:pt>
                <c:pt idx="12013">
                  <c:v>11.5</c:v>
                </c:pt>
                <c:pt idx="12014">
                  <c:v>9</c:v>
                </c:pt>
                <c:pt idx="12015">
                  <c:v>11</c:v>
                </c:pt>
                <c:pt idx="12016">
                  <c:v>11.5</c:v>
                </c:pt>
                <c:pt idx="12017">
                  <c:v>10</c:v>
                </c:pt>
                <c:pt idx="12018">
                  <c:v>9.5</c:v>
                </c:pt>
                <c:pt idx="12019">
                  <c:v>8</c:v>
                </c:pt>
                <c:pt idx="12020">
                  <c:v>7.5</c:v>
                </c:pt>
                <c:pt idx="12021">
                  <c:v>8.5</c:v>
                </c:pt>
                <c:pt idx="12022">
                  <c:v>8</c:v>
                </c:pt>
                <c:pt idx="12023">
                  <c:v>8</c:v>
                </c:pt>
                <c:pt idx="12024">
                  <c:v>9.5</c:v>
                </c:pt>
                <c:pt idx="12025">
                  <c:v>10</c:v>
                </c:pt>
                <c:pt idx="12026">
                  <c:v>8.5</c:v>
                </c:pt>
                <c:pt idx="12027">
                  <c:v>5.5</c:v>
                </c:pt>
                <c:pt idx="12028">
                  <c:v>5</c:v>
                </c:pt>
                <c:pt idx="12029">
                  <c:v>6</c:v>
                </c:pt>
                <c:pt idx="12030">
                  <c:v>5</c:v>
                </c:pt>
                <c:pt idx="12031">
                  <c:v>4</c:v>
                </c:pt>
                <c:pt idx="12032">
                  <c:v>4.5</c:v>
                </c:pt>
                <c:pt idx="12033">
                  <c:v>4</c:v>
                </c:pt>
                <c:pt idx="12034">
                  <c:v>4</c:v>
                </c:pt>
                <c:pt idx="12035">
                  <c:v>4</c:v>
                </c:pt>
                <c:pt idx="12036">
                  <c:v>3</c:v>
                </c:pt>
                <c:pt idx="12037">
                  <c:v>4</c:v>
                </c:pt>
                <c:pt idx="12038">
                  <c:v>4.5</c:v>
                </c:pt>
                <c:pt idx="12039">
                  <c:v>7</c:v>
                </c:pt>
                <c:pt idx="12040">
                  <c:v>8.5</c:v>
                </c:pt>
                <c:pt idx="12041">
                  <c:v>9</c:v>
                </c:pt>
                <c:pt idx="12042">
                  <c:v>9.5</c:v>
                </c:pt>
                <c:pt idx="12043">
                  <c:v>8.5</c:v>
                </c:pt>
                <c:pt idx="12044">
                  <c:v>8.5</c:v>
                </c:pt>
                <c:pt idx="12045">
                  <c:v>9</c:v>
                </c:pt>
                <c:pt idx="12046">
                  <c:v>8.5</c:v>
                </c:pt>
                <c:pt idx="12047">
                  <c:v>6.5</c:v>
                </c:pt>
                <c:pt idx="12048">
                  <c:v>5.5</c:v>
                </c:pt>
                <c:pt idx="12049">
                  <c:v>6.5</c:v>
                </c:pt>
                <c:pt idx="12050">
                  <c:v>6.5</c:v>
                </c:pt>
                <c:pt idx="12051">
                  <c:v>4</c:v>
                </c:pt>
                <c:pt idx="12052">
                  <c:v>3.5</c:v>
                </c:pt>
                <c:pt idx="12053">
                  <c:v>1.5</c:v>
                </c:pt>
                <c:pt idx="12054">
                  <c:v>2</c:v>
                </c:pt>
                <c:pt idx="12055">
                  <c:v>2</c:v>
                </c:pt>
                <c:pt idx="12056">
                  <c:v>2.5</c:v>
                </c:pt>
                <c:pt idx="12057">
                  <c:v>3.5</c:v>
                </c:pt>
                <c:pt idx="12058">
                  <c:v>4.5</c:v>
                </c:pt>
                <c:pt idx="12059">
                  <c:v>5.5</c:v>
                </c:pt>
                <c:pt idx="12060">
                  <c:v>6</c:v>
                </c:pt>
                <c:pt idx="12061">
                  <c:v>6.5</c:v>
                </c:pt>
                <c:pt idx="12062">
                  <c:v>6</c:v>
                </c:pt>
                <c:pt idx="12063">
                  <c:v>6.5</c:v>
                </c:pt>
                <c:pt idx="12064">
                  <c:v>8</c:v>
                </c:pt>
                <c:pt idx="12065">
                  <c:v>9.5</c:v>
                </c:pt>
                <c:pt idx="12066">
                  <c:v>11</c:v>
                </c:pt>
                <c:pt idx="12067">
                  <c:v>12</c:v>
                </c:pt>
                <c:pt idx="12068">
                  <c:v>10.5</c:v>
                </c:pt>
                <c:pt idx="12069">
                  <c:v>9</c:v>
                </c:pt>
                <c:pt idx="12070">
                  <c:v>9</c:v>
                </c:pt>
                <c:pt idx="12071">
                  <c:v>9</c:v>
                </c:pt>
                <c:pt idx="12072">
                  <c:v>8</c:v>
                </c:pt>
                <c:pt idx="12073">
                  <c:v>7.5</c:v>
                </c:pt>
                <c:pt idx="12074">
                  <c:v>8</c:v>
                </c:pt>
                <c:pt idx="12075">
                  <c:v>8</c:v>
                </c:pt>
                <c:pt idx="12076">
                  <c:v>7.5</c:v>
                </c:pt>
                <c:pt idx="12077">
                  <c:v>6</c:v>
                </c:pt>
                <c:pt idx="12078">
                  <c:v>5.5</c:v>
                </c:pt>
                <c:pt idx="12079">
                  <c:v>7</c:v>
                </c:pt>
                <c:pt idx="12080">
                  <c:v>7</c:v>
                </c:pt>
                <c:pt idx="12081">
                  <c:v>9</c:v>
                </c:pt>
                <c:pt idx="12082">
                  <c:v>9.5</c:v>
                </c:pt>
                <c:pt idx="12083">
                  <c:v>10</c:v>
                </c:pt>
                <c:pt idx="12084">
                  <c:v>9.5</c:v>
                </c:pt>
                <c:pt idx="12085">
                  <c:v>8</c:v>
                </c:pt>
                <c:pt idx="12086">
                  <c:v>7</c:v>
                </c:pt>
                <c:pt idx="12087">
                  <c:v>7</c:v>
                </c:pt>
                <c:pt idx="12088">
                  <c:v>5.5</c:v>
                </c:pt>
                <c:pt idx="12089">
                  <c:v>2.5</c:v>
                </c:pt>
                <c:pt idx="12090">
                  <c:v>1.5</c:v>
                </c:pt>
                <c:pt idx="12091">
                  <c:v>0</c:v>
                </c:pt>
                <c:pt idx="12092">
                  <c:v>0</c:v>
                </c:pt>
                <c:pt idx="12093">
                  <c:v>1</c:v>
                </c:pt>
                <c:pt idx="12094">
                  <c:v>2</c:v>
                </c:pt>
                <c:pt idx="12095">
                  <c:v>2.5</c:v>
                </c:pt>
                <c:pt idx="12096">
                  <c:v>6</c:v>
                </c:pt>
                <c:pt idx="12097">
                  <c:v>6.5</c:v>
                </c:pt>
                <c:pt idx="12098">
                  <c:v>9</c:v>
                </c:pt>
                <c:pt idx="12099">
                  <c:v>10</c:v>
                </c:pt>
                <c:pt idx="12100">
                  <c:v>10.5</c:v>
                </c:pt>
                <c:pt idx="12101">
                  <c:v>9.5</c:v>
                </c:pt>
                <c:pt idx="12102">
                  <c:v>9</c:v>
                </c:pt>
                <c:pt idx="12103">
                  <c:v>7.5</c:v>
                </c:pt>
                <c:pt idx="12104">
                  <c:v>9.5</c:v>
                </c:pt>
                <c:pt idx="12105">
                  <c:v>12</c:v>
                </c:pt>
                <c:pt idx="12106">
                  <c:v>9</c:v>
                </c:pt>
                <c:pt idx="12107">
                  <c:v>6</c:v>
                </c:pt>
                <c:pt idx="12108">
                  <c:v>2.5</c:v>
                </c:pt>
                <c:pt idx="12109">
                  <c:v>3</c:v>
                </c:pt>
                <c:pt idx="12110">
                  <c:v>9</c:v>
                </c:pt>
                <c:pt idx="12111">
                  <c:v>8</c:v>
                </c:pt>
                <c:pt idx="12112">
                  <c:v>5</c:v>
                </c:pt>
                <c:pt idx="12113">
                  <c:v>6.5</c:v>
                </c:pt>
                <c:pt idx="12114">
                  <c:v>7.5</c:v>
                </c:pt>
                <c:pt idx="12115">
                  <c:v>10</c:v>
                </c:pt>
                <c:pt idx="12116">
                  <c:v>10</c:v>
                </c:pt>
                <c:pt idx="12117">
                  <c:v>11.5</c:v>
                </c:pt>
                <c:pt idx="12118">
                  <c:v>13</c:v>
                </c:pt>
                <c:pt idx="12119">
                  <c:v>13</c:v>
                </c:pt>
                <c:pt idx="12120">
                  <c:v>12.5</c:v>
                </c:pt>
                <c:pt idx="12121">
                  <c:v>9.5</c:v>
                </c:pt>
                <c:pt idx="12122">
                  <c:v>9.5</c:v>
                </c:pt>
                <c:pt idx="12123">
                  <c:v>10.5</c:v>
                </c:pt>
                <c:pt idx="12124">
                  <c:v>12.5</c:v>
                </c:pt>
                <c:pt idx="12125">
                  <c:v>8</c:v>
                </c:pt>
                <c:pt idx="12126">
                  <c:v>7</c:v>
                </c:pt>
                <c:pt idx="12127">
                  <c:v>9</c:v>
                </c:pt>
                <c:pt idx="12128">
                  <c:v>9.5</c:v>
                </c:pt>
                <c:pt idx="12129">
                  <c:v>11</c:v>
                </c:pt>
                <c:pt idx="12130">
                  <c:v>12</c:v>
                </c:pt>
                <c:pt idx="12131">
                  <c:v>14</c:v>
                </c:pt>
                <c:pt idx="12132">
                  <c:v>14</c:v>
                </c:pt>
                <c:pt idx="12133">
                  <c:v>13</c:v>
                </c:pt>
                <c:pt idx="12134">
                  <c:v>10.5</c:v>
                </c:pt>
                <c:pt idx="12135">
                  <c:v>11</c:v>
                </c:pt>
                <c:pt idx="12136">
                  <c:v>12</c:v>
                </c:pt>
                <c:pt idx="12137">
                  <c:v>12</c:v>
                </c:pt>
                <c:pt idx="12138">
                  <c:v>14</c:v>
                </c:pt>
                <c:pt idx="12139">
                  <c:v>15.5</c:v>
                </c:pt>
                <c:pt idx="12140">
                  <c:v>15.5</c:v>
                </c:pt>
                <c:pt idx="12141">
                  <c:v>15.5</c:v>
                </c:pt>
                <c:pt idx="12142">
                  <c:v>15</c:v>
                </c:pt>
                <c:pt idx="12143">
                  <c:v>15.5</c:v>
                </c:pt>
                <c:pt idx="12144">
                  <c:v>11</c:v>
                </c:pt>
                <c:pt idx="12145">
                  <c:v>10.5</c:v>
                </c:pt>
                <c:pt idx="12146">
                  <c:v>12.5</c:v>
                </c:pt>
                <c:pt idx="12147">
                  <c:v>14.5</c:v>
                </c:pt>
                <c:pt idx="12148">
                  <c:v>15.5</c:v>
                </c:pt>
                <c:pt idx="12149">
                  <c:v>14.5</c:v>
                </c:pt>
                <c:pt idx="12150">
                  <c:v>16</c:v>
                </c:pt>
                <c:pt idx="12151">
                  <c:v>16</c:v>
                </c:pt>
                <c:pt idx="12152">
                  <c:v>13.5</c:v>
                </c:pt>
                <c:pt idx="12153">
                  <c:v>14</c:v>
                </c:pt>
                <c:pt idx="12154">
                  <c:v>13.5</c:v>
                </c:pt>
                <c:pt idx="12155">
                  <c:v>14.5</c:v>
                </c:pt>
                <c:pt idx="12156">
                  <c:v>15</c:v>
                </c:pt>
                <c:pt idx="12157">
                  <c:v>15</c:v>
                </c:pt>
                <c:pt idx="12158">
                  <c:v>15</c:v>
                </c:pt>
                <c:pt idx="12159">
                  <c:v>16.5</c:v>
                </c:pt>
                <c:pt idx="12160">
                  <c:v>18</c:v>
                </c:pt>
                <c:pt idx="12161">
                  <c:v>15.5</c:v>
                </c:pt>
                <c:pt idx="12162">
                  <c:v>15</c:v>
                </c:pt>
                <c:pt idx="12163">
                  <c:v>15.5</c:v>
                </c:pt>
                <c:pt idx="12164">
                  <c:v>15</c:v>
                </c:pt>
                <c:pt idx="12165">
                  <c:v>14.5</c:v>
                </c:pt>
                <c:pt idx="12166">
                  <c:v>15.5</c:v>
                </c:pt>
                <c:pt idx="12167">
                  <c:v>14.5</c:v>
                </c:pt>
                <c:pt idx="12168">
                  <c:v>14.5</c:v>
                </c:pt>
                <c:pt idx="12169">
                  <c:v>14</c:v>
                </c:pt>
                <c:pt idx="12170">
                  <c:v>12</c:v>
                </c:pt>
                <c:pt idx="12171">
                  <c:v>12</c:v>
                </c:pt>
                <c:pt idx="12172">
                  <c:v>13</c:v>
                </c:pt>
                <c:pt idx="12173">
                  <c:v>12</c:v>
                </c:pt>
                <c:pt idx="12174">
                  <c:v>14</c:v>
                </c:pt>
                <c:pt idx="12175">
                  <c:v>15.5</c:v>
                </c:pt>
                <c:pt idx="12176">
                  <c:v>16</c:v>
                </c:pt>
                <c:pt idx="12177">
                  <c:v>17</c:v>
                </c:pt>
                <c:pt idx="12178">
                  <c:v>16</c:v>
                </c:pt>
                <c:pt idx="12179">
                  <c:v>16</c:v>
                </c:pt>
                <c:pt idx="12180">
                  <c:v>16.5</c:v>
                </c:pt>
                <c:pt idx="12181">
                  <c:v>16</c:v>
                </c:pt>
                <c:pt idx="12182">
                  <c:v>16.5</c:v>
                </c:pt>
                <c:pt idx="12183">
                  <c:v>18</c:v>
                </c:pt>
                <c:pt idx="12184">
                  <c:v>18</c:v>
                </c:pt>
                <c:pt idx="12185">
                  <c:v>17.5</c:v>
                </c:pt>
                <c:pt idx="12186">
                  <c:v>17.5</c:v>
                </c:pt>
                <c:pt idx="12187">
                  <c:v>17.5</c:v>
                </c:pt>
                <c:pt idx="12188">
                  <c:v>17.5</c:v>
                </c:pt>
                <c:pt idx="12189">
                  <c:v>17</c:v>
                </c:pt>
                <c:pt idx="12190">
                  <c:v>15.5</c:v>
                </c:pt>
                <c:pt idx="12191">
                  <c:v>17.5</c:v>
                </c:pt>
                <c:pt idx="12192">
                  <c:v>18.5</c:v>
                </c:pt>
                <c:pt idx="12193">
                  <c:v>19</c:v>
                </c:pt>
                <c:pt idx="12194">
                  <c:v>22.5</c:v>
                </c:pt>
                <c:pt idx="12195">
                  <c:v>24</c:v>
                </c:pt>
                <c:pt idx="12196">
                  <c:v>24.5</c:v>
                </c:pt>
                <c:pt idx="12197">
                  <c:v>23</c:v>
                </c:pt>
                <c:pt idx="12198">
                  <c:v>23.5</c:v>
                </c:pt>
                <c:pt idx="12199">
                  <c:v>24.5</c:v>
                </c:pt>
                <c:pt idx="12200">
                  <c:v>24.5</c:v>
                </c:pt>
                <c:pt idx="12201">
                  <c:v>20.5</c:v>
                </c:pt>
                <c:pt idx="12202">
                  <c:v>22.5</c:v>
                </c:pt>
                <c:pt idx="12203">
                  <c:v>26</c:v>
                </c:pt>
                <c:pt idx="12204">
                  <c:v>25</c:v>
                </c:pt>
                <c:pt idx="12205">
                  <c:v>23.5</c:v>
                </c:pt>
                <c:pt idx="12206">
                  <c:v>22.5</c:v>
                </c:pt>
                <c:pt idx="12207">
                  <c:v>24.5</c:v>
                </c:pt>
                <c:pt idx="12208">
                  <c:v>24</c:v>
                </c:pt>
                <c:pt idx="12209">
                  <c:v>23</c:v>
                </c:pt>
                <c:pt idx="12210">
                  <c:v>20.5</c:v>
                </c:pt>
                <c:pt idx="12211">
                  <c:v>20</c:v>
                </c:pt>
                <c:pt idx="12212">
                  <c:v>21.5</c:v>
                </c:pt>
                <c:pt idx="12213">
                  <c:v>20</c:v>
                </c:pt>
                <c:pt idx="12214">
                  <c:v>18.5</c:v>
                </c:pt>
                <c:pt idx="12215">
                  <c:v>19.5</c:v>
                </c:pt>
                <c:pt idx="12216">
                  <c:v>22</c:v>
                </c:pt>
                <c:pt idx="12217">
                  <c:v>23</c:v>
                </c:pt>
                <c:pt idx="12218">
                  <c:v>24</c:v>
                </c:pt>
                <c:pt idx="12219">
                  <c:v>24</c:v>
                </c:pt>
                <c:pt idx="12220">
                  <c:v>21.5</c:v>
                </c:pt>
                <c:pt idx="12221">
                  <c:v>24</c:v>
                </c:pt>
                <c:pt idx="12222">
                  <c:v>23</c:v>
                </c:pt>
                <c:pt idx="12223">
                  <c:v>23.5</c:v>
                </c:pt>
                <c:pt idx="12224">
                  <c:v>25</c:v>
                </c:pt>
                <c:pt idx="12225">
                  <c:v>21</c:v>
                </c:pt>
                <c:pt idx="12226">
                  <c:v>20.5</c:v>
                </c:pt>
                <c:pt idx="12227">
                  <c:v>21.5</c:v>
                </c:pt>
                <c:pt idx="12228">
                  <c:v>22.5</c:v>
                </c:pt>
                <c:pt idx="12229">
                  <c:v>23.5</c:v>
                </c:pt>
                <c:pt idx="12230">
                  <c:v>24.5</c:v>
                </c:pt>
                <c:pt idx="12231">
                  <c:v>24</c:v>
                </c:pt>
                <c:pt idx="12232">
                  <c:v>24.5</c:v>
                </c:pt>
                <c:pt idx="12233">
                  <c:v>25.5</c:v>
                </c:pt>
                <c:pt idx="12234">
                  <c:v>25</c:v>
                </c:pt>
                <c:pt idx="12235">
                  <c:v>25.5</c:v>
                </c:pt>
                <c:pt idx="12236">
                  <c:v>26.5</c:v>
                </c:pt>
                <c:pt idx="12237">
                  <c:v>27</c:v>
                </c:pt>
                <c:pt idx="12238">
                  <c:v>26.5</c:v>
                </c:pt>
                <c:pt idx="12239">
                  <c:v>27</c:v>
                </c:pt>
                <c:pt idx="12240">
                  <c:v>27</c:v>
                </c:pt>
                <c:pt idx="12241">
                  <c:v>27.5</c:v>
                </c:pt>
                <c:pt idx="12242">
                  <c:v>24</c:v>
                </c:pt>
                <c:pt idx="12243">
                  <c:v>24</c:v>
                </c:pt>
                <c:pt idx="12244">
                  <c:v>24.5</c:v>
                </c:pt>
                <c:pt idx="12245">
                  <c:v>25</c:v>
                </c:pt>
                <c:pt idx="12246">
                  <c:v>27</c:v>
                </c:pt>
                <c:pt idx="12247">
                  <c:v>28.5</c:v>
                </c:pt>
                <c:pt idx="12248">
                  <c:v>29.5</c:v>
                </c:pt>
                <c:pt idx="12249">
                  <c:v>29.5</c:v>
                </c:pt>
                <c:pt idx="12250">
                  <c:v>28.5</c:v>
                </c:pt>
                <c:pt idx="12251">
                  <c:v>21.5</c:v>
                </c:pt>
                <c:pt idx="12252">
                  <c:v>23.5</c:v>
                </c:pt>
                <c:pt idx="12253">
                  <c:v>24.5</c:v>
                </c:pt>
                <c:pt idx="12254">
                  <c:v>24.5</c:v>
                </c:pt>
                <c:pt idx="12255">
                  <c:v>25.5</c:v>
                </c:pt>
                <c:pt idx="12256">
                  <c:v>26</c:v>
                </c:pt>
                <c:pt idx="12257">
                  <c:v>26</c:v>
                </c:pt>
                <c:pt idx="12258">
                  <c:v>27.5</c:v>
                </c:pt>
                <c:pt idx="12259">
                  <c:v>26.5</c:v>
                </c:pt>
                <c:pt idx="12260">
                  <c:v>27</c:v>
                </c:pt>
                <c:pt idx="12261">
                  <c:v>28</c:v>
                </c:pt>
                <c:pt idx="12262">
                  <c:v>30</c:v>
                </c:pt>
                <c:pt idx="12263">
                  <c:v>30</c:v>
                </c:pt>
                <c:pt idx="12264">
                  <c:v>28</c:v>
                </c:pt>
                <c:pt idx="12265">
                  <c:v>27.5</c:v>
                </c:pt>
                <c:pt idx="12266">
                  <c:v>29</c:v>
                </c:pt>
                <c:pt idx="12267">
                  <c:v>30.5</c:v>
                </c:pt>
                <c:pt idx="12268">
                  <c:v>30</c:v>
                </c:pt>
                <c:pt idx="12269">
                  <c:v>29.5</c:v>
                </c:pt>
                <c:pt idx="12270">
                  <c:v>27.5</c:v>
                </c:pt>
                <c:pt idx="12271">
                  <c:v>28</c:v>
                </c:pt>
                <c:pt idx="12272">
                  <c:v>27.5</c:v>
                </c:pt>
                <c:pt idx="12273">
                  <c:v>29</c:v>
                </c:pt>
                <c:pt idx="12274">
                  <c:v>27.5</c:v>
                </c:pt>
                <c:pt idx="12275">
                  <c:v>26</c:v>
                </c:pt>
                <c:pt idx="12276">
                  <c:v>27</c:v>
                </c:pt>
                <c:pt idx="12277">
                  <c:v>28.5</c:v>
                </c:pt>
                <c:pt idx="12278">
                  <c:v>30.5</c:v>
                </c:pt>
                <c:pt idx="12279">
                  <c:v>31</c:v>
                </c:pt>
                <c:pt idx="12280">
                  <c:v>31</c:v>
                </c:pt>
                <c:pt idx="12281">
                  <c:v>32.5</c:v>
                </c:pt>
                <c:pt idx="12282">
                  <c:v>33.5</c:v>
                </c:pt>
                <c:pt idx="12283">
                  <c:v>33.5</c:v>
                </c:pt>
                <c:pt idx="12284">
                  <c:v>33.5</c:v>
                </c:pt>
                <c:pt idx="12285">
                  <c:v>31</c:v>
                </c:pt>
                <c:pt idx="12286">
                  <c:v>24.5</c:v>
                </c:pt>
                <c:pt idx="12287">
                  <c:v>24.5</c:v>
                </c:pt>
                <c:pt idx="12288">
                  <c:v>25</c:v>
                </c:pt>
                <c:pt idx="12289">
                  <c:v>27</c:v>
                </c:pt>
                <c:pt idx="12290">
                  <c:v>23.5</c:v>
                </c:pt>
                <c:pt idx="12291">
                  <c:v>24</c:v>
                </c:pt>
                <c:pt idx="12292">
                  <c:v>26.5</c:v>
                </c:pt>
                <c:pt idx="12293">
                  <c:v>29</c:v>
                </c:pt>
                <c:pt idx="12294">
                  <c:v>28</c:v>
                </c:pt>
                <c:pt idx="12295">
                  <c:v>23.5</c:v>
                </c:pt>
                <c:pt idx="12296">
                  <c:v>25.5</c:v>
                </c:pt>
                <c:pt idx="12297">
                  <c:v>19</c:v>
                </c:pt>
                <c:pt idx="12298">
                  <c:v>19.5</c:v>
                </c:pt>
                <c:pt idx="12299">
                  <c:v>21</c:v>
                </c:pt>
                <c:pt idx="12300">
                  <c:v>24</c:v>
                </c:pt>
                <c:pt idx="12301">
                  <c:v>24</c:v>
                </c:pt>
                <c:pt idx="12302">
                  <c:v>25.5</c:v>
                </c:pt>
                <c:pt idx="12303">
                  <c:v>25.5</c:v>
                </c:pt>
                <c:pt idx="12304">
                  <c:v>25.5</c:v>
                </c:pt>
                <c:pt idx="12305">
                  <c:v>22.5</c:v>
                </c:pt>
                <c:pt idx="12306">
                  <c:v>20.5</c:v>
                </c:pt>
                <c:pt idx="12307">
                  <c:v>21</c:v>
                </c:pt>
                <c:pt idx="12308">
                  <c:v>22.5</c:v>
                </c:pt>
                <c:pt idx="12309">
                  <c:v>19.5</c:v>
                </c:pt>
                <c:pt idx="12310">
                  <c:v>18</c:v>
                </c:pt>
                <c:pt idx="12311">
                  <c:v>17.5</c:v>
                </c:pt>
                <c:pt idx="12312">
                  <c:v>18.5</c:v>
                </c:pt>
                <c:pt idx="12313">
                  <c:v>21</c:v>
                </c:pt>
                <c:pt idx="12314">
                  <c:v>22</c:v>
                </c:pt>
                <c:pt idx="12315">
                  <c:v>21</c:v>
                </c:pt>
                <c:pt idx="12316">
                  <c:v>19</c:v>
                </c:pt>
                <c:pt idx="12317">
                  <c:v>19.5</c:v>
                </c:pt>
                <c:pt idx="12318">
                  <c:v>18.5</c:v>
                </c:pt>
                <c:pt idx="12319">
                  <c:v>16.5</c:v>
                </c:pt>
                <c:pt idx="12320">
                  <c:v>18</c:v>
                </c:pt>
                <c:pt idx="12321">
                  <c:v>19.5</c:v>
                </c:pt>
                <c:pt idx="12322">
                  <c:v>21</c:v>
                </c:pt>
                <c:pt idx="12323">
                  <c:v>22</c:v>
                </c:pt>
                <c:pt idx="12324">
                  <c:v>22</c:v>
                </c:pt>
                <c:pt idx="12325">
                  <c:v>19.5</c:v>
                </c:pt>
                <c:pt idx="12326">
                  <c:v>20</c:v>
                </c:pt>
                <c:pt idx="12327">
                  <c:v>22</c:v>
                </c:pt>
                <c:pt idx="12328">
                  <c:v>22.5</c:v>
                </c:pt>
                <c:pt idx="12329">
                  <c:v>21.5</c:v>
                </c:pt>
                <c:pt idx="12330">
                  <c:v>21.5</c:v>
                </c:pt>
                <c:pt idx="12331">
                  <c:v>21.5</c:v>
                </c:pt>
                <c:pt idx="12332">
                  <c:v>20.5</c:v>
                </c:pt>
                <c:pt idx="12333">
                  <c:v>20</c:v>
                </c:pt>
                <c:pt idx="12334">
                  <c:v>19.5</c:v>
                </c:pt>
                <c:pt idx="12335">
                  <c:v>20.5</c:v>
                </c:pt>
                <c:pt idx="12336">
                  <c:v>20.5</c:v>
                </c:pt>
                <c:pt idx="12337">
                  <c:v>15</c:v>
                </c:pt>
                <c:pt idx="12338">
                  <c:v>14.5</c:v>
                </c:pt>
                <c:pt idx="12339">
                  <c:v>14</c:v>
                </c:pt>
                <c:pt idx="12340">
                  <c:v>15</c:v>
                </c:pt>
                <c:pt idx="12341">
                  <c:v>16</c:v>
                </c:pt>
                <c:pt idx="12342">
                  <c:v>16.5</c:v>
                </c:pt>
                <c:pt idx="12343">
                  <c:v>19.5</c:v>
                </c:pt>
                <c:pt idx="12344">
                  <c:v>14.5</c:v>
                </c:pt>
                <c:pt idx="12345">
                  <c:v>13.5</c:v>
                </c:pt>
                <c:pt idx="12346">
                  <c:v>15.5</c:v>
                </c:pt>
                <c:pt idx="12347">
                  <c:v>15.5</c:v>
                </c:pt>
                <c:pt idx="12348">
                  <c:v>12.5</c:v>
                </c:pt>
                <c:pt idx="12349">
                  <c:v>14.5</c:v>
                </c:pt>
                <c:pt idx="12350">
                  <c:v>16</c:v>
                </c:pt>
                <c:pt idx="12351">
                  <c:v>14.5</c:v>
                </c:pt>
                <c:pt idx="12352">
                  <c:v>13.5</c:v>
                </c:pt>
                <c:pt idx="12353">
                  <c:v>14</c:v>
                </c:pt>
                <c:pt idx="12354">
                  <c:v>14.5</c:v>
                </c:pt>
                <c:pt idx="12355">
                  <c:v>15</c:v>
                </c:pt>
                <c:pt idx="12356">
                  <c:v>15.5</c:v>
                </c:pt>
                <c:pt idx="12357">
                  <c:v>17</c:v>
                </c:pt>
                <c:pt idx="12358">
                  <c:v>17</c:v>
                </c:pt>
                <c:pt idx="12359">
                  <c:v>18.5</c:v>
                </c:pt>
                <c:pt idx="12360">
                  <c:v>19</c:v>
                </c:pt>
                <c:pt idx="12361">
                  <c:v>17</c:v>
                </c:pt>
                <c:pt idx="12362">
                  <c:v>13.5</c:v>
                </c:pt>
                <c:pt idx="12363">
                  <c:v>11</c:v>
                </c:pt>
                <c:pt idx="12364">
                  <c:v>12.5</c:v>
                </c:pt>
                <c:pt idx="12365">
                  <c:v>15</c:v>
                </c:pt>
                <c:pt idx="12366">
                  <c:v>16.5</c:v>
                </c:pt>
                <c:pt idx="12367">
                  <c:v>13.5</c:v>
                </c:pt>
                <c:pt idx="12368">
                  <c:v>11.5</c:v>
                </c:pt>
                <c:pt idx="12369">
                  <c:v>11.5</c:v>
                </c:pt>
                <c:pt idx="12370">
                  <c:v>11.5</c:v>
                </c:pt>
                <c:pt idx="12371">
                  <c:v>12</c:v>
                </c:pt>
                <c:pt idx="12372">
                  <c:v>12</c:v>
                </c:pt>
                <c:pt idx="12373">
                  <c:v>13</c:v>
                </c:pt>
                <c:pt idx="12374">
                  <c:v>8.5</c:v>
                </c:pt>
                <c:pt idx="12375">
                  <c:v>8.5</c:v>
                </c:pt>
                <c:pt idx="12376">
                  <c:v>7.5</c:v>
                </c:pt>
                <c:pt idx="12377">
                  <c:v>8.5</c:v>
                </c:pt>
                <c:pt idx="12378">
                  <c:v>7</c:v>
                </c:pt>
                <c:pt idx="12379">
                  <c:v>6.5</c:v>
                </c:pt>
                <c:pt idx="12380">
                  <c:v>8</c:v>
                </c:pt>
                <c:pt idx="12381">
                  <c:v>9</c:v>
                </c:pt>
                <c:pt idx="12382">
                  <c:v>9.5</c:v>
                </c:pt>
                <c:pt idx="12383">
                  <c:v>11</c:v>
                </c:pt>
                <c:pt idx="12384">
                  <c:v>11</c:v>
                </c:pt>
                <c:pt idx="12385">
                  <c:v>13.5</c:v>
                </c:pt>
                <c:pt idx="12386">
                  <c:v>10</c:v>
                </c:pt>
                <c:pt idx="12387">
                  <c:v>10</c:v>
                </c:pt>
                <c:pt idx="12388">
                  <c:v>9</c:v>
                </c:pt>
                <c:pt idx="12389">
                  <c:v>8.5</c:v>
                </c:pt>
                <c:pt idx="12390">
                  <c:v>9</c:v>
                </c:pt>
                <c:pt idx="12391">
                  <c:v>6.5</c:v>
                </c:pt>
                <c:pt idx="12392">
                  <c:v>5.5</c:v>
                </c:pt>
                <c:pt idx="12393">
                  <c:v>4</c:v>
                </c:pt>
                <c:pt idx="12394">
                  <c:v>4.5</c:v>
                </c:pt>
                <c:pt idx="12395">
                  <c:v>5</c:v>
                </c:pt>
                <c:pt idx="12396">
                  <c:v>5.5</c:v>
                </c:pt>
                <c:pt idx="12397">
                  <c:v>6</c:v>
                </c:pt>
                <c:pt idx="12398">
                  <c:v>6</c:v>
                </c:pt>
                <c:pt idx="12399">
                  <c:v>4.5</c:v>
                </c:pt>
                <c:pt idx="12400">
                  <c:v>5.5</c:v>
                </c:pt>
                <c:pt idx="12401">
                  <c:v>6.5</c:v>
                </c:pt>
                <c:pt idx="12402">
                  <c:v>11</c:v>
                </c:pt>
                <c:pt idx="12403">
                  <c:v>10</c:v>
                </c:pt>
                <c:pt idx="12404">
                  <c:v>11.5</c:v>
                </c:pt>
                <c:pt idx="12405">
                  <c:v>10</c:v>
                </c:pt>
                <c:pt idx="12406">
                  <c:v>7</c:v>
                </c:pt>
                <c:pt idx="12407">
                  <c:v>6.5</c:v>
                </c:pt>
                <c:pt idx="12408">
                  <c:v>8</c:v>
                </c:pt>
                <c:pt idx="12409">
                  <c:v>9.5</c:v>
                </c:pt>
                <c:pt idx="12410">
                  <c:v>9.5</c:v>
                </c:pt>
                <c:pt idx="12411">
                  <c:v>8</c:v>
                </c:pt>
                <c:pt idx="12412">
                  <c:v>5.5</c:v>
                </c:pt>
                <c:pt idx="12413">
                  <c:v>6.5</c:v>
                </c:pt>
                <c:pt idx="12414">
                  <c:v>5.5</c:v>
                </c:pt>
                <c:pt idx="12415">
                  <c:v>4</c:v>
                </c:pt>
                <c:pt idx="12416">
                  <c:v>3.5</c:v>
                </c:pt>
                <c:pt idx="12417">
                  <c:v>4</c:v>
                </c:pt>
                <c:pt idx="12418">
                  <c:v>5.5</c:v>
                </c:pt>
                <c:pt idx="12419">
                  <c:v>5.5</c:v>
                </c:pt>
                <c:pt idx="12420">
                  <c:v>5</c:v>
                </c:pt>
                <c:pt idx="12421">
                  <c:v>4.5</c:v>
                </c:pt>
                <c:pt idx="12422">
                  <c:v>4.5</c:v>
                </c:pt>
                <c:pt idx="12423">
                  <c:v>6.5</c:v>
                </c:pt>
                <c:pt idx="12424">
                  <c:v>7.5</c:v>
                </c:pt>
                <c:pt idx="12425">
                  <c:v>8.5</c:v>
                </c:pt>
                <c:pt idx="12426">
                  <c:v>8.5</c:v>
                </c:pt>
                <c:pt idx="12427">
                  <c:v>7.5</c:v>
                </c:pt>
                <c:pt idx="12428">
                  <c:v>5</c:v>
                </c:pt>
                <c:pt idx="12429">
                  <c:v>4</c:v>
                </c:pt>
                <c:pt idx="12430">
                  <c:v>4</c:v>
                </c:pt>
                <c:pt idx="12431">
                  <c:v>4.5</c:v>
                </c:pt>
                <c:pt idx="12432">
                  <c:v>5.5</c:v>
                </c:pt>
                <c:pt idx="12433">
                  <c:v>5.5</c:v>
                </c:pt>
                <c:pt idx="12434">
                  <c:v>6</c:v>
                </c:pt>
                <c:pt idx="12435">
                  <c:v>6</c:v>
                </c:pt>
                <c:pt idx="12436">
                  <c:v>2.5</c:v>
                </c:pt>
                <c:pt idx="12437">
                  <c:v>0.5</c:v>
                </c:pt>
                <c:pt idx="12438">
                  <c:v>1.5</c:v>
                </c:pt>
                <c:pt idx="12439">
                  <c:v>3</c:v>
                </c:pt>
                <c:pt idx="12440">
                  <c:v>6</c:v>
                </c:pt>
                <c:pt idx="12441">
                  <c:v>7</c:v>
                </c:pt>
                <c:pt idx="12442">
                  <c:v>9</c:v>
                </c:pt>
                <c:pt idx="12443">
                  <c:v>6.5</c:v>
                </c:pt>
                <c:pt idx="12444">
                  <c:v>6.5</c:v>
                </c:pt>
                <c:pt idx="12445">
                  <c:v>4.5</c:v>
                </c:pt>
                <c:pt idx="12446">
                  <c:v>3</c:v>
                </c:pt>
                <c:pt idx="12447">
                  <c:v>2</c:v>
                </c:pt>
                <c:pt idx="12448">
                  <c:v>2</c:v>
                </c:pt>
                <c:pt idx="12449">
                  <c:v>2.5</c:v>
                </c:pt>
                <c:pt idx="12450">
                  <c:v>0.5</c:v>
                </c:pt>
                <c:pt idx="12451">
                  <c:v>1.5</c:v>
                </c:pt>
                <c:pt idx="12452">
                  <c:v>2</c:v>
                </c:pt>
                <c:pt idx="12453">
                  <c:v>2</c:v>
                </c:pt>
                <c:pt idx="12454">
                  <c:v>2.5</c:v>
                </c:pt>
                <c:pt idx="12455">
                  <c:v>3</c:v>
                </c:pt>
                <c:pt idx="12456">
                  <c:v>3.5</c:v>
                </c:pt>
                <c:pt idx="12457">
                  <c:v>4.5</c:v>
                </c:pt>
                <c:pt idx="12458">
                  <c:v>2</c:v>
                </c:pt>
                <c:pt idx="12459">
                  <c:v>6</c:v>
                </c:pt>
                <c:pt idx="12460">
                  <c:v>9.5</c:v>
                </c:pt>
                <c:pt idx="12461">
                  <c:v>6.5</c:v>
                </c:pt>
                <c:pt idx="12462">
                  <c:v>5</c:v>
                </c:pt>
                <c:pt idx="12463">
                  <c:v>4.5</c:v>
                </c:pt>
                <c:pt idx="12464">
                  <c:v>3.5</c:v>
                </c:pt>
                <c:pt idx="12465">
                  <c:v>1.5</c:v>
                </c:pt>
                <c:pt idx="12466">
                  <c:v>0</c:v>
                </c:pt>
                <c:pt idx="12467">
                  <c:v>0</c:v>
                </c:pt>
                <c:pt idx="12468">
                  <c:v>1.5</c:v>
                </c:pt>
                <c:pt idx="12469">
                  <c:v>1</c:v>
                </c:pt>
                <c:pt idx="12470">
                  <c:v>0.5</c:v>
                </c:pt>
                <c:pt idx="12471">
                  <c:v>1.5</c:v>
                </c:pt>
                <c:pt idx="12472">
                  <c:v>3</c:v>
                </c:pt>
                <c:pt idx="12473">
                  <c:v>3</c:v>
                </c:pt>
                <c:pt idx="12474">
                  <c:v>8</c:v>
                </c:pt>
                <c:pt idx="12475">
                  <c:v>3.5</c:v>
                </c:pt>
                <c:pt idx="12476">
                  <c:v>2.5</c:v>
                </c:pt>
                <c:pt idx="12477">
                  <c:v>3.5</c:v>
                </c:pt>
                <c:pt idx="12478">
                  <c:v>6</c:v>
                </c:pt>
                <c:pt idx="12479">
                  <c:v>8</c:v>
                </c:pt>
                <c:pt idx="12480">
                  <c:v>11</c:v>
                </c:pt>
                <c:pt idx="12481">
                  <c:v>10.5</c:v>
                </c:pt>
                <c:pt idx="12482">
                  <c:v>13</c:v>
                </c:pt>
                <c:pt idx="12483">
                  <c:v>13</c:v>
                </c:pt>
                <c:pt idx="12484">
                  <c:v>12.5</c:v>
                </c:pt>
                <c:pt idx="12485">
                  <c:v>13</c:v>
                </c:pt>
                <c:pt idx="12486">
                  <c:v>11.5</c:v>
                </c:pt>
                <c:pt idx="12487">
                  <c:v>11</c:v>
                </c:pt>
                <c:pt idx="12488">
                  <c:v>11.5</c:v>
                </c:pt>
                <c:pt idx="12489">
                  <c:v>11</c:v>
                </c:pt>
                <c:pt idx="12490">
                  <c:v>11.5</c:v>
                </c:pt>
                <c:pt idx="12491">
                  <c:v>11</c:v>
                </c:pt>
                <c:pt idx="12492">
                  <c:v>13</c:v>
                </c:pt>
                <c:pt idx="12493">
                  <c:v>14</c:v>
                </c:pt>
                <c:pt idx="12494">
                  <c:v>15.5</c:v>
                </c:pt>
                <c:pt idx="12495">
                  <c:v>14.5</c:v>
                </c:pt>
                <c:pt idx="12496">
                  <c:v>14.5</c:v>
                </c:pt>
                <c:pt idx="12497">
                  <c:v>12</c:v>
                </c:pt>
                <c:pt idx="12498">
                  <c:v>12</c:v>
                </c:pt>
                <c:pt idx="12499">
                  <c:v>11.5</c:v>
                </c:pt>
                <c:pt idx="12500">
                  <c:v>13</c:v>
                </c:pt>
                <c:pt idx="12501">
                  <c:v>12.5</c:v>
                </c:pt>
                <c:pt idx="12502">
                  <c:v>13.5</c:v>
                </c:pt>
                <c:pt idx="12503">
                  <c:v>13.5</c:v>
                </c:pt>
                <c:pt idx="12504">
                  <c:v>13</c:v>
                </c:pt>
                <c:pt idx="12505">
                  <c:v>12.5</c:v>
                </c:pt>
                <c:pt idx="12506">
                  <c:v>14</c:v>
                </c:pt>
                <c:pt idx="12507">
                  <c:v>12.5</c:v>
                </c:pt>
                <c:pt idx="12508">
                  <c:v>14</c:v>
                </c:pt>
                <c:pt idx="12509">
                  <c:v>12</c:v>
                </c:pt>
                <c:pt idx="12510">
                  <c:v>13.5</c:v>
                </c:pt>
                <c:pt idx="12511">
                  <c:v>13.5</c:v>
                </c:pt>
                <c:pt idx="12512">
                  <c:v>15.5</c:v>
                </c:pt>
                <c:pt idx="12513">
                  <c:v>16</c:v>
                </c:pt>
                <c:pt idx="12514">
                  <c:v>17</c:v>
                </c:pt>
                <c:pt idx="12515">
                  <c:v>19</c:v>
                </c:pt>
                <c:pt idx="12516">
                  <c:v>18.5</c:v>
                </c:pt>
                <c:pt idx="12517">
                  <c:v>16</c:v>
                </c:pt>
                <c:pt idx="12518">
                  <c:v>12</c:v>
                </c:pt>
                <c:pt idx="12519">
                  <c:v>14.5</c:v>
                </c:pt>
                <c:pt idx="12520">
                  <c:v>13.5</c:v>
                </c:pt>
                <c:pt idx="12521">
                  <c:v>13</c:v>
                </c:pt>
                <c:pt idx="12522">
                  <c:v>13</c:v>
                </c:pt>
                <c:pt idx="12523">
                  <c:v>15</c:v>
                </c:pt>
                <c:pt idx="12524">
                  <c:v>15.5</c:v>
                </c:pt>
                <c:pt idx="12525">
                  <c:v>17</c:v>
                </c:pt>
                <c:pt idx="12526">
                  <c:v>19.5</c:v>
                </c:pt>
                <c:pt idx="12527">
                  <c:v>21</c:v>
                </c:pt>
                <c:pt idx="12528">
                  <c:v>20</c:v>
                </c:pt>
                <c:pt idx="12529">
                  <c:v>20</c:v>
                </c:pt>
                <c:pt idx="12530">
                  <c:v>20</c:v>
                </c:pt>
                <c:pt idx="12531">
                  <c:v>19</c:v>
                </c:pt>
                <c:pt idx="12532">
                  <c:v>20</c:v>
                </c:pt>
                <c:pt idx="12533">
                  <c:v>18</c:v>
                </c:pt>
                <c:pt idx="12534">
                  <c:v>15.5</c:v>
                </c:pt>
                <c:pt idx="12535">
                  <c:v>16</c:v>
                </c:pt>
                <c:pt idx="12536">
                  <c:v>18.5</c:v>
                </c:pt>
                <c:pt idx="12537">
                  <c:v>19.5</c:v>
                </c:pt>
                <c:pt idx="12538">
                  <c:v>17.5</c:v>
                </c:pt>
                <c:pt idx="12539">
                  <c:v>18</c:v>
                </c:pt>
                <c:pt idx="12540">
                  <c:v>15</c:v>
                </c:pt>
                <c:pt idx="12541">
                  <c:v>16</c:v>
                </c:pt>
                <c:pt idx="12542">
                  <c:v>14.5</c:v>
                </c:pt>
                <c:pt idx="12543">
                  <c:v>16.5</c:v>
                </c:pt>
                <c:pt idx="12544">
                  <c:v>16.5</c:v>
                </c:pt>
                <c:pt idx="12545">
                  <c:v>18</c:v>
                </c:pt>
                <c:pt idx="12546">
                  <c:v>19</c:v>
                </c:pt>
                <c:pt idx="12547">
                  <c:v>18.5</c:v>
                </c:pt>
                <c:pt idx="12548">
                  <c:v>19</c:v>
                </c:pt>
                <c:pt idx="12549">
                  <c:v>16</c:v>
                </c:pt>
                <c:pt idx="12550">
                  <c:v>14</c:v>
                </c:pt>
                <c:pt idx="12551">
                  <c:v>16</c:v>
                </c:pt>
                <c:pt idx="12552">
                  <c:v>17</c:v>
                </c:pt>
                <c:pt idx="12553">
                  <c:v>17.5</c:v>
                </c:pt>
                <c:pt idx="12554">
                  <c:v>18.5</c:v>
                </c:pt>
                <c:pt idx="12555">
                  <c:v>14</c:v>
                </c:pt>
                <c:pt idx="12556">
                  <c:v>16.5</c:v>
                </c:pt>
                <c:pt idx="12557">
                  <c:v>18</c:v>
                </c:pt>
                <c:pt idx="12558">
                  <c:v>19</c:v>
                </c:pt>
                <c:pt idx="12559">
                  <c:v>20.5</c:v>
                </c:pt>
                <c:pt idx="12560">
                  <c:v>20.5</c:v>
                </c:pt>
                <c:pt idx="12561">
                  <c:v>20.5</c:v>
                </c:pt>
                <c:pt idx="12562">
                  <c:v>23</c:v>
                </c:pt>
                <c:pt idx="12563">
                  <c:v>23.5</c:v>
                </c:pt>
                <c:pt idx="12564">
                  <c:v>24</c:v>
                </c:pt>
                <c:pt idx="12565">
                  <c:v>23</c:v>
                </c:pt>
                <c:pt idx="12566">
                  <c:v>25.5</c:v>
                </c:pt>
                <c:pt idx="12567">
                  <c:v>26.5</c:v>
                </c:pt>
                <c:pt idx="12568">
                  <c:v>27</c:v>
                </c:pt>
                <c:pt idx="12569">
                  <c:v>27</c:v>
                </c:pt>
                <c:pt idx="12570">
                  <c:v>22</c:v>
                </c:pt>
                <c:pt idx="12571">
                  <c:v>23</c:v>
                </c:pt>
                <c:pt idx="12572">
                  <c:v>24</c:v>
                </c:pt>
                <c:pt idx="12573">
                  <c:v>24.5</c:v>
                </c:pt>
                <c:pt idx="12574">
                  <c:v>22</c:v>
                </c:pt>
                <c:pt idx="12575">
                  <c:v>24</c:v>
                </c:pt>
                <c:pt idx="12576">
                  <c:v>22.5</c:v>
                </c:pt>
                <c:pt idx="12577">
                  <c:v>23</c:v>
                </c:pt>
                <c:pt idx="12578">
                  <c:v>22.5</c:v>
                </c:pt>
                <c:pt idx="12579">
                  <c:v>20</c:v>
                </c:pt>
                <c:pt idx="12580">
                  <c:v>21</c:v>
                </c:pt>
                <c:pt idx="12581">
                  <c:v>22</c:v>
                </c:pt>
                <c:pt idx="12582">
                  <c:v>24.5</c:v>
                </c:pt>
                <c:pt idx="12583">
                  <c:v>24</c:v>
                </c:pt>
                <c:pt idx="12584">
                  <c:v>22</c:v>
                </c:pt>
                <c:pt idx="12585">
                  <c:v>21.5</c:v>
                </c:pt>
                <c:pt idx="12586">
                  <c:v>19.5</c:v>
                </c:pt>
                <c:pt idx="12587">
                  <c:v>22.5</c:v>
                </c:pt>
                <c:pt idx="12588">
                  <c:v>23.5</c:v>
                </c:pt>
                <c:pt idx="12589">
                  <c:v>22.5</c:v>
                </c:pt>
                <c:pt idx="12590">
                  <c:v>23.5</c:v>
                </c:pt>
                <c:pt idx="12591">
                  <c:v>25.5</c:v>
                </c:pt>
                <c:pt idx="12592">
                  <c:v>26</c:v>
                </c:pt>
                <c:pt idx="12593">
                  <c:v>25</c:v>
                </c:pt>
                <c:pt idx="12594">
                  <c:v>24</c:v>
                </c:pt>
                <c:pt idx="12595">
                  <c:v>24</c:v>
                </c:pt>
                <c:pt idx="12596">
                  <c:v>24.5</c:v>
                </c:pt>
                <c:pt idx="12597">
                  <c:v>24</c:v>
                </c:pt>
                <c:pt idx="12598">
                  <c:v>23.5</c:v>
                </c:pt>
                <c:pt idx="12599">
                  <c:v>24.5</c:v>
                </c:pt>
                <c:pt idx="12600">
                  <c:v>25.5</c:v>
                </c:pt>
                <c:pt idx="12601">
                  <c:v>27</c:v>
                </c:pt>
                <c:pt idx="12602">
                  <c:v>28</c:v>
                </c:pt>
                <c:pt idx="12603">
                  <c:v>27</c:v>
                </c:pt>
                <c:pt idx="12604">
                  <c:v>26.5</c:v>
                </c:pt>
                <c:pt idx="12605">
                  <c:v>27</c:v>
                </c:pt>
                <c:pt idx="12606">
                  <c:v>25.5</c:v>
                </c:pt>
                <c:pt idx="12607">
                  <c:v>25</c:v>
                </c:pt>
                <c:pt idx="12608">
                  <c:v>23.5</c:v>
                </c:pt>
                <c:pt idx="12609">
                  <c:v>25</c:v>
                </c:pt>
                <c:pt idx="12610">
                  <c:v>26</c:v>
                </c:pt>
                <c:pt idx="12611">
                  <c:v>23.5</c:v>
                </c:pt>
                <c:pt idx="12612">
                  <c:v>24.5</c:v>
                </c:pt>
                <c:pt idx="12613">
                  <c:v>25.5</c:v>
                </c:pt>
                <c:pt idx="12614">
                  <c:v>26</c:v>
                </c:pt>
                <c:pt idx="12615">
                  <c:v>26</c:v>
                </c:pt>
                <c:pt idx="12616">
                  <c:v>27</c:v>
                </c:pt>
                <c:pt idx="12617">
                  <c:v>25</c:v>
                </c:pt>
                <c:pt idx="12618">
                  <c:v>27.5</c:v>
                </c:pt>
                <c:pt idx="12619">
                  <c:v>29.5</c:v>
                </c:pt>
                <c:pt idx="12620">
                  <c:v>30</c:v>
                </c:pt>
                <c:pt idx="12621">
                  <c:v>30.5</c:v>
                </c:pt>
                <c:pt idx="12622">
                  <c:v>31</c:v>
                </c:pt>
                <c:pt idx="12623">
                  <c:v>31.5</c:v>
                </c:pt>
                <c:pt idx="12624">
                  <c:v>30</c:v>
                </c:pt>
                <c:pt idx="12625">
                  <c:v>28.5</c:v>
                </c:pt>
                <c:pt idx="12626">
                  <c:v>29.5</c:v>
                </c:pt>
                <c:pt idx="12627">
                  <c:v>29</c:v>
                </c:pt>
                <c:pt idx="12628">
                  <c:v>27.5</c:v>
                </c:pt>
                <c:pt idx="12629">
                  <c:v>27.5</c:v>
                </c:pt>
                <c:pt idx="12630">
                  <c:v>27</c:v>
                </c:pt>
                <c:pt idx="12631">
                  <c:v>29</c:v>
                </c:pt>
                <c:pt idx="12632">
                  <c:v>31</c:v>
                </c:pt>
                <c:pt idx="12633">
                  <c:v>32</c:v>
                </c:pt>
                <c:pt idx="12634">
                  <c:v>33</c:v>
                </c:pt>
                <c:pt idx="12635">
                  <c:v>34.5</c:v>
                </c:pt>
                <c:pt idx="12636">
                  <c:v>33</c:v>
                </c:pt>
                <c:pt idx="12637">
                  <c:v>31.5</c:v>
                </c:pt>
                <c:pt idx="12638">
                  <c:v>32.5</c:v>
                </c:pt>
                <c:pt idx="12639">
                  <c:v>31.5</c:v>
                </c:pt>
                <c:pt idx="12640">
                  <c:v>28</c:v>
                </c:pt>
                <c:pt idx="12641">
                  <c:v>29</c:v>
                </c:pt>
                <c:pt idx="12642">
                  <c:v>30</c:v>
                </c:pt>
                <c:pt idx="12643">
                  <c:v>28.5</c:v>
                </c:pt>
                <c:pt idx="12644">
                  <c:v>25.5</c:v>
                </c:pt>
                <c:pt idx="12645">
                  <c:v>26</c:v>
                </c:pt>
                <c:pt idx="12646">
                  <c:v>26.5</c:v>
                </c:pt>
                <c:pt idx="12647">
                  <c:v>27.5</c:v>
                </c:pt>
                <c:pt idx="12648">
                  <c:v>28.5</c:v>
                </c:pt>
                <c:pt idx="12649">
                  <c:v>31</c:v>
                </c:pt>
                <c:pt idx="12650">
                  <c:v>30.5</c:v>
                </c:pt>
                <c:pt idx="12651">
                  <c:v>28.5</c:v>
                </c:pt>
                <c:pt idx="12652">
                  <c:v>29.5</c:v>
                </c:pt>
                <c:pt idx="12653">
                  <c:v>30</c:v>
                </c:pt>
                <c:pt idx="12654">
                  <c:v>31</c:v>
                </c:pt>
                <c:pt idx="12655">
                  <c:v>32</c:v>
                </c:pt>
                <c:pt idx="12656">
                  <c:v>32.5</c:v>
                </c:pt>
                <c:pt idx="12657">
                  <c:v>30</c:v>
                </c:pt>
                <c:pt idx="12658">
                  <c:v>31</c:v>
                </c:pt>
                <c:pt idx="12659">
                  <c:v>31.5</c:v>
                </c:pt>
                <c:pt idx="12660">
                  <c:v>29</c:v>
                </c:pt>
                <c:pt idx="12661">
                  <c:v>26</c:v>
                </c:pt>
                <c:pt idx="12662">
                  <c:v>26</c:v>
                </c:pt>
                <c:pt idx="12663">
                  <c:v>25</c:v>
                </c:pt>
                <c:pt idx="12664">
                  <c:v>24</c:v>
                </c:pt>
                <c:pt idx="12665">
                  <c:v>25.5</c:v>
                </c:pt>
                <c:pt idx="12666">
                  <c:v>22.5</c:v>
                </c:pt>
                <c:pt idx="12667">
                  <c:v>21</c:v>
                </c:pt>
                <c:pt idx="12668">
                  <c:v>21</c:v>
                </c:pt>
                <c:pt idx="12669">
                  <c:v>20</c:v>
                </c:pt>
                <c:pt idx="12670">
                  <c:v>18.5</c:v>
                </c:pt>
                <c:pt idx="12671">
                  <c:v>18.5</c:v>
                </c:pt>
                <c:pt idx="12672">
                  <c:v>21</c:v>
                </c:pt>
                <c:pt idx="12673">
                  <c:v>23</c:v>
                </c:pt>
                <c:pt idx="12674">
                  <c:v>23</c:v>
                </c:pt>
                <c:pt idx="12675">
                  <c:v>22.5</c:v>
                </c:pt>
                <c:pt idx="12676">
                  <c:v>18.5</c:v>
                </c:pt>
                <c:pt idx="12677">
                  <c:v>18</c:v>
                </c:pt>
                <c:pt idx="12678">
                  <c:v>18.5</c:v>
                </c:pt>
                <c:pt idx="12679">
                  <c:v>19.5</c:v>
                </c:pt>
                <c:pt idx="12680">
                  <c:v>19.5</c:v>
                </c:pt>
                <c:pt idx="12681">
                  <c:v>19</c:v>
                </c:pt>
                <c:pt idx="12682">
                  <c:v>15.5</c:v>
                </c:pt>
                <c:pt idx="12683">
                  <c:v>15</c:v>
                </c:pt>
                <c:pt idx="12684">
                  <c:v>16</c:v>
                </c:pt>
                <c:pt idx="12685">
                  <c:v>13.5</c:v>
                </c:pt>
                <c:pt idx="12686">
                  <c:v>16.5</c:v>
                </c:pt>
                <c:pt idx="12687">
                  <c:v>17</c:v>
                </c:pt>
                <c:pt idx="12688">
                  <c:v>17.5</c:v>
                </c:pt>
                <c:pt idx="12689">
                  <c:v>17.5</c:v>
                </c:pt>
                <c:pt idx="12690">
                  <c:v>16.5</c:v>
                </c:pt>
                <c:pt idx="12691">
                  <c:v>15</c:v>
                </c:pt>
                <c:pt idx="12692">
                  <c:v>16.5</c:v>
                </c:pt>
                <c:pt idx="12693">
                  <c:v>18.5</c:v>
                </c:pt>
                <c:pt idx="12694">
                  <c:v>19</c:v>
                </c:pt>
                <c:pt idx="12695">
                  <c:v>20</c:v>
                </c:pt>
                <c:pt idx="12696">
                  <c:v>20.5</c:v>
                </c:pt>
                <c:pt idx="12697">
                  <c:v>21.5</c:v>
                </c:pt>
                <c:pt idx="12698">
                  <c:v>22</c:v>
                </c:pt>
                <c:pt idx="12699">
                  <c:v>21.5</c:v>
                </c:pt>
                <c:pt idx="12700">
                  <c:v>21.5</c:v>
                </c:pt>
                <c:pt idx="12701">
                  <c:v>21.5</c:v>
                </c:pt>
                <c:pt idx="12702">
                  <c:v>21.5</c:v>
                </c:pt>
                <c:pt idx="12703">
                  <c:v>22.5</c:v>
                </c:pt>
                <c:pt idx="12704">
                  <c:v>21.5</c:v>
                </c:pt>
                <c:pt idx="12705">
                  <c:v>16.5</c:v>
                </c:pt>
                <c:pt idx="12706">
                  <c:v>15</c:v>
                </c:pt>
                <c:pt idx="12707">
                  <c:v>14.5</c:v>
                </c:pt>
                <c:pt idx="12708">
                  <c:v>15</c:v>
                </c:pt>
                <c:pt idx="12709">
                  <c:v>15.5</c:v>
                </c:pt>
                <c:pt idx="12710">
                  <c:v>16.5</c:v>
                </c:pt>
                <c:pt idx="12711">
                  <c:v>18</c:v>
                </c:pt>
                <c:pt idx="12712">
                  <c:v>18.5</c:v>
                </c:pt>
                <c:pt idx="12713">
                  <c:v>15.5</c:v>
                </c:pt>
                <c:pt idx="12714">
                  <c:v>11.5</c:v>
                </c:pt>
                <c:pt idx="12715">
                  <c:v>13</c:v>
                </c:pt>
                <c:pt idx="12716">
                  <c:v>14</c:v>
                </c:pt>
                <c:pt idx="12717">
                  <c:v>15.5</c:v>
                </c:pt>
                <c:pt idx="12718">
                  <c:v>14.5</c:v>
                </c:pt>
                <c:pt idx="12719">
                  <c:v>12</c:v>
                </c:pt>
                <c:pt idx="12720">
                  <c:v>10</c:v>
                </c:pt>
                <c:pt idx="12721">
                  <c:v>10</c:v>
                </c:pt>
                <c:pt idx="12722">
                  <c:v>7.5</c:v>
                </c:pt>
                <c:pt idx="12723">
                  <c:v>5.5</c:v>
                </c:pt>
                <c:pt idx="12724">
                  <c:v>5.5</c:v>
                </c:pt>
                <c:pt idx="12725">
                  <c:v>6.5</c:v>
                </c:pt>
                <c:pt idx="12726">
                  <c:v>7.5</c:v>
                </c:pt>
                <c:pt idx="12727">
                  <c:v>11</c:v>
                </c:pt>
                <c:pt idx="12728">
                  <c:v>9</c:v>
                </c:pt>
                <c:pt idx="12729">
                  <c:v>8.5</c:v>
                </c:pt>
                <c:pt idx="12730">
                  <c:v>8</c:v>
                </c:pt>
                <c:pt idx="12731">
                  <c:v>7</c:v>
                </c:pt>
                <c:pt idx="12732">
                  <c:v>9.5</c:v>
                </c:pt>
                <c:pt idx="12733">
                  <c:v>10.5</c:v>
                </c:pt>
                <c:pt idx="12734">
                  <c:v>10.5</c:v>
                </c:pt>
                <c:pt idx="12735">
                  <c:v>9</c:v>
                </c:pt>
                <c:pt idx="12736">
                  <c:v>10.5</c:v>
                </c:pt>
                <c:pt idx="12737">
                  <c:v>11</c:v>
                </c:pt>
                <c:pt idx="12738">
                  <c:v>11.5</c:v>
                </c:pt>
                <c:pt idx="12739">
                  <c:v>11.5</c:v>
                </c:pt>
                <c:pt idx="12740">
                  <c:v>6</c:v>
                </c:pt>
                <c:pt idx="12741">
                  <c:v>6.5</c:v>
                </c:pt>
                <c:pt idx="12742">
                  <c:v>6.5</c:v>
                </c:pt>
                <c:pt idx="12743">
                  <c:v>8</c:v>
                </c:pt>
                <c:pt idx="12744">
                  <c:v>7</c:v>
                </c:pt>
                <c:pt idx="12745">
                  <c:v>6</c:v>
                </c:pt>
                <c:pt idx="12746">
                  <c:v>6</c:v>
                </c:pt>
                <c:pt idx="12747">
                  <c:v>6.5</c:v>
                </c:pt>
                <c:pt idx="12748">
                  <c:v>8</c:v>
                </c:pt>
                <c:pt idx="12749">
                  <c:v>9.5</c:v>
                </c:pt>
                <c:pt idx="12750">
                  <c:v>8.5</c:v>
                </c:pt>
                <c:pt idx="12751">
                  <c:v>11.5</c:v>
                </c:pt>
                <c:pt idx="12752">
                  <c:v>13.5</c:v>
                </c:pt>
                <c:pt idx="12753">
                  <c:v>12.5</c:v>
                </c:pt>
                <c:pt idx="12754">
                  <c:v>12</c:v>
                </c:pt>
                <c:pt idx="12755">
                  <c:v>12</c:v>
                </c:pt>
                <c:pt idx="12756">
                  <c:v>12.5</c:v>
                </c:pt>
                <c:pt idx="12757">
                  <c:v>11.5</c:v>
                </c:pt>
                <c:pt idx="12758">
                  <c:v>9</c:v>
                </c:pt>
                <c:pt idx="12759">
                  <c:v>7.5</c:v>
                </c:pt>
                <c:pt idx="12760">
                  <c:v>7</c:v>
                </c:pt>
                <c:pt idx="12761">
                  <c:v>6.5</c:v>
                </c:pt>
                <c:pt idx="12762">
                  <c:v>6.5</c:v>
                </c:pt>
                <c:pt idx="12763">
                  <c:v>8</c:v>
                </c:pt>
                <c:pt idx="12764">
                  <c:v>9</c:v>
                </c:pt>
                <c:pt idx="12765">
                  <c:v>8</c:v>
                </c:pt>
                <c:pt idx="12766">
                  <c:v>6</c:v>
                </c:pt>
                <c:pt idx="12767">
                  <c:v>5.5</c:v>
                </c:pt>
                <c:pt idx="12768">
                  <c:v>5.5</c:v>
                </c:pt>
                <c:pt idx="12769">
                  <c:v>5.5</c:v>
                </c:pt>
                <c:pt idx="12770">
                  <c:v>4.5</c:v>
                </c:pt>
                <c:pt idx="12771">
                  <c:v>5.5</c:v>
                </c:pt>
                <c:pt idx="12772">
                  <c:v>7</c:v>
                </c:pt>
                <c:pt idx="12773">
                  <c:v>6.5</c:v>
                </c:pt>
                <c:pt idx="12774">
                  <c:v>6.5</c:v>
                </c:pt>
                <c:pt idx="12775">
                  <c:v>7</c:v>
                </c:pt>
                <c:pt idx="12776">
                  <c:v>9.5</c:v>
                </c:pt>
                <c:pt idx="12777">
                  <c:v>10</c:v>
                </c:pt>
                <c:pt idx="12778">
                  <c:v>11.5</c:v>
                </c:pt>
                <c:pt idx="12779">
                  <c:v>5.5</c:v>
                </c:pt>
                <c:pt idx="12780">
                  <c:v>2.5</c:v>
                </c:pt>
                <c:pt idx="12781">
                  <c:v>1</c:v>
                </c:pt>
                <c:pt idx="12782">
                  <c:v>1.5</c:v>
                </c:pt>
                <c:pt idx="12783">
                  <c:v>-1</c:v>
                </c:pt>
                <c:pt idx="12784">
                  <c:v>1</c:v>
                </c:pt>
                <c:pt idx="12785">
                  <c:v>2</c:v>
                </c:pt>
                <c:pt idx="12786">
                  <c:v>3</c:v>
                </c:pt>
                <c:pt idx="12787">
                  <c:v>3.5</c:v>
                </c:pt>
                <c:pt idx="12788">
                  <c:v>4.5</c:v>
                </c:pt>
                <c:pt idx="12789">
                  <c:v>6</c:v>
                </c:pt>
                <c:pt idx="12790">
                  <c:v>9</c:v>
                </c:pt>
                <c:pt idx="12791">
                  <c:v>11</c:v>
                </c:pt>
                <c:pt idx="12792">
                  <c:v>11.5</c:v>
                </c:pt>
                <c:pt idx="12793">
                  <c:v>11.5</c:v>
                </c:pt>
                <c:pt idx="12794">
                  <c:v>12.5</c:v>
                </c:pt>
                <c:pt idx="12795">
                  <c:v>10</c:v>
                </c:pt>
                <c:pt idx="12796">
                  <c:v>10</c:v>
                </c:pt>
                <c:pt idx="12797">
                  <c:v>8</c:v>
                </c:pt>
                <c:pt idx="12798">
                  <c:v>7</c:v>
                </c:pt>
                <c:pt idx="12799">
                  <c:v>6.5</c:v>
                </c:pt>
                <c:pt idx="12800">
                  <c:v>7</c:v>
                </c:pt>
                <c:pt idx="12801">
                  <c:v>4.5</c:v>
                </c:pt>
                <c:pt idx="12802">
                  <c:v>5</c:v>
                </c:pt>
                <c:pt idx="12803">
                  <c:v>5</c:v>
                </c:pt>
                <c:pt idx="12804">
                  <c:v>4.5</c:v>
                </c:pt>
                <c:pt idx="12805">
                  <c:v>5</c:v>
                </c:pt>
                <c:pt idx="12806">
                  <c:v>5</c:v>
                </c:pt>
                <c:pt idx="12807">
                  <c:v>5.5</c:v>
                </c:pt>
                <c:pt idx="12808">
                  <c:v>6</c:v>
                </c:pt>
                <c:pt idx="12809">
                  <c:v>6.5</c:v>
                </c:pt>
                <c:pt idx="12810">
                  <c:v>7</c:v>
                </c:pt>
                <c:pt idx="12811">
                  <c:v>7</c:v>
                </c:pt>
                <c:pt idx="12812">
                  <c:v>8</c:v>
                </c:pt>
                <c:pt idx="12813">
                  <c:v>9</c:v>
                </c:pt>
                <c:pt idx="12814">
                  <c:v>11.5</c:v>
                </c:pt>
                <c:pt idx="12815">
                  <c:v>11.5</c:v>
                </c:pt>
                <c:pt idx="12816">
                  <c:v>12</c:v>
                </c:pt>
                <c:pt idx="12817">
                  <c:v>9.5</c:v>
                </c:pt>
                <c:pt idx="12818">
                  <c:v>2.5</c:v>
                </c:pt>
                <c:pt idx="12819">
                  <c:v>2</c:v>
                </c:pt>
                <c:pt idx="12820">
                  <c:v>4</c:v>
                </c:pt>
                <c:pt idx="12821">
                  <c:v>3.5</c:v>
                </c:pt>
                <c:pt idx="12822">
                  <c:v>3</c:v>
                </c:pt>
                <c:pt idx="12823">
                  <c:v>4</c:v>
                </c:pt>
                <c:pt idx="12824">
                  <c:v>6.5</c:v>
                </c:pt>
                <c:pt idx="12825">
                  <c:v>6.5</c:v>
                </c:pt>
                <c:pt idx="12826">
                  <c:v>5.5</c:v>
                </c:pt>
                <c:pt idx="12827">
                  <c:v>4.5</c:v>
                </c:pt>
                <c:pt idx="12828">
                  <c:v>2.5</c:v>
                </c:pt>
                <c:pt idx="12829">
                  <c:v>4</c:v>
                </c:pt>
                <c:pt idx="12830">
                  <c:v>3.5</c:v>
                </c:pt>
                <c:pt idx="12831">
                  <c:v>3</c:v>
                </c:pt>
                <c:pt idx="12832">
                  <c:v>3</c:v>
                </c:pt>
                <c:pt idx="12833">
                  <c:v>4.5</c:v>
                </c:pt>
                <c:pt idx="12834">
                  <c:v>6</c:v>
                </c:pt>
                <c:pt idx="12835">
                  <c:v>7.5</c:v>
                </c:pt>
                <c:pt idx="12836">
                  <c:v>9.5</c:v>
                </c:pt>
                <c:pt idx="12837">
                  <c:v>9</c:v>
                </c:pt>
                <c:pt idx="12838">
                  <c:v>9</c:v>
                </c:pt>
                <c:pt idx="12839">
                  <c:v>7.5</c:v>
                </c:pt>
                <c:pt idx="12840">
                  <c:v>10.5</c:v>
                </c:pt>
                <c:pt idx="12841">
                  <c:v>10</c:v>
                </c:pt>
                <c:pt idx="12842">
                  <c:v>11</c:v>
                </c:pt>
                <c:pt idx="12843">
                  <c:v>13.5</c:v>
                </c:pt>
                <c:pt idx="12844">
                  <c:v>12</c:v>
                </c:pt>
                <c:pt idx="12845">
                  <c:v>9.5</c:v>
                </c:pt>
                <c:pt idx="12846">
                  <c:v>5.5</c:v>
                </c:pt>
                <c:pt idx="12847">
                  <c:v>4</c:v>
                </c:pt>
                <c:pt idx="12848">
                  <c:v>8.5</c:v>
                </c:pt>
                <c:pt idx="12849">
                  <c:v>11</c:v>
                </c:pt>
                <c:pt idx="12850">
                  <c:v>11.5</c:v>
                </c:pt>
                <c:pt idx="12851">
                  <c:v>11</c:v>
                </c:pt>
                <c:pt idx="12852">
                  <c:v>12.5</c:v>
                </c:pt>
                <c:pt idx="12853">
                  <c:v>12.5</c:v>
                </c:pt>
                <c:pt idx="12854">
                  <c:v>13</c:v>
                </c:pt>
                <c:pt idx="12855">
                  <c:v>13.5</c:v>
                </c:pt>
                <c:pt idx="12856">
                  <c:v>12.5</c:v>
                </c:pt>
                <c:pt idx="12857">
                  <c:v>12.5</c:v>
                </c:pt>
                <c:pt idx="12858">
                  <c:v>14</c:v>
                </c:pt>
                <c:pt idx="12859">
                  <c:v>13</c:v>
                </c:pt>
                <c:pt idx="12860">
                  <c:v>9</c:v>
                </c:pt>
                <c:pt idx="12861">
                  <c:v>9.5</c:v>
                </c:pt>
                <c:pt idx="12862">
                  <c:v>8.5</c:v>
                </c:pt>
                <c:pt idx="12863">
                  <c:v>3</c:v>
                </c:pt>
                <c:pt idx="12864">
                  <c:v>3.5</c:v>
                </c:pt>
                <c:pt idx="12865">
                  <c:v>4.5</c:v>
                </c:pt>
                <c:pt idx="12866">
                  <c:v>5.5</c:v>
                </c:pt>
                <c:pt idx="12867">
                  <c:v>7</c:v>
                </c:pt>
                <c:pt idx="12868">
                  <c:v>9.5</c:v>
                </c:pt>
                <c:pt idx="12869">
                  <c:v>10.5</c:v>
                </c:pt>
                <c:pt idx="12870">
                  <c:v>11.5</c:v>
                </c:pt>
                <c:pt idx="12871">
                  <c:v>12.5</c:v>
                </c:pt>
                <c:pt idx="12872">
                  <c:v>11</c:v>
                </c:pt>
                <c:pt idx="12873">
                  <c:v>12.5</c:v>
                </c:pt>
                <c:pt idx="12874">
                  <c:v>10</c:v>
                </c:pt>
                <c:pt idx="12875">
                  <c:v>9.5</c:v>
                </c:pt>
                <c:pt idx="12876">
                  <c:v>11</c:v>
                </c:pt>
                <c:pt idx="12877">
                  <c:v>11.5</c:v>
                </c:pt>
                <c:pt idx="12878">
                  <c:v>12</c:v>
                </c:pt>
                <c:pt idx="12879">
                  <c:v>12</c:v>
                </c:pt>
                <c:pt idx="12880">
                  <c:v>11.5</c:v>
                </c:pt>
                <c:pt idx="12881">
                  <c:v>10.5</c:v>
                </c:pt>
                <c:pt idx="12882">
                  <c:v>12</c:v>
                </c:pt>
                <c:pt idx="12883">
                  <c:v>12.5</c:v>
                </c:pt>
                <c:pt idx="12884">
                  <c:v>11</c:v>
                </c:pt>
                <c:pt idx="12885">
                  <c:v>10.5</c:v>
                </c:pt>
                <c:pt idx="12886">
                  <c:v>11</c:v>
                </c:pt>
                <c:pt idx="12887">
                  <c:v>13.5</c:v>
                </c:pt>
                <c:pt idx="12888">
                  <c:v>13</c:v>
                </c:pt>
                <c:pt idx="12889">
                  <c:v>12.5</c:v>
                </c:pt>
                <c:pt idx="12890">
                  <c:v>12</c:v>
                </c:pt>
                <c:pt idx="12891">
                  <c:v>13.5</c:v>
                </c:pt>
                <c:pt idx="12892">
                  <c:v>13.5</c:v>
                </c:pt>
                <c:pt idx="12893">
                  <c:v>14</c:v>
                </c:pt>
                <c:pt idx="12894">
                  <c:v>14.5</c:v>
                </c:pt>
                <c:pt idx="12895">
                  <c:v>14.5</c:v>
                </c:pt>
                <c:pt idx="12896">
                  <c:v>14.5</c:v>
                </c:pt>
                <c:pt idx="12897">
                  <c:v>14.5</c:v>
                </c:pt>
                <c:pt idx="12898">
                  <c:v>15.5</c:v>
                </c:pt>
                <c:pt idx="12899">
                  <c:v>16</c:v>
                </c:pt>
                <c:pt idx="12900">
                  <c:v>15</c:v>
                </c:pt>
                <c:pt idx="12901">
                  <c:v>14.5</c:v>
                </c:pt>
                <c:pt idx="12902">
                  <c:v>15</c:v>
                </c:pt>
                <c:pt idx="12903">
                  <c:v>14.5</c:v>
                </c:pt>
                <c:pt idx="12904">
                  <c:v>19</c:v>
                </c:pt>
                <c:pt idx="12905">
                  <c:v>20</c:v>
                </c:pt>
                <c:pt idx="12906">
                  <c:v>21</c:v>
                </c:pt>
                <c:pt idx="12907">
                  <c:v>20.5</c:v>
                </c:pt>
                <c:pt idx="12908">
                  <c:v>18.5</c:v>
                </c:pt>
                <c:pt idx="12909">
                  <c:v>17</c:v>
                </c:pt>
                <c:pt idx="12910">
                  <c:v>17.5</c:v>
                </c:pt>
                <c:pt idx="12911">
                  <c:v>19.5</c:v>
                </c:pt>
                <c:pt idx="12912">
                  <c:v>20.5</c:v>
                </c:pt>
                <c:pt idx="12913">
                  <c:v>17</c:v>
                </c:pt>
                <c:pt idx="12914">
                  <c:v>20</c:v>
                </c:pt>
                <c:pt idx="12915">
                  <c:v>21.5</c:v>
                </c:pt>
                <c:pt idx="12916">
                  <c:v>21.5</c:v>
                </c:pt>
                <c:pt idx="12917">
                  <c:v>18.5</c:v>
                </c:pt>
                <c:pt idx="12918">
                  <c:v>19</c:v>
                </c:pt>
                <c:pt idx="12919">
                  <c:v>18</c:v>
                </c:pt>
                <c:pt idx="12920">
                  <c:v>18.5</c:v>
                </c:pt>
                <c:pt idx="12921">
                  <c:v>19</c:v>
                </c:pt>
                <c:pt idx="12922">
                  <c:v>19.5</c:v>
                </c:pt>
                <c:pt idx="12923">
                  <c:v>20</c:v>
                </c:pt>
                <c:pt idx="12924">
                  <c:v>20</c:v>
                </c:pt>
                <c:pt idx="12925">
                  <c:v>19</c:v>
                </c:pt>
                <c:pt idx="12926">
                  <c:v>19.5</c:v>
                </c:pt>
                <c:pt idx="12927">
                  <c:v>20.5</c:v>
                </c:pt>
                <c:pt idx="12928">
                  <c:v>21.5</c:v>
                </c:pt>
                <c:pt idx="12929">
                  <c:v>23</c:v>
                </c:pt>
                <c:pt idx="12930">
                  <c:v>23.5</c:v>
                </c:pt>
                <c:pt idx="12931">
                  <c:v>24</c:v>
                </c:pt>
                <c:pt idx="12932">
                  <c:v>24.5</c:v>
                </c:pt>
                <c:pt idx="12933">
                  <c:v>23</c:v>
                </c:pt>
                <c:pt idx="12934">
                  <c:v>17.5</c:v>
                </c:pt>
                <c:pt idx="12935">
                  <c:v>19</c:v>
                </c:pt>
                <c:pt idx="12936">
                  <c:v>19.5</c:v>
                </c:pt>
                <c:pt idx="12937">
                  <c:v>20.5</c:v>
                </c:pt>
                <c:pt idx="12938">
                  <c:v>22.5</c:v>
                </c:pt>
                <c:pt idx="12939">
                  <c:v>22.5</c:v>
                </c:pt>
                <c:pt idx="12940">
                  <c:v>22.5</c:v>
                </c:pt>
                <c:pt idx="12941">
                  <c:v>23</c:v>
                </c:pt>
                <c:pt idx="12942">
                  <c:v>25</c:v>
                </c:pt>
                <c:pt idx="12943">
                  <c:v>26.5</c:v>
                </c:pt>
                <c:pt idx="12944">
                  <c:v>25.5</c:v>
                </c:pt>
                <c:pt idx="12945">
                  <c:v>24.5</c:v>
                </c:pt>
                <c:pt idx="12946">
                  <c:v>25.5</c:v>
                </c:pt>
                <c:pt idx="12947">
                  <c:v>27</c:v>
                </c:pt>
                <c:pt idx="12948">
                  <c:v>26</c:v>
                </c:pt>
                <c:pt idx="12949">
                  <c:v>25.5</c:v>
                </c:pt>
                <c:pt idx="12950">
                  <c:v>20</c:v>
                </c:pt>
                <c:pt idx="12951">
                  <c:v>24</c:v>
                </c:pt>
                <c:pt idx="12952">
                  <c:v>21.5</c:v>
                </c:pt>
                <c:pt idx="12953">
                  <c:v>21.5</c:v>
                </c:pt>
                <c:pt idx="12954">
                  <c:v>23.5</c:v>
                </c:pt>
                <c:pt idx="12955">
                  <c:v>24</c:v>
                </c:pt>
                <c:pt idx="12956">
                  <c:v>26</c:v>
                </c:pt>
                <c:pt idx="12957">
                  <c:v>27.5</c:v>
                </c:pt>
                <c:pt idx="12958">
                  <c:v>27</c:v>
                </c:pt>
                <c:pt idx="12959">
                  <c:v>23.5</c:v>
                </c:pt>
                <c:pt idx="12960">
                  <c:v>23</c:v>
                </c:pt>
                <c:pt idx="12961">
                  <c:v>25</c:v>
                </c:pt>
                <c:pt idx="12962">
                  <c:v>24.5</c:v>
                </c:pt>
                <c:pt idx="12963">
                  <c:v>26.5</c:v>
                </c:pt>
                <c:pt idx="12964">
                  <c:v>28</c:v>
                </c:pt>
                <c:pt idx="12965">
                  <c:v>25</c:v>
                </c:pt>
                <c:pt idx="12966">
                  <c:v>24</c:v>
                </c:pt>
                <c:pt idx="12967">
                  <c:v>25.5</c:v>
                </c:pt>
                <c:pt idx="12968">
                  <c:v>27</c:v>
                </c:pt>
                <c:pt idx="12969">
                  <c:v>26</c:v>
                </c:pt>
                <c:pt idx="12970">
                  <c:v>25.5</c:v>
                </c:pt>
                <c:pt idx="12971">
                  <c:v>25.5</c:v>
                </c:pt>
                <c:pt idx="12972">
                  <c:v>25</c:v>
                </c:pt>
                <c:pt idx="12973">
                  <c:v>27.5</c:v>
                </c:pt>
                <c:pt idx="12974">
                  <c:v>28</c:v>
                </c:pt>
                <c:pt idx="12975">
                  <c:v>27</c:v>
                </c:pt>
                <c:pt idx="12976">
                  <c:v>27.5</c:v>
                </c:pt>
                <c:pt idx="12977">
                  <c:v>28.5</c:v>
                </c:pt>
                <c:pt idx="12978">
                  <c:v>30</c:v>
                </c:pt>
                <c:pt idx="12979">
                  <c:v>29</c:v>
                </c:pt>
                <c:pt idx="12980">
                  <c:v>27</c:v>
                </c:pt>
                <c:pt idx="12981">
                  <c:v>27.5</c:v>
                </c:pt>
                <c:pt idx="12982">
                  <c:v>27.5</c:v>
                </c:pt>
                <c:pt idx="12983">
                  <c:v>26</c:v>
                </c:pt>
                <c:pt idx="12984">
                  <c:v>24</c:v>
                </c:pt>
                <c:pt idx="12985">
                  <c:v>24</c:v>
                </c:pt>
                <c:pt idx="12986">
                  <c:v>24</c:v>
                </c:pt>
                <c:pt idx="12987">
                  <c:v>24.5</c:v>
                </c:pt>
                <c:pt idx="12988">
                  <c:v>26</c:v>
                </c:pt>
                <c:pt idx="12989">
                  <c:v>27</c:v>
                </c:pt>
                <c:pt idx="12990">
                  <c:v>27.5</c:v>
                </c:pt>
                <c:pt idx="12991">
                  <c:v>27</c:v>
                </c:pt>
                <c:pt idx="12992">
                  <c:v>26</c:v>
                </c:pt>
                <c:pt idx="12993">
                  <c:v>26.5</c:v>
                </c:pt>
                <c:pt idx="12994">
                  <c:v>27.5</c:v>
                </c:pt>
                <c:pt idx="12995">
                  <c:v>27</c:v>
                </c:pt>
                <c:pt idx="12996">
                  <c:v>27.5</c:v>
                </c:pt>
                <c:pt idx="12997">
                  <c:v>28.5</c:v>
                </c:pt>
                <c:pt idx="12998">
                  <c:v>29</c:v>
                </c:pt>
                <c:pt idx="12999">
                  <c:v>28</c:v>
                </c:pt>
                <c:pt idx="13000">
                  <c:v>25</c:v>
                </c:pt>
                <c:pt idx="13001">
                  <c:v>22</c:v>
                </c:pt>
                <c:pt idx="13002">
                  <c:v>24.5</c:v>
                </c:pt>
                <c:pt idx="13003">
                  <c:v>26</c:v>
                </c:pt>
                <c:pt idx="13004">
                  <c:v>27.5</c:v>
                </c:pt>
                <c:pt idx="13005">
                  <c:v>29</c:v>
                </c:pt>
                <c:pt idx="13006">
                  <c:v>28</c:v>
                </c:pt>
                <c:pt idx="13007">
                  <c:v>28.5</c:v>
                </c:pt>
                <c:pt idx="13008">
                  <c:v>27.5</c:v>
                </c:pt>
                <c:pt idx="13009">
                  <c:v>26</c:v>
                </c:pt>
                <c:pt idx="13010">
                  <c:v>25.5</c:v>
                </c:pt>
                <c:pt idx="13011">
                  <c:v>21.5</c:v>
                </c:pt>
                <c:pt idx="13012">
                  <c:v>20</c:v>
                </c:pt>
                <c:pt idx="13013">
                  <c:v>23</c:v>
                </c:pt>
                <c:pt idx="13014">
                  <c:v>24.5</c:v>
                </c:pt>
                <c:pt idx="13015">
                  <c:v>26</c:v>
                </c:pt>
                <c:pt idx="13016">
                  <c:v>27.5</c:v>
                </c:pt>
                <c:pt idx="13017">
                  <c:v>27.5</c:v>
                </c:pt>
                <c:pt idx="13018">
                  <c:v>25</c:v>
                </c:pt>
                <c:pt idx="13019">
                  <c:v>23.5</c:v>
                </c:pt>
                <c:pt idx="13020">
                  <c:v>26</c:v>
                </c:pt>
                <c:pt idx="13021">
                  <c:v>28</c:v>
                </c:pt>
                <c:pt idx="13022">
                  <c:v>22</c:v>
                </c:pt>
                <c:pt idx="13023">
                  <c:v>21.5</c:v>
                </c:pt>
                <c:pt idx="13024">
                  <c:v>21.5</c:v>
                </c:pt>
                <c:pt idx="13025">
                  <c:v>23</c:v>
                </c:pt>
                <c:pt idx="13026">
                  <c:v>24</c:v>
                </c:pt>
                <c:pt idx="13027">
                  <c:v>23.5</c:v>
                </c:pt>
                <c:pt idx="13028">
                  <c:v>20.5</c:v>
                </c:pt>
                <c:pt idx="13029">
                  <c:v>20</c:v>
                </c:pt>
                <c:pt idx="13030">
                  <c:v>21.5</c:v>
                </c:pt>
                <c:pt idx="13031">
                  <c:v>22.5</c:v>
                </c:pt>
                <c:pt idx="13032">
                  <c:v>23</c:v>
                </c:pt>
                <c:pt idx="13033">
                  <c:v>23.5</c:v>
                </c:pt>
                <c:pt idx="13034">
                  <c:v>23.5</c:v>
                </c:pt>
                <c:pt idx="13035">
                  <c:v>24.5</c:v>
                </c:pt>
                <c:pt idx="13036">
                  <c:v>23.5</c:v>
                </c:pt>
                <c:pt idx="13037">
                  <c:v>19.5</c:v>
                </c:pt>
                <c:pt idx="13038">
                  <c:v>18.5</c:v>
                </c:pt>
                <c:pt idx="13039">
                  <c:v>18.5</c:v>
                </c:pt>
                <c:pt idx="13040">
                  <c:v>20</c:v>
                </c:pt>
                <c:pt idx="13041">
                  <c:v>20.5</c:v>
                </c:pt>
                <c:pt idx="13042">
                  <c:v>19.5</c:v>
                </c:pt>
                <c:pt idx="13043">
                  <c:v>19</c:v>
                </c:pt>
                <c:pt idx="13044">
                  <c:v>19</c:v>
                </c:pt>
                <c:pt idx="13045">
                  <c:v>17</c:v>
                </c:pt>
                <c:pt idx="13046">
                  <c:v>17</c:v>
                </c:pt>
                <c:pt idx="13047">
                  <c:v>17.5</c:v>
                </c:pt>
                <c:pt idx="13048">
                  <c:v>16</c:v>
                </c:pt>
                <c:pt idx="13049">
                  <c:v>17</c:v>
                </c:pt>
                <c:pt idx="13050">
                  <c:v>18.5</c:v>
                </c:pt>
                <c:pt idx="13051">
                  <c:v>20</c:v>
                </c:pt>
                <c:pt idx="13052">
                  <c:v>20.5</c:v>
                </c:pt>
                <c:pt idx="13053">
                  <c:v>19.5</c:v>
                </c:pt>
                <c:pt idx="13054">
                  <c:v>20</c:v>
                </c:pt>
                <c:pt idx="13055">
                  <c:v>21.5</c:v>
                </c:pt>
                <c:pt idx="13056">
                  <c:v>19.5</c:v>
                </c:pt>
                <c:pt idx="13057">
                  <c:v>17.5</c:v>
                </c:pt>
                <c:pt idx="13058">
                  <c:v>18</c:v>
                </c:pt>
                <c:pt idx="13059">
                  <c:v>20.5</c:v>
                </c:pt>
                <c:pt idx="13060">
                  <c:v>20</c:v>
                </c:pt>
                <c:pt idx="13061">
                  <c:v>21</c:v>
                </c:pt>
                <c:pt idx="13062">
                  <c:v>22.5</c:v>
                </c:pt>
                <c:pt idx="13063">
                  <c:v>23</c:v>
                </c:pt>
                <c:pt idx="13064">
                  <c:v>20.5</c:v>
                </c:pt>
                <c:pt idx="13065">
                  <c:v>15.5</c:v>
                </c:pt>
                <c:pt idx="13066">
                  <c:v>11.5</c:v>
                </c:pt>
                <c:pt idx="13067">
                  <c:v>13.5</c:v>
                </c:pt>
                <c:pt idx="13068">
                  <c:v>17.5</c:v>
                </c:pt>
                <c:pt idx="13069">
                  <c:v>18.5</c:v>
                </c:pt>
                <c:pt idx="13070">
                  <c:v>17.5</c:v>
                </c:pt>
                <c:pt idx="13071">
                  <c:v>17.5</c:v>
                </c:pt>
                <c:pt idx="13072">
                  <c:v>15.5</c:v>
                </c:pt>
                <c:pt idx="13073">
                  <c:v>15</c:v>
                </c:pt>
                <c:pt idx="13074">
                  <c:v>13.5</c:v>
                </c:pt>
                <c:pt idx="13075">
                  <c:v>13</c:v>
                </c:pt>
                <c:pt idx="13076">
                  <c:v>9</c:v>
                </c:pt>
                <c:pt idx="13077">
                  <c:v>8.5</c:v>
                </c:pt>
                <c:pt idx="13078">
                  <c:v>10.5</c:v>
                </c:pt>
                <c:pt idx="13079">
                  <c:v>12</c:v>
                </c:pt>
                <c:pt idx="13080">
                  <c:v>12.5</c:v>
                </c:pt>
                <c:pt idx="13081">
                  <c:v>13.5</c:v>
                </c:pt>
                <c:pt idx="13082">
                  <c:v>15</c:v>
                </c:pt>
                <c:pt idx="13083">
                  <c:v>14.5</c:v>
                </c:pt>
                <c:pt idx="13084">
                  <c:v>13</c:v>
                </c:pt>
                <c:pt idx="13085">
                  <c:v>8.5</c:v>
                </c:pt>
                <c:pt idx="13086">
                  <c:v>9.5</c:v>
                </c:pt>
                <c:pt idx="13087">
                  <c:v>10.5</c:v>
                </c:pt>
                <c:pt idx="13088">
                  <c:v>11</c:v>
                </c:pt>
                <c:pt idx="13089">
                  <c:v>12</c:v>
                </c:pt>
                <c:pt idx="13090">
                  <c:v>9</c:v>
                </c:pt>
                <c:pt idx="13091">
                  <c:v>8</c:v>
                </c:pt>
                <c:pt idx="13092">
                  <c:v>10</c:v>
                </c:pt>
                <c:pt idx="13093">
                  <c:v>9.5</c:v>
                </c:pt>
                <c:pt idx="13094">
                  <c:v>7.5</c:v>
                </c:pt>
                <c:pt idx="13095">
                  <c:v>7</c:v>
                </c:pt>
                <c:pt idx="13096">
                  <c:v>9.5</c:v>
                </c:pt>
                <c:pt idx="13097">
                  <c:v>8</c:v>
                </c:pt>
                <c:pt idx="13098">
                  <c:v>7</c:v>
                </c:pt>
                <c:pt idx="13099">
                  <c:v>8</c:v>
                </c:pt>
                <c:pt idx="13100">
                  <c:v>9</c:v>
                </c:pt>
                <c:pt idx="13101">
                  <c:v>8.5</c:v>
                </c:pt>
                <c:pt idx="13102">
                  <c:v>7.5</c:v>
                </c:pt>
                <c:pt idx="13103">
                  <c:v>7</c:v>
                </c:pt>
                <c:pt idx="13104">
                  <c:v>6</c:v>
                </c:pt>
                <c:pt idx="13105">
                  <c:v>6</c:v>
                </c:pt>
                <c:pt idx="13106">
                  <c:v>7.5</c:v>
                </c:pt>
                <c:pt idx="13107">
                  <c:v>8.5</c:v>
                </c:pt>
                <c:pt idx="13108">
                  <c:v>8</c:v>
                </c:pt>
                <c:pt idx="13109">
                  <c:v>10</c:v>
                </c:pt>
                <c:pt idx="13110">
                  <c:v>10</c:v>
                </c:pt>
                <c:pt idx="13111">
                  <c:v>9.5</c:v>
                </c:pt>
                <c:pt idx="13112">
                  <c:v>8</c:v>
                </c:pt>
                <c:pt idx="13113">
                  <c:v>9.5</c:v>
                </c:pt>
                <c:pt idx="13114">
                  <c:v>9.5</c:v>
                </c:pt>
                <c:pt idx="13115">
                  <c:v>10</c:v>
                </c:pt>
                <c:pt idx="13116">
                  <c:v>12</c:v>
                </c:pt>
                <c:pt idx="13117">
                  <c:v>12.5</c:v>
                </c:pt>
                <c:pt idx="13118">
                  <c:v>8.5</c:v>
                </c:pt>
                <c:pt idx="13119">
                  <c:v>5.5</c:v>
                </c:pt>
                <c:pt idx="13120">
                  <c:v>4</c:v>
                </c:pt>
                <c:pt idx="13121">
                  <c:v>3</c:v>
                </c:pt>
                <c:pt idx="13122">
                  <c:v>3</c:v>
                </c:pt>
                <c:pt idx="13123">
                  <c:v>4.5</c:v>
                </c:pt>
                <c:pt idx="13124">
                  <c:v>4</c:v>
                </c:pt>
                <c:pt idx="13125">
                  <c:v>4</c:v>
                </c:pt>
                <c:pt idx="13126">
                  <c:v>4.5</c:v>
                </c:pt>
                <c:pt idx="13127">
                  <c:v>6</c:v>
                </c:pt>
                <c:pt idx="13128">
                  <c:v>8</c:v>
                </c:pt>
                <c:pt idx="13129">
                  <c:v>9.5</c:v>
                </c:pt>
                <c:pt idx="13130">
                  <c:v>9</c:v>
                </c:pt>
                <c:pt idx="13131">
                  <c:v>8</c:v>
                </c:pt>
                <c:pt idx="13132">
                  <c:v>8</c:v>
                </c:pt>
                <c:pt idx="13133">
                  <c:v>5</c:v>
                </c:pt>
                <c:pt idx="13134">
                  <c:v>6</c:v>
                </c:pt>
                <c:pt idx="13135">
                  <c:v>6.5</c:v>
                </c:pt>
                <c:pt idx="13136">
                  <c:v>7.5</c:v>
                </c:pt>
                <c:pt idx="13137">
                  <c:v>6.5</c:v>
                </c:pt>
                <c:pt idx="13138">
                  <c:v>7</c:v>
                </c:pt>
                <c:pt idx="13139">
                  <c:v>8</c:v>
                </c:pt>
                <c:pt idx="13140">
                  <c:v>6</c:v>
                </c:pt>
                <c:pt idx="13141">
                  <c:v>6</c:v>
                </c:pt>
                <c:pt idx="13142">
                  <c:v>5.5</c:v>
                </c:pt>
                <c:pt idx="13143">
                  <c:v>3.5</c:v>
                </c:pt>
                <c:pt idx="13144">
                  <c:v>3.5</c:v>
                </c:pt>
                <c:pt idx="13145">
                  <c:v>4</c:v>
                </c:pt>
                <c:pt idx="13146">
                  <c:v>6</c:v>
                </c:pt>
                <c:pt idx="13147">
                  <c:v>7</c:v>
                </c:pt>
                <c:pt idx="13148">
                  <c:v>7</c:v>
                </c:pt>
                <c:pt idx="13149">
                  <c:v>6.5</c:v>
                </c:pt>
                <c:pt idx="13150">
                  <c:v>6.5</c:v>
                </c:pt>
                <c:pt idx="13151">
                  <c:v>6.5</c:v>
                </c:pt>
                <c:pt idx="13152">
                  <c:v>6.5</c:v>
                </c:pt>
                <c:pt idx="13153">
                  <c:v>6.5</c:v>
                </c:pt>
                <c:pt idx="13154">
                  <c:v>5.5</c:v>
                </c:pt>
                <c:pt idx="13155">
                  <c:v>4.5</c:v>
                </c:pt>
                <c:pt idx="13156">
                  <c:v>5.5</c:v>
                </c:pt>
                <c:pt idx="13157">
                  <c:v>6.5</c:v>
                </c:pt>
                <c:pt idx="13158">
                  <c:v>6.5</c:v>
                </c:pt>
                <c:pt idx="13159">
                  <c:v>6.5</c:v>
                </c:pt>
                <c:pt idx="13160">
                  <c:v>6.5</c:v>
                </c:pt>
                <c:pt idx="13161">
                  <c:v>7.5</c:v>
                </c:pt>
                <c:pt idx="13162">
                  <c:v>6.5</c:v>
                </c:pt>
                <c:pt idx="13163">
                  <c:v>8</c:v>
                </c:pt>
                <c:pt idx="13164">
                  <c:v>6</c:v>
                </c:pt>
                <c:pt idx="13165">
                  <c:v>6.5</c:v>
                </c:pt>
                <c:pt idx="13166">
                  <c:v>5</c:v>
                </c:pt>
                <c:pt idx="13167">
                  <c:v>3.5</c:v>
                </c:pt>
                <c:pt idx="13168">
                  <c:v>3.5</c:v>
                </c:pt>
                <c:pt idx="13169">
                  <c:v>4</c:v>
                </c:pt>
                <c:pt idx="13170">
                  <c:v>4</c:v>
                </c:pt>
                <c:pt idx="13171">
                  <c:v>4</c:v>
                </c:pt>
                <c:pt idx="13172">
                  <c:v>4.5</c:v>
                </c:pt>
                <c:pt idx="13173">
                  <c:v>5</c:v>
                </c:pt>
                <c:pt idx="13174">
                  <c:v>4.5</c:v>
                </c:pt>
                <c:pt idx="13175">
                  <c:v>3.5</c:v>
                </c:pt>
                <c:pt idx="13176">
                  <c:v>4</c:v>
                </c:pt>
                <c:pt idx="13177">
                  <c:v>3</c:v>
                </c:pt>
                <c:pt idx="13178">
                  <c:v>0</c:v>
                </c:pt>
                <c:pt idx="13179">
                  <c:v>-3</c:v>
                </c:pt>
                <c:pt idx="13180">
                  <c:v>-5.5</c:v>
                </c:pt>
                <c:pt idx="13181">
                  <c:v>-4</c:v>
                </c:pt>
                <c:pt idx="13182">
                  <c:v>-2.5</c:v>
                </c:pt>
                <c:pt idx="13183">
                  <c:v>-0.5</c:v>
                </c:pt>
                <c:pt idx="13184">
                  <c:v>0</c:v>
                </c:pt>
                <c:pt idx="13185">
                  <c:v>3</c:v>
                </c:pt>
                <c:pt idx="13186">
                  <c:v>4</c:v>
                </c:pt>
                <c:pt idx="13187">
                  <c:v>4.5</c:v>
                </c:pt>
                <c:pt idx="13188">
                  <c:v>5.5</c:v>
                </c:pt>
                <c:pt idx="13189">
                  <c:v>6.5</c:v>
                </c:pt>
                <c:pt idx="13190">
                  <c:v>4.5</c:v>
                </c:pt>
                <c:pt idx="13191">
                  <c:v>3.5</c:v>
                </c:pt>
                <c:pt idx="13192">
                  <c:v>4</c:v>
                </c:pt>
                <c:pt idx="13193">
                  <c:v>4.5</c:v>
                </c:pt>
                <c:pt idx="13194">
                  <c:v>5.5</c:v>
                </c:pt>
                <c:pt idx="13195">
                  <c:v>6</c:v>
                </c:pt>
                <c:pt idx="13196">
                  <c:v>7.5</c:v>
                </c:pt>
                <c:pt idx="13197">
                  <c:v>7</c:v>
                </c:pt>
                <c:pt idx="13198">
                  <c:v>7.5</c:v>
                </c:pt>
                <c:pt idx="13199">
                  <c:v>8</c:v>
                </c:pt>
                <c:pt idx="13200">
                  <c:v>7.5</c:v>
                </c:pt>
                <c:pt idx="13201">
                  <c:v>10.5</c:v>
                </c:pt>
                <c:pt idx="13202">
                  <c:v>6.5</c:v>
                </c:pt>
                <c:pt idx="13203">
                  <c:v>3.5</c:v>
                </c:pt>
                <c:pt idx="13204">
                  <c:v>3</c:v>
                </c:pt>
                <c:pt idx="13205">
                  <c:v>5</c:v>
                </c:pt>
                <c:pt idx="13206">
                  <c:v>6</c:v>
                </c:pt>
                <c:pt idx="13207">
                  <c:v>10</c:v>
                </c:pt>
                <c:pt idx="13208">
                  <c:v>11</c:v>
                </c:pt>
                <c:pt idx="13209">
                  <c:v>12.5</c:v>
                </c:pt>
                <c:pt idx="13210">
                  <c:v>13</c:v>
                </c:pt>
                <c:pt idx="13211">
                  <c:v>14</c:v>
                </c:pt>
                <c:pt idx="13212">
                  <c:v>12.5</c:v>
                </c:pt>
                <c:pt idx="13213">
                  <c:v>11.5</c:v>
                </c:pt>
                <c:pt idx="13214">
                  <c:v>13.5</c:v>
                </c:pt>
                <c:pt idx="13215">
                  <c:v>15</c:v>
                </c:pt>
                <c:pt idx="13216">
                  <c:v>13.5</c:v>
                </c:pt>
                <c:pt idx="13217">
                  <c:v>10.5</c:v>
                </c:pt>
                <c:pt idx="13218">
                  <c:v>11</c:v>
                </c:pt>
                <c:pt idx="13219">
                  <c:v>12</c:v>
                </c:pt>
                <c:pt idx="13220">
                  <c:v>12.5</c:v>
                </c:pt>
                <c:pt idx="13221">
                  <c:v>12.5</c:v>
                </c:pt>
                <c:pt idx="13222">
                  <c:v>13.5</c:v>
                </c:pt>
                <c:pt idx="13223">
                  <c:v>14</c:v>
                </c:pt>
                <c:pt idx="13224">
                  <c:v>15</c:v>
                </c:pt>
                <c:pt idx="13225">
                  <c:v>14</c:v>
                </c:pt>
                <c:pt idx="13226">
                  <c:v>12.5</c:v>
                </c:pt>
                <c:pt idx="13227">
                  <c:v>11.5</c:v>
                </c:pt>
                <c:pt idx="13228">
                  <c:v>13</c:v>
                </c:pt>
                <c:pt idx="13229">
                  <c:v>12.5</c:v>
                </c:pt>
                <c:pt idx="13230">
                  <c:v>12.5</c:v>
                </c:pt>
                <c:pt idx="13231">
                  <c:v>8</c:v>
                </c:pt>
                <c:pt idx="13232">
                  <c:v>9.5</c:v>
                </c:pt>
                <c:pt idx="13233">
                  <c:v>12</c:v>
                </c:pt>
                <c:pt idx="13234">
                  <c:v>12.5</c:v>
                </c:pt>
                <c:pt idx="13235">
                  <c:v>13</c:v>
                </c:pt>
                <c:pt idx="13236">
                  <c:v>14</c:v>
                </c:pt>
                <c:pt idx="13237">
                  <c:v>10</c:v>
                </c:pt>
                <c:pt idx="13238">
                  <c:v>9</c:v>
                </c:pt>
                <c:pt idx="13239">
                  <c:v>9</c:v>
                </c:pt>
                <c:pt idx="13240">
                  <c:v>7</c:v>
                </c:pt>
                <c:pt idx="13241">
                  <c:v>7.5</c:v>
                </c:pt>
                <c:pt idx="13242">
                  <c:v>10</c:v>
                </c:pt>
                <c:pt idx="13243">
                  <c:v>9.5</c:v>
                </c:pt>
                <c:pt idx="13244">
                  <c:v>11</c:v>
                </c:pt>
                <c:pt idx="13245">
                  <c:v>13</c:v>
                </c:pt>
                <c:pt idx="13246">
                  <c:v>14.5</c:v>
                </c:pt>
                <c:pt idx="13247">
                  <c:v>13.5</c:v>
                </c:pt>
                <c:pt idx="13248">
                  <c:v>12</c:v>
                </c:pt>
                <c:pt idx="13249">
                  <c:v>12.5</c:v>
                </c:pt>
                <c:pt idx="13250">
                  <c:v>13</c:v>
                </c:pt>
                <c:pt idx="13251">
                  <c:v>13</c:v>
                </c:pt>
                <c:pt idx="13252">
                  <c:v>14</c:v>
                </c:pt>
                <c:pt idx="13253">
                  <c:v>16.5</c:v>
                </c:pt>
                <c:pt idx="13254">
                  <c:v>16</c:v>
                </c:pt>
                <c:pt idx="13255">
                  <c:v>13.5</c:v>
                </c:pt>
                <c:pt idx="13256">
                  <c:v>16.5</c:v>
                </c:pt>
                <c:pt idx="13257">
                  <c:v>16.5</c:v>
                </c:pt>
                <c:pt idx="13258">
                  <c:v>17</c:v>
                </c:pt>
                <c:pt idx="13259">
                  <c:v>16.5</c:v>
                </c:pt>
                <c:pt idx="13260">
                  <c:v>15</c:v>
                </c:pt>
                <c:pt idx="13261">
                  <c:v>15.5</c:v>
                </c:pt>
                <c:pt idx="13262">
                  <c:v>16.5</c:v>
                </c:pt>
                <c:pt idx="13263">
                  <c:v>16</c:v>
                </c:pt>
                <c:pt idx="13264">
                  <c:v>14</c:v>
                </c:pt>
                <c:pt idx="13265">
                  <c:v>15.5</c:v>
                </c:pt>
                <c:pt idx="13266">
                  <c:v>15</c:v>
                </c:pt>
                <c:pt idx="13267">
                  <c:v>16.5</c:v>
                </c:pt>
                <c:pt idx="13268">
                  <c:v>18.5</c:v>
                </c:pt>
                <c:pt idx="13269">
                  <c:v>18</c:v>
                </c:pt>
                <c:pt idx="13270">
                  <c:v>18.5</c:v>
                </c:pt>
                <c:pt idx="13271">
                  <c:v>18.5</c:v>
                </c:pt>
                <c:pt idx="13272">
                  <c:v>19</c:v>
                </c:pt>
                <c:pt idx="13273">
                  <c:v>16.5</c:v>
                </c:pt>
                <c:pt idx="13274">
                  <c:v>15.5</c:v>
                </c:pt>
                <c:pt idx="13275">
                  <c:v>16.5</c:v>
                </c:pt>
                <c:pt idx="13276">
                  <c:v>17.5</c:v>
                </c:pt>
                <c:pt idx="13277">
                  <c:v>18</c:v>
                </c:pt>
                <c:pt idx="13278">
                  <c:v>17</c:v>
                </c:pt>
                <c:pt idx="13279">
                  <c:v>19</c:v>
                </c:pt>
                <c:pt idx="13280">
                  <c:v>19.5</c:v>
                </c:pt>
                <c:pt idx="13281">
                  <c:v>21</c:v>
                </c:pt>
                <c:pt idx="13282">
                  <c:v>22.5</c:v>
                </c:pt>
                <c:pt idx="13283">
                  <c:v>23</c:v>
                </c:pt>
                <c:pt idx="13284">
                  <c:v>23</c:v>
                </c:pt>
                <c:pt idx="13285">
                  <c:v>23.5</c:v>
                </c:pt>
                <c:pt idx="13286">
                  <c:v>23.5</c:v>
                </c:pt>
                <c:pt idx="13287">
                  <c:v>22.5</c:v>
                </c:pt>
                <c:pt idx="13288">
                  <c:v>21</c:v>
                </c:pt>
                <c:pt idx="13289">
                  <c:v>22</c:v>
                </c:pt>
                <c:pt idx="13290">
                  <c:v>21.5</c:v>
                </c:pt>
                <c:pt idx="13291">
                  <c:v>20.5</c:v>
                </c:pt>
                <c:pt idx="13292">
                  <c:v>18.5</c:v>
                </c:pt>
                <c:pt idx="13293">
                  <c:v>18</c:v>
                </c:pt>
                <c:pt idx="13294">
                  <c:v>18.5</c:v>
                </c:pt>
                <c:pt idx="13295">
                  <c:v>18.5</c:v>
                </c:pt>
                <c:pt idx="13296">
                  <c:v>18.5</c:v>
                </c:pt>
                <c:pt idx="13297">
                  <c:v>20</c:v>
                </c:pt>
                <c:pt idx="13298">
                  <c:v>20.5</c:v>
                </c:pt>
                <c:pt idx="13299">
                  <c:v>22.5</c:v>
                </c:pt>
                <c:pt idx="13300">
                  <c:v>24</c:v>
                </c:pt>
                <c:pt idx="13301">
                  <c:v>23.5</c:v>
                </c:pt>
                <c:pt idx="13302">
                  <c:v>25.5</c:v>
                </c:pt>
                <c:pt idx="13303">
                  <c:v>27</c:v>
                </c:pt>
                <c:pt idx="13304">
                  <c:v>27</c:v>
                </c:pt>
                <c:pt idx="13305">
                  <c:v>27</c:v>
                </c:pt>
                <c:pt idx="13306">
                  <c:v>26</c:v>
                </c:pt>
                <c:pt idx="13307">
                  <c:v>27</c:v>
                </c:pt>
                <c:pt idx="13308">
                  <c:v>27</c:v>
                </c:pt>
                <c:pt idx="13309">
                  <c:v>28.5</c:v>
                </c:pt>
                <c:pt idx="13310">
                  <c:v>29</c:v>
                </c:pt>
                <c:pt idx="13311">
                  <c:v>28</c:v>
                </c:pt>
                <c:pt idx="13312">
                  <c:v>28.5</c:v>
                </c:pt>
                <c:pt idx="13313">
                  <c:v>26</c:v>
                </c:pt>
                <c:pt idx="13314">
                  <c:v>26.5</c:v>
                </c:pt>
                <c:pt idx="13315">
                  <c:v>25.5</c:v>
                </c:pt>
                <c:pt idx="13316">
                  <c:v>23.5</c:v>
                </c:pt>
                <c:pt idx="13317">
                  <c:v>19.5</c:v>
                </c:pt>
                <c:pt idx="13318">
                  <c:v>21.5</c:v>
                </c:pt>
                <c:pt idx="13319">
                  <c:v>20.5</c:v>
                </c:pt>
                <c:pt idx="13320">
                  <c:v>19.5</c:v>
                </c:pt>
                <c:pt idx="13321">
                  <c:v>20</c:v>
                </c:pt>
                <c:pt idx="13322">
                  <c:v>21</c:v>
                </c:pt>
                <c:pt idx="13323">
                  <c:v>20</c:v>
                </c:pt>
                <c:pt idx="13324">
                  <c:v>23.5</c:v>
                </c:pt>
                <c:pt idx="13325">
                  <c:v>24</c:v>
                </c:pt>
                <c:pt idx="13326">
                  <c:v>25.5</c:v>
                </c:pt>
                <c:pt idx="13327">
                  <c:v>26.5</c:v>
                </c:pt>
                <c:pt idx="13328">
                  <c:v>27</c:v>
                </c:pt>
                <c:pt idx="13329">
                  <c:v>23</c:v>
                </c:pt>
                <c:pt idx="13330">
                  <c:v>24</c:v>
                </c:pt>
                <c:pt idx="13331">
                  <c:v>25.5</c:v>
                </c:pt>
                <c:pt idx="13332">
                  <c:v>27</c:v>
                </c:pt>
                <c:pt idx="13333">
                  <c:v>28</c:v>
                </c:pt>
                <c:pt idx="13334">
                  <c:v>27</c:v>
                </c:pt>
                <c:pt idx="13335">
                  <c:v>25.5</c:v>
                </c:pt>
                <c:pt idx="13336">
                  <c:v>26</c:v>
                </c:pt>
                <c:pt idx="13337">
                  <c:v>27.5</c:v>
                </c:pt>
                <c:pt idx="13338">
                  <c:v>28</c:v>
                </c:pt>
                <c:pt idx="13339">
                  <c:v>28.5</c:v>
                </c:pt>
                <c:pt idx="13340">
                  <c:v>29.5</c:v>
                </c:pt>
                <c:pt idx="13341">
                  <c:v>30.5</c:v>
                </c:pt>
                <c:pt idx="13342">
                  <c:v>31</c:v>
                </c:pt>
                <c:pt idx="13343">
                  <c:v>30</c:v>
                </c:pt>
                <c:pt idx="13344">
                  <c:v>26</c:v>
                </c:pt>
                <c:pt idx="13345">
                  <c:v>27</c:v>
                </c:pt>
                <c:pt idx="13346">
                  <c:v>25.5</c:v>
                </c:pt>
                <c:pt idx="13347">
                  <c:v>26.5</c:v>
                </c:pt>
                <c:pt idx="13348">
                  <c:v>27</c:v>
                </c:pt>
                <c:pt idx="13349">
                  <c:v>26</c:v>
                </c:pt>
                <c:pt idx="13350">
                  <c:v>27.5</c:v>
                </c:pt>
                <c:pt idx="13351">
                  <c:v>28</c:v>
                </c:pt>
                <c:pt idx="13352">
                  <c:v>27.5</c:v>
                </c:pt>
                <c:pt idx="13353">
                  <c:v>26</c:v>
                </c:pt>
                <c:pt idx="13354">
                  <c:v>25</c:v>
                </c:pt>
                <c:pt idx="13355">
                  <c:v>25.5</c:v>
                </c:pt>
                <c:pt idx="13356">
                  <c:v>26.5</c:v>
                </c:pt>
                <c:pt idx="13357">
                  <c:v>28</c:v>
                </c:pt>
                <c:pt idx="13358">
                  <c:v>30</c:v>
                </c:pt>
                <c:pt idx="13359">
                  <c:v>30</c:v>
                </c:pt>
                <c:pt idx="13360">
                  <c:v>30</c:v>
                </c:pt>
                <c:pt idx="13361">
                  <c:v>30</c:v>
                </c:pt>
                <c:pt idx="13362">
                  <c:v>30.5</c:v>
                </c:pt>
                <c:pt idx="13363">
                  <c:v>28</c:v>
                </c:pt>
                <c:pt idx="13364">
                  <c:v>28.5</c:v>
                </c:pt>
                <c:pt idx="13365">
                  <c:v>29</c:v>
                </c:pt>
                <c:pt idx="13366">
                  <c:v>26</c:v>
                </c:pt>
                <c:pt idx="13367">
                  <c:v>24</c:v>
                </c:pt>
                <c:pt idx="13368">
                  <c:v>23</c:v>
                </c:pt>
                <c:pt idx="13369">
                  <c:v>24</c:v>
                </c:pt>
                <c:pt idx="13370">
                  <c:v>24</c:v>
                </c:pt>
                <c:pt idx="13371">
                  <c:v>25.5</c:v>
                </c:pt>
                <c:pt idx="13372">
                  <c:v>25</c:v>
                </c:pt>
                <c:pt idx="13373">
                  <c:v>26</c:v>
                </c:pt>
                <c:pt idx="13374">
                  <c:v>26</c:v>
                </c:pt>
                <c:pt idx="13375">
                  <c:v>27</c:v>
                </c:pt>
                <c:pt idx="13376">
                  <c:v>23.5</c:v>
                </c:pt>
                <c:pt idx="13377">
                  <c:v>27.5</c:v>
                </c:pt>
                <c:pt idx="13378">
                  <c:v>27</c:v>
                </c:pt>
                <c:pt idx="13379">
                  <c:v>25</c:v>
                </c:pt>
                <c:pt idx="13380">
                  <c:v>26</c:v>
                </c:pt>
                <c:pt idx="13381">
                  <c:v>27.5</c:v>
                </c:pt>
                <c:pt idx="13382">
                  <c:v>28.5</c:v>
                </c:pt>
                <c:pt idx="13383">
                  <c:v>27.5</c:v>
                </c:pt>
                <c:pt idx="13384">
                  <c:v>25.5</c:v>
                </c:pt>
                <c:pt idx="13385">
                  <c:v>24.5</c:v>
                </c:pt>
                <c:pt idx="13386">
                  <c:v>26</c:v>
                </c:pt>
                <c:pt idx="13387">
                  <c:v>27</c:v>
                </c:pt>
                <c:pt idx="13388">
                  <c:v>27</c:v>
                </c:pt>
                <c:pt idx="13389">
                  <c:v>28</c:v>
                </c:pt>
                <c:pt idx="13390">
                  <c:v>24.5</c:v>
                </c:pt>
                <c:pt idx="13391">
                  <c:v>25</c:v>
                </c:pt>
                <c:pt idx="13392">
                  <c:v>23.5</c:v>
                </c:pt>
                <c:pt idx="13393">
                  <c:v>21</c:v>
                </c:pt>
                <c:pt idx="13394">
                  <c:v>20.5</c:v>
                </c:pt>
                <c:pt idx="13395">
                  <c:v>21</c:v>
                </c:pt>
                <c:pt idx="13396">
                  <c:v>22.5</c:v>
                </c:pt>
                <c:pt idx="13397">
                  <c:v>22</c:v>
                </c:pt>
                <c:pt idx="13398">
                  <c:v>20.5</c:v>
                </c:pt>
                <c:pt idx="13399">
                  <c:v>19</c:v>
                </c:pt>
                <c:pt idx="13400">
                  <c:v>20</c:v>
                </c:pt>
                <c:pt idx="13401">
                  <c:v>21</c:v>
                </c:pt>
                <c:pt idx="13402">
                  <c:v>21.5</c:v>
                </c:pt>
                <c:pt idx="13403">
                  <c:v>22.5</c:v>
                </c:pt>
                <c:pt idx="13404">
                  <c:v>22</c:v>
                </c:pt>
                <c:pt idx="13405">
                  <c:v>19.5</c:v>
                </c:pt>
                <c:pt idx="13406">
                  <c:v>21</c:v>
                </c:pt>
                <c:pt idx="13407">
                  <c:v>22.5</c:v>
                </c:pt>
                <c:pt idx="13408">
                  <c:v>24</c:v>
                </c:pt>
                <c:pt idx="13409">
                  <c:v>23</c:v>
                </c:pt>
                <c:pt idx="13410">
                  <c:v>24</c:v>
                </c:pt>
                <c:pt idx="13411">
                  <c:v>22</c:v>
                </c:pt>
                <c:pt idx="13412">
                  <c:v>22</c:v>
                </c:pt>
                <c:pt idx="13413">
                  <c:v>21.5</c:v>
                </c:pt>
                <c:pt idx="13414">
                  <c:v>20</c:v>
                </c:pt>
                <c:pt idx="13415">
                  <c:v>15.5</c:v>
                </c:pt>
                <c:pt idx="13416">
                  <c:v>19</c:v>
                </c:pt>
                <c:pt idx="13417">
                  <c:v>21.5</c:v>
                </c:pt>
                <c:pt idx="13418">
                  <c:v>22</c:v>
                </c:pt>
                <c:pt idx="13419">
                  <c:v>23.5</c:v>
                </c:pt>
                <c:pt idx="13420">
                  <c:v>21.5</c:v>
                </c:pt>
                <c:pt idx="13421">
                  <c:v>22.5</c:v>
                </c:pt>
                <c:pt idx="13422">
                  <c:v>22</c:v>
                </c:pt>
                <c:pt idx="13423">
                  <c:v>23.5</c:v>
                </c:pt>
                <c:pt idx="13424">
                  <c:v>23</c:v>
                </c:pt>
                <c:pt idx="13425">
                  <c:v>22.5</c:v>
                </c:pt>
                <c:pt idx="13426">
                  <c:v>21.5</c:v>
                </c:pt>
                <c:pt idx="13427">
                  <c:v>21</c:v>
                </c:pt>
                <c:pt idx="13428">
                  <c:v>21</c:v>
                </c:pt>
                <c:pt idx="13429">
                  <c:v>19</c:v>
                </c:pt>
                <c:pt idx="13430">
                  <c:v>16</c:v>
                </c:pt>
                <c:pt idx="13431">
                  <c:v>14.5</c:v>
                </c:pt>
                <c:pt idx="13432">
                  <c:v>14.5</c:v>
                </c:pt>
                <c:pt idx="13433">
                  <c:v>16</c:v>
                </c:pt>
                <c:pt idx="13434">
                  <c:v>18</c:v>
                </c:pt>
                <c:pt idx="13435">
                  <c:v>19</c:v>
                </c:pt>
                <c:pt idx="13436">
                  <c:v>18</c:v>
                </c:pt>
                <c:pt idx="13437">
                  <c:v>17.5</c:v>
                </c:pt>
                <c:pt idx="13438">
                  <c:v>17</c:v>
                </c:pt>
                <c:pt idx="13439">
                  <c:v>14</c:v>
                </c:pt>
                <c:pt idx="13440">
                  <c:v>9</c:v>
                </c:pt>
                <c:pt idx="13441">
                  <c:v>9</c:v>
                </c:pt>
                <c:pt idx="13442">
                  <c:v>10.5</c:v>
                </c:pt>
                <c:pt idx="13443">
                  <c:v>12.5</c:v>
                </c:pt>
                <c:pt idx="13444">
                  <c:v>11.5</c:v>
                </c:pt>
                <c:pt idx="13445">
                  <c:v>12.5</c:v>
                </c:pt>
                <c:pt idx="13446">
                  <c:v>14</c:v>
                </c:pt>
                <c:pt idx="13447">
                  <c:v>16</c:v>
                </c:pt>
                <c:pt idx="13448">
                  <c:v>17</c:v>
                </c:pt>
                <c:pt idx="13449">
                  <c:v>17</c:v>
                </c:pt>
                <c:pt idx="13450">
                  <c:v>16.5</c:v>
                </c:pt>
                <c:pt idx="13451">
                  <c:v>18.5</c:v>
                </c:pt>
                <c:pt idx="13452">
                  <c:v>16</c:v>
                </c:pt>
                <c:pt idx="13453">
                  <c:v>13.5</c:v>
                </c:pt>
                <c:pt idx="13454">
                  <c:v>11</c:v>
                </c:pt>
                <c:pt idx="13455">
                  <c:v>12</c:v>
                </c:pt>
                <c:pt idx="13456">
                  <c:v>12.5</c:v>
                </c:pt>
                <c:pt idx="13457">
                  <c:v>10.5</c:v>
                </c:pt>
                <c:pt idx="13458">
                  <c:v>9.5</c:v>
                </c:pt>
                <c:pt idx="13459">
                  <c:v>6.5</c:v>
                </c:pt>
                <c:pt idx="13460">
                  <c:v>6</c:v>
                </c:pt>
                <c:pt idx="13461">
                  <c:v>7.5</c:v>
                </c:pt>
                <c:pt idx="13462">
                  <c:v>7</c:v>
                </c:pt>
                <c:pt idx="13463">
                  <c:v>9</c:v>
                </c:pt>
                <c:pt idx="13464">
                  <c:v>11.5</c:v>
                </c:pt>
                <c:pt idx="13465">
                  <c:v>16</c:v>
                </c:pt>
                <c:pt idx="13466">
                  <c:v>14.5</c:v>
                </c:pt>
                <c:pt idx="13467">
                  <c:v>10.5</c:v>
                </c:pt>
                <c:pt idx="13468">
                  <c:v>10.5</c:v>
                </c:pt>
                <c:pt idx="13469">
                  <c:v>10.5</c:v>
                </c:pt>
                <c:pt idx="13470">
                  <c:v>10.5</c:v>
                </c:pt>
                <c:pt idx="13471">
                  <c:v>7.5</c:v>
                </c:pt>
                <c:pt idx="13472">
                  <c:v>8</c:v>
                </c:pt>
                <c:pt idx="13473">
                  <c:v>7.5</c:v>
                </c:pt>
                <c:pt idx="13474">
                  <c:v>7.5</c:v>
                </c:pt>
                <c:pt idx="13475">
                  <c:v>8</c:v>
                </c:pt>
                <c:pt idx="13476">
                  <c:v>8</c:v>
                </c:pt>
                <c:pt idx="13477">
                  <c:v>7</c:v>
                </c:pt>
                <c:pt idx="13478">
                  <c:v>6.5</c:v>
                </c:pt>
                <c:pt idx="13479">
                  <c:v>8</c:v>
                </c:pt>
                <c:pt idx="13480">
                  <c:v>10.5</c:v>
                </c:pt>
                <c:pt idx="13481">
                  <c:v>11.5</c:v>
                </c:pt>
                <c:pt idx="13482">
                  <c:v>11</c:v>
                </c:pt>
                <c:pt idx="13483">
                  <c:v>11</c:v>
                </c:pt>
                <c:pt idx="13484">
                  <c:v>7.5</c:v>
                </c:pt>
                <c:pt idx="13485">
                  <c:v>6.5</c:v>
                </c:pt>
                <c:pt idx="13486">
                  <c:v>6</c:v>
                </c:pt>
                <c:pt idx="13487">
                  <c:v>6.5</c:v>
                </c:pt>
                <c:pt idx="13488">
                  <c:v>8</c:v>
                </c:pt>
                <c:pt idx="13489">
                  <c:v>8.5</c:v>
                </c:pt>
                <c:pt idx="13490">
                  <c:v>8</c:v>
                </c:pt>
                <c:pt idx="13491">
                  <c:v>8</c:v>
                </c:pt>
                <c:pt idx="13492">
                  <c:v>6.5</c:v>
                </c:pt>
                <c:pt idx="13493">
                  <c:v>5.5</c:v>
                </c:pt>
                <c:pt idx="13494">
                  <c:v>6</c:v>
                </c:pt>
                <c:pt idx="13495">
                  <c:v>6</c:v>
                </c:pt>
                <c:pt idx="13496">
                  <c:v>8</c:v>
                </c:pt>
                <c:pt idx="13497">
                  <c:v>6.5</c:v>
                </c:pt>
                <c:pt idx="13498">
                  <c:v>5.5</c:v>
                </c:pt>
                <c:pt idx="13499">
                  <c:v>5.5</c:v>
                </c:pt>
                <c:pt idx="13500">
                  <c:v>5.5</c:v>
                </c:pt>
                <c:pt idx="13501">
                  <c:v>3</c:v>
                </c:pt>
                <c:pt idx="13502">
                  <c:v>3</c:v>
                </c:pt>
                <c:pt idx="13503">
                  <c:v>4.5</c:v>
                </c:pt>
                <c:pt idx="13504">
                  <c:v>5</c:v>
                </c:pt>
                <c:pt idx="13505">
                  <c:v>5.5</c:v>
                </c:pt>
                <c:pt idx="13506">
                  <c:v>6</c:v>
                </c:pt>
                <c:pt idx="13507">
                  <c:v>6.5</c:v>
                </c:pt>
                <c:pt idx="13508">
                  <c:v>7.5</c:v>
                </c:pt>
                <c:pt idx="13509">
                  <c:v>6</c:v>
                </c:pt>
                <c:pt idx="13510">
                  <c:v>5</c:v>
                </c:pt>
                <c:pt idx="13511">
                  <c:v>4.5</c:v>
                </c:pt>
                <c:pt idx="13512">
                  <c:v>2.5</c:v>
                </c:pt>
                <c:pt idx="13513">
                  <c:v>1.5</c:v>
                </c:pt>
                <c:pt idx="13514">
                  <c:v>2</c:v>
                </c:pt>
                <c:pt idx="13515">
                  <c:v>3</c:v>
                </c:pt>
                <c:pt idx="13516">
                  <c:v>1.5</c:v>
                </c:pt>
                <c:pt idx="13517">
                  <c:v>1</c:v>
                </c:pt>
                <c:pt idx="13518">
                  <c:v>2.5</c:v>
                </c:pt>
                <c:pt idx="13519">
                  <c:v>2</c:v>
                </c:pt>
                <c:pt idx="13520">
                  <c:v>-0.5</c:v>
                </c:pt>
                <c:pt idx="13521">
                  <c:v>-0.5</c:v>
                </c:pt>
                <c:pt idx="13522">
                  <c:v>-0.5</c:v>
                </c:pt>
                <c:pt idx="13523">
                  <c:v>-0.5</c:v>
                </c:pt>
                <c:pt idx="13524">
                  <c:v>0.5</c:v>
                </c:pt>
                <c:pt idx="13525">
                  <c:v>-1.5</c:v>
                </c:pt>
                <c:pt idx="13526">
                  <c:v>-1.5</c:v>
                </c:pt>
                <c:pt idx="13527">
                  <c:v>0</c:v>
                </c:pt>
                <c:pt idx="13528">
                  <c:v>1</c:v>
                </c:pt>
                <c:pt idx="13529">
                  <c:v>0.5</c:v>
                </c:pt>
                <c:pt idx="13530">
                  <c:v>0</c:v>
                </c:pt>
                <c:pt idx="13531">
                  <c:v>2</c:v>
                </c:pt>
                <c:pt idx="13532">
                  <c:v>2</c:v>
                </c:pt>
                <c:pt idx="13533">
                  <c:v>3.5</c:v>
                </c:pt>
                <c:pt idx="13534">
                  <c:v>3.5</c:v>
                </c:pt>
                <c:pt idx="13535">
                  <c:v>2.5</c:v>
                </c:pt>
                <c:pt idx="13536">
                  <c:v>3</c:v>
                </c:pt>
                <c:pt idx="13537">
                  <c:v>5</c:v>
                </c:pt>
                <c:pt idx="13538">
                  <c:v>4.5</c:v>
                </c:pt>
                <c:pt idx="13539">
                  <c:v>3</c:v>
                </c:pt>
                <c:pt idx="13540">
                  <c:v>2</c:v>
                </c:pt>
                <c:pt idx="13541">
                  <c:v>1.5</c:v>
                </c:pt>
                <c:pt idx="13542">
                  <c:v>2.5</c:v>
                </c:pt>
                <c:pt idx="13543">
                  <c:v>3.5</c:v>
                </c:pt>
                <c:pt idx="13544">
                  <c:v>4.5</c:v>
                </c:pt>
                <c:pt idx="13545">
                  <c:v>5.5</c:v>
                </c:pt>
                <c:pt idx="13546">
                  <c:v>5.5</c:v>
                </c:pt>
                <c:pt idx="13547">
                  <c:v>7.5</c:v>
                </c:pt>
                <c:pt idx="13548">
                  <c:v>9.5</c:v>
                </c:pt>
                <c:pt idx="13549">
                  <c:v>10</c:v>
                </c:pt>
                <c:pt idx="13550">
                  <c:v>8.5</c:v>
                </c:pt>
                <c:pt idx="13551">
                  <c:v>6.5</c:v>
                </c:pt>
                <c:pt idx="13552">
                  <c:v>6</c:v>
                </c:pt>
                <c:pt idx="13553">
                  <c:v>8.5</c:v>
                </c:pt>
                <c:pt idx="13554">
                  <c:v>9.5</c:v>
                </c:pt>
                <c:pt idx="13555">
                  <c:v>10.5</c:v>
                </c:pt>
                <c:pt idx="13556">
                  <c:v>10.5</c:v>
                </c:pt>
                <c:pt idx="13557">
                  <c:v>11.5</c:v>
                </c:pt>
                <c:pt idx="13558">
                  <c:v>11</c:v>
                </c:pt>
                <c:pt idx="13559">
                  <c:v>10</c:v>
                </c:pt>
                <c:pt idx="13560">
                  <c:v>8.5</c:v>
                </c:pt>
                <c:pt idx="13561">
                  <c:v>6</c:v>
                </c:pt>
                <c:pt idx="13562">
                  <c:v>0.5</c:v>
                </c:pt>
                <c:pt idx="13563">
                  <c:v>-0.5</c:v>
                </c:pt>
                <c:pt idx="13564">
                  <c:v>-0.5</c:v>
                </c:pt>
                <c:pt idx="13565">
                  <c:v>0</c:v>
                </c:pt>
                <c:pt idx="13566">
                  <c:v>0.5</c:v>
                </c:pt>
                <c:pt idx="13567">
                  <c:v>2.5</c:v>
                </c:pt>
                <c:pt idx="13568">
                  <c:v>4</c:v>
                </c:pt>
                <c:pt idx="13569">
                  <c:v>4.5</c:v>
                </c:pt>
                <c:pt idx="13570">
                  <c:v>1</c:v>
                </c:pt>
                <c:pt idx="13571">
                  <c:v>2</c:v>
                </c:pt>
                <c:pt idx="13572">
                  <c:v>1.5</c:v>
                </c:pt>
                <c:pt idx="13573">
                  <c:v>1</c:v>
                </c:pt>
                <c:pt idx="13574">
                  <c:v>3</c:v>
                </c:pt>
                <c:pt idx="13575">
                  <c:v>3</c:v>
                </c:pt>
                <c:pt idx="13576">
                  <c:v>4</c:v>
                </c:pt>
                <c:pt idx="13577">
                  <c:v>4.5</c:v>
                </c:pt>
                <c:pt idx="13578">
                  <c:v>7.5</c:v>
                </c:pt>
                <c:pt idx="13579">
                  <c:v>9</c:v>
                </c:pt>
                <c:pt idx="13580">
                  <c:v>10.5</c:v>
                </c:pt>
                <c:pt idx="13581">
                  <c:v>9.5</c:v>
                </c:pt>
                <c:pt idx="13582">
                  <c:v>10.5</c:v>
                </c:pt>
                <c:pt idx="13583">
                  <c:v>11</c:v>
                </c:pt>
                <c:pt idx="13584">
                  <c:v>9.5</c:v>
                </c:pt>
                <c:pt idx="13585">
                  <c:v>10.5</c:v>
                </c:pt>
                <c:pt idx="13586">
                  <c:v>13</c:v>
                </c:pt>
                <c:pt idx="13587">
                  <c:v>14</c:v>
                </c:pt>
                <c:pt idx="13588">
                  <c:v>15.5</c:v>
                </c:pt>
                <c:pt idx="13589">
                  <c:v>15.5</c:v>
                </c:pt>
                <c:pt idx="13590">
                  <c:v>15</c:v>
                </c:pt>
                <c:pt idx="13591">
                  <c:v>15.5</c:v>
                </c:pt>
                <c:pt idx="13592">
                  <c:v>15</c:v>
                </c:pt>
                <c:pt idx="13593">
                  <c:v>15.5</c:v>
                </c:pt>
                <c:pt idx="13594">
                  <c:v>17</c:v>
                </c:pt>
                <c:pt idx="13595">
                  <c:v>17</c:v>
                </c:pt>
                <c:pt idx="13596">
                  <c:v>12</c:v>
                </c:pt>
                <c:pt idx="13597">
                  <c:v>10.5</c:v>
                </c:pt>
                <c:pt idx="13598">
                  <c:v>9.5</c:v>
                </c:pt>
                <c:pt idx="13599">
                  <c:v>10.5</c:v>
                </c:pt>
                <c:pt idx="13600">
                  <c:v>13</c:v>
                </c:pt>
                <c:pt idx="13601">
                  <c:v>14.5</c:v>
                </c:pt>
                <c:pt idx="13602">
                  <c:v>14</c:v>
                </c:pt>
                <c:pt idx="13603">
                  <c:v>14.5</c:v>
                </c:pt>
                <c:pt idx="13604">
                  <c:v>16</c:v>
                </c:pt>
                <c:pt idx="13605">
                  <c:v>12.5</c:v>
                </c:pt>
                <c:pt idx="13606">
                  <c:v>12.5</c:v>
                </c:pt>
                <c:pt idx="13607">
                  <c:v>11</c:v>
                </c:pt>
                <c:pt idx="13608">
                  <c:v>12.5</c:v>
                </c:pt>
                <c:pt idx="13609">
                  <c:v>15</c:v>
                </c:pt>
                <c:pt idx="13610">
                  <c:v>15.5</c:v>
                </c:pt>
                <c:pt idx="13611">
                  <c:v>14</c:v>
                </c:pt>
                <c:pt idx="13612">
                  <c:v>6</c:v>
                </c:pt>
                <c:pt idx="13613">
                  <c:v>8.5</c:v>
                </c:pt>
                <c:pt idx="13614">
                  <c:v>9.5</c:v>
                </c:pt>
                <c:pt idx="13615">
                  <c:v>10</c:v>
                </c:pt>
                <c:pt idx="13616">
                  <c:v>11</c:v>
                </c:pt>
                <c:pt idx="13617">
                  <c:v>7</c:v>
                </c:pt>
                <c:pt idx="13618">
                  <c:v>7.5</c:v>
                </c:pt>
                <c:pt idx="13619">
                  <c:v>10</c:v>
                </c:pt>
                <c:pt idx="13620">
                  <c:v>11.5</c:v>
                </c:pt>
                <c:pt idx="13621">
                  <c:v>11.5</c:v>
                </c:pt>
                <c:pt idx="13622">
                  <c:v>11.5</c:v>
                </c:pt>
                <c:pt idx="13623">
                  <c:v>10</c:v>
                </c:pt>
                <c:pt idx="13624">
                  <c:v>11.5</c:v>
                </c:pt>
                <c:pt idx="13625">
                  <c:v>11.5</c:v>
                </c:pt>
                <c:pt idx="13626">
                  <c:v>12.5</c:v>
                </c:pt>
                <c:pt idx="13627">
                  <c:v>15</c:v>
                </c:pt>
                <c:pt idx="13628">
                  <c:v>15.5</c:v>
                </c:pt>
                <c:pt idx="13629">
                  <c:v>15.5</c:v>
                </c:pt>
                <c:pt idx="13630">
                  <c:v>15.5</c:v>
                </c:pt>
                <c:pt idx="13631">
                  <c:v>15.5</c:v>
                </c:pt>
                <c:pt idx="13632">
                  <c:v>15.5</c:v>
                </c:pt>
                <c:pt idx="13633">
                  <c:v>14.5</c:v>
                </c:pt>
                <c:pt idx="13634">
                  <c:v>15</c:v>
                </c:pt>
                <c:pt idx="13635">
                  <c:v>16.5</c:v>
                </c:pt>
                <c:pt idx="13636">
                  <c:v>16.5</c:v>
                </c:pt>
                <c:pt idx="13637">
                  <c:v>17.5</c:v>
                </c:pt>
                <c:pt idx="13638">
                  <c:v>18</c:v>
                </c:pt>
                <c:pt idx="13639">
                  <c:v>19</c:v>
                </c:pt>
                <c:pt idx="13640">
                  <c:v>17.5</c:v>
                </c:pt>
                <c:pt idx="13641">
                  <c:v>17.5</c:v>
                </c:pt>
                <c:pt idx="13642">
                  <c:v>17.5</c:v>
                </c:pt>
                <c:pt idx="13643">
                  <c:v>18.5</c:v>
                </c:pt>
                <c:pt idx="13644">
                  <c:v>18.5</c:v>
                </c:pt>
                <c:pt idx="13645">
                  <c:v>18</c:v>
                </c:pt>
                <c:pt idx="13646">
                  <c:v>19</c:v>
                </c:pt>
                <c:pt idx="13647">
                  <c:v>19</c:v>
                </c:pt>
                <c:pt idx="13648">
                  <c:v>19</c:v>
                </c:pt>
                <c:pt idx="13649">
                  <c:v>19</c:v>
                </c:pt>
                <c:pt idx="13650">
                  <c:v>15</c:v>
                </c:pt>
                <c:pt idx="13651">
                  <c:v>15</c:v>
                </c:pt>
                <c:pt idx="13652">
                  <c:v>16.5</c:v>
                </c:pt>
                <c:pt idx="13653">
                  <c:v>17</c:v>
                </c:pt>
                <c:pt idx="13654">
                  <c:v>17.5</c:v>
                </c:pt>
                <c:pt idx="13655">
                  <c:v>19.5</c:v>
                </c:pt>
                <c:pt idx="13656">
                  <c:v>18.5</c:v>
                </c:pt>
                <c:pt idx="13657">
                  <c:v>16.5</c:v>
                </c:pt>
                <c:pt idx="13658">
                  <c:v>18</c:v>
                </c:pt>
                <c:pt idx="13659">
                  <c:v>21.5</c:v>
                </c:pt>
                <c:pt idx="13660">
                  <c:v>21.5</c:v>
                </c:pt>
                <c:pt idx="13661">
                  <c:v>19.5</c:v>
                </c:pt>
                <c:pt idx="13662">
                  <c:v>18</c:v>
                </c:pt>
                <c:pt idx="13663">
                  <c:v>19</c:v>
                </c:pt>
                <c:pt idx="13664">
                  <c:v>18.5</c:v>
                </c:pt>
                <c:pt idx="13665">
                  <c:v>21</c:v>
                </c:pt>
                <c:pt idx="13666">
                  <c:v>21.5</c:v>
                </c:pt>
                <c:pt idx="13667">
                  <c:v>21</c:v>
                </c:pt>
                <c:pt idx="13668">
                  <c:v>23.5</c:v>
                </c:pt>
                <c:pt idx="13669">
                  <c:v>24</c:v>
                </c:pt>
                <c:pt idx="13670">
                  <c:v>21.5</c:v>
                </c:pt>
                <c:pt idx="13671">
                  <c:v>23.5</c:v>
                </c:pt>
                <c:pt idx="13672">
                  <c:v>23</c:v>
                </c:pt>
                <c:pt idx="13673">
                  <c:v>23</c:v>
                </c:pt>
                <c:pt idx="13674">
                  <c:v>24</c:v>
                </c:pt>
                <c:pt idx="13675">
                  <c:v>24.5</c:v>
                </c:pt>
                <c:pt idx="13676">
                  <c:v>24.5</c:v>
                </c:pt>
                <c:pt idx="13677">
                  <c:v>25</c:v>
                </c:pt>
                <c:pt idx="13678">
                  <c:v>26</c:v>
                </c:pt>
                <c:pt idx="13679">
                  <c:v>27.5</c:v>
                </c:pt>
                <c:pt idx="13680">
                  <c:v>27.5</c:v>
                </c:pt>
                <c:pt idx="13681">
                  <c:v>25.5</c:v>
                </c:pt>
                <c:pt idx="13682">
                  <c:v>27</c:v>
                </c:pt>
                <c:pt idx="13683">
                  <c:v>28</c:v>
                </c:pt>
                <c:pt idx="13684">
                  <c:v>28.5</c:v>
                </c:pt>
                <c:pt idx="13685">
                  <c:v>29</c:v>
                </c:pt>
                <c:pt idx="13686">
                  <c:v>30</c:v>
                </c:pt>
                <c:pt idx="13687">
                  <c:v>30.5</c:v>
                </c:pt>
                <c:pt idx="13688">
                  <c:v>29</c:v>
                </c:pt>
                <c:pt idx="13689">
                  <c:v>27</c:v>
                </c:pt>
                <c:pt idx="13690">
                  <c:v>26.5</c:v>
                </c:pt>
                <c:pt idx="13691">
                  <c:v>28</c:v>
                </c:pt>
                <c:pt idx="13692">
                  <c:v>29</c:v>
                </c:pt>
                <c:pt idx="13693">
                  <c:v>26.5</c:v>
                </c:pt>
                <c:pt idx="13694">
                  <c:v>24.5</c:v>
                </c:pt>
                <c:pt idx="13695">
                  <c:v>27.5</c:v>
                </c:pt>
                <c:pt idx="13696">
                  <c:v>27</c:v>
                </c:pt>
                <c:pt idx="13697">
                  <c:v>28</c:v>
                </c:pt>
                <c:pt idx="13698">
                  <c:v>29.5</c:v>
                </c:pt>
                <c:pt idx="13699">
                  <c:v>29</c:v>
                </c:pt>
                <c:pt idx="13700">
                  <c:v>29</c:v>
                </c:pt>
                <c:pt idx="13701">
                  <c:v>29.5</c:v>
                </c:pt>
                <c:pt idx="13702">
                  <c:v>28.5</c:v>
                </c:pt>
                <c:pt idx="13703">
                  <c:v>27.5</c:v>
                </c:pt>
                <c:pt idx="13704">
                  <c:v>28.5</c:v>
                </c:pt>
                <c:pt idx="13705">
                  <c:v>29.5</c:v>
                </c:pt>
                <c:pt idx="13706">
                  <c:v>29.5</c:v>
                </c:pt>
                <c:pt idx="13707">
                  <c:v>29</c:v>
                </c:pt>
                <c:pt idx="13708">
                  <c:v>29.5</c:v>
                </c:pt>
                <c:pt idx="13709">
                  <c:v>28.5</c:v>
                </c:pt>
                <c:pt idx="13710">
                  <c:v>29.5</c:v>
                </c:pt>
                <c:pt idx="13711">
                  <c:v>29</c:v>
                </c:pt>
                <c:pt idx="13712">
                  <c:v>27</c:v>
                </c:pt>
                <c:pt idx="13713">
                  <c:v>22.5</c:v>
                </c:pt>
                <c:pt idx="13714">
                  <c:v>25.5</c:v>
                </c:pt>
                <c:pt idx="13715">
                  <c:v>25.5</c:v>
                </c:pt>
                <c:pt idx="13716">
                  <c:v>19.5</c:v>
                </c:pt>
                <c:pt idx="13717">
                  <c:v>19.5</c:v>
                </c:pt>
                <c:pt idx="13718">
                  <c:v>23.5</c:v>
                </c:pt>
                <c:pt idx="13719">
                  <c:v>24</c:v>
                </c:pt>
                <c:pt idx="13720">
                  <c:v>24</c:v>
                </c:pt>
                <c:pt idx="13721">
                  <c:v>24</c:v>
                </c:pt>
                <c:pt idx="13722">
                  <c:v>25.5</c:v>
                </c:pt>
                <c:pt idx="13723">
                  <c:v>26</c:v>
                </c:pt>
                <c:pt idx="13724">
                  <c:v>26.5</c:v>
                </c:pt>
                <c:pt idx="13725">
                  <c:v>27.5</c:v>
                </c:pt>
                <c:pt idx="13726">
                  <c:v>29</c:v>
                </c:pt>
                <c:pt idx="13727">
                  <c:v>31</c:v>
                </c:pt>
                <c:pt idx="13728">
                  <c:v>31</c:v>
                </c:pt>
                <c:pt idx="13729">
                  <c:v>30.5</c:v>
                </c:pt>
                <c:pt idx="13730">
                  <c:v>30</c:v>
                </c:pt>
                <c:pt idx="13731">
                  <c:v>31</c:v>
                </c:pt>
                <c:pt idx="13732">
                  <c:v>31</c:v>
                </c:pt>
                <c:pt idx="13733">
                  <c:v>30</c:v>
                </c:pt>
                <c:pt idx="13734">
                  <c:v>30</c:v>
                </c:pt>
                <c:pt idx="13735">
                  <c:v>30.5</c:v>
                </c:pt>
                <c:pt idx="13736">
                  <c:v>32</c:v>
                </c:pt>
                <c:pt idx="13737">
                  <c:v>31.5</c:v>
                </c:pt>
                <c:pt idx="13738">
                  <c:v>31</c:v>
                </c:pt>
                <c:pt idx="13739">
                  <c:v>31</c:v>
                </c:pt>
                <c:pt idx="13740">
                  <c:v>31</c:v>
                </c:pt>
                <c:pt idx="13741">
                  <c:v>30</c:v>
                </c:pt>
                <c:pt idx="13742">
                  <c:v>28.5</c:v>
                </c:pt>
                <c:pt idx="13743">
                  <c:v>27.5</c:v>
                </c:pt>
                <c:pt idx="13744">
                  <c:v>26.5</c:v>
                </c:pt>
                <c:pt idx="13745">
                  <c:v>27</c:v>
                </c:pt>
                <c:pt idx="13746">
                  <c:v>27</c:v>
                </c:pt>
                <c:pt idx="13747">
                  <c:v>27</c:v>
                </c:pt>
                <c:pt idx="13748">
                  <c:v>26.5</c:v>
                </c:pt>
                <c:pt idx="13749">
                  <c:v>27</c:v>
                </c:pt>
                <c:pt idx="13750">
                  <c:v>29</c:v>
                </c:pt>
                <c:pt idx="13751">
                  <c:v>30</c:v>
                </c:pt>
                <c:pt idx="13752">
                  <c:v>30.5</c:v>
                </c:pt>
                <c:pt idx="13753">
                  <c:v>30</c:v>
                </c:pt>
                <c:pt idx="13754">
                  <c:v>28</c:v>
                </c:pt>
                <c:pt idx="13755">
                  <c:v>27</c:v>
                </c:pt>
                <c:pt idx="13756">
                  <c:v>27.5</c:v>
                </c:pt>
                <c:pt idx="13757">
                  <c:v>28.5</c:v>
                </c:pt>
                <c:pt idx="13758">
                  <c:v>20.5</c:v>
                </c:pt>
                <c:pt idx="13759">
                  <c:v>20</c:v>
                </c:pt>
                <c:pt idx="13760">
                  <c:v>20</c:v>
                </c:pt>
                <c:pt idx="13761">
                  <c:v>20</c:v>
                </c:pt>
                <c:pt idx="13762">
                  <c:v>21</c:v>
                </c:pt>
                <c:pt idx="13763">
                  <c:v>22</c:v>
                </c:pt>
                <c:pt idx="13764">
                  <c:v>21.5</c:v>
                </c:pt>
                <c:pt idx="13765">
                  <c:v>21.5</c:v>
                </c:pt>
                <c:pt idx="13766">
                  <c:v>20.5</c:v>
                </c:pt>
                <c:pt idx="13767">
                  <c:v>22.5</c:v>
                </c:pt>
                <c:pt idx="13768">
                  <c:v>22.5</c:v>
                </c:pt>
                <c:pt idx="13769">
                  <c:v>20</c:v>
                </c:pt>
                <c:pt idx="13770">
                  <c:v>19.5</c:v>
                </c:pt>
                <c:pt idx="13771">
                  <c:v>20</c:v>
                </c:pt>
                <c:pt idx="13772">
                  <c:v>20</c:v>
                </c:pt>
                <c:pt idx="13773">
                  <c:v>19</c:v>
                </c:pt>
                <c:pt idx="13774">
                  <c:v>19</c:v>
                </c:pt>
                <c:pt idx="13775">
                  <c:v>18.5</c:v>
                </c:pt>
                <c:pt idx="13776">
                  <c:v>17</c:v>
                </c:pt>
                <c:pt idx="13777">
                  <c:v>16.5</c:v>
                </c:pt>
                <c:pt idx="13778">
                  <c:v>14</c:v>
                </c:pt>
                <c:pt idx="13779">
                  <c:v>15</c:v>
                </c:pt>
                <c:pt idx="13780">
                  <c:v>16.5</c:v>
                </c:pt>
                <c:pt idx="13781">
                  <c:v>15.5</c:v>
                </c:pt>
                <c:pt idx="13782">
                  <c:v>17</c:v>
                </c:pt>
                <c:pt idx="13783">
                  <c:v>18.5</c:v>
                </c:pt>
                <c:pt idx="13784">
                  <c:v>18.5</c:v>
                </c:pt>
                <c:pt idx="13785">
                  <c:v>19</c:v>
                </c:pt>
                <c:pt idx="13786">
                  <c:v>18</c:v>
                </c:pt>
                <c:pt idx="13787">
                  <c:v>19</c:v>
                </c:pt>
                <c:pt idx="13788">
                  <c:v>21.5</c:v>
                </c:pt>
                <c:pt idx="13789">
                  <c:v>21</c:v>
                </c:pt>
                <c:pt idx="13790">
                  <c:v>21.5</c:v>
                </c:pt>
                <c:pt idx="13791">
                  <c:v>19</c:v>
                </c:pt>
                <c:pt idx="13792">
                  <c:v>20</c:v>
                </c:pt>
                <c:pt idx="13793">
                  <c:v>19.5</c:v>
                </c:pt>
                <c:pt idx="13794">
                  <c:v>20.5</c:v>
                </c:pt>
                <c:pt idx="13795">
                  <c:v>19</c:v>
                </c:pt>
                <c:pt idx="13796">
                  <c:v>19</c:v>
                </c:pt>
                <c:pt idx="13797">
                  <c:v>18.5</c:v>
                </c:pt>
                <c:pt idx="13798">
                  <c:v>18</c:v>
                </c:pt>
                <c:pt idx="13799">
                  <c:v>16</c:v>
                </c:pt>
                <c:pt idx="13800">
                  <c:v>16.5</c:v>
                </c:pt>
                <c:pt idx="13801">
                  <c:v>15</c:v>
                </c:pt>
                <c:pt idx="13802">
                  <c:v>14</c:v>
                </c:pt>
                <c:pt idx="13803">
                  <c:v>15.5</c:v>
                </c:pt>
                <c:pt idx="13804">
                  <c:v>17.5</c:v>
                </c:pt>
                <c:pt idx="13805">
                  <c:v>15.5</c:v>
                </c:pt>
                <c:pt idx="13806">
                  <c:v>14.5</c:v>
                </c:pt>
                <c:pt idx="13807">
                  <c:v>13</c:v>
                </c:pt>
                <c:pt idx="13808">
                  <c:v>13.5</c:v>
                </c:pt>
                <c:pt idx="13809">
                  <c:v>14.5</c:v>
                </c:pt>
                <c:pt idx="13810">
                  <c:v>14</c:v>
                </c:pt>
                <c:pt idx="13811">
                  <c:v>11.5</c:v>
                </c:pt>
                <c:pt idx="13812">
                  <c:v>10</c:v>
                </c:pt>
                <c:pt idx="13813">
                  <c:v>8</c:v>
                </c:pt>
                <c:pt idx="13814">
                  <c:v>6.5</c:v>
                </c:pt>
                <c:pt idx="13815">
                  <c:v>6.5</c:v>
                </c:pt>
                <c:pt idx="13816">
                  <c:v>8.5</c:v>
                </c:pt>
                <c:pt idx="13817">
                  <c:v>9.5</c:v>
                </c:pt>
                <c:pt idx="13818">
                  <c:v>9.5</c:v>
                </c:pt>
                <c:pt idx="13819">
                  <c:v>9</c:v>
                </c:pt>
                <c:pt idx="13820">
                  <c:v>9</c:v>
                </c:pt>
                <c:pt idx="13821">
                  <c:v>9.5</c:v>
                </c:pt>
                <c:pt idx="13822">
                  <c:v>9.5</c:v>
                </c:pt>
                <c:pt idx="13823">
                  <c:v>9.5</c:v>
                </c:pt>
                <c:pt idx="13824">
                  <c:v>11</c:v>
                </c:pt>
                <c:pt idx="13825">
                  <c:v>11.5</c:v>
                </c:pt>
                <c:pt idx="13826">
                  <c:v>11.5</c:v>
                </c:pt>
                <c:pt idx="13827">
                  <c:v>10.5</c:v>
                </c:pt>
                <c:pt idx="13828">
                  <c:v>11</c:v>
                </c:pt>
                <c:pt idx="13829">
                  <c:v>12</c:v>
                </c:pt>
                <c:pt idx="13830">
                  <c:v>13.5</c:v>
                </c:pt>
                <c:pt idx="13831">
                  <c:v>12.5</c:v>
                </c:pt>
                <c:pt idx="13832">
                  <c:v>11</c:v>
                </c:pt>
                <c:pt idx="13833">
                  <c:v>12</c:v>
                </c:pt>
                <c:pt idx="13834">
                  <c:v>12.5</c:v>
                </c:pt>
                <c:pt idx="13835">
                  <c:v>12</c:v>
                </c:pt>
                <c:pt idx="13836">
                  <c:v>8</c:v>
                </c:pt>
                <c:pt idx="13837">
                  <c:v>7</c:v>
                </c:pt>
                <c:pt idx="13838">
                  <c:v>5</c:v>
                </c:pt>
                <c:pt idx="13839">
                  <c:v>5</c:v>
                </c:pt>
                <c:pt idx="13840">
                  <c:v>6.5</c:v>
                </c:pt>
                <c:pt idx="13841">
                  <c:v>8</c:v>
                </c:pt>
                <c:pt idx="13842">
                  <c:v>8</c:v>
                </c:pt>
                <c:pt idx="13843">
                  <c:v>8</c:v>
                </c:pt>
                <c:pt idx="13844">
                  <c:v>9</c:v>
                </c:pt>
                <c:pt idx="13845">
                  <c:v>10</c:v>
                </c:pt>
                <c:pt idx="13846">
                  <c:v>11.5</c:v>
                </c:pt>
                <c:pt idx="13847">
                  <c:v>11.5</c:v>
                </c:pt>
                <c:pt idx="13848">
                  <c:v>11.5</c:v>
                </c:pt>
                <c:pt idx="13849">
                  <c:v>11</c:v>
                </c:pt>
                <c:pt idx="13850">
                  <c:v>11</c:v>
                </c:pt>
                <c:pt idx="13851">
                  <c:v>11</c:v>
                </c:pt>
                <c:pt idx="13852">
                  <c:v>8.5</c:v>
                </c:pt>
                <c:pt idx="13853">
                  <c:v>7.5</c:v>
                </c:pt>
                <c:pt idx="13854">
                  <c:v>6</c:v>
                </c:pt>
                <c:pt idx="13855">
                  <c:v>7</c:v>
                </c:pt>
                <c:pt idx="13856">
                  <c:v>6.5</c:v>
                </c:pt>
                <c:pt idx="13857">
                  <c:v>5.5</c:v>
                </c:pt>
                <c:pt idx="13858">
                  <c:v>6.5</c:v>
                </c:pt>
                <c:pt idx="13859">
                  <c:v>8</c:v>
                </c:pt>
                <c:pt idx="13860">
                  <c:v>7.5</c:v>
                </c:pt>
                <c:pt idx="13861">
                  <c:v>6.5</c:v>
                </c:pt>
                <c:pt idx="13862">
                  <c:v>9</c:v>
                </c:pt>
                <c:pt idx="13863">
                  <c:v>11</c:v>
                </c:pt>
                <c:pt idx="13864">
                  <c:v>14</c:v>
                </c:pt>
                <c:pt idx="13865">
                  <c:v>8</c:v>
                </c:pt>
                <c:pt idx="13866">
                  <c:v>5</c:v>
                </c:pt>
                <c:pt idx="13867">
                  <c:v>5.5</c:v>
                </c:pt>
                <c:pt idx="13868">
                  <c:v>5.5</c:v>
                </c:pt>
                <c:pt idx="13869">
                  <c:v>5.5</c:v>
                </c:pt>
                <c:pt idx="13870">
                  <c:v>5.5</c:v>
                </c:pt>
                <c:pt idx="13871">
                  <c:v>3.5</c:v>
                </c:pt>
                <c:pt idx="13872">
                  <c:v>1.5</c:v>
                </c:pt>
                <c:pt idx="13873">
                  <c:v>1</c:v>
                </c:pt>
                <c:pt idx="13874">
                  <c:v>1.5</c:v>
                </c:pt>
                <c:pt idx="13875">
                  <c:v>0</c:v>
                </c:pt>
                <c:pt idx="13876">
                  <c:v>-1</c:v>
                </c:pt>
                <c:pt idx="13877">
                  <c:v>0.5</c:v>
                </c:pt>
                <c:pt idx="13878">
                  <c:v>2.5</c:v>
                </c:pt>
                <c:pt idx="13879">
                  <c:v>3.5</c:v>
                </c:pt>
                <c:pt idx="13880">
                  <c:v>5</c:v>
                </c:pt>
                <c:pt idx="13881">
                  <c:v>5.5</c:v>
                </c:pt>
                <c:pt idx="13882">
                  <c:v>3.5</c:v>
                </c:pt>
                <c:pt idx="13883">
                  <c:v>2.5</c:v>
                </c:pt>
                <c:pt idx="13884">
                  <c:v>4</c:v>
                </c:pt>
                <c:pt idx="13885">
                  <c:v>3.5</c:v>
                </c:pt>
                <c:pt idx="13886">
                  <c:v>4</c:v>
                </c:pt>
                <c:pt idx="13887">
                  <c:v>5.5</c:v>
                </c:pt>
                <c:pt idx="13888">
                  <c:v>5</c:v>
                </c:pt>
                <c:pt idx="13889">
                  <c:v>5</c:v>
                </c:pt>
                <c:pt idx="13890">
                  <c:v>5</c:v>
                </c:pt>
                <c:pt idx="13891">
                  <c:v>4</c:v>
                </c:pt>
                <c:pt idx="13892">
                  <c:v>4</c:v>
                </c:pt>
                <c:pt idx="13893">
                  <c:v>4.5</c:v>
                </c:pt>
                <c:pt idx="13894">
                  <c:v>5.5</c:v>
                </c:pt>
                <c:pt idx="13895">
                  <c:v>5</c:v>
                </c:pt>
                <c:pt idx="13896">
                  <c:v>5</c:v>
                </c:pt>
                <c:pt idx="13897">
                  <c:v>5.5</c:v>
                </c:pt>
                <c:pt idx="13898">
                  <c:v>4.5</c:v>
                </c:pt>
                <c:pt idx="13899">
                  <c:v>3</c:v>
                </c:pt>
                <c:pt idx="13900">
                  <c:v>5</c:v>
                </c:pt>
                <c:pt idx="13901">
                  <c:v>5.5</c:v>
                </c:pt>
                <c:pt idx="13902">
                  <c:v>5</c:v>
                </c:pt>
                <c:pt idx="13903">
                  <c:v>6</c:v>
                </c:pt>
                <c:pt idx="13904">
                  <c:v>5.5</c:v>
                </c:pt>
                <c:pt idx="13905">
                  <c:v>7</c:v>
                </c:pt>
                <c:pt idx="13906">
                  <c:v>8.5</c:v>
                </c:pt>
                <c:pt idx="13907">
                  <c:v>9</c:v>
                </c:pt>
                <c:pt idx="13908">
                  <c:v>9</c:v>
                </c:pt>
                <c:pt idx="13909">
                  <c:v>8</c:v>
                </c:pt>
                <c:pt idx="13910">
                  <c:v>8.5</c:v>
                </c:pt>
                <c:pt idx="13911">
                  <c:v>8</c:v>
                </c:pt>
                <c:pt idx="13912">
                  <c:v>6</c:v>
                </c:pt>
                <c:pt idx="13913">
                  <c:v>6</c:v>
                </c:pt>
                <c:pt idx="13914">
                  <c:v>5.5</c:v>
                </c:pt>
                <c:pt idx="13915">
                  <c:v>4.5</c:v>
                </c:pt>
                <c:pt idx="13916">
                  <c:v>5</c:v>
                </c:pt>
                <c:pt idx="13917">
                  <c:v>5</c:v>
                </c:pt>
                <c:pt idx="13918">
                  <c:v>6.5</c:v>
                </c:pt>
                <c:pt idx="13919">
                  <c:v>7</c:v>
                </c:pt>
                <c:pt idx="13920">
                  <c:v>7.5</c:v>
                </c:pt>
                <c:pt idx="13921">
                  <c:v>7.5</c:v>
                </c:pt>
                <c:pt idx="13922">
                  <c:v>7.5</c:v>
                </c:pt>
                <c:pt idx="13923">
                  <c:v>8</c:v>
                </c:pt>
                <c:pt idx="13924">
                  <c:v>9.5</c:v>
                </c:pt>
                <c:pt idx="13925">
                  <c:v>10</c:v>
                </c:pt>
                <c:pt idx="13926">
                  <c:v>11</c:v>
                </c:pt>
                <c:pt idx="13927">
                  <c:v>9.5</c:v>
                </c:pt>
                <c:pt idx="13928">
                  <c:v>9.5</c:v>
                </c:pt>
                <c:pt idx="13929">
                  <c:v>9</c:v>
                </c:pt>
                <c:pt idx="13930">
                  <c:v>10</c:v>
                </c:pt>
                <c:pt idx="13931">
                  <c:v>12</c:v>
                </c:pt>
                <c:pt idx="13932">
                  <c:v>12.5</c:v>
                </c:pt>
                <c:pt idx="13933">
                  <c:v>13</c:v>
                </c:pt>
                <c:pt idx="13934">
                  <c:v>11.5</c:v>
                </c:pt>
                <c:pt idx="13935">
                  <c:v>11.5</c:v>
                </c:pt>
                <c:pt idx="13936">
                  <c:v>7.5</c:v>
                </c:pt>
                <c:pt idx="13937">
                  <c:v>7.5</c:v>
                </c:pt>
                <c:pt idx="13938">
                  <c:v>9.5</c:v>
                </c:pt>
                <c:pt idx="13939">
                  <c:v>13</c:v>
                </c:pt>
                <c:pt idx="13940">
                  <c:v>8.5</c:v>
                </c:pt>
                <c:pt idx="13941">
                  <c:v>8.5</c:v>
                </c:pt>
                <c:pt idx="13942">
                  <c:v>9.5</c:v>
                </c:pt>
                <c:pt idx="13943">
                  <c:v>10.5</c:v>
                </c:pt>
                <c:pt idx="13944">
                  <c:v>9.5</c:v>
                </c:pt>
                <c:pt idx="13945">
                  <c:v>10</c:v>
                </c:pt>
                <c:pt idx="13946">
                  <c:v>11</c:v>
                </c:pt>
                <c:pt idx="13947">
                  <c:v>12.5</c:v>
                </c:pt>
                <c:pt idx="13948">
                  <c:v>14.5</c:v>
                </c:pt>
                <c:pt idx="13949">
                  <c:v>15.5</c:v>
                </c:pt>
                <c:pt idx="13950">
                  <c:v>13.5</c:v>
                </c:pt>
                <c:pt idx="13951">
                  <c:v>11.5</c:v>
                </c:pt>
                <c:pt idx="13952">
                  <c:v>12</c:v>
                </c:pt>
                <c:pt idx="13953">
                  <c:v>11.5</c:v>
                </c:pt>
                <c:pt idx="13954">
                  <c:v>12</c:v>
                </c:pt>
                <c:pt idx="13955">
                  <c:v>11.5</c:v>
                </c:pt>
                <c:pt idx="13956">
                  <c:v>13</c:v>
                </c:pt>
                <c:pt idx="13957">
                  <c:v>12</c:v>
                </c:pt>
                <c:pt idx="13958">
                  <c:v>13</c:v>
                </c:pt>
                <c:pt idx="13959">
                  <c:v>14.5</c:v>
                </c:pt>
                <c:pt idx="13960">
                  <c:v>11</c:v>
                </c:pt>
                <c:pt idx="13961">
                  <c:v>8</c:v>
                </c:pt>
                <c:pt idx="13962">
                  <c:v>6.5</c:v>
                </c:pt>
                <c:pt idx="13963">
                  <c:v>7.5</c:v>
                </c:pt>
                <c:pt idx="13964">
                  <c:v>8</c:v>
                </c:pt>
                <c:pt idx="13965">
                  <c:v>7</c:v>
                </c:pt>
                <c:pt idx="13966">
                  <c:v>8</c:v>
                </c:pt>
                <c:pt idx="13967">
                  <c:v>8.5</c:v>
                </c:pt>
                <c:pt idx="13968">
                  <c:v>9.5</c:v>
                </c:pt>
                <c:pt idx="13969">
                  <c:v>11.5</c:v>
                </c:pt>
                <c:pt idx="13970">
                  <c:v>11.5</c:v>
                </c:pt>
                <c:pt idx="13971">
                  <c:v>11</c:v>
                </c:pt>
                <c:pt idx="13972">
                  <c:v>12.5</c:v>
                </c:pt>
                <c:pt idx="13973">
                  <c:v>10.5</c:v>
                </c:pt>
                <c:pt idx="13974">
                  <c:v>11</c:v>
                </c:pt>
                <c:pt idx="13975">
                  <c:v>11</c:v>
                </c:pt>
                <c:pt idx="13976">
                  <c:v>10</c:v>
                </c:pt>
                <c:pt idx="13977">
                  <c:v>12.5</c:v>
                </c:pt>
                <c:pt idx="13978">
                  <c:v>14.5</c:v>
                </c:pt>
                <c:pt idx="13979">
                  <c:v>14.5</c:v>
                </c:pt>
                <c:pt idx="13980">
                  <c:v>15.5</c:v>
                </c:pt>
                <c:pt idx="13981">
                  <c:v>16</c:v>
                </c:pt>
                <c:pt idx="13982">
                  <c:v>17.5</c:v>
                </c:pt>
                <c:pt idx="13983">
                  <c:v>19</c:v>
                </c:pt>
                <c:pt idx="13984">
                  <c:v>20.5</c:v>
                </c:pt>
                <c:pt idx="13985">
                  <c:v>21.5</c:v>
                </c:pt>
                <c:pt idx="13986">
                  <c:v>20</c:v>
                </c:pt>
                <c:pt idx="13987">
                  <c:v>21</c:v>
                </c:pt>
                <c:pt idx="13988">
                  <c:v>21</c:v>
                </c:pt>
                <c:pt idx="13989">
                  <c:v>20</c:v>
                </c:pt>
                <c:pt idx="13990">
                  <c:v>14.5</c:v>
                </c:pt>
                <c:pt idx="13991">
                  <c:v>12</c:v>
                </c:pt>
                <c:pt idx="13992">
                  <c:v>14</c:v>
                </c:pt>
                <c:pt idx="13993">
                  <c:v>15</c:v>
                </c:pt>
                <c:pt idx="13994">
                  <c:v>14.5</c:v>
                </c:pt>
                <c:pt idx="13995">
                  <c:v>18.5</c:v>
                </c:pt>
                <c:pt idx="13996">
                  <c:v>21</c:v>
                </c:pt>
                <c:pt idx="13997">
                  <c:v>21.5</c:v>
                </c:pt>
                <c:pt idx="13998">
                  <c:v>18.5</c:v>
                </c:pt>
                <c:pt idx="13999">
                  <c:v>15.5</c:v>
                </c:pt>
                <c:pt idx="14000">
                  <c:v>17</c:v>
                </c:pt>
                <c:pt idx="14001">
                  <c:v>16.5</c:v>
                </c:pt>
                <c:pt idx="14002">
                  <c:v>17.5</c:v>
                </c:pt>
                <c:pt idx="14003">
                  <c:v>20</c:v>
                </c:pt>
                <c:pt idx="14004">
                  <c:v>20.5</c:v>
                </c:pt>
                <c:pt idx="14005">
                  <c:v>21.5</c:v>
                </c:pt>
                <c:pt idx="14006">
                  <c:v>23</c:v>
                </c:pt>
                <c:pt idx="14007">
                  <c:v>22.5</c:v>
                </c:pt>
                <c:pt idx="14008">
                  <c:v>22.5</c:v>
                </c:pt>
                <c:pt idx="14009">
                  <c:v>21</c:v>
                </c:pt>
                <c:pt idx="14010">
                  <c:v>19</c:v>
                </c:pt>
                <c:pt idx="14011">
                  <c:v>21.5</c:v>
                </c:pt>
                <c:pt idx="14012">
                  <c:v>21</c:v>
                </c:pt>
                <c:pt idx="14013">
                  <c:v>20.5</c:v>
                </c:pt>
                <c:pt idx="14014">
                  <c:v>20</c:v>
                </c:pt>
                <c:pt idx="14015">
                  <c:v>19</c:v>
                </c:pt>
                <c:pt idx="14016">
                  <c:v>16.5</c:v>
                </c:pt>
                <c:pt idx="14017">
                  <c:v>16.5</c:v>
                </c:pt>
                <c:pt idx="14018">
                  <c:v>17.5</c:v>
                </c:pt>
                <c:pt idx="14019">
                  <c:v>19</c:v>
                </c:pt>
                <c:pt idx="14020">
                  <c:v>20.5</c:v>
                </c:pt>
                <c:pt idx="14021">
                  <c:v>21.5</c:v>
                </c:pt>
                <c:pt idx="14022">
                  <c:v>18.5</c:v>
                </c:pt>
                <c:pt idx="14023">
                  <c:v>18</c:v>
                </c:pt>
                <c:pt idx="14024">
                  <c:v>18.5</c:v>
                </c:pt>
                <c:pt idx="14025">
                  <c:v>21</c:v>
                </c:pt>
                <c:pt idx="14026">
                  <c:v>21.5</c:v>
                </c:pt>
                <c:pt idx="14027">
                  <c:v>24</c:v>
                </c:pt>
                <c:pt idx="14028">
                  <c:v>24.5</c:v>
                </c:pt>
                <c:pt idx="14029">
                  <c:v>23</c:v>
                </c:pt>
                <c:pt idx="14030">
                  <c:v>22</c:v>
                </c:pt>
                <c:pt idx="14031">
                  <c:v>19.5</c:v>
                </c:pt>
                <c:pt idx="14032">
                  <c:v>19</c:v>
                </c:pt>
                <c:pt idx="14033">
                  <c:v>19.5</c:v>
                </c:pt>
                <c:pt idx="14034">
                  <c:v>21</c:v>
                </c:pt>
                <c:pt idx="14035">
                  <c:v>22.5</c:v>
                </c:pt>
                <c:pt idx="14036">
                  <c:v>24</c:v>
                </c:pt>
                <c:pt idx="14037">
                  <c:v>21.5</c:v>
                </c:pt>
                <c:pt idx="14038">
                  <c:v>21</c:v>
                </c:pt>
                <c:pt idx="14039">
                  <c:v>21.5</c:v>
                </c:pt>
                <c:pt idx="14040">
                  <c:v>22.5</c:v>
                </c:pt>
                <c:pt idx="14041">
                  <c:v>23</c:v>
                </c:pt>
                <c:pt idx="14042">
                  <c:v>21.5</c:v>
                </c:pt>
                <c:pt idx="14043">
                  <c:v>19</c:v>
                </c:pt>
                <c:pt idx="14044">
                  <c:v>23</c:v>
                </c:pt>
                <c:pt idx="14045">
                  <c:v>26</c:v>
                </c:pt>
                <c:pt idx="14046">
                  <c:v>26</c:v>
                </c:pt>
                <c:pt idx="14047">
                  <c:v>25.5</c:v>
                </c:pt>
                <c:pt idx="14048">
                  <c:v>27.5</c:v>
                </c:pt>
                <c:pt idx="14049">
                  <c:v>29</c:v>
                </c:pt>
                <c:pt idx="14050">
                  <c:v>27</c:v>
                </c:pt>
                <c:pt idx="14051">
                  <c:v>27</c:v>
                </c:pt>
                <c:pt idx="14052">
                  <c:v>29.5</c:v>
                </c:pt>
                <c:pt idx="14053">
                  <c:v>30.5</c:v>
                </c:pt>
                <c:pt idx="14054">
                  <c:v>28</c:v>
                </c:pt>
                <c:pt idx="14055">
                  <c:v>26.5</c:v>
                </c:pt>
                <c:pt idx="14056">
                  <c:v>27.5</c:v>
                </c:pt>
                <c:pt idx="14057">
                  <c:v>27.5</c:v>
                </c:pt>
                <c:pt idx="14058">
                  <c:v>24</c:v>
                </c:pt>
                <c:pt idx="14059">
                  <c:v>22.5</c:v>
                </c:pt>
                <c:pt idx="14060">
                  <c:v>24.5</c:v>
                </c:pt>
                <c:pt idx="14061">
                  <c:v>27</c:v>
                </c:pt>
                <c:pt idx="14062">
                  <c:v>28</c:v>
                </c:pt>
                <c:pt idx="14063">
                  <c:v>27</c:v>
                </c:pt>
                <c:pt idx="14064">
                  <c:v>26.5</c:v>
                </c:pt>
                <c:pt idx="14065">
                  <c:v>27</c:v>
                </c:pt>
                <c:pt idx="14066">
                  <c:v>26</c:v>
                </c:pt>
                <c:pt idx="14067">
                  <c:v>24.5</c:v>
                </c:pt>
                <c:pt idx="14068">
                  <c:v>24</c:v>
                </c:pt>
                <c:pt idx="14069">
                  <c:v>26</c:v>
                </c:pt>
                <c:pt idx="14070">
                  <c:v>27.5</c:v>
                </c:pt>
                <c:pt idx="14071">
                  <c:v>28.5</c:v>
                </c:pt>
                <c:pt idx="14072">
                  <c:v>28</c:v>
                </c:pt>
                <c:pt idx="14073">
                  <c:v>28.5</c:v>
                </c:pt>
                <c:pt idx="14074">
                  <c:v>28.5</c:v>
                </c:pt>
                <c:pt idx="14075">
                  <c:v>27.5</c:v>
                </c:pt>
                <c:pt idx="14076">
                  <c:v>26</c:v>
                </c:pt>
                <c:pt idx="14077">
                  <c:v>25.5</c:v>
                </c:pt>
                <c:pt idx="14078">
                  <c:v>28.5</c:v>
                </c:pt>
                <c:pt idx="14079">
                  <c:v>30</c:v>
                </c:pt>
                <c:pt idx="14080">
                  <c:v>30.5</c:v>
                </c:pt>
                <c:pt idx="14081">
                  <c:v>28.5</c:v>
                </c:pt>
                <c:pt idx="14082">
                  <c:v>29.5</c:v>
                </c:pt>
                <c:pt idx="14083">
                  <c:v>26</c:v>
                </c:pt>
                <c:pt idx="14084">
                  <c:v>27</c:v>
                </c:pt>
                <c:pt idx="14085">
                  <c:v>27.5</c:v>
                </c:pt>
                <c:pt idx="14086">
                  <c:v>28.5</c:v>
                </c:pt>
                <c:pt idx="14087">
                  <c:v>28.5</c:v>
                </c:pt>
                <c:pt idx="14088">
                  <c:v>29.5</c:v>
                </c:pt>
                <c:pt idx="14089">
                  <c:v>29.5</c:v>
                </c:pt>
                <c:pt idx="14090">
                  <c:v>29</c:v>
                </c:pt>
                <c:pt idx="14091">
                  <c:v>25.5</c:v>
                </c:pt>
                <c:pt idx="14092">
                  <c:v>27</c:v>
                </c:pt>
                <c:pt idx="14093">
                  <c:v>29</c:v>
                </c:pt>
                <c:pt idx="14094">
                  <c:v>28.5</c:v>
                </c:pt>
                <c:pt idx="14095">
                  <c:v>27.5</c:v>
                </c:pt>
                <c:pt idx="14096">
                  <c:v>29</c:v>
                </c:pt>
                <c:pt idx="14097">
                  <c:v>28</c:v>
                </c:pt>
                <c:pt idx="14098">
                  <c:v>27.5</c:v>
                </c:pt>
                <c:pt idx="14099">
                  <c:v>29.5</c:v>
                </c:pt>
                <c:pt idx="14100">
                  <c:v>25.5</c:v>
                </c:pt>
                <c:pt idx="14101">
                  <c:v>24</c:v>
                </c:pt>
                <c:pt idx="14102">
                  <c:v>22.5</c:v>
                </c:pt>
                <c:pt idx="14103">
                  <c:v>22</c:v>
                </c:pt>
                <c:pt idx="14104">
                  <c:v>23.5</c:v>
                </c:pt>
                <c:pt idx="14105">
                  <c:v>26</c:v>
                </c:pt>
                <c:pt idx="14106">
                  <c:v>26.5</c:v>
                </c:pt>
                <c:pt idx="14107">
                  <c:v>26</c:v>
                </c:pt>
                <c:pt idx="14108">
                  <c:v>26.5</c:v>
                </c:pt>
                <c:pt idx="14109">
                  <c:v>27.5</c:v>
                </c:pt>
                <c:pt idx="14110">
                  <c:v>29</c:v>
                </c:pt>
                <c:pt idx="14111">
                  <c:v>30</c:v>
                </c:pt>
                <c:pt idx="14112">
                  <c:v>30.5</c:v>
                </c:pt>
                <c:pt idx="14113">
                  <c:v>30</c:v>
                </c:pt>
                <c:pt idx="14114">
                  <c:v>29.5</c:v>
                </c:pt>
                <c:pt idx="14115">
                  <c:v>29.5</c:v>
                </c:pt>
                <c:pt idx="14116">
                  <c:v>28</c:v>
                </c:pt>
                <c:pt idx="14117">
                  <c:v>27</c:v>
                </c:pt>
                <c:pt idx="14118">
                  <c:v>26</c:v>
                </c:pt>
                <c:pt idx="14119">
                  <c:v>25</c:v>
                </c:pt>
                <c:pt idx="14120">
                  <c:v>25.5</c:v>
                </c:pt>
                <c:pt idx="14121">
                  <c:v>26.5</c:v>
                </c:pt>
                <c:pt idx="14122">
                  <c:v>28</c:v>
                </c:pt>
                <c:pt idx="14123">
                  <c:v>25.5</c:v>
                </c:pt>
                <c:pt idx="14124">
                  <c:v>26</c:v>
                </c:pt>
                <c:pt idx="14125">
                  <c:v>26</c:v>
                </c:pt>
                <c:pt idx="14126">
                  <c:v>26.5</c:v>
                </c:pt>
                <c:pt idx="14127">
                  <c:v>28</c:v>
                </c:pt>
                <c:pt idx="14128">
                  <c:v>28</c:v>
                </c:pt>
                <c:pt idx="14129">
                  <c:v>28.5</c:v>
                </c:pt>
                <c:pt idx="14130">
                  <c:v>27</c:v>
                </c:pt>
                <c:pt idx="14131">
                  <c:v>26</c:v>
                </c:pt>
                <c:pt idx="14132">
                  <c:v>25</c:v>
                </c:pt>
                <c:pt idx="14133">
                  <c:v>26</c:v>
                </c:pt>
                <c:pt idx="14134">
                  <c:v>25.5</c:v>
                </c:pt>
                <c:pt idx="14135">
                  <c:v>20</c:v>
                </c:pt>
                <c:pt idx="14136">
                  <c:v>19</c:v>
                </c:pt>
                <c:pt idx="14137">
                  <c:v>19</c:v>
                </c:pt>
                <c:pt idx="14138">
                  <c:v>20.5</c:v>
                </c:pt>
                <c:pt idx="14139">
                  <c:v>22</c:v>
                </c:pt>
                <c:pt idx="14140">
                  <c:v>22.5</c:v>
                </c:pt>
                <c:pt idx="14141">
                  <c:v>20.5</c:v>
                </c:pt>
                <c:pt idx="14142">
                  <c:v>18</c:v>
                </c:pt>
                <c:pt idx="14143">
                  <c:v>17.5</c:v>
                </c:pt>
                <c:pt idx="14144">
                  <c:v>19</c:v>
                </c:pt>
                <c:pt idx="14145">
                  <c:v>21</c:v>
                </c:pt>
                <c:pt idx="14146">
                  <c:v>19.5</c:v>
                </c:pt>
                <c:pt idx="14147">
                  <c:v>20.5</c:v>
                </c:pt>
                <c:pt idx="14148">
                  <c:v>21.5</c:v>
                </c:pt>
                <c:pt idx="14149">
                  <c:v>22</c:v>
                </c:pt>
                <c:pt idx="14150">
                  <c:v>20.5</c:v>
                </c:pt>
                <c:pt idx="14151">
                  <c:v>15.5</c:v>
                </c:pt>
                <c:pt idx="14152">
                  <c:v>18.5</c:v>
                </c:pt>
                <c:pt idx="14153">
                  <c:v>19.5</c:v>
                </c:pt>
                <c:pt idx="14154">
                  <c:v>19.5</c:v>
                </c:pt>
                <c:pt idx="14155">
                  <c:v>18.5</c:v>
                </c:pt>
                <c:pt idx="14156">
                  <c:v>19</c:v>
                </c:pt>
                <c:pt idx="14157">
                  <c:v>19.5</c:v>
                </c:pt>
                <c:pt idx="14158">
                  <c:v>18</c:v>
                </c:pt>
                <c:pt idx="14159">
                  <c:v>18</c:v>
                </c:pt>
                <c:pt idx="14160">
                  <c:v>17.5</c:v>
                </c:pt>
                <c:pt idx="14161">
                  <c:v>18.5</c:v>
                </c:pt>
                <c:pt idx="14162">
                  <c:v>19</c:v>
                </c:pt>
                <c:pt idx="14163">
                  <c:v>18</c:v>
                </c:pt>
                <c:pt idx="14164">
                  <c:v>18</c:v>
                </c:pt>
                <c:pt idx="14165">
                  <c:v>16</c:v>
                </c:pt>
                <c:pt idx="14166">
                  <c:v>17.5</c:v>
                </c:pt>
                <c:pt idx="14167">
                  <c:v>16.5</c:v>
                </c:pt>
                <c:pt idx="14168">
                  <c:v>14</c:v>
                </c:pt>
                <c:pt idx="14169">
                  <c:v>13</c:v>
                </c:pt>
                <c:pt idx="14170">
                  <c:v>13</c:v>
                </c:pt>
                <c:pt idx="14171">
                  <c:v>12.5</c:v>
                </c:pt>
                <c:pt idx="14172">
                  <c:v>12</c:v>
                </c:pt>
                <c:pt idx="14173">
                  <c:v>12.5</c:v>
                </c:pt>
                <c:pt idx="14174">
                  <c:v>13</c:v>
                </c:pt>
                <c:pt idx="14175">
                  <c:v>15</c:v>
                </c:pt>
                <c:pt idx="14176">
                  <c:v>17.5</c:v>
                </c:pt>
                <c:pt idx="14177">
                  <c:v>14.5</c:v>
                </c:pt>
                <c:pt idx="14178">
                  <c:v>13.5</c:v>
                </c:pt>
                <c:pt idx="14179">
                  <c:v>12.5</c:v>
                </c:pt>
                <c:pt idx="14180">
                  <c:v>11.5</c:v>
                </c:pt>
                <c:pt idx="14181">
                  <c:v>13.5</c:v>
                </c:pt>
                <c:pt idx="14182">
                  <c:v>15</c:v>
                </c:pt>
                <c:pt idx="14183">
                  <c:v>14.5</c:v>
                </c:pt>
                <c:pt idx="14184">
                  <c:v>14.5</c:v>
                </c:pt>
                <c:pt idx="14185">
                  <c:v>14</c:v>
                </c:pt>
                <c:pt idx="14186">
                  <c:v>14</c:v>
                </c:pt>
                <c:pt idx="14187">
                  <c:v>13.5</c:v>
                </c:pt>
                <c:pt idx="14188">
                  <c:v>13.5</c:v>
                </c:pt>
                <c:pt idx="14189">
                  <c:v>10</c:v>
                </c:pt>
                <c:pt idx="14190">
                  <c:v>10.5</c:v>
                </c:pt>
                <c:pt idx="14191">
                  <c:v>11</c:v>
                </c:pt>
                <c:pt idx="14192">
                  <c:v>11</c:v>
                </c:pt>
                <c:pt idx="14193">
                  <c:v>12.5</c:v>
                </c:pt>
                <c:pt idx="14194">
                  <c:v>13.5</c:v>
                </c:pt>
                <c:pt idx="14195">
                  <c:v>14.5</c:v>
                </c:pt>
                <c:pt idx="14196">
                  <c:v>13.5</c:v>
                </c:pt>
                <c:pt idx="14197">
                  <c:v>14</c:v>
                </c:pt>
                <c:pt idx="14198">
                  <c:v>13</c:v>
                </c:pt>
                <c:pt idx="14199">
                  <c:v>11</c:v>
                </c:pt>
                <c:pt idx="14200">
                  <c:v>9.5</c:v>
                </c:pt>
                <c:pt idx="14201">
                  <c:v>9.5</c:v>
                </c:pt>
                <c:pt idx="14202">
                  <c:v>10</c:v>
                </c:pt>
                <c:pt idx="14203">
                  <c:v>9.5</c:v>
                </c:pt>
                <c:pt idx="14204">
                  <c:v>8.5</c:v>
                </c:pt>
                <c:pt idx="14205">
                  <c:v>9.5</c:v>
                </c:pt>
                <c:pt idx="14206">
                  <c:v>9.5</c:v>
                </c:pt>
                <c:pt idx="14207">
                  <c:v>9</c:v>
                </c:pt>
                <c:pt idx="14208">
                  <c:v>9.5</c:v>
                </c:pt>
                <c:pt idx="14209">
                  <c:v>9.5</c:v>
                </c:pt>
                <c:pt idx="14210">
                  <c:v>10</c:v>
                </c:pt>
                <c:pt idx="14211">
                  <c:v>10</c:v>
                </c:pt>
                <c:pt idx="14212">
                  <c:v>9</c:v>
                </c:pt>
                <c:pt idx="14213">
                  <c:v>8.5</c:v>
                </c:pt>
                <c:pt idx="14214">
                  <c:v>8</c:v>
                </c:pt>
                <c:pt idx="14215">
                  <c:v>6.5</c:v>
                </c:pt>
                <c:pt idx="14216">
                  <c:v>5.5</c:v>
                </c:pt>
                <c:pt idx="14217">
                  <c:v>5.5</c:v>
                </c:pt>
                <c:pt idx="14218">
                  <c:v>6</c:v>
                </c:pt>
                <c:pt idx="14219">
                  <c:v>6.5</c:v>
                </c:pt>
                <c:pt idx="14220">
                  <c:v>7.5</c:v>
                </c:pt>
                <c:pt idx="14221">
                  <c:v>8</c:v>
                </c:pt>
                <c:pt idx="14222">
                  <c:v>9</c:v>
                </c:pt>
                <c:pt idx="14223">
                  <c:v>9.5</c:v>
                </c:pt>
                <c:pt idx="14224">
                  <c:v>6</c:v>
                </c:pt>
                <c:pt idx="14225">
                  <c:v>4.5</c:v>
                </c:pt>
                <c:pt idx="14226">
                  <c:v>5</c:v>
                </c:pt>
                <c:pt idx="14227">
                  <c:v>6.5</c:v>
                </c:pt>
                <c:pt idx="14228">
                  <c:v>4</c:v>
                </c:pt>
                <c:pt idx="14229">
                  <c:v>4</c:v>
                </c:pt>
                <c:pt idx="14230">
                  <c:v>5</c:v>
                </c:pt>
                <c:pt idx="14231">
                  <c:v>6.5</c:v>
                </c:pt>
                <c:pt idx="14232">
                  <c:v>8</c:v>
                </c:pt>
                <c:pt idx="14233">
                  <c:v>10</c:v>
                </c:pt>
                <c:pt idx="14234">
                  <c:v>6.5</c:v>
                </c:pt>
                <c:pt idx="14235">
                  <c:v>3</c:v>
                </c:pt>
                <c:pt idx="14236">
                  <c:v>3</c:v>
                </c:pt>
                <c:pt idx="14237">
                  <c:v>4</c:v>
                </c:pt>
                <c:pt idx="14238">
                  <c:v>4</c:v>
                </c:pt>
                <c:pt idx="14239">
                  <c:v>5</c:v>
                </c:pt>
                <c:pt idx="14240">
                  <c:v>6.5</c:v>
                </c:pt>
                <c:pt idx="14241">
                  <c:v>5.5</c:v>
                </c:pt>
                <c:pt idx="14242">
                  <c:v>4.5</c:v>
                </c:pt>
                <c:pt idx="14243">
                  <c:v>5.5</c:v>
                </c:pt>
                <c:pt idx="14244">
                  <c:v>7</c:v>
                </c:pt>
                <c:pt idx="14245">
                  <c:v>6.5</c:v>
                </c:pt>
                <c:pt idx="14246">
                  <c:v>7.5</c:v>
                </c:pt>
                <c:pt idx="14247">
                  <c:v>7.5</c:v>
                </c:pt>
                <c:pt idx="14248">
                  <c:v>8</c:v>
                </c:pt>
                <c:pt idx="14249">
                  <c:v>6</c:v>
                </c:pt>
                <c:pt idx="14250">
                  <c:v>6.5</c:v>
                </c:pt>
                <c:pt idx="14251">
                  <c:v>6.5</c:v>
                </c:pt>
                <c:pt idx="14252">
                  <c:v>5.5</c:v>
                </c:pt>
                <c:pt idx="14253">
                  <c:v>6</c:v>
                </c:pt>
                <c:pt idx="14254">
                  <c:v>6.5</c:v>
                </c:pt>
                <c:pt idx="14255">
                  <c:v>6.5</c:v>
                </c:pt>
                <c:pt idx="14256">
                  <c:v>5</c:v>
                </c:pt>
                <c:pt idx="14257">
                  <c:v>6</c:v>
                </c:pt>
                <c:pt idx="14258">
                  <c:v>6</c:v>
                </c:pt>
                <c:pt idx="14259">
                  <c:v>4</c:v>
                </c:pt>
                <c:pt idx="14260">
                  <c:v>5</c:v>
                </c:pt>
                <c:pt idx="14261">
                  <c:v>7</c:v>
                </c:pt>
                <c:pt idx="14262">
                  <c:v>7</c:v>
                </c:pt>
                <c:pt idx="14263">
                  <c:v>7</c:v>
                </c:pt>
                <c:pt idx="14264">
                  <c:v>7</c:v>
                </c:pt>
                <c:pt idx="14265">
                  <c:v>6</c:v>
                </c:pt>
                <c:pt idx="14266">
                  <c:v>6.5</c:v>
                </c:pt>
                <c:pt idx="14267">
                  <c:v>6.5</c:v>
                </c:pt>
                <c:pt idx="14268">
                  <c:v>6</c:v>
                </c:pt>
                <c:pt idx="14269">
                  <c:v>5.5</c:v>
                </c:pt>
                <c:pt idx="14270">
                  <c:v>5.5</c:v>
                </c:pt>
                <c:pt idx="14271">
                  <c:v>6</c:v>
                </c:pt>
                <c:pt idx="14272">
                  <c:v>4.5</c:v>
                </c:pt>
                <c:pt idx="14273">
                  <c:v>3</c:v>
                </c:pt>
                <c:pt idx="14274">
                  <c:v>3</c:v>
                </c:pt>
                <c:pt idx="14275">
                  <c:v>4</c:v>
                </c:pt>
                <c:pt idx="14276">
                  <c:v>6</c:v>
                </c:pt>
                <c:pt idx="14277">
                  <c:v>7.5</c:v>
                </c:pt>
                <c:pt idx="14278">
                  <c:v>7</c:v>
                </c:pt>
                <c:pt idx="14279">
                  <c:v>8.5</c:v>
                </c:pt>
                <c:pt idx="14280">
                  <c:v>8.5</c:v>
                </c:pt>
                <c:pt idx="14281">
                  <c:v>9</c:v>
                </c:pt>
                <c:pt idx="14282">
                  <c:v>10</c:v>
                </c:pt>
                <c:pt idx="14283">
                  <c:v>11</c:v>
                </c:pt>
                <c:pt idx="14284">
                  <c:v>10.5</c:v>
                </c:pt>
                <c:pt idx="14285">
                  <c:v>9.5</c:v>
                </c:pt>
                <c:pt idx="14286">
                  <c:v>8.5</c:v>
                </c:pt>
                <c:pt idx="14287">
                  <c:v>5.5</c:v>
                </c:pt>
                <c:pt idx="14288">
                  <c:v>4</c:v>
                </c:pt>
                <c:pt idx="14289">
                  <c:v>5.5</c:v>
                </c:pt>
                <c:pt idx="14290">
                  <c:v>8.5</c:v>
                </c:pt>
                <c:pt idx="14291">
                  <c:v>10.5</c:v>
                </c:pt>
                <c:pt idx="14292">
                  <c:v>11.5</c:v>
                </c:pt>
                <c:pt idx="14293">
                  <c:v>7.5</c:v>
                </c:pt>
                <c:pt idx="14294">
                  <c:v>5</c:v>
                </c:pt>
                <c:pt idx="14295">
                  <c:v>6</c:v>
                </c:pt>
                <c:pt idx="14296">
                  <c:v>6.5</c:v>
                </c:pt>
                <c:pt idx="14297">
                  <c:v>7.5</c:v>
                </c:pt>
                <c:pt idx="14298">
                  <c:v>8.5</c:v>
                </c:pt>
                <c:pt idx="14299">
                  <c:v>8</c:v>
                </c:pt>
                <c:pt idx="14300">
                  <c:v>6.5</c:v>
                </c:pt>
                <c:pt idx="14301">
                  <c:v>10.5</c:v>
                </c:pt>
                <c:pt idx="14302">
                  <c:v>13</c:v>
                </c:pt>
                <c:pt idx="14303">
                  <c:v>13</c:v>
                </c:pt>
                <c:pt idx="14304">
                  <c:v>14</c:v>
                </c:pt>
                <c:pt idx="14305">
                  <c:v>8</c:v>
                </c:pt>
                <c:pt idx="14306">
                  <c:v>5</c:v>
                </c:pt>
                <c:pt idx="14307">
                  <c:v>5.5</c:v>
                </c:pt>
                <c:pt idx="14308">
                  <c:v>6.5</c:v>
                </c:pt>
                <c:pt idx="14309">
                  <c:v>8.5</c:v>
                </c:pt>
                <c:pt idx="14310">
                  <c:v>9</c:v>
                </c:pt>
                <c:pt idx="14311">
                  <c:v>8</c:v>
                </c:pt>
                <c:pt idx="14312">
                  <c:v>7</c:v>
                </c:pt>
                <c:pt idx="14313">
                  <c:v>7.5</c:v>
                </c:pt>
                <c:pt idx="14314">
                  <c:v>5</c:v>
                </c:pt>
                <c:pt idx="14315">
                  <c:v>8</c:v>
                </c:pt>
                <c:pt idx="14316">
                  <c:v>7.5</c:v>
                </c:pt>
                <c:pt idx="14317">
                  <c:v>7</c:v>
                </c:pt>
                <c:pt idx="14318">
                  <c:v>8.5</c:v>
                </c:pt>
                <c:pt idx="14319">
                  <c:v>9</c:v>
                </c:pt>
                <c:pt idx="14320">
                  <c:v>8</c:v>
                </c:pt>
                <c:pt idx="14321">
                  <c:v>6.5</c:v>
                </c:pt>
                <c:pt idx="14322">
                  <c:v>7.5</c:v>
                </c:pt>
                <c:pt idx="14323">
                  <c:v>8</c:v>
                </c:pt>
                <c:pt idx="14324">
                  <c:v>9</c:v>
                </c:pt>
                <c:pt idx="14325">
                  <c:v>14</c:v>
                </c:pt>
                <c:pt idx="14326">
                  <c:v>14.5</c:v>
                </c:pt>
                <c:pt idx="14327">
                  <c:v>12.5</c:v>
                </c:pt>
                <c:pt idx="14328">
                  <c:v>10</c:v>
                </c:pt>
                <c:pt idx="14329">
                  <c:v>10</c:v>
                </c:pt>
                <c:pt idx="14330">
                  <c:v>9.5</c:v>
                </c:pt>
                <c:pt idx="14331">
                  <c:v>12</c:v>
                </c:pt>
                <c:pt idx="14332">
                  <c:v>12.5</c:v>
                </c:pt>
                <c:pt idx="14333">
                  <c:v>13</c:v>
                </c:pt>
                <c:pt idx="14334">
                  <c:v>11.5</c:v>
                </c:pt>
                <c:pt idx="14335">
                  <c:v>11.5</c:v>
                </c:pt>
                <c:pt idx="14336">
                  <c:v>12.5</c:v>
                </c:pt>
                <c:pt idx="14337">
                  <c:v>14</c:v>
                </c:pt>
                <c:pt idx="14338">
                  <c:v>14.5</c:v>
                </c:pt>
                <c:pt idx="14339">
                  <c:v>13</c:v>
                </c:pt>
                <c:pt idx="14340">
                  <c:v>10.5</c:v>
                </c:pt>
                <c:pt idx="14341">
                  <c:v>11</c:v>
                </c:pt>
                <c:pt idx="14342">
                  <c:v>11</c:v>
                </c:pt>
                <c:pt idx="14343">
                  <c:v>11.5</c:v>
                </c:pt>
                <c:pt idx="14344">
                  <c:v>12</c:v>
                </c:pt>
                <c:pt idx="14345">
                  <c:v>11.5</c:v>
                </c:pt>
                <c:pt idx="14346">
                  <c:v>12</c:v>
                </c:pt>
                <c:pt idx="14347">
                  <c:v>12.5</c:v>
                </c:pt>
                <c:pt idx="14348">
                  <c:v>15</c:v>
                </c:pt>
                <c:pt idx="14349">
                  <c:v>16.5</c:v>
                </c:pt>
                <c:pt idx="14350">
                  <c:v>14</c:v>
                </c:pt>
                <c:pt idx="14351">
                  <c:v>14.5</c:v>
                </c:pt>
                <c:pt idx="14352">
                  <c:v>15</c:v>
                </c:pt>
                <c:pt idx="14353">
                  <c:v>14.5</c:v>
                </c:pt>
                <c:pt idx="14354">
                  <c:v>15.5</c:v>
                </c:pt>
                <c:pt idx="14355">
                  <c:v>17.5</c:v>
                </c:pt>
                <c:pt idx="14356">
                  <c:v>18</c:v>
                </c:pt>
                <c:pt idx="14357">
                  <c:v>19</c:v>
                </c:pt>
                <c:pt idx="14358">
                  <c:v>19.5</c:v>
                </c:pt>
                <c:pt idx="14359">
                  <c:v>19</c:v>
                </c:pt>
                <c:pt idx="14360">
                  <c:v>20.5</c:v>
                </c:pt>
                <c:pt idx="14361">
                  <c:v>20</c:v>
                </c:pt>
                <c:pt idx="14362">
                  <c:v>19.5</c:v>
                </c:pt>
                <c:pt idx="14363">
                  <c:v>18.5</c:v>
                </c:pt>
                <c:pt idx="14364">
                  <c:v>16.5</c:v>
                </c:pt>
                <c:pt idx="14365">
                  <c:v>20</c:v>
                </c:pt>
                <c:pt idx="14366">
                  <c:v>21.5</c:v>
                </c:pt>
                <c:pt idx="14367">
                  <c:v>19</c:v>
                </c:pt>
                <c:pt idx="14368">
                  <c:v>17</c:v>
                </c:pt>
                <c:pt idx="14369">
                  <c:v>16.5</c:v>
                </c:pt>
                <c:pt idx="14370">
                  <c:v>18</c:v>
                </c:pt>
                <c:pt idx="14371">
                  <c:v>17</c:v>
                </c:pt>
                <c:pt idx="14372">
                  <c:v>18</c:v>
                </c:pt>
                <c:pt idx="14373">
                  <c:v>19</c:v>
                </c:pt>
                <c:pt idx="14374">
                  <c:v>20.5</c:v>
                </c:pt>
                <c:pt idx="14375">
                  <c:v>22</c:v>
                </c:pt>
                <c:pt idx="14376">
                  <c:v>22.5</c:v>
                </c:pt>
                <c:pt idx="14377">
                  <c:v>21.5</c:v>
                </c:pt>
                <c:pt idx="14378">
                  <c:v>23</c:v>
                </c:pt>
                <c:pt idx="14379">
                  <c:v>24.5</c:v>
                </c:pt>
                <c:pt idx="14380">
                  <c:v>23.5</c:v>
                </c:pt>
                <c:pt idx="14381">
                  <c:v>24</c:v>
                </c:pt>
                <c:pt idx="14382">
                  <c:v>24</c:v>
                </c:pt>
                <c:pt idx="14383">
                  <c:v>24</c:v>
                </c:pt>
                <c:pt idx="14384">
                  <c:v>25</c:v>
                </c:pt>
                <c:pt idx="14385">
                  <c:v>25</c:v>
                </c:pt>
                <c:pt idx="14386">
                  <c:v>26</c:v>
                </c:pt>
                <c:pt idx="14387">
                  <c:v>26.5</c:v>
                </c:pt>
                <c:pt idx="14388">
                  <c:v>25.5</c:v>
                </c:pt>
                <c:pt idx="14389">
                  <c:v>26</c:v>
                </c:pt>
                <c:pt idx="14390">
                  <c:v>27</c:v>
                </c:pt>
                <c:pt idx="14391">
                  <c:v>27</c:v>
                </c:pt>
                <c:pt idx="14392">
                  <c:v>28.5</c:v>
                </c:pt>
                <c:pt idx="14393">
                  <c:v>26</c:v>
                </c:pt>
                <c:pt idx="14394">
                  <c:v>25.5</c:v>
                </c:pt>
                <c:pt idx="14395">
                  <c:v>25</c:v>
                </c:pt>
                <c:pt idx="14396">
                  <c:v>25.5</c:v>
                </c:pt>
                <c:pt idx="14397">
                  <c:v>26.5</c:v>
                </c:pt>
                <c:pt idx="14398">
                  <c:v>28</c:v>
                </c:pt>
                <c:pt idx="14399">
                  <c:v>28</c:v>
                </c:pt>
                <c:pt idx="14400">
                  <c:v>26.5</c:v>
                </c:pt>
                <c:pt idx="14401">
                  <c:v>23.5</c:v>
                </c:pt>
                <c:pt idx="14402">
                  <c:v>23</c:v>
                </c:pt>
                <c:pt idx="14403">
                  <c:v>24.5</c:v>
                </c:pt>
                <c:pt idx="14404">
                  <c:v>27</c:v>
                </c:pt>
                <c:pt idx="14405">
                  <c:v>28</c:v>
                </c:pt>
                <c:pt idx="14406">
                  <c:v>29.5</c:v>
                </c:pt>
                <c:pt idx="14407">
                  <c:v>29.5</c:v>
                </c:pt>
                <c:pt idx="14408">
                  <c:v>27</c:v>
                </c:pt>
                <c:pt idx="14409">
                  <c:v>24</c:v>
                </c:pt>
                <c:pt idx="14410">
                  <c:v>25</c:v>
                </c:pt>
                <c:pt idx="14411">
                  <c:v>26.5</c:v>
                </c:pt>
                <c:pt idx="14412">
                  <c:v>24.5</c:v>
                </c:pt>
                <c:pt idx="14413">
                  <c:v>24</c:v>
                </c:pt>
                <c:pt idx="14414">
                  <c:v>24.5</c:v>
                </c:pt>
                <c:pt idx="14415">
                  <c:v>29</c:v>
                </c:pt>
                <c:pt idx="14416">
                  <c:v>28</c:v>
                </c:pt>
                <c:pt idx="14417">
                  <c:v>28</c:v>
                </c:pt>
                <c:pt idx="14418">
                  <c:v>23</c:v>
                </c:pt>
                <c:pt idx="14419">
                  <c:v>22</c:v>
                </c:pt>
                <c:pt idx="14420">
                  <c:v>21.5</c:v>
                </c:pt>
                <c:pt idx="14421">
                  <c:v>22</c:v>
                </c:pt>
                <c:pt idx="14422">
                  <c:v>24.5</c:v>
                </c:pt>
                <c:pt idx="14423">
                  <c:v>27</c:v>
                </c:pt>
                <c:pt idx="14424">
                  <c:v>29.5</c:v>
                </c:pt>
                <c:pt idx="14425">
                  <c:v>31.5</c:v>
                </c:pt>
                <c:pt idx="14426">
                  <c:v>29</c:v>
                </c:pt>
                <c:pt idx="14427">
                  <c:v>27.5</c:v>
                </c:pt>
                <c:pt idx="14428">
                  <c:v>26</c:v>
                </c:pt>
                <c:pt idx="14429">
                  <c:v>27</c:v>
                </c:pt>
                <c:pt idx="14430">
                  <c:v>28</c:v>
                </c:pt>
                <c:pt idx="14431">
                  <c:v>29.5</c:v>
                </c:pt>
                <c:pt idx="14432">
                  <c:v>29.5</c:v>
                </c:pt>
                <c:pt idx="14433">
                  <c:v>29.5</c:v>
                </c:pt>
                <c:pt idx="14434">
                  <c:v>27</c:v>
                </c:pt>
                <c:pt idx="14435">
                  <c:v>28</c:v>
                </c:pt>
                <c:pt idx="14436">
                  <c:v>30</c:v>
                </c:pt>
                <c:pt idx="14437">
                  <c:v>29</c:v>
                </c:pt>
                <c:pt idx="14438">
                  <c:v>30.5</c:v>
                </c:pt>
                <c:pt idx="14439">
                  <c:v>32.5</c:v>
                </c:pt>
                <c:pt idx="14440">
                  <c:v>33.5</c:v>
                </c:pt>
                <c:pt idx="14441">
                  <c:v>31</c:v>
                </c:pt>
                <c:pt idx="14442">
                  <c:v>30</c:v>
                </c:pt>
                <c:pt idx="14443">
                  <c:v>31.5</c:v>
                </c:pt>
                <c:pt idx="14444">
                  <c:v>29.5</c:v>
                </c:pt>
                <c:pt idx="14445">
                  <c:v>29.5</c:v>
                </c:pt>
                <c:pt idx="14446">
                  <c:v>27.5</c:v>
                </c:pt>
                <c:pt idx="14447">
                  <c:v>27</c:v>
                </c:pt>
                <c:pt idx="14448">
                  <c:v>28.5</c:v>
                </c:pt>
                <c:pt idx="14449">
                  <c:v>30</c:v>
                </c:pt>
                <c:pt idx="14450">
                  <c:v>31.5</c:v>
                </c:pt>
                <c:pt idx="14451">
                  <c:v>32</c:v>
                </c:pt>
                <c:pt idx="14452">
                  <c:v>32</c:v>
                </c:pt>
                <c:pt idx="14453">
                  <c:v>31.5</c:v>
                </c:pt>
                <c:pt idx="14454">
                  <c:v>29</c:v>
                </c:pt>
                <c:pt idx="14455">
                  <c:v>25</c:v>
                </c:pt>
                <c:pt idx="14456">
                  <c:v>26.5</c:v>
                </c:pt>
                <c:pt idx="14457">
                  <c:v>28.5</c:v>
                </c:pt>
                <c:pt idx="14458">
                  <c:v>30</c:v>
                </c:pt>
                <c:pt idx="14459">
                  <c:v>30.5</c:v>
                </c:pt>
                <c:pt idx="14460">
                  <c:v>30</c:v>
                </c:pt>
                <c:pt idx="14461">
                  <c:v>31.5</c:v>
                </c:pt>
                <c:pt idx="14462">
                  <c:v>33</c:v>
                </c:pt>
                <c:pt idx="14463">
                  <c:v>29</c:v>
                </c:pt>
                <c:pt idx="14464">
                  <c:v>29.5</c:v>
                </c:pt>
                <c:pt idx="14465">
                  <c:v>30</c:v>
                </c:pt>
                <c:pt idx="14466">
                  <c:v>29</c:v>
                </c:pt>
                <c:pt idx="14467">
                  <c:v>28.5</c:v>
                </c:pt>
                <c:pt idx="14468">
                  <c:v>29</c:v>
                </c:pt>
                <c:pt idx="14469">
                  <c:v>30</c:v>
                </c:pt>
                <c:pt idx="14470">
                  <c:v>31</c:v>
                </c:pt>
                <c:pt idx="14471">
                  <c:v>32.5</c:v>
                </c:pt>
                <c:pt idx="14472">
                  <c:v>34</c:v>
                </c:pt>
                <c:pt idx="14473">
                  <c:v>32</c:v>
                </c:pt>
                <c:pt idx="14474">
                  <c:v>30.5</c:v>
                </c:pt>
                <c:pt idx="14475">
                  <c:v>28.5</c:v>
                </c:pt>
                <c:pt idx="14476">
                  <c:v>28</c:v>
                </c:pt>
                <c:pt idx="14477">
                  <c:v>28.5</c:v>
                </c:pt>
                <c:pt idx="14478">
                  <c:v>29</c:v>
                </c:pt>
                <c:pt idx="14479">
                  <c:v>29.5</c:v>
                </c:pt>
                <c:pt idx="14480">
                  <c:v>29</c:v>
                </c:pt>
                <c:pt idx="14481">
                  <c:v>28</c:v>
                </c:pt>
                <c:pt idx="14482">
                  <c:v>26</c:v>
                </c:pt>
                <c:pt idx="14483">
                  <c:v>25.5</c:v>
                </c:pt>
                <c:pt idx="14484">
                  <c:v>26</c:v>
                </c:pt>
                <c:pt idx="14485">
                  <c:v>28</c:v>
                </c:pt>
                <c:pt idx="14486">
                  <c:v>29</c:v>
                </c:pt>
                <c:pt idx="14487">
                  <c:v>30.5</c:v>
                </c:pt>
                <c:pt idx="14488">
                  <c:v>26.5</c:v>
                </c:pt>
                <c:pt idx="14489">
                  <c:v>25</c:v>
                </c:pt>
                <c:pt idx="14490">
                  <c:v>24</c:v>
                </c:pt>
                <c:pt idx="14491">
                  <c:v>26</c:v>
                </c:pt>
                <c:pt idx="14492">
                  <c:v>26</c:v>
                </c:pt>
                <c:pt idx="14493">
                  <c:v>24</c:v>
                </c:pt>
                <c:pt idx="14494">
                  <c:v>20</c:v>
                </c:pt>
                <c:pt idx="14495">
                  <c:v>20.5</c:v>
                </c:pt>
                <c:pt idx="14496">
                  <c:v>20</c:v>
                </c:pt>
                <c:pt idx="14497">
                  <c:v>21</c:v>
                </c:pt>
                <c:pt idx="14498">
                  <c:v>20.5</c:v>
                </c:pt>
                <c:pt idx="14499">
                  <c:v>20</c:v>
                </c:pt>
                <c:pt idx="14500">
                  <c:v>20.5</c:v>
                </c:pt>
                <c:pt idx="14501">
                  <c:v>19</c:v>
                </c:pt>
                <c:pt idx="14502">
                  <c:v>20</c:v>
                </c:pt>
                <c:pt idx="14503">
                  <c:v>19.5</c:v>
                </c:pt>
                <c:pt idx="14504">
                  <c:v>16</c:v>
                </c:pt>
                <c:pt idx="14505">
                  <c:v>15.5</c:v>
                </c:pt>
                <c:pt idx="14506">
                  <c:v>15.5</c:v>
                </c:pt>
                <c:pt idx="14507">
                  <c:v>16</c:v>
                </c:pt>
                <c:pt idx="14508">
                  <c:v>17.5</c:v>
                </c:pt>
                <c:pt idx="14509">
                  <c:v>18.5</c:v>
                </c:pt>
                <c:pt idx="14510">
                  <c:v>18.5</c:v>
                </c:pt>
                <c:pt idx="14511">
                  <c:v>20</c:v>
                </c:pt>
                <c:pt idx="14512">
                  <c:v>19</c:v>
                </c:pt>
                <c:pt idx="14513">
                  <c:v>20.5</c:v>
                </c:pt>
                <c:pt idx="14514">
                  <c:v>20</c:v>
                </c:pt>
                <c:pt idx="14515">
                  <c:v>21</c:v>
                </c:pt>
                <c:pt idx="14516">
                  <c:v>19.5</c:v>
                </c:pt>
                <c:pt idx="14517">
                  <c:v>19</c:v>
                </c:pt>
                <c:pt idx="14518">
                  <c:v>21.5</c:v>
                </c:pt>
                <c:pt idx="14519">
                  <c:v>21.5</c:v>
                </c:pt>
                <c:pt idx="14520">
                  <c:v>21</c:v>
                </c:pt>
                <c:pt idx="14521">
                  <c:v>20</c:v>
                </c:pt>
                <c:pt idx="14522">
                  <c:v>19.5</c:v>
                </c:pt>
                <c:pt idx="14523">
                  <c:v>18.5</c:v>
                </c:pt>
                <c:pt idx="14524">
                  <c:v>18</c:v>
                </c:pt>
                <c:pt idx="14525">
                  <c:v>18</c:v>
                </c:pt>
                <c:pt idx="14526">
                  <c:v>17</c:v>
                </c:pt>
                <c:pt idx="14527">
                  <c:v>17</c:v>
                </c:pt>
                <c:pt idx="14528">
                  <c:v>16</c:v>
                </c:pt>
                <c:pt idx="14529">
                  <c:v>17.5</c:v>
                </c:pt>
                <c:pt idx="14530">
                  <c:v>16.5</c:v>
                </c:pt>
                <c:pt idx="14531">
                  <c:v>17.5</c:v>
                </c:pt>
                <c:pt idx="14532">
                  <c:v>18.5</c:v>
                </c:pt>
                <c:pt idx="14533">
                  <c:v>17</c:v>
                </c:pt>
                <c:pt idx="14534">
                  <c:v>17</c:v>
                </c:pt>
                <c:pt idx="14535">
                  <c:v>17</c:v>
                </c:pt>
                <c:pt idx="14536">
                  <c:v>16.5</c:v>
                </c:pt>
                <c:pt idx="14537">
                  <c:v>15</c:v>
                </c:pt>
                <c:pt idx="14538">
                  <c:v>15.5</c:v>
                </c:pt>
                <c:pt idx="14539">
                  <c:v>12.5</c:v>
                </c:pt>
                <c:pt idx="14540">
                  <c:v>13</c:v>
                </c:pt>
                <c:pt idx="14541">
                  <c:v>12.5</c:v>
                </c:pt>
                <c:pt idx="14542">
                  <c:v>13.5</c:v>
                </c:pt>
                <c:pt idx="14543">
                  <c:v>12</c:v>
                </c:pt>
                <c:pt idx="14544">
                  <c:v>13.5</c:v>
                </c:pt>
                <c:pt idx="14545">
                  <c:v>13.5</c:v>
                </c:pt>
                <c:pt idx="14546">
                  <c:v>14</c:v>
                </c:pt>
                <c:pt idx="14547">
                  <c:v>14.5</c:v>
                </c:pt>
                <c:pt idx="14548">
                  <c:v>15.5</c:v>
                </c:pt>
                <c:pt idx="14549">
                  <c:v>14.5</c:v>
                </c:pt>
                <c:pt idx="14550">
                  <c:v>13.5</c:v>
                </c:pt>
                <c:pt idx="14551">
                  <c:v>11</c:v>
                </c:pt>
                <c:pt idx="14552">
                  <c:v>10</c:v>
                </c:pt>
                <c:pt idx="14553">
                  <c:v>9.5</c:v>
                </c:pt>
                <c:pt idx="14554">
                  <c:v>10.5</c:v>
                </c:pt>
                <c:pt idx="14555">
                  <c:v>10.5</c:v>
                </c:pt>
                <c:pt idx="14556">
                  <c:v>9.5</c:v>
                </c:pt>
                <c:pt idx="14557">
                  <c:v>11</c:v>
                </c:pt>
                <c:pt idx="14558">
                  <c:v>12.5</c:v>
                </c:pt>
                <c:pt idx="14559">
                  <c:v>12.5</c:v>
                </c:pt>
                <c:pt idx="14560">
                  <c:v>14.5</c:v>
                </c:pt>
                <c:pt idx="14561">
                  <c:v>16</c:v>
                </c:pt>
                <c:pt idx="14562">
                  <c:v>15.5</c:v>
                </c:pt>
                <c:pt idx="14563">
                  <c:v>14.5</c:v>
                </c:pt>
                <c:pt idx="14564">
                  <c:v>14</c:v>
                </c:pt>
                <c:pt idx="14565">
                  <c:v>14.5</c:v>
                </c:pt>
                <c:pt idx="14566">
                  <c:v>13.5</c:v>
                </c:pt>
                <c:pt idx="14567">
                  <c:v>14</c:v>
                </c:pt>
                <c:pt idx="14568">
                  <c:v>15</c:v>
                </c:pt>
                <c:pt idx="14569">
                  <c:v>13</c:v>
                </c:pt>
                <c:pt idx="14570">
                  <c:v>13</c:v>
                </c:pt>
                <c:pt idx="14571">
                  <c:v>13.5</c:v>
                </c:pt>
                <c:pt idx="14572">
                  <c:v>13.5</c:v>
                </c:pt>
                <c:pt idx="14573">
                  <c:v>12</c:v>
                </c:pt>
                <c:pt idx="14574">
                  <c:v>14</c:v>
                </c:pt>
                <c:pt idx="14575">
                  <c:v>13</c:v>
                </c:pt>
                <c:pt idx="14576">
                  <c:v>11</c:v>
                </c:pt>
                <c:pt idx="14577">
                  <c:v>10.5</c:v>
                </c:pt>
                <c:pt idx="14578">
                  <c:v>12</c:v>
                </c:pt>
                <c:pt idx="14579">
                  <c:v>10.5</c:v>
                </c:pt>
                <c:pt idx="14580">
                  <c:v>12</c:v>
                </c:pt>
                <c:pt idx="14581">
                  <c:v>11</c:v>
                </c:pt>
                <c:pt idx="14582">
                  <c:v>9.5</c:v>
                </c:pt>
                <c:pt idx="14583">
                  <c:v>12.5</c:v>
                </c:pt>
                <c:pt idx="14584">
                  <c:v>12.5</c:v>
                </c:pt>
                <c:pt idx="14585">
                  <c:v>10</c:v>
                </c:pt>
                <c:pt idx="14586">
                  <c:v>7.5</c:v>
                </c:pt>
                <c:pt idx="14587">
                  <c:v>8</c:v>
                </c:pt>
                <c:pt idx="14588">
                  <c:v>9</c:v>
                </c:pt>
                <c:pt idx="14589">
                  <c:v>9.5</c:v>
                </c:pt>
                <c:pt idx="14590">
                  <c:v>10.5</c:v>
                </c:pt>
                <c:pt idx="14591">
                  <c:v>10.5</c:v>
                </c:pt>
                <c:pt idx="14592">
                  <c:v>10.5</c:v>
                </c:pt>
                <c:pt idx="14593">
                  <c:v>10.5</c:v>
                </c:pt>
                <c:pt idx="14594">
                  <c:v>8.5</c:v>
                </c:pt>
                <c:pt idx="14595">
                  <c:v>6.5</c:v>
                </c:pt>
                <c:pt idx="14596">
                  <c:v>5</c:v>
                </c:pt>
                <c:pt idx="14597">
                  <c:v>5.5</c:v>
                </c:pt>
                <c:pt idx="14598">
                  <c:v>5</c:v>
                </c:pt>
                <c:pt idx="14599">
                  <c:v>3.5</c:v>
                </c:pt>
                <c:pt idx="14600">
                  <c:v>1.5</c:v>
                </c:pt>
                <c:pt idx="14601">
                  <c:v>1.5</c:v>
                </c:pt>
                <c:pt idx="14602">
                  <c:v>2</c:v>
                </c:pt>
                <c:pt idx="14603">
                  <c:v>4</c:v>
                </c:pt>
                <c:pt idx="14604">
                  <c:v>5</c:v>
                </c:pt>
                <c:pt idx="14605">
                  <c:v>4.5</c:v>
                </c:pt>
                <c:pt idx="14606">
                  <c:v>4.5</c:v>
                </c:pt>
                <c:pt idx="14607">
                  <c:v>5</c:v>
                </c:pt>
                <c:pt idx="14608">
                  <c:v>5</c:v>
                </c:pt>
                <c:pt idx="14609">
                  <c:v>5</c:v>
                </c:pt>
                <c:pt idx="14610">
                  <c:v>6</c:v>
                </c:pt>
                <c:pt idx="14611">
                  <c:v>8</c:v>
                </c:pt>
                <c:pt idx="14612">
                  <c:v>9</c:v>
                </c:pt>
                <c:pt idx="14613">
                  <c:v>7</c:v>
                </c:pt>
                <c:pt idx="14614">
                  <c:v>5.5</c:v>
                </c:pt>
                <c:pt idx="14615">
                  <c:v>6</c:v>
                </c:pt>
                <c:pt idx="14616">
                  <c:v>7</c:v>
                </c:pt>
                <c:pt idx="14617">
                  <c:v>8.5</c:v>
                </c:pt>
                <c:pt idx="14618">
                  <c:v>7.5</c:v>
                </c:pt>
                <c:pt idx="14619">
                  <c:v>8.5</c:v>
                </c:pt>
                <c:pt idx="14620">
                  <c:v>8</c:v>
                </c:pt>
                <c:pt idx="14621">
                  <c:v>7.5</c:v>
                </c:pt>
                <c:pt idx="14622">
                  <c:v>7</c:v>
                </c:pt>
                <c:pt idx="14623">
                  <c:v>5</c:v>
                </c:pt>
                <c:pt idx="14624">
                  <c:v>3.5</c:v>
                </c:pt>
                <c:pt idx="14625">
                  <c:v>4.5</c:v>
                </c:pt>
                <c:pt idx="14626">
                  <c:v>6</c:v>
                </c:pt>
                <c:pt idx="14627">
                  <c:v>6.5</c:v>
                </c:pt>
                <c:pt idx="14628">
                  <c:v>7.5</c:v>
                </c:pt>
                <c:pt idx="14629">
                  <c:v>7.5</c:v>
                </c:pt>
                <c:pt idx="14630">
                  <c:v>9.5</c:v>
                </c:pt>
                <c:pt idx="14631">
                  <c:v>10</c:v>
                </c:pt>
                <c:pt idx="14632">
                  <c:v>10.5</c:v>
                </c:pt>
                <c:pt idx="14633">
                  <c:v>9</c:v>
                </c:pt>
                <c:pt idx="14634">
                  <c:v>7.5</c:v>
                </c:pt>
                <c:pt idx="14635">
                  <c:v>7.5</c:v>
                </c:pt>
                <c:pt idx="14636">
                  <c:v>6.5</c:v>
                </c:pt>
                <c:pt idx="14637">
                  <c:v>6.5</c:v>
                </c:pt>
                <c:pt idx="14638">
                  <c:v>6</c:v>
                </c:pt>
                <c:pt idx="14639">
                  <c:v>6</c:v>
                </c:pt>
                <c:pt idx="14640">
                  <c:v>5.5</c:v>
                </c:pt>
                <c:pt idx="14641">
                  <c:v>5.5</c:v>
                </c:pt>
                <c:pt idx="14642">
                  <c:v>6.5</c:v>
                </c:pt>
                <c:pt idx="14643">
                  <c:v>8</c:v>
                </c:pt>
                <c:pt idx="14644">
                  <c:v>9.5</c:v>
                </c:pt>
                <c:pt idx="14645">
                  <c:v>10.5</c:v>
                </c:pt>
                <c:pt idx="14646">
                  <c:v>8.5</c:v>
                </c:pt>
                <c:pt idx="14647">
                  <c:v>9.5</c:v>
                </c:pt>
                <c:pt idx="14648">
                  <c:v>8.5</c:v>
                </c:pt>
                <c:pt idx="14649">
                  <c:v>9.5</c:v>
                </c:pt>
                <c:pt idx="14650">
                  <c:v>9.5</c:v>
                </c:pt>
                <c:pt idx="14651">
                  <c:v>9</c:v>
                </c:pt>
                <c:pt idx="14652">
                  <c:v>10</c:v>
                </c:pt>
                <c:pt idx="14653">
                  <c:v>11</c:v>
                </c:pt>
                <c:pt idx="14654">
                  <c:v>11</c:v>
                </c:pt>
                <c:pt idx="14655">
                  <c:v>12.5</c:v>
                </c:pt>
                <c:pt idx="14656">
                  <c:v>11.5</c:v>
                </c:pt>
                <c:pt idx="14657">
                  <c:v>10.5</c:v>
                </c:pt>
                <c:pt idx="14658">
                  <c:v>11</c:v>
                </c:pt>
                <c:pt idx="14659">
                  <c:v>11.5</c:v>
                </c:pt>
                <c:pt idx="14660">
                  <c:v>11.5</c:v>
                </c:pt>
                <c:pt idx="14661">
                  <c:v>9</c:v>
                </c:pt>
                <c:pt idx="14662">
                  <c:v>10.5</c:v>
                </c:pt>
                <c:pt idx="14663">
                  <c:v>11</c:v>
                </c:pt>
                <c:pt idx="14664">
                  <c:v>12.5</c:v>
                </c:pt>
                <c:pt idx="14665">
                  <c:v>10</c:v>
                </c:pt>
                <c:pt idx="14666">
                  <c:v>10</c:v>
                </c:pt>
                <c:pt idx="14667">
                  <c:v>10</c:v>
                </c:pt>
                <c:pt idx="14668">
                  <c:v>9.5</c:v>
                </c:pt>
                <c:pt idx="14669">
                  <c:v>6.5</c:v>
                </c:pt>
                <c:pt idx="14670">
                  <c:v>7</c:v>
                </c:pt>
                <c:pt idx="14671">
                  <c:v>10</c:v>
                </c:pt>
                <c:pt idx="14672">
                  <c:v>12</c:v>
                </c:pt>
                <c:pt idx="14673">
                  <c:v>14.5</c:v>
                </c:pt>
                <c:pt idx="14674">
                  <c:v>14.5</c:v>
                </c:pt>
                <c:pt idx="14675">
                  <c:v>13</c:v>
                </c:pt>
                <c:pt idx="14676">
                  <c:v>7.5</c:v>
                </c:pt>
                <c:pt idx="14677">
                  <c:v>6</c:v>
                </c:pt>
                <c:pt idx="14678">
                  <c:v>7.5</c:v>
                </c:pt>
                <c:pt idx="14679">
                  <c:v>11</c:v>
                </c:pt>
                <c:pt idx="14680">
                  <c:v>9.5</c:v>
                </c:pt>
                <c:pt idx="14681">
                  <c:v>10</c:v>
                </c:pt>
                <c:pt idx="14682">
                  <c:v>11.5</c:v>
                </c:pt>
                <c:pt idx="14683">
                  <c:v>13</c:v>
                </c:pt>
                <c:pt idx="14684">
                  <c:v>14</c:v>
                </c:pt>
                <c:pt idx="14685">
                  <c:v>9</c:v>
                </c:pt>
                <c:pt idx="14686">
                  <c:v>7.5</c:v>
                </c:pt>
                <c:pt idx="14687">
                  <c:v>9</c:v>
                </c:pt>
                <c:pt idx="14688">
                  <c:v>11</c:v>
                </c:pt>
                <c:pt idx="14689">
                  <c:v>11.5</c:v>
                </c:pt>
                <c:pt idx="14690">
                  <c:v>9.5</c:v>
                </c:pt>
                <c:pt idx="14691">
                  <c:v>10</c:v>
                </c:pt>
                <c:pt idx="14692">
                  <c:v>10</c:v>
                </c:pt>
                <c:pt idx="14693">
                  <c:v>8.5</c:v>
                </c:pt>
                <c:pt idx="14694">
                  <c:v>6.5</c:v>
                </c:pt>
                <c:pt idx="14695">
                  <c:v>7.5</c:v>
                </c:pt>
                <c:pt idx="14696">
                  <c:v>10.5</c:v>
                </c:pt>
                <c:pt idx="14697">
                  <c:v>10</c:v>
                </c:pt>
                <c:pt idx="14698">
                  <c:v>13</c:v>
                </c:pt>
                <c:pt idx="14699">
                  <c:v>12</c:v>
                </c:pt>
                <c:pt idx="14700">
                  <c:v>13.5</c:v>
                </c:pt>
                <c:pt idx="14701">
                  <c:v>13.5</c:v>
                </c:pt>
                <c:pt idx="14702">
                  <c:v>14.5</c:v>
                </c:pt>
                <c:pt idx="14703">
                  <c:v>14.5</c:v>
                </c:pt>
                <c:pt idx="14704">
                  <c:v>15.5</c:v>
                </c:pt>
                <c:pt idx="14705">
                  <c:v>14.5</c:v>
                </c:pt>
                <c:pt idx="14706">
                  <c:v>13</c:v>
                </c:pt>
                <c:pt idx="14707">
                  <c:v>14</c:v>
                </c:pt>
                <c:pt idx="14708">
                  <c:v>15.5</c:v>
                </c:pt>
                <c:pt idx="14709">
                  <c:v>15.5</c:v>
                </c:pt>
                <c:pt idx="14710">
                  <c:v>18</c:v>
                </c:pt>
                <c:pt idx="14711">
                  <c:v>17.5</c:v>
                </c:pt>
                <c:pt idx="14712">
                  <c:v>14.5</c:v>
                </c:pt>
                <c:pt idx="14713">
                  <c:v>15</c:v>
                </c:pt>
                <c:pt idx="14714">
                  <c:v>14</c:v>
                </c:pt>
                <c:pt idx="14715">
                  <c:v>16</c:v>
                </c:pt>
                <c:pt idx="14716">
                  <c:v>16.5</c:v>
                </c:pt>
                <c:pt idx="14717">
                  <c:v>16.5</c:v>
                </c:pt>
                <c:pt idx="14718">
                  <c:v>19</c:v>
                </c:pt>
                <c:pt idx="14719">
                  <c:v>18.5</c:v>
                </c:pt>
                <c:pt idx="14720">
                  <c:v>19.5</c:v>
                </c:pt>
                <c:pt idx="14721">
                  <c:v>20.5</c:v>
                </c:pt>
                <c:pt idx="14722">
                  <c:v>19</c:v>
                </c:pt>
                <c:pt idx="14723">
                  <c:v>18</c:v>
                </c:pt>
                <c:pt idx="14724">
                  <c:v>20</c:v>
                </c:pt>
                <c:pt idx="14725">
                  <c:v>20</c:v>
                </c:pt>
                <c:pt idx="14726">
                  <c:v>20.5</c:v>
                </c:pt>
                <c:pt idx="14727">
                  <c:v>21.5</c:v>
                </c:pt>
                <c:pt idx="14728">
                  <c:v>22.5</c:v>
                </c:pt>
                <c:pt idx="14729">
                  <c:v>22.5</c:v>
                </c:pt>
                <c:pt idx="14730">
                  <c:v>17</c:v>
                </c:pt>
                <c:pt idx="14731">
                  <c:v>19</c:v>
                </c:pt>
                <c:pt idx="14732">
                  <c:v>18.5</c:v>
                </c:pt>
                <c:pt idx="14733">
                  <c:v>18.5</c:v>
                </c:pt>
                <c:pt idx="14734">
                  <c:v>21</c:v>
                </c:pt>
                <c:pt idx="14735">
                  <c:v>20</c:v>
                </c:pt>
                <c:pt idx="14736">
                  <c:v>13.5</c:v>
                </c:pt>
                <c:pt idx="14737">
                  <c:v>15</c:v>
                </c:pt>
                <c:pt idx="14738">
                  <c:v>16</c:v>
                </c:pt>
                <c:pt idx="14739">
                  <c:v>14.5</c:v>
                </c:pt>
                <c:pt idx="14740">
                  <c:v>16</c:v>
                </c:pt>
                <c:pt idx="14741">
                  <c:v>18</c:v>
                </c:pt>
                <c:pt idx="14742">
                  <c:v>20</c:v>
                </c:pt>
                <c:pt idx="14743">
                  <c:v>21</c:v>
                </c:pt>
                <c:pt idx="14744">
                  <c:v>17.5</c:v>
                </c:pt>
                <c:pt idx="14745">
                  <c:v>19</c:v>
                </c:pt>
                <c:pt idx="14746">
                  <c:v>19.5</c:v>
                </c:pt>
                <c:pt idx="14747">
                  <c:v>20.5</c:v>
                </c:pt>
                <c:pt idx="14748">
                  <c:v>19</c:v>
                </c:pt>
                <c:pt idx="14749">
                  <c:v>18.5</c:v>
                </c:pt>
                <c:pt idx="14750">
                  <c:v>18.5</c:v>
                </c:pt>
                <c:pt idx="14751">
                  <c:v>19.5</c:v>
                </c:pt>
                <c:pt idx="14752">
                  <c:v>19</c:v>
                </c:pt>
                <c:pt idx="14753">
                  <c:v>18</c:v>
                </c:pt>
                <c:pt idx="14754">
                  <c:v>20</c:v>
                </c:pt>
                <c:pt idx="14755">
                  <c:v>19.5</c:v>
                </c:pt>
                <c:pt idx="14756">
                  <c:v>22</c:v>
                </c:pt>
                <c:pt idx="14757">
                  <c:v>23.5</c:v>
                </c:pt>
                <c:pt idx="14758">
                  <c:v>23.5</c:v>
                </c:pt>
                <c:pt idx="14759">
                  <c:v>20.5</c:v>
                </c:pt>
                <c:pt idx="14760">
                  <c:v>22.5</c:v>
                </c:pt>
                <c:pt idx="14761">
                  <c:v>22.5</c:v>
                </c:pt>
                <c:pt idx="14762">
                  <c:v>23</c:v>
                </c:pt>
                <c:pt idx="14763">
                  <c:v>24</c:v>
                </c:pt>
                <c:pt idx="14764">
                  <c:v>24.5</c:v>
                </c:pt>
                <c:pt idx="14765">
                  <c:v>23.5</c:v>
                </c:pt>
                <c:pt idx="14766">
                  <c:v>24.5</c:v>
                </c:pt>
                <c:pt idx="14767">
                  <c:v>24.5</c:v>
                </c:pt>
                <c:pt idx="14768">
                  <c:v>25.5</c:v>
                </c:pt>
                <c:pt idx="14769">
                  <c:v>25</c:v>
                </c:pt>
                <c:pt idx="14770">
                  <c:v>24</c:v>
                </c:pt>
                <c:pt idx="14771">
                  <c:v>22</c:v>
                </c:pt>
                <c:pt idx="14772">
                  <c:v>23</c:v>
                </c:pt>
                <c:pt idx="14773">
                  <c:v>22.5</c:v>
                </c:pt>
                <c:pt idx="14774">
                  <c:v>22.5</c:v>
                </c:pt>
                <c:pt idx="14775">
                  <c:v>22</c:v>
                </c:pt>
                <c:pt idx="14776">
                  <c:v>22.5</c:v>
                </c:pt>
                <c:pt idx="14777">
                  <c:v>23</c:v>
                </c:pt>
                <c:pt idx="14778">
                  <c:v>21.5</c:v>
                </c:pt>
                <c:pt idx="14779">
                  <c:v>23</c:v>
                </c:pt>
                <c:pt idx="14780">
                  <c:v>25.5</c:v>
                </c:pt>
                <c:pt idx="14781">
                  <c:v>27</c:v>
                </c:pt>
                <c:pt idx="14782">
                  <c:v>28.5</c:v>
                </c:pt>
                <c:pt idx="14783">
                  <c:v>30.5</c:v>
                </c:pt>
                <c:pt idx="14784">
                  <c:v>31</c:v>
                </c:pt>
                <c:pt idx="14785">
                  <c:v>29.5</c:v>
                </c:pt>
                <c:pt idx="14786">
                  <c:v>28.5</c:v>
                </c:pt>
                <c:pt idx="14787">
                  <c:v>26</c:v>
                </c:pt>
                <c:pt idx="14788">
                  <c:v>27</c:v>
                </c:pt>
                <c:pt idx="14789">
                  <c:v>29</c:v>
                </c:pt>
                <c:pt idx="14790">
                  <c:v>30</c:v>
                </c:pt>
                <c:pt idx="14791">
                  <c:v>29</c:v>
                </c:pt>
                <c:pt idx="14792">
                  <c:v>24</c:v>
                </c:pt>
                <c:pt idx="14793">
                  <c:v>24.5</c:v>
                </c:pt>
                <c:pt idx="14794">
                  <c:v>25.5</c:v>
                </c:pt>
                <c:pt idx="14795">
                  <c:v>26.5</c:v>
                </c:pt>
                <c:pt idx="14796">
                  <c:v>26</c:v>
                </c:pt>
                <c:pt idx="14797">
                  <c:v>26</c:v>
                </c:pt>
                <c:pt idx="14798">
                  <c:v>21</c:v>
                </c:pt>
                <c:pt idx="14799">
                  <c:v>23</c:v>
                </c:pt>
                <c:pt idx="14800">
                  <c:v>23</c:v>
                </c:pt>
                <c:pt idx="14801">
                  <c:v>24</c:v>
                </c:pt>
                <c:pt idx="14802">
                  <c:v>25</c:v>
                </c:pt>
                <c:pt idx="14803">
                  <c:v>22.5</c:v>
                </c:pt>
                <c:pt idx="14804">
                  <c:v>24</c:v>
                </c:pt>
                <c:pt idx="14805">
                  <c:v>26.5</c:v>
                </c:pt>
                <c:pt idx="14806">
                  <c:v>24.5</c:v>
                </c:pt>
                <c:pt idx="14807">
                  <c:v>21.5</c:v>
                </c:pt>
                <c:pt idx="14808">
                  <c:v>22.5</c:v>
                </c:pt>
                <c:pt idx="14809">
                  <c:v>23.5</c:v>
                </c:pt>
                <c:pt idx="14810">
                  <c:v>24</c:v>
                </c:pt>
                <c:pt idx="14811">
                  <c:v>23.5</c:v>
                </c:pt>
                <c:pt idx="14812">
                  <c:v>25.5</c:v>
                </c:pt>
                <c:pt idx="14813">
                  <c:v>25</c:v>
                </c:pt>
                <c:pt idx="14814">
                  <c:v>26</c:v>
                </c:pt>
                <c:pt idx="14815">
                  <c:v>25.5</c:v>
                </c:pt>
                <c:pt idx="14816">
                  <c:v>26.5</c:v>
                </c:pt>
                <c:pt idx="14817">
                  <c:v>28</c:v>
                </c:pt>
                <c:pt idx="14818">
                  <c:v>28.5</c:v>
                </c:pt>
                <c:pt idx="14819">
                  <c:v>27</c:v>
                </c:pt>
                <c:pt idx="14820">
                  <c:v>28.5</c:v>
                </c:pt>
                <c:pt idx="14821">
                  <c:v>27.5</c:v>
                </c:pt>
                <c:pt idx="14822">
                  <c:v>25</c:v>
                </c:pt>
                <c:pt idx="14823">
                  <c:v>25.5</c:v>
                </c:pt>
                <c:pt idx="14824">
                  <c:v>26.5</c:v>
                </c:pt>
                <c:pt idx="14825">
                  <c:v>27</c:v>
                </c:pt>
                <c:pt idx="14826">
                  <c:v>25.5</c:v>
                </c:pt>
                <c:pt idx="14827">
                  <c:v>25</c:v>
                </c:pt>
                <c:pt idx="14828">
                  <c:v>24</c:v>
                </c:pt>
                <c:pt idx="14829">
                  <c:v>23</c:v>
                </c:pt>
                <c:pt idx="14830">
                  <c:v>25.5</c:v>
                </c:pt>
                <c:pt idx="14831">
                  <c:v>27</c:v>
                </c:pt>
                <c:pt idx="14832">
                  <c:v>24.5</c:v>
                </c:pt>
                <c:pt idx="14833">
                  <c:v>24.5</c:v>
                </c:pt>
                <c:pt idx="14834">
                  <c:v>26</c:v>
                </c:pt>
                <c:pt idx="14835">
                  <c:v>26.5</c:v>
                </c:pt>
                <c:pt idx="14836">
                  <c:v>26.5</c:v>
                </c:pt>
                <c:pt idx="14837">
                  <c:v>27</c:v>
                </c:pt>
                <c:pt idx="14838">
                  <c:v>28.5</c:v>
                </c:pt>
                <c:pt idx="14839">
                  <c:v>29</c:v>
                </c:pt>
                <c:pt idx="14840">
                  <c:v>30</c:v>
                </c:pt>
                <c:pt idx="14841">
                  <c:v>30</c:v>
                </c:pt>
                <c:pt idx="14842">
                  <c:v>31</c:v>
                </c:pt>
                <c:pt idx="14843">
                  <c:v>31</c:v>
                </c:pt>
                <c:pt idx="14844">
                  <c:v>29.5</c:v>
                </c:pt>
                <c:pt idx="14845">
                  <c:v>28.5</c:v>
                </c:pt>
                <c:pt idx="14846">
                  <c:v>28.5</c:v>
                </c:pt>
                <c:pt idx="14847">
                  <c:v>24.5</c:v>
                </c:pt>
                <c:pt idx="14848">
                  <c:v>25</c:v>
                </c:pt>
                <c:pt idx="14849">
                  <c:v>23</c:v>
                </c:pt>
                <c:pt idx="14850">
                  <c:v>23.5</c:v>
                </c:pt>
                <c:pt idx="14851">
                  <c:v>23</c:v>
                </c:pt>
                <c:pt idx="14852">
                  <c:v>23.5</c:v>
                </c:pt>
                <c:pt idx="14853">
                  <c:v>25</c:v>
                </c:pt>
                <c:pt idx="14854">
                  <c:v>20.5</c:v>
                </c:pt>
                <c:pt idx="14855">
                  <c:v>23.5</c:v>
                </c:pt>
                <c:pt idx="14856">
                  <c:v>25.5</c:v>
                </c:pt>
                <c:pt idx="14857">
                  <c:v>26</c:v>
                </c:pt>
                <c:pt idx="14858">
                  <c:v>26.5</c:v>
                </c:pt>
                <c:pt idx="14859">
                  <c:v>27.5</c:v>
                </c:pt>
                <c:pt idx="14860">
                  <c:v>27</c:v>
                </c:pt>
                <c:pt idx="14861">
                  <c:v>26.5</c:v>
                </c:pt>
                <c:pt idx="14862">
                  <c:v>27</c:v>
                </c:pt>
                <c:pt idx="14863">
                  <c:v>27</c:v>
                </c:pt>
                <c:pt idx="14864">
                  <c:v>25.5</c:v>
                </c:pt>
                <c:pt idx="14865">
                  <c:v>25.5</c:v>
                </c:pt>
                <c:pt idx="14866">
                  <c:v>24.5</c:v>
                </c:pt>
                <c:pt idx="14867">
                  <c:v>23</c:v>
                </c:pt>
                <c:pt idx="14868">
                  <c:v>23</c:v>
                </c:pt>
                <c:pt idx="14869">
                  <c:v>23.5</c:v>
                </c:pt>
                <c:pt idx="14870">
                  <c:v>24</c:v>
                </c:pt>
                <c:pt idx="14871">
                  <c:v>23</c:v>
                </c:pt>
                <c:pt idx="14872">
                  <c:v>24.5</c:v>
                </c:pt>
                <c:pt idx="14873">
                  <c:v>24</c:v>
                </c:pt>
                <c:pt idx="14874">
                  <c:v>20.5</c:v>
                </c:pt>
                <c:pt idx="14875">
                  <c:v>22</c:v>
                </c:pt>
                <c:pt idx="14876">
                  <c:v>23.5</c:v>
                </c:pt>
                <c:pt idx="14877">
                  <c:v>23.5</c:v>
                </c:pt>
                <c:pt idx="14878">
                  <c:v>20.5</c:v>
                </c:pt>
                <c:pt idx="14879">
                  <c:v>22</c:v>
                </c:pt>
                <c:pt idx="14880">
                  <c:v>18.5</c:v>
                </c:pt>
                <c:pt idx="14881">
                  <c:v>18</c:v>
                </c:pt>
                <c:pt idx="14882">
                  <c:v>15.5</c:v>
                </c:pt>
                <c:pt idx="14883">
                  <c:v>15.5</c:v>
                </c:pt>
                <c:pt idx="14884">
                  <c:v>15.5</c:v>
                </c:pt>
                <c:pt idx="14885">
                  <c:v>16</c:v>
                </c:pt>
                <c:pt idx="14886">
                  <c:v>17</c:v>
                </c:pt>
                <c:pt idx="14887">
                  <c:v>16</c:v>
                </c:pt>
                <c:pt idx="14888">
                  <c:v>15</c:v>
                </c:pt>
                <c:pt idx="14889">
                  <c:v>16</c:v>
                </c:pt>
                <c:pt idx="14890">
                  <c:v>16.5</c:v>
                </c:pt>
                <c:pt idx="14891">
                  <c:v>16</c:v>
                </c:pt>
                <c:pt idx="14892">
                  <c:v>17</c:v>
                </c:pt>
                <c:pt idx="14893">
                  <c:v>18</c:v>
                </c:pt>
                <c:pt idx="14894">
                  <c:v>16.5</c:v>
                </c:pt>
                <c:pt idx="14895">
                  <c:v>16.5</c:v>
                </c:pt>
                <c:pt idx="14896">
                  <c:v>17</c:v>
                </c:pt>
                <c:pt idx="14897">
                  <c:v>17</c:v>
                </c:pt>
                <c:pt idx="14898">
                  <c:v>17.5</c:v>
                </c:pt>
                <c:pt idx="14899">
                  <c:v>15.5</c:v>
                </c:pt>
                <c:pt idx="14900">
                  <c:v>15</c:v>
                </c:pt>
                <c:pt idx="14901">
                  <c:v>16.5</c:v>
                </c:pt>
                <c:pt idx="14902">
                  <c:v>17</c:v>
                </c:pt>
                <c:pt idx="14903">
                  <c:v>17</c:v>
                </c:pt>
                <c:pt idx="14904">
                  <c:v>14.5</c:v>
                </c:pt>
                <c:pt idx="14905">
                  <c:v>11</c:v>
                </c:pt>
                <c:pt idx="14906">
                  <c:v>11.5</c:v>
                </c:pt>
                <c:pt idx="14907">
                  <c:v>9.5</c:v>
                </c:pt>
                <c:pt idx="14908">
                  <c:v>10.5</c:v>
                </c:pt>
                <c:pt idx="14909">
                  <c:v>10</c:v>
                </c:pt>
                <c:pt idx="14910">
                  <c:v>10.5</c:v>
                </c:pt>
                <c:pt idx="14911">
                  <c:v>11</c:v>
                </c:pt>
                <c:pt idx="14912">
                  <c:v>12.5</c:v>
                </c:pt>
                <c:pt idx="14913">
                  <c:v>11.5</c:v>
                </c:pt>
                <c:pt idx="14914">
                  <c:v>12.5</c:v>
                </c:pt>
                <c:pt idx="14915">
                  <c:v>13.5</c:v>
                </c:pt>
                <c:pt idx="14916">
                  <c:v>14</c:v>
                </c:pt>
                <c:pt idx="14917">
                  <c:v>15</c:v>
                </c:pt>
                <c:pt idx="14918">
                  <c:v>13</c:v>
                </c:pt>
                <c:pt idx="14919">
                  <c:v>10</c:v>
                </c:pt>
                <c:pt idx="14920">
                  <c:v>7.5</c:v>
                </c:pt>
                <c:pt idx="14921">
                  <c:v>6.5</c:v>
                </c:pt>
                <c:pt idx="14922">
                  <c:v>6</c:v>
                </c:pt>
                <c:pt idx="14923">
                  <c:v>6.5</c:v>
                </c:pt>
                <c:pt idx="14924">
                  <c:v>8.5</c:v>
                </c:pt>
                <c:pt idx="14925">
                  <c:v>10</c:v>
                </c:pt>
                <c:pt idx="14926">
                  <c:v>12.5</c:v>
                </c:pt>
                <c:pt idx="14927">
                  <c:v>13.5</c:v>
                </c:pt>
                <c:pt idx="14928">
                  <c:v>9.5</c:v>
                </c:pt>
                <c:pt idx="14929">
                  <c:v>9.5</c:v>
                </c:pt>
                <c:pt idx="14930">
                  <c:v>10.5</c:v>
                </c:pt>
                <c:pt idx="14931">
                  <c:v>10.5</c:v>
                </c:pt>
                <c:pt idx="14932">
                  <c:v>10</c:v>
                </c:pt>
                <c:pt idx="14933">
                  <c:v>8.5</c:v>
                </c:pt>
                <c:pt idx="14934">
                  <c:v>7</c:v>
                </c:pt>
                <c:pt idx="14935">
                  <c:v>10</c:v>
                </c:pt>
                <c:pt idx="14936">
                  <c:v>8</c:v>
                </c:pt>
                <c:pt idx="14937">
                  <c:v>9.5</c:v>
                </c:pt>
                <c:pt idx="14938">
                  <c:v>11</c:v>
                </c:pt>
                <c:pt idx="14939">
                  <c:v>12</c:v>
                </c:pt>
                <c:pt idx="14940">
                  <c:v>11.5</c:v>
                </c:pt>
                <c:pt idx="14941">
                  <c:v>10</c:v>
                </c:pt>
                <c:pt idx="14942">
                  <c:v>9</c:v>
                </c:pt>
                <c:pt idx="14943">
                  <c:v>6.5</c:v>
                </c:pt>
                <c:pt idx="14944">
                  <c:v>7</c:v>
                </c:pt>
                <c:pt idx="14945">
                  <c:v>8</c:v>
                </c:pt>
                <c:pt idx="14946">
                  <c:v>9</c:v>
                </c:pt>
                <c:pt idx="14947">
                  <c:v>10</c:v>
                </c:pt>
                <c:pt idx="14948">
                  <c:v>10</c:v>
                </c:pt>
                <c:pt idx="14949">
                  <c:v>8.5</c:v>
                </c:pt>
                <c:pt idx="14950">
                  <c:v>5.5</c:v>
                </c:pt>
                <c:pt idx="14951">
                  <c:v>5</c:v>
                </c:pt>
                <c:pt idx="14952">
                  <c:v>6</c:v>
                </c:pt>
                <c:pt idx="14953">
                  <c:v>7</c:v>
                </c:pt>
                <c:pt idx="14954">
                  <c:v>6.5</c:v>
                </c:pt>
                <c:pt idx="14955">
                  <c:v>5.5</c:v>
                </c:pt>
                <c:pt idx="14956">
                  <c:v>7.5</c:v>
                </c:pt>
                <c:pt idx="14957">
                  <c:v>7.5</c:v>
                </c:pt>
                <c:pt idx="14958">
                  <c:v>6</c:v>
                </c:pt>
                <c:pt idx="14959">
                  <c:v>3.5</c:v>
                </c:pt>
                <c:pt idx="14960">
                  <c:v>2</c:v>
                </c:pt>
                <c:pt idx="14961">
                  <c:v>0.5</c:v>
                </c:pt>
                <c:pt idx="14962">
                  <c:v>1</c:v>
                </c:pt>
                <c:pt idx="14963">
                  <c:v>2.5</c:v>
                </c:pt>
                <c:pt idx="14964">
                  <c:v>2</c:v>
                </c:pt>
                <c:pt idx="14965">
                  <c:v>1.5</c:v>
                </c:pt>
                <c:pt idx="14966">
                  <c:v>1.5</c:v>
                </c:pt>
                <c:pt idx="14967">
                  <c:v>2</c:v>
                </c:pt>
                <c:pt idx="14968">
                  <c:v>2.5</c:v>
                </c:pt>
                <c:pt idx="14969">
                  <c:v>3.5</c:v>
                </c:pt>
                <c:pt idx="14970">
                  <c:v>3.5</c:v>
                </c:pt>
                <c:pt idx="14971">
                  <c:v>3.5</c:v>
                </c:pt>
                <c:pt idx="14972">
                  <c:v>2</c:v>
                </c:pt>
                <c:pt idx="14973">
                  <c:v>4</c:v>
                </c:pt>
                <c:pt idx="14974">
                  <c:v>5</c:v>
                </c:pt>
                <c:pt idx="14975">
                  <c:v>4.5</c:v>
                </c:pt>
                <c:pt idx="14976">
                  <c:v>4</c:v>
                </c:pt>
                <c:pt idx="14977">
                  <c:v>5</c:v>
                </c:pt>
                <c:pt idx="14978">
                  <c:v>4.5</c:v>
                </c:pt>
                <c:pt idx="14979">
                  <c:v>5.5</c:v>
                </c:pt>
                <c:pt idx="14980">
                  <c:v>6.5</c:v>
                </c:pt>
                <c:pt idx="14981">
                  <c:v>7</c:v>
                </c:pt>
                <c:pt idx="14982">
                  <c:v>8.5</c:v>
                </c:pt>
                <c:pt idx="14983">
                  <c:v>6.5</c:v>
                </c:pt>
                <c:pt idx="14984">
                  <c:v>6.5</c:v>
                </c:pt>
                <c:pt idx="14985">
                  <c:v>7</c:v>
                </c:pt>
                <c:pt idx="14986">
                  <c:v>10</c:v>
                </c:pt>
                <c:pt idx="14987">
                  <c:v>9</c:v>
                </c:pt>
                <c:pt idx="14988">
                  <c:v>9</c:v>
                </c:pt>
                <c:pt idx="14989">
                  <c:v>8</c:v>
                </c:pt>
                <c:pt idx="14990">
                  <c:v>7</c:v>
                </c:pt>
                <c:pt idx="14991">
                  <c:v>4.5</c:v>
                </c:pt>
                <c:pt idx="14992">
                  <c:v>4</c:v>
                </c:pt>
                <c:pt idx="14993">
                  <c:v>6</c:v>
                </c:pt>
                <c:pt idx="14994">
                  <c:v>6.5</c:v>
                </c:pt>
                <c:pt idx="14995">
                  <c:v>6</c:v>
                </c:pt>
                <c:pt idx="14996">
                  <c:v>5</c:v>
                </c:pt>
                <c:pt idx="14997">
                  <c:v>3</c:v>
                </c:pt>
                <c:pt idx="14998">
                  <c:v>3</c:v>
                </c:pt>
                <c:pt idx="14999">
                  <c:v>5.5</c:v>
                </c:pt>
                <c:pt idx="15000">
                  <c:v>7</c:v>
                </c:pt>
                <c:pt idx="15001">
                  <c:v>7.5</c:v>
                </c:pt>
                <c:pt idx="15002">
                  <c:v>7</c:v>
                </c:pt>
                <c:pt idx="15003">
                  <c:v>6.5</c:v>
                </c:pt>
                <c:pt idx="15004">
                  <c:v>5.5</c:v>
                </c:pt>
                <c:pt idx="15005">
                  <c:v>7</c:v>
                </c:pt>
                <c:pt idx="15006">
                  <c:v>8</c:v>
                </c:pt>
                <c:pt idx="15007">
                  <c:v>8.5</c:v>
                </c:pt>
                <c:pt idx="15008">
                  <c:v>8.5</c:v>
                </c:pt>
                <c:pt idx="15009">
                  <c:v>6</c:v>
                </c:pt>
                <c:pt idx="15010">
                  <c:v>6.5</c:v>
                </c:pt>
                <c:pt idx="15011">
                  <c:v>6.5</c:v>
                </c:pt>
                <c:pt idx="15012">
                  <c:v>6</c:v>
                </c:pt>
                <c:pt idx="15013">
                  <c:v>7</c:v>
                </c:pt>
                <c:pt idx="15014">
                  <c:v>8.5</c:v>
                </c:pt>
                <c:pt idx="15015">
                  <c:v>8</c:v>
                </c:pt>
                <c:pt idx="15016">
                  <c:v>8</c:v>
                </c:pt>
                <c:pt idx="15017">
                  <c:v>5.5</c:v>
                </c:pt>
                <c:pt idx="15018">
                  <c:v>6.5</c:v>
                </c:pt>
                <c:pt idx="15019">
                  <c:v>8.5</c:v>
                </c:pt>
                <c:pt idx="15020">
                  <c:v>10.5</c:v>
                </c:pt>
                <c:pt idx="15021">
                  <c:v>6.5</c:v>
                </c:pt>
                <c:pt idx="15022">
                  <c:v>4</c:v>
                </c:pt>
                <c:pt idx="15023">
                  <c:v>5.5</c:v>
                </c:pt>
                <c:pt idx="15024">
                  <c:v>6</c:v>
                </c:pt>
                <c:pt idx="15025">
                  <c:v>6</c:v>
                </c:pt>
                <c:pt idx="15026">
                  <c:v>7</c:v>
                </c:pt>
                <c:pt idx="15027">
                  <c:v>8</c:v>
                </c:pt>
                <c:pt idx="15028">
                  <c:v>8.5</c:v>
                </c:pt>
                <c:pt idx="15029">
                  <c:v>8.5</c:v>
                </c:pt>
                <c:pt idx="15030">
                  <c:v>8.5</c:v>
                </c:pt>
                <c:pt idx="15031">
                  <c:v>11</c:v>
                </c:pt>
                <c:pt idx="15032">
                  <c:v>11.5</c:v>
                </c:pt>
                <c:pt idx="15033">
                  <c:v>9</c:v>
                </c:pt>
                <c:pt idx="15034">
                  <c:v>8</c:v>
                </c:pt>
                <c:pt idx="15035">
                  <c:v>10</c:v>
                </c:pt>
                <c:pt idx="15036">
                  <c:v>12</c:v>
                </c:pt>
                <c:pt idx="15037">
                  <c:v>12.5</c:v>
                </c:pt>
                <c:pt idx="15038">
                  <c:v>13.5</c:v>
                </c:pt>
                <c:pt idx="15039">
                  <c:v>14.5</c:v>
                </c:pt>
                <c:pt idx="15040">
                  <c:v>13.5</c:v>
                </c:pt>
                <c:pt idx="15041">
                  <c:v>14</c:v>
                </c:pt>
                <c:pt idx="15042">
                  <c:v>14.5</c:v>
                </c:pt>
                <c:pt idx="15043">
                  <c:v>16.5</c:v>
                </c:pt>
                <c:pt idx="15044">
                  <c:v>13.5</c:v>
                </c:pt>
                <c:pt idx="15045">
                  <c:v>9.5</c:v>
                </c:pt>
                <c:pt idx="15046">
                  <c:v>11</c:v>
                </c:pt>
                <c:pt idx="15047">
                  <c:v>11.5</c:v>
                </c:pt>
                <c:pt idx="15048">
                  <c:v>9.5</c:v>
                </c:pt>
                <c:pt idx="15049">
                  <c:v>9.5</c:v>
                </c:pt>
                <c:pt idx="15050">
                  <c:v>13</c:v>
                </c:pt>
                <c:pt idx="15051">
                  <c:v>13.5</c:v>
                </c:pt>
                <c:pt idx="15052">
                  <c:v>11</c:v>
                </c:pt>
                <c:pt idx="15053">
                  <c:v>10.5</c:v>
                </c:pt>
                <c:pt idx="15054">
                  <c:v>9.5</c:v>
                </c:pt>
                <c:pt idx="15055">
                  <c:v>10.5</c:v>
                </c:pt>
                <c:pt idx="15056">
                  <c:v>11.5</c:v>
                </c:pt>
                <c:pt idx="15057">
                  <c:v>13.5</c:v>
                </c:pt>
                <c:pt idx="15058">
                  <c:v>14</c:v>
                </c:pt>
                <c:pt idx="15059">
                  <c:v>14</c:v>
                </c:pt>
                <c:pt idx="15060">
                  <c:v>14</c:v>
                </c:pt>
                <c:pt idx="15061">
                  <c:v>13</c:v>
                </c:pt>
                <c:pt idx="15062">
                  <c:v>10</c:v>
                </c:pt>
                <c:pt idx="15063">
                  <c:v>10</c:v>
                </c:pt>
                <c:pt idx="15064">
                  <c:v>11</c:v>
                </c:pt>
                <c:pt idx="15065">
                  <c:v>12.5</c:v>
                </c:pt>
                <c:pt idx="15066">
                  <c:v>10.5</c:v>
                </c:pt>
                <c:pt idx="15067">
                  <c:v>12.5</c:v>
                </c:pt>
                <c:pt idx="15068">
                  <c:v>14</c:v>
                </c:pt>
                <c:pt idx="15069">
                  <c:v>12</c:v>
                </c:pt>
                <c:pt idx="15070">
                  <c:v>13</c:v>
                </c:pt>
                <c:pt idx="15071">
                  <c:v>8.5</c:v>
                </c:pt>
                <c:pt idx="15072">
                  <c:v>8.5</c:v>
                </c:pt>
                <c:pt idx="15073">
                  <c:v>10</c:v>
                </c:pt>
                <c:pt idx="15074">
                  <c:v>11.5</c:v>
                </c:pt>
                <c:pt idx="15075">
                  <c:v>13.5</c:v>
                </c:pt>
                <c:pt idx="15076">
                  <c:v>14.5</c:v>
                </c:pt>
                <c:pt idx="15077">
                  <c:v>15</c:v>
                </c:pt>
                <c:pt idx="15078">
                  <c:v>15</c:v>
                </c:pt>
                <c:pt idx="15079">
                  <c:v>14</c:v>
                </c:pt>
                <c:pt idx="15080">
                  <c:v>15.5</c:v>
                </c:pt>
                <c:pt idx="15081">
                  <c:v>18</c:v>
                </c:pt>
                <c:pt idx="15082">
                  <c:v>19</c:v>
                </c:pt>
                <c:pt idx="15083">
                  <c:v>19.5</c:v>
                </c:pt>
                <c:pt idx="15084">
                  <c:v>19.5</c:v>
                </c:pt>
                <c:pt idx="15085">
                  <c:v>17.5</c:v>
                </c:pt>
                <c:pt idx="15086">
                  <c:v>13</c:v>
                </c:pt>
                <c:pt idx="15087">
                  <c:v>13</c:v>
                </c:pt>
                <c:pt idx="15088">
                  <c:v>15</c:v>
                </c:pt>
                <c:pt idx="15089">
                  <c:v>18.5</c:v>
                </c:pt>
                <c:pt idx="15090">
                  <c:v>16</c:v>
                </c:pt>
                <c:pt idx="15091">
                  <c:v>17.5</c:v>
                </c:pt>
                <c:pt idx="15092">
                  <c:v>17</c:v>
                </c:pt>
                <c:pt idx="15093">
                  <c:v>18</c:v>
                </c:pt>
                <c:pt idx="15094">
                  <c:v>20</c:v>
                </c:pt>
                <c:pt idx="15095">
                  <c:v>22</c:v>
                </c:pt>
                <c:pt idx="15096">
                  <c:v>22.5</c:v>
                </c:pt>
                <c:pt idx="15097">
                  <c:v>23.5</c:v>
                </c:pt>
                <c:pt idx="15098">
                  <c:v>21.5</c:v>
                </c:pt>
                <c:pt idx="15099">
                  <c:v>23</c:v>
                </c:pt>
                <c:pt idx="15100">
                  <c:v>24.5</c:v>
                </c:pt>
                <c:pt idx="15101">
                  <c:v>24.5</c:v>
                </c:pt>
                <c:pt idx="15102">
                  <c:v>24.5</c:v>
                </c:pt>
                <c:pt idx="15103">
                  <c:v>23.5</c:v>
                </c:pt>
                <c:pt idx="15104">
                  <c:v>24.5</c:v>
                </c:pt>
                <c:pt idx="15105">
                  <c:v>25.5</c:v>
                </c:pt>
                <c:pt idx="15106">
                  <c:v>25.5</c:v>
                </c:pt>
                <c:pt idx="15107">
                  <c:v>21.5</c:v>
                </c:pt>
                <c:pt idx="15108">
                  <c:v>23.5</c:v>
                </c:pt>
                <c:pt idx="15109">
                  <c:v>22.5</c:v>
                </c:pt>
                <c:pt idx="15110">
                  <c:v>21</c:v>
                </c:pt>
                <c:pt idx="15111">
                  <c:v>21</c:v>
                </c:pt>
                <c:pt idx="15112">
                  <c:v>20.5</c:v>
                </c:pt>
                <c:pt idx="15113">
                  <c:v>19</c:v>
                </c:pt>
                <c:pt idx="15114">
                  <c:v>21.5</c:v>
                </c:pt>
                <c:pt idx="15115">
                  <c:v>22.5</c:v>
                </c:pt>
                <c:pt idx="15116">
                  <c:v>23.5</c:v>
                </c:pt>
                <c:pt idx="15117">
                  <c:v>23</c:v>
                </c:pt>
                <c:pt idx="15118">
                  <c:v>22</c:v>
                </c:pt>
                <c:pt idx="15119">
                  <c:v>22.5</c:v>
                </c:pt>
                <c:pt idx="15120">
                  <c:v>23.5</c:v>
                </c:pt>
                <c:pt idx="15121">
                  <c:v>23</c:v>
                </c:pt>
                <c:pt idx="15122">
                  <c:v>24</c:v>
                </c:pt>
                <c:pt idx="15123">
                  <c:v>25.5</c:v>
                </c:pt>
                <c:pt idx="15124">
                  <c:v>27</c:v>
                </c:pt>
                <c:pt idx="15125">
                  <c:v>28</c:v>
                </c:pt>
                <c:pt idx="15126">
                  <c:v>29</c:v>
                </c:pt>
                <c:pt idx="15127">
                  <c:v>27</c:v>
                </c:pt>
                <c:pt idx="15128">
                  <c:v>27</c:v>
                </c:pt>
                <c:pt idx="15129">
                  <c:v>28</c:v>
                </c:pt>
                <c:pt idx="15130">
                  <c:v>27.5</c:v>
                </c:pt>
                <c:pt idx="15131">
                  <c:v>25</c:v>
                </c:pt>
                <c:pt idx="15132">
                  <c:v>27</c:v>
                </c:pt>
                <c:pt idx="15133">
                  <c:v>26</c:v>
                </c:pt>
                <c:pt idx="15134">
                  <c:v>27</c:v>
                </c:pt>
                <c:pt idx="15135">
                  <c:v>27</c:v>
                </c:pt>
                <c:pt idx="15136">
                  <c:v>28.5</c:v>
                </c:pt>
                <c:pt idx="15137">
                  <c:v>28</c:v>
                </c:pt>
                <c:pt idx="15138">
                  <c:v>29</c:v>
                </c:pt>
                <c:pt idx="15139">
                  <c:v>27.5</c:v>
                </c:pt>
                <c:pt idx="15140">
                  <c:v>27.5</c:v>
                </c:pt>
                <c:pt idx="15141">
                  <c:v>29.5</c:v>
                </c:pt>
                <c:pt idx="15142">
                  <c:v>29</c:v>
                </c:pt>
                <c:pt idx="15143">
                  <c:v>27.5</c:v>
                </c:pt>
                <c:pt idx="15144">
                  <c:v>29.5</c:v>
                </c:pt>
                <c:pt idx="15145">
                  <c:v>31</c:v>
                </c:pt>
                <c:pt idx="15146">
                  <c:v>28.5</c:v>
                </c:pt>
                <c:pt idx="15147">
                  <c:v>27</c:v>
                </c:pt>
                <c:pt idx="15148">
                  <c:v>21.5</c:v>
                </c:pt>
                <c:pt idx="15149">
                  <c:v>23.5</c:v>
                </c:pt>
                <c:pt idx="15150">
                  <c:v>24.5</c:v>
                </c:pt>
                <c:pt idx="15151">
                  <c:v>24.5</c:v>
                </c:pt>
                <c:pt idx="15152">
                  <c:v>23.5</c:v>
                </c:pt>
                <c:pt idx="15153">
                  <c:v>25</c:v>
                </c:pt>
                <c:pt idx="15154">
                  <c:v>26</c:v>
                </c:pt>
                <c:pt idx="15155">
                  <c:v>28.5</c:v>
                </c:pt>
                <c:pt idx="15156">
                  <c:v>29.5</c:v>
                </c:pt>
                <c:pt idx="15157">
                  <c:v>28.5</c:v>
                </c:pt>
                <c:pt idx="15158">
                  <c:v>28</c:v>
                </c:pt>
                <c:pt idx="15159">
                  <c:v>27.5</c:v>
                </c:pt>
                <c:pt idx="15160">
                  <c:v>27</c:v>
                </c:pt>
                <c:pt idx="15161">
                  <c:v>27.5</c:v>
                </c:pt>
                <c:pt idx="15162">
                  <c:v>28</c:v>
                </c:pt>
                <c:pt idx="15163">
                  <c:v>28.5</c:v>
                </c:pt>
                <c:pt idx="15164">
                  <c:v>28.5</c:v>
                </c:pt>
                <c:pt idx="15165">
                  <c:v>29</c:v>
                </c:pt>
                <c:pt idx="15166">
                  <c:v>29</c:v>
                </c:pt>
                <c:pt idx="15167">
                  <c:v>29.5</c:v>
                </c:pt>
                <c:pt idx="15168">
                  <c:v>27</c:v>
                </c:pt>
                <c:pt idx="15169">
                  <c:v>26</c:v>
                </c:pt>
                <c:pt idx="15170">
                  <c:v>26</c:v>
                </c:pt>
                <c:pt idx="15171">
                  <c:v>26</c:v>
                </c:pt>
                <c:pt idx="15172">
                  <c:v>27.5</c:v>
                </c:pt>
                <c:pt idx="15173">
                  <c:v>28</c:v>
                </c:pt>
                <c:pt idx="15174">
                  <c:v>26</c:v>
                </c:pt>
                <c:pt idx="15175">
                  <c:v>27</c:v>
                </c:pt>
                <c:pt idx="15176">
                  <c:v>28</c:v>
                </c:pt>
                <c:pt idx="15177">
                  <c:v>27</c:v>
                </c:pt>
                <c:pt idx="15178">
                  <c:v>26.5</c:v>
                </c:pt>
                <c:pt idx="15179">
                  <c:v>26.5</c:v>
                </c:pt>
                <c:pt idx="15180">
                  <c:v>25.5</c:v>
                </c:pt>
                <c:pt idx="15181">
                  <c:v>23</c:v>
                </c:pt>
                <c:pt idx="15182">
                  <c:v>25</c:v>
                </c:pt>
                <c:pt idx="15183">
                  <c:v>26</c:v>
                </c:pt>
                <c:pt idx="15184">
                  <c:v>26</c:v>
                </c:pt>
                <c:pt idx="15185">
                  <c:v>27</c:v>
                </c:pt>
                <c:pt idx="15186">
                  <c:v>28</c:v>
                </c:pt>
                <c:pt idx="15187">
                  <c:v>28.5</c:v>
                </c:pt>
                <c:pt idx="15188">
                  <c:v>31</c:v>
                </c:pt>
                <c:pt idx="15189">
                  <c:v>31</c:v>
                </c:pt>
                <c:pt idx="15190">
                  <c:v>33</c:v>
                </c:pt>
                <c:pt idx="15191">
                  <c:v>34</c:v>
                </c:pt>
                <c:pt idx="15192">
                  <c:v>32.5</c:v>
                </c:pt>
                <c:pt idx="15193">
                  <c:v>32.5</c:v>
                </c:pt>
                <c:pt idx="15194">
                  <c:v>32.5</c:v>
                </c:pt>
                <c:pt idx="15195">
                  <c:v>32</c:v>
                </c:pt>
                <c:pt idx="15196">
                  <c:v>32.5</c:v>
                </c:pt>
                <c:pt idx="15197">
                  <c:v>29.5</c:v>
                </c:pt>
                <c:pt idx="15198">
                  <c:v>31.5</c:v>
                </c:pt>
                <c:pt idx="15199">
                  <c:v>34</c:v>
                </c:pt>
                <c:pt idx="15200">
                  <c:v>35</c:v>
                </c:pt>
                <c:pt idx="15201">
                  <c:v>34.5</c:v>
                </c:pt>
                <c:pt idx="15202">
                  <c:v>34</c:v>
                </c:pt>
                <c:pt idx="15203">
                  <c:v>33.5</c:v>
                </c:pt>
                <c:pt idx="15204">
                  <c:v>33</c:v>
                </c:pt>
                <c:pt idx="15205">
                  <c:v>29.5</c:v>
                </c:pt>
                <c:pt idx="15206">
                  <c:v>28.5</c:v>
                </c:pt>
                <c:pt idx="15207">
                  <c:v>25</c:v>
                </c:pt>
                <c:pt idx="15208">
                  <c:v>27</c:v>
                </c:pt>
                <c:pt idx="15209">
                  <c:v>26</c:v>
                </c:pt>
                <c:pt idx="15210">
                  <c:v>27.5</c:v>
                </c:pt>
                <c:pt idx="15211">
                  <c:v>26.5</c:v>
                </c:pt>
                <c:pt idx="15212">
                  <c:v>26.5</c:v>
                </c:pt>
                <c:pt idx="15213">
                  <c:v>27.5</c:v>
                </c:pt>
                <c:pt idx="15214">
                  <c:v>28.5</c:v>
                </c:pt>
                <c:pt idx="15215">
                  <c:v>26.5</c:v>
                </c:pt>
                <c:pt idx="15216">
                  <c:v>23.5</c:v>
                </c:pt>
                <c:pt idx="15217">
                  <c:v>24.5</c:v>
                </c:pt>
                <c:pt idx="15218">
                  <c:v>26.5</c:v>
                </c:pt>
                <c:pt idx="15219">
                  <c:v>25</c:v>
                </c:pt>
                <c:pt idx="15220">
                  <c:v>26.5</c:v>
                </c:pt>
                <c:pt idx="15221">
                  <c:v>26.5</c:v>
                </c:pt>
                <c:pt idx="15222">
                  <c:v>26.5</c:v>
                </c:pt>
                <c:pt idx="15223">
                  <c:v>26.5</c:v>
                </c:pt>
                <c:pt idx="15224">
                  <c:v>21.5</c:v>
                </c:pt>
                <c:pt idx="15225">
                  <c:v>23</c:v>
                </c:pt>
                <c:pt idx="15226">
                  <c:v>20</c:v>
                </c:pt>
                <c:pt idx="15227">
                  <c:v>21.5</c:v>
                </c:pt>
                <c:pt idx="15228">
                  <c:v>22.5</c:v>
                </c:pt>
                <c:pt idx="15229">
                  <c:v>23</c:v>
                </c:pt>
                <c:pt idx="15230">
                  <c:v>24</c:v>
                </c:pt>
                <c:pt idx="15231">
                  <c:v>24.5</c:v>
                </c:pt>
                <c:pt idx="15232">
                  <c:v>25</c:v>
                </c:pt>
                <c:pt idx="15233">
                  <c:v>24</c:v>
                </c:pt>
                <c:pt idx="15234">
                  <c:v>23.5</c:v>
                </c:pt>
                <c:pt idx="15235">
                  <c:v>24</c:v>
                </c:pt>
                <c:pt idx="15236">
                  <c:v>25</c:v>
                </c:pt>
                <c:pt idx="15237">
                  <c:v>24</c:v>
                </c:pt>
                <c:pt idx="15238">
                  <c:v>22</c:v>
                </c:pt>
                <c:pt idx="15239">
                  <c:v>19</c:v>
                </c:pt>
                <c:pt idx="15240">
                  <c:v>19</c:v>
                </c:pt>
                <c:pt idx="15241">
                  <c:v>19.5</c:v>
                </c:pt>
                <c:pt idx="15242">
                  <c:v>18.5</c:v>
                </c:pt>
                <c:pt idx="15243">
                  <c:v>18.5</c:v>
                </c:pt>
                <c:pt idx="15244">
                  <c:v>19</c:v>
                </c:pt>
                <c:pt idx="15245">
                  <c:v>20.5</c:v>
                </c:pt>
                <c:pt idx="15246">
                  <c:v>21.5</c:v>
                </c:pt>
                <c:pt idx="15247">
                  <c:v>21.5</c:v>
                </c:pt>
                <c:pt idx="15248">
                  <c:v>21.5</c:v>
                </c:pt>
                <c:pt idx="15249">
                  <c:v>23.5</c:v>
                </c:pt>
                <c:pt idx="15250">
                  <c:v>24.5</c:v>
                </c:pt>
                <c:pt idx="15251">
                  <c:v>24</c:v>
                </c:pt>
                <c:pt idx="15252">
                  <c:v>24</c:v>
                </c:pt>
                <c:pt idx="15253">
                  <c:v>14.5</c:v>
                </c:pt>
                <c:pt idx="15254">
                  <c:v>15</c:v>
                </c:pt>
                <c:pt idx="15255">
                  <c:v>15</c:v>
                </c:pt>
                <c:pt idx="15256">
                  <c:v>14.5</c:v>
                </c:pt>
                <c:pt idx="15257">
                  <c:v>15</c:v>
                </c:pt>
                <c:pt idx="15258">
                  <c:v>19.5</c:v>
                </c:pt>
                <c:pt idx="15259">
                  <c:v>19.5</c:v>
                </c:pt>
                <c:pt idx="15260">
                  <c:v>18.5</c:v>
                </c:pt>
                <c:pt idx="15261">
                  <c:v>20</c:v>
                </c:pt>
                <c:pt idx="15262">
                  <c:v>20.5</c:v>
                </c:pt>
                <c:pt idx="15263">
                  <c:v>20.5</c:v>
                </c:pt>
                <c:pt idx="15264">
                  <c:v>20</c:v>
                </c:pt>
                <c:pt idx="15265">
                  <c:v>19</c:v>
                </c:pt>
                <c:pt idx="15266">
                  <c:v>20</c:v>
                </c:pt>
                <c:pt idx="15267">
                  <c:v>21</c:v>
                </c:pt>
                <c:pt idx="15268">
                  <c:v>21.5</c:v>
                </c:pt>
                <c:pt idx="15269">
                  <c:v>18.5</c:v>
                </c:pt>
                <c:pt idx="15270">
                  <c:v>16</c:v>
                </c:pt>
                <c:pt idx="15271">
                  <c:v>14.5</c:v>
                </c:pt>
                <c:pt idx="15272">
                  <c:v>13</c:v>
                </c:pt>
                <c:pt idx="15273">
                  <c:v>14</c:v>
                </c:pt>
                <c:pt idx="15274">
                  <c:v>16.5</c:v>
                </c:pt>
                <c:pt idx="15275">
                  <c:v>15</c:v>
                </c:pt>
                <c:pt idx="15276">
                  <c:v>14.5</c:v>
                </c:pt>
                <c:pt idx="15277">
                  <c:v>15</c:v>
                </c:pt>
                <c:pt idx="15278">
                  <c:v>13.5</c:v>
                </c:pt>
                <c:pt idx="15279">
                  <c:v>15</c:v>
                </c:pt>
                <c:pt idx="15280">
                  <c:v>12</c:v>
                </c:pt>
                <c:pt idx="15281">
                  <c:v>13</c:v>
                </c:pt>
                <c:pt idx="15282">
                  <c:v>15</c:v>
                </c:pt>
                <c:pt idx="15283">
                  <c:v>18</c:v>
                </c:pt>
                <c:pt idx="15284">
                  <c:v>18</c:v>
                </c:pt>
                <c:pt idx="15285">
                  <c:v>16.5</c:v>
                </c:pt>
                <c:pt idx="15286">
                  <c:v>15.5</c:v>
                </c:pt>
                <c:pt idx="15287">
                  <c:v>15</c:v>
                </c:pt>
                <c:pt idx="15288">
                  <c:v>15.5</c:v>
                </c:pt>
                <c:pt idx="15289">
                  <c:v>13.5</c:v>
                </c:pt>
                <c:pt idx="15290">
                  <c:v>13.5</c:v>
                </c:pt>
                <c:pt idx="15291">
                  <c:v>12</c:v>
                </c:pt>
                <c:pt idx="15292">
                  <c:v>13</c:v>
                </c:pt>
                <c:pt idx="15293">
                  <c:v>12.5</c:v>
                </c:pt>
                <c:pt idx="15294">
                  <c:v>12.5</c:v>
                </c:pt>
                <c:pt idx="15295">
                  <c:v>8.5</c:v>
                </c:pt>
                <c:pt idx="15296">
                  <c:v>5.5</c:v>
                </c:pt>
                <c:pt idx="15297">
                  <c:v>4.5</c:v>
                </c:pt>
                <c:pt idx="15298">
                  <c:v>6</c:v>
                </c:pt>
                <c:pt idx="15299">
                  <c:v>6.5</c:v>
                </c:pt>
                <c:pt idx="15300">
                  <c:v>5</c:v>
                </c:pt>
                <c:pt idx="15301">
                  <c:v>4.5</c:v>
                </c:pt>
                <c:pt idx="15302">
                  <c:v>6.5</c:v>
                </c:pt>
                <c:pt idx="15303">
                  <c:v>6</c:v>
                </c:pt>
                <c:pt idx="15304">
                  <c:v>7.5</c:v>
                </c:pt>
                <c:pt idx="15305">
                  <c:v>9.5</c:v>
                </c:pt>
                <c:pt idx="15306">
                  <c:v>9</c:v>
                </c:pt>
                <c:pt idx="15307">
                  <c:v>9.5</c:v>
                </c:pt>
                <c:pt idx="15308">
                  <c:v>7.5</c:v>
                </c:pt>
                <c:pt idx="15309">
                  <c:v>6.5</c:v>
                </c:pt>
                <c:pt idx="15310">
                  <c:v>5</c:v>
                </c:pt>
                <c:pt idx="15311">
                  <c:v>3</c:v>
                </c:pt>
                <c:pt idx="15312">
                  <c:v>3</c:v>
                </c:pt>
                <c:pt idx="15313">
                  <c:v>3.5</c:v>
                </c:pt>
                <c:pt idx="15314">
                  <c:v>2</c:v>
                </c:pt>
                <c:pt idx="15315">
                  <c:v>2</c:v>
                </c:pt>
                <c:pt idx="15316">
                  <c:v>2</c:v>
                </c:pt>
                <c:pt idx="15317">
                  <c:v>3</c:v>
                </c:pt>
                <c:pt idx="15318">
                  <c:v>5</c:v>
                </c:pt>
                <c:pt idx="15319">
                  <c:v>5.5</c:v>
                </c:pt>
                <c:pt idx="15320">
                  <c:v>7</c:v>
                </c:pt>
                <c:pt idx="15321">
                  <c:v>6</c:v>
                </c:pt>
                <c:pt idx="15322">
                  <c:v>6.5</c:v>
                </c:pt>
                <c:pt idx="15323">
                  <c:v>7</c:v>
                </c:pt>
                <c:pt idx="15324">
                  <c:v>6.5</c:v>
                </c:pt>
                <c:pt idx="15325">
                  <c:v>5</c:v>
                </c:pt>
                <c:pt idx="15326">
                  <c:v>5</c:v>
                </c:pt>
                <c:pt idx="15327">
                  <c:v>5.5</c:v>
                </c:pt>
                <c:pt idx="15328">
                  <c:v>9</c:v>
                </c:pt>
                <c:pt idx="15329">
                  <c:v>8.5</c:v>
                </c:pt>
                <c:pt idx="15330">
                  <c:v>7.5</c:v>
                </c:pt>
                <c:pt idx="15331">
                  <c:v>8</c:v>
                </c:pt>
                <c:pt idx="15332">
                  <c:v>8</c:v>
                </c:pt>
                <c:pt idx="15333">
                  <c:v>6.5</c:v>
                </c:pt>
                <c:pt idx="15334">
                  <c:v>6</c:v>
                </c:pt>
                <c:pt idx="15335">
                  <c:v>6.5</c:v>
                </c:pt>
                <c:pt idx="15336">
                  <c:v>8.5</c:v>
                </c:pt>
                <c:pt idx="15337">
                  <c:v>8</c:v>
                </c:pt>
                <c:pt idx="15338">
                  <c:v>6.5</c:v>
                </c:pt>
                <c:pt idx="15339">
                  <c:v>5.5</c:v>
                </c:pt>
                <c:pt idx="15340">
                  <c:v>5.5</c:v>
                </c:pt>
                <c:pt idx="15341">
                  <c:v>8.5</c:v>
                </c:pt>
                <c:pt idx="15342">
                  <c:v>6</c:v>
                </c:pt>
                <c:pt idx="15343">
                  <c:v>4</c:v>
                </c:pt>
                <c:pt idx="15344">
                  <c:v>3</c:v>
                </c:pt>
                <c:pt idx="15345">
                  <c:v>2</c:v>
                </c:pt>
                <c:pt idx="15346">
                  <c:v>1</c:v>
                </c:pt>
                <c:pt idx="15347">
                  <c:v>2</c:v>
                </c:pt>
                <c:pt idx="15348">
                  <c:v>2.5</c:v>
                </c:pt>
                <c:pt idx="15349">
                  <c:v>4</c:v>
                </c:pt>
                <c:pt idx="15350">
                  <c:v>4.5</c:v>
                </c:pt>
                <c:pt idx="15351">
                  <c:v>6.5</c:v>
                </c:pt>
                <c:pt idx="15352">
                  <c:v>8.5</c:v>
                </c:pt>
                <c:pt idx="15353">
                  <c:v>9.5</c:v>
                </c:pt>
                <c:pt idx="15354">
                  <c:v>9.5</c:v>
                </c:pt>
                <c:pt idx="15355">
                  <c:v>9</c:v>
                </c:pt>
                <c:pt idx="15356">
                  <c:v>9.5</c:v>
                </c:pt>
                <c:pt idx="15357">
                  <c:v>10</c:v>
                </c:pt>
                <c:pt idx="15358">
                  <c:v>10.5</c:v>
                </c:pt>
                <c:pt idx="15359">
                  <c:v>8</c:v>
                </c:pt>
                <c:pt idx="15360">
                  <c:v>8.5</c:v>
                </c:pt>
                <c:pt idx="15361">
                  <c:v>8.5</c:v>
                </c:pt>
                <c:pt idx="15362">
                  <c:v>5.5</c:v>
                </c:pt>
                <c:pt idx="15363">
                  <c:v>3.5</c:v>
                </c:pt>
                <c:pt idx="15364">
                  <c:v>3</c:v>
                </c:pt>
                <c:pt idx="15365">
                  <c:v>4.5</c:v>
                </c:pt>
                <c:pt idx="15366">
                  <c:v>5.5</c:v>
                </c:pt>
                <c:pt idx="15367">
                  <c:v>5.5</c:v>
                </c:pt>
                <c:pt idx="15368">
                  <c:v>6</c:v>
                </c:pt>
                <c:pt idx="15369">
                  <c:v>6.5</c:v>
                </c:pt>
                <c:pt idx="15370">
                  <c:v>7.5</c:v>
                </c:pt>
                <c:pt idx="15371">
                  <c:v>7</c:v>
                </c:pt>
                <c:pt idx="15372">
                  <c:v>7</c:v>
                </c:pt>
                <c:pt idx="15373">
                  <c:v>5</c:v>
                </c:pt>
                <c:pt idx="15374">
                  <c:v>4</c:v>
                </c:pt>
                <c:pt idx="15375">
                  <c:v>5.5</c:v>
                </c:pt>
                <c:pt idx="15376">
                  <c:v>3.5</c:v>
                </c:pt>
                <c:pt idx="15377">
                  <c:v>4.5</c:v>
                </c:pt>
                <c:pt idx="15378">
                  <c:v>3.5</c:v>
                </c:pt>
                <c:pt idx="15379">
                  <c:v>2</c:v>
                </c:pt>
                <c:pt idx="15380">
                  <c:v>2.5</c:v>
                </c:pt>
                <c:pt idx="15381">
                  <c:v>3.5</c:v>
                </c:pt>
                <c:pt idx="15382">
                  <c:v>4.5</c:v>
                </c:pt>
                <c:pt idx="15383">
                  <c:v>4.5</c:v>
                </c:pt>
                <c:pt idx="15384">
                  <c:v>4</c:v>
                </c:pt>
                <c:pt idx="15385">
                  <c:v>3.5</c:v>
                </c:pt>
                <c:pt idx="15386">
                  <c:v>3</c:v>
                </c:pt>
                <c:pt idx="15387">
                  <c:v>5</c:v>
                </c:pt>
                <c:pt idx="15388">
                  <c:v>6</c:v>
                </c:pt>
                <c:pt idx="15389">
                  <c:v>6.5</c:v>
                </c:pt>
                <c:pt idx="15390">
                  <c:v>6</c:v>
                </c:pt>
                <c:pt idx="15391">
                  <c:v>6</c:v>
                </c:pt>
                <c:pt idx="15392">
                  <c:v>4.5</c:v>
                </c:pt>
                <c:pt idx="15393">
                  <c:v>6.5</c:v>
                </c:pt>
                <c:pt idx="15394">
                  <c:v>6</c:v>
                </c:pt>
                <c:pt idx="15395">
                  <c:v>3</c:v>
                </c:pt>
                <c:pt idx="15396">
                  <c:v>2</c:v>
                </c:pt>
                <c:pt idx="15397">
                  <c:v>4</c:v>
                </c:pt>
                <c:pt idx="15398">
                  <c:v>4.5</c:v>
                </c:pt>
                <c:pt idx="15399">
                  <c:v>6</c:v>
                </c:pt>
                <c:pt idx="15400">
                  <c:v>10</c:v>
                </c:pt>
                <c:pt idx="15401">
                  <c:v>10</c:v>
                </c:pt>
                <c:pt idx="15402">
                  <c:v>12.5</c:v>
                </c:pt>
                <c:pt idx="15403">
                  <c:v>10.5</c:v>
                </c:pt>
                <c:pt idx="15404">
                  <c:v>11.5</c:v>
                </c:pt>
                <c:pt idx="15405">
                  <c:v>12.5</c:v>
                </c:pt>
                <c:pt idx="15406">
                  <c:v>14</c:v>
                </c:pt>
                <c:pt idx="15407">
                  <c:v>11</c:v>
                </c:pt>
                <c:pt idx="15408">
                  <c:v>11.5</c:v>
                </c:pt>
                <c:pt idx="15409">
                  <c:v>11.5</c:v>
                </c:pt>
                <c:pt idx="15410">
                  <c:v>11.5</c:v>
                </c:pt>
                <c:pt idx="15411">
                  <c:v>11.5</c:v>
                </c:pt>
                <c:pt idx="15412">
                  <c:v>13</c:v>
                </c:pt>
                <c:pt idx="15413">
                  <c:v>13</c:v>
                </c:pt>
                <c:pt idx="15414">
                  <c:v>12.5</c:v>
                </c:pt>
                <c:pt idx="15415">
                  <c:v>13</c:v>
                </c:pt>
                <c:pt idx="15416">
                  <c:v>15</c:v>
                </c:pt>
                <c:pt idx="15417">
                  <c:v>14.5</c:v>
                </c:pt>
                <c:pt idx="15418">
                  <c:v>13.5</c:v>
                </c:pt>
                <c:pt idx="15419">
                  <c:v>13</c:v>
                </c:pt>
                <c:pt idx="15420">
                  <c:v>14</c:v>
                </c:pt>
                <c:pt idx="15421">
                  <c:v>14.5</c:v>
                </c:pt>
                <c:pt idx="15422">
                  <c:v>13</c:v>
                </c:pt>
                <c:pt idx="15423">
                  <c:v>13</c:v>
                </c:pt>
                <c:pt idx="15424">
                  <c:v>13.5</c:v>
                </c:pt>
                <c:pt idx="15425">
                  <c:v>15</c:v>
                </c:pt>
                <c:pt idx="15426">
                  <c:v>15.5</c:v>
                </c:pt>
                <c:pt idx="15427">
                  <c:v>16.5</c:v>
                </c:pt>
                <c:pt idx="15428">
                  <c:v>17.5</c:v>
                </c:pt>
                <c:pt idx="15429">
                  <c:v>16</c:v>
                </c:pt>
                <c:pt idx="15430">
                  <c:v>13</c:v>
                </c:pt>
                <c:pt idx="15431">
                  <c:v>11.5</c:v>
                </c:pt>
                <c:pt idx="15432">
                  <c:v>14</c:v>
                </c:pt>
                <c:pt idx="15433">
                  <c:v>16</c:v>
                </c:pt>
                <c:pt idx="15434">
                  <c:v>16.5</c:v>
                </c:pt>
                <c:pt idx="15435">
                  <c:v>17.5</c:v>
                </c:pt>
                <c:pt idx="15436">
                  <c:v>18</c:v>
                </c:pt>
                <c:pt idx="15437">
                  <c:v>19</c:v>
                </c:pt>
                <c:pt idx="15438">
                  <c:v>20.5</c:v>
                </c:pt>
                <c:pt idx="15439">
                  <c:v>21.5</c:v>
                </c:pt>
                <c:pt idx="15440">
                  <c:v>22</c:v>
                </c:pt>
                <c:pt idx="15441">
                  <c:v>19</c:v>
                </c:pt>
                <c:pt idx="15442">
                  <c:v>16.5</c:v>
                </c:pt>
                <c:pt idx="15443">
                  <c:v>16.5</c:v>
                </c:pt>
                <c:pt idx="15444">
                  <c:v>19.5</c:v>
                </c:pt>
                <c:pt idx="15445">
                  <c:v>20</c:v>
                </c:pt>
                <c:pt idx="15446">
                  <c:v>20.5</c:v>
                </c:pt>
                <c:pt idx="15447">
                  <c:v>15</c:v>
                </c:pt>
                <c:pt idx="15448">
                  <c:v>15.5</c:v>
                </c:pt>
                <c:pt idx="15449">
                  <c:v>17</c:v>
                </c:pt>
                <c:pt idx="15450">
                  <c:v>18.5</c:v>
                </c:pt>
                <c:pt idx="15451">
                  <c:v>19</c:v>
                </c:pt>
                <c:pt idx="15452">
                  <c:v>17.5</c:v>
                </c:pt>
                <c:pt idx="15453">
                  <c:v>21</c:v>
                </c:pt>
                <c:pt idx="15454">
                  <c:v>22</c:v>
                </c:pt>
                <c:pt idx="15455">
                  <c:v>23</c:v>
                </c:pt>
                <c:pt idx="15456">
                  <c:v>23.5</c:v>
                </c:pt>
                <c:pt idx="15457">
                  <c:v>24</c:v>
                </c:pt>
                <c:pt idx="15458">
                  <c:v>16.5</c:v>
                </c:pt>
                <c:pt idx="15459">
                  <c:v>19</c:v>
                </c:pt>
                <c:pt idx="15460">
                  <c:v>18</c:v>
                </c:pt>
                <c:pt idx="15461">
                  <c:v>19.5</c:v>
                </c:pt>
                <c:pt idx="15462">
                  <c:v>20.5</c:v>
                </c:pt>
                <c:pt idx="15463">
                  <c:v>22.5</c:v>
                </c:pt>
                <c:pt idx="15464">
                  <c:v>23.5</c:v>
                </c:pt>
                <c:pt idx="15465">
                  <c:v>24</c:v>
                </c:pt>
                <c:pt idx="15466">
                  <c:v>22</c:v>
                </c:pt>
                <c:pt idx="15467">
                  <c:v>19</c:v>
                </c:pt>
                <c:pt idx="15468">
                  <c:v>20</c:v>
                </c:pt>
                <c:pt idx="15469">
                  <c:v>22</c:v>
                </c:pt>
                <c:pt idx="15470">
                  <c:v>20.5</c:v>
                </c:pt>
                <c:pt idx="15471">
                  <c:v>19.5</c:v>
                </c:pt>
                <c:pt idx="15472">
                  <c:v>15.5</c:v>
                </c:pt>
                <c:pt idx="15473">
                  <c:v>19</c:v>
                </c:pt>
                <c:pt idx="15474">
                  <c:v>21.5</c:v>
                </c:pt>
                <c:pt idx="15475">
                  <c:v>23.5</c:v>
                </c:pt>
                <c:pt idx="15476">
                  <c:v>24.5</c:v>
                </c:pt>
                <c:pt idx="15477">
                  <c:v>20</c:v>
                </c:pt>
                <c:pt idx="15478">
                  <c:v>19.5</c:v>
                </c:pt>
                <c:pt idx="15479">
                  <c:v>20</c:v>
                </c:pt>
                <c:pt idx="15480">
                  <c:v>21.5</c:v>
                </c:pt>
                <c:pt idx="15481">
                  <c:v>23.5</c:v>
                </c:pt>
                <c:pt idx="15482">
                  <c:v>24</c:v>
                </c:pt>
                <c:pt idx="15483">
                  <c:v>20.5</c:v>
                </c:pt>
                <c:pt idx="15484">
                  <c:v>23</c:v>
                </c:pt>
                <c:pt idx="15485">
                  <c:v>26</c:v>
                </c:pt>
                <c:pt idx="15486">
                  <c:v>26.5</c:v>
                </c:pt>
                <c:pt idx="15487">
                  <c:v>26.5</c:v>
                </c:pt>
                <c:pt idx="15488">
                  <c:v>28.5</c:v>
                </c:pt>
                <c:pt idx="15489">
                  <c:v>28.5</c:v>
                </c:pt>
                <c:pt idx="15490">
                  <c:v>26.5</c:v>
                </c:pt>
                <c:pt idx="15491">
                  <c:v>26</c:v>
                </c:pt>
                <c:pt idx="15492">
                  <c:v>23.5</c:v>
                </c:pt>
                <c:pt idx="15493">
                  <c:v>26</c:v>
                </c:pt>
                <c:pt idx="15494">
                  <c:v>27.5</c:v>
                </c:pt>
                <c:pt idx="15495">
                  <c:v>28.5</c:v>
                </c:pt>
                <c:pt idx="15496">
                  <c:v>30</c:v>
                </c:pt>
                <c:pt idx="15497">
                  <c:v>27.5</c:v>
                </c:pt>
                <c:pt idx="15498">
                  <c:v>28.5</c:v>
                </c:pt>
                <c:pt idx="15499">
                  <c:v>25.5</c:v>
                </c:pt>
                <c:pt idx="15500">
                  <c:v>26.5</c:v>
                </c:pt>
                <c:pt idx="15501">
                  <c:v>27</c:v>
                </c:pt>
                <c:pt idx="15502">
                  <c:v>26</c:v>
                </c:pt>
                <c:pt idx="15503">
                  <c:v>26</c:v>
                </c:pt>
                <c:pt idx="15504">
                  <c:v>25</c:v>
                </c:pt>
                <c:pt idx="15505">
                  <c:v>25.5</c:v>
                </c:pt>
                <c:pt idx="15506">
                  <c:v>25</c:v>
                </c:pt>
                <c:pt idx="15507">
                  <c:v>23.5</c:v>
                </c:pt>
                <c:pt idx="15508">
                  <c:v>22.5</c:v>
                </c:pt>
                <c:pt idx="15509">
                  <c:v>22.5</c:v>
                </c:pt>
                <c:pt idx="15510">
                  <c:v>25</c:v>
                </c:pt>
                <c:pt idx="15511">
                  <c:v>26</c:v>
                </c:pt>
                <c:pt idx="15512">
                  <c:v>29</c:v>
                </c:pt>
                <c:pt idx="15513">
                  <c:v>31.5</c:v>
                </c:pt>
                <c:pt idx="15514">
                  <c:v>29</c:v>
                </c:pt>
                <c:pt idx="15515">
                  <c:v>26</c:v>
                </c:pt>
                <c:pt idx="15516">
                  <c:v>29</c:v>
                </c:pt>
                <c:pt idx="15517">
                  <c:v>30</c:v>
                </c:pt>
                <c:pt idx="15518">
                  <c:v>30.5</c:v>
                </c:pt>
                <c:pt idx="15519">
                  <c:v>30.5</c:v>
                </c:pt>
                <c:pt idx="15520">
                  <c:v>31</c:v>
                </c:pt>
                <c:pt idx="15521">
                  <c:v>30.5</c:v>
                </c:pt>
                <c:pt idx="15522">
                  <c:v>27</c:v>
                </c:pt>
                <c:pt idx="15523">
                  <c:v>27.5</c:v>
                </c:pt>
                <c:pt idx="15524">
                  <c:v>28</c:v>
                </c:pt>
                <c:pt idx="15525">
                  <c:v>27.5</c:v>
                </c:pt>
                <c:pt idx="15526">
                  <c:v>30</c:v>
                </c:pt>
                <c:pt idx="15527">
                  <c:v>30.5</c:v>
                </c:pt>
                <c:pt idx="15528">
                  <c:v>30.5</c:v>
                </c:pt>
                <c:pt idx="15529">
                  <c:v>30</c:v>
                </c:pt>
                <c:pt idx="15530">
                  <c:v>25</c:v>
                </c:pt>
                <c:pt idx="15531">
                  <c:v>26.5</c:v>
                </c:pt>
                <c:pt idx="15532">
                  <c:v>28.5</c:v>
                </c:pt>
                <c:pt idx="15533">
                  <c:v>28.5</c:v>
                </c:pt>
                <c:pt idx="15534">
                  <c:v>27</c:v>
                </c:pt>
                <c:pt idx="15535">
                  <c:v>28.5</c:v>
                </c:pt>
                <c:pt idx="15536">
                  <c:v>27.5</c:v>
                </c:pt>
                <c:pt idx="15537">
                  <c:v>28.5</c:v>
                </c:pt>
                <c:pt idx="15538">
                  <c:v>28.5</c:v>
                </c:pt>
                <c:pt idx="15539">
                  <c:v>28</c:v>
                </c:pt>
                <c:pt idx="15540">
                  <c:v>28.5</c:v>
                </c:pt>
                <c:pt idx="15541">
                  <c:v>27.5</c:v>
                </c:pt>
                <c:pt idx="15542">
                  <c:v>27</c:v>
                </c:pt>
                <c:pt idx="15543">
                  <c:v>27.5</c:v>
                </c:pt>
                <c:pt idx="15544">
                  <c:v>29</c:v>
                </c:pt>
                <c:pt idx="15545">
                  <c:v>28.5</c:v>
                </c:pt>
                <c:pt idx="15546">
                  <c:v>29.5</c:v>
                </c:pt>
                <c:pt idx="15547">
                  <c:v>31</c:v>
                </c:pt>
                <c:pt idx="15548">
                  <c:v>31.5</c:v>
                </c:pt>
                <c:pt idx="15549">
                  <c:v>33</c:v>
                </c:pt>
                <c:pt idx="15550">
                  <c:v>34</c:v>
                </c:pt>
                <c:pt idx="15551">
                  <c:v>31</c:v>
                </c:pt>
                <c:pt idx="15552">
                  <c:v>30</c:v>
                </c:pt>
                <c:pt idx="15553">
                  <c:v>32.5</c:v>
                </c:pt>
                <c:pt idx="15554">
                  <c:v>34</c:v>
                </c:pt>
                <c:pt idx="15555">
                  <c:v>32.5</c:v>
                </c:pt>
                <c:pt idx="15556">
                  <c:v>34</c:v>
                </c:pt>
                <c:pt idx="15557">
                  <c:v>34.5</c:v>
                </c:pt>
                <c:pt idx="15558">
                  <c:v>32</c:v>
                </c:pt>
                <c:pt idx="15559">
                  <c:v>33</c:v>
                </c:pt>
                <c:pt idx="15560">
                  <c:v>34</c:v>
                </c:pt>
                <c:pt idx="15561">
                  <c:v>33</c:v>
                </c:pt>
                <c:pt idx="15562">
                  <c:v>29</c:v>
                </c:pt>
                <c:pt idx="15563">
                  <c:v>25</c:v>
                </c:pt>
                <c:pt idx="15564">
                  <c:v>25</c:v>
                </c:pt>
                <c:pt idx="15565">
                  <c:v>26</c:v>
                </c:pt>
                <c:pt idx="15566">
                  <c:v>28.5</c:v>
                </c:pt>
                <c:pt idx="15567">
                  <c:v>29.5</c:v>
                </c:pt>
                <c:pt idx="15568">
                  <c:v>30</c:v>
                </c:pt>
                <c:pt idx="15569">
                  <c:v>28.5</c:v>
                </c:pt>
                <c:pt idx="15570">
                  <c:v>25</c:v>
                </c:pt>
                <c:pt idx="15571">
                  <c:v>21</c:v>
                </c:pt>
                <c:pt idx="15572">
                  <c:v>24</c:v>
                </c:pt>
                <c:pt idx="15573">
                  <c:v>27</c:v>
                </c:pt>
                <c:pt idx="15574">
                  <c:v>26</c:v>
                </c:pt>
                <c:pt idx="15575">
                  <c:v>21</c:v>
                </c:pt>
                <c:pt idx="15576">
                  <c:v>23.5</c:v>
                </c:pt>
                <c:pt idx="15577">
                  <c:v>25</c:v>
                </c:pt>
                <c:pt idx="15578">
                  <c:v>25.5</c:v>
                </c:pt>
                <c:pt idx="15579">
                  <c:v>24.5</c:v>
                </c:pt>
                <c:pt idx="15580">
                  <c:v>25</c:v>
                </c:pt>
                <c:pt idx="15581">
                  <c:v>21.5</c:v>
                </c:pt>
                <c:pt idx="15582">
                  <c:v>21.5</c:v>
                </c:pt>
                <c:pt idx="15583">
                  <c:v>22.5</c:v>
                </c:pt>
                <c:pt idx="15584">
                  <c:v>22</c:v>
                </c:pt>
                <c:pt idx="15585">
                  <c:v>22</c:v>
                </c:pt>
                <c:pt idx="15586">
                  <c:v>23</c:v>
                </c:pt>
                <c:pt idx="15587">
                  <c:v>24</c:v>
                </c:pt>
                <c:pt idx="15588">
                  <c:v>23.5</c:v>
                </c:pt>
                <c:pt idx="15589">
                  <c:v>24.5</c:v>
                </c:pt>
                <c:pt idx="15590">
                  <c:v>23</c:v>
                </c:pt>
                <c:pt idx="15591">
                  <c:v>21</c:v>
                </c:pt>
                <c:pt idx="15592">
                  <c:v>20.5</c:v>
                </c:pt>
                <c:pt idx="15593">
                  <c:v>20.5</c:v>
                </c:pt>
                <c:pt idx="15594">
                  <c:v>18</c:v>
                </c:pt>
                <c:pt idx="15595">
                  <c:v>19.5</c:v>
                </c:pt>
                <c:pt idx="15596">
                  <c:v>21</c:v>
                </c:pt>
                <c:pt idx="15597">
                  <c:v>17.5</c:v>
                </c:pt>
                <c:pt idx="15598">
                  <c:v>19</c:v>
                </c:pt>
                <c:pt idx="15599">
                  <c:v>20</c:v>
                </c:pt>
                <c:pt idx="15600">
                  <c:v>21</c:v>
                </c:pt>
                <c:pt idx="15601">
                  <c:v>21</c:v>
                </c:pt>
                <c:pt idx="15602">
                  <c:v>20.5</c:v>
                </c:pt>
                <c:pt idx="15603">
                  <c:v>20.5</c:v>
                </c:pt>
                <c:pt idx="15604">
                  <c:v>20</c:v>
                </c:pt>
                <c:pt idx="15605">
                  <c:v>21</c:v>
                </c:pt>
                <c:pt idx="15606">
                  <c:v>21</c:v>
                </c:pt>
                <c:pt idx="15607">
                  <c:v>20.5</c:v>
                </c:pt>
                <c:pt idx="15608">
                  <c:v>21.5</c:v>
                </c:pt>
                <c:pt idx="15609">
                  <c:v>22.5</c:v>
                </c:pt>
                <c:pt idx="15610">
                  <c:v>23</c:v>
                </c:pt>
                <c:pt idx="15611">
                  <c:v>23</c:v>
                </c:pt>
                <c:pt idx="15612">
                  <c:v>22</c:v>
                </c:pt>
                <c:pt idx="15613">
                  <c:v>22.5</c:v>
                </c:pt>
                <c:pt idx="15614">
                  <c:v>23</c:v>
                </c:pt>
                <c:pt idx="15615">
                  <c:v>19</c:v>
                </c:pt>
                <c:pt idx="15616">
                  <c:v>18</c:v>
                </c:pt>
                <c:pt idx="15617">
                  <c:v>20.5</c:v>
                </c:pt>
                <c:pt idx="15618">
                  <c:v>21.5</c:v>
                </c:pt>
                <c:pt idx="15619">
                  <c:v>15.5</c:v>
                </c:pt>
                <c:pt idx="15620">
                  <c:v>13.5</c:v>
                </c:pt>
                <c:pt idx="15621">
                  <c:v>14.5</c:v>
                </c:pt>
                <c:pt idx="15622">
                  <c:v>16</c:v>
                </c:pt>
                <c:pt idx="15623">
                  <c:v>17.5</c:v>
                </c:pt>
                <c:pt idx="15624">
                  <c:v>18.5</c:v>
                </c:pt>
                <c:pt idx="15625">
                  <c:v>19</c:v>
                </c:pt>
                <c:pt idx="15626">
                  <c:v>19.5</c:v>
                </c:pt>
                <c:pt idx="15627">
                  <c:v>17.5</c:v>
                </c:pt>
                <c:pt idx="15628">
                  <c:v>18.5</c:v>
                </c:pt>
                <c:pt idx="15629">
                  <c:v>15</c:v>
                </c:pt>
                <c:pt idx="15630">
                  <c:v>14</c:v>
                </c:pt>
                <c:pt idx="15631">
                  <c:v>15.5</c:v>
                </c:pt>
                <c:pt idx="15632">
                  <c:v>17</c:v>
                </c:pt>
                <c:pt idx="15633">
                  <c:v>18.5</c:v>
                </c:pt>
                <c:pt idx="15634">
                  <c:v>18</c:v>
                </c:pt>
                <c:pt idx="15635">
                  <c:v>17.5</c:v>
                </c:pt>
                <c:pt idx="15636">
                  <c:v>17</c:v>
                </c:pt>
                <c:pt idx="15637">
                  <c:v>19.5</c:v>
                </c:pt>
                <c:pt idx="15638">
                  <c:v>17.5</c:v>
                </c:pt>
                <c:pt idx="15639">
                  <c:v>16.5</c:v>
                </c:pt>
                <c:pt idx="15640">
                  <c:v>17.5</c:v>
                </c:pt>
                <c:pt idx="15641">
                  <c:v>17.5</c:v>
                </c:pt>
                <c:pt idx="15642">
                  <c:v>18.5</c:v>
                </c:pt>
                <c:pt idx="15643">
                  <c:v>19</c:v>
                </c:pt>
                <c:pt idx="15644">
                  <c:v>19</c:v>
                </c:pt>
                <c:pt idx="15645">
                  <c:v>19</c:v>
                </c:pt>
                <c:pt idx="15646">
                  <c:v>16.5</c:v>
                </c:pt>
                <c:pt idx="15647">
                  <c:v>14.5</c:v>
                </c:pt>
                <c:pt idx="15648">
                  <c:v>13</c:v>
                </c:pt>
                <c:pt idx="15649">
                  <c:v>14</c:v>
                </c:pt>
                <c:pt idx="15650">
                  <c:v>13.5</c:v>
                </c:pt>
                <c:pt idx="15651">
                  <c:v>11</c:v>
                </c:pt>
                <c:pt idx="15652">
                  <c:v>9</c:v>
                </c:pt>
                <c:pt idx="15653">
                  <c:v>8</c:v>
                </c:pt>
                <c:pt idx="15654">
                  <c:v>9</c:v>
                </c:pt>
                <c:pt idx="15655">
                  <c:v>11</c:v>
                </c:pt>
                <c:pt idx="15656">
                  <c:v>12.5</c:v>
                </c:pt>
                <c:pt idx="15657">
                  <c:v>11.5</c:v>
                </c:pt>
                <c:pt idx="15658">
                  <c:v>9.5</c:v>
                </c:pt>
                <c:pt idx="15659">
                  <c:v>7</c:v>
                </c:pt>
                <c:pt idx="15660">
                  <c:v>9</c:v>
                </c:pt>
                <c:pt idx="15661">
                  <c:v>9.5</c:v>
                </c:pt>
                <c:pt idx="15662">
                  <c:v>10</c:v>
                </c:pt>
                <c:pt idx="15663">
                  <c:v>10.5</c:v>
                </c:pt>
                <c:pt idx="15664">
                  <c:v>13</c:v>
                </c:pt>
                <c:pt idx="15665">
                  <c:v>13.5</c:v>
                </c:pt>
                <c:pt idx="15666">
                  <c:v>13.5</c:v>
                </c:pt>
                <c:pt idx="15667">
                  <c:v>13.5</c:v>
                </c:pt>
                <c:pt idx="15668">
                  <c:v>14</c:v>
                </c:pt>
                <c:pt idx="15669">
                  <c:v>12</c:v>
                </c:pt>
                <c:pt idx="15670">
                  <c:v>11.5</c:v>
                </c:pt>
                <c:pt idx="15671">
                  <c:v>10.5</c:v>
                </c:pt>
                <c:pt idx="15672">
                  <c:v>9</c:v>
                </c:pt>
                <c:pt idx="15673">
                  <c:v>11</c:v>
                </c:pt>
                <c:pt idx="15674">
                  <c:v>11</c:v>
                </c:pt>
                <c:pt idx="15675">
                  <c:v>8.5</c:v>
                </c:pt>
                <c:pt idx="15676">
                  <c:v>9</c:v>
                </c:pt>
                <c:pt idx="15677">
                  <c:v>10.5</c:v>
                </c:pt>
                <c:pt idx="15678">
                  <c:v>12</c:v>
                </c:pt>
                <c:pt idx="15679">
                  <c:v>12</c:v>
                </c:pt>
                <c:pt idx="15680">
                  <c:v>11</c:v>
                </c:pt>
                <c:pt idx="15681">
                  <c:v>10.5</c:v>
                </c:pt>
                <c:pt idx="15682">
                  <c:v>11</c:v>
                </c:pt>
                <c:pt idx="15683">
                  <c:v>10.5</c:v>
                </c:pt>
                <c:pt idx="15684">
                  <c:v>9.5</c:v>
                </c:pt>
                <c:pt idx="15685">
                  <c:v>9</c:v>
                </c:pt>
                <c:pt idx="15686">
                  <c:v>9.5</c:v>
                </c:pt>
                <c:pt idx="15687">
                  <c:v>10.5</c:v>
                </c:pt>
                <c:pt idx="15688">
                  <c:v>10.5</c:v>
                </c:pt>
                <c:pt idx="15689">
                  <c:v>9</c:v>
                </c:pt>
                <c:pt idx="15690">
                  <c:v>8.5</c:v>
                </c:pt>
                <c:pt idx="15691">
                  <c:v>8.5</c:v>
                </c:pt>
                <c:pt idx="15692">
                  <c:v>9.5</c:v>
                </c:pt>
                <c:pt idx="15693">
                  <c:v>10</c:v>
                </c:pt>
                <c:pt idx="15694">
                  <c:v>11.5</c:v>
                </c:pt>
                <c:pt idx="15695">
                  <c:v>11.5</c:v>
                </c:pt>
                <c:pt idx="15696">
                  <c:v>11.5</c:v>
                </c:pt>
                <c:pt idx="15697">
                  <c:v>11.5</c:v>
                </c:pt>
                <c:pt idx="15698">
                  <c:v>11</c:v>
                </c:pt>
                <c:pt idx="15699">
                  <c:v>10.5</c:v>
                </c:pt>
                <c:pt idx="15700">
                  <c:v>6.5</c:v>
                </c:pt>
                <c:pt idx="15701">
                  <c:v>4</c:v>
                </c:pt>
                <c:pt idx="15702">
                  <c:v>3.5</c:v>
                </c:pt>
                <c:pt idx="15703">
                  <c:v>5.5</c:v>
                </c:pt>
                <c:pt idx="15704">
                  <c:v>6</c:v>
                </c:pt>
                <c:pt idx="15705">
                  <c:v>6</c:v>
                </c:pt>
                <c:pt idx="15706">
                  <c:v>7</c:v>
                </c:pt>
                <c:pt idx="15707">
                  <c:v>4.5</c:v>
                </c:pt>
                <c:pt idx="15708">
                  <c:v>3</c:v>
                </c:pt>
                <c:pt idx="15709">
                  <c:v>2.5</c:v>
                </c:pt>
                <c:pt idx="15710">
                  <c:v>3.5</c:v>
                </c:pt>
                <c:pt idx="15711">
                  <c:v>4</c:v>
                </c:pt>
                <c:pt idx="15712">
                  <c:v>5.5</c:v>
                </c:pt>
                <c:pt idx="15713">
                  <c:v>8</c:v>
                </c:pt>
                <c:pt idx="15714">
                  <c:v>8</c:v>
                </c:pt>
                <c:pt idx="15715">
                  <c:v>7.5</c:v>
                </c:pt>
                <c:pt idx="15716">
                  <c:v>6</c:v>
                </c:pt>
                <c:pt idx="15717">
                  <c:v>6</c:v>
                </c:pt>
                <c:pt idx="15718">
                  <c:v>7.5</c:v>
                </c:pt>
                <c:pt idx="15719">
                  <c:v>10</c:v>
                </c:pt>
                <c:pt idx="15720">
                  <c:v>10.5</c:v>
                </c:pt>
                <c:pt idx="15721">
                  <c:v>8.5</c:v>
                </c:pt>
                <c:pt idx="15722">
                  <c:v>8</c:v>
                </c:pt>
                <c:pt idx="15723">
                  <c:v>7.5</c:v>
                </c:pt>
                <c:pt idx="15724">
                  <c:v>5.5</c:v>
                </c:pt>
                <c:pt idx="15725">
                  <c:v>5</c:v>
                </c:pt>
                <c:pt idx="15726">
                  <c:v>5.5</c:v>
                </c:pt>
                <c:pt idx="15727">
                  <c:v>6</c:v>
                </c:pt>
                <c:pt idx="15728">
                  <c:v>7.5</c:v>
                </c:pt>
                <c:pt idx="15729">
                  <c:v>7</c:v>
                </c:pt>
                <c:pt idx="15730">
                  <c:v>7</c:v>
                </c:pt>
                <c:pt idx="15731">
                  <c:v>10</c:v>
                </c:pt>
                <c:pt idx="15732">
                  <c:v>11.5</c:v>
                </c:pt>
                <c:pt idx="15733">
                  <c:v>10</c:v>
                </c:pt>
                <c:pt idx="15734">
                  <c:v>7.5</c:v>
                </c:pt>
                <c:pt idx="15735">
                  <c:v>8</c:v>
                </c:pt>
                <c:pt idx="15736">
                  <c:v>9</c:v>
                </c:pt>
                <c:pt idx="15737">
                  <c:v>9</c:v>
                </c:pt>
                <c:pt idx="15738">
                  <c:v>10</c:v>
                </c:pt>
                <c:pt idx="15739">
                  <c:v>9.5</c:v>
                </c:pt>
                <c:pt idx="15740">
                  <c:v>9</c:v>
                </c:pt>
                <c:pt idx="15741">
                  <c:v>9</c:v>
                </c:pt>
                <c:pt idx="15742">
                  <c:v>9</c:v>
                </c:pt>
                <c:pt idx="15743">
                  <c:v>10</c:v>
                </c:pt>
                <c:pt idx="15744">
                  <c:v>10.5</c:v>
                </c:pt>
                <c:pt idx="15745">
                  <c:v>10.5</c:v>
                </c:pt>
                <c:pt idx="15746">
                  <c:v>10</c:v>
                </c:pt>
                <c:pt idx="15747">
                  <c:v>10.5</c:v>
                </c:pt>
                <c:pt idx="15748">
                  <c:v>11</c:v>
                </c:pt>
                <c:pt idx="15749">
                  <c:v>11.5</c:v>
                </c:pt>
                <c:pt idx="15750">
                  <c:v>11.5</c:v>
                </c:pt>
                <c:pt idx="15751">
                  <c:v>11.5</c:v>
                </c:pt>
                <c:pt idx="15752">
                  <c:v>12</c:v>
                </c:pt>
                <c:pt idx="15753">
                  <c:v>10.5</c:v>
                </c:pt>
                <c:pt idx="15754">
                  <c:v>8</c:v>
                </c:pt>
                <c:pt idx="15755">
                  <c:v>9</c:v>
                </c:pt>
                <c:pt idx="15756">
                  <c:v>8</c:v>
                </c:pt>
                <c:pt idx="15757">
                  <c:v>8</c:v>
                </c:pt>
                <c:pt idx="15758">
                  <c:v>8.5</c:v>
                </c:pt>
                <c:pt idx="15759">
                  <c:v>9.5</c:v>
                </c:pt>
                <c:pt idx="15760">
                  <c:v>8.5</c:v>
                </c:pt>
                <c:pt idx="15761">
                  <c:v>8</c:v>
                </c:pt>
                <c:pt idx="15762">
                  <c:v>9</c:v>
                </c:pt>
                <c:pt idx="15763">
                  <c:v>10.5</c:v>
                </c:pt>
                <c:pt idx="15764">
                  <c:v>11</c:v>
                </c:pt>
                <c:pt idx="15765">
                  <c:v>7.5</c:v>
                </c:pt>
                <c:pt idx="15766">
                  <c:v>7.5</c:v>
                </c:pt>
                <c:pt idx="15767">
                  <c:v>8</c:v>
                </c:pt>
                <c:pt idx="15768">
                  <c:v>11</c:v>
                </c:pt>
                <c:pt idx="15769">
                  <c:v>12</c:v>
                </c:pt>
                <c:pt idx="15770">
                  <c:v>9.5</c:v>
                </c:pt>
                <c:pt idx="15771">
                  <c:v>10</c:v>
                </c:pt>
                <c:pt idx="15772">
                  <c:v>11.5</c:v>
                </c:pt>
                <c:pt idx="15773">
                  <c:v>13</c:v>
                </c:pt>
                <c:pt idx="15774">
                  <c:v>13</c:v>
                </c:pt>
                <c:pt idx="15775">
                  <c:v>15</c:v>
                </c:pt>
                <c:pt idx="15776">
                  <c:v>15</c:v>
                </c:pt>
                <c:pt idx="15777">
                  <c:v>14.5</c:v>
                </c:pt>
                <c:pt idx="15778">
                  <c:v>16</c:v>
                </c:pt>
                <c:pt idx="15779">
                  <c:v>15.5</c:v>
                </c:pt>
                <c:pt idx="15780">
                  <c:v>15.5</c:v>
                </c:pt>
                <c:pt idx="15781">
                  <c:v>14.5</c:v>
                </c:pt>
                <c:pt idx="15782">
                  <c:v>11.5</c:v>
                </c:pt>
                <c:pt idx="15783">
                  <c:v>10</c:v>
                </c:pt>
                <c:pt idx="15784">
                  <c:v>13</c:v>
                </c:pt>
                <c:pt idx="15785">
                  <c:v>15</c:v>
                </c:pt>
                <c:pt idx="15786">
                  <c:v>12.5</c:v>
                </c:pt>
                <c:pt idx="15787">
                  <c:v>10.5</c:v>
                </c:pt>
                <c:pt idx="15788">
                  <c:v>10.5</c:v>
                </c:pt>
                <c:pt idx="15789">
                  <c:v>11.5</c:v>
                </c:pt>
                <c:pt idx="15790">
                  <c:v>14</c:v>
                </c:pt>
                <c:pt idx="15791">
                  <c:v>16</c:v>
                </c:pt>
                <c:pt idx="15792">
                  <c:v>16</c:v>
                </c:pt>
                <c:pt idx="15793">
                  <c:v>14</c:v>
                </c:pt>
                <c:pt idx="15794">
                  <c:v>16.5</c:v>
                </c:pt>
                <c:pt idx="15795">
                  <c:v>15.5</c:v>
                </c:pt>
                <c:pt idx="15796">
                  <c:v>13</c:v>
                </c:pt>
                <c:pt idx="15797">
                  <c:v>11</c:v>
                </c:pt>
                <c:pt idx="15798">
                  <c:v>11</c:v>
                </c:pt>
                <c:pt idx="15799">
                  <c:v>12.5</c:v>
                </c:pt>
                <c:pt idx="15800">
                  <c:v>15.5</c:v>
                </c:pt>
                <c:pt idx="15801">
                  <c:v>17</c:v>
                </c:pt>
                <c:pt idx="15802">
                  <c:v>17.5</c:v>
                </c:pt>
                <c:pt idx="15803">
                  <c:v>18.5</c:v>
                </c:pt>
                <c:pt idx="15804">
                  <c:v>16.5</c:v>
                </c:pt>
                <c:pt idx="15805">
                  <c:v>17</c:v>
                </c:pt>
                <c:pt idx="15806">
                  <c:v>17</c:v>
                </c:pt>
                <c:pt idx="15807">
                  <c:v>17</c:v>
                </c:pt>
                <c:pt idx="15808">
                  <c:v>14.5</c:v>
                </c:pt>
                <c:pt idx="15809">
                  <c:v>14.5</c:v>
                </c:pt>
                <c:pt idx="15810">
                  <c:v>15.5</c:v>
                </c:pt>
                <c:pt idx="15811">
                  <c:v>14.5</c:v>
                </c:pt>
                <c:pt idx="15812">
                  <c:v>12</c:v>
                </c:pt>
                <c:pt idx="15813">
                  <c:v>12.5</c:v>
                </c:pt>
                <c:pt idx="15814">
                  <c:v>15</c:v>
                </c:pt>
                <c:pt idx="15815">
                  <c:v>13.5</c:v>
                </c:pt>
                <c:pt idx="15816">
                  <c:v>11.5</c:v>
                </c:pt>
                <c:pt idx="15817">
                  <c:v>14</c:v>
                </c:pt>
                <c:pt idx="15818">
                  <c:v>15.5</c:v>
                </c:pt>
                <c:pt idx="15819">
                  <c:v>16</c:v>
                </c:pt>
                <c:pt idx="15820">
                  <c:v>17</c:v>
                </c:pt>
                <c:pt idx="15821">
                  <c:v>16.5</c:v>
                </c:pt>
                <c:pt idx="15822">
                  <c:v>17</c:v>
                </c:pt>
                <c:pt idx="15823">
                  <c:v>18</c:v>
                </c:pt>
                <c:pt idx="15824">
                  <c:v>19.5</c:v>
                </c:pt>
                <c:pt idx="15825">
                  <c:v>18.5</c:v>
                </c:pt>
                <c:pt idx="15826">
                  <c:v>21</c:v>
                </c:pt>
                <c:pt idx="15827">
                  <c:v>21</c:v>
                </c:pt>
                <c:pt idx="15828">
                  <c:v>20</c:v>
                </c:pt>
                <c:pt idx="15829">
                  <c:v>21</c:v>
                </c:pt>
                <c:pt idx="15830">
                  <c:v>21.5</c:v>
                </c:pt>
                <c:pt idx="15831">
                  <c:v>22</c:v>
                </c:pt>
                <c:pt idx="15832">
                  <c:v>23</c:v>
                </c:pt>
                <c:pt idx="15833">
                  <c:v>21.5</c:v>
                </c:pt>
                <c:pt idx="15834">
                  <c:v>20.5</c:v>
                </c:pt>
                <c:pt idx="15835">
                  <c:v>23</c:v>
                </c:pt>
                <c:pt idx="15836">
                  <c:v>22.5</c:v>
                </c:pt>
                <c:pt idx="15837">
                  <c:v>21.5</c:v>
                </c:pt>
                <c:pt idx="15838">
                  <c:v>22</c:v>
                </c:pt>
                <c:pt idx="15839">
                  <c:v>20.5</c:v>
                </c:pt>
                <c:pt idx="15840">
                  <c:v>21</c:v>
                </c:pt>
                <c:pt idx="15841">
                  <c:v>21.5</c:v>
                </c:pt>
                <c:pt idx="15842">
                  <c:v>23.5</c:v>
                </c:pt>
                <c:pt idx="15843">
                  <c:v>23.5</c:v>
                </c:pt>
                <c:pt idx="15844">
                  <c:v>24.5</c:v>
                </c:pt>
                <c:pt idx="15845">
                  <c:v>24.5</c:v>
                </c:pt>
                <c:pt idx="15846">
                  <c:v>23.5</c:v>
                </c:pt>
                <c:pt idx="15847">
                  <c:v>24</c:v>
                </c:pt>
                <c:pt idx="15848">
                  <c:v>21.5</c:v>
                </c:pt>
                <c:pt idx="15849">
                  <c:v>19.5</c:v>
                </c:pt>
                <c:pt idx="15850">
                  <c:v>21</c:v>
                </c:pt>
                <c:pt idx="15851">
                  <c:v>23.5</c:v>
                </c:pt>
                <c:pt idx="15852">
                  <c:v>23.5</c:v>
                </c:pt>
                <c:pt idx="15853">
                  <c:v>24.5</c:v>
                </c:pt>
                <c:pt idx="15854">
                  <c:v>25</c:v>
                </c:pt>
                <c:pt idx="15855">
                  <c:v>24.5</c:v>
                </c:pt>
                <c:pt idx="15856">
                  <c:v>22</c:v>
                </c:pt>
                <c:pt idx="15857">
                  <c:v>22</c:v>
                </c:pt>
                <c:pt idx="15858">
                  <c:v>21</c:v>
                </c:pt>
                <c:pt idx="15859">
                  <c:v>22</c:v>
                </c:pt>
                <c:pt idx="15860">
                  <c:v>23</c:v>
                </c:pt>
                <c:pt idx="15861">
                  <c:v>23.5</c:v>
                </c:pt>
                <c:pt idx="15862">
                  <c:v>22.5</c:v>
                </c:pt>
                <c:pt idx="15863">
                  <c:v>23</c:v>
                </c:pt>
                <c:pt idx="15864">
                  <c:v>24</c:v>
                </c:pt>
                <c:pt idx="15865">
                  <c:v>25</c:v>
                </c:pt>
                <c:pt idx="15866">
                  <c:v>25.5</c:v>
                </c:pt>
                <c:pt idx="15867">
                  <c:v>26.5</c:v>
                </c:pt>
                <c:pt idx="15868">
                  <c:v>28</c:v>
                </c:pt>
                <c:pt idx="15869">
                  <c:v>27.5</c:v>
                </c:pt>
                <c:pt idx="15870">
                  <c:v>25.5</c:v>
                </c:pt>
                <c:pt idx="15871">
                  <c:v>25</c:v>
                </c:pt>
                <c:pt idx="15872">
                  <c:v>26</c:v>
                </c:pt>
                <c:pt idx="15873">
                  <c:v>28</c:v>
                </c:pt>
                <c:pt idx="15874">
                  <c:v>24.5</c:v>
                </c:pt>
                <c:pt idx="15875">
                  <c:v>22.5</c:v>
                </c:pt>
                <c:pt idx="15876">
                  <c:v>25</c:v>
                </c:pt>
                <c:pt idx="15877">
                  <c:v>27</c:v>
                </c:pt>
                <c:pt idx="15878">
                  <c:v>27.5</c:v>
                </c:pt>
                <c:pt idx="15879">
                  <c:v>29</c:v>
                </c:pt>
                <c:pt idx="15880">
                  <c:v>30.5</c:v>
                </c:pt>
                <c:pt idx="15881">
                  <c:v>32</c:v>
                </c:pt>
                <c:pt idx="15882">
                  <c:v>31</c:v>
                </c:pt>
                <c:pt idx="15883">
                  <c:v>30.5</c:v>
                </c:pt>
                <c:pt idx="15884">
                  <c:v>27</c:v>
                </c:pt>
                <c:pt idx="15885">
                  <c:v>27.5</c:v>
                </c:pt>
                <c:pt idx="15886">
                  <c:v>29.5</c:v>
                </c:pt>
                <c:pt idx="15887">
                  <c:v>30</c:v>
                </c:pt>
                <c:pt idx="15888">
                  <c:v>31.5</c:v>
                </c:pt>
                <c:pt idx="15889">
                  <c:v>32</c:v>
                </c:pt>
                <c:pt idx="15890">
                  <c:v>32</c:v>
                </c:pt>
                <c:pt idx="15891">
                  <c:v>30.5</c:v>
                </c:pt>
                <c:pt idx="15892">
                  <c:v>26</c:v>
                </c:pt>
                <c:pt idx="15893">
                  <c:v>23</c:v>
                </c:pt>
                <c:pt idx="15894">
                  <c:v>26.5</c:v>
                </c:pt>
                <c:pt idx="15895">
                  <c:v>28</c:v>
                </c:pt>
                <c:pt idx="15896">
                  <c:v>28.5</c:v>
                </c:pt>
                <c:pt idx="15897">
                  <c:v>30</c:v>
                </c:pt>
                <c:pt idx="15898">
                  <c:v>31.5</c:v>
                </c:pt>
                <c:pt idx="15899">
                  <c:v>31</c:v>
                </c:pt>
                <c:pt idx="15900">
                  <c:v>30.5</c:v>
                </c:pt>
                <c:pt idx="15901">
                  <c:v>29</c:v>
                </c:pt>
                <c:pt idx="15902">
                  <c:v>27.5</c:v>
                </c:pt>
                <c:pt idx="15903">
                  <c:v>28.5</c:v>
                </c:pt>
                <c:pt idx="15904">
                  <c:v>26.5</c:v>
                </c:pt>
                <c:pt idx="15905">
                  <c:v>26.5</c:v>
                </c:pt>
                <c:pt idx="15906">
                  <c:v>26.5</c:v>
                </c:pt>
                <c:pt idx="15907">
                  <c:v>26.5</c:v>
                </c:pt>
                <c:pt idx="15908">
                  <c:v>27</c:v>
                </c:pt>
                <c:pt idx="15909">
                  <c:v>26</c:v>
                </c:pt>
                <c:pt idx="15910">
                  <c:v>28</c:v>
                </c:pt>
                <c:pt idx="15911">
                  <c:v>28.5</c:v>
                </c:pt>
                <c:pt idx="15912">
                  <c:v>29.5</c:v>
                </c:pt>
                <c:pt idx="15913">
                  <c:v>30</c:v>
                </c:pt>
                <c:pt idx="15914">
                  <c:v>31</c:v>
                </c:pt>
                <c:pt idx="15915">
                  <c:v>32</c:v>
                </c:pt>
                <c:pt idx="15916">
                  <c:v>31.5</c:v>
                </c:pt>
                <c:pt idx="15917">
                  <c:v>31</c:v>
                </c:pt>
                <c:pt idx="15918">
                  <c:v>32.5</c:v>
                </c:pt>
                <c:pt idx="15919">
                  <c:v>34</c:v>
                </c:pt>
                <c:pt idx="15920">
                  <c:v>34</c:v>
                </c:pt>
                <c:pt idx="15921">
                  <c:v>33.5</c:v>
                </c:pt>
                <c:pt idx="15922">
                  <c:v>32</c:v>
                </c:pt>
                <c:pt idx="15923">
                  <c:v>33.5</c:v>
                </c:pt>
                <c:pt idx="15924">
                  <c:v>35</c:v>
                </c:pt>
                <c:pt idx="15925">
                  <c:v>36</c:v>
                </c:pt>
                <c:pt idx="15926">
                  <c:v>36.5</c:v>
                </c:pt>
                <c:pt idx="15927">
                  <c:v>37</c:v>
                </c:pt>
                <c:pt idx="15928">
                  <c:v>35.5</c:v>
                </c:pt>
                <c:pt idx="15929">
                  <c:v>33.5</c:v>
                </c:pt>
                <c:pt idx="15930">
                  <c:v>31</c:v>
                </c:pt>
                <c:pt idx="15931">
                  <c:v>32</c:v>
                </c:pt>
                <c:pt idx="15932">
                  <c:v>31</c:v>
                </c:pt>
                <c:pt idx="15933">
                  <c:v>25.5</c:v>
                </c:pt>
                <c:pt idx="15934">
                  <c:v>26.5</c:v>
                </c:pt>
                <c:pt idx="15935">
                  <c:v>28.5</c:v>
                </c:pt>
                <c:pt idx="15936">
                  <c:v>29</c:v>
                </c:pt>
                <c:pt idx="15937">
                  <c:v>31.5</c:v>
                </c:pt>
                <c:pt idx="15938">
                  <c:v>32</c:v>
                </c:pt>
                <c:pt idx="15939">
                  <c:v>25.5</c:v>
                </c:pt>
                <c:pt idx="15940">
                  <c:v>24.5</c:v>
                </c:pt>
                <c:pt idx="15941">
                  <c:v>25.5</c:v>
                </c:pt>
                <c:pt idx="15942">
                  <c:v>26</c:v>
                </c:pt>
                <c:pt idx="15943">
                  <c:v>27</c:v>
                </c:pt>
                <c:pt idx="15944">
                  <c:v>25.5</c:v>
                </c:pt>
                <c:pt idx="15945">
                  <c:v>26.5</c:v>
                </c:pt>
                <c:pt idx="15946">
                  <c:v>26</c:v>
                </c:pt>
                <c:pt idx="15947">
                  <c:v>26.5</c:v>
                </c:pt>
                <c:pt idx="15948">
                  <c:v>27.5</c:v>
                </c:pt>
                <c:pt idx="15949">
                  <c:v>27</c:v>
                </c:pt>
                <c:pt idx="15950">
                  <c:v>28</c:v>
                </c:pt>
                <c:pt idx="15951">
                  <c:v>27.5</c:v>
                </c:pt>
                <c:pt idx="15952">
                  <c:v>25.5</c:v>
                </c:pt>
                <c:pt idx="15953">
                  <c:v>21.5</c:v>
                </c:pt>
                <c:pt idx="15954">
                  <c:v>23</c:v>
                </c:pt>
                <c:pt idx="15955">
                  <c:v>24.5</c:v>
                </c:pt>
                <c:pt idx="15956">
                  <c:v>25.5</c:v>
                </c:pt>
                <c:pt idx="15957">
                  <c:v>26</c:v>
                </c:pt>
                <c:pt idx="15958">
                  <c:v>25</c:v>
                </c:pt>
                <c:pt idx="15959">
                  <c:v>22.5</c:v>
                </c:pt>
                <c:pt idx="15960">
                  <c:v>19.5</c:v>
                </c:pt>
                <c:pt idx="15961">
                  <c:v>21.5</c:v>
                </c:pt>
                <c:pt idx="15962">
                  <c:v>22</c:v>
                </c:pt>
                <c:pt idx="15963">
                  <c:v>22.5</c:v>
                </c:pt>
                <c:pt idx="15964">
                  <c:v>21.5</c:v>
                </c:pt>
                <c:pt idx="15965">
                  <c:v>22</c:v>
                </c:pt>
                <c:pt idx="15966">
                  <c:v>23.5</c:v>
                </c:pt>
                <c:pt idx="15967">
                  <c:v>21</c:v>
                </c:pt>
                <c:pt idx="15968">
                  <c:v>19</c:v>
                </c:pt>
                <c:pt idx="15969">
                  <c:v>20</c:v>
                </c:pt>
                <c:pt idx="15970">
                  <c:v>21</c:v>
                </c:pt>
                <c:pt idx="15971">
                  <c:v>22.5</c:v>
                </c:pt>
                <c:pt idx="15972">
                  <c:v>19</c:v>
                </c:pt>
                <c:pt idx="15973">
                  <c:v>17.5</c:v>
                </c:pt>
                <c:pt idx="15974">
                  <c:v>16</c:v>
                </c:pt>
                <c:pt idx="15975">
                  <c:v>17.5</c:v>
                </c:pt>
                <c:pt idx="15976">
                  <c:v>17.5</c:v>
                </c:pt>
                <c:pt idx="15977">
                  <c:v>15.5</c:v>
                </c:pt>
                <c:pt idx="15978">
                  <c:v>16.5</c:v>
                </c:pt>
                <c:pt idx="15979">
                  <c:v>18</c:v>
                </c:pt>
                <c:pt idx="15980">
                  <c:v>17.5</c:v>
                </c:pt>
                <c:pt idx="15981">
                  <c:v>18.5</c:v>
                </c:pt>
                <c:pt idx="15982">
                  <c:v>18</c:v>
                </c:pt>
                <c:pt idx="15983">
                  <c:v>19.5</c:v>
                </c:pt>
                <c:pt idx="15984">
                  <c:v>19</c:v>
                </c:pt>
                <c:pt idx="15985">
                  <c:v>17.5</c:v>
                </c:pt>
                <c:pt idx="15986">
                  <c:v>17</c:v>
                </c:pt>
                <c:pt idx="15987">
                  <c:v>16</c:v>
                </c:pt>
                <c:pt idx="15988">
                  <c:v>17</c:v>
                </c:pt>
                <c:pt idx="15989">
                  <c:v>18</c:v>
                </c:pt>
                <c:pt idx="15990">
                  <c:v>18</c:v>
                </c:pt>
                <c:pt idx="15991">
                  <c:v>17</c:v>
                </c:pt>
                <c:pt idx="15992">
                  <c:v>12</c:v>
                </c:pt>
                <c:pt idx="15993">
                  <c:v>10.5</c:v>
                </c:pt>
                <c:pt idx="15994">
                  <c:v>13.5</c:v>
                </c:pt>
                <c:pt idx="15995">
                  <c:v>15</c:v>
                </c:pt>
                <c:pt idx="15996">
                  <c:v>14.5</c:v>
                </c:pt>
                <c:pt idx="15997">
                  <c:v>12.5</c:v>
                </c:pt>
                <c:pt idx="15998">
                  <c:v>12.5</c:v>
                </c:pt>
                <c:pt idx="15999">
                  <c:v>12.5</c:v>
                </c:pt>
                <c:pt idx="16000">
                  <c:v>15</c:v>
                </c:pt>
                <c:pt idx="16001">
                  <c:v>17</c:v>
                </c:pt>
                <c:pt idx="16002">
                  <c:v>15</c:v>
                </c:pt>
                <c:pt idx="16003">
                  <c:v>14</c:v>
                </c:pt>
                <c:pt idx="16004">
                  <c:v>14.5</c:v>
                </c:pt>
                <c:pt idx="16005">
                  <c:v>13</c:v>
                </c:pt>
                <c:pt idx="16006">
                  <c:v>13.5</c:v>
                </c:pt>
                <c:pt idx="16007">
                  <c:v>14.5</c:v>
                </c:pt>
                <c:pt idx="16008">
                  <c:v>15</c:v>
                </c:pt>
                <c:pt idx="16009">
                  <c:v>16</c:v>
                </c:pt>
                <c:pt idx="16010">
                  <c:v>12</c:v>
                </c:pt>
                <c:pt idx="16011">
                  <c:v>11</c:v>
                </c:pt>
                <c:pt idx="16012">
                  <c:v>11.5</c:v>
                </c:pt>
                <c:pt idx="16013">
                  <c:v>12.5</c:v>
                </c:pt>
                <c:pt idx="16014">
                  <c:v>10</c:v>
                </c:pt>
                <c:pt idx="16015">
                  <c:v>9</c:v>
                </c:pt>
                <c:pt idx="16016">
                  <c:v>9.5</c:v>
                </c:pt>
                <c:pt idx="16017">
                  <c:v>12</c:v>
                </c:pt>
                <c:pt idx="16018">
                  <c:v>11.5</c:v>
                </c:pt>
                <c:pt idx="16019">
                  <c:v>11</c:v>
                </c:pt>
                <c:pt idx="16020">
                  <c:v>11.5</c:v>
                </c:pt>
                <c:pt idx="16021">
                  <c:v>7</c:v>
                </c:pt>
                <c:pt idx="16022">
                  <c:v>8</c:v>
                </c:pt>
                <c:pt idx="16023">
                  <c:v>8.5</c:v>
                </c:pt>
                <c:pt idx="16024">
                  <c:v>9.5</c:v>
                </c:pt>
                <c:pt idx="16025">
                  <c:v>9.5</c:v>
                </c:pt>
                <c:pt idx="16026">
                  <c:v>8.5</c:v>
                </c:pt>
                <c:pt idx="16027">
                  <c:v>8.5</c:v>
                </c:pt>
                <c:pt idx="16028">
                  <c:v>9</c:v>
                </c:pt>
                <c:pt idx="16029">
                  <c:v>12</c:v>
                </c:pt>
                <c:pt idx="16030">
                  <c:v>14</c:v>
                </c:pt>
                <c:pt idx="16031">
                  <c:v>14.5</c:v>
                </c:pt>
                <c:pt idx="16032">
                  <c:v>16</c:v>
                </c:pt>
                <c:pt idx="16033">
                  <c:v>15.5</c:v>
                </c:pt>
                <c:pt idx="16034">
                  <c:v>15.5</c:v>
                </c:pt>
                <c:pt idx="16035">
                  <c:v>13</c:v>
                </c:pt>
                <c:pt idx="16036">
                  <c:v>11</c:v>
                </c:pt>
                <c:pt idx="16037">
                  <c:v>9.5</c:v>
                </c:pt>
                <c:pt idx="16038">
                  <c:v>8.5</c:v>
                </c:pt>
                <c:pt idx="16039">
                  <c:v>9</c:v>
                </c:pt>
                <c:pt idx="16040">
                  <c:v>7.5</c:v>
                </c:pt>
                <c:pt idx="16041">
                  <c:v>7</c:v>
                </c:pt>
                <c:pt idx="16042">
                  <c:v>7.5</c:v>
                </c:pt>
                <c:pt idx="16043">
                  <c:v>8.5</c:v>
                </c:pt>
                <c:pt idx="16044">
                  <c:v>10</c:v>
                </c:pt>
                <c:pt idx="16045">
                  <c:v>12</c:v>
                </c:pt>
                <c:pt idx="16046">
                  <c:v>12</c:v>
                </c:pt>
                <c:pt idx="16047">
                  <c:v>11.5</c:v>
                </c:pt>
                <c:pt idx="16048">
                  <c:v>8</c:v>
                </c:pt>
                <c:pt idx="16049">
                  <c:v>6</c:v>
                </c:pt>
                <c:pt idx="16050">
                  <c:v>5</c:v>
                </c:pt>
                <c:pt idx="16051">
                  <c:v>2.5</c:v>
                </c:pt>
                <c:pt idx="16052">
                  <c:v>0</c:v>
                </c:pt>
                <c:pt idx="16053">
                  <c:v>-0.5</c:v>
                </c:pt>
                <c:pt idx="16054">
                  <c:v>0</c:v>
                </c:pt>
                <c:pt idx="16055">
                  <c:v>1</c:v>
                </c:pt>
                <c:pt idx="16056">
                  <c:v>2</c:v>
                </c:pt>
                <c:pt idx="16057">
                  <c:v>2.5</c:v>
                </c:pt>
                <c:pt idx="16058">
                  <c:v>3.5</c:v>
                </c:pt>
                <c:pt idx="16059">
                  <c:v>6</c:v>
                </c:pt>
                <c:pt idx="16060">
                  <c:v>6.5</c:v>
                </c:pt>
                <c:pt idx="16061">
                  <c:v>6</c:v>
                </c:pt>
                <c:pt idx="16062">
                  <c:v>7</c:v>
                </c:pt>
                <c:pt idx="16063">
                  <c:v>6</c:v>
                </c:pt>
                <c:pt idx="16064">
                  <c:v>5</c:v>
                </c:pt>
                <c:pt idx="16065">
                  <c:v>6</c:v>
                </c:pt>
                <c:pt idx="16066">
                  <c:v>7.5</c:v>
                </c:pt>
                <c:pt idx="16067">
                  <c:v>7.5</c:v>
                </c:pt>
                <c:pt idx="16068">
                  <c:v>7.5</c:v>
                </c:pt>
                <c:pt idx="16069">
                  <c:v>9</c:v>
                </c:pt>
                <c:pt idx="16070">
                  <c:v>7.5</c:v>
                </c:pt>
                <c:pt idx="16071">
                  <c:v>4.5</c:v>
                </c:pt>
                <c:pt idx="16072">
                  <c:v>3</c:v>
                </c:pt>
                <c:pt idx="16073">
                  <c:v>3.5</c:v>
                </c:pt>
                <c:pt idx="16074">
                  <c:v>4.5</c:v>
                </c:pt>
                <c:pt idx="16075">
                  <c:v>5</c:v>
                </c:pt>
                <c:pt idx="16076">
                  <c:v>6</c:v>
                </c:pt>
                <c:pt idx="16077">
                  <c:v>5</c:v>
                </c:pt>
                <c:pt idx="16078">
                  <c:v>5</c:v>
                </c:pt>
                <c:pt idx="16079">
                  <c:v>4.5</c:v>
                </c:pt>
                <c:pt idx="16080">
                  <c:v>4</c:v>
                </c:pt>
                <c:pt idx="16081">
                  <c:v>5</c:v>
                </c:pt>
                <c:pt idx="16082">
                  <c:v>5</c:v>
                </c:pt>
                <c:pt idx="16083">
                  <c:v>5</c:v>
                </c:pt>
                <c:pt idx="16084">
                  <c:v>4.5</c:v>
                </c:pt>
                <c:pt idx="16085">
                  <c:v>5</c:v>
                </c:pt>
                <c:pt idx="16086">
                  <c:v>4.5</c:v>
                </c:pt>
                <c:pt idx="16087">
                  <c:v>3.5</c:v>
                </c:pt>
                <c:pt idx="16088">
                  <c:v>4.5</c:v>
                </c:pt>
                <c:pt idx="16089">
                  <c:v>3.5</c:v>
                </c:pt>
                <c:pt idx="16090">
                  <c:v>3</c:v>
                </c:pt>
                <c:pt idx="16091">
                  <c:v>3.5</c:v>
                </c:pt>
                <c:pt idx="16092">
                  <c:v>3.5</c:v>
                </c:pt>
                <c:pt idx="16093">
                  <c:v>3</c:v>
                </c:pt>
                <c:pt idx="16094">
                  <c:v>4</c:v>
                </c:pt>
                <c:pt idx="16095">
                  <c:v>5.5</c:v>
                </c:pt>
                <c:pt idx="16096">
                  <c:v>6</c:v>
                </c:pt>
                <c:pt idx="16097">
                  <c:v>7.5</c:v>
                </c:pt>
                <c:pt idx="16098">
                  <c:v>5</c:v>
                </c:pt>
                <c:pt idx="16099">
                  <c:v>4.5</c:v>
                </c:pt>
                <c:pt idx="16100">
                  <c:v>6</c:v>
                </c:pt>
                <c:pt idx="16101">
                  <c:v>7.5</c:v>
                </c:pt>
                <c:pt idx="16102">
                  <c:v>7</c:v>
                </c:pt>
                <c:pt idx="16103">
                  <c:v>8.5</c:v>
                </c:pt>
                <c:pt idx="16104">
                  <c:v>9.5</c:v>
                </c:pt>
                <c:pt idx="16105">
                  <c:v>10</c:v>
                </c:pt>
                <c:pt idx="16106">
                  <c:v>10.5</c:v>
                </c:pt>
                <c:pt idx="16107">
                  <c:v>10</c:v>
                </c:pt>
                <c:pt idx="16108">
                  <c:v>10.5</c:v>
                </c:pt>
                <c:pt idx="16109">
                  <c:v>10</c:v>
                </c:pt>
                <c:pt idx="16110">
                  <c:v>10</c:v>
                </c:pt>
                <c:pt idx="16111">
                  <c:v>8</c:v>
                </c:pt>
                <c:pt idx="16112">
                  <c:v>4.5</c:v>
                </c:pt>
                <c:pt idx="16113">
                  <c:v>1.5</c:v>
                </c:pt>
                <c:pt idx="16114">
                  <c:v>2</c:v>
                </c:pt>
                <c:pt idx="16115">
                  <c:v>2</c:v>
                </c:pt>
                <c:pt idx="16116">
                  <c:v>3</c:v>
                </c:pt>
                <c:pt idx="16117">
                  <c:v>3</c:v>
                </c:pt>
                <c:pt idx="16118">
                  <c:v>2.5</c:v>
                </c:pt>
                <c:pt idx="16119">
                  <c:v>3</c:v>
                </c:pt>
                <c:pt idx="16120">
                  <c:v>4</c:v>
                </c:pt>
                <c:pt idx="16121">
                  <c:v>6</c:v>
                </c:pt>
                <c:pt idx="16122">
                  <c:v>6.5</c:v>
                </c:pt>
                <c:pt idx="16123">
                  <c:v>6</c:v>
                </c:pt>
                <c:pt idx="16124">
                  <c:v>6</c:v>
                </c:pt>
                <c:pt idx="16125">
                  <c:v>7.5</c:v>
                </c:pt>
                <c:pt idx="16126">
                  <c:v>6</c:v>
                </c:pt>
                <c:pt idx="16127">
                  <c:v>5.5</c:v>
                </c:pt>
                <c:pt idx="16128">
                  <c:v>6</c:v>
                </c:pt>
                <c:pt idx="16129">
                  <c:v>5.5</c:v>
                </c:pt>
                <c:pt idx="16130">
                  <c:v>5</c:v>
                </c:pt>
                <c:pt idx="16131">
                  <c:v>7</c:v>
                </c:pt>
                <c:pt idx="16132">
                  <c:v>7.5</c:v>
                </c:pt>
                <c:pt idx="16133">
                  <c:v>6</c:v>
                </c:pt>
                <c:pt idx="16134">
                  <c:v>5.5</c:v>
                </c:pt>
                <c:pt idx="16135">
                  <c:v>8</c:v>
                </c:pt>
                <c:pt idx="16136">
                  <c:v>7.5</c:v>
                </c:pt>
                <c:pt idx="16137">
                  <c:v>9</c:v>
                </c:pt>
                <c:pt idx="16138">
                  <c:v>8.5</c:v>
                </c:pt>
                <c:pt idx="16139">
                  <c:v>9</c:v>
                </c:pt>
                <c:pt idx="16140">
                  <c:v>10</c:v>
                </c:pt>
                <c:pt idx="16141">
                  <c:v>11.5</c:v>
                </c:pt>
                <c:pt idx="16142">
                  <c:v>13</c:v>
                </c:pt>
                <c:pt idx="16143">
                  <c:v>13.5</c:v>
                </c:pt>
                <c:pt idx="16144">
                  <c:v>13.5</c:v>
                </c:pt>
                <c:pt idx="16145">
                  <c:v>13</c:v>
                </c:pt>
                <c:pt idx="16146">
                  <c:v>14.5</c:v>
                </c:pt>
                <c:pt idx="16147">
                  <c:v>12.5</c:v>
                </c:pt>
                <c:pt idx="16148">
                  <c:v>12.5</c:v>
                </c:pt>
                <c:pt idx="16149">
                  <c:v>14</c:v>
                </c:pt>
                <c:pt idx="16150">
                  <c:v>14.5</c:v>
                </c:pt>
                <c:pt idx="16151">
                  <c:v>16</c:v>
                </c:pt>
                <c:pt idx="16152">
                  <c:v>16</c:v>
                </c:pt>
                <c:pt idx="16153">
                  <c:v>16.5</c:v>
                </c:pt>
                <c:pt idx="16154">
                  <c:v>15.5</c:v>
                </c:pt>
                <c:pt idx="16155">
                  <c:v>18</c:v>
                </c:pt>
                <c:pt idx="16156">
                  <c:v>18</c:v>
                </c:pt>
                <c:pt idx="16157">
                  <c:v>18</c:v>
                </c:pt>
                <c:pt idx="16158">
                  <c:v>17.5</c:v>
                </c:pt>
                <c:pt idx="16159">
                  <c:v>17.5</c:v>
                </c:pt>
                <c:pt idx="16160">
                  <c:v>16.5</c:v>
                </c:pt>
                <c:pt idx="16161">
                  <c:v>16.5</c:v>
                </c:pt>
                <c:pt idx="16162">
                  <c:v>14.5</c:v>
                </c:pt>
                <c:pt idx="16163">
                  <c:v>14.5</c:v>
                </c:pt>
                <c:pt idx="16164">
                  <c:v>15.5</c:v>
                </c:pt>
                <c:pt idx="16165">
                  <c:v>17.5</c:v>
                </c:pt>
                <c:pt idx="16166">
                  <c:v>17.5</c:v>
                </c:pt>
                <c:pt idx="16167">
                  <c:v>15.5</c:v>
                </c:pt>
                <c:pt idx="16168">
                  <c:v>14.5</c:v>
                </c:pt>
                <c:pt idx="16169">
                  <c:v>14</c:v>
                </c:pt>
                <c:pt idx="16170">
                  <c:v>14.5</c:v>
                </c:pt>
                <c:pt idx="16171">
                  <c:v>15.5</c:v>
                </c:pt>
                <c:pt idx="16172">
                  <c:v>18</c:v>
                </c:pt>
                <c:pt idx="16173">
                  <c:v>14.5</c:v>
                </c:pt>
                <c:pt idx="16174">
                  <c:v>10.5</c:v>
                </c:pt>
                <c:pt idx="16175">
                  <c:v>9.5</c:v>
                </c:pt>
                <c:pt idx="16176">
                  <c:v>11</c:v>
                </c:pt>
                <c:pt idx="16177">
                  <c:v>12</c:v>
                </c:pt>
                <c:pt idx="16178">
                  <c:v>10</c:v>
                </c:pt>
                <c:pt idx="16179">
                  <c:v>12</c:v>
                </c:pt>
                <c:pt idx="16180">
                  <c:v>14.5</c:v>
                </c:pt>
                <c:pt idx="16181">
                  <c:v>17.5</c:v>
                </c:pt>
                <c:pt idx="16182">
                  <c:v>18</c:v>
                </c:pt>
                <c:pt idx="16183">
                  <c:v>18</c:v>
                </c:pt>
                <c:pt idx="16184">
                  <c:v>19.5</c:v>
                </c:pt>
                <c:pt idx="16185">
                  <c:v>19</c:v>
                </c:pt>
                <c:pt idx="16186">
                  <c:v>19</c:v>
                </c:pt>
                <c:pt idx="16187">
                  <c:v>18.5</c:v>
                </c:pt>
                <c:pt idx="16188">
                  <c:v>19</c:v>
                </c:pt>
                <c:pt idx="16189">
                  <c:v>19</c:v>
                </c:pt>
                <c:pt idx="16190">
                  <c:v>13</c:v>
                </c:pt>
                <c:pt idx="16191">
                  <c:v>13.5</c:v>
                </c:pt>
                <c:pt idx="16192">
                  <c:v>16.5</c:v>
                </c:pt>
                <c:pt idx="16193">
                  <c:v>18.5</c:v>
                </c:pt>
                <c:pt idx="16194">
                  <c:v>21.5</c:v>
                </c:pt>
                <c:pt idx="16195">
                  <c:v>20.5</c:v>
                </c:pt>
                <c:pt idx="16196">
                  <c:v>18</c:v>
                </c:pt>
                <c:pt idx="16197">
                  <c:v>17</c:v>
                </c:pt>
                <c:pt idx="16198">
                  <c:v>18</c:v>
                </c:pt>
                <c:pt idx="16199">
                  <c:v>19.5</c:v>
                </c:pt>
                <c:pt idx="16200">
                  <c:v>21</c:v>
                </c:pt>
                <c:pt idx="16201">
                  <c:v>21.5</c:v>
                </c:pt>
                <c:pt idx="16202">
                  <c:v>23</c:v>
                </c:pt>
                <c:pt idx="16203">
                  <c:v>25</c:v>
                </c:pt>
                <c:pt idx="16204">
                  <c:v>26</c:v>
                </c:pt>
                <c:pt idx="16205">
                  <c:v>25.5</c:v>
                </c:pt>
                <c:pt idx="16206">
                  <c:v>22</c:v>
                </c:pt>
                <c:pt idx="16207">
                  <c:v>22</c:v>
                </c:pt>
                <c:pt idx="16208">
                  <c:v>20</c:v>
                </c:pt>
                <c:pt idx="16209">
                  <c:v>20</c:v>
                </c:pt>
                <c:pt idx="16210">
                  <c:v>22</c:v>
                </c:pt>
                <c:pt idx="16211">
                  <c:v>22.5</c:v>
                </c:pt>
                <c:pt idx="16212">
                  <c:v>23</c:v>
                </c:pt>
                <c:pt idx="16213">
                  <c:v>24</c:v>
                </c:pt>
                <c:pt idx="16214">
                  <c:v>26</c:v>
                </c:pt>
                <c:pt idx="16215">
                  <c:v>25.5</c:v>
                </c:pt>
                <c:pt idx="16216">
                  <c:v>25</c:v>
                </c:pt>
                <c:pt idx="16217">
                  <c:v>24.5</c:v>
                </c:pt>
                <c:pt idx="16218">
                  <c:v>23</c:v>
                </c:pt>
                <c:pt idx="16219">
                  <c:v>20</c:v>
                </c:pt>
                <c:pt idx="16220">
                  <c:v>22.5</c:v>
                </c:pt>
                <c:pt idx="16221">
                  <c:v>23.5</c:v>
                </c:pt>
                <c:pt idx="16222">
                  <c:v>24.5</c:v>
                </c:pt>
                <c:pt idx="16223">
                  <c:v>26</c:v>
                </c:pt>
                <c:pt idx="16224">
                  <c:v>27.5</c:v>
                </c:pt>
                <c:pt idx="16225">
                  <c:v>28.5</c:v>
                </c:pt>
                <c:pt idx="16226">
                  <c:v>27.5</c:v>
                </c:pt>
                <c:pt idx="16227">
                  <c:v>28.5</c:v>
                </c:pt>
                <c:pt idx="16228">
                  <c:v>29</c:v>
                </c:pt>
                <c:pt idx="16229">
                  <c:v>30.5</c:v>
                </c:pt>
                <c:pt idx="16230">
                  <c:v>32</c:v>
                </c:pt>
                <c:pt idx="16231">
                  <c:v>33</c:v>
                </c:pt>
                <c:pt idx="16232">
                  <c:v>28</c:v>
                </c:pt>
                <c:pt idx="16233">
                  <c:v>29.5</c:v>
                </c:pt>
                <c:pt idx="16234">
                  <c:v>30.5</c:v>
                </c:pt>
                <c:pt idx="16235">
                  <c:v>30</c:v>
                </c:pt>
                <c:pt idx="16236">
                  <c:v>29</c:v>
                </c:pt>
                <c:pt idx="16237">
                  <c:v>26.5</c:v>
                </c:pt>
                <c:pt idx="16238">
                  <c:v>29</c:v>
                </c:pt>
                <c:pt idx="16239">
                  <c:v>32</c:v>
                </c:pt>
                <c:pt idx="16240">
                  <c:v>33</c:v>
                </c:pt>
                <c:pt idx="16241">
                  <c:v>33.5</c:v>
                </c:pt>
                <c:pt idx="16242">
                  <c:v>31.5</c:v>
                </c:pt>
                <c:pt idx="16243">
                  <c:v>29</c:v>
                </c:pt>
                <c:pt idx="16244">
                  <c:v>27.5</c:v>
                </c:pt>
                <c:pt idx="16245">
                  <c:v>27.5</c:v>
                </c:pt>
                <c:pt idx="16246">
                  <c:v>30.5</c:v>
                </c:pt>
                <c:pt idx="16247">
                  <c:v>31</c:v>
                </c:pt>
                <c:pt idx="16248">
                  <c:v>29.5</c:v>
                </c:pt>
                <c:pt idx="16249">
                  <c:v>26.5</c:v>
                </c:pt>
                <c:pt idx="16250">
                  <c:v>27.5</c:v>
                </c:pt>
                <c:pt idx="16251">
                  <c:v>28.5</c:v>
                </c:pt>
                <c:pt idx="16252">
                  <c:v>31.5</c:v>
                </c:pt>
                <c:pt idx="16253">
                  <c:v>32</c:v>
                </c:pt>
                <c:pt idx="16254">
                  <c:v>32.5</c:v>
                </c:pt>
                <c:pt idx="16255">
                  <c:v>31.5</c:v>
                </c:pt>
                <c:pt idx="16256">
                  <c:v>33</c:v>
                </c:pt>
                <c:pt idx="16257">
                  <c:v>32</c:v>
                </c:pt>
                <c:pt idx="16258">
                  <c:v>28.5</c:v>
                </c:pt>
                <c:pt idx="16259">
                  <c:v>25</c:v>
                </c:pt>
                <c:pt idx="16260">
                  <c:v>27.5</c:v>
                </c:pt>
                <c:pt idx="16261">
                  <c:v>30.5</c:v>
                </c:pt>
                <c:pt idx="16262">
                  <c:v>32.5</c:v>
                </c:pt>
                <c:pt idx="16263">
                  <c:v>29</c:v>
                </c:pt>
                <c:pt idx="16264">
                  <c:v>29</c:v>
                </c:pt>
                <c:pt idx="16265">
                  <c:v>29.5</c:v>
                </c:pt>
                <c:pt idx="16266">
                  <c:v>31</c:v>
                </c:pt>
                <c:pt idx="16267">
                  <c:v>30.5</c:v>
                </c:pt>
                <c:pt idx="16268">
                  <c:v>31.5</c:v>
                </c:pt>
                <c:pt idx="16269">
                  <c:v>31.5</c:v>
                </c:pt>
                <c:pt idx="16270">
                  <c:v>31.5</c:v>
                </c:pt>
                <c:pt idx="16271">
                  <c:v>32.5</c:v>
                </c:pt>
                <c:pt idx="16272">
                  <c:v>33</c:v>
                </c:pt>
                <c:pt idx="16273">
                  <c:v>31.5</c:v>
                </c:pt>
                <c:pt idx="16274">
                  <c:v>33</c:v>
                </c:pt>
                <c:pt idx="16275">
                  <c:v>34</c:v>
                </c:pt>
                <c:pt idx="16276">
                  <c:v>33.5</c:v>
                </c:pt>
                <c:pt idx="16277">
                  <c:v>33</c:v>
                </c:pt>
                <c:pt idx="16278">
                  <c:v>31</c:v>
                </c:pt>
                <c:pt idx="16279">
                  <c:v>29</c:v>
                </c:pt>
                <c:pt idx="16280">
                  <c:v>29</c:v>
                </c:pt>
                <c:pt idx="16281">
                  <c:v>30.5</c:v>
                </c:pt>
                <c:pt idx="16282">
                  <c:v>31</c:v>
                </c:pt>
                <c:pt idx="16283">
                  <c:v>26.5</c:v>
                </c:pt>
                <c:pt idx="16284">
                  <c:v>30.5</c:v>
                </c:pt>
                <c:pt idx="16285">
                  <c:v>30</c:v>
                </c:pt>
                <c:pt idx="16286">
                  <c:v>31</c:v>
                </c:pt>
                <c:pt idx="16287">
                  <c:v>32</c:v>
                </c:pt>
                <c:pt idx="16288">
                  <c:v>32</c:v>
                </c:pt>
                <c:pt idx="16289">
                  <c:v>32.5</c:v>
                </c:pt>
                <c:pt idx="16290">
                  <c:v>30.5</c:v>
                </c:pt>
                <c:pt idx="16291">
                  <c:v>32</c:v>
                </c:pt>
                <c:pt idx="16292">
                  <c:v>32</c:v>
                </c:pt>
                <c:pt idx="16293">
                  <c:v>29.5</c:v>
                </c:pt>
                <c:pt idx="16294">
                  <c:v>27</c:v>
                </c:pt>
                <c:pt idx="16295">
                  <c:v>27</c:v>
                </c:pt>
                <c:pt idx="16296">
                  <c:v>27</c:v>
                </c:pt>
                <c:pt idx="16297">
                  <c:v>19.5</c:v>
                </c:pt>
                <c:pt idx="16298">
                  <c:v>23</c:v>
                </c:pt>
                <c:pt idx="16299">
                  <c:v>23.5</c:v>
                </c:pt>
                <c:pt idx="16300">
                  <c:v>25.5</c:v>
                </c:pt>
                <c:pt idx="16301">
                  <c:v>27</c:v>
                </c:pt>
                <c:pt idx="16302">
                  <c:v>27.5</c:v>
                </c:pt>
                <c:pt idx="16303">
                  <c:v>27</c:v>
                </c:pt>
                <c:pt idx="16304">
                  <c:v>26</c:v>
                </c:pt>
                <c:pt idx="16305">
                  <c:v>25</c:v>
                </c:pt>
                <c:pt idx="16306">
                  <c:v>26.5</c:v>
                </c:pt>
                <c:pt idx="16307">
                  <c:v>27.5</c:v>
                </c:pt>
                <c:pt idx="16308">
                  <c:v>26.5</c:v>
                </c:pt>
                <c:pt idx="16309">
                  <c:v>28.5</c:v>
                </c:pt>
                <c:pt idx="16310">
                  <c:v>29.5</c:v>
                </c:pt>
                <c:pt idx="16311">
                  <c:v>30</c:v>
                </c:pt>
                <c:pt idx="16312">
                  <c:v>30</c:v>
                </c:pt>
                <c:pt idx="16313">
                  <c:v>30.5</c:v>
                </c:pt>
                <c:pt idx="16314">
                  <c:v>28.5</c:v>
                </c:pt>
                <c:pt idx="16315">
                  <c:v>25</c:v>
                </c:pt>
                <c:pt idx="16316">
                  <c:v>25</c:v>
                </c:pt>
                <c:pt idx="16317">
                  <c:v>22.5</c:v>
                </c:pt>
                <c:pt idx="16318">
                  <c:v>21</c:v>
                </c:pt>
                <c:pt idx="16319">
                  <c:v>22</c:v>
                </c:pt>
                <c:pt idx="16320">
                  <c:v>24.5</c:v>
                </c:pt>
                <c:pt idx="16321">
                  <c:v>25.5</c:v>
                </c:pt>
                <c:pt idx="16322">
                  <c:v>24.5</c:v>
                </c:pt>
                <c:pt idx="16323">
                  <c:v>24</c:v>
                </c:pt>
                <c:pt idx="16324">
                  <c:v>24</c:v>
                </c:pt>
                <c:pt idx="16325">
                  <c:v>22</c:v>
                </c:pt>
                <c:pt idx="16326">
                  <c:v>20.5</c:v>
                </c:pt>
                <c:pt idx="16327">
                  <c:v>21.5</c:v>
                </c:pt>
                <c:pt idx="16328">
                  <c:v>23.5</c:v>
                </c:pt>
                <c:pt idx="16329">
                  <c:v>24.5</c:v>
                </c:pt>
                <c:pt idx="16330">
                  <c:v>22.5</c:v>
                </c:pt>
                <c:pt idx="16331">
                  <c:v>23</c:v>
                </c:pt>
                <c:pt idx="16332">
                  <c:v>23</c:v>
                </c:pt>
                <c:pt idx="16333">
                  <c:v>23.5</c:v>
                </c:pt>
                <c:pt idx="16334">
                  <c:v>21.5</c:v>
                </c:pt>
                <c:pt idx="16335">
                  <c:v>22</c:v>
                </c:pt>
                <c:pt idx="16336">
                  <c:v>21</c:v>
                </c:pt>
                <c:pt idx="16337">
                  <c:v>21.5</c:v>
                </c:pt>
                <c:pt idx="16338">
                  <c:v>22</c:v>
                </c:pt>
                <c:pt idx="16339">
                  <c:v>23</c:v>
                </c:pt>
                <c:pt idx="16340">
                  <c:v>23.5</c:v>
                </c:pt>
                <c:pt idx="16341">
                  <c:v>19</c:v>
                </c:pt>
                <c:pt idx="16342">
                  <c:v>16.5</c:v>
                </c:pt>
                <c:pt idx="16343">
                  <c:v>18</c:v>
                </c:pt>
                <c:pt idx="16344">
                  <c:v>17</c:v>
                </c:pt>
                <c:pt idx="16345">
                  <c:v>19.5</c:v>
                </c:pt>
                <c:pt idx="16346">
                  <c:v>19</c:v>
                </c:pt>
                <c:pt idx="16347">
                  <c:v>18.5</c:v>
                </c:pt>
                <c:pt idx="16348">
                  <c:v>19</c:v>
                </c:pt>
                <c:pt idx="16349">
                  <c:v>19.5</c:v>
                </c:pt>
                <c:pt idx="16350">
                  <c:v>19.5</c:v>
                </c:pt>
                <c:pt idx="16351">
                  <c:v>22</c:v>
                </c:pt>
                <c:pt idx="16352">
                  <c:v>19</c:v>
                </c:pt>
                <c:pt idx="16353">
                  <c:v>17.5</c:v>
                </c:pt>
                <c:pt idx="16354">
                  <c:v>14.5</c:v>
                </c:pt>
                <c:pt idx="16355">
                  <c:v>13.5</c:v>
                </c:pt>
                <c:pt idx="16356">
                  <c:v>14.5</c:v>
                </c:pt>
                <c:pt idx="16357">
                  <c:v>14</c:v>
                </c:pt>
                <c:pt idx="16358">
                  <c:v>12.5</c:v>
                </c:pt>
                <c:pt idx="16359">
                  <c:v>12.5</c:v>
                </c:pt>
                <c:pt idx="16360">
                  <c:v>13</c:v>
                </c:pt>
                <c:pt idx="16361">
                  <c:v>11.5</c:v>
                </c:pt>
                <c:pt idx="16362">
                  <c:v>13.5</c:v>
                </c:pt>
                <c:pt idx="16363">
                  <c:v>15.5</c:v>
                </c:pt>
                <c:pt idx="16364">
                  <c:v>16</c:v>
                </c:pt>
                <c:pt idx="16365">
                  <c:v>16.5</c:v>
                </c:pt>
                <c:pt idx="16366">
                  <c:v>14.5</c:v>
                </c:pt>
                <c:pt idx="16367">
                  <c:v>13.5</c:v>
                </c:pt>
                <c:pt idx="16368">
                  <c:v>12.5</c:v>
                </c:pt>
                <c:pt idx="16369">
                  <c:v>13.5</c:v>
                </c:pt>
                <c:pt idx="16370">
                  <c:v>14</c:v>
                </c:pt>
                <c:pt idx="16371">
                  <c:v>15.5</c:v>
                </c:pt>
                <c:pt idx="16372">
                  <c:v>15.5</c:v>
                </c:pt>
                <c:pt idx="16373">
                  <c:v>15</c:v>
                </c:pt>
                <c:pt idx="16374">
                  <c:v>14.5</c:v>
                </c:pt>
                <c:pt idx="16375">
                  <c:v>16.5</c:v>
                </c:pt>
                <c:pt idx="16376">
                  <c:v>18.5</c:v>
                </c:pt>
                <c:pt idx="16377">
                  <c:v>16.5</c:v>
                </c:pt>
                <c:pt idx="16378">
                  <c:v>14.5</c:v>
                </c:pt>
                <c:pt idx="16379">
                  <c:v>10</c:v>
                </c:pt>
                <c:pt idx="16380">
                  <c:v>11</c:v>
                </c:pt>
                <c:pt idx="16381">
                  <c:v>8</c:v>
                </c:pt>
                <c:pt idx="16382">
                  <c:v>8</c:v>
                </c:pt>
                <c:pt idx="16383">
                  <c:v>9</c:v>
                </c:pt>
                <c:pt idx="16384">
                  <c:v>9.5</c:v>
                </c:pt>
                <c:pt idx="16385">
                  <c:v>11</c:v>
                </c:pt>
                <c:pt idx="16386">
                  <c:v>13</c:v>
                </c:pt>
                <c:pt idx="16387">
                  <c:v>14.5</c:v>
                </c:pt>
                <c:pt idx="16388">
                  <c:v>13.5</c:v>
                </c:pt>
                <c:pt idx="16389">
                  <c:v>13.5</c:v>
                </c:pt>
                <c:pt idx="16390">
                  <c:v>13.5</c:v>
                </c:pt>
                <c:pt idx="16391">
                  <c:v>13</c:v>
                </c:pt>
                <c:pt idx="16392">
                  <c:v>12</c:v>
                </c:pt>
                <c:pt idx="16393">
                  <c:v>10</c:v>
                </c:pt>
                <c:pt idx="16394">
                  <c:v>10</c:v>
                </c:pt>
                <c:pt idx="16395">
                  <c:v>9.5</c:v>
                </c:pt>
                <c:pt idx="16396">
                  <c:v>9</c:v>
                </c:pt>
                <c:pt idx="16397">
                  <c:v>8.5</c:v>
                </c:pt>
                <c:pt idx="16398">
                  <c:v>8.5</c:v>
                </c:pt>
                <c:pt idx="16399">
                  <c:v>9</c:v>
                </c:pt>
                <c:pt idx="16400">
                  <c:v>11.5</c:v>
                </c:pt>
                <c:pt idx="16401">
                  <c:v>11.5</c:v>
                </c:pt>
                <c:pt idx="16402">
                  <c:v>12.5</c:v>
                </c:pt>
                <c:pt idx="16403">
                  <c:v>13.5</c:v>
                </c:pt>
                <c:pt idx="16404">
                  <c:v>13</c:v>
                </c:pt>
                <c:pt idx="16405">
                  <c:v>11.5</c:v>
                </c:pt>
                <c:pt idx="16406">
                  <c:v>9</c:v>
                </c:pt>
                <c:pt idx="16407">
                  <c:v>9.5</c:v>
                </c:pt>
                <c:pt idx="16408">
                  <c:v>8.5</c:v>
                </c:pt>
                <c:pt idx="16409">
                  <c:v>7</c:v>
                </c:pt>
                <c:pt idx="16410">
                  <c:v>8</c:v>
                </c:pt>
                <c:pt idx="16411">
                  <c:v>7</c:v>
                </c:pt>
                <c:pt idx="16412">
                  <c:v>5.5</c:v>
                </c:pt>
                <c:pt idx="16413">
                  <c:v>4.5</c:v>
                </c:pt>
                <c:pt idx="16414">
                  <c:v>6</c:v>
                </c:pt>
                <c:pt idx="16415">
                  <c:v>7</c:v>
                </c:pt>
                <c:pt idx="16416">
                  <c:v>8</c:v>
                </c:pt>
                <c:pt idx="16417">
                  <c:v>8.5</c:v>
                </c:pt>
                <c:pt idx="16418">
                  <c:v>8.5</c:v>
                </c:pt>
                <c:pt idx="16419">
                  <c:v>6</c:v>
                </c:pt>
                <c:pt idx="16420">
                  <c:v>4.5</c:v>
                </c:pt>
                <c:pt idx="16421">
                  <c:v>2</c:v>
                </c:pt>
                <c:pt idx="16422">
                  <c:v>4</c:v>
                </c:pt>
                <c:pt idx="16423">
                  <c:v>4.5</c:v>
                </c:pt>
                <c:pt idx="16424">
                  <c:v>4</c:v>
                </c:pt>
                <c:pt idx="16425">
                  <c:v>3.5</c:v>
                </c:pt>
                <c:pt idx="16426">
                  <c:v>1.5</c:v>
                </c:pt>
                <c:pt idx="16427">
                  <c:v>2.5</c:v>
                </c:pt>
                <c:pt idx="16428">
                  <c:v>3</c:v>
                </c:pt>
                <c:pt idx="16429">
                  <c:v>3</c:v>
                </c:pt>
                <c:pt idx="16430">
                  <c:v>3.5</c:v>
                </c:pt>
                <c:pt idx="16431">
                  <c:v>4</c:v>
                </c:pt>
                <c:pt idx="16432">
                  <c:v>4</c:v>
                </c:pt>
                <c:pt idx="16433">
                  <c:v>4</c:v>
                </c:pt>
                <c:pt idx="16434">
                  <c:v>3</c:v>
                </c:pt>
                <c:pt idx="16435">
                  <c:v>4.5</c:v>
                </c:pt>
                <c:pt idx="16436">
                  <c:v>4.5</c:v>
                </c:pt>
                <c:pt idx="16437">
                  <c:v>5</c:v>
                </c:pt>
                <c:pt idx="16438">
                  <c:v>5</c:v>
                </c:pt>
                <c:pt idx="16439">
                  <c:v>6</c:v>
                </c:pt>
                <c:pt idx="16440">
                  <c:v>7.5</c:v>
                </c:pt>
                <c:pt idx="16441">
                  <c:v>7</c:v>
                </c:pt>
                <c:pt idx="16442">
                  <c:v>4.5</c:v>
                </c:pt>
                <c:pt idx="16443">
                  <c:v>3</c:v>
                </c:pt>
                <c:pt idx="16444">
                  <c:v>3</c:v>
                </c:pt>
                <c:pt idx="16445">
                  <c:v>3.5</c:v>
                </c:pt>
                <c:pt idx="16446">
                  <c:v>4.5</c:v>
                </c:pt>
                <c:pt idx="16447">
                  <c:v>6</c:v>
                </c:pt>
                <c:pt idx="16448">
                  <c:v>5.5</c:v>
                </c:pt>
                <c:pt idx="16449">
                  <c:v>6</c:v>
                </c:pt>
                <c:pt idx="16450">
                  <c:v>7</c:v>
                </c:pt>
                <c:pt idx="16451">
                  <c:v>9</c:v>
                </c:pt>
                <c:pt idx="16452">
                  <c:v>9.5</c:v>
                </c:pt>
                <c:pt idx="16453">
                  <c:v>10.5</c:v>
                </c:pt>
                <c:pt idx="16454">
                  <c:v>10</c:v>
                </c:pt>
                <c:pt idx="16455">
                  <c:v>9.5</c:v>
                </c:pt>
                <c:pt idx="16456">
                  <c:v>9</c:v>
                </c:pt>
                <c:pt idx="16457">
                  <c:v>10</c:v>
                </c:pt>
                <c:pt idx="16458">
                  <c:v>12</c:v>
                </c:pt>
                <c:pt idx="16459">
                  <c:v>10.5</c:v>
                </c:pt>
                <c:pt idx="16460">
                  <c:v>10</c:v>
                </c:pt>
                <c:pt idx="16461">
                  <c:v>9</c:v>
                </c:pt>
                <c:pt idx="16462">
                  <c:v>4</c:v>
                </c:pt>
                <c:pt idx="16463">
                  <c:v>0.5</c:v>
                </c:pt>
                <c:pt idx="16464">
                  <c:v>1</c:v>
                </c:pt>
                <c:pt idx="16465">
                  <c:v>3</c:v>
                </c:pt>
                <c:pt idx="16466">
                  <c:v>7.5</c:v>
                </c:pt>
                <c:pt idx="16467">
                  <c:v>5.5</c:v>
                </c:pt>
                <c:pt idx="16468">
                  <c:v>4</c:v>
                </c:pt>
                <c:pt idx="16469">
                  <c:v>4.5</c:v>
                </c:pt>
                <c:pt idx="16470">
                  <c:v>7</c:v>
                </c:pt>
                <c:pt idx="16471">
                  <c:v>7</c:v>
                </c:pt>
                <c:pt idx="16472">
                  <c:v>8</c:v>
                </c:pt>
                <c:pt idx="16473">
                  <c:v>7</c:v>
                </c:pt>
                <c:pt idx="16474">
                  <c:v>5.5</c:v>
                </c:pt>
                <c:pt idx="16475">
                  <c:v>5.5</c:v>
                </c:pt>
                <c:pt idx="16476">
                  <c:v>7</c:v>
                </c:pt>
                <c:pt idx="16477">
                  <c:v>8.5</c:v>
                </c:pt>
                <c:pt idx="16478">
                  <c:v>8.5</c:v>
                </c:pt>
                <c:pt idx="16479">
                  <c:v>10</c:v>
                </c:pt>
                <c:pt idx="16480">
                  <c:v>10</c:v>
                </c:pt>
                <c:pt idx="16481">
                  <c:v>9</c:v>
                </c:pt>
                <c:pt idx="16482">
                  <c:v>8.5</c:v>
                </c:pt>
                <c:pt idx="16483">
                  <c:v>8</c:v>
                </c:pt>
                <c:pt idx="16484">
                  <c:v>8.5</c:v>
                </c:pt>
                <c:pt idx="16485">
                  <c:v>8.5</c:v>
                </c:pt>
                <c:pt idx="16486">
                  <c:v>9</c:v>
                </c:pt>
                <c:pt idx="16487">
                  <c:v>8.5</c:v>
                </c:pt>
                <c:pt idx="16488">
                  <c:v>7</c:v>
                </c:pt>
                <c:pt idx="16489">
                  <c:v>8</c:v>
                </c:pt>
                <c:pt idx="16490">
                  <c:v>8.5</c:v>
                </c:pt>
                <c:pt idx="16491">
                  <c:v>9</c:v>
                </c:pt>
                <c:pt idx="16492">
                  <c:v>11</c:v>
                </c:pt>
                <c:pt idx="16493">
                  <c:v>13</c:v>
                </c:pt>
                <c:pt idx="16494">
                  <c:v>12</c:v>
                </c:pt>
                <c:pt idx="16495">
                  <c:v>10</c:v>
                </c:pt>
                <c:pt idx="16496">
                  <c:v>8.5</c:v>
                </c:pt>
                <c:pt idx="16497">
                  <c:v>7</c:v>
                </c:pt>
                <c:pt idx="16498">
                  <c:v>6.5</c:v>
                </c:pt>
                <c:pt idx="16499">
                  <c:v>8.5</c:v>
                </c:pt>
                <c:pt idx="16500">
                  <c:v>10</c:v>
                </c:pt>
                <c:pt idx="16501">
                  <c:v>12.5</c:v>
                </c:pt>
                <c:pt idx="16502">
                  <c:v>12.5</c:v>
                </c:pt>
                <c:pt idx="16503">
                  <c:v>14</c:v>
                </c:pt>
                <c:pt idx="16504">
                  <c:v>11.5</c:v>
                </c:pt>
                <c:pt idx="16505">
                  <c:v>11.5</c:v>
                </c:pt>
                <c:pt idx="16506">
                  <c:v>11.5</c:v>
                </c:pt>
                <c:pt idx="16507">
                  <c:v>10.5</c:v>
                </c:pt>
                <c:pt idx="16508">
                  <c:v>10</c:v>
                </c:pt>
                <c:pt idx="16509">
                  <c:v>10</c:v>
                </c:pt>
                <c:pt idx="16510">
                  <c:v>11</c:v>
                </c:pt>
                <c:pt idx="16511">
                  <c:v>9.5</c:v>
                </c:pt>
                <c:pt idx="16512">
                  <c:v>8.5</c:v>
                </c:pt>
                <c:pt idx="16513">
                  <c:v>7.5</c:v>
                </c:pt>
                <c:pt idx="16514">
                  <c:v>11</c:v>
                </c:pt>
                <c:pt idx="16515">
                  <c:v>14</c:v>
                </c:pt>
                <c:pt idx="16516">
                  <c:v>14.5</c:v>
                </c:pt>
                <c:pt idx="16517">
                  <c:v>9.5</c:v>
                </c:pt>
                <c:pt idx="16518">
                  <c:v>8</c:v>
                </c:pt>
                <c:pt idx="16519">
                  <c:v>8</c:v>
                </c:pt>
                <c:pt idx="16520">
                  <c:v>8.5</c:v>
                </c:pt>
                <c:pt idx="16521">
                  <c:v>9</c:v>
                </c:pt>
                <c:pt idx="16522">
                  <c:v>9.5</c:v>
                </c:pt>
                <c:pt idx="16523">
                  <c:v>10.5</c:v>
                </c:pt>
                <c:pt idx="16524">
                  <c:v>10</c:v>
                </c:pt>
                <c:pt idx="16525">
                  <c:v>10</c:v>
                </c:pt>
                <c:pt idx="16526">
                  <c:v>11</c:v>
                </c:pt>
                <c:pt idx="16527">
                  <c:v>11</c:v>
                </c:pt>
                <c:pt idx="16528">
                  <c:v>11.5</c:v>
                </c:pt>
                <c:pt idx="16529">
                  <c:v>11.5</c:v>
                </c:pt>
                <c:pt idx="16530">
                  <c:v>11.5</c:v>
                </c:pt>
                <c:pt idx="16531">
                  <c:v>12</c:v>
                </c:pt>
                <c:pt idx="16532">
                  <c:v>13.5</c:v>
                </c:pt>
                <c:pt idx="16533">
                  <c:v>14.5</c:v>
                </c:pt>
                <c:pt idx="16534">
                  <c:v>15</c:v>
                </c:pt>
                <c:pt idx="16535">
                  <c:v>14.5</c:v>
                </c:pt>
                <c:pt idx="16536">
                  <c:v>15.5</c:v>
                </c:pt>
                <c:pt idx="16537">
                  <c:v>16.5</c:v>
                </c:pt>
                <c:pt idx="16538">
                  <c:v>17.5</c:v>
                </c:pt>
                <c:pt idx="16539">
                  <c:v>18.5</c:v>
                </c:pt>
                <c:pt idx="16540">
                  <c:v>18.5</c:v>
                </c:pt>
                <c:pt idx="16541">
                  <c:v>20</c:v>
                </c:pt>
                <c:pt idx="16542">
                  <c:v>20.5</c:v>
                </c:pt>
                <c:pt idx="16543">
                  <c:v>18</c:v>
                </c:pt>
                <c:pt idx="16544">
                  <c:v>16.5</c:v>
                </c:pt>
                <c:pt idx="16545">
                  <c:v>16</c:v>
                </c:pt>
                <c:pt idx="16546">
                  <c:v>15</c:v>
                </c:pt>
                <c:pt idx="16547">
                  <c:v>15.5</c:v>
                </c:pt>
                <c:pt idx="16548">
                  <c:v>17</c:v>
                </c:pt>
                <c:pt idx="16549">
                  <c:v>18</c:v>
                </c:pt>
                <c:pt idx="16550">
                  <c:v>12</c:v>
                </c:pt>
                <c:pt idx="16551">
                  <c:v>13</c:v>
                </c:pt>
                <c:pt idx="16552">
                  <c:v>15</c:v>
                </c:pt>
                <c:pt idx="16553">
                  <c:v>14.5</c:v>
                </c:pt>
                <c:pt idx="16554">
                  <c:v>15.5</c:v>
                </c:pt>
                <c:pt idx="16555">
                  <c:v>15.5</c:v>
                </c:pt>
                <c:pt idx="16556">
                  <c:v>15.5</c:v>
                </c:pt>
                <c:pt idx="16557">
                  <c:v>16</c:v>
                </c:pt>
                <c:pt idx="16558">
                  <c:v>16</c:v>
                </c:pt>
                <c:pt idx="16559">
                  <c:v>16</c:v>
                </c:pt>
                <c:pt idx="16560">
                  <c:v>16</c:v>
                </c:pt>
                <c:pt idx="16561">
                  <c:v>18.5</c:v>
                </c:pt>
                <c:pt idx="16562">
                  <c:v>18.5</c:v>
                </c:pt>
                <c:pt idx="16563">
                  <c:v>19</c:v>
                </c:pt>
                <c:pt idx="16564">
                  <c:v>19</c:v>
                </c:pt>
                <c:pt idx="16565">
                  <c:v>19.5</c:v>
                </c:pt>
                <c:pt idx="16566">
                  <c:v>19.5</c:v>
                </c:pt>
                <c:pt idx="16567">
                  <c:v>20</c:v>
                </c:pt>
                <c:pt idx="16568">
                  <c:v>18</c:v>
                </c:pt>
                <c:pt idx="16569">
                  <c:v>16.5</c:v>
                </c:pt>
                <c:pt idx="16570">
                  <c:v>17.5</c:v>
                </c:pt>
                <c:pt idx="16571">
                  <c:v>19.5</c:v>
                </c:pt>
                <c:pt idx="16572">
                  <c:v>21.5</c:v>
                </c:pt>
                <c:pt idx="16573">
                  <c:v>21</c:v>
                </c:pt>
                <c:pt idx="16574">
                  <c:v>21</c:v>
                </c:pt>
                <c:pt idx="16575">
                  <c:v>22</c:v>
                </c:pt>
                <c:pt idx="16576">
                  <c:v>22</c:v>
                </c:pt>
                <c:pt idx="16577">
                  <c:v>23</c:v>
                </c:pt>
                <c:pt idx="16578">
                  <c:v>24.5</c:v>
                </c:pt>
                <c:pt idx="16579">
                  <c:v>24.5</c:v>
                </c:pt>
                <c:pt idx="16580">
                  <c:v>24.5</c:v>
                </c:pt>
                <c:pt idx="16581">
                  <c:v>24</c:v>
                </c:pt>
                <c:pt idx="16582">
                  <c:v>22</c:v>
                </c:pt>
                <c:pt idx="16583">
                  <c:v>22.5</c:v>
                </c:pt>
                <c:pt idx="16584">
                  <c:v>24.5</c:v>
                </c:pt>
                <c:pt idx="16585">
                  <c:v>25.5</c:v>
                </c:pt>
                <c:pt idx="16586">
                  <c:v>26</c:v>
                </c:pt>
                <c:pt idx="16587">
                  <c:v>25.5</c:v>
                </c:pt>
                <c:pt idx="16588">
                  <c:v>22</c:v>
                </c:pt>
                <c:pt idx="16589">
                  <c:v>20.5</c:v>
                </c:pt>
                <c:pt idx="16590">
                  <c:v>20.5</c:v>
                </c:pt>
                <c:pt idx="16591">
                  <c:v>17.5</c:v>
                </c:pt>
                <c:pt idx="16592">
                  <c:v>21.5</c:v>
                </c:pt>
                <c:pt idx="16593">
                  <c:v>23</c:v>
                </c:pt>
                <c:pt idx="16594">
                  <c:v>24.5</c:v>
                </c:pt>
                <c:pt idx="16595">
                  <c:v>22</c:v>
                </c:pt>
                <c:pt idx="16596">
                  <c:v>20.5</c:v>
                </c:pt>
                <c:pt idx="16597">
                  <c:v>21.5</c:v>
                </c:pt>
                <c:pt idx="16598">
                  <c:v>22</c:v>
                </c:pt>
                <c:pt idx="16599">
                  <c:v>20.5</c:v>
                </c:pt>
                <c:pt idx="16600">
                  <c:v>20.5</c:v>
                </c:pt>
                <c:pt idx="16601">
                  <c:v>20.5</c:v>
                </c:pt>
                <c:pt idx="16602">
                  <c:v>21</c:v>
                </c:pt>
                <c:pt idx="16603">
                  <c:v>21</c:v>
                </c:pt>
                <c:pt idx="16604">
                  <c:v>20</c:v>
                </c:pt>
                <c:pt idx="16605">
                  <c:v>21.5</c:v>
                </c:pt>
                <c:pt idx="16606">
                  <c:v>23</c:v>
                </c:pt>
                <c:pt idx="16607">
                  <c:v>24.5</c:v>
                </c:pt>
                <c:pt idx="16608">
                  <c:v>24.5</c:v>
                </c:pt>
                <c:pt idx="16609">
                  <c:v>27</c:v>
                </c:pt>
                <c:pt idx="16610">
                  <c:v>28.5</c:v>
                </c:pt>
                <c:pt idx="16611">
                  <c:v>30.5</c:v>
                </c:pt>
                <c:pt idx="16612">
                  <c:v>32</c:v>
                </c:pt>
                <c:pt idx="16613">
                  <c:v>33.5</c:v>
                </c:pt>
                <c:pt idx="16614">
                  <c:v>31</c:v>
                </c:pt>
                <c:pt idx="16615">
                  <c:v>29</c:v>
                </c:pt>
                <c:pt idx="16616">
                  <c:v>28.5</c:v>
                </c:pt>
                <c:pt idx="16617">
                  <c:v>30</c:v>
                </c:pt>
                <c:pt idx="16618">
                  <c:v>27.5</c:v>
                </c:pt>
                <c:pt idx="16619">
                  <c:v>28</c:v>
                </c:pt>
                <c:pt idx="16620">
                  <c:v>24</c:v>
                </c:pt>
                <c:pt idx="16621">
                  <c:v>25</c:v>
                </c:pt>
                <c:pt idx="16622">
                  <c:v>24.5</c:v>
                </c:pt>
                <c:pt idx="16623">
                  <c:v>25</c:v>
                </c:pt>
                <c:pt idx="16624">
                  <c:v>26.5</c:v>
                </c:pt>
                <c:pt idx="16625">
                  <c:v>28.5</c:v>
                </c:pt>
                <c:pt idx="16626">
                  <c:v>28.5</c:v>
                </c:pt>
                <c:pt idx="16627">
                  <c:v>25</c:v>
                </c:pt>
                <c:pt idx="16628">
                  <c:v>23.5</c:v>
                </c:pt>
                <c:pt idx="16629">
                  <c:v>25</c:v>
                </c:pt>
                <c:pt idx="16630">
                  <c:v>26.5</c:v>
                </c:pt>
                <c:pt idx="16631">
                  <c:v>26</c:v>
                </c:pt>
                <c:pt idx="16632">
                  <c:v>26.5</c:v>
                </c:pt>
                <c:pt idx="16633">
                  <c:v>26.5</c:v>
                </c:pt>
                <c:pt idx="16634">
                  <c:v>26.5</c:v>
                </c:pt>
                <c:pt idx="16635">
                  <c:v>28.5</c:v>
                </c:pt>
                <c:pt idx="16636">
                  <c:v>29.5</c:v>
                </c:pt>
                <c:pt idx="16637">
                  <c:v>30</c:v>
                </c:pt>
                <c:pt idx="16638">
                  <c:v>29.5</c:v>
                </c:pt>
                <c:pt idx="16639">
                  <c:v>30</c:v>
                </c:pt>
                <c:pt idx="16640">
                  <c:v>28</c:v>
                </c:pt>
                <c:pt idx="16641">
                  <c:v>24.5</c:v>
                </c:pt>
                <c:pt idx="16642">
                  <c:v>24.5</c:v>
                </c:pt>
                <c:pt idx="16643">
                  <c:v>26</c:v>
                </c:pt>
                <c:pt idx="16644">
                  <c:v>28.5</c:v>
                </c:pt>
                <c:pt idx="16645">
                  <c:v>29</c:v>
                </c:pt>
                <c:pt idx="16646">
                  <c:v>29</c:v>
                </c:pt>
                <c:pt idx="16647">
                  <c:v>29.5</c:v>
                </c:pt>
                <c:pt idx="16648">
                  <c:v>29</c:v>
                </c:pt>
                <c:pt idx="16649">
                  <c:v>27.5</c:v>
                </c:pt>
                <c:pt idx="16650">
                  <c:v>26</c:v>
                </c:pt>
                <c:pt idx="16651">
                  <c:v>30.5</c:v>
                </c:pt>
                <c:pt idx="16652">
                  <c:v>30.5</c:v>
                </c:pt>
                <c:pt idx="16653">
                  <c:v>31</c:v>
                </c:pt>
                <c:pt idx="16654">
                  <c:v>27</c:v>
                </c:pt>
                <c:pt idx="16655">
                  <c:v>30.5</c:v>
                </c:pt>
                <c:pt idx="16656">
                  <c:v>31</c:v>
                </c:pt>
                <c:pt idx="16657">
                  <c:v>25</c:v>
                </c:pt>
                <c:pt idx="16658">
                  <c:v>26.5</c:v>
                </c:pt>
                <c:pt idx="16659">
                  <c:v>26.5</c:v>
                </c:pt>
                <c:pt idx="16660">
                  <c:v>28</c:v>
                </c:pt>
                <c:pt idx="16661">
                  <c:v>30</c:v>
                </c:pt>
                <c:pt idx="16662">
                  <c:v>31.5</c:v>
                </c:pt>
                <c:pt idx="16663">
                  <c:v>32</c:v>
                </c:pt>
                <c:pt idx="16664">
                  <c:v>32</c:v>
                </c:pt>
                <c:pt idx="16665">
                  <c:v>32</c:v>
                </c:pt>
                <c:pt idx="16666">
                  <c:v>32.5</c:v>
                </c:pt>
                <c:pt idx="16667">
                  <c:v>31</c:v>
                </c:pt>
                <c:pt idx="16668">
                  <c:v>30</c:v>
                </c:pt>
                <c:pt idx="16669">
                  <c:v>29</c:v>
                </c:pt>
                <c:pt idx="16670">
                  <c:v>30.5</c:v>
                </c:pt>
                <c:pt idx="16671">
                  <c:v>31</c:v>
                </c:pt>
                <c:pt idx="16672">
                  <c:v>30.5</c:v>
                </c:pt>
                <c:pt idx="16673">
                  <c:v>32</c:v>
                </c:pt>
                <c:pt idx="16674">
                  <c:v>32</c:v>
                </c:pt>
                <c:pt idx="16675">
                  <c:v>31.5</c:v>
                </c:pt>
                <c:pt idx="16676">
                  <c:v>27.5</c:v>
                </c:pt>
                <c:pt idx="16677">
                  <c:v>28.5</c:v>
                </c:pt>
                <c:pt idx="16678">
                  <c:v>31.5</c:v>
                </c:pt>
                <c:pt idx="16679">
                  <c:v>33.5</c:v>
                </c:pt>
                <c:pt idx="16680">
                  <c:v>30</c:v>
                </c:pt>
                <c:pt idx="16681">
                  <c:v>27.5</c:v>
                </c:pt>
                <c:pt idx="16682">
                  <c:v>26.5</c:v>
                </c:pt>
                <c:pt idx="16683">
                  <c:v>25</c:v>
                </c:pt>
                <c:pt idx="16684">
                  <c:v>25</c:v>
                </c:pt>
                <c:pt idx="16685">
                  <c:v>26.5</c:v>
                </c:pt>
                <c:pt idx="16686">
                  <c:v>27</c:v>
                </c:pt>
                <c:pt idx="16687">
                  <c:v>27</c:v>
                </c:pt>
                <c:pt idx="16688">
                  <c:v>26.5</c:v>
                </c:pt>
                <c:pt idx="16689">
                  <c:v>21</c:v>
                </c:pt>
                <c:pt idx="16690">
                  <c:v>21</c:v>
                </c:pt>
                <c:pt idx="16691">
                  <c:v>21.5</c:v>
                </c:pt>
                <c:pt idx="16692">
                  <c:v>22.5</c:v>
                </c:pt>
                <c:pt idx="16693">
                  <c:v>23.5</c:v>
                </c:pt>
                <c:pt idx="16694">
                  <c:v>24</c:v>
                </c:pt>
                <c:pt idx="16695">
                  <c:v>24.5</c:v>
                </c:pt>
                <c:pt idx="16696">
                  <c:v>25</c:v>
                </c:pt>
                <c:pt idx="16697">
                  <c:v>22.5</c:v>
                </c:pt>
                <c:pt idx="16698">
                  <c:v>22</c:v>
                </c:pt>
                <c:pt idx="16699">
                  <c:v>19</c:v>
                </c:pt>
                <c:pt idx="16700">
                  <c:v>13</c:v>
                </c:pt>
                <c:pt idx="16701">
                  <c:v>12</c:v>
                </c:pt>
                <c:pt idx="16702">
                  <c:v>12.5</c:v>
                </c:pt>
                <c:pt idx="16703">
                  <c:v>15.5</c:v>
                </c:pt>
                <c:pt idx="16704">
                  <c:v>17</c:v>
                </c:pt>
                <c:pt idx="16705">
                  <c:v>18</c:v>
                </c:pt>
                <c:pt idx="16706">
                  <c:v>16.5</c:v>
                </c:pt>
                <c:pt idx="16707">
                  <c:v>17</c:v>
                </c:pt>
                <c:pt idx="16708">
                  <c:v>17.5</c:v>
                </c:pt>
                <c:pt idx="16709">
                  <c:v>18.5</c:v>
                </c:pt>
                <c:pt idx="16710">
                  <c:v>17</c:v>
                </c:pt>
                <c:pt idx="16711">
                  <c:v>19</c:v>
                </c:pt>
                <c:pt idx="16712">
                  <c:v>20</c:v>
                </c:pt>
                <c:pt idx="16713">
                  <c:v>19</c:v>
                </c:pt>
                <c:pt idx="16714">
                  <c:v>18</c:v>
                </c:pt>
                <c:pt idx="16715">
                  <c:v>18.5</c:v>
                </c:pt>
                <c:pt idx="16716">
                  <c:v>19.5</c:v>
                </c:pt>
                <c:pt idx="16717">
                  <c:v>19</c:v>
                </c:pt>
                <c:pt idx="16718">
                  <c:v>19</c:v>
                </c:pt>
                <c:pt idx="16719">
                  <c:v>18.5</c:v>
                </c:pt>
                <c:pt idx="16720">
                  <c:v>17.5</c:v>
                </c:pt>
                <c:pt idx="16721">
                  <c:v>17</c:v>
                </c:pt>
                <c:pt idx="16722">
                  <c:v>16.5</c:v>
                </c:pt>
                <c:pt idx="16723">
                  <c:v>19</c:v>
                </c:pt>
                <c:pt idx="16724">
                  <c:v>18</c:v>
                </c:pt>
                <c:pt idx="16725">
                  <c:v>13.5</c:v>
                </c:pt>
                <c:pt idx="16726">
                  <c:v>12.5</c:v>
                </c:pt>
                <c:pt idx="16727">
                  <c:v>11.5</c:v>
                </c:pt>
                <c:pt idx="16728">
                  <c:v>9.5</c:v>
                </c:pt>
                <c:pt idx="16729">
                  <c:v>9</c:v>
                </c:pt>
                <c:pt idx="16730">
                  <c:v>9.5</c:v>
                </c:pt>
                <c:pt idx="16731">
                  <c:v>11</c:v>
                </c:pt>
                <c:pt idx="16732">
                  <c:v>12.5</c:v>
                </c:pt>
                <c:pt idx="16733">
                  <c:v>12.5</c:v>
                </c:pt>
                <c:pt idx="16734">
                  <c:v>13.5</c:v>
                </c:pt>
                <c:pt idx="16735">
                  <c:v>12</c:v>
                </c:pt>
                <c:pt idx="16736">
                  <c:v>13.5</c:v>
                </c:pt>
                <c:pt idx="16737">
                  <c:v>14</c:v>
                </c:pt>
                <c:pt idx="16738">
                  <c:v>14</c:v>
                </c:pt>
                <c:pt idx="16739">
                  <c:v>12.5</c:v>
                </c:pt>
                <c:pt idx="16740">
                  <c:v>9</c:v>
                </c:pt>
                <c:pt idx="16741">
                  <c:v>7.5</c:v>
                </c:pt>
                <c:pt idx="16742">
                  <c:v>9</c:v>
                </c:pt>
                <c:pt idx="16743">
                  <c:v>11.5</c:v>
                </c:pt>
                <c:pt idx="16744">
                  <c:v>11.5</c:v>
                </c:pt>
                <c:pt idx="16745">
                  <c:v>13.5</c:v>
                </c:pt>
                <c:pt idx="16746">
                  <c:v>14</c:v>
                </c:pt>
                <c:pt idx="16747">
                  <c:v>11</c:v>
                </c:pt>
                <c:pt idx="16748">
                  <c:v>10</c:v>
                </c:pt>
                <c:pt idx="16749">
                  <c:v>8</c:v>
                </c:pt>
                <c:pt idx="16750">
                  <c:v>8.5</c:v>
                </c:pt>
                <c:pt idx="16751">
                  <c:v>9.5</c:v>
                </c:pt>
                <c:pt idx="16752">
                  <c:v>10</c:v>
                </c:pt>
                <c:pt idx="16753">
                  <c:v>10.5</c:v>
                </c:pt>
                <c:pt idx="16754">
                  <c:v>12</c:v>
                </c:pt>
                <c:pt idx="16755">
                  <c:v>15</c:v>
                </c:pt>
                <c:pt idx="16756">
                  <c:v>15</c:v>
                </c:pt>
                <c:pt idx="16757">
                  <c:v>13.5</c:v>
                </c:pt>
                <c:pt idx="16758">
                  <c:v>12.5</c:v>
                </c:pt>
                <c:pt idx="16759">
                  <c:v>11.5</c:v>
                </c:pt>
                <c:pt idx="16760">
                  <c:v>9</c:v>
                </c:pt>
                <c:pt idx="16761">
                  <c:v>8.5</c:v>
                </c:pt>
                <c:pt idx="16762">
                  <c:v>9</c:v>
                </c:pt>
                <c:pt idx="16763">
                  <c:v>9</c:v>
                </c:pt>
                <c:pt idx="16764">
                  <c:v>9</c:v>
                </c:pt>
                <c:pt idx="16765">
                  <c:v>8</c:v>
                </c:pt>
                <c:pt idx="16766">
                  <c:v>8.5</c:v>
                </c:pt>
                <c:pt idx="16767">
                  <c:v>9.5</c:v>
                </c:pt>
                <c:pt idx="16768">
                  <c:v>11.5</c:v>
                </c:pt>
                <c:pt idx="16769">
                  <c:v>10.5</c:v>
                </c:pt>
                <c:pt idx="16770">
                  <c:v>10.5</c:v>
                </c:pt>
                <c:pt idx="16771">
                  <c:v>9.5</c:v>
                </c:pt>
                <c:pt idx="16772">
                  <c:v>10</c:v>
                </c:pt>
                <c:pt idx="16773">
                  <c:v>9.5</c:v>
                </c:pt>
                <c:pt idx="16774">
                  <c:v>10.5</c:v>
                </c:pt>
                <c:pt idx="16775">
                  <c:v>9</c:v>
                </c:pt>
                <c:pt idx="16776">
                  <c:v>8.5</c:v>
                </c:pt>
                <c:pt idx="16777">
                  <c:v>9.5</c:v>
                </c:pt>
                <c:pt idx="16778">
                  <c:v>8.5</c:v>
                </c:pt>
                <c:pt idx="16779">
                  <c:v>5.5</c:v>
                </c:pt>
                <c:pt idx="16780">
                  <c:v>4.5</c:v>
                </c:pt>
                <c:pt idx="16781">
                  <c:v>2</c:v>
                </c:pt>
                <c:pt idx="16782">
                  <c:v>2.5</c:v>
                </c:pt>
                <c:pt idx="16783">
                  <c:v>3</c:v>
                </c:pt>
                <c:pt idx="16784">
                  <c:v>1.5</c:v>
                </c:pt>
                <c:pt idx="16785">
                  <c:v>3</c:v>
                </c:pt>
                <c:pt idx="16786">
                  <c:v>4</c:v>
                </c:pt>
                <c:pt idx="16787">
                  <c:v>3.5</c:v>
                </c:pt>
                <c:pt idx="16788">
                  <c:v>5.5</c:v>
                </c:pt>
                <c:pt idx="16789">
                  <c:v>5.5</c:v>
                </c:pt>
                <c:pt idx="16790">
                  <c:v>6.5</c:v>
                </c:pt>
                <c:pt idx="16791">
                  <c:v>7</c:v>
                </c:pt>
                <c:pt idx="16792">
                  <c:v>7</c:v>
                </c:pt>
                <c:pt idx="16793">
                  <c:v>8.5</c:v>
                </c:pt>
                <c:pt idx="16794">
                  <c:v>10.5</c:v>
                </c:pt>
                <c:pt idx="16795">
                  <c:v>11</c:v>
                </c:pt>
                <c:pt idx="16796">
                  <c:v>10.5</c:v>
                </c:pt>
                <c:pt idx="16797">
                  <c:v>6.5</c:v>
                </c:pt>
                <c:pt idx="16798">
                  <c:v>4.5</c:v>
                </c:pt>
                <c:pt idx="16799">
                  <c:v>5</c:v>
                </c:pt>
                <c:pt idx="16800">
                  <c:v>4.5</c:v>
                </c:pt>
                <c:pt idx="16801">
                  <c:v>5</c:v>
                </c:pt>
                <c:pt idx="16802">
                  <c:v>5.5</c:v>
                </c:pt>
                <c:pt idx="16803">
                  <c:v>6</c:v>
                </c:pt>
                <c:pt idx="16804">
                  <c:v>6.5</c:v>
                </c:pt>
                <c:pt idx="16805">
                  <c:v>6</c:v>
                </c:pt>
                <c:pt idx="16806">
                  <c:v>3.5</c:v>
                </c:pt>
                <c:pt idx="16807">
                  <c:v>4.5</c:v>
                </c:pt>
                <c:pt idx="16808">
                  <c:v>4.5</c:v>
                </c:pt>
                <c:pt idx="16809">
                  <c:v>4</c:v>
                </c:pt>
                <c:pt idx="16810">
                  <c:v>5</c:v>
                </c:pt>
                <c:pt idx="16811">
                  <c:v>6</c:v>
                </c:pt>
                <c:pt idx="16812">
                  <c:v>5.5</c:v>
                </c:pt>
                <c:pt idx="16813">
                  <c:v>6</c:v>
                </c:pt>
                <c:pt idx="16814">
                  <c:v>8</c:v>
                </c:pt>
                <c:pt idx="16815">
                  <c:v>7.5</c:v>
                </c:pt>
                <c:pt idx="16816">
                  <c:v>8.5</c:v>
                </c:pt>
                <c:pt idx="16817">
                  <c:v>7.5</c:v>
                </c:pt>
                <c:pt idx="16818">
                  <c:v>7.5</c:v>
                </c:pt>
                <c:pt idx="16819">
                  <c:v>5.5</c:v>
                </c:pt>
                <c:pt idx="16820">
                  <c:v>4.5</c:v>
                </c:pt>
                <c:pt idx="16821">
                  <c:v>4.5</c:v>
                </c:pt>
                <c:pt idx="16822">
                  <c:v>5.5</c:v>
                </c:pt>
                <c:pt idx="16823">
                  <c:v>9</c:v>
                </c:pt>
                <c:pt idx="16824">
                  <c:v>7</c:v>
                </c:pt>
                <c:pt idx="16825">
                  <c:v>7.5</c:v>
                </c:pt>
                <c:pt idx="16826">
                  <c:v>8.5</c:v>
                </c:pt>
                <c:pt idx="16827">
                  <c:v>10</c:v>
                </c:pt>
                <c:pt idx="16828">
                  <c:v>10</c:v>
                </c:pt>
                <c:pt idx="16829">
                  <c:v>9</c:v>
                </c:pt>
                <c:pt idx="16830">
                  <c:v>8</c:v>
                </c:pt>
                <c:pt idx="16831">
                  <c:v>9</c:v>
                </c:pt>
                <c:pt idx="16832">
                  <c:v>10.5</c:v>
                </c:pt>
                <c:pt idx="16833">
                  <c:v>9.5</c:v>
                </c:pt>
                <c:pt idx="16834">
                  <c:v>9</c:v>
                </c:pt>
                <c:pt idx="16835">
                  <c:v>5</c:v>
                </c:pt>
                <c:pt idx="16836">
                  <c:v>4.5</c:v>
                </c:pt>
                <c:pt idx="16837">
                  <c:v>5.5</c:v>
                </c:pt>
                <c:pt idx="16838">
                  <c:v>7</c:v>
                </c:pt>
                <c:pt idx="16839">
                  <c:v>7</c:v>
                </c:pt>
                <c:pt idx="16840">
                  <c:v>6.5</c:v>
                </c:pt>
                <c:pt idx="16841">
                  <c:v>7</c:v>
                </c:pt>
                <c:pt idx="16842">
                  <c:v>8.5</c:v>
                </c:pt>
                <c:pt idx="16843">
                  <c:v>8</c:v>
                </c:pt>
                <c:pt idx="16844">
                  <c:v>6</c:v>
                </c:pt>
                <c:pt idx="16845">
                  <c:v>6</c:v>
                </c:pt>
                <c:pt idx="16846">
                  <c:v>6.5</c:v>
                </c:pt>
                <c:pt idx="16847">
                  <c:v>6.5</c:v>
                </c:pt>
                <c:pt idx="16848">
                  <c:v>5.5</c:v>
                </c:pt>
                <c:pt idx="16849">
                  <c:v>4.5</c:v>
                </c:pt>
                <c:pt idx="16850">
                  <c:v>3.5</c:v>
                </c:pt>
                <c:pt idx="16851">
                  <c:v>4</c:v>
                </c:pt>
                <c:pt idx="16852">
                  <c:v>6</c:v>
                </c:pt>
                <c:pt idx="16853">
                  <c:v>6.5</c:v>
                </c:pt>
                <c:pt idx="16854">
                  <c:v>6.5</c:v>
                </c:pt>
                <c:pt idx="16855">
                  <c:v>7.5</c:v>
                </c:pt>
                <c:pt idx="16856">
                  <c:v>8.5</c:v>
                </c:pt>
                <c:pt idx="16857">
                  <c:v>8.5</c:v>
                </c:pt>
                <c:pt idx="16858">
                  <c:v>8</c:v>
                </c:pt>
                <c:pt idx="16859">
                  <c:v>9.5</c:v>
                </c:pt>
                <c:pt idx="16860">
                  <c:v>12</c:v>
                </c:pt>
                <c:pt idx="16861">
                  <c:v>13</c:v>
                </c:pt>
                <c:pt idx="16862">
                  <c:v>12.5</c:v>
                </c:pt>
                <c:pt idx="16863">
                  <c:v>11.5</c:v>
                </c:pt>
                <c:pt idx="16864">
                  <c:v>7</c:v>
                </c:pt>
                <c:pt idx="16865">
                  <c:v>7.5</c:v>
                </c:pt>
                <c:pt idx="16866">
                  <c:v>8</c:v>
                </c:pt>
                <c:pt idx="16867">
                  <c:v>10</c:v>
                </c:pt>
                <c:pt idx="16868">
                  <c:v>9</c:v>
                </c:pt>
                <c:pt idx="16869">
                  <c:v>10.5</c:v>
                </c:pt>
                <c:pt idx="16870">
                  <c:v>11</c:v>
                </c:pt>
                <c:pt idx="16871">
                  <c:v>12</c:v>
                </c:pt>
                <c:pt idx="16872">
                  <c:v>10.5</c:v>
                </c:pt>
                <c:pt idx="16873">
                  <c:v>9.5</c:v>
                </c:pt>
                <c:pt idx="16874">
                  <c:v>9.5</c:v>
                </c:pt>
                <c:pt idx="16875">
                  <c:v>10</c:v>
                </c:pt>
                <c:pt idx="16876">
                  <c:v>12</c:v>
                </c:pt>
                <c:pt idx="16877">
                  <c:v>12</c:v>
                </c:pt>
                <c:pt idx="16878">
                  <c:v>11.5</c:v>
                </c:pt>
                <c:pt idx="16879">
                  <c:v>13.5</c:v>
                </c:pt>
                <c:pt idx="16880">
                  <c:v>12.5</c:v>
                </c:pt>
                <c:pt idx="16881">
                  <c:v>10.5</c:v>
                </c:pt>
                <c:pt idx="16882">
                  <c:v>9</c:v>
                </c:pt>
                <c:pt idx="16883">
                  <c:v>6.5</c:v>
                </c:pt>
                <c:pt idx="16884">
                  <c:v>9.5</c:v>
                </c:pt>
                <c:pt idx="16885">
                  <c:v>12</c:v>
                </c:pt>
                <c:pt idx="16886">
                  <c:v>11.5</c:v>
                </c:pt>
                <c:pt idx="16887">
                  <c:v>11</c:v>
                </c:pt>
                <c:pt idx="16888">
                  <c:v>10.5</c:v>
                </c:pt>
                <c:pt idx="16889">
                  <c:v>10.5</c:v>
                </c:pt>
                <c:pt idx="16890">
                  <c:v>9</c:v>
                </c:pt>
                <c:pt idx="16891">
                  <c:v>10</c:v>
                </c:pt>
                <c:pt idx="16892">
                  <c:v>9.5</c:v>
                </c:pt>
                <c:pt idx="16893">
                  <c:v>8.5</c:v>
                </c:pt>
                <c:pt idx="16894">
                  <c:v>9</c:v>
                </c:pt>
                <c:pt idx="16895">
                  <c:v>11</c:v>
                </c:pt>
                <c:pt idx="16896">
                  <c:v>12.5</c:v>
                </c:pt>
                <c:pt idx="16897">
                  <c:v>15</c:v>
                </c:pt>
                <c:pt idx="16898">
                  <c:v>17.5</c:v>
                </c:pt>
                <c:pt idx="16899">
                  <c:v>19.5</c:v>
                </c:pt>
                <c:pt idx="16900">
                  <c:v>21.5</c:v>
                </c:pt>
                <c:pt idx="16901">
                  <c:v>23.5</c:v>
                </c:pt>
                <c:pt idx="16902">
                  <c:v>23.5</c:v>
                </c:pt>
                <c:pt idx="16903">
                  <c:v>23</c:v>
                </c:pt>
                <c:pt idx="16904">
                  <c:v>23</c:v>
                </c:pt>
                <c:pt idx="16905">
                  <c:v>22</c:v>
                </c:pt>
                <c:pt idx="16906">
                  <c:v>22.5</c:v>
                </c:pt>
                <c:pt idx="16907">
                  <c:v>21.5</c:v>
                </c:pt>
                <c:pt idx="16908">
                  <c:v>22</c:v>
                </c:pt>
                <c:pt idx="16909">
                  <c:v>21.5</c:v>
                </c:pt>
                <c:pt idx="16910">
                  <c:v>20.5</c:v>
                </c:pt>
                <c:pt idx="16911">
                  <c:v>16.5</c:v>
                </c:pt>
                <c:pt idx="16912">
                  <c:v>12</c:v>
                </c:pt>
                <c:pt idx="16913">
                  <c:v>9</c:v>
                </c:pt>
                <c:pt idx="16914">
                  <c:v>12</c:v>
                </c:pt>
                <c:pt idx="16915">
                  <c:v>12.5</c:v>
                </c:pt>
                <c:pt idx="16916">
                  <c:v>12</c:v>
                </c:pt>
                <c:pt idx="16917">
                  <c:v>11.5</c:v>
                </c:pt>
                <c:pt idx="16918">
                  <c:v>13</c:v>
                </c:pt>
                <c:pt idx="16919">
                  <c:v>12</c:v>
                </c:pt>
                <c:pt idx="16920">
                  <c:v>12.5</c:v>
                </c:pt>
                <c:pt idx="16921">
                  <c:v>13</c:v>
                </c:pt>
                <c:pt idx="16922">
                  <c:v>16.5</c:v>
                </c:pt>
                <c:pt idx="16923">
                  <c:v>18</c:v>
                </c:pt>
                <c:pt idx="16924">
                  <c:v>16</c:v>
                </c:pt>
                <c:pt idx="16925">
                  <c:v>14.5</c:v>
                </c:pt>
                <c:pt idx="16926">
                  <c:v>15</c:v>
                </c:pt>
                <c:pt idx="16927">
                  <c:v>17</c:v>
                </c:pt>
                <c:pt idx="16928">
                  <c:v>18</c:v>
                </c:pt>
                <c:pt idx="16929">
                  <c:v>18.5</c:v>
                </c:pt>
                <c:pt idx="16930">
                  <c:v>14.5</c:v>
                </c:pt>
                <c:pt idx="16931">
                  <c:v>16</c:v>
                </c:pt>
                <c:pt idx="16932">
                  <c:v>17.5</c:v>
                </c:pt>
                <c:pt idx="16933">
                  <c:v>19</c:v>
                </c:pt>
                <c:pt idx="16934">
                  <c:v>22</c:v>
                </c:pt>
                <c:pt idx="16935">
                  <c:v>21</c:v>
                </c:pt>
                <c:pt idx="16936">
                  <c:v>24</c:v>
                </c:pt>
                <c:pt idx="16937">
                  <c:v>24.5</c:v>
                </c:pt>
                <c:pt idx="16938">
                  <c:v>23.5</c:v>
                </c:pt>
                <c:pt idx="16939">
                  <c:v>22</c:v>
                </c:pt>
                <c:pt idx="16940">
                  <c:v>18</c:v>
                </c:pt>
                <c:pt idx="16941">
                  <c:v>19</c:v>
                </c:pt>
                <c:pt idx="16942">
                  <c:v>18.5</c:v>
                </c:pt>
                <c:pt idx="16943">
                  <c:v>20.5</c:v>
                </c:pt>
                <c:pt idx="16944">
                  <c:v>21</c:v>
                </c:pt>
                <c:pt idx="16945">
                  <c:v>22.5</c:v>
                </c:pt>
                <c:pt idx="16946">
                  <c:v>22</c:v>
                </c:pt>
                <c:pt idx="16947">
                  <c:v>23.5</c:v>
                </c:pt>
                <c:pt idx="16948">
                  <c:v>26</c:v>
                </c:pt>
                <c:pt idx="16949">
                  <c:v>27.5</c:v>
                </c:pt>
                <c:pt idx="16950">
                  <c:v>29.5</c:v>
                </c:pt>
                <c:pt idx="16951">
                  <c:v>29</c:v>
                </c:pt>
                <c:pt idx="16952">
                  <c:v>24.5</c:v>
                </c:pt>
                <c:pt idx="16953">
                  <c:v>20.5</c:v>
                </c:pt>
                <c:pt idx="16954">
                  <c:v>22</c:v>
                </c:pt>
                <c:pt idx="16955">
                  <c:v>23</c:v>
                </c:pt>
                <c:pt idx="16956">
                  <c:v>25</c:v>
                </c:pt>
                <c:pt idx="16957">
                  <c:v>26</c:v>
                </c:pt>
                <c:pt idx="16958">
                  <c:v>24</c:v>
                </c:pt>
                <c:pt idx="16959">
                  <c:v>22.5</c:v>
                </c:pt>
                <c:pt idx="16960">
                  <c:v>20.5</c:v>
                </c:pt>
                <c:pt idx="16961">
                  <c:v>22.5</c:v>
                </c:pt>
                <c:pt idx="16962">
                  <c:v>24.5</c:v>
                </c:pt>
                <c:pt idx="16963">
                  <c:v>26.5</c:v>
                </c:pt>
                <c:pt idx="16964">
                  <c:v>27</c:v>
                </c:pt>
                <c:pt idx="16965">
                  <c:v>29</c:v>
                </c:pt>
                <c:pt idx="16966">
                  <c:v>30.5</c:v>
                </c:pt>
                <c:pt idx="16967">
                  <c:v>30</c:v>
                </c:pt>
                <c:pt idx="16968">
                  <c:v>26</c:v>
                </c:pt>
                <c:pt idx="16969">
                  <c:v>25.5</c:v>
                </c:pt>
                <c:pt idx="16970">
                  <c:v>27</c:v>
                </c:pt>
                <c:pt idx="16971">
                  <c:v>28</c:v>
                </c:pt>
                <c:pt idx="16972">
                  <c:v>27.5</c:v>
                </c:pt>
                <c:pt idx="16973">
                  <c:v>28.5</c:v>
                </c:pt>
                <c:pt idx="16974">
                  <c:v>26.5</c:v>
                </c:pt>
                <c:pt idx="16975">
                  <c:v>27</c:v>
                </c:pt>
                <c:pt idx="16976">
                  <c:v>29</c:v>
                </c:pt>
                <c:pt idx="16977">
                  <c:v>26.5</c:v>
                </c:pt>
                <c:pt idx="16978">
                  <c:v>26.5</c:v>
                </c:pt>
                <c:pt idx="16979">
                  <c:v>27</c:v>
                </c:pt>
                <c:pt idx="16980">
                  <c:v>21</c:v>
                </c:pt>
                <c:pt idx="16981">
                  <c:v>21</c:v>
                </c:pt>
                <c:pt idx="16982">
                  <c:v>19</c:v>
                </c:pt>
                <c:pt idx="16983">
                  <c:v>24.5</c:v>
                </c:pt>
                <c:pt idx="16984">
                  <c:v>27</c:v>
                </c:pt>
                <c:pt idx="16985">
                  <c:v>29</c:v>
                </c:pt>
                <c:pt idx="16986">
                  <c:v>28.5</c:v>
                </c:pt>
                <c:pt idx="16987">
                  <c:v>28</c:v>
                </c:pt>
                <c:pt idx="16988">
                  <c:v>28.5</c:v>
                </c:pt>
                <c:pt idx="16989">
                  <c:v>29</c:v>
                </c:pt>
                <c:pt idx="16990">
                  <c:v>27</c:v>
                </c:pt>
                <c:pt idx="16991">
                  <c:v>26.5</c:v>
                </c:pt>
                <c:pt idx="16992">
                  <c:v>27</c:v>
                </c:pt>
                <c:pt idx="16993">
                  <c:v>23.5</c:v>
                </c:pt>
                <c:pt idx="16994">
                  <c:v>23</c:v>
                </c:pt>
                <c:pt idx="16995">
                  <c:v>26.5</c:v>
                </c:pt>
                <c:pt idx="16996">
                  <c:v>28.5</c:v>
                </c:pt>
                <c:pt idx="16997">
                  <c:v>26.5</c:v>
                </c:pt>
                <c:pt idx="16998">
                  <c:v>26.5</c:v>
                </c:pt>
                <c:pt idx="16999">
                  <c:v>28</c:v>
                </c:pt>
                <c:pt idx="17000">
                  <c:v>27.5</c:v>
                </c:pt>
                <c:pt idx="17001">
                  <c:v>25</c:v>
                </c:pt>
                <c:pt idx="17002">
                  <c:v>26</c:v>
                </c:pt>
                <c:pt idx="17003">
                  <c:v>26</c:v>
                </c:pt>
                <c:pt idx="17004">
                  <c:v>26</c:v>
                </c:pt>
                <c:pt idx="17005">
                  <c:v>22.5</c:v>
                </c:pt>
                <c:pt idx="17006">
                  <c:v>24</c:v>
                </c:pt>
                <c:pt idx="17007">
                  <c:v>26</c:v>
                </c:pt>
                <c:pt idx="17008">
                  <c:v>27.5</c:v>
                </c:pt>
                <c:pt idx="17009">
                  <c:v>28</c:v>
                </c:pt>
                <c:pt idx="17010">
                  <c:v>29</c:v>
                </c:pt>
                <c:pt idx="17011">
                  <c:v>29</c:v>
                </c:pt>
                <c:pt idx="17012">
                  <c:v>28</c:v>
                </c:pt>
                <c:pt idx="17013">
                  <c:v>25.5</c:v>
                </c:pt>
                <c:pt idx="17014">
                  <c:v>27.5</c:v>
                </c:pt>
                <c:pt idx="17015">
                  <c:v>28.5</c:v>
                </c:pt>
                <c:pt idx="17016">
                  <c:v>28</c:v>
                </c:pt>
                <c:pt idx="17017">
                  <c:v>24</c:v>
                </c:pt>
                <c:pt idx="17018">
                  <c:v>25.5</c:v>
                </c:pt>
                <c:pt idx="17019">
                  <c:v>25.5</c:v>
                </c:pt>
                <c:pt idx="17020">
                  <c:v>26</c:v>
                </c:pt>
                <c:pt idx="17021">
                  <c:v>24</c:v>
                </c:pt>
                <c:pt idx="17022">
                  <c:v>24</c:v>
                </c:pt>
                <c:pt idx="17023">
                  <c:v>25</c:v>
                </c:pt>
                <c:pt idx="17024">
                  <c:v>25.5</c:v>
                </c:pt>
                <c:pt idx="17025">
                  <c:v>24.5</c:v>
                </c:pt>
                <c:pt idx="17026">
                  <c:v>25.5</c:v>
                </c:pt>
                <c:pt idx="17027">
                  <c:v>27</c:v>
                </c:pt>
                <c:pt idx="17028">
                  <c:v>27</c:v>
                </c:pt>
                <c:pt idx="17029">
                  <c:v>27</c:v>
                </c:pt>
                <c:pt idx="17030">
                  <c:v>28.5</c:v>
                </c:pt>
                <c:pt idx="17031">
                  <c:v>30</c:v>
                </c:pt>
                <c:pt idx="17032">
                  <c:v>28</c:v>
                </c:pt>
                <c:pt idx="17033">
                  <c:v>25</c:v>
                </c:pt>
                <c:pt idx="17034">
                  <c:v>26</c:v>
                </c:pt>
                <c:pt idx="17035">
                  <c:v>28</c:v>
                </c:pt>
                <c:pt idx="17036">
                  <c:v>29</c:v>
                </c:pt>
                <c:pt idx="17037">
                  <c:v>29.5</c:v>
                </c:pt>
                <c:pt idx="17038">
                  <c:v>30</c:v>
                </c:pt>
                <c:pt idx="17039">
                  <c:v>29</c:v>
                </c:pt>
                <c:pt idx="17040">
                  <c:v>27</c:v>
                </c:pt>
                <c:pt idx="17041">
                  <c:v>27.5</c:v>
                </c:pt>
                <c:pt idx="17042">
                  <c:v>28.5</c:v>
                </c:pt>
                <c:pt idx="17043">
                  <c:v>29.5</c:v>
                </c:pt>
                <c:pt idx="17044">
                  <c:v>29</c:v>
                </c:pt>
                <c:pt idx="17045">
                  <c:v>27</c:v>
                </c:pt>
                <c:pt idx="17046">
                  <c:v>25.5</c:v>
                </c:pt>
                <c:pt idx="17047">
                  <c:v>24</c:v>
                </c:pt>
                <c:pt idx="17048">
                  <c:v>25</c:v>
                </c:pt>
                <c:pt idx="17049">
                  <c:v>28</c:v>
                </c:pt>
                <c:pt idx="17050">
                  <c:v>29</c:v>
                </c:pt>
                <c:pt idx="17051">
                  <c:v>29</c:v>
                </c:pt>
                <c:pt idx="17052">
                  <c:v>29.5</c:v>
                </c:pt>
                <c:pt idx="17053">
                  <c:v>28.5</c:v>
                </c:pt>
                <c:pt idx="17054">
                  <c:v>27</c:v>
                </c:pt>
                <c:pt idx="17055">
                  <c:v>23</c:v>
                </c:pt>
                <c:pt idx="17056">
                  <c:v>19.5</c:v>
                </c:pt>
                <c:pt idx="17057">
                  <c:v>21.5</c:v>
                </c:pt>
                <c:pt idx="17058">
                  <c:v>23</c:v>
                </c:pt>
                <c:pt idx="17059">
                  <c:v>23.5</c:v>
                </c:pt>
                <c:pt idx="17060">
                  <c:v>23.5</c:v>
                </c:pt>
                <c:pt idx="17061">
                  <c:v>23</c:v>
                </c:pt>
                <c:pt idx="17062">
                  <c:v>20</c:v>
                </c:pt>
                <c:pt idx="17063">
                  <c:v>19.5</c:v>
                </c:pt>
                <c:pt idx="17064">
                  <c:v>20.5</c:v>
                </c:pt>
                <c:pt idx="17065">
                  <c:v>20.5</c:v>
                </c:pt>
                <c:pt idx="17066">
                  <c:v>21</c:v>
                </c:pt>
                <c:pt idx="17067">
                  <c:v>17.5</c:v>
                </c:pt>
                <c:pt idx="17068">
                  <c:v>14.5</c:v>
                </c:pt>
                <c:pt idx="17069">
                  <c:v>16.5</c:v>
                </c:pt>
                <c:pt idx="17070">
                  <c:v>17</c:v>
                </c:pt>
                <c:pt idx="17071">
                  <c:v>18</c:v>
                </c:pt>
                <c:pt idx="17072">
                  <c:v>18</c:v>
                </c:pt>
                <c:pt idx="17073">
                  <c:v>18</c:v>
                </c:pt>
                <c:pt idx="17074">
                  <c:v>18</c:v>
                </c:pt>
                <c:pt idx="17075">
                  <c:v>21</c:v>
                </c:pt>
                <c:pt idx="17076">
                  <c:v>22</c:v>
                </c:pt>
                <c:pt idx="17077">
                  <c:v>19.5</c:v>
                </c:pt>
                <c:pt idx="17078">
                  <c:v>18.5</c:v>
                </c:pt>
                <c:pt idx="17079">
                  <c:v>19.5</c:v>
                </c:pt>
                <c:pt idx="17080">
                  <c:v>18</c:v>
                </c:pt>
                <c:pt idx="17081">
                  <c:v>17.5</c:v>
                </c:pt>
                <c:pt idx="17082">
                  <c:v>16</c:v>
                </c:pt>
                <c:pt idx="17083">
                  <c:v>16</c:v>
                </c:pt>
                <c:pt idx="17084">
                  <c:v>17</c:v>
                </c:pt>
                <c:pt idx="17085">
                  <c:v>16</c:v>
                </c:pt>
                <c:pt idx="17086">
                  <c:v>16.5</c:v>
                </c:pt>
                <c:pt idx="17087">
                  <c:v>16</c:v>
                </c:pt>
                <c:pt idx="17088">
                  <c:v>15.5</c:v>
                </c:pt>
                <c:pt idx="17089">
                  <c:v>18</c:v>
                </c:pt>
                <c:pt idx="17090">
                  <c:v>19</c:v>
                </c:pt>
                <c:pt idx="17091">
                  <c:v>19</c:v>
                </c:pt>
                <c:pt idx="17092">
                  <c:v>15.5</c:v>
                </c:pt>
                <c:pt idx="17093">
                  <c:v>13</c:v>
                </c:pt>
                <c:pt idx="17094">
                  <c:v>11</c:v>
                </c:pt>
                <c:pt idx="17095">
                  <c:v>11</c:v>
                </c:pt>
                <c:pt idx="17096">
                  <c:v>12.5</c:v>
                </c:pt>
                <c:pt idx="17097">
                  <c:v>13</c:v>
                </c:pt>
                <c:pt idx="17098">
                  <c:v>11</c:v>
                </c:pt>
                <c:pt idx="17099">
                  <c:v>9.5</c:v>
                </c:pt>
                <c:pt idx="17100">
                  <c:v>12.5</c:v>
                </c:pt>
                <c:pt idx="17101">
                  <c:v>11</c:v>
                </c:pt>
                <c:pt idx="17102">
                  <c:v>12.5</c:v>
                </c:pt>
                <c:pt idx="17103">
                  <c:v>7.5</c:v>
                </c:pt>
                <c:pt idx="17104">
                  <c:v>8</c:v>
                </c:pt>
                <c:pt idx="17105">
                  <c:v>10</c:v>
                </c:pt>
                <c:pt idx="17106">
                  <c:v>12</c:v>
                </c:pt>
                <c:pt idx="17107">
                  <c:v>13.5</c:v>
                </c:pt>
                <c:pt idx="17108">
                  <c:v>12.5</c:v>
                </c:pt>
                <c:pt idx="17109">
                  <c:v>12.5</c:v>
                </c:pt>
                <c:pt idx="17110">
                  <c:v>12</c:v>
                </c:pt>
                <c:pt idx="17111">
                  <c:v>11.5</c:v>
                </c:pt>
                <c:pt idx="17112">
                  <c:v>11</c:v>
                </c:pt>
                <c:pt idx="17113">
                  <c:v>13.5</c:v>
                </c:pt>
                <c:pt idx="17114">
                  <c:v>13.5</c:v>
                </c:pt>
                <c:pt idx="17115">
                  <c:v>12</c:v>
                </c:pt>
                <c:pt idx="17116">
                  <c:v>11</c:v>
                </c:pt>
                <c:pt idx="17117">
                  <c:v>9</c:v>
                </c:pt>
                <c:pt idx="17118">
                  <c:v>8</c:v>
                </c:pt>
                <c:pt idx="17119">
                  <c:v>8.5</c:v>
                </c:pt>
                <c:pt idx="17120">
                  <c:v>10.5</c:v>
                </c:pt>
                <c:pt idx="17121">
                  <c:v>13</c:v>
                </c:pt>
                <c:pt idx="17122">
                  <c:v>13</c:v>
                </c:pt>
                <c:pt idx="17123">
                  <c:v>12.5</c:v>
                </c:pt>
                <c:pt idx="17124">
                  <c:v>12</c:v>
                </c:pt>
                <c:pt idx="17125">
                  <c:v>10.5</c:v>
                </c:pt>
                <c:pt idx="17126">
                  <c:v>10</c:v>
                </c:pt>
                <c:pt idx="17127">
                  <c:v>10</c:v>
                </c:pt>
                <c:pt idx="17128">
                  <c:v>9.5</c:v>
                </c:pt>
                <c:pt idx="17129">
                  <c:v>8.5</c:v>
                </c:pt>
                <c:pt idx="17130">
                  <c:v>10</c:v>
                </c:pt>
                <c:pt idx="17131">
                  <c:v>10.5</c:v>
                </c:pt>
                <c:pt idx="17132">
                  <c:v>10.5</c:v>
                </c:pt>
                <c:pt idx="17133">
                  <c:v>9</c:v>
                </c:pt>
                <c:pt idx="17134">
                  <c:v>10</c:v>
                </c:pt>
                <c:pt idx="17135">
                  <c:v>11</c:v>
                </c:pt>
                <c:pt idx="17136">
                  <c:v>10.5</c:v>
                </c:pt>
                <c:pt idx="17137">
                  <c:v>7.5</c:v>
                </c:pt>
                <c:pt idx="17138">
                  <c:v>3</c:v>
                </c:pt>
                <c:pt idx="17139">
                  <c:v>3</c:v>
                </c:pt>
                <c:pt idx="17140">
                  <c:v>5</c:v>
                </c:pt>
                <c:pt idx="17141">
                  <c:v>5</c:v>
                </c:pt>
                <c:pt idx="17142">
                  <c:v>5.5</c:v>
                </c:pt>
                <c:pt idx="17143">
                  <c:v>6</c:v>
                </c:pt>
                <c:pt idx="17144">
                  <c:v>6.5</c:v>
                </c:pt>
                <c:pt idx="17145">
                  <c:v>6.5</c:v>
                </c:pt>
                <c:pt idx="17146">
                  <c:v>3.5</c:v>
                </c:pt>
                <c:pt idx="17147">
                  <c:v>3</c:v>
                </c:pt>
                <c:pt idx="17148">
                  <c:v>3.5</c:v>
                </c:pt>
                <c:pt idx="17149">
                  <c:v>3.5</c:v>
                </c:pt>
                <c:pt idx="17150">
                  <c:v>3</c:v>
                </c:pt>
                <c:pt idx="17151">
                  <c:v>4</c:v>
                </c:pt>
                <c:pt idx="17152">
                  <c:v>3</c:v>
                </c:pt>
                <c:pt idx="17153">
                  <c:v>3.5</c:v>
                </c:pt>
                <c:pt idx="17154">
                  <c:v>4.5</c:v>
                </c:pt>
                <c:pt idx="17155">
                  <c:v>3.5</c:v>
                </c:pt>
                <c:pt idx="17156">
                  <c:v>2.5</c:v>
                </c:pt>
                <c:pt idx="17157">
                  <c:v>4.5</c:v>
                </c:pt>
                <c:pt idx="17158">
                  <c:v>5.5</c:v>
                </c:pt>
                <c:pt idx="17159">
                  <c:v>6</c:v>
                </c:pt>
                <c:pt idx="17160">
                  <c:v>7</c:v>
                </c:pt>
                <c:pt idx="17161">
                  <c:v>5.5</c:v>
                </c:pt>
                <c:pt idx="17162">
                  <c:v>3.5</c:v>
                </c:pt>
                <c:pt idx="17163">
                  <c:v>3.5</c:v>
                </c:pt>
                <c:pt idx="17164">
                  <c:v>4</c:v>
                </c:pt>
                <c:pt idx="17165">
                  <c:v>4.5</c:v>
                </c:pt>
                <c:pt idx="17166">
                  <c:v>4.5</c:v>
                </c:pt>
                <c:pt idx="17167">
                  <c:v>4.5</c:v>
                </c:pt>
                <c:pt idx="17168">
                  <c:v>3</c:v>
                </c:pt>
                <c:pt idx="17169">
                  <c:v>3</c:v>
                </c:pt>
                <c:pt idx="17170">
                  <c:v>3.5</c:v>
                </c:pt>
                <c:pt idx="17171">
                  <c:v>5</c:v>
                </c:pt>
                <c:pt idx="17172">
                  <c:v>5</c:v>
                </c:pt>
                <c:pt idx="17173">
                  <c:v>5.5</c:v>
                </c:pt>
                <c:pt idx="17174">
                  <c:v>6</c:v>
                </c:pt>
                <c:pt idx="17175">
                  <c:v>4.5</c:v>
                </c:pt>
                <c:pt idx="17176">
                  <c:v>4</c:v>
                </c:pt>
                <c:pt idx="17177">
                  <c:v>5</c:v>
                </c:pt>
                <c:pt idx="17178">
                  <c:v>4</c:v>
                </c:pt>
                <c:pt idx="17179">
                  <c:v>6</c:v>
                </c:pt>
                <c:pt idx="17180">
                  <c:v>5</c:v>
                </c:pt>
                <c:pt idx="17181">
                  <c:v>3</c:v>
                </c:pt>
                <c:pt idx="17182">
                  <c:v>1.5</c:v>
                </c:pt>
                <c:pt idx="17183">
                  <c:v>1.5</c:v>
                </c:pt>
                <c:pt idx="17184">
                  <c:v>1.5</c:v>
                </c:pt>
                <c:pt idx="17185">
                  <c:v>2</c:v>
                </c:pt>
                <c:pt idx="17186">
                  <c:v>3</c:v>
                </c:pt>
                <c:pt idx="17187">
                  <c:v>3</c:v>
                </c:pt>
                <c:pt idx="17188">
                  <c:v>3.5</c:v>
                </c:pt>
                <c:pt idx="17189">
                  <c:v>3</c:v>
                </c:pt>
                <c:pt idx="17190">
                  <c:v>4.5</c:v>
                </c:pt>
                <c:pt idx="17191">
                  <c:v>6.5</c:v>
                </c:pt>
                <c:pt idx="17192">
                  <c:v>7</c:v>
                </c:pt>
                <c:pt idx="17193">
                  <c:v>7.5</c:v>
                </c:pt>
                <c:pt idx="17194">
                  <c:v>7</c:v>
                </c:pt>
                <c:pt idx="17195">
                  <c:v>8</c:v>
                </c:pt>
                <c:pt idx="17196">
                  <c:v>9</c:v>
                </c:pt>
                <c:pt idx="17197">
                  <c:v>9</c:v>
                </c:pt>
                <c:pt idx="17198">
                  <c:v>6</c:v>
                </c:pt>
                <c:pt idx="17199">
                  <c:v>2.5</c:v>
                </c:pt>
                <c:pt idx="17200">
                  <c:v>2</c:v>
                </c:pt>
                <c:pt idx="17201">
                  <c:v>4</c:v>
                </c:pt>
                <c:pt idx="17202">
                  <c:v>3.5</c:v>
                </c:pt>
                <c:pt idx="17203">
                  <c:v>3</c:v>
                </c:pt>
                <c:pt idx="17204">
                  <c:v>1.5</c:v>
                </c:pt>
                <c:pt idx="17205">
                  <c:v>4</c:v>
                </c:pt>
                <c:pt idx="17206">
                  <c:v>2.5</c:v>
                </c:pt>
                <c:pt idx="17207">
                  <c:v>1.5</c:v>
                </c:pt>
                <c:pt idx="17208">
                  <c:v>5</c:v>
                </c:pt>
                <c:pt idx="17209">
                  <c:v>9.5</c:v>
                </c:pt>
                <c:pt idx="17210">
                  <c:v>10.5</c:v>
                </c:pt>
                <c:pt idx="17211">
                  <c:v>10.5</c:v>
                </c:pt>
                <c:pt idx="17212">
                  <c:v>9</c:v>
                </c:pt>
                <c:pt idx="17213">
                  <c:v>7.5</c:v>
                </c:pt>
                <c:pt idx="17214">
                  <c:v>8</c:v>
                </c:pt>
                <c:pt idx="17215">
                  <c:v>8.5</c:v>
                </c:pt>
                <c:pt idx="17216">
                  <c:v>9.5</c:v>
                </c:pt>
                <c:pt idx="17217">
                  <c:v>11.5</c:v>
                </c:pt>
                <c:pt idx="17218">
                  <c:v>11.5</c:v>
                </c:pt>
                <c:pt idx="17219">
                  <c:v>10.5</c:v>
                </c:pt>
                <c:pt idx="17220">
                  <c:v>12.5</c:v>
                </c:pt>
                <c:pt idx="17221">
                  <c:v>12</c:v>
                </c:pt>
                <c:pt idx="17222">
                  <c:v>11.5</c:v>
                </c:pt>
                <c:pt idx="17223">
                  <c:v>12.5</c:v>
                </c:pt>
                <c:pt idx="17224">
                  <c:v>11</c:v>
                </c:pt>
                <c:pt idx="17225">
                  <c:v>10</c:v>
                </c:pt>
                <c:pt idx="17226">
                  <c:v>11.5</c:v>
                </c:pt>
                <c:pt idx="17227">
                  <c:v>10.5</c:v>
                </c:pt>
                <c:pt idx="17228">
                  <c:v>9.5</c:v>
                </c:pt>
                <c:pt idx="17229">
                  <c:v>11.5</c:v>
                </c:pt>
                <c:pt idx="17230">
                  <c:v>11.5</c:v>
                </c:pt>
                <c:pt idx="17231">
                  <c:v>12</c:v>
                </c:pt>
                <c:pt idx="17232">
                  <c:v>13.5</c:v>
                </c:pt>
                <c:pt idx="17233">
                  <c:v>13.5</c:v>
                </c:pt>
                <c:pt idx="17234">
                  <c:v>13.5</c:v>
                </c:pt>
                <c:pt idx="17235">
                  <c:v>12.5</c:v>
                </c:pt>
                <c:pt idx="17236">
                  <c:v>14</c:v>
                </c:pt>
                <c:pt idx="17237">
                  <c:v>13</c:v>
                </c:pt>
                <c:pt idx="17238">
                  <c:v>12.5</c:v>
                </c:pt>
                <c:pt idx="17239">
                  <c:v>12</c:v>
                </c:pt>
                <c:pt idx="17240">
                  <c:v>12.5</c:v>
                </c:pt>
                <c:pt idx="17241">
                  <c:v>13.5</c:v>
                </c:pt>
                <c:pt idx="17242">
                  <c:v>12.5</c:v>
                </c:pt>
                <c:pt idx="17243">
                  <c:v>15</c:v>
                </c:pt>
                <c:pt idx="17244">
                  <c:v>15</c:v>
                </c:pt>
                <c:pt idx="17245">
                  <c:v>14</c:v>
                </c:pt>
                <c:pt idx="17246">
                  <c:v>13</c:v>
                </c:pt>
                <c:pt idx="17247">
                  <c:v>16</c:v>
                </c:pt>
                <c:pt idx="17248">
                  <c:v>17.5</c:v>
                </c:pt>
                <c:pt idx="17249">
                  <c:v>16.5</c:v>
                </c:pt>
                <c:pt idx="17250">
                  <c:v>16</c:v>
                </c:pt>
                <c:pt idx="17251">
                  <c:v>17.5</c:v>
                </c:pt>
                <c:pt idx="17252">
                  <c:v>18.5</c:v>
                </c:pt>
                <c:pt idx="17253">
                  <c:v>17.5</c:v>
                </c:pt>
                <c:pt idx="17254">
                  <c:v>16</c:v>
                </c:pt>
                <c:pt idx="17255">
                  <c:v>15</c:v>
                </c:pt>
                <c:pt idx="17256">
                  <c:v>16.5</c:v>
                </c:pt>
                <c:pt idx="17257">
                  <c:v>16.5</c:v>
                </c:pt>
                <c:pt idx="17258">
                  <c:v>18</c:v>
                </c:pt>
                <c:pt idx="17259">
                  <c:v>17.5</c:v>
                </c:pt>
                <c:pt idx="17260">
                  <c:v>14</c:v>
                </c:pt>
                <c:pt idx="17261">
                  <c:v>8</c:v>
                </c:pt>
                <c:pt idx="17262">
                  <c:v>6</c:v>
                </c:pt>
                <c:pt idx="17263">
                  <c:v>7</c:v>
                </c:pt>
                <c:pt idx="17264">
                  <c:v>9</c:v>
                </c:pt>
                <c:pt idx="17265">
                  <c:v>10</c:v>
                </c:pt>
                <c:pt idx="17266">
                  <c:v>11</c:v>
                </c:pt>
                <c:pt idx="17267">
                  <c:v>12.5</c:v>
                </c:pt>
                <c:pt idx="17268">
                  <c:v>14.5</c:v>
                </c:pt>
                <c:pt idx="17269">
                  <c:v>15.5</c:v>
                </c:pt>
                <c:pt idx="17270">
                  <c:v>17.5</c:v>
                </c:pt>
                <c:pt idx="17271">
                  <c:v>17</c:v>
                </c:pt>
                <c:pt idx="17272">
                  <c:v>16</c:v>
                </c:pt>
                <c:pt idx="17273">
                  <c:v>17</c:v>
                </c:pt>
                <c:pt idx="17274">
                  <c:v>13.5</c:v>
                </c:pt>
                <c:pt idx="17275">
                  <c:v>12.5</c:v>
                </c:pt>
                <c:pt idx="17276">
                  <c:v>14</c:v>
                </c:pt>
                <c:pt idx="17277">
                  <c:v>13.5</c:v>
                </c:pt>
                <c:pt idx="17278">
                  <c:v>12.5</c:v>
                </c:pt>
                <c:pt idx="17279">
                  <c:v>15</c:v>
                </c:pt>
                <c:pt idx="17280">
                  <c:v>16</c:v>
                </c:pt>
                <c:pt idx="17281">
                  <c:v>15</c:v>
                </c:pt>
                <c:pt idx="17282">
                  <c:v>15</c:v>
                </c:pt>
                <c:pt idx="17283">
                  <c:v>13.5</c:v>
                </c:pt>
                <c:pt idx="17284">
                  <c:v>11</c:v>
                </c:pt>
                <c:pt idx="17285">
                  <c:v>10.5</c:v>
                </c:pt>
                <c:pt idx="17286">
                  <c:v>12.5</c:v>
                </c:pt>
                <c:pt idx="17287">
                  <c:v>14</c:v>
                </c:pt>
                <c:pt idx="17288">
                  <c:v>13.5</c:v>
                </c:pt>
                <c:pt idx="17289">
                  <c:v>14.5</c:v>
                </c:pt>
                <c:pt idx="17290">
                  <c:v>17</c:v>
                </c:pt>
                <c:pt idx="17291">
                  <c:v>17.5</c:v>
                </c:pt>
                <c:pt idx="17292">
                  <c:v>19.5</c:v>
                </c:pt>
                <c:pt idx="17293">
                  <c:v>20.5</c:v>
                </c:pt>
                <c:pt idx="17294">
                  <c:v>19.5</c:v>
                </c:pt>
                <c:pt idx="17295">
                  <c:v>19</c:v>
                </c:pt>
                <c:pt idx="17296">
                  <c:v>19.5</c:v>
                </c:pt>
                <c:pt idx="17297">
                  <c:v>21</c:v>
                </c:pt>
                <c:pt idx="17298">
                  <c:v>21.5</c:v>
                </c:pt>
                <c:pt idx="17299">
                  <c:v>19.5</c:v>
                </c:pt>
                <c:pt idx="17300">
                  <c:v>19</c:v>
                </c:pt>
                <c:pt idx="17301">
                  <c:v>20.5</c:v>
                </c:pt>
                <c:pt idx="17302">
                  <c:v>19</c:v>
                </c:pt>
                <c:pt idx="17303">
                  <c:v>19</c:v>
                </c:pt>
                <c:pt idx="17304">
                  <c:v>21.5</c:v>
                </c:pt>
                <c:pt idx="17305">
                  <c:v>21.5</c:v>
                </c:pt>
                <c:pt idx="17306">
                  <c:v>22</c:v>
                </c:pt>
                <c:pt idx="17307">
                  <c:v>22.5</c:v>
                </c:pt>
                <c:pt idx="17308">
                  <c:v>22.5</c:v>
                </c:pt>
                <c:pt idx="17309">
                  <c:v>18</c:v>
                </c:pt>
                <c:pt idx="17310">
                  <c:v>19</c:v>
                </c:pt>
                <c:pt idx="17311">
                  <c:v>20.5</c:v>
                </c:pt>
                <c:pt idx="17312">
                  <c:v>22</c:v>
                </c:pt>
                <c:pt idx="17313">
                  <c:v>24</c:v>
                </c:pt>
                <c:pt idx="17314">
                  <c:v>22.5</c:v>
                </c:pt>
                <c:pt idx="17315">
                  <c:v>25.5</c:v>
                </c:pt>
                <c:pt idx="17316">
                  <c:v>25.5</c:v>
                </c:pt>
                <c:pt idx="17317">
                  <c:v>23.5</c:v>
                </c:pt>
                <c:pt idx="17318">
                  <c:v>22.5</c:v>
                </c:pt>
                <c:pt idx="17319">
                  <c:v>23</c:v>
                </c:pt>
                <c:pt idx="17320">
                  <c:v>20.5</c:v>
                </c:pt>
                <c:pt idx="17321">
                  <c:v>21</c:v>
                </c:pt>
                <c:pt idx="17322">
                  <c:v>21.5</c:v>
                </c:pt>
                <c:pt idx="17323">
                  <c:v>23</c:v>
                </c:pt>
                <c:pt idx="17324">
                  <c:v>25</c:v>
                </c:pt>
                <c:pt idx="17325">
                  <c:v>26.5</c:v>
                </c:pt>
                <c:pt idx="17326">
                  <c:v>22.5</c:v>
                </c:pt>
                <c:pt idx="17327">
                  <c:v>21</c:v>
                </c:pt>
                <c:pt idx="17328">
                  <c:v>25</c:v>
                </c:pt>
                <c:pt idx="17329">
                  <c:v>27</c:v>
                </c:pt>
                <c:pt idx="17330">
                  <c:v>27</c:v>
                </c:pt>
                <c:pt idx="17331">
                  <c:v>23.5</c:v>
                </c:pt>
                <c:pt idx="17332">
                  <c:v>21.5</c:v>
                </c:pt>
                <c:pt idx="17333">
                  <c:v>24</c:v>
                </c:pt>
                <c:pt idx="17334">
                  <c:v>25.5</c:v>
                </c:pt>
                <c:pt idx="17335">
                  <c:v>26</c:v>
                </c:pt>
                <c:pt idx="17336">
                  <c:v>27</c:v>
                </c:pt>
                <c:pt idx="17337">
                  <c:v>25.5</c:v>
                </c:pt>
                <c:pt idx="17338">
                  <c:v>27</c:v>
                </c:pt>
                <c:pt idx="17339">
                  <c:v>29</c:v>
                </c:pt>
                <c:pt idx="17340">
                  <c:v>29</c:v>
                </c:pt>
                <c:pt idx="17341">
                  <c:v>30</c:v>
                </c:pt>
                <c:pt idx="17342">
                  <c:v>28</c:v>
                </c:pt>
                <c:pt idx="17343">
                  <c:v>28.5</c:v>
                </c:pt>
                <c:pt idx="17344">
                  <c:v>26.5</c:v>
                </c:pt>
                <c:pt idx="17345">
                  <c:v>23</c:v>
                </c:pt>
                <c:pt idx="17346">
                  <c:v>22.5</c:v>
                </c:pt>
                <c:pt idx="17347">
                  <c:v>21.5</c:v>
                </c:pt>
                <c:pt idx="17348">
                  <c:v>23</c:v>
                </c:pt>
                <c:pt idx="17349">
                  <c:v>24</c:v>
                </c:pt>
                <c:pt idx="17350">
                  <c:v>25.5</c:v>
                </c:pt>
                <c:pt idx="17351">
                  <c:v>25</c:v>
                </c:pt>
                <c:pt idx="17352">
                  <c:v>23.5</c:v>
                </c:pt>
                <c:pt idx="17353">
                  <c:v>25.5</c:v>
                </c:pt>
                <c:pt idx="17354">
                  <c:v>27</c:v>
                </c:pt>
                <c:pt idx="17355">
                  <c:v>28.5</c:v>
                </c:pt>
                <c:pt idx="17356">
                  <c:v>28</c:v>
                </c:pt>
                <c:pt idx="17357">
                  <c:v>29.5</c:v>
                </c:pt>
                <c:pt idx="17358">
                  <c:v>31</c:v>
                </c:pt>
                <c:pt idx="17359">
                  <c:v>29.5</c:v>
                </c:pt>
                <c:pt idx="17360">
                  <c:v>28</c:v>
                </c:pt>
                <c:pt idx="17361">
                  <c:v>26.5</c:v>
                </c:pt>
                <c:pt idx="17362">
                  <c:v>26.5</c:v>
                </c:pt>
                <c:pt idx="17363">
                  <c:v>27</c:v>
                </c:pt>
                <c:pt idx="17364">
                  <c:v>27.5</c:v>
                </c:pt>
                <c:pt idx="17365">
                  <c:v>26.5</c:v>
                </c:pt>
                <c:pt idx="17366">
                  <c:v>27.5</c:v>
                </c:pt>
                <c:pt idx="17367">
                  <c:v>23</c:v>
                </c:pt>
                <c:pt idx="17368">
                  <c:v>27</c:v>
                </c:pt>
                <c:pt idx="17369">
                  <c:v>27.5</c:v>
                </c:pt>
                <c:pt idx="17370">
                  <c:v>27.5</c:v>
                </c:pt>
                <c:pt idx="17371">
                  <c:v>29</c:v>
                </c:pt>
                <c:pt idx="17372">
                  <c:v>29</c:v>
                </c:pt>
                <c:pt idx="17373">
                  <c:v>24.5</c:v>
                </c:pt>
                <c:pt idx="17374">
                  <c:v>23</c:v>
                </c:pt>
                <c:pt idx="17375">
                  <c:v>23.5</c:v>
                </c:pt>
                <c:pt idx="17376">
                  <c:v>23</c:v>
                </c:pt>
                <c:pt idx="17377">
                  <c:v>23</c:v>
                </c:pt>
                <c:pt idx="17378">
                  <c:v>24</c:v>
                </c:pt>
                <c:pt idx="17379">
                  <c:v>25</c:v>
                </c:pt>
                <c:pt idx="17380">
                  <c:v>26.5</c:v>
                </c:pt>
                <c:pt idx="17381">
                  <c:v>27.5</c:v>
                </c:pt>
                <c:pt idx="17382">
                  <c:v>29</c:v>
                </c:pt>
                <c:pt idx="17383">
                  <c:v>29.5</c:v>
                </c:pt>
                <c:pt idx="17384">
                  <c:v>30.5</c:v>
                </c:pt>
                <c:pt idx="17385">
                  <c:v>31</c:v>
                </c:pt>
                <c:pt idx="17386">
                  <c:v>31.5</c:v>
                </c:pt>
                <c:pt idx="17387">
                  <c:v>30</c:v>
                </c:pt>
                <c:pt idx="17388">
                  <c:v>30</c:v>
                </c:pt>
                <c:pt idx="17389">
                  <c:v>27</c:v>
                </c:pt>
                <c:pt idx="17390">
                  <c:v>26.5</c:v>
                </c:pt>
                <c:pt idx="17391">
                  <c:v>28</c:v>
                </c:pt>
                <c:pt idx="17392">
                  <c:v>28</c:v>
                </c:pt>
                <c:pt idx="17393">
                  <c:v>29</c:v>
                </c:pt>
                <c:pt idx="17394">
                  <c:v>24</c:v>
                </c:pt>
                <c:pt idx="17395">
                  <c:v>28.5</c:v>
                </c:pt>
                <c:pt idx="17396">
                  <c:v>30.5</c:v>
                </c:pt>
                <c:pt idx="17397">
                  <c:v>28</c:v>
                </c:pt>
                <c:pt idx="17398">
                  <c:v>24</c:v>
                </c:pt>
                <c:pt idx="17399">
                  <c:v>24.5</c:v>
                </c:pt>
                <c:pt idx="17400">
                  <c:v>26.5</c:v>
                </c:pt>
                <c:pt idx="17401">
                  <c:v>27.5</c:v>
                </c:pt>
                <c:pt idx="17402">
                  <c:v>28.5</c:v>
                </c:pt>
                <c:pt idx="17403">
                  <c:v>28.5</c:v>
                </c:pt>
                <c:pt idx="17404">
                  <c:v>29.5</c:v>
                </c:pt>
                <c:pt idx="17405">
                  <c:v>26</c:v>
                </c:pt>
                <c:pt idx="17406">
                  <c:v>23.5</c:v>
                </c:pt>
                <c:pt idx="17407">
                  <c:v>22.5</c:v>
                </c:pt>
                <c:pt idx="17408">
                  <c:v>22</c:v>
                </c:pt>
                <c:pt idx="17409">
                  <c:v>23</c:v>
                </c:pt>
                <c:pt idx="17410">
                  <c:v>23.5</c:v>
                </c:pt>
                <c:pt idx="17411">
                  <c:v>26</c:v>
                </c:pt>
                <c:pt idx="17412">
                  <c:v>25.5</c:v>
                </c:pt>
                <c:pt idx="17413">
                  <c:v>21.5</c:v>
                </c:pt>
                <c:pt idx="17414">
                  <c:v>23.5</c:v>
                </c:pt>
                <c:pt idx="17415">
                  <c:v>24.5</c:v>
                </c:pt>
                <c:pt idx="17416">
                  <c:v>25.5</c:v>
                </c:pt>
                <c:pt idx="17417">
                  <c:v>25.5</c:v>
                </c:pt>
                <c:pt idx="17418">
                  <c:v>24</c:v>
                </c:pt>
                <c:pt idx="17419">
                  <c:v>24</c:v>
                </c:pt>
                <c:pt idx="17420">
                  <c:v>25</c:v>
                </c:pt>
                <c:pt idx="17421">
                  <c:v>25.5</c:v>
                </c:pt>
                <c:pt idx="17422">
                  <c:v>26</c:v>
                </c:pt>
                <c:pt idx="17423">
                  <c:v>25.5</c:v>
                </c:pt>
                <c:pt idx="17424">
                  <c:v>25.5</c:v>
                </c:pt>
                <c:pt idx="17425">
                  <c:v>25</c:v>
                </c:pt>
                <c:pt idx="17426">
                  <c:v>20</c:v>
                </c:pt>
                <c:pt idx="17427">
                  <c:v>18.5</c:v>
                </c:pt>
                <c:pt idx="17428">
                  <c:v>20</c:v>
                </c:pt>
                <c:pt idx="17429">
                  <c:v>20</c:v>
                </c:pt>
                <c:pt idx="17430">
                  <c:v>21</c:v>
                </c:pt>
                <c:pt idx="17431">
                  <c:v>21</c:v>
                </c:pt>
                <c:pt idx="17432">
                  <c:v>19</c:v>
                </c:pt>
                <c:pt idx="17433">
                  <c:v>19</c:v>
                </c:pt>
                <c:pt idx="17434">
                  <c:v>18.5</c:v>
                </c:pt>
                <c:pt idx="17435">
                  <c:v>18.5</c:v>
                </c:pt>
                <c:pt idx="17436">
                  <c:v>18.5</c:v>
                </c:pt>
                <c:pt idx="17437">
                  <c:v>18</c:v>
                </c:pt>
                <c:pt idx="17438">
                  <c:v>17.5</c:v>
                </c:pt>
                <c:pt idx="17439">
                  <c:v>17.5</c:v>
                </c:pt>
                <c:pt idx="17440">
                  <c:v>17</c:v>
                </c:pt>
                <c:pt idx="17441">
                  <c:v>18.5</c:v>
                </c:pt>
                <c:pt idx="17442">
                  <c:v>18</c:v>
                </c:pt>
                <c:pt idx="17443">
                  <c:v>19.5</c:v>
                </c:pt>
                <c:pt idx="17444">
                  <c:v>18</c:v>
                </c:pt>
                <c:pt idx="17445">
                  <c:v>16</c:v>
                </c:pt>
                <c:pt idx="17446">
                  <c:v>15.5</c:v>
                </c:pt>
                <c:pt idx="17447">
                  <c:v>14</c:v>
                </c:pt>
                <c:pt idx="17448">
                  <c:v>15.5</c:v>
                </c:pt>
                <c:pt idx="17449">
                  <c:v>14.5</c:v>
                </c:pt>
                <c:pt idx="17450">
                  <c:v>13.5</c:v>
                </c:pt>
                <c:pt idx="17451">
                  <c:v>14.5</c:v>
                </c:pt>
                <c:pt idx="17452">
                  <c:v>15.5</c:v>
                </c:pt>
                <c:pt idx="17453">
                  <c:v>17</c:v>
                </c:pt>
                <c:pt idx="17454">
                  <c:v>16</c:v>
                </c:pt>
                <c:pt idx="17455">
                  <c:v>18</c:v>
                </c:pt>
                <c:pt idx="17456">
                  <c:v>18</c:v>
                </c:pt>
                <c:pt idx="17457">
                  <c:v>15</c:v>
                </c:pt>
                <c:pt idx="17458">
                  <c:v>14.5</c:v>
                </c:pt>
                <c:pt idx="17459">
                  <c:v>14</c:v>
                </c:pt>
                <c:pt idx="17460">
                  <c:v>14.5</c:v>
                </c:pt>
                <c:pt idx="17461">
                  <c:v>14.5</c:v>
                </c:pt>
                <c:pt idx="17462">
                  <c:v>15.5</c:v>
                </c:pt>
                <c:pt idx="17463">
                  <c:v>16.5</c:v>
                </c:pt>
                <c:pt idx="17464">
                  <c:v>15.5</c:v>
                </c:pt>
                <c:pt idx="17465">
                  <c:v>12.5</c:v>
                </c:pt>
                <c:pt idx="17466">
                  <c:v>10</c:v>
                </c:pt>
                <c:pt idx="17467">
                  <c:v>10</c:v>
                </c:pt>
                <c:pt idx="17468">
                  <c:v>9.5</c:v>
                </c:pt>
                <c:pt idx="17469">
                  <c:v>8.5</c:v>
                </c:pt>
                <c:pt idx="17470">
                  <c:v>9.5</c:v>
                </c:pt>
                <c:pt idx="17471">
                  <c:v>13.5</c:v>
                </c:pt>
                <c:pt idx="17472">
                  <c:v>13</c:v>
                </c:pt>
                <c:pt idx="17473">
                  <c:v>13</c:v>
                </c:pt>
                <c:pt idx="17474">
                  <c:v>12</c:v>
                </c:pt>
                <c:pt idx="17475">
                  <c:v>11</c:v>
                </c:pt>
                <c:pt idx="17476">
                  <c:v>11.5</c:v>
                </c:pt>
                <c:pt idx="17477">
                  <c:v>12</c:v>
                </c:pt>
                <c:pt idx="17478">
                  <c:v>12</c:v>
                </c:pt>
                <c:pt idx="17479">
                  <c:v>11.5</c:v>
                </c:pt>
                <c:pt idx="17480">
                  <c:v>10.5</c:v>
                </c:pt>
                <c:pt idx="17481">
                  <c:v>9</c:v>
                </c:pt>
                <c:pt idx="17482">
                  <c:v>9</c:v>
                </c:pt>
                <c:pt idx="17483">
                  <c:v>11</c:v>
                </c:pt>
                <c:pt idx="17484">
                  <c:v>12.5</c:v>
                </c:pt>
                <c:pt idx="17485">
                  <c:v>11</c:v>
                </c:pt>
                <c:pt idx="17486">
                  <c:v>11</c:v>
                </c:pt>
                <c:pt idx="17487">
                  <c:v>10.5</c:v>
                </c:pt>
                <c:pt idx="17488">
                  <c:v>11</c:v>
                </c:pt>
                <c:pt idx="17489">
                  <c:v>10.5</c:v>
                </c:pt>
                <c:pt idx="17490">
                  <c:v>12</c:v>
                </c:pt>
                <c:pt idx="17491">
                  <c:v>12.5</c:v>
                </c:pt>
                <c:pt idx="17492">
                  <c:v>12</c:v>
                </c:pt>
                <c:pt idx="17493">
                  <c:v>11.5</c:v>
                </c:pt>
                <c:pt idx="17494">
                  <c:v>10.5</c:v>
                </c:pt>
                <c:pt idx="17495">
                  <c:v>7.5</c:v>
                </c:pt>
                <c:pt idx="17496">
                  <c:v>8</c:v>
                </c:pt>
                <c:pt idx="17497">
                  <c:v>10</c:v>
                </c:pt>
                <c:pt idx="17498">
                  <c:v>10</c:v>
                </c:pt>
                <c:pt idx="17499">
                  <c:v>11</c:v>
                </c:pt>
                <c:pt idx="17500">
                  <c:v>11.5</c:v>
                </c:pt>
                <c:pt idx="17501">
                  <c:v>9.5</c:v>
                </c:pt>
                <c:pt idx="17502">
                  <c:v>7</c:v>
                </c:pt>
                <c:pt idx="17503">
                  <c:v>5.5</c:v>
                </c:pt>
                <c:pt idx="17504">
                  <c:v>7.5</c:v>
                </c:pt>
                <c:pt idx="17505">
                  <c:v>9</c:v>
                </c:pt>
                <c:pt idx="17506">
                  <c:v>9</c:v>
                </c:pt>
                <c:pt idx="17507">
                  <c:v>8.5</c:v>
                </c:pt>
                <c:pt idx="17508">
                  <c:v>7.5</c:v>
                </c:pt>
                <c:pt idx="17509">
                  <c:v>9</c:v>
                </c:pt>
                <c:pt idx="17510">
                  <c:v>9.5</c:v>
                </c:pt>
                <c:pt idx="17511">
                  <c:v>9</c:v>
                </c:pt>
                <c:pt idx="17512">
                  <c:v>6</c:v>
                </c:pt>
                <c:pt idx="17513">
                  <c:v>5.5</c:v>
                </c:pt>
                <c:pt idx="17514">
                  <c:v>7</c:v>
                </c:pt>
                <c:pt idx="17515">
                  <c:v>7.5</c:v>
                </c:pt>
                <c:pt idx="17516">
                  <c:v>8</c:v>
                </c:pt>
                <c:pt idx="17517">
                  <c:v>7.5</c:v>
                </c:pt>
                <c:pt idx="17518">
                  <c:v>8.5</c:v>
                </c:pt>
                <c:pt idx="17519">
                  <c:v>8</c:v>
                </c:pt>
                <c:pt idx="17520">
                  <c:v>6.5</c:v>
                </c:pt>
                <c:pt idx="17521">
                  <c:v>5.5</c:v>
                </c:pt>
                <c:pt idx="17522">
                  <c:v>6.5</c:v>
                </c:pt>
                <c:pt idx="17523">
                  <c:v>7.5</c:v>
                </c:pt>
                <c:pt idx="17524">
                  <c:v>8.5</c:v>
                </c:pt>
                <c:pt idx="17525">
                  <c:v>9.5</c:v>
                </c:pt>
                <c:pt idx="17526">
                  <c:v>11</c:v>
                </c:pt>
                <c:pt idx="17527">
                  <c:v>11</c:v>
                </c:pt>
                <c:pt idx="17528">
                  <c:v>8.5</c:v>
                </c:pt>
                <c:pt idx="17529">
                  <c:v>9</c:v>
                </c:pt>
                <c:pt idx="17530">
                  <c:v>9</c:v>
                </c:pt>
                <c:pt idx="17531">
                  <c:v>9.5</c:v>
                </c:pt>
                <c:pt idx="17532">
                  <c:v>9</c:v>
                </c:pt>
                <c:pt idx="17533">
                  <c:v>6.5</c:v>
                </c:pt>
                <c:pt idx="17534">
                  <c:v>5</c:v>
                </c:pt>
                <c:pt idx="17535">
                  <c:v>5</c:v>
                </c:pt>
                <c:pt idx="17536">
                  <c:v>6.5</c:v>
                </c:pt>
                <c:pt idx="17537">
                  <c:v>8</c:v>
                </c:pt>
                <c:pt idx="17538">
                  <c:v>7.5</c:v>
                </c:pt>
                <c:pt idx="17539">
                  <c:v>6.5</c:v>
                </c:pt>
                <c:pt idx="17540">
                  <c:v>4</c:v>
                </c:pt>
                <c:pt idx="17541">
                  <c:v>1.5</c:v>
                </c:pt>
                <c:pt idx="17542">
                  <c:v>4</c:v>
                </c:pt>
                <c:pt idx="17543">
                  <c:v>2.5</c:v>
                </c:pt>
                <c:pt idx="17544">
                  <c:v>1.5</c:v>
                </c:pt>
                <c:pt idx="17545">
                  <c:v>2.5</c:v>
                </c:pt>
                <c:pt idx="17546">
                  <c:v>4.5</c:v>
                </c:pt>
                <c:pt idx="17547">
                  <c:v>6</c:v>
                </c:pt>
                <c:pt idx="17548">
                  <c:v>5.5</c:v>
                </c:pt>
                <c:pt idx="17549">
                  <c:v>4</c:v>
                </c:pt>
                <c:pt idx="17550">
                  <c:v>5</c:v>
                </c:pt>
                <c:pt idx="17551">
                  <c:v>4.5</c:v>
                </c:pt>
                <c:pt idx="17552">
                  <c:v>5.5</c:v>
                </c:pt>
                <c:pt idx="17553">
                  <c:v>6.5</c:v>
                </c:pt>
                <c:pt idx="17554">
                  <c:v>6.5</c:v>
                </c:pt>
                <c:pt idx="17555">
                  <c:v>7</c:v>
                </c:pt>
                <c:pt idx="17556">
                  <c:v>7.5</c:v>
                </c:pt>
                <c:pt idx="17557">
                  <c:v>8</c:v>
                </c:pt>
                <c:pt idx="17558">
                  <c:v>7</c:v>
                </c:pt>
                <c:pt idx="17559">
                  <c:v>6</c:v>
                </c:pt>
                <c:pt idx="17560">
                  <c:v>6</c:v>
                </c:pt>
                <c:pt idx="17561">
                  <c:v>6</c:v>
                </c:pt>
                <c:pt idx="17562">
                  <c:v>6</c:v>
                </c:pt>
                <c:pt idx="17563">
                  <c:v>8.5</c:v>
                </c:pt>
                <c:pt idx="17564">
                  <c:v>6.5</c:v>
                </c:pt>
                <c:pt idx="17565">
                  <c:v>4.5</c:v>
                </c:pt>
                <c:pt idx="17566">
                  <c:v>4.5</c:v>
                </c:pt>
                <c:pt idx="17567">
                  <c:v>5.5</c:v>
                </c:pt>
                <c:pt idx="17568">
                  <c:v>4.5</c:v>
                </c:pt>
                <c:pt idx="17569">
                  <c:v>2.5</c:v>
                </c:pt>
                <c:pt idx="17570">
                  <c:v>1.5</c:v>
                </c:pt>
                <c:pt idx="17571">
                  <c:v>3</c:v>
                </c:pt>
                <c:pt idx="17572">
                  <c:v>4</c:v>
                </c:pt>
                <c:pt idx="17573">
                  <c:v>3</c:v>
                </c:pt>
                <c:pt idx="17574">
                  <c:v>3</c:v>
                </c:pt>
                <c:pt idx="17575">
                  <c:v>1.5</c:v>
                </c:pt>
                <c:pt idx="17576">
                  <c:v>0</c:v>
                </c:pt>
                <c:pt idx="17577">
                  <c:v>0.5</c:v>
                </c:pt>
                <c:pt idx="17578">
                  <c:v>2.5</c:v>
                </c:pt>
                <c:pt idx="17579">
                  <c:v>5</c:v>
                </c:pt>
                <c:pt idx="17580">
                  <c:v>4.5</c:v>
                </c:pt>
                <c:pt idx="17581">
                  <c:v>6.5</c:v>
                </c:pt>
                <c:pt idx="17582">
                  <c:v>7</c:v>
                </c:pt>
                <c:pt idx="17583">
                  <c:v>10</c:v>
                </c:pt>
                <c:pt idx="17584">
                  <c:v>11.5</c:v>
                </c:pt>
                <c:pt idx="17585">
                  <c:v>11.5</c:v>
                </c:pt>
                <c:pt idx="17586">
                  <c:v>14</c:v>
                </c:pt>
                <c:pt idx="17587">
                  <c:v>12</c:v>
                </c:pt>
                <c:pt idx="17588">
                  <c:v>11.5</c:v>
                </c:pt>
                <c:pt idx="17589">
                  <c:v>13</c:v>
                </c:pt>
                <c:pt idx="17590">
                  <c:v>12.5</c:v>
                </c:pt>
                <c:pt idx="17591">
                  <c:v>10</c:v>
                </c:pt>
                <c:pt idx="17592">
                  <c:v>11</c:v>
                </c:pt>
                <c:pt idx="17593">
                  <c:v>10</c:v>
                </c:pt>
                <c:pt idx="17594">
                  <c:v>11.5</c:v>
                </c:pt>
                <c:pt idx="17595">
                  <c:v>12.5</c:v>
                </c:pt>
                <c:pt idx="17596">
                  <c:v>9.5</c:v>
                </c:pt>
                <c:pt idx="17597">
                  <c:v>5.5</c:v>
                </c:pt>
                <c:pt idx="17598">
                  <c:v>5</c:v>
                </c:pt>
                <c:pt idx="17599">
                  <c:v>6</c:v>
                </c:pt>
                <c:pt idx="17600">
                  <c:v>6.5</c:v>
                </c:pt>
                <c:pt idx="17601">
                  <c:v>6.5</c:v>
                </c:pt>
                <c:pt idx="17602">
                  <c:v>8.5</c:v>
                </c:pt>
                <c:pt idx="17603">
                  <c:v>9.5</c:v>
                </c:pt>
                <c:pt idx="17604">
                  <c:v>10</c:v>
                </c:pt>
                <c:pt idx="17605">
                  <c:v>8</c:v>
                </c:pt>
                <c:pt idx="17606">
                  <c:v>6</c:v>
                </c:pt>
                <c:pt idx="17607">
                  <c:v>7</c:v>
                </c:pt>
                <c:pt idx="17608">
                  <c:v>8.5</c:v>
                </c:pt>
                <c:pt idx="17609">
                  <c:v>7</c:v>
                </c:pt>
                <c:pt idx="17610">
                  <c:v>8.5</c:v>
                </c:pt>
                <c:pt idx="17611">
                  <c:v>10</c:v>
                </c:pt>
                <c:pt idx="17612">
                  <c:v>9.5</c:v>
                </c:pt>
                <c:pt idx="17613">
                  <c:v>11</c:v>
                </c:pt>
                <c:pt idx="17614">
                  <c:v>12</c:v>
                </c:pt>
                <c:pt idx="17615">
                  <c:v>13.5</c:v>
                </c:pt>
                <c:pt idx="17616">
                  <c:v>13</c:v>
                </c:pt>
                <c:pt idx="17617">
                  <c:v>14.5</c:v>
                </c:pt>
                <c:pt idx="17618">
                  <c:v>15.5</c:v>
                </c:pt>
                <c:pt idx="17619">
                  <c:v>16.5</c:v>
                </c:pt>
                <c:pt idx="17620">
                  <c:v>17</c:v>
                </c:pt>
                <c:pt idx="17621">
                  <c:v>17</c:v>
                </c:pt>
                <c:pt idx="17622">
                  <c:v>17.5</c:v>
                </c:pt>
                <c:pt idx="17623">
                  <c:v>16.5</c:v>
                </c:pt>
                <c:pt idx="17624">
                  <c:v>17</c:v>
                </c:pt>
                <c:pt idx="17625">
                  <c:v>16.5</c:v>
                </c:pt>
                <c:pt idx="17626">
                  <c:v>15.5</c:v>
                </c:pt>
                <c:pt idx="17627">
                  <c:v>16.5</c:v>
                </c:pt>
                <c:pt idx="17628">
                  <c:v>15.5</c:v>
                </c:pt>
                <c:pt idx="17629">
                  <c:v>14.5</c:v>
                </c:pt>
                <c:pt idx="17630">
                  <c:v>16</c:v>
                </c:pt>
                <c:pt idx="17631">
                  <c:v>15</c:v>
                </c:pt>
                <c:pt idx="17632">
                  <c:v>15.5</c:v>
                </c:pt>
                <c:pt idx="17633">
                  <c:v>17.5</c:v>
                </c:pt>
                <c:pt idx="17634">
                  <c:v>14.5</c:v>
                </c:pt>
                <c:pt idx="17635">
                  <c:v>17</c:v>
                </c:pt>
                <c:pt idx="17636">
                  <c:v>18.5</c:v>
                </c:pt>
                <c:pt idx="17637">
                  <c:v>20</c:v>
                </c:pt>
                <c:pt idx="17638">
                  <c:v>21.5</c:v>
                </c:pt>
                <c:pt idx="17639">
                  <c:v>21.5</c:v>
                </c:pt>
                <c:pt idx="17640">
                  <c:v>21</c:v>
                </c:pt>
                <c:pt idx="17641">
                  <c:v>17.5</c:v>
                </c:pt>
                <c:pt idx="17642">
                  <c:v>15.5</c:v>
                </c:pt>
                <c:pt idx="17643">
                  <c:v>16</c:v>
                </c:pt>
                <c:pt idx="17644">
                  <c:v>20</c:v>
                </c:pt>
                <c:pt idx="17645">
                  <c:v>21.5</c:v>
                </c:pt>
                <c:pt idx="17646">
                  <c:v>20</c:v>
                </c:pt>
                <c:pt idx="17647">
                  <c:v>21</c:v>
                </c:pt>
                <c:pt idx="17648">
                  <c:v>19.5</c:v>
                </c:pt>
                <c:pt idx="17649">
                  <c:v>22</c:v>
                </c:pt>
                <c:pt idx="17650">
                  <c:v>23</c:v>
                </c:pt>
                <c:pt idx="17651">
                  <c:v>23.5</c:v>
                </c:pt>
                <c:pt idx="17652">
                  <c:v>23</c:v>
                </c:pt>
                <c:pt idx="17653">
                  <c:v>23</c:v>
                </c:pt>
                <c:pt idx="17654">
                  <c:v>23.5</c:v>
                </c:pt>
                <c:pt idx="17655">
                  <c:v>20</c:v>
                </c:pt>
                <c:pt idx="17656">
                  <c:v>21</c:v>
                </c:pt>
                <c:pt idx="17657">
                  <c:v>22.5</c:v>
                </c:pt>
                <c:pt idx="17658">
                  <c:v>21</c:v>
                </c:pt>
                <c:pt idx="17659">
                  <c:v>21</c:v>
                </c:pt>
                <c:pt idx="17660">
                  <c:v>17.5</c:v>
                </c:pt>
                <c:pt idx="17661">
                  <c:v>19.5</c:v>
                </c:pt>
                <c:pt idx="17662">
                  <c:v>19.5</c:v>
                </c:pt>
                <c:pt idx="17663">
                  <c:v>19.5</c:v>
                </c:pt>
                <c:pt idx="17664">
                  <c:v>16.5</c:v>
                </c:pt>
                <c:pt idx="17665">
                  <c:v>17</c:v>
                </c:pt>
                <c:pt idx="17666">
                  <c:v>18.5</c:v>
                </c:pt>
                <c:pt idx="17667">
                  <c:v>20.5</c:v>
                </c:pt>
                <c:pt idx="17668">
                  <c:v>21</c:v>
                </c:pt>
                <c:pt idx="17669">
                  <c:v>19</c:v>
                </c:pt>
                <c:pt idx="17670">
                  <c:v>21.5</c:v>
                </c:pt>
                <c:pt idx="17671">
                  <c:v>23.5</c:v>
                </c:pt>
                <c:pt idx="17672">
                  <c:v>24.5</c:v>
                </c:pt>
                <c:pt idx="17673">
                  <c:v>24</c:v>
                </c:pt>
                <c:pt idx="17674">
                  <c:v>25.5</c:v>
                </c:pt>
                <c:pt idx="17675">
                  <c:v>26</c:v>
                </c:pt>
                <c:pt idx="17676">
                  <c:v>19.5</c:v>
                </c:pt>
                <c:pt idx="17677">
                  <c:v>19.5</c:v>
                </c:pt>
                <c:pt idx="17678">
                  <c:v>21</c:v>
                </c:pt>
                <c:pt idx="17679">
                  <c:v>22.5</c:v>
                </c:pt>
                <c:pt idx="17680">
                  <c:v>24</c:v>
                </c:pt>
                <c:pt idx="17681">
                  <c:v>25</c:v>
                </c:pt>
                <c:pt idx="17682">
                  <c:v>23.5</c:v>
                </c:pt>
                <c:pt idx="17683">
                  <c:v>24</c:v>
                </c:pt>
                <c:pt idx="17684">
                  <c:v>23</c:v>
                </c:pt>
                <c:pt idx="17685">
                  <c:v>23</c:v>
                </c:pt>
                <c:pt idx="17686">
                  <c:v>24.5</c:v>
                </c:pt>
                <c:pt idx="17687">
                  <c:v>26</c:v>
                </c:pt>
                <c:pt idx="17688">
                  <c:v>26.5</c:v>
                </c:pt>
                <c:pt idx="17689">
                  <c:v>26.5</c:v>
                </c:pt>
                <c:pt idx="17690">
                  <c:v>27.5</c:v>
                </c:pt>
                <c:pt idx="17691">
                  <c:v>27</c:v>
                </c:pt>
                <c:pt idx="17692">
                  <c:v>22</c:v>
                </c:pt>
                <c:pt idx="17693">
                  <c:v>25</c:v>
                </c:pt>
                <c:pt idx="17694">
                  <c:v>27</c:v>
                </c:pt>
                <c:pt idx="17695">
                  <c:v>27</c:v>
                </c:pt>
                <c:pt idx="17696">
                  <c:v>26</c:v>
                </c:pt>
                <c:pt idx="17697">
                  <c:v>24.5</c:v>
                </c:pt>
                <c:pt idx="17698">
                  <c:v>24.5</c:v>
                </c:pt>
                <c:pt idx="17699">
                  <c:v>27</c:v>
                </c:pt>
                <c:pt idx="17700">
                  <c:v>26.5</c:v>
                </c:pt>
                <c:pt idx="17701">
                  <c:v>26</c:v>
                </c:pt>
                <c:pt idx="17702">
                  <c:v>27</c:v>
                </c:pt>
                <c:pt idx="17703">
                  <c:v>25</c:v>
                </c:pt>
                <c:pt idx="17704">
                  <c:v>24</c:v>
                </c:pt>
                <c:pt idx="17705">
                  <c:v>22</c:v>
                </c:pt>
                <c:pt idx="17706">
                  <c:v>23.5</c:v>
                </c:pt>
                <c:pt idx="17707">
                  <c:v>23</c:v>
                </c:pt>
                <c:pt idx="17708">
                  <c:v>21.5</c:v>
                </c:pt>
                <c:pt idx="17709">
                  <c:v>23</c:v>
                </c:pt>
                <c:pt idx="17710">
                  <c:v>23</c:v>
                </c:pt>
                <c:pt idx="17711">
                  <c:v>24</c:v>
                </c:pt>
                <c:pt idx="17712">
                  <c:v>25</c:v>
                </c:pt>
                <c:pt idx="17713">
                  <c:v>22.5</c:v>
                </c:pt>
                <c:pt idx="17714">
                  <c:v>25</c:v>
                </c:pt>
                <c:pt idx="17715">
                  <c:v>25</c:v>
                </c:pt>
                <c:pt idx="17716">
                  <c:v>25.5</c:v>
                </c:pt>
                <c:pt idx="17717">
                  <c:v>25</c:v>
                </c:pt>
                <c:pt idx="17718">
                  <c:v>26</c:v>
                </c:pt>
                <c:pt idx="17719">
                  <c:v>27.5</c:v>
                </c:pt>
                <c:pt idx="17720">
                  <c:v>28</c:v>
                </c:pt>
                <c:pt idx="17721">
                  <c:v>27.5</c:v>
                </c:pt>
                <c:pt idx="17722">
                  <c:v>27</c:v>
                </c:pt>
                <c:pt idx="17723">
                  <c:v>25</c:v>
                </c:pt>
                <c:pt idx="17724">
                  <c:v>25.5</c:v>
                </c:pt>
                <c:pt idx="17725">
                  <c:v>26.5</c:v>
                </c:pt>
                <c:pt idx="17726">
                  <c:v>26.5</c:v>
                </c:pt>
                <c:pt idx="17727">
                  <c:v>28</c:v>
                </c:pt>
                <c:pt idx="17728">
                  <c:v>29.5</c:v>
                </c:pt>
                <c:pt idx="17729">
                  <c:v>30</c:v>
                </c:pt>
                <c:pt idx="17730">
                  <c:v>27</c:v>
                </c:pt>
                <c:pt idx="17731">
                  <c:v>24.5</c:v>
                </c:pt>
                <c:pt idx="17732">
                  <c:v>26.5</c:v>
                </c:pt>
                <c:pt idx="17733">
                  <c:v>27</c:v>
                </c:pt>
                <c:pt idx="17734">
                  <c:v>26</c:v>
                </c:pt>
                <c:pt idx="17735">
                  <c:v>26.5</c:v>
                </c:pt>
                <c:pt idx="17736">
                  <c:v>25</c:v>
                </c:pt>
                <c:pt idx="17737">
                  <c:v>27.5</c:v>
                </c:pt>
                <c:pt idx="17738">
                  <c:v>28</c:v>
                </c:pt>
                <c:pt idx="17739">
                  <c:v>29</c:v>
                </c:pt>
                <c:pt idx="17740">
                  <c:v>31</c:v>
                </c:pt>
                <c:pt idx="17741">
                  <c:v>29.5</c:v>
                </c:pt>
                <c:pt idx="17742">
                  <c:v>25.5</c:v>
                </c:pt>
                <c:pt idx="17743">
                  <c:v>25</c:v>
                </c:pt>
                <c:pt idx="17744">
                  <c:v>26</c:v>
                </c:pt>
                <c:pt idx="17745">
                  <c:v>28</c:v>
                </c:pt>
                <c:pt idx="17746">
                  <c:v>27</c:v>
                </c:pt>
                <c:pt idx="17747">
                  <c:v>27</c:v>
                </c:pt>
                <c:pt idx="17748">
                  <c:v>26</c:v>
                </c:pt>
                <c:pt idx="17749">
                  <c:v>28</c:v>
                </c:pt>
                <c:pt idx="17750">
                  <c:v>29.5</c:v>
                </c:pt>
                <c:pt idx="17751">
                  <c:v>29.5</c:v>
                </c:pt>
                <c:pt idx="17752">
                  <c:v>27.5</c:v>
                </c:pt>
                <c:pt idx="17753">
                  <c:v>25.5</c:v>
                </c:pt>
                <c:pt idx="17754">
                  <c:v>26.5</c:v>
                </c:pt>
                <c:pt idx="17755">
                  <c:v>28</c:v>
                </c:pt>
                <c:pt idx="17756">
                  <c:v>29.5</c:v>
                </c:pt>
                <c:pt idx="17757">
                  <c:v>30</c:v>
                </c:pt>
                <c:pt idx="17758">
                  <c:v>31.5</c:v>
                </c:pt>
                <c:pt idx="17759">
                  <c:v>30</c:v>
                </c:pt>
                <c:pt idx="17760">
                  <c:v>27</c:v>
                </c:pt>
                <c:pt idx="17761">
                  <c:v>29.5</c:v>
                </c:pt>
                <c:pt idx="17762">
                  <c:v>29.5</c:v>
                </c:pt>
                <c:pt idx="17763">
                  <c:v>30.5</c:v>
                </c:pt>
                <c:pt idx="17764">
                  <c:v>30.5</c:v>
                </c:pt>
                <c:pt idx="17765">
                  <c:v>32</c:v>
                </c:pt>
                <c:pt idx="17766">
                  <c:v>29.5</c:v>
                </c:pt>
                <c:pt idx="17767">
                  <c:v>25.5</c:v>
                </c:pt>
                <c:pt idx="17768">
                  <c:v>27</c:v>
                </c:pt>
                <c:pt idx="17769">
                  <c:v>28.5</c:v>
                </c:pt>
                <c:pt idx="17770">
                  <c:v>30</c:v>
                </c:pt>
                <c:pt idx="17771">
                  <c:v>28.5</c:v>
                </c:pt>
                <c:pt idx="17772">
                  <c:v>29.5</c:v>
                </c:pt>
                <c:pt idx="17773">
                  <c:v>29.5</c:v>
                </c:pt>
                <c:pt idx="17774">
                  <c:v>29.5</c:v>
                </c:pt>
                <c:pt idx="17775">
                  <c:v>29</c:v>
                </c:pt>
                <c:pt idx="17776">
                  <c:v>27</c:v>
                </c:pt>
                <c:pt idx="17777">
                  <c:v>24</c:v>
                </c:pt>
                <c:pt idx="17778">
                  <c:v>20</c:v>
                </c:pt>
                <c:pt idx="17779">
                  <c:v>21</c:v>
                </c:pt>
                <c:pt idx="17780">
                  <c:v>22.5</c:v>
                </c:pt>
                <c:pt idx="17781">
                  <c:v>22.5</c:v>
                </c:pt>
                <c:pt idx="17782">
                  <c:v>24</c:v>
                </c:pt>
                <c:pt idx="17783">
                  <c:v>25.5</c:v>
                </c:pt>
                <c:pt idx="17784">
                  <c:v>25</c:v>
                </c:pt>
                <c:pt idx="17785">
                  <c:v>24.5</c:v>
                </c:pt>
                <c:pt idx="17786">
                  <c:v>24.5</c:v>
                </c:pt>
                <c:pt idx="17787">
                  <c:v>24.5</c:v>
                </c:pt>
                <c:pt idx="17788">
                  <c:v>24.5</c:v>
                </c:pt>
                <c:pt idx="17789">
                  <c:v>25.5</c:v>
                </c:pt>
                <c:pt idx="17790">
                  <c:v>19.5</c:v>
                </c:pt>
                <c:pt idx="17791">
                  <c:v>18</c:v>
                </c:pt>
                <c:pt idx="17792">
                  <c:v>17</c:v>
                </c:pt>
                <c:pt idx="17793">
                  <c:v>17</c:v>
                </c:pt>
                <c:pt idx="17794">
                  <c:v>17.5</c:v>
                </c:pt>
                <c:pt idx="17795">
                  <c:v>19</c:v>
                </c:pt>
                <c:pt idx="17796">
                  <c:v>17</c:v>
                </c:pt>
                <c:pt idx="17797">
                  <c:v>16.5</c:v>
                </c:pt>
                <c:pt idx="17798">
                  <c:v>17</c:v>
                </c:pt>
                <c:pt idx="17799">
                  <c:v>19</c:v>
                </c:pt>
                <c:pt idx="17800">
                  <c:v>19.5</c:v>
                </c:pt>
                <c:pt idx="17801">
                  <c:v>20</c:v>
                </c:pt>
                <c:pt idx="17802">
                  <c:v>18</c:v>
                </c:pt>
                <c:pt idx="17803">
                  <c:v>16.5</c:v>
                </c:pt>
                <c:pt idx="17804">
                  <c:v>16</c:v>
                </c:pt>
                <c:pt idx="17805">
                  <c:v>17</c:v>
                </c:pt>
                <c:pt idx="17806">
                  <c:v>20.5</c:v>
                </c:pt>
                <c:pt idx="17807">
                  <c:v>22.5</c:v>
                </c:pt>
                <c:pt idx="17808">
                  <c:v>22</c:v>
                </c:pt>
                <c:pt idx="17809">
                  <c:v>20</c:v>
                </c:pt>
                <c:pt idx="17810">
                  <c:v>19.5</c:v>
                </c:pt>
                <c:pt idx="17811">
                  <c:v>21.5</c:v>
                </c:pt>
                <c:pt idx="17812">
                  <c:v>21.5</c:v>
                </c:pt>
                <c:pt idx="17813">
                  <c:v>22.5</c:v>
                </c:pt>
                <c:pt idx="17814">
                  <c:v>23</c:v>
                </c:pt>
                <c:pt idx="17815">
                  <c:v>23</c:v>
                </c:pt>
                <c:pt idx="17816">
                  <c:v>22.5</c:v>
                </c:pt>
                <c:pt idx="17817">
                  <c:v>22.5</c:v>
                </c:pt>
                <c:pt idx="17818">
                  <c:v>22.5</c:v>
                </c:pt>
                <c:pt idx="17819">
                  <c:v>22</c:v>
                </c:pt>
                <c:pt idx="17820">
                  <c:v>17.5</c:v>
                </c:pt>
                <c:pt idx="17821">
                  <c:v>15</c:v>
                </c:pt>
                <c:pt idx="17822">
                  <c:v>17.5</c:v>
                </c:pt>
                <c:pt idx="17823">
                  <c:v>17.5</c:v>
                </c:pt>
                <c:pt idx="17824">
                  <c:v>18</c:v>
                </c:pt>
                <c:pt idx="17825">
                  <c:v>17</c:v>
                </c:pt>
                <c:pt idx="17826">
                  <c:v>17</c:v>
                </c:pt>
                <c:pt idx="17827">
                  <c:v>16</c:v>
                </c:pt>
                <c:pt idx="17828">
                  <c:v>13.5</c:v>
                </c:pt>
                <c:pt idx="17829">
                  <c:v>12.5</c:v>
                </c:pt>
                <c:pt idx="17830">
                  <c:v>12.5</c:v>
                </c:pt>
                <c:pt idx="17831">
                  <c:v>16</c:v>
                </c:pt>
                <c:pt idx="17832">
                  <c:v>17.5</c:v>
                </c:pt>
                <c:pt idx="17833">
                  <c:v>18</c:v>
                </c:pt>
                <c:pt idx="17834">
                  <c:v>19</c:v>
                </c:pt>
                <c:pt idx="17835">
                  <c:v>19</c:v>
                </c:pt>
                <c:pt idx="17836">
                  <c:v>18.5</c:v>
                </c:pt>
                <c:pt idx="17837">
                  <c:v>19</c:v>
                </c:pt>
                <c:pt idx="17838">
                  <c:v>18.5</c:v>
                </c:pt>
                <c:pt idx="17839">
                  <c:v>19</c:v>
                </c:pt>
                <c:pt idx="17840">
                  <c:v>18.5</c:v>
                </c:pt>
                <c:pt idx="17841">
                  <c:v>16</c:v>
                </c:pt>
                <c:pt idx="17842">
                  <c:v>14.5</c:v>
                </c:pt>
                <c:pt idx="17843">
                  <c:v>16</c:v>
                </c:pt>
                <c:pt idx="17844">
                  <c:v>17.5</c:v>
                </c:pt>
                <c:pt idx="17845">
                  <c:v>14</c:v>
                </c:pt>
                <c:pt idx="17846">
                  <c:v>12.5</c:v>
                </c:pt>
                <c:pt idx="17847">
                  <c:v>10.5</c:v>
                </c:pt>
                <c:pt idx="17848">
                  <c:v>8.5</c:v>
                </c:pt>
                <c:pt idx="17849">
                  <c:v>9</c:v>
                </c:pt>
                <c:pt idx="17850">
                  <c:v>10</c:v>
                </c:pt>
                <c:pt idx="17851">
                  <c:v>9</c:v>
                </c:pt>
                <c:pt idx="17852">
                  <c:v>8.5</c:v>
                </c:pt>
                <c:pt idx="17853">
                  <c:v>9.5</c:v>
                </c:pt>
                <c:pt idx="17854">
                  <c:v>12</c:v>
                </c:pt>
                <c:pt idx="17855">
                  <c:v>13</c:v>
                </c:pt>
                <c:pt idx="17856">
                  <c:v>12</c:v>
                </c:pt>
                <c:pt idx="17857">
                  <c:v>12</c:v>
                </c:pt>
                <c:pt idx="17858">
                  <c:v>11.5</c:v>
                </c:pt>
                <c:pt idx="17859">
                  <c:v>10.5</c:v>
                </c:pt>
                <c:pt idx="17860">
                  <c:v>12</c:v>
                </c:pt>
                <c:pt idx="17861">
                  <c:v>11.5</c:v>
                </c:pt>
                <c:pt idx="17862">
                  <c:v>10</c:v>
                </c:pt>
                <c:pt idx="17863">
                  <c:v>10.5</c:v>
                </c:pt>
                <c:pt idx="17864">
                  <c:v>8.5</c:v>
                </c:pt>
                <c:pt idx="17865">
                  <c:v>9.5</c:v>
                </c:pt>
                <c:pt idx="17866">
                  <c:v>9.5</c:v>
                </c:pt>
                <c:pt idx="17867">
                  <c:v>9</c:v>
                </c:pt>
                <c:pt idx="17868">
                  <c:v>7.5</c:v>
                </c:pt>
                <c:pt idx="17869">
                  <c:v>8.5</c:v>
                </c:pt>
                <c:pt idx="17870">
                  <c:v>9</c:v>
                </c:pt>
                <c:pt idx="17871">
                  <c:v>9</c:v>
                </c:pt>
                <c:pt idx="17872">
                  <c:v>7</c:v>
                </c:pt>
                <c:pt idx="17873">
                  <c:v>5.5</c:v>
                </c:pt>
                <c:pt idx="17874">
                  <c:v>5</c:v>
                </c:pt>
                <c:pt idx="17875">
                  <c:v>3</c:v>
                </c:pt>
                <c:pt idx="17876">
                  <c:v>2</c:v>
                </c:pt>
                <c:pt idx="17877">
                  <c:v>1.5</c:v>
                </c:pt>
                <c:pt idx="17878">
                  <c:v>2.5</c:v>
                </c:pt>
                <c:pt idx="17879">
                  <c:v>2.5</c:v>
                </c:pt>
                <c:pt idx="17880">
                  <c:v>3</c:v>
                </c:pt>
                <c:pt idx="17881">
                  <c:v>3.5</c:v>
                </c:pt>
                <c:pt idx="17882">
                  <c:v>3</c:v>
                </c:pt>
                <c:pt idx="17883">
                  <c:v>4</c:v>
                </c:pt>
                <c:pt idx="17884">
                  <c:v>4.5</c:v>
                </c:pt>
                <c:pt idx="17885">
                  <c:v>6</c:v>
                </c:pt>
                <c:pt idx="17886">
                  <c:v>6</c:v>
                </c:pt>
                <c:pt idx="17887">
                  <c:v>6.5</c:v>
                </c:pt>
                <c:pt idx="17888">
                  <c:v>7</c:v>
                </c:pt>
                <c:pt idx="17889">
                  <c:v>8</c:v>
                </c:pt>
                <c:pt idx="17890">
                  <c:v>8</c:v>
                </c:pt>
                <c:pt idx="17891">
                  <c:v>8</c:v>
                </c:pt>
                <c:pt idx="17892">
                  <c:v>6</c:v>
                </c:pt>
                <c:pt idx="17893">
                  <c:v>6</c:v>
                </c:pt>
                <c:pt idx="17894">
                  <c:v>4.5</c:v>
                </c:pt>
                <c:pt idx="17895">
                  <c:v>4.5</c:v>
                </c:pt>
                <c:pt idx="17896">
                  <c:v>4.5</c:v>
                </c:pt>
                <c:pt idx="17897">
                  <c:v>4</c:v>
                </c:pt>
                <c:pt idx="17898">
                  <c:v>4.5</c:v>
                </c:pt>
                <c:pt idx="17899">
                  <c:v>4</c:v>
                </c:pt>
                <c:pt idx="17900">
                  <c:v>4</c:v>
                </c:pt>
                <c:pt idx="17901">
                  <c:v>5</c:v>
                </c:pt>
                <c:pt idx="17902">
                  <c:v>4</c:v>
                </c:pt>
                <c:pt idx="17903">
                  <c:v>6.5</c:v>
                </c:pt>
                <c:pt idx="17904">
                  <c:v>7</c:v>
                </c:pt>
                <c:pt idx="17905">
                  <c:v>6</c:v>
                </c:pt>
                <c:pt idx="17906">
                  <c:v>5</c:v>
                </c:pt>
                <c:pt idx="17907">
                  <c:v>4</c:v>
                </c:pt>
                <c:pt idx="17908">
                  <c:v>4.5</c:v>
                </c:pt>
                <c:pt idx="17909">
                  <c:v>4</c:v>
                </c:pt>
                <c:pt idx="17910">
                  <c:v>4</c:v>
                </c:pt>
                <c:pt idx="17911">
                  <c:v>5.5</c:v>
                </c:pt>
                <c:pt idx="17912">
                  <c:v>6</c:v>
                </c:pt>
                <c:pt idx="17913">
                  <c:v>6.5</c:v>
                </c:pt>
                <c:pt idx="17914">
                  <c:v>5.5</c:v>
                </c:pt>
                <c:pt idx="17915">
                  <c:v>4</c:v>
                </c:pt>
                <c:pt idx="17916">
                  <c:v>3</c:v>
                </c:pt>
                <c:pt idx="17917">
                  <c:v>4</c:v>
                </c:pt>
                <c:pt idx="17918">
                  <c:v>4</c:v>
                </c:pt>
                <c:pt idx="17919">
                  <c:v>4.5</c:v>
                </c:pt>
                <c:pt idx="17920">
                  <c:v>4.5</c:v>
                </c:pt>
                <c:pt idx="17921">
                  <c:v>6</c:v>
                </c:pt>
                <c:pt idx="17922">
                  <c:v>6</c:v>
                </c:pt>
                <c:pt idx="17923">
                  <c:v>7</c:v>
                </c:pt>
                <c:pt idx="17924">
                  <c:v>7.5</c:v>
                </c:pt>
                <c:pt idx="17925">
                  <c:v>6</c:v>
                </c:pt>
                <c:pt idx="17926">
                  <c:v>4</c:v>
                </c:pt>
                <c:pt idx="17927">
                  <c:v>2</c:v>
                </c:pt>
                <c:pt idx="17928">
                  <c:v>0.5</c:v>
                </c:pt>
                <c:pt idx="17929">
                  <c:v>-0.5</c:v>
                </c:pt>
                <c:pt idx="17930">
                  <c:v>1</c:v>
                </c:pt>
                <c:pt idx="17931">
                  <c:v>3</c:v>
                </c:pt>
                <c:pt idx="17932">
                  <c:v>4</c:v>
                </c:pt>
                <c:pt idx="17933">
                  <c:v>6</c:v>
                </c:pt>
                <c:pt idx="17934">
                  <c:v>6</c:v>
                </c:pt>
                <c:pt idx="17935">
                  <c:v>6</c:v>
                </c:pt>
                <c:pt idx="17936">
                  <c:v>4.5</c:v>
                </c:pt>
                <c:pt idx="17937">
                  <c:v>7</c:v>
                </c:pt>
                <c:pt idx="17938">
                  <c:v>7</c:v>
                </c:pt>
                <c:pt idx="17939">
                  <c:v>6</c:v>
                </c:pt>
                <c:pt idx="17940">
                  <c:v>6</c:v>
                </c:pt>
                <c:pt idx="17941">
                  <c:v>8</c:v>
                </c:pt>
                <c:pt idx="17942">
                  <c:v>9</c:v>
                </c:pt>
                <c:pt idx="17943">
                  <c:v>9.5</c:v>
                </c:pt>
                <c:pt idx="17944">
                  <c:v>10</c:v>
                </c:pt>
                <c:pt idx="17945">
                  <c:v>9</c:v>
                </c:pt>
                <c:pt idx="17946">
                  <c:v>8</c:v>
                </c:pt>
                <c:pt idx="17947">
                  <c:v>8</c:v>
                </c:pt>
                <c:pt idx="17948">
                  <c:v>7</c:v>
                </c:pt>
                <c:pt idx="17949">
                  <c:v>7</c:v>
                </c:pt>
                <c:pt idx="17950">
                  <c:v>7</c:v>
                </c:pt>
                <c:pt idx="17951">
                  <c:v>8</c:v>
                </c:pt>
                <c:pt idx="17952">
                  <c:v>9</c:v>
                </c:pt>
                <c:pt idx="17953">
                  <c:v>10.5</c:v>
                </c:pt>
                <c:pt idx="17954">
                  <c:v>12</c:v>
                </c:pt>
                <c:pt idx="17955">
                  <c:v>10</c:v>
                </c:pt>
                <c:pt idx="17956">
                  <c:v>10.5</c:v>
                </c:pt>
                <c:pt idx="17957">
                  <c:v>13.5</c:v>
                </c:pt>
                <c:pt idx="17958">
                  <c:v>13</c:v>
                </c:pt>
                <c:pt idx="17959">
                  <c:v>14</c:v>
                </c:pt>
                <c:pt idx="17960">
                  <c:v>15.5</c:v>
                </c:pt>
                <c:pt idx="17961">
                  <c:v>15</c:v>
                </c:pt>
                <c:pt idx="17962">
                  <c:v>15.5</c:v>
                </c:pt>
                <c:pt idx="17963">
                  <c:v>13.5</c:v>
                </c:pt>
                <c:pt idx="17964">
                  <c:v>13.5</c:v>
                </c:pt>
                <c:pt idx="17965">
                  <c:v>12.5</c:v>
                </c:pt>
                <c:pt idx="17966">
                  <c:v>11.5</c:v>
                </c:pt>
                <c:pt idx="17967">
                  <c:v>12</c:v>
                </c:pt>
                <c:pt idx="17968">
                  <c:v>11</c:v>
                </c:pt>
                <c:pt idx="17969">
                  <c:v>11</c:v>
                </c:pt>
                <c:pt idx="17970">
                  <c:v>11</c:v>
                </c:pt>
                <c:pt idx="17971">
                  <c:v>11</c:v>
                </c:pt>
                <c:pt idx="17972">
                  <c:v>13</c:v>
                </c:pt>
                <c:pt idx="17973">
                  <c:v>14</c:v>
                </c:pt>
                <c:pt idx="17974">
                  <c:v>12.5</c:v>
                </c:pt>
                <c:pt idx="17975">
                  <c:v>13</c:v>
                </c:pt>
                <c:pt idx="17976">
                  <c:v>13.5</c:v>
                </c:pt>
                <c:pt idx="17977">
                  <c:v>14.5</c:v>
                </c:pt>
                <c:pt idx="17978">
                  <c:v>14.5</c:v>
                </c:pt>
                <c:pt idx="17979">
                  <c:v>15.5</c:v>
                </c:pt>
                <c:pt idx="17980">
                  <c:v>14</c:v>
                </c:pt>
                <c:pt idx="17981">
                  <c:v>16</c:v>
                </c:pt>
                <c:pt idx="17982">
                  <c:v>16.5</c:v>
                </c:pt>
                <c:pt idx="17983">
                  <c:v>16</c:v>
                </c:pt>
                <c:pt idx="17984">
                  <c:v>13.5</c:v>
                </c:pt>
                <c:pt idx="17985">
                  <c:v>14</c:v>
                </c:pt>
                <c:pt idx="17986">
                  <c:v>14</c:v>
                </c:pt>
                <c:pt idx="17987">
                  <c:v>15</c:v>
                </c:pt>
                <c:pt idx="17988">
                  <c:v>13.5</c:v>
                </c:pt>
                <c:pt idx="17989">
                  <c:v>11.5</c:v>
                </c:pt>
                <c:pt idx="17990">
                  <c:v>12.5</c:v>
                </c:pt>
                <c:pt idx="17991">
                  <c:v>13.5</c:v>
                </c:pt>
                <c:pt idx="17992">
                  <c:v>14.5</c:v>
                </c:pt>
                <c:pt idx="17993">
                  <c:v>13</c:v>
                </c:pt>
                <c:pt idx="17994">
                  <c:v>11.5</c:v>
                </c:pt>
                <c:pt idx="17995">
                  <c:v>12.5</c:v>
                </c:pt>
                <c:pt idx="17996">
                  <c:v>15</c:v>
                </c:pt>
                <c:pt idx="17997">
                  <c:v>17</c:v>
                </c:pt>
                <c:pt idx="17998">
                  <c:v>16</c:v>
                </c:pt>
                <c:pt idx="17999">
                  <c:v>16.5</c:v>
                </c:pt>
                <c:pt idx="18000">
                  <c:v>16.5</c:v>
                </c:pt>
                <c:pt idx="18001">
                  <c:v>16.5</c:v>
                </c:pt>
                <c:pt idx="18002">
                  <c:v>16</c:v>
                </c:pt>
                <c:pt idx="18003">
                  <c:v>15</c:v>
                </c:pt>
                <c:pt idx="18004">
                  <c:v>15</c:v>
                </c:pt>
                <c:pt idx="18005">
                  <c:v>16.5</c:v>
                </c:pt>
                <c:pt idx="18006">
                  <c:v>13</c:v>
                </c:pt>
                <c:pt idx="18007">
                  <c:v>12</c:v>
                </c:pt>
                <c:pt idx="18008">
                  <c:v>12.5</c:v>
                </c:pt>
                <c:pt idx="18009">
                  <c:v>15.5</c:v>
                </c:pt>
                <c:pt idx="18010">
                  <c:v>13.5</c:v>
                </c:pt>
                <c:pt idx="18011">
                  <c:v>13.5</c:v>
                </c:pt>
                <c:pt idx="18012">
                  <c:v>15.5</c:v>
                </c:pt>
                <c:pt idx="18013">
                  <c:v>16.5</c:v>
                </c:pt>
                <c:pt idx="18014">
                  <c:v>16.5</c:v>
                </c:pt>
                <c:pt idx="18015">
                  <c:v>17.5</c:v>
                </c:pt>
                <c:pt idx="18016">
                  <c:v>15.5</c:v>
                </c:pt>
                <c:pt idx="18017">
                  <c:v>17</c:v>
                </c:pt>
                <c:pt idx="18018">
                  <c:v>21</c:v>
                </c:pt>
                <c:pt idx="18019">
                  <c:v>19.5</c:v>
                </c:pt>
                <c:pt idx="18020">
                  <c:v>18</c:v>
                </c:pt>
                <c:pt idx="18021">
                  <c:v>12.5</c:v>
                </c:pt>
                <c:pt idx="18022">
                  <c:v>14.5</c:v>
                </c:pt>
                <c:pt idx="18023">
                  <c:v>16.5</c:v>
                </c:pt>
                <c:pt idx="18024">
                  <c:v>18</c:v>
                </c:pt>
                <c:pt idx="18025">
                  <c:v>18.5</c:v>
                </c:pt>
                <c:pt idx="18026">
                  <c:v>19</c:v>
                </c:pt>
                <c:pt idx="18027">
                  <c:v>19</c:v>
                </c:pt>
                <c:pt idx="18028">
                  <c:v>18.5</c:v>
                </c:pt>
                <c:pt idx="18029">
                  <c:v>16</c:v>
                </c:pt>
                <c:pt idx="18030">
                  <c:v>19</c:v>
                </c:pt>
                <c:pt idx="18031">
                  <c:v>20</c:v>
                </c:pt>
                <c:pt idx="18032">
                  <c:v>20.5</c:v>
                </c:pt>
                <c:pt idx="18033">
                  <c:v>21.5</c:v>
                </c:pt>
                <c:pt idx="18034">
                  <c:v>22.5</c:v>
                </c:pt>
                <c:pt idx="18035">
                  <c:v>24</c:v>
                </c:pt>
                <c:pt idx="18036">
                  <c:v>25</c:v>
                </c:pt>
                <c:pt idx="18037">
                  <c:v>22</c:v>
                </c:pt>
                <c:pt idx="18038">
                  <c:v>22.5</c:v>
                </c:pt>
                <c:pt idx="18039">
                  <c:v>23.5</c:v>
                </c:pt>
                <c:pt idx="18040">
                  <c:v>22.5</c:v>
                </c:pt>
                <c:pt idx="18041">
                  <c:v>19</c:v>
                </c:pt>
                <c:pt idx="18042">
                  <c:v>20</c:v>
                </c:pt>
                <c:pt idx="18043">
                  <c:v>21</c:v>
                </c:pt>
                <c:pt idx="18044">
                  <c:v>23</c:v>
                </c:pt>
                <c:pt idx="18045">
                  <c:v>25.5</c:v>
                </c:pt>
                <c:pt idx="18046">
                  <c:v>26.5</c:v>
                </c:pt>
                <c:pt idx="18047">
                  <c:v>27</c:v>
                </c:pt>
                <c:pt idx="18048">
                  <c:v>27.5</c:v>
                </c:pt>
                <c:pt idx="18049">
                  <c:v>26.5</c:v>
                </c:pt>
                <c:pt idx="18050">
                  <c:v>24</c:v>
                </c:pt>
                <c:pt idx="18051">
                  <c:v>24.5</c:v>
                </c:pt>
                <c:pt idx="18052">
                  <c:v>24.5</c:v>
                </c:pt>
                <c:pt idx="18053">
                  <c:v>21</c:v>
                </c:pt>
                <c:pt idx="18054">
                  <c:v>21.5</c:v>
                </c:pt>
                <c:pt idx="18055">
                  <c:v>21</c:v>
                </c:pt>
                <c:pt idx="18056">
                  <c:v>21.5</c:v>
                </c:pt>
                <c:pt idx="18057">
                  <c:v>23.5</c:v>
                </c:pt>
                <c:pt idx="18058">
                  <c:v>23.5</c:v>
                </c:pt>
                <c:pt idx="18059">
                  <c:v>25</c:v>
                </c:pt>
                <c:pt idx="18060">
                  <c:v>24.5</c:v>
                </c:pt>
                <c:pt idx="18061">
                  <c:v>22.5</c:v>
                </c:pt>
                <c:pt idx="18062">
                  <c:v>25</c:v>
                </c:pt>
                <c:pt idx="18063">
                  <c:v>26.5</c:v>
                </c:pt>
                <c:pt idx="18064">
                  <c:v>27</c:v>
                </c:pt>
                <c:pt idx="18065">
                  <c:v>27</c:v>
                </c:pt>
                <c:pt idx="18066">
                  <c:v>28</c:v>
                </c:pt>
                <c:pt idx="18067">
                  <c:v>30</c:v>
                </c:pt>
                <c:pt idx="18068">
                  <c:v>31.5</c:v>
                </c:pt>
                <c:pt idx="18069">
                  <c:v>32</c:v>
                </c:pt>
                <c:pt idx="18070">
                  <c:v>33.5</c:v>
                </c:pt>
                <c:pt idx="18071">
                  <c:v>33.5</c:v>
                </c:pt>
                <c:pt idx="18072">
                  <c:v>34</c:v>
                </c:pt>
                <c:pt idx="18073">
                  <c:v>31</c:v>
                </c:pt>
                <c:pt idx="18074">
                  <c:v>22</c:v>
                </c:pt>
                <c:pt idx="18075">
                  <c:v>25</c:v>
                </c:pt>
                <c:pt idx="18076">
                  <c:v>26.5</c:v>
                </c:pt>
                <c:pt idx="18077">
                  <c:v>28</c:v>
                </c:pt>
                <c:pt idx="18078">
                  <c:v>28.5</c:v>
                </c:pt>
                <c:pt idx="18079">
                  <c:v>28.5</c:v>
                </c:pt>
                <c:pt idx="18080">
                  <c:v>30</c:v>
                </c:pt>
                <c:pt idx="18081">
                  <c:v>29.5</c:v>
                </c:pt>
                <c:pt idx="18082">
                  <c:v>29</c:v>
                </c:pt>
                <c:pt idx="18083">
                  <c:v>30</c:v>
                </c:pt>
                <c:pt idx="18084">
                  <c:v>30.5</c:v>
                </c:pt>
                <c:pt idx="18085">
                  <c:v>30.5</c:v>
                </c:pt>
                <c:pt idx="18086">
                  <c:v>30.5</c:v>
                </c:pt>
                <c:pt idx="18087">
                  <c:v>30</c:v>
                </c:pt>
                <c:pt idx="18088">
                  <c:v>31.5</c:v>
                </c:pt>
                <c:pt idx="18089">
                  <c:v>33.5</c:v>
                </c:pt>
                <c:pt idx="18090">
                  <c:v>31</c:v>
                </c:pt>
                <c:pt idx="18091">
                  <c:v>30.5</c:v>
                </c:pt>
                <c:pt idx="18092">
                  <c:v>33.5</c:v>
                </c:pt>
                <c:pt idx="18093">
                  <c:v>32.5</c:v>
                </c:pt>
                <c:pt idx="18094">
                  <c:v>29</c:v>
                </c:pt>
                <c:pt idx="18095">
                  <c:v>28.5</c:v>
                </c:pt>
                <c:pt idx="18096">
                  <c:v>25.5</c:v>
                </c:pt>
                <c:pt idx="18097">
                  <c:v>26</c:v>
                </c:pt>
                <c:pt idx="18098">
                  <c:v>26.5</c:v>
                </c:pt>
                <c:pt idx="18099">
                  <c:v>26</c:v>
                </c:pt>
                <c:pt idx="18100">
                  <c:v>27</c:v>
                </c:pt>
                <c:pt idx="18101">
                  <c:v>27.5</c:v>
                </c:pt>
                <c:pt idx="18102">
                  <c:v>23</c:v>
                </c:pt>
                <c:pt idx="18103">
                  <c:v>25</c:v>
                </c:pt>
                <c:pt idx="18104">
                  <c:v>25.5</c:v>
                </c:pt>
                <c:pt idx="18105">
                  <c:v>27.5</c:v>
                </c:pt>
                <c:pt idx="18106">
                  <c:v>27.5</c:v>
                </c:pt>
                <c:pt idx="18107">
                  <c:v>25.5</c:v>
                </c:pt>
                <c:pt idx="18108">
                  <c:v>25</c:v>
                </c:pt>
                <c:pt idx="18109">
                  <c:v>26</c:v>
                </c:pt>
                <c:pt idx="18110">
                  <c:v>28</c:v>
                </c:pt>
                <c:pt idx="18111">
                  <c:v>28.5</c:v>
                </c:pt>
                <c:pt idx="18112">
                  <c:v>29</c:v>
                </c:pt>
                <c:pt idx="18113">
                  <c:v>29.5</c:v>
                </c:pt>
                <c:pt idx="18114">
                  <c:v>30.5</c:v>
                </c:pt>
                <c:pt idx="18115">
                  <c:v>30</c:v>
                </c:pt>
                <c:pt idx="18116">
                  <c:v>29.5</c:v>
                </c:pt>
                <c:pt idx="18117">
                  <c:v>29</c:v>
                </c:pt>
                <c:pt idx="18118">
                  <c:v>27.5</c:v>
                </c:pt>
                <c:pt idx="18119">
                  <c:v>27</c:v>
                </c:pt>
                <c:pt idx="18120">
                  <c:v>28.5</c:v>
                </c:pt>
                <c:pt idx="18121">
                  <c:v>27.5</c:v>
                </c:pt>
                <c:pt idx="18122">
                  <c:v>28</c:v>
                </c:pt>
                <c:pt idx="18123">
                  <c:v>28</c:v>
                </c:pt>
                <c:pt idx="18124">
                  <c:v>29</c:v>
                </c:pt>
                <c:pt idx="18125">
                  <c:v>30.5</c:v>
                </c:pt>
                <c:pt idx="18126">
                  <c:v>31.5</c:v>
                </c:pt>
                <c:pt idx="18127">
                  <c:v>31.5</c:v>
                </c:pt>
                <c:pt idx="18128">
                  <c:v>31.5</c:v>
                </c:pt>
                <c:pt idx="18129">
                  <c:v>32.5</c:v>
                </c:pt>
                <c:pt idx="18130">
                  <c:v>32</c:v>
                </c:pt>
                <c:pt idx="18131">
                  <c:v>31.5</c:v>
                </c:pt>
                <c:pt idx="18132">
                  <c:v>31.5</c:v>
                </c:pt>
                <c:pt idx="18133">
                  <c:v>31</c:v>
                </c:pt>
                <c:pt idx="18134">
                  <c:v>23.5</c:v>
                </c:pt>
                <c:pt idx="18135">
                  <c:v>25</c:v>
                </c:pt>
                <c:pt idx="18136">
                  <c:v>26</c:v>
                </c:pt>
                <c:pt idx="18137">
                  <c:v>27</c:v>
                </c:pt>
                <c:pt idx="18138">
                  <c:v>28</c:v>
                </c:pt>
                <c:pt idx="18139">
                  <c:v>30</c:v>
                </c:pt>
                <c:pt idx="18140">
                  <c:v>27</c:v>
                </c:pt>
                <c:pt idx="18141">
                  <c:v>25</c:v>
                </c:pt>
                <c:pt idx="18142">
                  <c:v>27</c:v>
                </c:pt>
                <c:pt idx="18143">
                  <c:v>26.5</c:v>
                </c:pt>
                <c:pt idx="18144">
                  <c:v>26.5</c:v>
                </c:pt>
                <c:pt idx="18145">
                  <c:v>27.5</c:v>
                </c:pt>
                <c:pt idx="18146">
                  <c:v>26</c:v>
                </c:pt>
                <c:pt idx="18147">
                  <c:v>24.5</c:v>
                </c:pt>
                <c:pt idx="18148">
                  <c:v>26.5</c:v>
                </c:pt>
                <c:pt idx="18149">
                  <c:v>20.5</c:v>
                </c:pt>
                <c:pt idx="18150">
                  <c:v>20</c:v>
                </c:pt>
                <c:pt idx="18151">
                  <c:v>21.5</c:v>
                </c:pt>
                <c:pt idx="18152">
                  <c:v>19.5</c:v>
                </c:pt>
                <c:pt idx="18153">
                  <c:v>15</c:v>
                </c:pt>
                <c:pt idx="18154">
                  <c:v>16.5</c:v>
                </c:pt>
                <c:pt idx="18155">
                  <c:v>19</c:v>
                </c:pt>
                <c:pt idx="18156">
                  <c:v>20</c:v>
                </c:pt>
                <c:pt idx="18157">
                  <c:v>20.5</c:v>
                </c:pt>
                <c:pt idx="18158">
                  <c:v>19.5</c:v>
                </c:pt>
                <c:pt idx="18159">
                  <c:v>17.5</c:v>
                </c:pt>
                <c:pt idx="18160">
                  <c:v>18.5</c:v>
                </c:pt>
                <c:pt idx="18161">
                  <c:v>19</c:v>
                </c:pt>
                <c:pt idx="18162">
                  <c:v>20</c:v>
                </c:pt>
                <c:pt idx="18163">
                  <c:v>20.5</c:v>
                </c:pt>
                <c:pt idx="18164">
                  <c:v>21.5</c:v>
                </c:pt>
                <c:pt idx="18165">
                  <c:v>21.5</c:v>
                </c:pt>
                <c:pt idx="18166">
                  <c:v>21</c:v>
                </c:pt>
                <c:pt idx="18167">
                  <c:v>21.5</c:v>
                </c:pt>
                <c:pt idx="18168">
                  <c:v>19</c:v>
                </c:pt>
                <c:pt idx="18169">
                  <c:v>16.5</c:v>
                </c:pt>
                <c:pt idx="18170">
                  <c:v>14.5</c:v>
                </c:pt>
                <c:pt idx="18171">
                  <c:v>16</c:v>
                </c:pt>
                <c:pt idx="18172">
                  <c:v>17</c:v>
                </c:pt>
                <c:pt idx="18173">
                  <c:v>18.5</c:v>
                </c:pt>
                <c:pt idx="18174">
                  <c:v>19.5</c:v>
                </c:pt>
                <c:pt idx="18175">
                  <c:v>18.5</c:v>
                </c:pt>
                <c:pt idx="18176">
                  <c:v>19.5</c:v>
                </c:pt>
                <c:pt idx="18177">
                  <c:v>18.5</c:v>
                </c:pt>
                <c:pt idx="18178">
                  <c:v>20.5</c:v>
                </c:pt>
                <c:pt idx="18179">
                  <c:v>20</c:v>
                </c:pt>
                <c:pt idx="18180">
                  <c:v>20.5</c:v>
                </c:pt>
                <c:pt idx="18181">
                  <c:v>20</c:v>
                </c:pt>
                <c:pt idx="18182">
                  <c:v>18.5</c:v>
                </c:pt>
                <c:pt idx="18183">
                  <c:v>17</c:v>
                </c:pt>
                <c:pt idx="18184">
                  <c:v>14</c:v>
                </c:pt>
                <c:pt idx="18185">
                  <c:v>11.5</c:v>
                </c:pt>
                <c:pt idx="18186">
                  <c:v>13</c:v>
                </c:pt>
                <c:pt idx="18187">
                  <c:v>16.5</c:v>
                </c:pt>
                <c:pt idx="18188">
                  <c:v>17.5</c:v>
                </c:pt>
                <c:pt idx="18189">
                  <c:v>18.5</c:v>
                </c:pt>
                <c:pt idx="18190">
                  <c:v>19.5</c:v>
                </c:pt>
                <c:pt idx="18191">
                  <c:v>19</c:v>
                </c:pt>
                <c:pt idx="18192">
                  <c:v>19.5</c:v>
                </c:pt>
                <c:pt idx="18193">
                  <c:v>19</c:v>
                </c:pt>
                <c:pt idx="18194">
                  <c:v>20</c:v>
                </c:pt>
                <c:pt idx="18195">
                  <c:v>20</c:v>
                </c:pt>
                <c:pt idx="18196">
                  <c:v>19</c:v>
                </c:pt>
                <c:pt idx="18197">
                  <c:v>18</c:v>
                </c:pt>
                <c:pt idx="18198">
                  <c:v>15.5</c:v>
                </c:pt>
                <c:pt idx="18199">
                  <c:v>14.5</c:v>
                </c:pt>
                <c:pt idx="18200">
                  <c:v>16</c:v>
                </c:pt>
                <c:pt idx="18201">
                  <c:v>15</c:v>
                </c:pt>
                <c:pt idx="18202">
                  <c:v>13.5</c:v>
                </c:pt>
                <c:pt idx="18203">
                  <c:v>12.5</c:v>
                </c:pt>
                <c:pt idx="18204">
                  <c:v>9</c:v>
                </c:pt>
                <c:pt idx="18205">
                  <c:v>8.5</c:v>
                </c:pt>
                <c:pt idx="18206">
                  <c:v>9.5</c:v>
                </c:pt>
                <c:pt idx="18207">
                  <c:v>11</c:v>
                </c:pt>
                <c:pt idx="18208">
                  <c:v>14</c:v>
                </c:pt>
                <c:pt idx="18209">
                  <c:v>15.5</c:v>
                </c:pt>
                <c:pt idx="18210">
                  <c:v>16</c:v>
                </c:pt>
                <c:pt idx="18211">
                  <c:v>15.5</c:v>
                </c:pt>
                <c:pt idx="18212">
                  <c:v>16.5</c:v>
                </c:pt>
                <c:pt idx="18213">
                  <c:v>16</c:v>
                </c:pt>
                <c:pt idx="18214">
                  <c:v>13</c:v>
                </c:pt>
                <c:pt idx="18215">
                  <c:v>12.5</c:v>
                </c:pt>
                <c:pt idx="18216">
                  <c:v>12</c:v>
                </c:pt>
                <c:pt idx="18217">
                  <c:v>12.5</c:v>
                </c:pt>
                <c:pt idx="18218">
                  <c:v>12.5</c:v>
                </c:pt>
                <c:pt idx="18219">
                  <c:v>13</c:v>
                </c:pt>
                <c:pt idx="18220">
                  <c:v>14</c:v>
                </c:pt>
                <c:pt idx="18221">
                  <c:v>16.5</c:v>
                </c:pt>
                <c:pt idx="18222">
                  <c:v>17</c:v>
                </c:pt>
                <c:pt idx="18223">
                  <c:v>16.5</c:v>
                </c:pt>
                <c:pt idx="18224">
                  <c:v>16</c:v>
                </c:pt>
                <c:pt idx="18225">
                  <c:v>17</c:v>
                </c:pt>
                <c:pt idx="18226">
                  <c:v>16.5</c:v>
                </c:pt>
                <c:pt idx="18227">
                  <c:v>15</c:v>
                </c:pt>
                <c:pt idx="18228">
                  <c:v>13.5</c:v>
                </c:pt>
                <c:pt idx="18229">
                  <c:v>10</c:v>
                </c:pt>
                <c:pt idx="18230">
                  <c:v>10.5</c:v>
                </c:pt>
                <c:pt idx="18231">
                  <c:v>9</c:v>
                </c:pt>
                <c:pt idx="18232">
                  <c:v>8.5</c:v>
                </c:pt>
                <c:pt idx="18233">
                  <c:v>12</c:v>
                </c:pt>
                <c:pt idx="18234">
                  <c:v>8</c:v>
                </c:pt>
                <c:pt idx="18235">
                  <c:v>8</c:v>
                </c:pt>
                <c:pt idx="18236">
                  <c:v>7.5</c:v>
                </c:pt>
                <c:pt idx="18237">
                  <c:v>8</c:v>
                </c:pt>
                <c:pt idx="18238">
                  <c:v>11</c:v>
                </c:pt>
                <c:pt idx="18239">
                  <c:v>10</c:v>
                </c:pt>
                <c:pt idx="18240">
                  <c:v>9</c:v>
                </c:pt>
                <c:pt idx="18241">
                  <c:v>7.5</c:v>
                </c:pt>
                <c:pt idx="18242">
                  <c:v>5.5</c:v>
                </c:pt>
                <c:pt idx="18243">
                  <c:v>5</c:v>
                </c:pt>
                <c:pt idx="18244">
                  <c:v>5</c:v>
                </c:pt>
                <c:pt idx="18245">
                  <c:v>5</c:v>
                </c:pt>
                <c:pt idx="18246">
                  <c:v>3</c:v>
                </c:pt>
                <c:pt idx="18247">
                  <c:v>1.5</c:v>
                </c:pt>
                <c:pt idx="18248">
                  <c:v>1.5</c:v>
                </c:pt>
                <c:pt idx="18249">
                  <c:v>1.5</c:v>
                </c:pt>
                <c:pt idx="18250">
                  <c:v>1.5</c:v>
                </c:pt>
                <c:pt idx="18251">
                  <c:v>2.5</c:v>
                </c:pt>
                <c:pt idx="18252">
                  <c:v>2</c:v>
                </c:pt>
                <c:pt idx="18253">
                  <c:v>2</c:v>
                </c:pt>
                <c:pt idx="18254">
                  <c:v>2</c:v>
                </c:pt>
                <c:pt idx="18255">
                  <c:v>1</c:v>
                </c:pt>
                <c:pt idx="18256">
                  <c:v>0</c:v>
                </c:pt>
                <c:pt idx="18257">
                  <c:v>0</c:v>
                </c:pt>
                <c:pt idx="18258">
                  <c:v>0.5</c:v>
                </c:pt>
                <c:pt idx="18259">
                  <c:v>2</c:v>
                </c:pt>
                <c:pt idx="18260">
                  <c:v>2</c:v>
                </c:pt>
                <c:pt idx="18261">
                  <c:v>2.5</c:v>
                </c:pt>
                <c:pt idx="18262">
                  <c:v>3</c:v>
                </c:pt>
                <c:pt idx="18263">
                  <c:v>4.5</c:v>
                </c:pt>
                <c:pt idx="18264">
                  <c:v>4.5</c:v>
                </c:pt>
                <c:pt idx="18265">
                  <c:v>5</c:v>
                </c:pt>
                <c:pt idx="18266">
                  <c:v>5</c:v>
                </c:pt>
                <c:pt idx="18267">
                  <c:v>6</c:v>
                </c:pt>
                <c:pt idx="18268">
                  <c:v>3</c:v>
                </c:pt>
                <c:pt idx="18269">
                  <c:v>2</c:v>
                </c:pt>
                <c:pt idx="18270">
                  <c:v>1.5</c:v>
                </c:pt>
                <c:pt idx="18271">
                  <c:v>0</c:v>
                </c:pt>
                <c:pt idx="18272">
                  <c:v>-1</c:v>
                </c:pt>
                <c:pt idx="18273">
                  <c:v>1</c:v>
                </c:pt>
                <c:pt idx="18274">
                  <c:v>2.5</c:v>
                </c:pt>
                <c:pt idx="18275">
                  <c:v>2.5</c:v>
                </c:pt>
                <c:pt idx="18276">
                  <c:v>4</c:v>
                </c:pt>
                <c:pt idx="18277">
                  <c:v>4</c:v>
                </c:pt>
                <c:pt idx="18278">
                  <c:v>4</c:v>
                </c:pt>
                <c:pt idx="18279">
                  <c:v>4</c:v>
                </c:pt>
                <c:pt idx="18280">
                  <c:v>5</c:v>
                </c:pt>
                <c:pt idx="18281">
                  <c:v>4.5</c:v>
                </c:pt>
                <c:pt idx="18282">
                  <c:v>4.5</c:v>
                </c:pt>
                <c:pt idx="18283">
                  <c:v>4.5</c:v>
                </c:pt>
                <c:pt idx="18284">
                  <c:v>5</c:v>
                </c:pt>
                <c:pt idx="18285">
                  <c:v>4</c:v>
                </c:pt>
                <c:pt idx="18286">
                  <c:v>4</c:v>
                </c:pt>
                <c:pt idx="18287">
                  <c:v>3.5</c:v>
                </c:pt>
                <c:pt idx="18288">
                  <c:v>3.5</c:v>
                </c:pt>
                <c:pt idx="18289">
                  <c:v>3</c:v>
                </c:pt>
                <c:pt idx="18290">
                  <c:v>1.5</c:v>
                </c:pt>
                <c:pt idx="18291">
                  <c:v>2</c:v>
                </c:pt>
                <c:pt idx="18292">
                  <c:v>2.5</c:v>
                </c:pt>
                <c:pt idx="18293">
                  <c:v>3.5</c:v>
                </c:pt>
                <c:pt idx="18294">
                  <c:v>3.5</c:v>
                </c:pt>
                <c:pt idx="18295">
                  <c:v>3.5</c:v>
                </c:pt>
                <c:pt idx="18296">
                  <c:v>3</c:v>
                </c:pt>
                <c:pt idx="18297">
                  <c:v>2.5</c:v>
                </c:pt>
                <c:pt idx="18298">
                  <c:v>2.5</c:v>
                </c:pt>
                <c:pt idx="18299">
                  <c:v>2</c:v>
                </c:pt>
                <c:pt idx="18300">
                  <c:v>1.5</c:v>
                </c:pt>
                <c:pt idx="18301">
                  <c:v>2</c:v>
                </c:pt>
                <c:pt idx="18302">
                  <c:v>2</c:v>
                </c:pt>
                <c:pt idx="18303">
                  <c:v>0.5</c:v>
                </c:pt>
                <c:pt idx="18304">
                  <c:v>2</c:v>
                </c:pt>
                <c:pt idx="18305">
                  <c:v>3.5</c:v>
                </c:pt>
                <c:pt idx="18306">
                  <c:v>3.5</c:v>
                </c:pt>
                <c:pt idx="18307">
                  <c:v>3</c:v>
                </c:pt>
                <c:pt idx="18308">
                  <c:v>3</c:v>
                </c:pt>
                <c:pt idx="18309">
                  <c:v>1</c:v>
                </c:pt>
                <c:pt idx="18310">
                  <c:v>0.5</c:v>
                </c:pt>
                <c:pt idx="18311">
                  <c:v>1.5</c:v>
                </c:pt>
                <c:pt idx="18312">
                  <c:v>1.5</c:v>
                </c:pt>
                <c:pt idx="18313">
                  <c:v>4</c:v>
                </c:pt>
                <c:pt idx="18314">
                  <c:v>4</c:v>
                </c:pt>
                <c:pt idx="18315">
                  <c:v>4.5</c:v>
                </c:pt>
                <c:pt idx="18316">
                  <c:v>3</c:v>
                </c:pt>
                <c:pt idx="18317">
                  <c:v>1.5</c:v>
                </c:pt>
                <c:pt idx="18318">
                  <c:v>5.5</c:v>
                </c:pt>
                <c:pt idx="18319">
                  <c:v>6.5</c:v>
                </c:pt>
                <c:pt idx="18320">
                  <c:v>7.5</c:v>
                </c:pt>
                <c:pt idx="18321">
                  <c:v>7.5</c:v>
                </c:pt>
                <c:pt idx="18322">
                  <c:v>9.5</c:v>
                </c:pt>
                <c:pt idx="18323">
                  <c:v>10.5</c:v>
                </c:pt>
                <c:pt idx="18324">
                  <c:v>11.5</c:v>
                </c:pt>
                <c:pt idx="18325">
                  <c:v>12.5</c:v>
                </c:pt>
                <c:pt idx="18326">
                  <c:v>13.5</c:v>
                </c:pt>
                <c:pt idx="18327">
                  <c:v>13.5</c:v>
                </c:pt>
                <c:pt idx="18328">
                  <c:v>13</c:v>
                </c:pt>
                <c:pt idx="18329">
                  <c:v>13.5</c:v>
                </c:pt>
                <c:pt idx="18330">
                  <c:v>13</c:v>
                </c:pt>
                <c:pt idx="18331">
                  <c:v>12.5</c:v>
                </c:pt>
                <c:pt idx="18332">
                  <c:v>13.5</c:v>
                </c:pt>
                <c:pt idx="18333">
                  <c:v>15</c:v>
                </c:pt>
                <c:pt idx="18334">
                  <c:v>12.5</c:v>
                </c:pt>
                <c:pt idx="18335">
                  <c:v>12.5</c:v>
                </c:pt>
                <c:pt idx="18336">
                  <c:v>13.5</c:v>
                </c:pt>
                <c:pt idx="18337">
                  <c:v>14.5</c:v>
                </c:pt>
                <c:pt idx="18338">
                  <c:v>15.5</c:v>
                </c:pt>
                <c:pt idx="18339">
                  <c:v>15.5</c:v>
                </c:pt>
                <c:pt idx="18340">
                  <c:v>14.5</c:v>
                </c:pt>
                <c:pt idx="18341">
                  <c:v>14.5</c:v>
                </c:pt>
                <c:pt idx="18342">
                  <c:v>9.5</c:v>
                </c:pt>
                <c:pt idx="18343">
                  <c:v>5.5</c:v>
                </c:pt>
                <c:pt idx="18344">
                  <c:v>5.5</c:v>
                </c:pt>
                <c:pt idx="18345">
                  <c:v>8</c:v>
                </c:pt>
                <c:pt idx="18346">
                  <c:v>7</c:v>
                </c:pt>
                <c:pt idx="18347">
                  <c:v>12</c:v>
                </c:pt>
                <c:pt idx="18348">
                  <c:v>11.5</c:v>
                </c:pt>
                <c:pt idx="18349">
                  <c:v>12.5</c:v>
                </c:pt>
                <c:pt idx="18350">
                  <c:v>12.5</c:v>
                </c:pt>
                <c:pt idx="18351">
                  <c:v>14.5</c:v>
                </c:pt>
                <c:pt idx="18352">
                  <c:v>15.5</c:v>
                </c:pt>
                <c:pt idx="18353">
                  <c:v>13.5</c:v>
                </c:pt>
                <c:pt idx="18354">
                  <c:v>13.5</c:v>
                </c:pt>
                <c:pt idx="18355">
                  <c:v>13</c:v>
                </c:pt>
                <c:pt idx="18356">
                  <c:v>15.5</c:v>
                </c:pt>
                <c:pt idx="18357">
                  <c:v>15.5</c:v>
                </c:pt>
                <c:pt idx="18358">
                  <c:v>14.5</c:v>
                </c:pt>
                <c:pt idx="18359">
                  <c:v>14.5</c:v>
                </c:pt>
                <c:pt idx="18360">
                  <c:v>12</c:v>
                </c:pt>
                <c:pt idx="18361">
                  <c:v>12.5</c:v>
                </c:pt>
                <c:pt idx="18362">
                  <c:v>13</c:v>
                </c:pt>
                <c:pt idx="18363">
                  <c:v>13</c:v>
                </c:pt>
                <c:pt idx="18364">
                  <c:v>13.5</c:v>
                </c:pt>
                <c:pt idx="18365">
                  <c:v>13</c:v>
                </c:pt>
                <c:pt idx="18366">
                  <c:v>14.5</c:v>
                </c:pt>
                <c:pt idx="18367">
                  <c:v>15.5</c:v>
                </c:pt>
                <c:pt idx="18368">
                  <c:v>13.5</c:v>
                </c:pt>
                <c:pt idx="18369">
                  <c:v>12.5</c:v>
                </c:pt>
                <c:pt idx="18370">
                  <c:v>14.5</c:v>
                </c:pt>
                <c:pt idx="18371">
                  <c:v>15.5</c:v>
                </c:pt>
                <c:pt idx="18372">
                  <c:v>16.5</c:v>
                </c:pt>
                <c:pt idx="18373">
                  <c:v>15</c:v>
                </c:pt>
                <c:pt idx="18374">
                  <c:v>14</c:v>
                </c:pt>
                <c:pt idx="18375">
                  <c:v>15</c:v>
                </c:pt>
                <c:pt idx="18376">
                  <c:v>17</c:v>
                </c:pt>
                <c:pt idx="18377">
                  <c:v>18.5</c:v>
                </c:pt>
                <c:pt idx="18378">
                  <c:v>17.5</c:v>
                </c:pt>
                <c:pt idx="18379">
                  <c:v>19</c:v>
                </c:pt>
                <c:pt idx="18380">
                  <c:v>18.5</c:v>
                </c:pt>
                <c:pt idx="18381">
                  <c:v>16.5</c:v>
                </c:pt>
                <c:pt idx="18382">
                  <c:v>16</c:v>
                </c:pt>
                <c:pt idx="18383">
                  <c:v>15.5</c:v>
                </c:pt>
                <c:pt idx="18384">
                  <c:v>13</c:v>
                </c:pt>
                <c:pt idx="18385">
                  <c:v>14.5</c:v>
                </c:pt>
                <c:pt idx="18386">
                  <c:v>16.5</c:v>
                </c:pt>
                <c:pt idx="18387">
                  <c:v>17.5</c:v>
                </c:pt>
                <c:pt idx="18388">
                  <c:v>18.5</c:v>
                </c:pt>
                <c:pt idx="18389">
                  <c:v>19.5</c:v>
                </c:pt>
                <c:pt idx="18390">
                  <c:v>20.5</c:v>
                </c:pt>
                <c:pt idx="18391">
                  <c:v>20.5</c:v>
                </c:pt>
                <c:pt idx="18392">
                  <c:v>20.5</c:v>
                </c:pt>
                <c:pt idx="18393">
                  <c:v>21</c:v>
                </c:pt>
                <c:pt idx="18394">
                  <c:v>20</c:v>
                </c:pt>
                <c:pt idx="18395">
                  <c:v>20</c:v>
                </c:pt>
                <c:pt idx="18396">
                  <c:v>19.5</c:v>
                </c:pt>
                <c:pt idx="18397">
                  <c:v>20</c:v>
                </c:pt>
                <c:pt idx="18398">
                  <c:v>20</c:v>
                </c:pt>
                <c:pt idx="18399">
                  <c:v>22</c:v>
                </c:pt>
                <c:pt idx="18400">
                  <c:v>21.5</c:v>
                </c:pt>
                <c:pt idx="18401">
                  <c:v>22.5</c:v>
                </c:pt>
                <c:pt idx="18402">
                  <c:v>23.5</c:v>
                </c:pt>
                <c:pt idx="18403">
                  <c:v>22</c:v>
                </c:pt>
                <c:pt idx="18404">
                  <c:v>20</c:v>
                </c:pt>
                <c:pt idx="18405">
                  <c:v>17.5</c:v>
                </c:pt>
                <c:pt idx="18406">
                  <c:v>20</c:v>
                </c:pt>
                <c:pt idx="18407">
                  <c:v>20.5</c:v>
                </c:pt>
                <c:pt idx="18408">
                  <c:v>22</c:v>
                </c:pt>
                <c:pt idx="18409">
                  <c:v>23</c:v>
                </c:pt>
                <c:pt idx="18410">
                  <c:v>24</c:v>
                </c:pt>
                <c:pt idx="18411">
                  <c:v>24.5</c:v>
                </c:pt>
                <c:pt idx="18412">
                  <c:v>24</c:v>
                </c:pt>
                <c:pt idx="18413">
                  <c:v>24.5</c:v>
                </c:pt>
                <c:pt idx="18414">
                  <c:v>24.5</c:v>
                </c:pt>
                <c:pt idx="18415">
                  <c:v>25</c:v>
                </c:pt>
                <c:pt idx="18416">
                  <c:v>26.5</c:v>
                </c:pt>
                <c:pt idx="18417">
                  <c:v>26.5</c:v>
                </c:pt>
                <c:pt idx="18418">
                  <c:v>27.5</c:v>
                </c:pt>
                <c:pt idx="18419">
                  <c:v>28.5</c:v>
                </c:pt>
                <c:pt idx="18420">
                  <c:v>27.5</c:v>
                </c:pt>
                <c:pt idx="18421">
                  <c:v>28.5</c:v>
                </c:pt>
                <c:pt idx="18422">
                  <c:v>27.5</c:v>
                </c:pt>
                <c:pt idx="18423">
                  <c:v>24</c:v>
                </c:pt>
                <c:pt idx="18424">
                  <c:v>24</c:v>
                </c:pt>
                <c:pt idx="18425">
                  <c:v>22</c:v>
                </c:pt>
                <c:pt idx="18426">
                  <c:v>23</c:v>
                </c:pt>
                <c:pt idx="18427">
                  <c:v>24</c:v>
                </c:pt>
                <c:pt idx="18428">
                  <c:v>25</c:v>
                </c:pt>
                <c:pt idx="18429">
                  <c:v>26</c:v>
                </c:pt>
                <c:pt idx="18430">
                  <c:v>28</c:v>
                </c:pt>
                <c:pt idx="18431">
                  <c:v>27.5</c:v>
                </c:pt>
                <c:pt idx="18432">
                  <c:v>26.5</c:v>
                </c:pt>
                <c:pt idx="18433">
                  <c:v>24.5</c:v>
                </c:pt>
                <c:pt idx="18434">
                  <c:v>21.5</c:v>
                </c:pt>
                <c:pt idx="18435">
                  <c:v>24.5</c:v>
                </c:pt>
                <c:pt idx="18436">
                  <c:v>26.5</c:v>
                </c:pt>
                <c:pt idx="18437">
                  <c:v>27.5</c:v>
                </c:pt>
                <c:pt idx="18438">
                  <c:v>27.5</c:v>
                </c:pt>
                <c:pt idx="18439">
                  <c:v>28.5</c:v>
                </c:pt>
                <c:pt idx="18440">
                  <c:v>23</c:v>
                </c:pt>
                <c:pt idx="18441">
                  <c:v>23.5</c:v>
                </c:pt>
                <c:pt idx="18442">
                  <c:v>25.5</c:v>
                </c:pt>
                <c:pt idx="18443">
                  <c:v>26</c:v>
                </c:pt>
                <c:pt idx="18444">
                  <c:v>25.5</c:v>
                </c:pt>
                <c:pt idx="18445">
                  <c:v>25.5</c:v>
                </c:pt>
                <c:pt idx="18446">
                  <c:v>27.5</c:v>
                </c:pt>
                <c:pt idx="18447">
                  <c:v>28.5</c:v>
                </c:pt>
                <c:pt idx="18448">
                  <c:v>27.5</c:v>
                </c:pt>
                <c:pt idx="18449">
                  <c:v>28.5</c:v>
                </c:pt>
                <c:pt idx="18450">
                  <c:v>29.5</c:v>
                </c:pt>
                <c:pt idx="18451">
                  <c:v>30</c:v>
                </c:pt>
                <c:pt idx="18452">
                  <c:v>31</c:v>
                </c:pt>
                <c:pt idx="18453">
                  <c:v>31.5</c:v>
                </c:pt>
                <c:pt idx="18454">
                  <c:v>31.5</c:v>
                </c:pt>
                <c:pt idx="18455">
                  <c:v>31</c:v>
                </c:pt>
                <c:pt idx="18456">
                  <c:v>30</c:v>
                </c:pt>
                <c:pt idx="18457">
                  <c:v>26.5</c:v>
                </c:pt>
                <c:pt idx="18458">
                  <c:v>30</c:v>
                </c:pt>
                <c:pt idx="18459">
                  <c:v>31.5</c:v>
                </c:pt>
                <c:pt idx="18460">
                  <c:v>30</c:v>
                </c:pt>
                <c:pt idx="18461">
                  <c:v>27.5</c:v>
                </c:pt>
                <c:pt idx="18462">
                  <c:v>29</c:v>
                </c:pt>
                <c:pt idx="18463">
                  <c:v>29.5</c:v>
                </c:pt>
                <c:pt idx="18464">
                  <c:v>30.5</c:v>
                </c:pt>
                <c:pt idx="18465">
                  <c:v>32</c:v>
                </c:pt>
                <c:pt idx="18466">
                  <c:v>33</c:v>
                </c:pt>
                <c:pt idx="18467">
                  <c:v>32</c:v>
                </c:pt>
                <c:pt idx="18468">
                  <c:v>28</c:v>
                </c:pt>
                <c:pt idx="18469">
                  <c:v>26.5</c:v>
                </c:pt>
                <c:pt idx="18470">
                  <c:v>28</c:v>
                </c:pt>
                <c:pt idx="18471">
                  <c:v>29</c:v>
                </c:pt>
                <c:pt idx="18472">
                  <c:v>29</c:v>
                </c:pt>
                <c:pt idx="18473">
                  <c:v>26</c:v>
                </c:pt>
                <c:pt idx="18474">
                  <c:v>26</c:v>
                </c:pt>
                <c:pt idx="18475">
                  <c:v>26.5</c:v>
                </c:pt>
                <c:pt idx="18476">
                  <c:v>27</c:v>
                </c:pt>
                <c:pt idx="18477">
                  <c:v>28</c:v>
                </c:pt>
                <c:pt idx="18478">
                  <c:v>28</c:v>
                </c:pt>
                <c:pt idx="18479">
                  <c:v>29.5</c:v>
                </c:pt>
                <c:pt idx="18480">
                  <c:v>30.5</c:v>
                </c:pt>
                <c:pt idx="18481">
                  <c:v>31.5</c:v>
                </c:pt>
                <c:pt idx="18482">
                  <c:v>31</c:v>
                </c:pt>
                <c:pt idx="18483">
                  <c:v>30.5</c:v>
                </c:pt>
                <c:pt idx="18484">
                  <c:v>30</c:v>
                </c:pt>
                <c:pt idx="18485">
                  <c:v>32.5</c:v>
                </c:pt>
                <c:pt idx="18486">
                  <c:v>33.5</c:v>
                </c:pt>
                <c:pt idx="18487">
                  <c:v>30.5</c:v>
                </c:pt>
                <c:pt idx="18488">
                  <c:v>29.5</c:v>
                </c:pt>
                <c:pt idx="18489">
                  <c:v>23.5</c:v>
                </c:pt>
                <c:pt idx="18490">
                  <c:v>26.5</c:v>
                </c:pt>
                <c:pt idx="18491">
                  <c:v>27.5</c:v>
                </c:pt>
                <c:pt idx="18492">
                  <c:v>26</c:v>
                </c:pt>
                <c:pt idx="18493">
                  <c:v>25.5</c:v>
                </c:pt>
                <c:pt idx="18494">
                  <c:v>26.5</c:v>
                </c:pt>
                <c:pt idx="18495">
                  <c:v>28</c:v>
                </c:pt>
                <c:pt idx="18496">
                  <c:v>27</c:v>
                </c:pt>
                <c:pt idx="18497">
                  <c:v>28</c:v>
                </c:pt>
                <c:pt idx="18498">
                  <c:v>29</c:v>
                </c:pt>
                <c:pt idx="18499">
                  <c:v>30</c:v>
                </c:pt>
                <c:pt idx="18500">
                  <c:v>31</c:v>
                </c:pt>
                <c:pt idx="18501">
                  <c:v>31.5</c:v>
                </c:pt>
                <c:pt idx="18502">
                  <c:v>31.5</c:v>
                </c:pt>
                <c:pt idx="18503">
                  <c:v>30</c:v>
                </c:pt>
                <c:pt idx="18504">
                  <c:v>25.5</c:v>
                </c:pt>
                <c:pt idx="18505">
                  <c:v>26</c:v>
                </c:pt>
                <c:pt idx="18506">
                  <c:v>24.5</c:v>
                </c:pt>
                <c:pt idx="18507">
                  <c:v>26.5</c:v>
                </c:pt>
                <c:pt idx="18508">
                  <c:v>25.5</c:v>
                </c:pt>
                <c:pt idx="18509">
                  <c:v>26</c:v>
                </c:pt>
                <c:pt idx="18510">
                  <c:v>27</c:v>
                </c:pt>
                <c:pt idx="18511">
                  <c:v>26</c:v>
                </c:pt>
                <c:pt idx="18512">
                  <c:v>25.5</c:v>
                </c:pt>
                <c:pt idx="18513">
                  <c:v>26.5</c:v>
                </c:pt>
                <c:pt idx="18514">
                  <c:v>26.5</c:v>
                </c:pt>
                <c:pt idx="18515">
                  <c:v>22.5</c:v>
                </c:pt>
                <c:pt idx="18516">
                  <c:v>23.5</c:v>
                </c:pt>
                <c:pt idx="18517">
                  <c:v>24</c:v>
                </c:pt>
                <c:pt idx="18518">
                  <c:v>23.5</c:v>
                </c:pt>
                <c:pt idx="18519">
                  <c:v>21</c:v>
                </c:pt>
                <c:pt idx="18520">
                  <c:v>19</c:v>
                </c:pt>
                <c:pt idx="18521">
                  <c:v>20</c:v>
                </c:pt>
                <c:pt idx="18522">
                  <c:v>20.5</c:v>
                </c:pt>
                <c:pt idx="18523">
                  <c:v>23</c:v>
                </c:pt>
                <c:pt idx="18524">
                  <c:v>23.5</c:v>
                </c:pt>
                <c:pt idx="18525">
                  <c:v>24</c:v>
                </c:pt>
                <c:pt idx="18526">
                  <c:v>24.5</c:v>
                </c:pt>
                <c:pt idx="18527">
                  <c:v>25</c:v>
                </c:pt>
                <c:pt idx="18528">
                  <c:v>26</c:v>
                </c:pt>
                <c:pt idx="18529">
                  <c:v>25.5</c:v>
                </c:pt>
                <c:pt idx="18530">
                  <c:v>25.5</c:v>
                </c:pt>
                <c:pt idx="18531">
                  <c:v>25</c:v>
                </c:pt>
                <c:pt idx="18532">
                  <c:v>25.5</c:v>
                </c:pt>
                <c:pt idx="18533">
                  <c:v>25</c:v>
                </c:pt>
                <c:pt idx="18534">
                  <c:v>25</c:v>
                </c:pt>
                <c:pt idx="18535">
                  <c:v>25</c:v>
                </c:pt>
                <c:pt idx="18536">
                  <c:v>26</c:v>
                </c:pt>
                <c:pt idx="18537">
                  <c:v>27</c:v>
                </c:pt>
                <c:pt idx="18538">
                  <c:v>28</c:v>
                </c:pt>
                <c:pt idx="18539">
                  <c:v>28</c:v>
                </c:pt>
                <c:pt idx="18540">
                  <c:v>28.5</c:v>
                </c:pt>
                <c:pt idx="18541">
                  <c:v>24.5</c:v>
                </c:pt>
                <c:pt idx="18542">
                  <c:v>23.5</c:v>
                </c:pt>
                <c:pt idx="18543">
                  <c:v>23</c:v>
                </c:pt>
                <c:pt idx="18544">
                  <c:v>23.5</c:v>
                </c:pt>
                <c:pt idx="18545">
                  <c:v>24</c:v>
                </c:pt>
                <c:pt idx="18546">
                  <c:v>23.5</c:v>
                </c:pt>
                <c:pt idx="18547">
                  <c:v>22.5</c:v>
                </c:pt>
                <c:pt idx="18548">
                  <c:v>22.5</c:v>
                </c:pt>
                <c:pt idx="18549">
                  <c:v>21.5</c:v>
                </c:pt>
                <c:pt idx="18550">
                  <c:v>23</c:v>
                </c:pt>
                <c:pt idx="18551">
                  <c:v>21.5</c:v>
                </c:pt>
                <c:pt idx="18552">
                  <c:v>21</c:v>
                </c:pt>
                <c:pt idx="18553">
                  <c:v>20.5</c:v>
                </c:pt>
                <c:pt idx="18554">
                  <c:v>20</c:v>
                </c:pt>
                <c:pt idx="18555">
                  <c:v>19.5</c:v>
                </c:pt>
                <c:pt idx="18556">
                  <c:v>20</c:v>
                </c:pt>
                <c:pt idx="18557">
                  <c:v>20</c:v>
                </c:pt>
                <c:pt idx="18558">
                  <c:v>17.5</c:v>
                </c:pt>
                <c:pt idx="18559">
                  <c:v>13</c:v>
                </c:pt>
                <c:pt idx="18560">
                  <c:v>10.5</c:v>
                </c:pt>
                <c:pt idx="18561">
                  <c:v>8.5</c:v>
                </c:pt>
                <c:pt idx="18562">
                  <c:v>11.5</c:v>
                </c:pt>
                <c:pt idx="18563">
                  <c:v>12.5</c:v>
                </c:pt>
                <c:pt idx="18564">
                  <c:v>13.5</c:v>
                </c:pt>
                <c:pt idx="18565">
                  <c:v>14</c:v>
                </c:pt>
                <c:pt idx="18566">
                  <c:v>16.5</c:v>
                </c:pt>
                <c:pt idx="18567">
                  <c:v>19.5</c:v>
                </c:pt>
                <c:pt idx="18568">
                  <c:v>18.5</c:v>
                </c:pt>
                <c:pt idx="18569">
                  <c:v>16.5</c:v>
                </c:pt>
                <c:pt idx="18570">
                  <c:v>14</c:v>
                </c:pt>
                <c:pt idx="18571">
                  <c:v>13</c:v>
                </c:pt>
                <c:pt idx="18572">
                  <c:v>13</c:v>
                </c:pt>
                <c:pt idx="18573">
                  <c:v>13</c:v>
                </c:pt>
                <c:pt idx="18574">
                  <c:v>9.5</c:v>
                </c:pt>
                <c:pt idx="18575">
                  <c:v>10</c:v>
                </c:pt>
                <c:pt idx="18576">
                  <c:v>10.5</c:v>
                </c:pt>
                <c:pt idx="18577">
                  <c:v>9.5</c:v>
                </c:pt>
                <c:pt idx="18578">
                  <c:v>12</c:v>
                </c:pt>
                <c:pt idx="18579">
                  <c:v>10</c:v>
                </c:pt>
                <c:pt idx="18580">
                  <c:v>9</c:v>
                </c:pt>
                <c:pt idx="18581">
                  <c:v>9.5</c:v>
                </c:pt>
                <c:pt idx="18582">
                  <c:v>11</c:v>
                </c:pt>
                <c:pt idx="18583">
                  <c:v>12</c:v>
                </c:pt>
                <c:pt idx="18584">
                  <c:v>10</c:v>
                </c:pt>
                <c:pt idx="18585">
                  <c:v>8</c:v>
                </c:pt>
                <c:pt idx="18586">
                  <c:v>7</c:v>
                </c:pt>
                <c:pt idx="18587">
                  <c:v>7</c:v>
                </c:pt>
                <c:pt idx="18588">
                  <c:v>6.5</c:v>
                </c:pt>
                <c:pt idx="18589">
                  <c:v>6.5</c:v>
                </c:pt>
                <c:pt idx="18590">
                  <c:v>7</c:v>
                </c:pt>
                <c:pt idx="18591">
                  <c:v>6</c:v>
                </c:pt>
                <c:pt idx="18592">
                  <c:v>5</c:v>
                </c:pt>
                <c:pt idx="18593">
                  <c:v>4.5</c:v>
                </c:pt>
                <c:pt idx="18594">
                  <c:v>5</c:v>
                </c:pt>
                <c:pt idx="18595">
                  <c:v>5.5</c:v>
                </c:pt>
                <c:pt idx="18596">
                  <c:v>5</c:v>
                </c:pt>
                <c:pt idx="18597">
                  <c:v>5</c:v>
                </c:pt>
                <c:pt idx="18598">
                  <c:v>5.5</c:v>
                </c:pt>
                <c:pt idx="18599">
                  <c:v>5.5</c:v>
                </c:pt>
                <c:pt idx="18600">
                  <c:v>5.5</c:v>
                </c:pt>
                <c:pt idx="18601">
                  <c:v>5.5</c:v>
                </c:pt>
                <c:pt idx="18602">
                  <c:v>8</c:v>
                </c:pt>
                <c:pt idx="18603">
                  <c:v>9</c:v>
                </c:pt>
                <c:pt idx="18604">
                  <c:v>9.5</c:v>
                </c:pt>
                <c:pt idx="18605">
                  <c:v>9</c:v>
                </c:pt>
                <c:pt idx="18606">
                  <c:v>11.5</c:v>
                </c:pt>
                <c:pt idx="18607">
                  <c:v>10</c:v>
                </c:pt>
                <c:pt idx="18608">
                  <c:v>9</c:v>
                </c:pt>
                <c:pt idx="18609">
                  <c:v>7</c:v>
                </c:pt>
                <c:pt idx="18610">
                  <c:v>6.5</c:v>
                </c:pt>
                <c:pt idx="18611">
                  <c:v>5</c:v>
                </c:pt>
                <c:pt idx="18612">
                  <c:v>4</c:v>
                </c:pt>
                <c:pt idx="18613">
                  <c:v>3.5</c:v>
                </c:pt>
                <c:pt idx="18614">
                  <c:v>5.5</c:v>
                </c:pt>
                <c:pt idx="18615">
                  <c:v>6</c:v>
                </c:pt>
                <c:pt idx="18616">
                  <c:v>6</c:v>
                </c:pt>
                <c:pt idx="18617">
                  <c:v>5</c:v>
                </c:pt>
                <c:pt idx="18618">
                  <c:v>4.5</c:v>
                </c:pt>
                <c:pt idx="18619">
                  <c:v>3.5</c:v>
                </c:pt>
                <c:pt idx="18620">
                  <c:v>5.5</c:v>
                </c:pt>
                <c:pt idx="18621">
                  <c:v>6</c:v>
                </c:pt>
                <c:pt idx="18622">
                  <c:v>6</c:v>
                </c:pt>
                <c:pt idx="18623">
                  <c:v>6.5</c:v>
                </c:pt>
                <c:pt idx="18624">
                  <c:v>5.5</c:v>
                </c:pt>
                <c:pt idx="18625">
                  <c:v>5</c:v>
                </c:pt>
                <c:pt idx="18626">
                  <c:v>7.5</c:v>
                </c:pt>
                <c:pt idx="18627">
                  <c:v>6.5</c:v>
                </c:pt>
                <c:pt idx="18628">
                  <c:v>5.5</c:v>
                </c:pt>
                <c:pt idx="18629">
                  <c:v>6.5</c:v>
                </c:pt>
                <c:pt idx="18630">
                  <c:v>6</c:v>
                </c:pt>
                <c:pt idx="18631">
                  <c:v>5</c:v>
                </c:pt>
                <c:pt idx="18632">
                  <c:v>6</c:v>
                </c:pt>
                <c:pt idx="18633">
                  <c:v>6</c:v>
                </c:pt>
                <c:pt idx="18634">
                  <c:v>6</c:v>
                </c:pt>
                <c:pt idx="18635">
                  <c:v>8</c:v>
                </c:pt>
                <c:pt idx="18636">
                  <c:v>7</c:v>
                </c:pt>
                <c:pt idx="18637">
                  <c:v>5.5</c:v>
                </c:pt>
                <c:pt idx="18638">
                  <c:v>6</c:v>
                </c:pt>
                <c:pt idx="18639">
                  <c:v>4.5</c:v>
                </c:pt>
                <c:pt idx="18640">
                  <c:v>4</c:v>
                </c:pt>
                <c:pt idx="18641">
                  <c:v>4</c:v>
                </c:pt>
                <c:pt idx="18642">
                  <c:v>4.5</c:v>
                </c:pt>
                <c:pt idx="18643">
                  <c:v>6.5</c:v>
                </c:pt>
                <c:pt idx="18644">
                  <c:v>5.5</c:v>
                </c:pt>
                <c:pt idx="18645">
                  <c:v>4.5</c:v>
                </c:pt>
                <c:pt idx="18646">
                  <c:v>6.5</c:v>
                </c:pt>
                <c:pt idx="18647">
                  <c:v>6</c:v>
                </c:pt>
                <c:pt idx="18648">
                  <c:v>7</c:v>
                </c:pt>
                <c:pt idx="18649">
                  <c:v>7.5</c:v>
                </c:pt>
                <c:pt idx="18650">
                  <c:v>6.5</c:v>
                </c:pt>
                <c:pt idx="18651">
                  <c:v>4.5</c:v>
                </c:pt>
                <c:pt idx="18652">
                  <c:v>5.5</c:v>
                </c:pt>
                <c:pt idx="18653">
                  <c:v>6</c:v>
                </c:pt>
                <c:pt idx="18654">
                  <c:v>6</c:v>
                </c:pt>
                <c:pt idx="18655">
                  <c:v>7.5</c:v>
                </c:pt>
                <c:pt idx="18656">
                  <c:v>7.5</c:v>
                </c:pt>
                <c:pt idx="18657">
                  <c:v>7.5</c:v>
                </c:pt>
                <c:pt idx="18658">
                  <c:v>6</c:v>
                </c:pt>
                <c:pt idx="18659">
                  <c:v>3</c:v>
                </c:pt>
                <c:pt idx="18660">
                  <c:v>-0.5</c:v>
                </c:pt>
                <c:pt idx="18661">
                  <c:v>-2</c:v>
                </c:pt>
                <c:pt idx="18662">
                  <c:v>-1</c:v>
                </c:pt>
                <c:pt idx="18663">
                  <c:v>1.5</c:v>
                </c:pt>
                <c:pt idx="18664">
                  <c:v>2.5</c:v>
                </c:pt>
                <c:pt idx="18665">
                  <c:v>3.5</c:v>
                </c:pt>
                <c:pt idx="18666">
                  <c:v>4.5</c:v>
                </c:pt>
                <c:pt idx="18667">
                  <c:v>5.5</c:v>
                </c:pt>
                <c:pt idx="18668">
                  <c:v>5</c:v>
                </c:pt>
                <c:pt idx="18669">
                  <c:v>3</c:v>
                </c:pt>
                <c:pt idx="18670">
                  <c:v>3</c:v>
                </c:pt>
                <c:pt idx="18671">
                  <c:v>3</c:v>
                </c:pt>
                <c:pt idx="18672">
                  <c:v>3.5</c:v>
                </c:pt>
                <c:pt idx="18673">
                  <c:v>3.5</c:v>
                </c:pt>
                <c:pt idx="18674">
                  <c:v>5</c:v>
                </c:pt>
                <c:pt idx="18675">
                  <c:v>6.5</c:v>
                </c:pt>
                <c:pt idx="18676">
                  <c:v>6</c:v>
                </c:pt>
                <c:pt idx="18677">
                  <c:v>7</c:v>
                </c:pt>
                <c:pt idx="18678">
                  <c:v>6.5</c:v>
                </c:pt>
                <c:pt idx="18679">
                  <c:v>8</c:v>
                </c:pt>
                <c:pt idx="18680">
                  <c:v>6.5</c:v>
                </c:pt>
                <c:pt idx="18681">
                  <c:v>6</c:v>
                </c:pt>
                <c:pt idx="18682">
                  <c:v>5.5</c:v>
                </c:pt>
                <c:pt idx="18683">
                  <c:v>6.5</c:v>
                </c:pt>
                <c:pt idx="18684">
                  <c:v>6</c:v>
                </c:pt>
                <c:pt idx="18685">
                  <c:v>5</c:v>
                </c:pt>
                <c:pt idx="18686">
                  <c:v>4</c:v>
                </c:pt>
                <c:pt idx="18687">
                  <c:v>6</c:v>
                </c:pt>
                <c:pt idx="18688">
                  <c:v>7.5</c:v>
                </c:pt>
                <c:pt idx="18689">
                  <c:v>8</c:v>
                </c:pt>
                <c:pt idx="18690">
                  <c:v>6.5</c:v>
                </c:pt>
                <c:pt idx="18691">
                  <c:v>5.5</c:v>
                </c:pt>
                <c:pt idx="18692">
                  <c:v>7</c:v>
                </c:pt>
                <c:pt idx="18693">
                  <c:v>5.5</c:v>
                </c:pt>
                <c:pt idx="18694">
                  <c:v>4.5</c:v>
                </c:pt>
                <c:pt idx="18695">
                  <c:v>5</c:v>
                </c:pt>
                <c:pt idx="18696">
                  <c:v>8</c:v>
                </c:pt>
                <c:pt idx="18697">
                  <c:v>7.5</c:v>
                </c:pt>
                <c:pt idx="18698">
                  <c:v>10</c:v>
                </c:pt>
                <c:pt idx="18699">
                  <c:v>12</c:v>
                </c:pt>
                <c:pt idx="18700">
                  <c:v>12.5</c:v>
                </c:pt>
                <c:pt idx="18701">
                  <c:v>13</c:v>
                </c:pt>
                <c:pt idx="18702">
                  <c:v>12</c:v>
                </c:pt>
                <c:pt idx="18703">
                  <c:v>11.5</c:v>
                </c:pt>
                <c:pt idx="18704">
                  <c:v>13.5</c:v>
                </c:pt>
                <c:pt idx="18705">
                  <c:v>13.5</c:v>
                </c:pt>
                <c:pt idx="18706">
                  <c:v>13</c:v>
                </c:pt>
                <c:pt idx="18707">
                  <c:v>12</c:v>
                </c:pt>
                <c:pt idx="18708">
                  <c:v>12.5</c:v>
                </c:pt>
                <c:pt idx="18709">
                  <c:v>14</c:v>
                </c:pt>
                <c:pt idx="18710">
                  <c:v>14</c:v>
                </c:pt>
                <c:pt idx="18711">
                  <c:v>15</c:v>
                </c:pt>
                <c:pt idx="18712">
                  <c:v>15.5</c:v>
                </c:pt>
                <c:pt idx="18713">
                  <c:v>13</c:v>
                </c:pt>
                <c:pt idx="18714">
                  <c:v>10.5</c:v>
                </c:pt>
                <c:pt idx="18715">
                  <c:v>11</c:v>
                </c:pt>
                <c:pt idx="18716">
                  <c:v>12.5</c:v>
                </c:pt>
                <c:pt idx="18717">
                  <c:v>13</c:v>
                </c:pt>
                <c:pt idx="18718">
                  <c:v>12</c:v>
                </c:pt>
                <c:pt idx="18719">
                  <c:v>10.5</c:v>
                </c:pt>
                <c:pt idx="18720">
                  <c:v>12</c:v>
                </c:pt>
                <c:pt idx="18721">
                  <c:v>8</c:v>
                </c:pt>
                <c:pt idx="18722">
                  <c:v>6.5</c:v>
                </c:pt>
                <c:pt idx="18723">
                  <c:v>7</c:v>
                </c:pt>
                <c:pt idx="18724">
                  <c:v>9.5</c:v>
                </c:pt>
                <c:pt idx="18725">
                  <c:v>10</c:v>
                </c:pt>
                <c:pt idx="18726">
                  <c:v>13</c:v>
                </c:pt>
                <c:pt idx="18727">
                  <c:v>12.5</c:v>
                </c:pt>
                <c:pt idx="18728">
                  <c:v>14</c:v>
                </c:pt>
                <c:pt idx="18729">
                  <c:v>16</c:v>
                </c:pt>
                <c:pt idx="18730">
                  <c:v>16.5</c:v>
                </c:pt>
                <c:pt idx="18731">
                  <c:v>15</c:v>
                </c:pt>
                <c:pt idx="18732">
                  <c:v>15.5</c:v>
                </c:pt>
                <c:pt idx="18733">
                  <c:v>16.5</c:v>
                </c:pt>
                <c:pt idx="18734">
                  <c:v>14.5</c:v>
                </c:pt>
                <c:pt idx="18735">
                  <c:v>16.5</c:v>
                </c:pt>
                <c:pt idx="18736">
                  <c:v>16</c:v>
                </c:pt>
                <c:pt idx="18737">
                  <c:v>14.5</c:v>
                </c:pt>
                <c:pt idx="18738">
                  <c:v>13</c:v>
                </c:pt>
                <c:pt idx="18739">
                  <c:v>13</c:v>
                </c:pt>
                <c:pt idx="18740">
                  <c:v>15</c:v>
                </c:pt>
                <c:pt idx="18741">
                  <c:v>15</c:v>
                </c:pt>
                <c:pt idx="18742">
                  <c:v>14</c:v>
                </c:pt>
                <c:pt idx="18743">
                  <c:v>15.5</c:v>
                </c:pt>
                <c:pt idx="18744">
                  <c:v>14.5</c:v>
                </c:pt>
                <c:pt idx="18745">
                  <c:v>14.5</c:v>
                </c:pt>
                <c:pt idx="18746">
                  <c:v>15</c:v>
                </c:pt>
                <c:pt idx="18747">
                  <c:v>14.5</c:v>
                </c:pt>
                <c:pt idx="18748">
                  <c:v>15.5</c:v>
                </c:pt>
                <c:pt idx="18749">
                  <c:v>17</c:v>
                </c:pt>
                <c:pt idx="18750">
                  <c:v>18</c:v>
                </c:pt>
                <c:pt idx="18751">
                  <c:v>20</c:v>
                </c:pt>
                <c:pt idx="18752">
                  <c:v>20.5</c:v>
                </c:pt>
                <c:pt idx="18753">
                  <c:v>21.5</c:v>
                </c:pt>
                <c:pt idx="18754">
                  <c:v>21.5</c:v>
                </c:pt>
                <c:pt idx="18755">
                  <c:v>20</c:v>
                </c:pt>
                <c:pt idx="18756">
                  <c:v>21</c:v>
                </c:pt>
                <c:pt idx="18757">
                  <c:v>20.5</c:v>
                </c:pt>
                <c:pt idx="18758">
                  <c:v>21.5</c:v>
                </c:pt>
                <c:pt idx="18759">
                  <c:v>20</c:v>
                </c:pt>
                <c:pt idx="18760">
                  <c:v>18</c:v>
                </c:pt>
                <c:pt idx="18761">
                  <c:v>17.5</c:v>
                </c:pt>
                <c:pt idx="18762">
                  <c:v>17.5</c:v>
                </c:pt>
                <c:pt idx="18763">
                  <c:v>18</c:v>
                </c:pt>
                <c:pt idx="18764">
                  <c:v>19.5</c:v>
                </c:pt>
                <c:pt idx="18765">
                  <c:v>21</c:v>
                </c:pt>
                <c:pt idx="18766">
                  <c:v>21.5</c:v>
                </c:pt>
                <c:pt idx="18767">
                  <c:v>19.5</c:v>
                </c:pt>
                <c:pt idx="18768">
                  <c:v>19.5</c:v>
                </c:pt>
                <c:pt idx="18769">
                  <c:v>19</c:v>
                </c:pt>
                <c:pt idx="18770">
                  <c:v>18.5</c:v>
                </c:pt>
                <c:pt idx="18771">
                  <c:v>20.5</c:v>
                </c:pt>
                <c:pt idx="18772">
                  <c:v>20.5</c:v>
                </c:pt>
                <c:pt idx="18773">
                  <c:v>22</c:v>
                </c:pt>
                <c:pt idx="18774">
                  <c:v>23</c:v>
                </c:pt>
                <c:pt idx="18775">
                  <c:v>25</c:v>
                </c:pt>
                <c:pt idx="18776">
                  <c:v>27</c:v>
                </c:pt>
                <c:pt idx="18777">
                  <c:v>27.5</c:v>
                </c:pt>
                <c:pt idx="18778">
                  <c:v>24.5</c:v>
                </c:pt>
                <c:pt idx="18779">
                  <c:v>24.5</c:v>
                </c:pt>
                <c:pt idx="18780">
                  <c:v>25.5</c:v>
                </c:pt>
                <c:pt idx="18781">
                  <c:v>28</c:v>
                </c:pt>
                <c:pt idx="18782">
                  <c:v>28.5</c:v>
                </c:pt>
                <c:pt idx="18783">
                  <c:v>28.5</c:v>
                </c:pt>
                <c:pt idx="18784">
                  <c:v>29</c:v>
                </c:pt>
                <c:pt idx="18785">
                  <c:v>30</c:v>
                </c:pt>
                <c:pt idx="18786">
                  <c:v>31.5</c:v>
                </c:pt>
                <c:pt idx="18787">
                  <c:v>31.5</c:v>
                </c:pt>
                <c:pt idx="18788">
                  <c:v>27</c:v>
                </c:pt>
                <c:pt idx="18789">
                  <c:v>27.5</c:v>
                </c:pt>
                <c:pt idx="18790">
                  <c:v>23</c:v>
                </c:pt>
                <c:pt idx="18791">
                  <c:v>26</c:v>
                </c:pt>
                <c:pt idx="18792">
                  <c:v>22.5</c:v>
                </c:pt>
                <c:pt idx="18793">
                  <c:v>23.5</c:v>
                </c:pt>
                <c:pt idx="18794">
                  <c:v>26</c:v>
                </c:pt>
                <c:pt idx="18795">
                  <c:v>29</c:v>
                </c:pt>
                <c:pt idx="18796">
                  <c:v>29.5</c:v>
                </c:pt>
                <c:pt idx="18797">
                  <c:v>32</c:v>
                </c:pt>
                <c:pt idx="18798">
                  <c:v>32.5</c:v>
                </c:pt>
                <c:pt idx="18799">
                  <c:v>33</c:v>
                </c:pt>
                <c:pt idx="18800">
                  <c:v>31.5</c:v>
                </c:pt>
                <c:pt idx="18801">
                  <c:v>31.5</c:v>
                </c:pt>
                <c:pt idx="18802">
                  <c:v>32</c:v>
                </c:pt>
                <c:pt idx="18803">
                  <c:v>32.5</c:v>
                </c:pt>
                <c:pt idx="18804">
                  <c:v>30.5</c:v>
                </c:pt>
                <c:pt idx="18805">
                  <c:v>32</c:v>
                </c:pt>
                <c:pt idx="18806">
                  <c:v>32</c:v>
                </c:pt>
                <c:pt idx="18807">
                  <c:v>33</c:v>
                </c:pt>
                <c:pt idx="18808">
                  <c:v>31.5</c:v>
                </c:pt>
                <c:pt idx="18809">
                  <c:v>27</c:v>
                </c:pt>
                <c:pt idx="18810">
                  <c:v>26.5</c:v>
                </c:pt>
                <c:pt idx="18811">
                  <c:v>27.5</c:v>
                </c:pt>
                <c:pt idx="18812">
                  <c:v>29</c:v>
                </c:pt>
                <c:pt idx="18813">
                  <c:v>30.5</c:v>
                </c:pt>
                <c:pt idx="18814">
                  <c:v>29</c:v>
                </c:pt>
                <c:pt idx="18815">
                  <c:v>29</c:v>
                </c:pt>
                <c:pt idx="18816">
                  <c:v>30.5</c:v>
                </c:pt>
                <c:pt idx="18817">
                  <c:v>31.5</c:v>
                </c:pt>
                <c:pt idx="18818">
                  <c:v>32</c:v>
                </c:pt>
                <c:pt idx="18819">
                  <c:v>30</c:v>
                </c:pt>
                <c:pt idx="18820">
                  <c:v>29</c:v>
                </c:pt>
                <c:pt idx="18821">
                  <c:v>31.5</c:v>
                </c:pt>
                <c:pt idx="18822">
                  <c:v>31</c:v>
                </c:pt>
                <c:pt idx="18823">
                  <c:v>26</c:v>
                </c:pt>
                <c:pt idx="18824">
                  <c:v>26.5</c:v>
                </c:pt>
                <c:pt idx="18825">
                  <c:v>29</c:v>
                </c:pt>
                <c:pt idx="18826">
                  <c:v>29.5</c:v>
                </c:pt>
                <c:pt idx="18827">
                  <c:v>29.5</c:v>
                </c:pt>
                <c:pt idx="18828">
                  <c:v>28.5</c:v>
                </c:pt>
                <c:pt idx="18829">
                  <c:v>26</c:v>
                </c:pt>
                <c:pt idx="18830">
                  <c:v>27</c:v>
                </c:pt>
                <c:pt idx="18831">
                  <c:v>27</c:v>
                </c:pt>
                <c:pt idx="18832">
                  <c:v>29.5</c:v>
                </c:pt>
                <c:pt idx="18833">
                  <c:v>30</c:v>
                </c:pt>
                <c:pt idx="18834">
                  <c:v>30.5</c:v>
                </c:pt>
                <c:pt idx="18835">
                  <c:v>31</c:v>
                </c:pt>
                <c:pt idx="18836">
                  <c:v>31.5</c:v>
                </c:pt>
                <c:pt idx="18837">
                  <c:v>32</c:v>
                </c:pt>
                <c:pt idx="18838">
                  <c:v>32.5</c:v>
                </c:pt>
                <c:pt idx="18839">
                  <c:v>32.5</c:v>
                </c:pt>
                <c:pt idx="18840">
                  <c:v>33</c:v>
                </c:pt>
                <c:pt idx="18841">
                  <c:v>32.5</c:v>
                </c:pt>
                <c:pt idx="18842">
                  <c:v>28.5</c:v>
                </c:pt>
                <c:pt idx="18843">
                  <c:v>24</c:v>
                </c:pt>
                <c:pt idx="18844">
                  <c:v>26.5</c:v>
                </c:pt>
                <c:pt idx="18845">
                  <c:v>27.5</c:v>
                </c:pt>
                <c:pt idx="18846">
                  <c:v>29</c:v>
                </c:pt>
                <c:pt idx="18847">
                  <c:v>31.5</c:v>
                </c:pt>
                <c:pt idx="18848">
                  <c:v>30.5</c:v>
                </c:pt>
                <c:pt idx="18849">
                  <c:v>29</c:v>
                </c:pt>
                <c:pt idx="18850">
                  <c:v>30</c:v>
                </c:pt>
                <c:pt idx="18851">
                  <c:v>31</c:v>
                </c:pt>
                <c:pt idx="18852">
                  <c:v>30.5</c:v>
                </c:pt>
                <c:pt idx="18853">
                  <c:v>31</c:v>
                </c:pt>
                <c:pt idx="18854">
                  <c:v>31.5</c:v>
                </c:pt>
                <c:pt idx="18855">
                  <c:v>31.5</c:v>
                </c:pt>
                <c:pt idx="18856">
                  <c:v>27.5</c:v>
                </c:pt>
                <c:pt idx="18857">
                  <c:v>26</c:v>
                </c:pt>
                <c:pt idx="18858">
                  <c:v>26.5</c:v>
                </c:pt>
                <c:pt idx="18859">
                  <c:v>27.5</c:v>
                </c:pt>
                <c:pt idx="18860">
                  <c:v>26.5</c:v>
                </c:pt>
                <c:pt idx="18861">
                  <c:v>27.5</c:v>
                </c:pt>
                <c:pt idx="18862">
                  <c:v>28.5</c:v>
                </c:pt>
                <c:pt idx="18863">
                  <c:v>29.5</c:v>
                </c:pt>
                <c:pt idx="18864">
                  <c:v>30</c:v>
                </c:pt>
                <c:pt idx="18865">
                  <c:v>31</c:v>
                </c:pt>
                <c:pt idx="18866">
                  <c:v>30.5</c:v>
                </c:pt>
                <c:pt idx="18867">
                  <c:v>26.5</c:v>
                </c:pt>
                <c:pt idx="18868">
                  <c:v>27</c:v>
                </c:pt>
                <c:pt idx="18869">
                  <c:v>28</c:v>
                </c:pt>
                <c:pt idx="18870">
                  <c:v>27</c:v>
                </c:pt>
                <c:pt idx="18871">
                  <c:v>24</c:v>
                </c:pt>
                <c:pt idx="18872">
                  <c:v>24</c:v>
                </c:pt>
                <c:pt idx="18873">
                  <c:v>23.5</c:v>
                </c:pt>
                <c:pt idx="18874">
                  <c:v>24.5</c:v>
                </c:pt>
                <c:pt idx="18875">
                  <c:v>24.5</c:v>
                </c:pt>
                <c:pt idx="18876">
                  <c:v>25</c:v>
                </c:pt>
                <c:pt idx="18877">
                  <c:v>27</c:v>
                </c:pt>
                <c:pt idx="18878">
                  <c:v>25.5</c:v>
                </c:pt>
                <c:pt idx="18879">
                  <c:v>22</c:v>
                </c:pt>
                <c:pt idx="18880">
                  <c:v>22.5</c:v>
                </c:pt>
                <c:pt idx="18881">
                  <c:v>22.5</c:v>
                </c:pt>
                <c:pt idx="18882">
                  <c:v>23</c:v>
                </c:pt>
                <c:pt idx="18883">
                  <c:v>24.5</c:v>
                </c:pt>
                <c:pt idx="18884">
                  <c:v>25</c:v>
                </c:pt>
                <c:pt idx="18885">
                  <c:v>25.5</c:v>
                </c:pt>
                <c:pt idx="18886">
                  <c:v>26</c:v>
                </c:pt>
                <c:pt idx="18887">
                  <c:v>23.5</c:v>
                </c:pt>
                <c:pt idx="18888">
                  <c:v>22</c:v>
                </c:pt>
                <c:pt idx="18889">
                  <c:v>21</c:v>
                </c:pt>
                <c:pt idx="18890">
                  <c:v>20.5</c:v>
                </c:pt>
                <c:pt idx="18891">
                  <c:v>21.5</c:v>
                </c:pt>
                <c:pt idx="18892">
                  <c:v>23</c:v>
                </c:pt>
                <c:pt idx="18893">
                  <c:v>24</c:v>
                </c:pt>
                <c:pt idx="18894">
                  <c:v>24.5</c:v>
                </c:pt>
                <c:pt idx="18895">
                  <c:v>25.5</c:v>
                </c:pt>
                <c:pt idx="18896">
                  <c:v>25.5</c:v>
                </c:pt>
                <c:pt idx="18897">
                  <c:v>24</c:v>
                </c:pt>
                <c:pt idx="18898">
                  <c:v>23.5</c:v>
                </c:pt>
                <c:pt idx="18899">
                  <c:v>23.5</c:v>
                </c:pt>
                <c:pt idx="18900">
                  <c:v>23.5</c:v>
                </c:pt>
                <c:pt idx="18901">
                  <c:v>24.5</c:v>
                </c:pt>
                <c:pt idx="18902">
                  <c:v>24</c:v>
                </c:pt>
                <c:pt idx="18903">
                  <c:v>24</c:v>
                </c:pt>
                <c:pt idx="18904">
                  <c:v>23.5</c:v>
                </c:pt>
                <c:pt idx="18905">
                  <c:v>23.5</c:v>
                </c:pt>
                <c:pt idx="18906">
                  <c:v>23.5</c:v>
                </c:pt>
                <c:pt idx="18907">
                  <c:v>24.5</c:v>
                </c:pt>
                <c:pt idx="18908">
                  <c:v>24.5</c:v>
                </c:pt>
                <c:pt idx="18909">
                  <c:v>24</c:v>
                </c:pt>
                <c:pt idx="18910">
                  <c:v>18.5</c:v>
                </c:pt>
                <c:pt idx="18911">
                  <c:v>17</c:v>
                </c:pt>
                <c:pt idx="18912">
                  <c:v>18.5</c:v>
                </c:pt>
                <c:pt idx="18913">
                  <c:v>18.5</c:v>
                </c:pt>
                <c:pt idx="18914">
                  <c:v>17</c:v>
                </c:pt>
                <c:pt idx="18915">
                  <c:v>17</c:v>
                </c:pt>
                <c:pt idx="18916">
                  <c:v>18</c:v>
                </c:pt>
                <c:pt idx="18917">
                  <c:v>16.5</c:v>
                </c:pt>
                <c:pt idx="18918">
                  <c:v>14</c:v>
                </c:pt>
                <c:pt idx="18919">
                  <c:v>14</c:v>
                </c:pt>
                <c:pt idx="18920">
                  <c:v>14.5</c:v>
                </c:pt>
                <c:pt idx="18921">
                  <c:v>14</c:v>
                </c:pt>
                <c:pt idx="18922">
                  <c:v>13</c:v>
                </c:pt>
                <c:pt idx="18923">
                  <c:v>15.5</c:v>
                </c:pt>
                <c:pt idx="18924">
                  <c:v>14.5</c:v>
                </c:pt>
                <c:pt idx="18925">
                  <c:v>17</c:v>
                </c:pt>
                <c:pt idx="18926">
                  <c:v>16.5</c:v>
                </c:pt>
                <c:pt idx="18927">
                  <c:v>17</c:v>
                </c:pt>
                <c:pt idx="18928">
                  <c:v>14.5</c:v>
                </c:pt>
                <c:pt idx="18929">
                  <c:v>14</c:v>
                </c:pt>
                <c:pt idx="18930">
                  <c:v>15.5</c:v>
                </c:pt>
                <c:pt idx="18931">
                  <c:v>15</c:v>
                </c:pt>
                <c:pt idx="18932">
                  <c:v>14.5</c:v>
                </c:pt>
                <c:pt idx="18933">
                  <c:v>14.5</c:v>
                </c:pt>
                <c:pt idx="18934">
                  <c:v>15.5</c:v>
                </c:pt>
                <c:pt idx="18935">
                  <c:v>15</c:v>
                </c:pt>
                <c:pt idx="18936">
                  <c:v>16</c:v>
                </c:pt>
                <c:pt idx="18937">
                  <c:v>17.5</c:v>
                </c:pt>
                <c:pt idx="18938">
                  <c:v>17</c:v>
                </c:pt>
                <c:pt idx="18939">
                  <c:v>12</c:v>
                </c:pt>
                <c:pt idx="18940">
                  <c:v>11</c:v>
                </c:pt>
                <c:pt idx="18941">
                  <c:v>9</c:v>
                </c:pt>
                <c:pt idx="18942">
                  <c:v>11</c:v>
                </c:pt>
                <c:pt idx="18943">
                  <c:v>12</c:v>
                </c:pt>
                <c:pt idx="18944">
                  <c:v>10.5</c:v>
                </c:pt>
                <c:pt idx="18945">
                  <c:v>10.5</c:v>
                </c:pt>
                <c:pt idx="18946">
                  <c:v>10.5</c:v>
                </c:pt>
                <c:pt idx="18947">
                  <c:v>8.5</c:v>
                </c:pt>
                <c:pt idx="18948">
                  <c:v>8</c:v>
                </c:pt>
                <c:pt idx="18949">
                  <c:v>8</c:v>
                </c:pt>
                <c:pt idx="18950">
                  <c:v>8.5</c:v>
                </c:pt>
                <c:pt idx="18951">
                  <c:v>10.5</c:v>
                </c:pt>
                <c:pt idx="18952">
                  <c:v>10.5</c:v>
                </c:pt>
                <c:pt idx="18953">
                  <c:v>11.5</c:v>
                </c:pt>
                <c:pt idx="18954">
                  <c:v>12</c:v>
                </c:pt>
                <c:pt idx="18955">
                  <c:v>10.5</c:v>
                </c:pt>
                <c:pt idx="18956">
                  <c:v>8</c:v>
                </c:pt>
                <c:pt idx="18957">
                  <c:v>6.5</c:v>
                </c:pt>
                <c:pt idx="18958">
                  <c:v>4.5</c:v>
                </c:pt>
                <c:pt idx="18959">
                  <c:v>5</c:v>
                </c:pt>
                <c:pt idx="18960">
                  <c:v>5</c:v>
                </c:pt>
                <c:pt idx="18961">
                  <c:v>5</c:v>
                </c:pt>
                <c:pt idx="18962">
                  <c:v>4</c:v>
                </c:pt>
                <c:pt idx="18963">
                  <c:v>5</c:v>
                </c:pt>
                <c:pt idx="18964">
                  <c:v>4.5</c:v>
                </c:pt>
                <c:pt idx="18965">
                  <c:v>6.5</c:v>
                </c:pt>
                <c:pt idx="18966">
                  <c:v>6.5</c:v>
                </c:pt>
                <c:pt idx="18967">
                  <c:v>5.5</c:v>
                </c:pt>
                <c:pt idx="18968">
                  <c:v>5.5</c:v>
                </c:pt>
                <c:pt idx="18969">
                  <c:v>5.5</c:v>
                </c:pt>
                <c:pt idx="18970">
                  <c:v>5.5</c:v>
                </c:pt>
                <c:pt idx="18971">
                  <c:v>5</c:v>
                </c:pt>
                <c:pt idx="18972">
                  <c:v>7</c:v>
                </c:pt>
                <c:pt idx="18973">
                  <c:v>9</c:v>
                </c:pt>
                <c:pt idx="18974">
                  <c:v>9.5</c:v>
                </c:pt>
                <c:pt idx="18975">
                  <c:v>8.5</c:v>
                </c:pt>
                <c:pt idx="18976">
                  <c:v>8</c:v>
                </c:pt>
                <c:pt idx="18977">
                  <c:v>9</c:v>
                </c:pt>
                <c:pt idx="18978">
                  <c:v>10</c:v>
                </c:pt>
                <c:pt idx="18979">
                  <c:v>10.5</c:v>
                </c:pt>
                <c:pt idx="18980">
                  <c:v>8</c:v>
                </c:pt>
                <c:pt idx="18981">
                  <c:v>7</c:v>
                </c:pt>
                <c:pt idx="18982">
                  <c:v>6</c:v>
                </c:pt>
                <c:pt idx="18983">
                  <c:v>5.5</c:v>
                </c:pt>
                <c:pt idx="18984">
                  <c:v>6</c:v>
                </c:pt>
                <c:pt idx="18985">
                  <c:v>6.5</c:v>
                </c:pt>
                <c:pt idx="18986">
                  <c:v>8.5</c:v>
                </c:pt>
                <c:pt idx="18987">
                  <c:v>6.5</c:v>
                </c:pt>
                <c:pt idx="18988">
                  <c:v>4</c:v>
                </c:pt>
                <c:pt idx="18989">
                  <c:v>2.5</c:v>
                </c:pt>
                <c:pt idx="18990">
                  <c:v>3</c:v>
                </c:pt>
                <c:pt idx="18991">
                  <c:v>4</c:v>
                </c:pt>
                <c:pt idx="18992">
                  <c:v>4</c:v>
                </c:pt>
                <c:pt idx="18993">
                  <c:v>5.5</c:v>
                </c:pt>
                <c:pt idx="18994">
                  <c:v>5</c:v>
                </c:pt>
                <c:pt idx="18995">
                  <c:v>5</c:v>
                </c:pt>
                <c:pt idx="18996">
                  <c:v>5.5</c:v>
                </c:pt>
                <c:pt idx="18997">
                  <c:v>6</c:v>
                </c:pt>
                <c:pt idx="18998">
                  <c:v>6</c:v>
                </c:pt>
                <c:pt idx="18999">
                  <c:v>6</c:v>
                </c:pt>
                <c:pt idx="19000">
                  <c:v>5.5</c:v>
                </c:pt>
                <c:pt idx="19001">
                  <c:v>5.5</c:v>
                </c:pt>
                <c:pt idx="19002">
                  <c:v>5.5</c:v>
                </c:pt>
                <c:pt idx="19003">
                  <c:v>5</c:v>
                </c:pt>
                <c:pt idx="19004">
                  <c:v>6</c:v>
                </c:pt>
                <c:pt idx="19005">
                  <c:v>7.5</c:v>
                </c:pt>
                <c:pt idx="19006">
                  <c:v>10.5</c:v>
                </c:pt>
                <c:pt idx="19007">
                  <c:v>8.5</c:v>
                </c:pt>
                <c:pt idx="19008">
                  <c:v>6.5</c:v>
                </c:pt>
                <c:pt idx="19009">
                  <c:v>8</c:v>
                </c:pt>
                <c:pt idx="19010">
                  <c:v>8.5</c:v>
                </c:pt>
                <c:pt idx="19011">
                  <c:v>6</c:v>
                </c:pt>
                <c:pt idx="19012">
                  <c:v>3.5</c:v>
                </c:pt>
                <c:pt idx="19013">
                  <c:v>4</c:v>
                </c:pt>
                <c:pt idx="19014">
                  <c:v>4.5</c:v>
                </c:pt>
                <c:pt idx="19015">
                  <c:v>4.5</c:v>
                </c:pt>
                <c:pt idx="19016">
                  <c:v>1.5</c:v>
                </c:pt>
                <c:pt idx="19017">
                  <c:v>0</c:v>
                </c:pt>
                <c:pt idx="19018">
                  <c:v>-2.5</c:v>
                </c:pt>
                <c:pt idx="19019">
                  <c:v>-2</c:v>
                </c:pt>
                <c:pt idx="19020">
                  <c:v>0</c:v>
                </c:pt>
                <c:pt idx="19021">
                  <c:v>1</c:v>
                </c:pt>
                <c:pt idx="19022">
                  <c:v>2</c:v>
                </c:pt>
                <c:pt idx="19023">
                  <c:v>3.5</c:v>
                </c:pt>
                <c:pt idx="19024">
                  <c:v>3.5</c:v>
                </c:pt>
                <c:pt idx="19025">
                  <c:v>4</c:v>
                </c:pt>
                <c:pt idx="19026">
                  <c:v>5</c:v>
                </c:pt>
                <c:pt idx="19027">
                  <c:v>6</c:v>
                </c:pt>
                <c:pt idx="19028">
                  <c:v>6</c:v>
                </c:pt>
                <c:pt idx="19029">
                  <c:v>5.5</c:v>
                </c:pt>
                <c:pt idx="19030">
                  <c:v>5</c:v>
                </c:pt>
                <c:pt idx="19031">
                  <c:v>2.5</c:v>
                </c:pt>
                <c:pt idx="19032">
                  <c:v>3</c:v>
                </c:pt>
                <c:pt idx="19033">
                  <c:v>3</c:v>
                </c:pt>
                <c:pt idx="19034">
                  <c:v>3</c:v>
                </c:pt>
                <c:pt idx="19035">
                  <c:v>3</c:v>
                </c:pt>
                <c:pt idx="19036">
                  <c:v>4.5</c:v>
                </c:pt>
                <c:pt idx="19037">
                  <c:v>6</c:v>
                </c:pt>
                <c:pt idx="19038">
                  <c:v>7.5</c:v>
                </c:pt>
                <c:pt idx="19039">
                  <c:v>6.5</c:v>
                </c:pt>
                <c:pt idx="19040">
                  <c:v>7.5</c:v>
                </c:pt>
                <c:pt idx="19041">
                  <c:v>7.5</c:v>
                </c:pt>
                <c:pt idx="19042">
                  <c:v>9</c:v>
                </c:pt>
                <c:pt idx="19043">
                  <c:v>9</c:v>
                </c:pt>
                <c:pt idx="19044">
                  <c:v>9.5</c:v>
                </c:pt>
                <c:pt idx="19045">
                  <c:v>11</c:v>
                </c:pt>
                <c:pt idx="19046">
                  <c:v>13</c:v>
                </c:pt>
                <c:pt idx="19047">
                  <c:v>13.5</c:v>
                </c:pt>
                <c:pt idx="19048">
                  <c:v>13</c:v>
                </c:pt>
                <c:pt idx="19049">
                  <c:v>13</c:v>
                </c:pt>
                <c:pt idx="19050">
                  <c:v>12.5</c:v>
                </c:pt>
                <c:pt idx="19051">
                  <c:v>12.5</c:v>
                </c:pt>
                <c:pt idx="19052">
                  <c:v>12</c:v>
                </c:pt>
                <c:pt idx="19053">
                  <c:v>14</c:v>
                </c:pt>
                <c:pt idx="19054">
                  <c:v>14.5</c:v>
                </c:pt>
                <c:pt idx="19055">
                  <c:v>15</c:v>
                </c:pt>
                <c:pt idx="19056">
                  <c:v>12.5</c:v>
                </c:pt>
                <c:pt idx="19057">
                  <c:v>11</c:v>
                </c:pt>
                <c:pt idx="19058">
                  <c:v>11</c:v>
                </c:pt>
                <c:pt idx="19059">
                  <c:v>9.5</c:v>
                </c:pt>
                <c:pt idx="19060">
                  <c:v>10</c:v>
                </c:pt>
                <c:pt idx="19061">
                  <c:v>11.5</c:v>
                </c:pt>
                <c:pt idx="19062">
                  <c:v>12.5</c:v>
                </c:pt>
                <c:pt idx="19063">
                  <c:v>13</c:v>
                </c:pt>
                <c:pt idx="19064">
                  <c:v>12.5</c:v>
                </c:pt>
                <c:pt idx="19065">
                  <c:v>13</c:v>
                </c:pt>
                <c:pt idx="19066">
                  <c:v>13.5</c:v>
                </c:pt>
                <c:pt idx="19067">
                  <c:v>13.5</c:v>
                </c:pt>
                <c:pt idx="19068">
                  <c:v>14</c:v>
                </c:pt>
                <c:pt idx="19069">
                  <c:v>14.5</c:v>
                </c:pt>
                <c:pt idx="19070">
                  <c:v>15.5</c:v>
                </c:pt>
                <c:pt idx="19071">
                  <c:v>17.5</c:v>
                </c:pt>
                <c:pt idx="19072">
                  <c:v>17.5</c:v>
                </c:pt>
                <c:pt idx="19073">
                  <c:v>18</c:v>
                </c:pt>
                <c:pt idx="19074">
                  <c:v>18.5</c:v>
                </c:pt>
                <c:pt idx="19075">
                  <c:v>18.5</c:v>
                </c:pt>
                <c:pt idx="19076">
                  <c:v>20</c:v>
                </c:pt>
                <c:pt idx="19077">
                  <c:v>19.5</c:v>
                </c:pt>
                <c:pt idx="19078">
                  <c:v>19.5</c:v>
                </c:pt>
                <c:pt idx="19079">
                  <c:v>16.5</c:v>
                </c:pt>
                <c:pt idx="19080">
                  <c:v>12.5</c:v>
                </c:pt>
                <c:pt idx="19081">
                  <c:v>11.5</c:v>
                </c:pt>
                <c:pt idx="19082">
                  <c:v>15</c:v>
                </c:pt>
                <c:pt idx="19083">
                  <c:v>14</c:v>
                </c:pt>
                <c:pt idx="19084">
                  <c:v>12</c:v>
                </c:pt>
                <c:pt idx="19085">
                  <c:v>12.5</c:v>
                </c:pt>
                <c:pt idx="19086">
                  <c:v>15.5</c:v>
                </c:pt>
                <c:pt idx="19087">
                  <c:v>16</c:v>
                </c:pt>
                <c:pt idx="19088">
                  <c:v>16</c:v>
                </c:pt>
                <c:pt idx="19089">
                  <c:v>18.5</c:v>
                </c:pt>
                <c:pt idx="19090">
                  <c:v>17</c:v>
                </c:pt>
                <c:pt idx="19091">
                  <c:v>15.5</c:v>
                </c:pt>
                <c:pt idx="19092">
                  <c:v>12</c:v>
                </c:pt>
                <c:pt idx="19093">
                  <c:v>14</c:v>
                </c:pt>
                <c:pt idx="19094">
                  <c:v>14</c:v>
                </c:pt>
                <c:pt idx="19095">
                  <c:v>9.5</c:v>
                </c:pt>
                <c:pt idx="19096">
                  <c:v>9</c:v>
                </c:pt>
                <c:pt idx="19097">
                  <c:v>10.5</c:v>
                </c:pt>
                <c:pt idx="19098">
                  <c:v>13</c:v>
                </c:pt>
                <c:pt idx="19099">
                  <c:v>14</c:v>
                </c:pt>
                <c:pt idx="19100">
                  <c:v>12</c:v>
                </c:pt>
                <c:pt idx="19101">
                  <c:v>14.5</c:v>
                </c:pt>
                <c:pt idx="19102">
                  <c:v>15.5</c:v>
                </c:pt>
                <c:pt idx="19103">
                  <c:v>14</c:v>
                </c:pt>
                <c:pt idx="19104">
                  <c:v>15.5</c:v>
                </c:pt>
                <c:pt idx="19105">
                  <c:v>16.5</c:v>
                </c:pt>
                <c:pt idx="19106">
                  <c:v>17</c:v>
                </c:pt>
                <c:pt idx="19107">
                  <c:v>18</c:v>
                </c:pt>
                <c:pt idx="19108">
                  <c:v>19</c:v>
                </c:pt>
                <c:pt idx="19109">
                  <c:v>20.5</c:v>
                </c:pt>
                <c:pt idx="19110">
                  <c:v>17.5</c:v>
                </c:pt>
                <c:pt idx="19111">
                  <c:v>17.5</c:v>
                </c:pt>
                <c:pt idx="19112">
                  <c:v>17.5</c:v>
                </c:pt>
                <c:pt idx="19113">
                  <c:v>18.5</c:v>
                </c:pt>
                <c:pt idx="19114">
                  <c:v>18.5</c:v>
                </c:pt>
                <c:pt idx="19115">
                  <c:v>19.5</c:v>
                </c:pt>
                <c:pt idx="19116">
                  <c:v>16.5</c:v>
                </c:pt>
                <c:pt idx="19117">
                  <c:v>16</c:v>
                </c:pt>
                <c:pt idx="19118">
                  <c:v>18</c:v>
                </c:pt>
                <c:pt idx="19119">
                  <c:v>17</c:v>
                </c:pt>
                <c:pt idx="19120">
                  <c:v>17.5</c:v>
                </c:pt>
                <c:pt idx="19121">
                  <c:v>17</c:v>
                </c:pt>
                <c:pt idx="19122">
                  <c:v>17</c:v>
                </c:pt>
                <c:pt idx="19123">
                  <c:v>20</c:v>
                </c:pt>
                <c:pt idx="19124">
                  <c:v>18</c:v>
                </c:pt>
                <c:pt idx="19125">
                  <c:v>17.5</c:v>
                </c:pt>
                <c:pt idx="19126">
                  <c:v>20</c:v>
                </c:pt>
                <c:pt idx="19127">
                  <c:v>20.5</c:v>
                </c:pt>
                <c:pt idx="19128">
                  <c:v>20</c:v>
                </c:pt>
                <c:pt idx="19129">
                  <c:v>20</c:v>
                </c:pt>
                <c:pt idx="19130">
                  <c:v>19.5</c:v>
                </c:pt>
                <c:pt idx="19131">
                  <c:v>18</c:v>
                </c:pt>
                <c:pt idx="19132">
                  <c:v>19</c:v>
                </c:pt>
                <c:pt idx="19133">
                  <c:v>20</c:v>
                </c:pt>
                <c:pt idx="19134">
                  <c:v>22</c:v>
                </c:pt>
                <c:pt idx="19135">
                  <c:v>23</c:v>
                </c:pt>
                <c:pt idx="19136">
                  <c:v>24</c:v>
                </c:pt>
                <c:pt idx="19137">
                  <c:v>20</c:v>
                </c:pt>
                <c:pt idx="19138">
                  <c:v>21</c:v>
                </c:pt>
                <c:pt idx="19139">
                  <c:v>23</c:v>
                </c:pt>
                <c:pt idx="19140">
                  <c:v>22</c:v>
                </c:pt>
                <c:pt idx="19141">
                  <c:v>22.5</c:v>
                </c:pt>
                <c:pt idx="19142">
                  <c:v>22</c:v>
                </c:pt>
                <c:pt idx="19143">
                  <c:v>23.5</c:v>
                </c:pt>
                <c:pt idx="19144">
                  <c:v>26</c:v>
                </c:pt>
                <c:pt idx="19145">
                  <c:v>26</c:v>
                </c:pt>
                <c:pt idx="19146">
                  <c:v>26</c:v>
                </c:pt>
                <c:pt idx="19147">
                  <c:v>26.5</c:v>
                </c:pt>
                <c:pt idx="19148">
                  <c:v>25</c:v>
                </c:pt>
                <c:pt idx="19149">
                  <c:v>24.5</c:v>
                </c:pt>
                <c:pt idx="19150">
                  <c:v>25.5</c:v>
                </c:pt>
                <c:pt idx="19151">
                  <c:v>26.5</c:v>
                </c:pt>
                <c:pt idx="19152">
                  <c:v>21.5</c:v>
                </c:pt>
                <c:pt idx="19153">
                  <c:v>19.5</c:v>
                </c:pt>
                <c:pt idx="19154">
                  <c:v>19</c:v>
                </c:pt>
                <c:pt idx="19155">
                  <c:v>21.5</c:v>
                </c:pt>
                <c:pt idx="19156">
                  <c:v>24</c:v>
                </c:pt>
                <c:pt idx="19157">
                  <c:v>25.5</c:v>
                </c:pt>
                <c:pt idx="19158">
                  <c:v>23.5</c:v>
                </c:pt>
                <c:pt idx="19159">
                  <c:v>19</c:v>
                </c:pt>
                <c:pt idx="19160">
                  <c:v>22</c:v>
                </c:pt>
                <c:pt idx="19161">
                  <c:v>23</c:v>
                </c:pt>
                <c:pt idx="19162">
                  <c:v>24</c:v>
                </c:pt>
                <c:pt idx="19163">
                  <c:v>24.5</c:v>
                </c:pt>
                <c:pt idx="19164">
                  <c:v>24.5</c:v>
                </c:pt>
                <c:pt idx="19165">
                  <c:v>24</c:v>
                </c:pt>
                <c:pt idx="19166">
                  <c:v>23.5</c:v>
                </c:pt>
                <c:pt idx="19167">
                  <c:v>23</c:v>
                </c:pt>
                <c:pt idx="19168">
                  <c:v>24.5</c:v>
                </c:pt>
                <c:pt idx="19169">
                  <c:v>26.5</c:v>
                </c:pt>
                <c:pt idx="19170">
                  <c:v>27</c:v>
                </c:pt>
                <c:pt idx="19171">
                  <c:v>29.5</c:v>
                </c:pt>
                <c:pt idx="19172">
                  <c:v>30.5</c:v>
                </c:pt>
                <c:pt idx="19173">
                  <c:v>32</c:v>
                </c:pt>
                <c:pt idx="19174">
                  <c:v>31.5</c:v>
                </c:pt>
                <c:pt idx="19175">
                  <c:v>27.5</c:v>
                </c:pt>
                <c:pt idx="19176">
                  <c:v>28</c:v>
                </c:pt>
                <c:pt idx="19177">
                  <c:v>30.5</c:v>
                </c:pt>
                <c:pt idx="19178">
                  <c:v>30</c:v>
                </c:pt>
                <c:pt idx="19179">
                  <c:v>30.5</c:v>
                </c:pt>
                <c:pt idx="19180">
                  <c:v>31.5</c:v>
                </c:pt>
                <c:pt idx="19181">
                  <c:v>32.5</c:v>
                </c:pt>
                <c:pt idx="19182">
                  <c:v>31</c:v>
                </c:pt>
                <c:pt idx="19183">
                  <c:v>29.5</c:v>
                </c:pt>
                <c:pt idx="19184">
                  <c:v>28.5</c:v>
                </c:pt>
                <c:pt idx="19185">
                  <c:v>28.5</c:v>
                </c:pt>
                <c:pt idx="19186">
                  <c:v>27</c:v>
                </c:pt>
                <c:pt idx="19187">
                  <c:v>29</c:v>
                </c:pt>
                <c:pt idx="19188">
                  <c:v>29</c:v>
                </c:pt>
                <c:pt idx="19189">
                  <c:v>28.5</c:v>
                </c:pt>
                <c:pt idx="19190">
                  <c:v>30</c:v>
                </c:pt>
                <c:pt idx="19191">
                  <c:v>31.5</c:v>
                </c:pt>
                <c:pt idx="19192">
                  <c:v>26.5</c:v>
                </c:pt>
                <c:pt idx="19193">
                  <c:v>26.5</c:v>
                </c:pt>
                <c:pt idx="19194">
                  <c:v>28</c:v>
                </c:pt>
                <c:pt idx="19195">
                  <c:v>28</c:v>
                </c:pt>
                <c:pt idx="19196">
                  <c:v>25.5</c:v>
                </c:pt>
                <c:pt idx="19197">
                  <c:v>26</c:v>
                </c:pt>
                <c:pt idx="19198">
                  <c:v>25</c:v>
                </c:pt>
                <c:pt idx="19199">
                  <c:v>24.5</c:v>
                </c:pt>
                <c:pt idx="19200">
                  <c:v>25.5</c:v>
                </c:pt>
                <c:pt idx="19201">
                  <c:v>27.5</c:v>
                </c:pt>
                <c:pt idx="19202">
                  <c:v>27.5</c:v>
                </c:pt>
                <c:pt idx="19203">
                  <c:v>27.5</c:v>
                </c:pt>
                <c:pt idx="19204">
                  <c:v>28.5</c:v>
                </c:pt>
                <c:pt idx="19205">
                  <c:v>28</c:v>
                </c:pt>
                <c:pt idx="19206">
                  <c:v>25</c:v>
                </c:pt>
                <c:pt idx="19207">
                  <c:v>24</c:v>
                </c:pt>
                <c:pt idx="19208">
                  <c:v>23</c:v>
                </c:pt>
                <c:pt idx="19209">
                  <c:v>26</c:v>
                </c:pt>
                <c:pt idx="19210">
                  <c:v>23.5</c:v>
                </c:pt>
                <c:pt idx="19211">
                  <c:v>23</c:v>
                </c:pt>
                <c:pt idx="19212">
                  <c:v>24</c:v>
                </c:pt>
                <c:pt idx="19213">
                  <c:v>26</c:v>
                </c:pt>
                <c:pt idx="19214">
                  <c:v>27.5</c:v>
                </c:pt>
                <c:pt idx="19215">
                  <c:v>28</c:v>
                </c:pt>
                <c:pt idx="19216">
                  <c:v>29</c:v>
                </c:pt>
                <c:pt idx="19217">
                  <c:v>30</c:v>
                </c:pt>
                <c:pt idx="19218">
                  <c:v>30</c:v>
                </c:pt>
                <c:pt idx="19219">
                  <c:v>30</c:v>
                </c:pt>
                <c:pt idx="19220">
                  <c:v>29</c:v>
                </c:pt>
                <c:pt idx="19221">
                  <c:v>27.5</c:v>
                </c:pt>
                <c:pt idx="19222">
                  <c:v>27</c:v>
                </c:pt>
                <c:pt idx="19223">
                  <c:v>29.5</c:v>
                </c:pt>
                <c:pt idx="19224">
                  <c:v>29.5</c:v>
                </c:pt>
                <c:pt idx="19225">
                  <c:v>29.5</c:v>
                </c:pt>
                <c:pt idx="19226">
                  <c:v>30.5</c:v>
                </c:pt>
                <c:pt idx="19227">
                  <c:v>30.5</c:v>
                </c:pt>
                <c:pt idx="19228">
                  <c:v>30.5</c:v>
                </c:pt>
                <c:pt idx="19229">
                  <c:v>31.5</c:v>
                </c:pt>
                <c:pt idx="19230">
                  <c:v>29</c:v>
                </c:pt>
                <c:pt idx="19231">
                  <c:v>28</c:v>
                </c:pt>
                <c:pt idx="19232">
                  <c:v>28</c:v>
                </c:pt>
                <c:pt idx="19233">
                  <c:v>28</c:v>
                </c:pt>
                <c:pt idx="19234">
                  <c:v>25.5</c:v>
                </c:pt>
                <c:pt idx="19235">
                  <c:v>27</c:v>
                </c:pt>
                <c:pt idx="19236">
                  <c:v>27</c:v>
                </c:pt>
                <c:pt idx="19237">
                  <c:v>25</c:v>
                </c:pt>
                <c:pt idx="19238">
                  <c:v>25</c:v>
                </c:pt>
                <c:pt idx="19239">
                  <c:v>21.5</c:v>
                </c:pt>
                <c:pt idx="19240">
                  <c:v>21.5</c:v>
                </c:pt>
                <c:pt idx="19241">
                  <c:v>21.5</c:v>
                </c:pt>
                <c:pt idx="19242">
                  <c:v>22.5</c:v>
                </c:pt>
                <c:pt idx="19243">
                  <c:v>24.5</c:v>
                </c:pt>
                <c:pt idx="19244">
                  <c:v>24.5</c:v>
                </c:pt>
                <c:pt idx="19245">
                  <c:v>24</c:v>
                </c:pt>
                <c:pt idx="19246">
                  <c:v>19.5</c:v>
                </c:pt>
                <c:pt idx="19247">
                  <c:v>23</c:v>
                </c:pt>
                <c:pt idx="19248">
                  <c:v>23.5</c:v>
                </c:pt>
                <c:pt idx="19249">
                  <c:v>23.5</c:v>
                </c:pt>
                <c:pt idx="19250">
                  <c:v>20.5</c:v>
                </c:pt>
                <c:pt idx="19251">
                  <c:v>20</c:v>
                </c:pt>
                <c:pt idx="19252">
                  <c:v>21</c:v>
                </c:pt>
                <c:pt idx="19253">
                  <c:v>20.5</c:v>
                </c:pt>
                <c:pt idx="19254">
                  <c:v>22.5</c:v>
                </c:pt>
                <c:pt idx="19255">
                  <c:v>22</c:v>
                </c:pt>
                <c:pt idx="19256">
                  <c:v>20</c:v>
                </c:pt>
                <c:pt idx="19257">
                  <c:v>16.5</c:v>
                </c:pt>
                <c:pt idx="19258">
                  <c:v>16.5</c:v>
                </c:pt>
                <c:pt idx="19259">
                  <c:v>18</c:v>
                </c:pt>
                <c:pt idx="19260">
                  <c:v>18</c:v>
                </c:pt>
                <c:pt idx="19261">
                  <c:v>20</c:v>
                </c:pt>
                <c:pt idx="19262">
                  <c:v>16.5</c:v>
                </c:pt>
                <c:pt idx="19263">
                  <c:v>18</c:v>
                </c:pt>
                <c:pt idx="19264">
                  <c:v>19.5</c:v>
                </c:pt>
                <c:pt idx="19265">
                  <c:v>19.5</c:v>
                </c:pt>
                <c:pt idx="19266">
                  <c:v>19.5</c:v>
                </c:pt>
                <c:pt idx="19267">
                  <c:v>20</c:v>
                </c:pt>
                <c:pt idx="19268">
                  <c:v>20</c:v>
                </c:pt>
                <c:pt idx="19269">
                  <c:v>19.5</c:v>
                </c:pt>
                <c:pt idx="19270">
                  <c:v>19.5</c:v>
                </c:pt>
                <c:pt idx="19271">
                  <c:v>21</c:v>
                </c:pt>
                <c:pt idx="19272">
                  <c:v>16</c:v>
                </c:pt>
                <c:pt idx="19273">
                  <c:v>13.5</c:v>
                </c:pt>
                <c:pt idx="19274">
                  <c:v>14</c:v>
                </c:pt>
                <c:pt idx="19275">
                  <c:v>13.5</c:v>
                </c:pt>
                <c:pt idx="19276">
                  <c:v>13</c:v>
                </c:pt>
                <c:pt idx="19277">
                  <c:v>14</c:v>
                </c:pt>
                <c:pt idx="19278">
                  <c:v>13</c:v>
                </c:pt>
                <c:pt idx="19279">
                  <c:v>11.5</c:v>
                </c:pt>
                <c:pt idx="19280">
                  <c:v>14</c:v>
                </c:pt>
                <c:pt idx="19281">
                  <c:v>15</c:v>
                </c:pt>
                <c:pt idx="19282">
                  <c:v>16</c:v>
                </c:pt>
                <c:pt idx="19283">
                  <c:v>16</c:v>
                </c:pt>
                <c:pt idx="19284">
                  <c:v>14</c:v>
                </c:pt>
                <c:pt idx="19285">
                  <c:v>14.5</c:v>
                </c:pt>
                <c:pt idx="19286">
                  <c:v>15.5</c:v>
                </c:pt>
                <c:pt idx="19287">
                  <c:v>16.5</c:v>
                </c:pt>
                <c:pt idx="19288">
                  <c:v>15</c:v>
                </c:pt>
                <c:pt idx="19289">
                  <c:v>15</c:v>
                </c:pt>
                <c:pt idx="19290">
                  <c:v>14.5</c:v>
                </c:pt>
                <c:pt idx="19291">
                  <c:v>13</c:v>
                </c:pt>
                <c:pt idx="19292">
                  <c:v>13</c:v>
                </c:pt>
                <c:pt idx="19293">
                  <c:v>15</c:v>
                </c:pt>
                <c:pt idx="19294">
                  <c:v>15.5</c:v>
                </c:pt>
                <c:pt idx="19295">
                  <c:v>16</c:v>
                </c:pt>
                <c:pt idx="19296">
                  <c:v>15</c:v>
                </c:pt>
                <c:pt idx="19297">
                  <c:v>15</c:v>
                </c:pt>
                <c:pt idx="19298">
                  <c:v>14</c:v>
                </c:pt>
                <c:pt idx="19299">
                  <c:v>14.5</c:v>
                </c:pt>
                <c:pt idx="19300">
                  <c:v>12</c:v>
                </c:pt>
                <c:pt idx="19301">
                  <c:v>10.5</c:v>
                </c:pt>
                <c:pt idx="19302">
                  <c:v>7.5</c:v>
                </c:pt>
                <c:pt idx="19303">
                  <c:v>7.5</c:v>
                </c:pt>
                <c:pt idx="19304">
                  <c:v>9</c:v>
                </c:pt>
                <c:pt idx="19305">
                  <c:v>10</c:v>
                </c:pt>
                <c:pt idx="19306">
                  <c:v>11</c:v>
                </c:pt>
                <c:pt idx="19307">
                  <c:v>12</c:v>
                </c:pt>
                <c:pt idx="19308">
                  <c:v>8.5</c:v>
                </c:pt>
                <c:pt idx="19309">
                  <c:v>6.5</c:v>
                </c:pt>
                <c:pt idx="19310">
                  <c:v>8</c:v>
                </c:pt>
                <c:pt idx="19311">
                  <c:v>9.5</c:v>
                </c:pt>
                <c:pt idx="19312">
                  <c:v>10</c:v>
                </c:pt>
                <c:pt idx="19313">
                  <c:v>10</c:v>
                </c:pt>
                <c:pt idx="19314">
                  <c:v>10</c:v>
                </c:pt>
                <c:pt idx="19315">
                  <c:v>10</c:v>
                </c:pt>
                <c:pt idx="19316">
                  <c:v>11.5</c:v>
                </c:pt>
                <c:pt idx="19317">
                  <c:v>12</c:v>
                </c:pt>
                <c:pt idx="19318">
                  <c:v>11</c:v>
                </c:pt>
                <c:pt idx="19319">
                  <c:v>11.5</c:v>
                </c:pt>
                <c:pt idx="19320">
                  <c:v>14.5</c:v>
                </c:pt>
                <c:pt idx="19321">
                  <c:v>12</c:v>
                </c:pt>
                <c:pt idx="19322">
                  <c:v>8</c:v>
                </c:pt>
                <c:pt idx="19323">
                  <c:v>9</c:v>
                </c:pt>
                <c:pt idx="19324">
                  <c:v>8</c:v>
                </c:pt>
                <c:pt idx="19325">
                  <c:v>6.5</c:v>
                </c:pt>
                <c:pt idx="19326">
                  <c:v>7.5</c:v>
                </c:pt>
                <c:pt idx="19327">
                  <c:v>8.5</c:v>
                </c:pt>
                <c:pt idx="19328">
                  <c:v>6.5</c:v>
                </c:pt>
                <c:pt idx="19329">
                  <c:v>7.5</c:v>
                </c:pt>
                <c:pt idx="19330">
                  <c:v>8</c:v>
                </c:pt>
                <c:pt idx="19331">
                  <c:v>7.5</c:v>
                </c:pt>
                <c:pt idx="19332">
                  <c:v>8</c:v>
                </c:pt>
                <c:pt idx="19333">
                  <c:v>8</c:v>
                </c:pt>
                <c:pt idx="19334">
                  <c:v>6</c:v>
                </c:pt>
                <c:pt idx="19335">
                  <c:v>4</c:v>
                </c:pt>
                <c:pt idx="19336">
                  <c:v>4</c:v>
                </c:pt>
                <c:pt idx="19337">
                  <c:v>6.5</c:v>
                </c:pt>
                <c:pt idx="19338">
                  <c:v>6.5</c:v>
                </c:pt>
                <c:pt idx="19339">
                  <c:v>7.5</c:v>
                </c:pt>
                <c:pt idx="19340">
                  <c:v>7</c:v>
                </c:pt>
                <c:pt idx="19341">
                  <c:v>8</c:v>
                </c:pt>
                <c:pt idx="19342">
                  <c:v>9</c:v>
                </c:pt>
                <c:pt idx="19343">
                  <c:v>8.5</c:v>
                </c:pt>
                <c:pt idx="19344">
                  <c:v>8.5</c:v>
                </c:pt>
                <c:pt idx="19345">
                  <c:v>9</c:v>
                </c:pt>
                <c:pt idx="19346">
                  <c:v>9</c:v>
                </c:pt>
                <c:pt idx="19347">
                  <c:v>6</c:v>
                </c:pt>
                <c:pt idx="19348">
                  <c:v>4</c:v>
                </c:pt>
                <c:pt idx="19349">
                  <c:v>5</c:v>
                </c:pt>
                <c:pt idx="19350">
                  <c:v>4</c:v>
                </c:pt>
                <c:pt idx="19351">
                  <c:v>4</c:v>
                </c:pt>
                <c:pt idx="19352">
                  <c:v>6</c:v>
                </c:pt>
                <c:pt idx="19353">
                  <c:v>6.5</c:v>
                </c:pt>
                <c:pt idx="19354">
                  <c:v>7</c:v>
                </c:pt>
                <c:pt idx="19355">
                  <c:v>7</c:v>
                </c:pt>
                <c:pt idx="19356">
                  <c:v>6</c:v>
                </c:pt>
                <c:pt idx="19357">
                  <c:v>4</c:v>
                </c:pt>
                <c:pt idx="19358">
                  <c:v>4</c:v>
                </c:pt>
                <c:pt idx="19359">
                  <c:v>5</c:v>
                </c:pt>
                <c:pt idx="19360">
                  <c:v>6</c:v>
                </c:pt>
                <c:pt idx="19361">
                  <c:v>2.5</c:v>
                </c:pt>
                <c:pt idx="19362">
                  <c:v>3</c:v>
                </c:pt>
                <c:pt idx="19363">
                  <c:v>4</c:v>
                </c:pt>
                <c:pt idx="19364">
                  <c:v>4</c:v>
                </c:pt>
                <c:pt idx="19365">
                  <c:v>6.5</c:v>
                </c:pt>
                <c:pt idx="19366">
                  <c:v>9.5</c:v>
                </c:pt>
                <c:pt idx="19367">
                  <c:v>9.5</c:v>
                </c:pt>
                <c:pt idx="19368">
                  <c:v>9</c:v>
                </c:pt>
                <c:pt idx="19369">
                  <c:v>8</c:v>
                </c:pt>
                <c:pt idx="19370">
                  <c:v>8</c:v>
                </c:pt>
                <c:pt idx="19371">
                  <c:v>9.5</c:v>
                </c:pt>
                <c:pt idx="19372">
                  <c:v>11</c:v>
                </c:pt>
                <c:pt idx="19373">
                  <c:v>10</c:v>
                </c:pt>
                <c:pt idx="19374">
                  <c:v>6.5</c:v>
                </c:pt>
                <c:pt idx="19375">
                  <c:v>7</c:v>
                </c:pt>
                <c:pt idx="19376">
                  <c:v>7.5</c:v>
                </c:pt>
                <c:pt idx="19377">
                  <c:v>8</c:v>
                </c:pt>
                <c:pt idx="19378">
                  <c:v>10.5</c:v>
                </c:pt>
                <c:pt idx="19379">
                  <c:v>8.5</c:v>
                </c:pt>
                <c:pt idx="19380">
                  <c:v>5.5</c:v>
                </c:pt>
                <c:pt idx="19381">
                  <c:v>5</c:v>
                </c:pt>
                <c:pt idx="19382">
                  <c:v>5.5</c:v>
                </c:pt>
                <c:pt idx="19383">
                  <c:v>7</c:v>
                </c:pt>
                <c:pt idx="19384">
                  <c:v>6.5</c:v>
                </c:pt>
                <c:pt idx="19385">
                  <c:v>5.5</c:v>
                </c:pt>
                <c:pt idx="19386">
                  <c:v>4</c:v>
                </c:pt>
                <c:pt idx="19387">
                  <c:v>5</c:v>
                </c:pt>
                <c:pt idx="19388">
                  <c:v>6</c:v>
                </c:pt>
                <c:pt idx="19389">
                  <c:v>9.5</c:v>
                </c:pt>
                <c:pt idx="19390">
                  <c:v>7.5</c:v>
                </c:pt>
                <c:pt idx="19391">
                  <c:v>6.5</c:v>
                </c:pt>
                <c:pt idx="19392">
                  <c:v>6.5</c:v>
                </c:pt>
                <c:pt idx="19393">
                  <c:v>7</c:v>
                </c:pt>
                <c:pt idx="19394">
                  <c:v>4.5</c:v>
                </c:pt>
                <c:pt idx="19395">
                  <c:v>4.5</c:v>
                </c:pt>
                <c:pt idx="19396">
                  <c:v>6</c:v>
                </c:pt>
                <c:pt idx="19397">
                  <c:v>4.5</c:v>
                </c:pt>
                <c:pt idx="19398">
                  <c:v>6</c:v>
                </c:pt>
                <c:pt idx="19399">
                  <c:v>4</c:v>
                </c:pt>
                <c:pt idx="19400">
                  <c:v>3.5</c:v>
                </c:pt>
                <c:pt idx="19401">
                  <c:v>3.5</c:v>
                </c:pt>
                <c:pt idx="19402">
                  <c:v>3</c:v>
                </c:pt>
                <c:pt idx="19403">
                  <c:v>2</c:v>
                </c:pt>
                <c:pt idx="19404">
                  <c:v>2.5</c:v>
                </c:pt>
                <c:pt idx="19405">
                  <c:v>4</c:v>
                </c:pt>
                <c:pt idx="19406">
                  <c:v>4</c:v>
                </c:pt>
                <c:pt idx="19407">
                  <c:v>5</c:v>
                </c:pt>
                <c:pt idx="19408">
                  <c:v>5.5</c:v>
                </c:pt>
                <c:pt idx="19409">
                  <c:v>6</c:v>
                </c:pt>
                <c:pt idx="19410">
                  <c:v>6.5</c:v>
                </c:pt>
                <c:pt idx="19411">
                  <c:v>6.5</c:v>
                </c:pt>
                <c:pt idx="19412">
                  <c:v>5.5</c:v>
                </c:pt>
                <c:pt idx="19413">
                  <c:v>6</c:v>
                </c:pt>
                <c:pt idx="19414">
                  <c:v>8.5</c:v>
                </c:pt>
                <c:pt idx="19415">
                  <c:v>9.5</c:v>
                </c:pt>
                <c:pt idx="19416">
                  <c:v>7</c:v>
                </c:pt>
                <c:pt idx="19417">
                  <c:v>4.5</c:v>
                </c:pt>
                <c:pt idx="19418">
                  <c:v>6.5</c:v>
                </c:pt>
                <c:pt idx="19419">
                  <c:v>6.5</c:v>
                </c:pt>
                <c:pt idx="19420">
                  <c:v>7</c:v>
                </c:pt>
                <c:pt idx="19421">
                  <c:v>6.5</c:v>
                </c:pt>
                <c:pt idx="19422">
                  <c:v>6</c:v>
                </c:pt>
                <c:pt idx="19423">
                  <c:v>8</c:v>
                </c:pt>
                <c:pt idx="19424">
                  <c:v>7.5</c:v>
                </c:pt>
                <c:pt idx="19425">
                  <c:v>8.5</c:v>
                </c:pt>
                <c:pt idx="19426">
                  <c:v>8.5</c:v>
                </c:pt>
                <c:pt idx="19427">
                  <c:v>11</c:v>
                </c:pt>
                <c:pt idx="19428">
                  <c:v>8.5</c:v>
                </c:pt>
                <c:pt idx="19429">
                  <c:v>9</c:v>
                </c:pt>
                <c:pt idx="19430">
                  <c:v>12.5</c:v>
                </c:pt>
                <c:pt idx="19431">
                  <c:v>14.5</c:v>
                </c:pt>
                <c:pt idx="19432">
                  <c:v>13.5</c:v>
                </c:pt>
                <c:pt idx="19433">
                  <c:v>14</c:v>
                </c:pt>
                <c:pt idx="19434">
                  <c:v>14.5</c:v>
                </c:pt>
                <c:pt idx="19435">
                  <c:v>16</c:v>
                </c:pt>
                <c:pt idx="19436">
                  <c:v>15</c:v>
                </c:pt>
                <c:pt idx="19437">
                  <c:v>15</c:v>
                </c:pt>
                <c:pt idx="19438">
                  <c:v>15</c:v>
                </c:pt>
                <c:pt idx="19439">
                  <c:v>13</c:v>
                </c:pt>
                <c:pt idx="19440">
                  <c:v>12</c:v>
                </c:pt>
                <c:pt idx="19441">
                  <c:v>13.5</c:v>
                </c:pt>
                <c:pt idx="19442">
                  <c:v>14.5</c:v>
                </c:pt>
                <c:pt idx="19443">
                  <c:v>15.5</c:v>
                </c:pt>
                <c:pt idx="19444">
                  <c:v>13.5</c:v>
                </c:pt>
                <c:pt idx="19445">
                  <c:v>13.5</c:v>
                </c:pt>
                <c:pt idx="19446">
                  <c:v>16</c:v>
                </c:pt>
                <c:pt idx="19447">
                  <c:v>17.5</c:v>
                </c:pt>
                <c:pt idx="19448">
                  <c:v>19</c:v>
                </c:pt>
                <c:pt idx="19449">
                  <c:v>12</c:v>
                </c:pt>
                <c:pt idx="19450">
                  <c:v>11.5</c:v>
                </c:pt>
                <c:pt idx="19451">
                  <c:v>12.5</c:v>
                </c:pt>
                <c:pt idx="19452">
                  <c:v>12</c:v>
                </c:pt>
                <c:pt idx="19453">
                  <c:v>11</c:v>
                </c:pt>
                <c:pt idx="19454">
                  <c:v>14</c:v>
                </c:pt>
                <c:pt idx="19455">
                  <c:v>15.5</c:v>
                </c:pt>
                <c:pt idx="19456">
                  <c:v>15.5</c:v>
                </c:pt>
                <c:pt idx="19457">
                  <c:v>15.5</c:v>
                </c:pt>
                <c:pt idx="19458">
                  <c:v>14.5</c:v>
                </c:pt>
                <c:pt idx="19459">
                  <c:v>15.5</c:v>
                </c:pt>
                <c:pt idx="19460">
                  <c:v>13.5</c:v>
                </c:pt>
                <c:pt idx="19461">
                  <c:v>13.5</c:v>
                </c:pt>
                <c:pt idx="19462">
                  <c:v>17.5</c:v>
                </c:pt>
                <c:pt idx="19463">
                  <c:v>15.5</c:v>
                </c:pt>
                <c:pt idx="19464">
                  <c:v>16.5</c:v>
                </c:pt>
                <c:pt idx="19465">
                  <c:v>15</c:v>
                </c:pt>
                <c:pt idx="19466">
                  <c:v>15</c:v>
                </c:pt>
                <c:pt idx="19467">
                  <c:v>14</c:v>
                </c:pt>
                <c:pt idx="19468">
                  <c:v>17.5</c:v>
                </c:pt>
                <c:pt idx="19469">
                  <c:v>19.5</c:v>
                </c:pt>
                <c:pt idx="19470">
                  <c:v>18.5</c:v>
                </c:pt>
                <c:pt idx="19471">
                  <c:v>13.5</c:v>
                </c:pt>
                <c:pt idx="19472">
                  <c:v>15</c:v>
                </c:pt>
                <c:pt idx="19473">
                  <c:v>13</c:v>
                </c:pt>
                <c:pt idx="19474">
                  <c:v>14.5</c:v>
                </c:pt>
                <c:pt idx="19475">
                  <c:v>15.5</c:v>
                </c:pt>
                <c:pt idx="19476">
                  <c:v>16</c:v>
                </c:pt>
                <c:pt idx="19477">
                  <c:v>17</c:v>
                </c:pt>
                <c:pt idx="19478">
                  <c:v>16</c:v>
                </c:pt>
                <c:pt idx="19479">
                  <c:v>16.5</c:v>
                </c:pt>
                <c:pt idx="19480">
                  <c:v>18</c:v>
                </c:pt>
                <c:pt idx="19481">
                  <c:v>18</c:v>
                </c:pt>
                <c:pt idx="19482">
                  <c:v>19.5</c:v>
                </c:pt>
                <c:pt idx="19483">
                  <c:v>20</c:v>
                </c:pt>
                <c:pt idx="19484">
                  <c:v>21</c:v>
                </c:pt>
                <c:pt idx="19485">
                  <c:v>21.5</c:v>
                </c:pt>
                <c:pt idx="19486">
                  <c:v>22.5</c:v>
                </c:pt>
                <c:pt idx="19487">
                  <c:v>22.5</c:v>
                </c:pt>
                <c:pt idx="19488">
                  <c:v>22</c:v>
                </c:pt>
                <c:pt idx="19489">
                  <c:v>22.5</c:v>
                </c:pt>
                <c:pt idx="19490">
                  <c:v>24</c:v>
                </c:pt>
                <c:pt idx="19491">
                  <c:v>25</c:v>
                </c:pt>
                <c:pt idx="19492">
                  <c:v>26.5</c:v>
                </c:pt>
                <c:pt idx="19493">
                  <c:v>27.5</c:v>
                </c:pt>
                <c:pt idx="19494">
                  <c:v>27.5</c:v>
                </c:pt>
                <c:pt idx="19495">
                  <c:v>26.5</c:v>
                </c:pt>
                <c:pt idx="19496">
                  <c:v>25.5</c:v>
                </c:pt>
                <c:pt idx="19497">
                  <c:v>21</c:v>
                </c:pt>
                <c:pt idx="19498">
                  <c:v>24</c:v>
                </c:pt>
                <c:pt idx="19499">
                  <c:v>25.5</c:v>
                </c:pt>
                <c:pt idx="19500">
                  <c:v>27.5</c:v>
                </c:pt>
                <c:pt idx="19501">
                  <c:v>27.5</c:v>
                </c:pt>
                <c:pt idx="19502">
                  <c:v>28</c:v>
                </c:pt>
                <c:pt idx="19503">
                  <c:v>28</c:v>
                </c:pt>
                <c:pt idx="19504">
                  <c:v>26.5</c:v>
                </c:pt>
                <c:pt idx="19505">
                  <c:v>23.5</c:v>
                </c:pt>
                <c:pt idx="19506">
                  <c:v>23.5</c:v>
                </c:pt>
                <c:pt idx="19507">
                  <c:v>25.5</c:v>
                </c:pt>
                <c:pt idx="19508">
                  <c:v>27</c:v>
                </c:pt>
                <c:pt idx="19509">
                  <c:v>28.5</c:v>
                </c:pt>
                <c:pt idx="19510">
                  <c:v>27</c:v>
                </c:pt>
                <c:pt idx="19511">
                  <c:v>24.5</c:v>
                </c:pt>
                <c:pt idx="19512">
                  <c:v>25</c:v>
                </c:pt>
                <c:pt idx="19513">
                  <c:v>25.5</c:v>
                </c:pt>
                <c:pt idx="19514">
                  <c:v>26</c:v>
                </c:pt>
                <c:pt idx="19515">
                  <c:v>25.5</c:v>
                </c:pt>
                <c:pt idx="19516">
                  <c:v>27</c:v>
                </c:pt>
                <c:pt idx="19517">
                  <c:v>29.5</c:v>
                </c:pt>
                <c:pt idx="19518">
                  <c:v>31</c:v>
                </c:pt>
                <c:pt idx="19519">
                  <c:v>29.5</c:v>
                </c:pt>
                <c:pt idx="19520">
                  <c:v>31</c:v>
                </c:pt>
                <c:pt idx="19521">
                  <c:v>29</c:v>
                </c:pt>
                <c:pt idx="19522">
                  <c:v>23</c:v>
                </c:pt>
                <c:pt idx="19523">
                  <c:v>23.5</c:v>
                </c:pt>
                <c:pt idx="19524">
                  <c:v>24.5</c:v>
                </c:pt>
                <c:pt idx="19525">
                  <c:v>26</c:v>
                </c:pt>
                <c:pt idx="19526">
                  <c:v>28.5</c:v>
                </c:pt>
                <c:pt idx="19527">
                  <c:v>30.5</c:v>
                </c:pt>
                <c:pt idx="19528">
                  <c:v>28.5</c:v>
                </c:pt>
                <c:pt idx="19529">
                  <c:v>24</c:v>
                </c:pt>
                <c:pt idx="19530">
                  <c:v>26.5</c:v>
                </c:pt>
                <c:pt idx="19531">
                  <c:v>27.5</c:v>
                </c:pt>
                <c:pt idx="19532">
                  <c:v>28.5</c:v>
                </c:pt>
                <c:pt idx="19533">
                  <c:v>28</c:v>
                </c:pt>
                <c:pt idx="19534">
                  <c:v>25</c:v>
                </c:pt>
                <c:pt idx="19535">
                  <c:v>27.5</c:v>
                </c:pt>
                <c:pt idx="19536">
                  <c:v>28</c:v>
                </c:pt>
                <c:pt idx="19537">
                  <c:v>26</c:v>
                </c:pt>
                <c:pt idx="19538">
                  <c:v>23.5</c:v>
                </c:pt>
                <c:pt idx="19539">
                  <c:v>27.5</c:v>
                </c:pt>
                <c:pt idx="19540">
                  <c:v>27.5</c:v>
                </c:pt>
                <c:pt idx="19541">
                  <c:v>29</c:v>
                </c:pt>
                <c:pt idx="19542">
                  <c:v>26.5</c:v>
                </c:pt>
                <c:pt idx="19543">
                  <c:v>27</c:v>
                </c:pt>
                <c:pt idx="19544">
                  <c:v>27.5</c:v>
                </c:pt>
                <c:pt idx="19545">
                  <c:v>28</c:v>
                </c:pt>
                <c:pt idx="19546">
                  <c:v>28</c:v>
                </c:pt>
                <c:pt idx="19547">
                  <c:v>30</c:v>
                </c:pt>
                <c:pt idx="19548">
                  <c:v>30</c:v>
                </c:pt>
                <c:pt idx="19549">
                  <c:v>31</c:v>
                </c:pt>
                <c:pt idx="19550">
                  <c:v>32.5</c:v>
                </c:pt>
                <c:pt idx="19551">
                  <c:v>32.5</c:v>
                </c:pt>
                <c:pt idx="19552">
                  <c:v>29</c:v>
                </c:pt>
                <c:pt idx="19553">
                  <c:v>27</c:v>
                </c:pt>
                <c:pt idx="19554">
                  <c:v>29.5</c:v>
                </c:pt>
                <c:pt idx="19555">
                  <c:v>29</c:v>
                </c:pt>
                <c:pt idx="19556">
                  <c:v>30</c:v>
                </c:pt>
                <c:pt idx="19557">
                  <c:v>30</c:v>
                </c:pt>
                <c:pt idx="19558">
                  <c:v>29</c:v>
                </c:pt>
                <c:pt idx="19559">
                  <c:v>28</c:v>
                </c:pt>
                <c:pt idx="19560">
                  <c:v>26</c:v>
                </c:pt>
                <c:pt idx="19561">
                  <c:v>25.5</c:v>
                </c:pt>
                <c:pt idx="19562">
                  <c:v>26</c:v>
                </c:pt>
                <c:pt idx="19563">
                  <c:v>26</c:v>
                </c:pt>
                <c:pt idx="19564">
                  <c:v>26.5</c:v>
                </c:pt>
                <c:pt idx="19565">
                  <c:v>27.5</c:v>
                </c:pt>
                <c:pt idx="19566">
                  <c:v>27</c:v>
                </c:pt>
                <c:pt idx="19567">
                  <c:v>27.5</c:v>
                </c:pt>
                <c:pt idx="19568">
                  <c:v>28</c:v>
                </c:pt>
                <c:pt idx="19569">
                  <c:v>27</c:v>
                </c:pt>
                <c:pt idx="19570">
                  <c:v>27</c:v>
                </c:pt>
                <c:pt idx="19571">
                  <c:v>28.5</c:v>
                </c:pt>
                <c:pt idx="19572">
                  <c:v>30</c:v>
                </c:pt>
                <c:pt idx="19573">
                  <c:v>30.5</c:v>
                </c:pt>
                <c:pt idx="19574">
                  <c:v>27.5</c:v>
                </c:pt>
                <c:pt idx="19575">
                  <c:v>24</c:v>
                </c:pt>
                <c:pt idx="19576">
                  <c:v>23</c:v>
                </c:pt>
                <c:pt idx="19577">
                  <c:v>25</c:v>
                </c:pt>
                <c:pt idx="19578">
                  <c:v>26</c:v>
                </c:pt>
                <c:pt idx="19579">
                  <c:v>27.5</c:v>
                </c:pt>
                <c:pt idx="19580">
                  <c:v>30</c:v>
                </c:pt>
                <c:pt idx="19581">
                  <c:v>31</c:v>
                </c:pt>
                <c:pt idx="19582">
                  <c:v>31</c:v>
                </c:pt>
                <c:pt idx="19583">
                  <c:v>31.5</c:v>
                </c:pt>
                <c:pt idx="19584">
                  <c:v>31.5</c:v>
                </c:pt>
                <c:pt idx="19585">
                  <c:v>33</c:v>
                </c:pt>
                <c:pt idx="19586">
                  <c:v>34</c:v>
                </c:pt>
                <c:pt idx="19587">
                  <c:v>32</c:v>
                </c:pt>
                <c:pt idx="19588">
                  <c:v>30.5</c:v>
                </c:pt>
                <c:pt idx="19589">
                  <c:v>28.5</c:v>
                </c:pt>
                <c:pt idx="19590">
                  <c:v>27.5</c:v>
                </c:pt>
                <c:pt idx="19591">
                  <c:v>26</c:v>
                </c:pt>
                <c:pt idx="19592">
                  <c:v>27</c:v>
                </c:pt>
                <c:pt idx="19593">
                  <c:v>25.5</c:v>
                </c:pt>
                <c:pt idx="19594">
                  <c:v>28</c:v>
                </c:pt>
                <c:pt idx="19595">
                  <c:v>27</c:v>
                </c:pt>
                <c:pt idx="19596">
                  <c:v>29.5</c:v>
                </c:pt>
                <c:pt idx="19597">
                  <c:v>31</c:v>
                </c:pt>
                <c:pt idx="19598">
                  <c:v>29</c:v>
                </c:pt>
                <c:pt idx="19599">
                  <c:v>29.5</c:v>
                </c:pt>
                <c:pt idx="19600">
                  <c:v>29.5</c:v>
                </c:pt>
                <c:pt idx="19601">
                  <c:v>26.5</c:v>
                </c:pt>
                <c:pt idx="19602">
                  <c:v>23</c:v>
                </c:pt>
                <c:pt idx="19603">
                  <c:v>23.5</c:v>
                </c:pt>
                <c:pt idx="19604">
                  <c:v>25</c:v>
                </c:pt>
                <c:pt idx="19605">
                  <c:v>26</c:v>
                </c:pt>
                <c:pt idx="19606">
                  <c:v>26.5</c:v>
                </c:pt>
                <c:pt idx="19607">
                  <c:v>21</c:v>
                </c:pt>
                <c:pt idx="19608">
                  <c:v>22</c:v>
                </c:pt>
                <c:pt idx="19609">
                  <c:v>24</c:v>
                </c:pt>
                <c:pt idx="19610">
                  <c:v>25</c:v>
                </c:pt>
                <c:pt idx="19611">
                  <c:v>26</c:v>
                </c:pt>
                <c:pt idx="19612">
                  <c:v>24.5</c:v>
                </c:pt>
                <c:pt idx="19613">
                  <c:v>21</c:v>
                </c:pt>
                <c:pt idx="19614">
                  <c:v>22</c:v>
                </c:pt>
                <c:pt idx="19615">
                  <c:v>22.5</c:v>
                </c:pt>
                <c:pt idx="19616">
                  <c:v>21</c:v>
                </c:pt>
                <c:pt idx="19617">
                  <c:v>22</c:v>
                </c:pt>
                <c:pt idx="19618">
                  <c:v>23</c:v>
                </c:pt>
                <c:pt idx="19619">
                  <c:v>22.5</c:v>
                </c:pt>
                <c:pt idx="19620">
                  <c:v>22.5</c:v>
                </c:pt>
                <c:pt idx="19621">
                  <c:v>24.5</c:v>
                </c:pt>
                <c:pt idx="19622">
                  <c:v>23.5</c:v>
                </c:pt>
                <c:pt idx="19623">
                  <c:v>22</c:v>
                </c:pt>
                <c:pt idx="19624">
                  <c:v>22.5</c:v>
                </c:pt>
                <c:pt idx="19625">
                  <c:v>20</c:v>
                </c:pt>
                <c:pt idx="19626">
                  <c:v>19</c:v>
                </c:pt>
                <c:pt idx="19627">
                  <c:v>18</c:v>
                </c:pt>
                <c:pt idx="19628">
                  <c:v>17</c:v>
                </c:pt>
                <c:pt idx="19629">
                  <c:v>17.5</c:v>
                </c:pt>
                <c:pt idx="19630">
                  <c:v>18.5</c:v>
                </c:pt>
                <c:pt idx="19631">
                  <c:v>19.5</c:v>
                </c:pt>
                <c:pt idx="19632">
                  <c:v>21</c:v>
                </c:pt>
                <c:pt idx="19633">
                  <c:v>21.5</c:v>
                </c:pt>
                <c:pt idx="19634">
                  <c:v>21.5</c:v>
                </c:pt>
                <c:pt idx="19635">
                  <c:v>18.5</c:v>
                </c:pt>
                <c:pt idx="19636">
                  <c:v>15.5</c:v>
                </c:pt>
                <c:pt idx="19637">
                  <c:v>15</c:v>
                </c:pt>
                <c:pt idx="19638">
                  <c:v>16</c:v>
                </c:pt>
                <c:pt idx="19639">
                  <c:v>16.5</c:v>
                </c:pt>
                <c:pt idx="19640">
                  <c:v>17.5</c:v>
                </c:pt>
                <c:pt idx="19641">
                  <c:v>18.5</c:v>
                </c:pt>
                <c:pt idx="19642">
                  <c:v>19</c:v>
                </c:pt>
                <c:pt idx="19643">
                  <c:v>20</c:v>
                </c:pt>
                <c:pt idx="19644">
                  <c:v>21</c:v>
                </c:pt>
                <c:pt idx="19645">
                  <c:v>20.5</c:v>
                </c:pt>
                <c:pt idx="19646">
                  <c:v>22</c:v>
                </c:pt>
                <c:pt idx="19647">
                  <c:v>16.5</c:v>
                </c:pt>
                <c:pt idx="19648">
                  <c:v>17.5</c:v>
                </c:pt>
                <c:pt idx="19649">
                  <c:v>18.5</c:v>
                </c:pt>
                <c:pt idx="19650">
                  <c:v>19.5</c:v>
                </c:pt>
                <c:pt idx="19651">
                  <c:v>20.5</c:v>
                </c:pt>
                <c:pt idx="19652">
                  <c:v>21</c:v>
                </c:pt>
                <c:pt idx="19653">
                  <c:v>19.5</c:v>
                </c:pt>
                <c:pt idx="19654">
                  <c:v>19</c:v>
                </c:pt>
                <c:pt idx="19655">
                  <c:v>19</c:v>
                </c:pt>
                <c:pt idx="19656">
                  <c:v>16.5</c:v>
                </c:pt>
                <c:pt idx="19657">
                  <c:v>15</c:v>
                </c:pt>
                <c:pt idx="19658">
                  <c:v>12.5</c:v>
                </c:pt>
                <c:pt idx="19659">
                  <c:v>13</c:v>
                </c:pt>
                <c:pt idx="19660">
                  <c:v>11.5</c:v>
                </c:pt>
                <c:pt idx="19661">
                  <c:v>7.5</c:v>
                </c:pt>
                <c:pt idx="19662">
                  <c:v>8.5</c:v>
                </c:pt>
                <c:pt idx="19663">
                  <c:v>6.5</c:v>
                </c:pt>
                <c:pt idx="19664">
                  <c:v>9</c:v>
                </c:pt>
                <c:pt idx="19665">
                  <c:v>9.5</c:v>
                </c:pt>
                <c:pt idx="19666">
                  <c:v>12</c:v>
                </c:pt>
                <c:pt idx="19667">
                  <c:v>15.5</c:v>
                </c:pt>
                <c:pt idx="19668">
                  <c:v>16.5</c:v>
                </c:pt>
                <c:pt idx="19669">
                  <c:v>18</c:v>
                </c:pt>
                <c:pt idx="19670">
                  <c:v>19</c:v>
                </c:pt>
                <c:pt idx="19671">
                  <c:v>19</c:v>
                </c:pt>
                <c:pt idx="19672">
                  <c:v>18</c:v>
                </c:pt>
                <c:pt idx="19673">
                  <c:v>11</c:v>
                </c:pt>
                <c:pt idx="19674">
                  <c:v>10</c:v>
                </c:pt>
                <c:pt idx="19675">
                  <c:v>10.5</c:v>
                </c:pt>
                <c:pt idx="19676">
                  <c:v>11</c:v>
                </c:pt>
                <c:pt idx="19677">
                  <c:v>12.5</c:v>
                </c:pt>
                <c:pt idx="19678">
                  <c:v>12.5</c:v>
                </c:pt>
                <c:pt idx="19679">
                  <c:v>11</c:v>
                </c:pt>
                <c:pt idx="19680">
                  <c:v>9</c:v>
                </c:pt>
                <c:pt idx="19681">
                  <c:v>9.5</c:v>
                </c:pt>
                <c:pt idx="19682">
                  <c:v>8</c:v>
                </c:pt>
                <c:pt idx="19683">
                  <c:v>9</c:v>
                </c:pt>
                <c:pt idx="19684">
                  <c:v>8</c:v>
                </c:pt>
                <c:pt idx="19685">
                  <c:v>8</c:v>
                </c:pt>
                <c:pt idx="19686">
                  <c:v>8</c:v>
                </c:pt>
                <c:pt idx="19687">
                  <c:v>8.5</c:v>
                </c:pt>
                <c:pt idx="19688">
                  <c:v>6</c:v>
                </c:pt>
                <c:pt idx="19689">
                  <c:v>5</c:v>
                </c:pt>
                <c:pt idx="19690">
                  <c:v>4.5</c:v>
                </c:pt>
                <c:pt idx="19691">
                  <c:v>6</c:v>
                </c:pt>
                <c:pt idx="19692">
                  <c:v>7</c:v>
                </c:pt>
                <c:pt idx="19693">
                  <c:v>7</c:v>
                </c:pt>
                <c:pt idx="19694">
                  <c:v>7</c:v>
                </c:pt>
                <c:pt idx="19695">
                  <c:v>8.5</c:v>
                </c:pt>
                <c:pt idx="19696">
                  <c:v>9</c:v>
                </c:pt>
                <c:pt idx="19697">
                  <c:v>8.5</c:v>
                </c:pt>
                <c:pt idx="19698">
                  <c:v>6.5</c:v>
                </c:pt>
                <c:pt idx="19699">
                  <c:v>5</c:v>
                </c:pt>
                <c:pt idx="19700">
                  <c:v>4.5</c:v>
                </c:pt>
                <c:pt idx="19701">
                  <c:v>4.5</c:v>
                </c:pt>
                <c:pt idx="19702">
                  <c:v>5.5</c:v>
                </c:pt>
                <c:pt idx="19703">
                  <c:v>4.5</c:v>
                </c:pt>
                <c:pt idx="19704">
                  <c:v>5</c:v>
                </c:pt>
                <c:pt idx="19705">
                  <c:v>4.5</c:v>
                </c:pt>
                <c:pt idx="19706">
                  <c:v>7.5</c:v>
                </c:pt>
                <c:pt idx="19707">
                  <c:v>7.5</c:v>
                </c:pt>
                <c:pt idx="19708">
                  <c:v>7</c:v>
                </c:pt>
                <c:pt idx="19709">
                  <c:v>6.5</c:v>
                </c:pt>
                <c:pt idx="19710">
                  <c:v>8.5</c:v>
                </c:pt>
                <c:pt idx="19711">
                  <c:v>8.5</c:v>
                </c:pt>
                <c:pt idx="19712">
                  <c:v>7</c:v>
                </c:pt>
                <c:pt idx="19713">
                  <c:v>6</c:v>
                </c:pt>
                <c:pt idx="19714">
                  <c:v>5</c:v>
                </c:pt>
                <c:pt idx="19715">
                  <c:v>3</c:v>
                </c:pt>
                <c:pt idx="19716">
                  <c:v>3</c:v>
                </c:pt>
                <c:pt idx="19717">
                  <c:v>4</c:v>
                </c:pt>
                <c:pt idx="19718">
                  <c:v>2</c:v>
                </c:pt>
                <c:pt idx="19719">
                  <c:v>1.5</c:v>
                </c:pt>
                <c:pt idx="19720">
                  <c:v>1.5</c:v>
                </c:pt>
                <c:pt idx="19721">
                  <c:v>3</c:v>
                </c:pt>
                <c:pt idx="19722">
                  <c:v>3.5</c:v>
                </c:pt>
                <c:pt idx="19723">
                  <c:v>3</c:v>
                </c:pt>
                <c:pt idx="19724">
                  <c:v>5</c:v>
                </c:pt>
                <c:pt idx="19725">
                  <c:v>5.5</c:v>
                </c:pt>
                <c:pt idx="19726">
                  <c:v>6</c:v>
                </c:pt>
                <c:pt idx="19727">
                  <c:v>6.5</c:v>
                </c:pt>
                <c:pt idx="19728">
                  <c:v>7</c:v>
                </c:pt>
                <c:pt idx="19729">
                  <c:v>6.5</c:v>
                </c:pt>
                <c:pt idx="19730">
                  <c:v>6</c:v>
                </c:pt>
                <c:pt idx="19731">
                  <c:v>6.5</c:v>
                </c:pt>
                <c:pt idx="19732">
                  <c:v>8</c:v>
                </c:pt>
                <c:pt idx="19733">
                  <c:v>8</c:v>
                </c:pt>
                <c:pt idx="19734">
                  <c:v>6</c:v>
                </c:pt>
                <c:pt idx="19735">
                  <c:v>6</c:v>
                </c:pt>
                <c:pt idx="19736">
                  <c:v>6.5</c:v>
                </c:pt>
                <c:pt idx="19737">
                  <c:v>6</c:v>
                </c:pt>
                <c:pt idx="19738">
                  <c:v>6</c:v>
                </c:pt>
                <c:pt idx="19739">
                  <c:v>5.5</c:v>
                </c:pt>
                <c:pt idx="19740">
                  <c:v>6</c:v>
                </c:pt>
                <c:pt idx="19741">
                  <c:v>7</c:v>
                </c:pt>
                <c:pt idx="19742">
                  <c:v>6</c:v>
                </c:pt>
                <c:pt idx="19743">
                  <c:v>5.5</c:v>
                </c:pt>
                <c:pt idx="19744">
                  <c:v>5</c:v>
                </c:pt>
                <c:pt idx="19745">
                  <c:v>6</c:v>
                </c:pt>
                <c:pt idx="19746">
                  <c:v>6.5</c:v>
                </c:pt>
                <c:pt idx="19747">
                  <c:v>7</c:v>
                </c:pt>
                <c:pt idx="19748">
                  <c:v>7</c:v>
                </c:pt>
                <c:pt idx="19749">
                  <c:v>7</c:v>
                </c:pt>
                <c:pt idx="19750">
                  <c:v>6</c:v>
                </c:pt>
                <c:pt idx="19751">
                  <c:v>7.5</c:v>
                </c:pt>
                <c:pt idx="19752">
                  <c:v>8</c:v>
                </c:pt>
                <c:pt idx="19753">
                  <c:v>8</c:v>
                </c:pt>
                <c:pt idx="19754">
                  <c:v>6</c:v>
                </c:pt>
                <c:pt idx="19755">
                  <c:v>8</c:v>
                </c:pt>
                <c:pt idx="19756">
                  <c:v>10</c:v>
                </c:pt>
                <c:pt idx="19757">
                  <c:v>8.5</c:v>
                </c:pt>
                <c:pt idx="19758">
                  <c:v>8.5</c:v>
                </c:pt>
                <c:pt idx="19759">
                  <c:v>6.5</c:v>
                </c:pt>
                <c:pt idx="19760">
                  <c:v>6</c:v>
                </c:pt>
                <c:pt idx="19761">
                  <c:v>7</c:v>
                </c:pt>
                <c:pt idx="19762">
                  <c:v>7.5</c:v>
                </c:pt>
                <c:pt idx="19763">
                  <c:v>8</c:v>
                </c:pt>
                <c:pt idx="19764">
                  <c:v>7.5</c:v>
                </c:pt>
                <c:pt idx="19765">
                  <c:v>5.5</c:v>
                </c:pt>
                <c:pt idx="19766">
                  <c:v>5.5</c:v>
                </c:pt>
                <c:pt idx="19767">
                  <c:v>4</c:v>
                </c:pt>
                <c:pt idx="19768">
                  <c:v>3</c:v>
                </c:pt>
                <c:pt idx="19769">
                  <c:v>2.5</c:v>
                </c:pt>
                <c:pt idx="19770">
                  <c:v>2.5</c:v>
                </c:pt>
                <c:pt idx="19771">
                  <c:v>4</c:v>
                </c:pt>
                <c:pt idx="19772">
                  <c:v>4</c:v>
                </c:pt>
                <c:pt idx="19773">
                  <c:v>5</c:v>
                </c:pt>
                <c:pt idx="19774">
                  <c:v>7.5</c:v>
                </c:pt>
                <c:pt idx="19775">
                  <c:v>7.5</c:v>
                </c:pt>
                <c:pt idx="19776">
                  <c:v>9</c:v>
                </c:pt>
                <c:pt idx="19777">
                  <c:v>10</c:v>
                </c:pt>
                <c:pt idx="19778">
                  <c:v>9.5</c:v>
                </c:pt>
                <c:pt idx="19779">
                  <c:v>8</c:v>
                </c:pt>
                <c:pt idx="19780">
                  <c:v>8</c:v>
                </c:pt>
                <c:pt idx="19781">
                  <c:v>8.5</c:v>
                </c:pt>
                <c:pt idx="19782">
                  <c:v>10</c:v>
                </c:pt>
                <c:pt idx="19783">
                  <c:v>11.5</c:v>
                </c:pt>
                <c:pt idx="19784">
                  <c:v>8.5</c:v>
                </c:pt>
                <c:pt idx="19785">
                  <c:v>9</c:v>
                </c:pt>
                <c:pt idx="19786">
                  <c:v>9.5</c:v>
                </c:pt>
                <c:pt idx="19787">
                  <c:v>10</c:v>
                </c:pt>
                <c:pt idx="19788">
                  <c:v>11.5</c:v>
                </c:pt>
                <c:pt idx="19789">
                  <c:v>10</c:v>
                </c:pt>
                <c:pt idx="19790">
                  <c:v>10.5</c:v>
                </c:pt>
                <c:pt idx="19791">
                  <c:v>11</c:v>
                </c:pt>
                <c:pt idx="19792">
                  <c:v>11</c:v>
                </c:pt>
                <c:pt idx="19793">
                  <c:v>13.5</c:v>
                </c:pt>
                <c:pt idx="19794">
                  <c:v>15</c:v>
                </c:pt>
                <c:pt idx="19795">
                  <c:v>15</c:v>
                </c:pt>
                <c:pt idx="19796">
                  <c:v>12</c:v>
                </c:pt>
                <c:pt idx="19797">
                  <c:v>14</c:v>
                </c:pt>
                <c:pt idx="19798">
                  <c:v>11</c:v>
                </c:pt>
                <c:pt idx="19799">
                  <c:v>8</c:v>
                </c:pt>
                <c:pt idx="19800">
                  <c:v>9.5</c:v>
                </c:pt>
                <c:pt idx="19801">
                  <c:v>12.5</c:v>
                </c:pt>
                <c:pt idx="19802">
                  <c:v>13</c:v>
                </c:pt>
                <c:pt idx="19803">
                  <c:v>14</c:v>
                </c:pt>
                <c:pt idx="19804">
                  <c:v>9</c:v>
                </c:pt>
                <c:pt idx="19805">
                  <c:v>10</c:v>
                </c:pt>
                <c:pt idx="19806">
                  <c:v>11</c:v>
                </c:pt>
                <c:pt idx="19807">
                  <c:v>10.5</c:v>
                </c:pt>
                <c:pt idx="19808">
                  <c:v>10.5</c:v>
                </c:pt>
                <c:pt idx="19809">
                  <c:v>11</c:v>
                </c:pt>
                <c:pt idx="19810">
                  <c:v>12</c:v>
                </c:pt>
                <c:pt idx="19811">
                  <c:v>13</c:v>
                </c:pt>
                <c:pt idx="19812">
                  <c:v>14.5</c:v>
                </c:pt>
                <c:pt idx="19813">
                  <c:v>15</c:v>
                </c:pt>
                <c:pt idx="19814">
                  <c:v>14</c:v>
                </c:pt>
                <c:pt idx="19815">
                  <c:v>14</c:v>
                </c:pt>
                <c:pt idx="19816">
                  <c:v>13.5</c:v>
                </c:pt>
                <c:pt idx="19817">
                  <c:v>14</c:v>
                </c:pt>
                <c:pt idx="19818">
                  <c:v>13.5</c:v>
                </c:pt>
                <c:pt idx="19819">
                  <c:v>12</c:v>
                </c:pt>
                <c:pt idx="19820">
                  <c:v>11.5</c:v>
                </c:pt>
                <c:pt idx="19821">
                  <c:v>10.5</c:v>
                </c:pt>
                <c:pt idx="19822">
                  <c:v>12.5</c:v>
                </c:pt>
                <c:pt idx="19823">
                  <c:v>13</c:v>
                </c:pt>
                <c:pt idx="19824">
                  <c:v>13</c:v>
                </c:pt>
                <c:pt idx="19825">
                  <c:v>13.5</c:v>
                </c:pt>
                <c:pt idx="19826">
                  <c:v>14.5</c:v>
                </c:pt>
                <c:pt idx="19827">
                  <c:v>14.5</c:v>
                </c:pt>
                <c:pt idx="19828">
                  <c:v>17</c:v>
                </c:pt>
                <c:pt idx="19829">
                  <c:v>16</c:v>
                </c:pt>
                <c:pt idx="19830">
                  <c:v>16.5</c:v>
                </c:pt>
                <c:pt idx="19831">
                  <c:v>13</c:v>
                </c:pt>
                <c:pt idx="19832">
                  <c:v>13</c:v>
                </c:pt>
                <c:pt idx="19833">
                  <c:v>12.5</c:v>
                </c:pt>
                <c:pt idx="19834">
                  <c:v>12</c:v>
                </c:pt>
                <c:pt idx="19835">
                  <c:v>13</c:v>
                </c:pt>
                <c:pt idx="19836">
                  <c:v>14.5</c:v>
                </c:pt>
                <c:pt idx="19837">
                  <c:v>16</c:v>
                </c:pt>
                <c:pt idx="19838">
                  <c:v>13</c:v>
                </c:pt>
                <c:pt idx="19839">
                  <c:v>13.5</c:v>
                </c:pt>
                <c:pt idx="19840">
                  <c:v>15</c:v>
                </c:pt>
                <c:pt idx="19841">
                  <c:v>15.5</c:v>
                </c:pt>
                <c:pt idx="19842">
                  <c:v>17</c:v>
                </c:pt>
                <c:pt idx="19843">
                  <c:v>20.5</c:v>
                </c:pt>
                <c:pt idx="19844">
                  <c:v>21.5</c:v>
                </c:pt>
                <c:pt idx="19845">
                  <c:v>22.5</c:v>
                </c:pt>
                <c:pt idx="19846">
                  <c:v>19.5</c:v>
                </c:pt>
                <c:pt idx="19847">
                  <c:v>18.5</c:v>
                </c:pt>
                <c:pt idx="19848">
                  <c:v>17.5</c:v>
                </c:pt>
                <c:pt idx="19849">
                  <c:v>16</c:v>
                </c:pt>
                <c:pt idx="19850">
                  <c:v>16.5</c:v>
                </c:pt>
                <c:pt idx="19851">
                  <c:v>18.5</c:v>
                </c:pt>
                <c:pt idx="19852">
                  <c:v>19</c:v>
                </c:pt>
                <c:pt idx="19853">
                  <c:v>16.5</c:v>
                </c:pt>
                <c:pt idx="19854">
                  <c:v>14</c:v>
                </c:pt>
                <c:pt idx="19855">
                  <c:v>15</c:v>
                </c:pt>
                <c:pt idx="19856">
                  <c:v>18</c:v>
                </c:pt>
                <c:pt idx="19857">
                  <c:v>19</c:v>
                </c:pt>
                <c:pt idx="19858">
                  <c:v>20.5</c:v>
                </c:pt>
                <c:pt idx="19859">
                  <c:v>18.5</c:v>
                </c:pt>
                <c:pt idx="19860">
                  <c:v>18</c:v>
                </c:pt>
                <c:pt idx="19861">
                  <c:v>20</c:v>
                </c:pt>
                <c:pt idx="19862">
                  <c:v>20.5</c:v>
                </c:pt>
                <c:pt idx="19863">
                  <c:v>20.5</c:v>
                </c:pt>
                <c:pt idx="19864">
                  <c:v>22</c:v>
                </c:pt>
                <c:pt idx="19865">
                  <c:v>20.5</c:v>
                </c:pt>
                <c:pt idx="19866">
                  <c:v>19.5</c:v>
                </c:pt>
                <c:pt idx="19867">
                  <c:v>20.5</c:v>
                </c:pt>
                <c:pt idx="19868">
                  <c:v>20.5</c:v>
                </c:pt>
                <c:pt idx="19869">
                  <c:v>20</c:v>
                </c:pt>
                <c:pt idx="19870">
                  <c:v>21</c:v>
                </c:pt>
                <c:pt idx="19871">
                  <c:v>22.5</c:v>
                </c:pt>
                <c:pt idx="19872">
                  <c:v>23.5</c:v>
                </c:pt>
                <c:pt idx="19873">
                  <c:v>24.5</c:v>
                </c:pt>
                <c:pt idx="19874">
                  <c:v>25</c:v>
                </c:pt>
                <c:pt idx="19875">
                  <c:v>22</c:v>
                </c:pt>
                <c:pt idx="19876">
                  <c:v>24</c:v>
                </c:pt>
                <c:pt idx="19877">
                  <c:v>24</c:v>
                </c:pt>
                <c:pt idx="19878">
                  <c:v>24.5</c:v>
                </c:pt>
                <c:pt idx="19879">
                  <c:v>26.5</c:v>
                </c:pt>
                <c:pt idx="19880">
                  <c:v>23</c:v>
                </c:pt>
                <c:pt idx="19881">
                  <c:v>24.5</c:v>
                </c:pt>
                <c:pt idx="19882">
                  <c:v>22</c:v>
                </c:pt>
                <c:pt idx="19883">
                  <c:v>24</c:v>
                </c:pt>
                <c:pt idx="19884">
                  <c:v>25</c:v>
                </c:pt>
                <c:pt idx="19885">
                  <c:v>26.5</c:v>
                </c:pt>
                <c:pt idx="19886">
                  <c:v>27.5</c:v>
                </c:pt>
                <c:pt idx="19887">
                  <c:v>27.5</c:v>
                </c:pt>
                <c:pt idx="19888">
                  <c:v>28.5</c:v>
                </c:pt>
                <c:pt idx="19889">
                  <c:v>28</c:v>
                </c:pt>
                <c:pt idx="19890">
                  <c:v>28</c:v>
                </c:pt>
                <c:pt idx="19891">
                  <c:v>25.5</c:v>
                </c:pt>
                <c:pt idx="19892">
                  <c:v>25</c:v>
                </c:pt>
                <c:pt idx="19893">
                  <c:v>26</c:v>
                </c:pt>
                <c:pt idx="19894">
                  <c:v>27</c:v>
                </c:pt>
                <c:pt idx="19895">
                  <c:v>28</c:v>
                </c:pt>
                <c:pt idx="19896">
                  <c:v>28.5</c:v>
                </c:pt>
                <c:pt idx="19897">
                  <c:v>28.5</c:v>
                </c:pt>
                <c:pt idx="19898">
                  <c:v>30</c:v>
                </c:pt>
                <c:pt idx="19899">
                  <c:v>28.5</c:v>
                </c:pt>
                <c:pt idx="19900">
                  <c:v>31</c:v>
                </c:pt>
                <c:pt idx="19901">
                  <c:v>31.5</c:v>
                </c:pt>
                <c:pt idx="19902">
                  <c:v>30.5</c:v>
                </c:pt>
                <c:pt idx="19903">
                  <c:v>30.5</c:v>
                </c:pt>
                <c:pt idx="19904">
                  <c:v>32.5</c:v>
                </c:pt>
                <c:pt idx="19905">
                  <c:v>30</c:v>
                </c:pt>
                <c:pt idx="19906">
                  <c:v>30</c:v>
                </c:pt>
                <c:pt idx="19907">
                  <c:v>30</c:v>
                </c:pt>
                <c:pt idx="19908">
                  <c:v>30.5</c:v>
                </c:pt>
                <c:pt idx="19909">
                  <c:v>31</c:v>
                </c:pt>
                <c:pt idx="19910">
                  <c:v>31</c:v>
                </c:pt>
                <c:pt idx="19911">
                  <c:v>32.5</c:v>
                </c:pt>
                <c:pt idx="19912">
                  <c:v>30.5</c:v>
                </c:pt>
                <c:pt idx="19913">
                  <c:v>27.5</c:v>
                </c:pt>
                <c:pt idx="19914">
                  <c:v>28</c:v>
                </c:pt>
                <c:pt idx="19915">
                  <c:v>30</c:v>
                </c:pt>
                <c:pt idx="19916">
                  <c:v>29</c:v>
                </c:pt>
                <c:pt idx="19917">
                  <c:v>29</c:v>
                </c:pt>
                <c:pt idx="19918">
                  <c:v>30</c:v>
                </c:pt>
                <c:pt idx="19919">
                  <c:v>30.5</c:v>
                </c:pt>
                <c:pt idx="19920">
                  <c:v>30.5</c:v>
                </c:pt>
                <c:pt idx="19921">
                  <c:v>30</c:v>
                </c:pt>
                <c:pt idx="19922">
                  <c:v>30</c:v>
                </c:pt>
                <c:pt idx="19923">
                  <c:v>27</c:v>
                </c:pt>
                <c:pt idx="19924">
                  <c:v>25.5</c:v>
                </c:pt>
                <c:pt idx="19925">
                  <c:v>28.5</c:v>
                </c:pt>
                <c:pt idx="19926">
                  <c:v>29</c:v>
                </c:pt>
                <c:pt idx="19927">
                  <c:v>28</c:v>
                </c:pt>
                <c:pt idx="19928">
                  <c:v>27.5</c:v>
                </c:pt>
                <c:pt idx="19929">
                  <c:v>25</c:v>
                </c:pt>
                <c:pt idx="19930">
                  <c:v>26.5</c:v>
                </c:pt>
                <c:pt idx="19931">
                  <c:v>27</c:v>
                </c:pt>
                <c:pt idx="19932">
                  <c:v>25</c:v>
                </c:pt>
                <c:pt idx="19933">
                  <c:v>24</c:v>
                </c:pt>
                <c:pt idx="19934">
                  <c:v>25</c:v>
                </c:pt>
                <c:pt idx="19935">
                  <c:v>27</c:v>
                </c:pt>
                <c:pt idx="19936">
                  <c:v>27.5</c:v>
                </c:pt>
                <c:pt idx="19937">
                  <c:v>28</c:v>
                </c:pt>
                <c:pt idx="19938">
                  <c:v>26</c:v>
                </c:pt>
                <c:pt idx="19939">
                  <c:v>25.5</c:v>
                </c:pt>
                <c:pt idx="19940">
                  <c:v>26.5</c:v>
                </c:pt>
                <c:pt idx="19941">
                  <c:v>23.5</c:v>
                </c:pt>
                <c:pt idx="19942">
                  <c:v>26</c:v>
                </c:pt>
                <c:pt idx="19943">
                  <c:v>25.5</c:v>
                </c:pt>
                <c:pt idx="19944">
                  <c:v>25.5</c:v>
                </c:pt>
                <c:pt idx="19945">
                  <c:v>21.5</c:v>
                </c:pt>
                <c:pt idx="19946">
                  <c:v>22.5</c:v>
                </c:pt>
                <c:pt idx="19947">
                  <c:v>22.5</c:v>
                </c:pt>
                <c:pt idx="19948">
                  <c:v>23</c:v>
                </c:pt>
                <c:pt idx="19949">
                  <c:v>24.5</c:v>
                </c:pt>
                <c:pt idx="19950">
                  <c:v>26</c:v>
                </c:pt>
                <c:pt idx="19951">
                  <c:v>24.5</c:v>
                </c:pt>
                <c:pt idx="19952">
                  <c:v>23.5</c:v>
                </c:pt>
                <c:pt idx="19953">
                  <c:v>24</c:v>
                </c:pt>
                <c:pt idx="19954">
                  <c:v>23</c:v>
                </c:pt>
                <c:pt idx="19955">
                  <c:v>24</c:v>
                </c:pt>
                <c:pt idx="19956">
                  <c:v>27.5</c:v>
                </c:pt>
                <c:pt idx="19957">
                  <c:v>28</c:v>
                </c:pt>
                <c:pt idx="19958">
                  <c:v>29</c:v>
                </c:pt>
                <c:pt idx="19959">
                  <c:v>30</c:v>
                </c:pt>
                <c:pt idx="19960">
                  <c:v>31</c:v>
                </c:pt>
                <c:pt idx="19961">
                  <c:v>31.5</c:v>
                </c:pt>
                <c:pt idx="19962">
                  <c:v>32</c:v>
                </c:pt>
                <c:pt idx="19963">
                  <c:v>32</c:v>
                </c:pt>
                <c:pt idx="19964">
                  <c:v>31.5</c:v>
                </c:pt>
                <c:pt idx="19965">
                  <c:v>31</c:v>
                </c:pt>
                <c:pt idx="19966">
                  <c:v>25</c:v>
                </c:pt>
                <c:pt idx="19967">
                  <c:v>18</c:v>
                </c:pt>
                <c:pt idx="19968">
                  <c:v>20.5</c:v>
                </c:pt>
                <c:pt idx="19969">
                  <c:v>21.5</c:v>
                </c:pt>
                <c:pt idx="19970">
                  <c:v>23.5</c:v>
                </c:pt>
                <c:pt idx="19971">
                  <c:v>23</c:v>
                </c:pt>
                <c:pt idx="19972">
                  <c:v>25</c:v>
                </c:pt>
                <c:pt idx="19973">
                  <c:v>25.5</c:v>
                </c:pt>
                <c:pt idx="19974">
                  <c:v>26.5</c:v>
                </c:pt>
                <c:pt idx="19975">
                  <c:v>27</c:v>
                </c:pt>
                <c:pt idx="19976">
                  <c:v>26.5</c:v>
                </c:pt>
                <c:pt idx="19977">
                  <c:v>25</c:v>
                </c:pt>
                <c:pt idx="19978">
                  <c:v>23</c:v>
                </c:pt>
                <c:pt idx="19979">
                  <c:v>23</c:v>
                </c:pt>
                <c:pt idx="19980">
                  <c:v>21.5</c:v>
                </c:pt>
                <c:pt idx="19981">
                  <c:v>20.5</c:v>
                </c:pt>
                <c:pt idx="19982">
                  <c:v>21</c:v>
                </c:pt>
                <c:pt idx="19983">
                  <c:v>21.5</c:v>
                </c:pt>
                <c:pt idx="19984">
                  <c:v>22</c:v>
                </c:pt>
                <c:pt idx="19985">
                  <c:v>23</c:v>
                </c:pt>
                <c:pt idx="19986">
                  <c:v>21.5</c:v>
                </c:pt>
                <c:pt idx="19987">
                  <c:v>20.5</c:v>
                </c:pt>
                <c:pt idx="19988">
                  <c:v>20.5</c:v>
                </c:pt>
                <c:pt idx="19989">
                  <c:v>21.5</c:v>
                </c:pt>
                <c:pt idx="19990">
                  <c:v>22</c:v>
                </c:pt>
                <c:pt idx="19991">
                  <c:v>18</c:v>
                </c:pt>
                <c:pt idx="19992">
                  <c:v>20.5</c:v>
                </c:pt>
                <c:pt idx="19993">
                  <c:v>21</c:v>
                </c:pt>
                <c:pt idx="19994">
                  <c:v>20</c:v>
                </c:pt>
                <c:pt idx="19995">
                  <c:v>17.5</c:v>
                </c:pt>
                <c:pt idx="19996">
                  <c:v>17.5</c:v>
                </c:pt>
                <c:pt idx="19997">
                  <c:v>16</c:v>
                </c:pt>
                <c:pt idx="19998">
                  <c:v>17.5</c:v>
                </c:pt>
                <c:pt idx="19999">
                  <c:v>17</c:v>
                </c:pt>
                <c:pt idx="20000">
                  <c:v>16</c:v>
                </c:pt>
                <c:pt idx="20001">
                  <c:v>15.5</c:v>
                </c:pt>
                <c:pt idx="20002">
                  <c:v>17.5</c:v>
                </c:pt>
                <c:pt idx="20003">
                  <c:v>17</c:v>
                </c:pt>
                <c:pt idx="20004">
                  <c:v>15.5</c:v>
                </c:pt>
                <c:pt idx="20005">
                  <c:v>15</c:v>
                </c:pt>
                <c:pt idx="20006">
                  <c:v>14.5</c:v>
                </c:pt>
                <c:pt idx="20007">
                  <c:v>13.5</c:v>
                </c:pt>
                <c:pt idx="20008">
                  <c:v>14</c:v>
                </c:pt>
                <c:pt idx="20009">
                  <c:v>15</c:v>
                </c:pt>
                <c:pt idx="20010">
                  <c:v>14.5</c:v>
                </c:pt>
                <c:pt idx="20011">
                  <c:v>14</c:v>
                </c:pt>
                <c:pt idx="20012">
                  <c:v>13</c:v>
                </c:pt>
                <c:pt idx="20013">
                  <c:v>14</c:v>
                </c:pt>
                <c:pt idx="20014">
                  <c:v>16</c:v>
                </c:pt>
                <c:pt idx="20015">
                  <c:v>16.5</c:v>
                </c:pt>
                <c:pt idx="20016">
                  <c:v>17</c:v>
                </c:pt>
                <c:pt idx="20017">
                  <c:v>17</c:v>
                </c:pt>
                <c:pt idx="20018">
                  <c:v>17</c:v>
                </c:pt>
                <c:pt idx="20019">
                  <c:v>17</c:v>
                </c:pt>
                <c:pt idx="20020">
                  <c:v>17</c:v>
                </c:pt>
                <c:pt idx="20021">
                  <c:v>17</c:v>
                </c:pt>
                <c:pt idx="20022">
                  <c:v>17</c:v>
                </c:pt>
                <c:pt idx="20023">
                  <c:v>16</c:v>
                </c:pt>
                <c:pt idx="20024">
                  <c:v>14</c:v>
                </c:pt>
                <c:pt idx="20025">
                  <c:v>13</c:v>
                </c:pt>
                <c:pt idx="20026">
                  <c:v>13</c:v>
                </c:pt>
                <c:pt idx="20027">
                  <c:v>14</c:v>
                </c:pt>
                <c:pt idx="20028">
                  <c:v>15</c:v>
                </c:pt>
                <c:pt idx="20029">
                  <c:v>13.5</c:v>
                </c:pt>
                <c:pt idx="20030">
                  <c:v>13.5</c:v>
                </c:pt>
                <c:pt idx="20031">
                  <c:v>13</c:v>
                </c:pt>
                <c:pt idx="20032">
                  <c:v>13.5</c:v>
                </c:pt>
                <c:pt idx="20033">
                  <c:v>15.5</c:v>
                </c:pt>
                <c:pt idx="20034">
                  <c:v>15</c:v>
                </c:pt>
                <c:pt idx="20035">
                  <c:v>16.5</c:v>
                </c:pt>
                <c:pt idx="20036">
                  <c:v>13</c:v>
                </c:pt>
                <c:pt idx="20037">
                  <c:v>11.5</c:v>
                </c:pt>
                <c:pt idx="20038">
                  <c:v>12</c:v>
                </c:pt>
                <c:pt idx="20039">
                  <c:v>11.5</c:v>
                </c:pt>
                <c:pt idx="20040">
                  <c:v>11</c:v>
                </c:pt>
                <c:pt idx="20041">
                  <c:v>10.5</c:v>
                </c:pt>
                <c:pt idx="20042">
                  <c:v>12.5</c:v>
                </c:pt>
                <c:pt idx="20043">
                  <c:v>14</c:v>
                </c:pt>
                <c:pt idx="20044">
                  <c:v>13.5</c:v>
                </c:pt>
                <c:pt idx="20045">
                  <c:v>11.5</c:v>
                </c:pt>
                <c:pt idx="20046">
                  <c:v>10</c:v>
                </c:pt>
                <c:pt idx="20047">
                  <c:v>9</c:v>
                </c:pt>
                <c:pt idx="20048">
                  <c:v>11</c:v>
                </c:pt>
                <c:pt idx="20049">
                  <c:v>13</c:v>
                </c:pt>
                <c:pt idx="20050">
                  <c:v>12</c:v>
                </c:pt>
                <c:pt idx="20051">
                  <c:v>10</c:v>
                </c:pt>
                <c:pt idx="20052">
                  <c:v>10</c:v>
                </c:pt>
                <c:pt idx="20053">
                  <c:v>11</c:v>
                </c:pt>
                <c:pt idx="20054">
                  <c:v>12.5</c:v>
                </c:pt>
                <c:pt idx="20055">
                  <c:v>12</c:v>
                </c:pt>
                <c:pt idx="20056">
                  <c:v>13</c:v>
                </c:pt>
                <c:pt idx="20057">
                  <c:v>13</c:v>
                </c:pt>
                <c:pt idx="20058">
                  <c:v>10.5</c:v>
                </c:pt>
                <c:pt idx="20059">
                  <c:v>9</c:v>
                </c:pt>
                <c:pt idx="20060">
                  <c:v>8.5</c:v>
                </c:pt>
                <c:pt idx="20061">
                  <c:v>9</c:v>
                </c:pt>
                <c:pt idx="20062">
                  <c:v>9.5</c:v>
                </c:pt>
                <c:pt idx="20063">
                  <c:v>9</c:v>
                </c:pt>
                <c:pt idx="20064">
                  <c:v>8.5</c:v>
                </c:pt>
                <c:pt idx="20065">
                  <c:v>7.5</c:v>
                </c:pt>
                <c:pt idx="20066">
                  <c:v>9.5</c:v>
                </c:pt>
                <c:pt idx="20067">
                  <c:v>8.5</c:v>
                </c:pt>
                <c:pt idx="20068">
                  <c:v>6.5</c:v>
                </c:pt>
                <c:pt idx="20069">
                  <c:v>6</c:v>
                </c:pt>
                <c:pt idx="20070">
                  <c:v>6.5</c:v>
                </c:pt>
                <c:pt idx="20071">
                  <c:v>8.5</c:v>
                </c:pt>
                <c:pt idx="20072">
                  <c:v>12.5</c:v>
                </c:pt>
                <c:pt idx="20073">
                  <c:v>10</c:v>
                </c:pt>
                <c:pt idx="20074">
                  <c:v>7</c:v>
                </c:pt>
                <c:pt idx="20075">
                  <c:v>6.5</c:v>
                </c:pt>
                <c:pt idx="20076">
                  <c:v>7</c:v>
                </c:pt>
                <c:pt idx="20077">
                  <c:v>8.5</c:v>
                </c:pt>
                <c:pt idx="20078">
                  <c:v>10.5</c:v>
                </c:pt>
                <c:pt idx="20079">
                  <c:v>8.5</c:v>
                </c:pt>
                <c:pt idx="20080">
                  <c:v>6.5</c:v>
                </c:pt>
                <c:pt idx="20081">
                  <c:v>4.5</c:v>
                </c:pt>
                <c:pt idx="20082">
                  <c:v>5</c:v>
                </c:pt>
                <c:pt idx="20083">
                  <c:v>5</c:v>
                </c:pt>
                <c:pt idx="20084">
                  <c:v>4</c:v>
                </c:pt>
                <c:pt idx="20085">
                  <c:v>4</c:v>
                </c:pt>
                <c:pt idx="20086">
                  <c:v>7</c:v>
                </c:pt>
                <c:pt idx="20087">
                  <c:v>11</c:v>
                </c:pt>
                <c:pt idx="20088">
                  <c:v>9.5</c:v>
                </c:pt>
                <c:pt idx="20089">
                  <c:v>8.5</c:v>
                </c:pt>
                <c:pt idx="20090">
                  <c:v>9</c:v>
                </c:pt>
                <c:pt idx="20091">
                  <c:v>7.5</c:v>
                </c:pt>
                <c:pt idx="20092">
                  <c:v>6</c:v>
                </c:pt>
                <c:pt idx="20093">
                  <c:v>4</c:v>
                </c:pt>
                <c:pt idx="20094">
                  <c:v>3.5</c:v>
                </c:pt>
                <c:pt idx="20095">
                  <c:v>3.5</c:v>
                </c:pt>
                <c:pt idx="20096">
                  <c:v>5</c:v>
                </c:pt>
                <c:pt idx="20097">
                  <c:v>5.5</c:v>
                </c:pt>
                <c:pt idx="20098">
                  <c:v>7.5</c:v>
                </c:pt>
                <c:pt idx="20099">
                  <c:v>8.5</c:v>
                </c:pt>
                <c:pt idx="20100">
                  <c:v>9</c:v>
                </c:pt>
                <c:pt idx="20101">
                  <c:v>9</c:v>
                </c:pt>
                <c:pt idx="20102">
                  <c:v>9.5</c:v>
                </c:pt>
                <c:pt idx="20103">
                  <c:v>10</c:v>
                </c:pt>
                <c:pt idx="20104">
                  <c:v>10</c:v>
                </c:pt>
                <c:pt idx="20105">
                  <c:v>7.5</c:v>
                </c:pt>
                <c:pt idx="20106">
                  <c:v>7</c:v>
                </c:pt>
                <c:pt idx="20107">
                  <c:v>8</c:v>
                </c:pt>
                <c:pt idx="20108">
                  <c:v>8.5</c:v>
                </c:pt>
                <c:pt idx="20109">
                  <c:v>6</c:v>
                </c:pt>
                <c:pt idx="20110">
                  <c:v>6</c:v>
                </c:pt>
                <c:pt idx="20111">
                  <c:v>7</c:v>
                </c:pt>
                <c:pt idx="20112">
                  <c:v>7.5</c:v>
                </c:pt>
                <c:pt idx="20113">
                  <c:v>8.5</c:v>
                </c:pt>
                <c:pt idx="20114">
                  <c:v>9</c:v>
                </c:pt>
                <c:pt idx="20115">
                  <c:v>7.5</c:v>
                </c:pt>
                <c:pt idx="20116">
                  <c:v>8</c:v>
                </c:pt>
                <c:pt idx="20117">
                  <c:v>7.5</c:v>
                </c:pt>
                <c:pt idx="20118">
                  <c:v>7.5</c:v>
                </c:pt>
                <c:pt idx="20119">
                  <c:v>9</c:v>
                </c:pt>
                <c:pt idx="20120">
                  <c:v>9.5</c:v>
                </c:pt>
                <c:pt idx="20121">
                  <c:v>8</c:v>
                </c:pt>
                <c:pt idx="20122">
                  <c:v>7.5</c:v>
                </c:pt>
                <c:pt idx="20123">
                  <c:v>7.5</c:v>
                </c:pt>
                <c:pt idx="20124">
                  <c:v>7.5</c:v>
                </c:pt>
                <c:pt idx="20125">
                  <c:v>7</c:v>
                </c:pt>
                <c:pt idx="20126">
                  <c:v>2.5</c:v>
                </c:pt>
                <c:pt idx="20127">
                  <c:v>3</c:v>
                </c:pt>
                <c:pt idx="20128">
                  <c:v>3.5</c:v>
                </c:pt>
                <c:pt idx="20129">
                  <c:v>7</c:v>
                </c:pt>
                <c:pt idx="20130">
                  <c:v>8</c:v>
                </c:pt>
                <c:pt idx="20131">
                  <c:v>6</c:v>
                </c:pt>
                <c:pt idx="20132">
                  <c:v>4.5</c:v>
                </c:pt>
                <c:pt idx="20133">
                  <c:v>4</c:v>
                </c:pt>
                <c:pt idx="20134">
                  <c:v>4.5</c:v>
                </c:pt>
                <c:pt idx="20135">
                  <c:v>6</c:v>
                </c:pt>
                <c:pt idx="20136">
                  <c:v>6</c:v>
                </c:pt>
                <c:pt idx="20137">
                  <c:v>8</c:v>
                </c:pt>
                <c:pt idx="20138">
                  <c:v>10.5</c:v>
                </c:pt>
                <c:pt idx="20139">
                  <c:v>11.5</c:v>
                </c:pt>
                <c:pt idx="20140">
                  <c:v>11.5</c:v>
                </c:pt>
                <c:pt idx="20141">
                  <c:v>11.5</c:v>
                </c:pt>
                <c:pt idx="20142">
                  <c:v>12</c:v>
                </c:pt>
                <c:pt idx="20143">
                  <c:v>12</c:v>
                </c:pt>
                <c:pt idx="20144">
                  <c:v>12</c:v>
                </c:pt>
                <c:pt idx="20145">
                  <c:v>12.5</c:v>
                </c:pt>
                <c:pt idx="20146">
                  <c:v>10.5</c:v>
                </c:pt>
                <c:pt idx="20147">
                  <c:v>8.5</c:v>
                </c:pt>
                <c:pt idx="20148">
                  <c:v>9.5</c:v>
                </c:pt>
                <c:pt idx="20149">
                  <c:v>9</c:v>
                </c:pt>
                <c:pt idx="20150">
                  <c:v>8.5</c:v>
                </c:pt>
                <c:pt idx="20151">
                  <c:v>9.5</c:v>
                </c:pt>
                <c:pt idx="20152">
                  <c:v>11</c:v>
                </c:pt>
                <c:pt idx="20153">
                  <c:v>10.5</c:v>
                </c:pt>
                <c:pt idx="20154">
                  <c:v>11.5</c:v>
                </c:pt>
                <c:pt idx="20155">
                  <c:v>12</c:v>
                </c:pt>
                <c:pt idx="20156">
                  <c:v>12.5</c:v>
                </c:pt>
                <c:pt idx="20157">
                  <c:v>14.5</c:v>
                </c:pt>
                <c:pt idx="20158">
                  <c:v>15.5</c:v>
                </c:pt>
                <c:pt idx="20159">
                  <c:v>15</c:v>
                </c:pt>
                <c:pt idx="20160">
                  <c:v>14</c:v>
                </c:pt>
                <c:pt idx="20161">
                  <c:v>13.5</c:v>
                </c:pt>
                <c:pt idx="20162">
                  <c:v>12.5</c:v>
                </c:pt>
                <c:pt idx="20163">
                  <c:v>11.5</c:v>
                </c:pt>
                <c:pt idx="20164">
                  <c:v>13.5</c:v>
                </c:pt>
                <c:pt idx="20165">
                  <c:v>11</c:v>
                </c:pt>
                <c:pt idx="20166">
                  <c:v>9.5</c:v>
                </c:pt>
                <c:pt idx="20167">
                  <c:v>11.5</c:v>
                </c:pt>
                <c:pt idx="20168">
                  <c:v>12</c:v>
                </c:pt>
                <c:pt idx="20169">
                  <c:v>13</c:v>
                </c:pt>
                <c:pt idx="20170">
                  <c:v>12</c:v>
                </c:pt>
                <c:pt idx="20171">
                  <c:v>14</c:v>
                </c:pt>
                <c:pt idx="20172">
                  <c:v>12.5</c:v>
                </c:pt>
                <c:pt idx="20173">
                  <c:v>13.5</c:v>
                </c:pt>
                <c:pt idx="20174">
                  <c:v>16</c:v>
                </c:pt>
                <c:pt idx="20175">
                  <c:v>16.5</c:v>
                </c:pt>
                <c:pt idx="20176">
                  <c:v>16.5</c:v>
                </c:pt>
                <c:pt idx="20177">
                  <c:v>16</c:v>
                </c:pt>
                <c:pt idx="20178">
                  <c:v>18.5</c:v>
                </c:pt>
                <c:pt idx="20179">
                  <c:v>15.5</c:v>
                </c:pt>
                <c:pt idx="20180">
                  <c:v>16</c:v>
                </c:pt>
                <c:pt idx="20181">
                  <c:v>14</c:v>
                </c:pt>
                <c:pt idx="20182">
                  <c:v>14.5</c:v>
                </c:pt>
                <c:pt idx="20183">
                  <c:v>15.5</c:v>
                </c:pt>
                <c:pt idx="20184">
                  <c:v>16</c:v>
                </c:pt>
                <c:pt idx="20185">
                  <c:v>15.5</c:v>
                </c:pt>
                <c:pt idx="20186">
                  <c:v>15</c:v>
                </c:pt>
                <c:pt idx="20187">
                  <c:v>15</c:v>
                </c:pt>
                <c:pt idx="20188">
                  <c:v>14</c:v>
                </c:pt>
                <c:pt idx="20189">
                  <c:v>14.5</c:v>
                </c:pt>
                <c:pt idx="20190">
                  <c:v>15</c:v>
                </c:pt>
                <c:pt idx="20191">
                  <c:v>17</c:v>
                </c:pt>
                <c:pt idx="20192">
                  <c:v>15.5</c:v>
                </c:pt>
                <c:pt idx="20193">
                  <c:v>15.5</c:v>
                </c:pt>
                <c:pt idx="20194">
                  <c:v>15.5</c:v>
                </c:pt>
                <c:pt idx="20195">
                  <c:v>15.5</c:v>
                </c:pt>
                <c:pt idx="20196">
                  <c:v>15.5</c:v>
                </c:pt>
                <c:pt idx="20197">
                  <c:v>16.5</c:v>
                </c:pt>
                <c:pt idx="20198">
                  <c:v>17</c:v>
                </c:pt>
                <c:pt idx="20199">
                  <c:v>13.5</c:v>
                </c:pt>
                <c:pt idx="20200">
                  <c:v>14</c:v>
                </c:pt>
                <c:pt idx="20201">
                  <c:v>14.5</c:v>
                </c:pt>
                <c:pt idx="20202">
                  <c:v>13.5</c:v>
                </c:pt>
                <c:pt idx="20203">
                  <c:v>13</c:v>
                </c:pt>
                <c:pt idx="20204">
                  <c:v>14</c:v>
                </c:pt>
                <c:pt idx="20205">
                  <c:v>16.5</c:v>
                </c:pt>
                <c:pt idx="20206">
                  <c:v>15.5</c:v>
                </c:pt>
                <c:pt idx="20207">
                  <c:v>15</c:v>
                </c:pt>
                <c:pt idx="20208">
                  <c:v>16.5</c:v>
                </c:pt>
                <c:pt idx="20209">
                  <c:v>15.5</c:v>
                </c:pt>
                <c:pt idx="20210">
                  <c:v>12.5</c:v>
                </c:pt>
                <c:pt idx="20211">
                  <c:v>16</c:v>
                </c:pt>
                <c:pt idx="20212">
                  <c:v>16.5</c:v>
                </c:pt>
                <c:pt idx="20213">
                  <c:v>16</c:v>
                </c:pt>
                <c:pt idx="20214">
                  <c:v>17.5</c:v>
                </c:pt>
                <c:pt idx="20215">
                  <c:v>19</c:v>
                </c:pt>
                <c:pt idx="20216">
                  <c:v>20.5</c:v>
                </c:pt>
                <c:pt idx="20217">
                  <c:v>17.5</c:v>
                </c:pt>
                <c:pt idx="20218">
                  <c:v>19</c:v>
                </c:pt>
                <c:pt idx="20219">
                  <c:v>20.5</c:v>
                </c:pt>
                <c:pt idx="20220">
                  <c:v>20</c:v>
                </c:pt>
                <c:pt idx="20221">
                  <c:v>20.5</c:v>
                </c:pt>
                <c:pt idx="20222">
                  <c:v>21.5</c:v>
                </c:pt>
                <c:pt idx="20223">
                  <c:v>22</c:v>
                </c:pt>
                <c:pt idx="20224">
                  <c:v>21.5</c:v>
                </c:pt>
                <c:pt idx="20225">
                  <c:v>22</c:v>
                </c:pt>
                <c:pt idx="20226">
                  <c:v>20.5</c:v>
                </c:pt>
                <c:pt idx="20227">
                  <c:v>22.5</c:v>
                </c:pt>
                <c:pt idx="20228">
                  <c:v>22</c:v>
                </c:pt>
                <c:pt idx="20229">
                  <c:v>18</c:v>
                </c:pt>
                <c:pt idx="20230">
                  <c:v>17</c:v>
                </c:pt>
                <c:pt idx="20231">
                  <c:v>19</c:v>
                </c:pt>
                <c:pt idx="20232">
                  <c:v>20.5</c:v>
                </c:pt>
                <c:pt idx="20233">
                  <c:v>21</c:v>
                </c:pt>
                <c:pt idx="20234">
                  <c:v>22.5</c:v>
                </c:pt>
                <c:pt idx="20235">
                  <c:v>20.5</c:v>
                </c:pt>
                <c:pt idx="20236">
                  <c:v>21</c:v>
                </c:pt>
                <c:pt idx="20237">
                  <c:v>19</c:v>
                </c:pt>
                <c:pt idx="20238">
                  <c:v>20</c:v>
                </c:pt>
                <c:pt idx="20239">
                  <c:v>19.5</c:v>
                </c:pt>
                <c:pt idx="20240">
                  <c:v>19</c:v>
                </c:pt>
                <c:pt idx="20241">
                  <c:v>21</c:v>
                </c:pt>
                <c:pt idx="20242">
                  <c:v>22</c:v>
                </c:pt>
                <c:pt idx="20243">
                  <c:v>23.5</c:v>
                </c:pt>
                <c:pt idx="20244">
                  <c:v>24</c:v>
                </c:pt>
                <c:pt idx="20245">
                  <c:v>23</c:v>
                </c:pt>
                <c:pt idx="20246">
                  <c:v>18</c:v>
                </c:pt>
                <c:pt idx="20247">
                  <c:v>20.5</c:v>
                </c:pt>
                <c:pt idx="20248">
                  <c:v>21.5</c:v>
                </c:pt>
                <c:pt idx="20249">
                  <c:v>21</c:v>
                </c:pt>
                <c:pt idx="20250">
                  <c:v>22</c:v>
                </c:pt>
                <c:pt idx="20251">
                  <c:v>23.5</c:v>
                </c:pt>
                <c:pt idx="20252">
                  <c:v>24.5</c:v>
                </c:pt>
                <c:pt idx="20253">
                  <c:v>24.5</c:v>
                </c:pt>
                <c:pt idx="20254">
                  <c:v>25.5</c:v>
                </c:pt>
                <c:pt idx="20255">
                  <c:v>27.5</c:v>
                </c:pt>
                <c:pt idx="20256">
                  <c:v>29</c:v>
                </c:pt>
                <c:pt idx="20257">
                  <c:v>31</c:v>
                </c:pt>
                <c:pt idx="20258">
                  <c:v>30.5</c:v>
                </c:pt>
                <c:pt idx="20259">
                  <c:v>30</c:v>
                </c:pt>
                <c:pt idx="20260">
                  <c:v>29.5</c:v>
                </c:pt>
                <c:pt idx="20261">
                  <c:v>30</c:v>
                </c:pt>
                <c:pt idx="20262">
                  <c:v>30.5</c:v>
                </c:pt>
                <c:pt idx="20263">
                  <c:v>29.5</c:v>
                </c:pt>
                <c:pt idx="20264">
                  <c:v>30.5</c:v>
                </c:pt>
                <c:pt idx="20265">
                  <c:v>32.5</c:v>
                </c:pt>
                <c:pt idx="20266">
                  <c:v>33</c:v>
                </c:pt>
                <c:pt idx="20267">
                  <c:v>33.5</c:v>
                </c:pt>
                <c:pt idx="20268">
                  <c:v>34.5</c:v>
                </c:pt>
                <c:pt idx="20269">
                  <c:v>35</c:v>
                </c:pt>
                <c:pt idx="20270">
                  <c:v>32.5</c:v>
                </c:pt>
                <c:pt idx="20271">
                  <c:v>32</c:v>
                </c:pt>
                <c:pt idx="20272">
                  <c:v>29.5</c:v>
                </c:pt>
                <c:pt idx="20273">
                  <c:v>30</c:v>
                </c:pt>
                <c:pt idx="20274">
                  <c:v>31.5</c:v>
                </c:pt>
                <c:pt idx="20275">
                  <c:v>31</c:v>
                </c:pt>
                <c:pt idx="20276">
                  <c:v>29.5</c:v>
                </c:pt>
                <c:pt idx="20277">
                  <c:v>30.5</c:v>
                </c:pt>
                <c:pt idx="20278">
                  <c:v>30.5</c:v>
                </c:pt>
                <c:pt idx="20279">
                  <c:v>29.5</c:v>
                </c:pt>
                <c:pt idx="20280">
                  <c:v>30</c:v>
                </c:pt>
                <c:pt idx="20281">
                  <c:v>29.5</c:v>
                </c:pt>
                <c:pt idx="20282">
                  <c:v>30.5</c:v>
                </c:pt>
                <c:pt idx="20283">
                  <c:v>32.5</c:v>
                </c:pt>
                <c:pt idx="20284">
                  <c:v>35</c:v>
                </c:pt>
                <c:pt idx="20285">
                  <c:v>35.5</c:v>
                </c:pt>
                <c:pt idx="20286">
                  <c:v>34.5</c:v>
                </c:pt>
                <c:pt idx="20287">
                  <c:v>32.5</c:v>
                </c:pt>
                <c:pt idx="20288">
                  <c:v>32</c:v>
                </c:pt>
                <c:pt idx="20289">
                  <c:v>31</c:v>
                </c:pt>
                <c:pt idx="20290">
                  <c:v>29</c:v>
                </c:pt>
                <c:pt idx="20291">
                  <c:v>27</c:v>
                </c:pt>
                <c:pt idx="20292">
                  <c:v>27</c:v>
                </c:pt>
                <c:pt idx="20293">
                  <c:v>27.5</c:v>
                </c:pt>
                <c:pt idx="20294">
                  <c:v>28</c:v>
                </c:pt>
                <c:pt idx="20295">
                  <c:v>29.5</c:v>
                </c:pt>
                <c:pt idx="20296">
                  <c:v>30.5</c:v>
                </c:pt>
                <c:pt idx="20297">
                  <c:v>28.5</c:v>
                </c:pt>
                <c:pt idx="20298">
                  <c:v>28</c:v>
                </c:pt>
                <c:pt idx="20299">
                  <c:v>29.5</c:v>
                </c:pt>
                <c:pt idx="20300">
                  <c:v>29</c:v>
                </c:pt>
                <c:pt idx="20301">
                  <c:v>30</c:v>
                </c:pt>
                <c:pt idx="20302">
                  <c:v>32</c:v>
                </c:pt>
                <c:pt idx="20303">
                  <c:v>32</c:v>
                </c:pt>
                <c:pt idx="20304">
                  <c:v>28.5</c:v>
                </c:pt>
                <c:pt idx="20305">
                  <c:v>27.5</c:v>
                </c:pt>
                <c:pt idx="20306">
                  <c:v>28</c:v>
                </c:pt>
                <c:pt idx="20307">
                  <c:v>29.5</c:v>
                </c:pt>
                <c:pt idx="20308">
                  <c:v>32.5</c:v>
                </c:pt>
                <c:pt idx="20309">
                  <c:v>34.5</c:v>
                </c:pt>
                <c:pt idx="20310">
                  <c:v>36</c:v>
                </c:pt>
                <c:pt idx="20311">
                  <c:v>35.5</c:v>
                </c:pt>
                <c:pt idx="20312">
                  <c:v>34.5</c:v>
                </c:pt>
                <c:pt idx="20313">
                  <c:v>33</c:v>
                </c:pt>
                <c:pt idx="20314">
                  <c:v>32</c:v>
                </c:pt>
                <c:pt idx="20315">
                  <c:v>25.5</c:v>
                </c:pt>
                <c:pt idx="20316">
                  <c:v>25.5</c:v>
                </c:pt>
                <c:pt idx="20317">
                  <c:v>26</c:v>
                </c:pt>
                <c:pt idx="20318">
                  <c:v>26.5</c:v>
                </c:pt>
                <c:pt idx="20319">
                  <c:v>25.5</c:v>
                </c:pt>
                <c:pt idx="20320">
                  <c:v>25.5</c:v>
                </c:pt>
                <c:pt idx="20321">
                  <c:v>27</c:v>
                </c:pt>
                <c:pt idx="20322">
                  <c:v>25</c:v>
                </c:pt>
                <c:pt idx="20323">
                  <c:v>22</c:v>
                </c:pt>
                <c:pt idx="20324">
                  <c:v>24.5</c:v>
                </c:pt>
                <c:pt idx="20325">
                  <c:v>25.5</c:v>
                </c:pt>
                <c:pt idx="20326">
                  <c:v>26</c:v>
                </c:pt>
                <c:pt idx="20327">
                  <c:v>25.5</c:v>
                </c:pt>
                <c:pt idx="20328">
                  <c:v>26</c:v>
                </c:pt>
                <c:pt idx="20329">
                  <c:v>26.5</c:v>
                </c:pt>
                <c:pt idx="20330">
                  <c:v>26.5</c:v>
                </c:pt>
                <c:pt idx="20331">
                  <c:v>26.5</c:v>
                </c:pt>
                <c:pt idx="20332">
                  <c:v>24.5</c:v>
                </c:pt>
                <c:pt idx="20333">
                  <c:v>25.5</c:v>
                </c:pt>
                <c:pt idx="20334">
                  <c:v>26.5</c:v>
                </c:pt>
                <c:pt idx="20335">
                  <c:v>27.5</c:v>
                </c:pt>
                <c:pt idx="20336">
                  <c:v>27.5</c:v>
                </c:pt>
                <c:pt idx="20337">
                  <c:v>27</c:v>
                </c:pt>
                <c:pt idx="20338">
                  <c:v>27</c:v>
                </c:pt>
                <c:pt idx="20339">
                  <c:v>24.5</c:v>
                </c:pt>
                <c:pt idx="20340">
                  <c:v>24</c:v>
                </c:pt>
                <c:pt idx="20341">
                  <c:v>25</c:v>
                </c:pt>
                <c:pt idx="20342">
                  <c:v>26</c:v>
                </c:pt>
                <c:pt idx="20343">
                  <c:v>25</c:v>
                </c:pt>
                <c:pt idx="20344">
                  <c:v>25.5</c:v>
                </c:pt>
                <c:pt idx="20345">
                  <c:v>25.5</c:v>
                </c:pt>
                <c:pt idx="20346">
                  <c:v>24.5</c:v>
                </c:pt>
                <c:pt idx="20347">
                  <c:v>23.5</c:v>
                </c:pt>
                <c:pt idx="20348">
                  <c:v>24</c:v>
                </c:pt>
                <c:pt idx="20349">
                  <c:v>25.5</c:v>
                </c:pt>
                <c:pt idx="20350">
                  <c:v>26</c:v>
                </c:pt>
                <c:pt idx="20351">
                  <c:v>25.5</c:v>
                </c:pt>
                <c:pt idx="20352">
                  <c:v>25.5</c:v>
                </c:pt>
                <c:pt idx="20353">
                  <c:v>25</c:v>
                </c:pt>
                <c:pt idx="20354">
                  <c:v>24.5</c:v>
                </c:pt>
                <c:pt idx="20355">
                  <c:v>25</c:v>
                </c:pt>
                <c:pt idx="20356">
                  <c:v>24.5</c:v>
                </c:pt>
                <c:pt idx="20357">
                  <c:v>18</c:v>
                </c:pt>
                <c:pt idx="20358">
                  <c:v>18.5</c:v>
                </c:pt>
                <c:pt idx="20359">
                  <c:v>19.5</c:v>
                </c:pt>
                <c:pt idx="20360">
                  <c:v>21</c:v>
                </c:pt>
                <c:pt idx="20361">
                  <c:v>20.5</c:v>
                </c:pt>
                <c:pt idx="20362">
                  <c:v>21</c:v>
                </c:pt>
                <c:pt idx="20363">
                  <c:v>21</c:v>
                </c:pt>
                <c:pt idx="20364">
                  <c:v>22.5</c:v>
                </c:pt>
                <c:pt idx="20365">
                  <c:v>22.5</c:v>
                </c:pt>
                <c:pt idx="20366">
                  <c:v>23.5</c:v>
                </c:pt>
                <c:pt idx="20367">
                  <c:v>24.5</c:v>
                </c:pt>
                <c:pt idx="20368">
                  <c:v>24.5</c:v>
                </c:pt>
                <c:pt idx="20369">
                  <c:v>21.5</c:v>
                </c:pt>
                <c:pt idx="20370">
                  <c:v>19.5</c:v>
                </c:pt>
                <c:pt idx="20371">
                  <c:v>20.5</c:v>
                </c:pt>
                <c:pt idx="20372">
                  <c:v>20.5</c:v>
                </c:pt>
                <c:pt idx="20373">
                  <c:v>21</c:v>
                </c:pt>
                <c:pt idx="20374">
                  <c:v>22</c:v>
                </c:pt>
                <c:pt idx="20375">
                  <c:v>23</c:v>
                </c:pt>
                <c:pt idx="20376">
                  <c:v>22.5</c:v>
                </c:pt>
                <c:pt idx="20377">
                  <c:v>22.5</c:v>
                </c:pt>
                <c:pt idx="20378">
                  <c:v>20</c:v>
                </c:pt>
                <c:pt idx="20379">
                  <c:v>16</c:v>
                </c:pt>
                <c:pt idx="20380">
                  <c:v>16</c:v>
                </c:pt>
                <c:pt idx="20381">
                  <c:v>17</c:v>
                </c:pt>
                <c:pt idx="20382">
                  <c:v>18.5</c:v>
                </c:pt>
                <c:pt idx="20383">
                  <c:v>19</c:v>
                </c:pt>
                <c:pt idx="20384">
                  <c:v>20</c:v>
                </c:pt>
                <c:pt idx="20385">
                  <c:v>15.5</c:v>
                </c:pt>
                <c:pt idx="20386">
                  <c:v>14.5</c:v>
                </c:pt>
                <c:pt idx="20387">
                  <c:v>16.5</c:v>
                </c:pt>
                <c:pt idx="20388">
                  <c:v>18</c:v>
                </c:pt>
                <c:pt idx="20389">
                  <c:v>17.5</c:v>
                </c:pt>
                <c:pt idx="20390">
                  <c:v>17</c:v>
                </c:pt>
                <c:pt idx="20391">
                  <c:v>17</c:v>
                </c:pt>
                <c:pt idx="20392">
                  <c:v>18</c:v>
                </c:pt>
                <c:pt idx="20393">
                  <c:v>19.5</c:v>
                </c:pt>
                <c:pt idx="20394">
                  <c:v>14.5</c:v>
                </c:pt>
                <c:pt idx="20395">
                  <c:v>9.5</c:v>
                </c:pt>
                <c:pt idx="20396">
                  <c:v>7.5</c:v>
                </c:pt>
                <c:pt idx="20397">
                  <c:v>9</c:v>
                </c:pt>
                <c:pt idx="20398">
                  <c:v>9</c:v>
                </c:pt>
                <c:pt idx="20399">
                  <c:v>10.5</c:v>
                </c:pt>
                <c:pt idx="20400">
                  <c:v>11.5</c:v>
                </c:pt>
                <c:pt idx="20401">
                  <c:v>13</c:v>
                </c:pt>
                <c:pt idx="20402">
                  <c:v>14.5</c:v>
                </c:pt>
                <c:pt idx="20403">
                  <c:v>15.5</c:v>
                </c:pt>
                <c:pt idx="20404">
                  <c:v>17.5</c:v>
                </c:pt>
                <c:pt idx="20405">
                  <c:v>18</c:v>
                </c:pt>
                <c:pt idx="20406">
                  <c:v>14.5</c:v>
                </c:pt>
                <c:pt idx="20407">
                  <c:v>12</c:v>
                </c:pt>
                <c:pt idx="20408">
                  <c:v>11.5</c:v>
                </c:pt>
                <c:pt idx="20409">
                  <c:v>10.5</c:v>
                </c:pt>
                <c:pt idx="20410">
                  <c:v>9</c:v>
                </c:pt>
                <c:pt idx="20411">
                  <c:v>8.5</c:v>
                </c:pt>
                <c:pt idx="20412">
                  <c:v>9</c:v>
                </c:pt>
                <c:pt idx="20413">
                  <c:v>10.5</c:v>
                </c:pt>
                <c:pt idx="20414">
                  <c:v>12</c:v>
                </c:pt>
                <c:pt idx="20415">
                  <c:v>11</c:v>
                </c:pt>
                <c:pt idx="20416">
                  <c:v>8.5</c:v>
                </c:pt>
                <c:pt idx="20417">
                  <c:v>9</c:v>
                </c:pt>
                <c:pt idx="20418">
                  <c:v>10.5</c:v>
                </c:pt>
                <c:pt idx="20419">
                  <c:v>9.5</c:v>
                </c:pt>
                <c:pt idx="20420">
                  <c:v>12.5</c:v>
                </c:pt>
                <c:pt idx="20421">
                  <c:v>10.5</c:v>
                </c:pt>
                <c:pt idx="20422">
                  <c:v>8.5</c:v>
                </c:pt>
                <c:pt idx="20423">
                  <c:v>4.5</c:v>
                </c:pt>
                <c:pt idx="20424">
                  <c:v>6</c:v>
                </c:pt>
                <c:pt idx="20425">
                  <c:v>9</c:v>
                </c:pt>
                <c:pt idx="20426">
                  <c:v>10</c:v>
                </c:pt>
                <c:pt idx="20427">
                  <c:v>10.5</c:v>
                </c:pt>
                <c:pt idx="20428">
                  <c:v>11</c:v>
                </c:pt>
                <c:pt idx="20429">
                  <c:v>9.5</c:v>
                </c:pt>
                <c:pt idx="20430">
                  <c:v>9.5</c:v>
                </c:pt>
                <c:pt idx="20431">
                  <c:v>10.5</c:v>
                </c:pt>
                <c:pt idx="20432">
                  <c:v>10.5</c:v>
                </c:pt>
                <c:pt idx="20433">
                  <c:v>11</c:v>
                </c:pt>
                <c:pt idx="20434">
                  <c:v>10.5</c:v>
                </c:pt>
                <c:pt idx="20435">
                  <c:v>10.5</c:v>
                </c:pt>
                <c:pt idx="20436">
                  <c:v>11</c:v>
                </c:pt>
                <c:pt idx="20437">
                  <c:v>8</c:v>
                </c:pt>
                <c:pt idx="20438">
                  <c:v>8.5</c:v>
                </c:pt>
                <c:pt idx="20439">
                  <c:v>12</c:v>
                </c:pt>
                <c:pt idx="20440">
                  <c:v>11</c:v>
                </c:pt>
                <c:pt idx="20441">
                  <c:v>10</c:v>
                </c:pt>
                <c:pt idx="20442">
                  <c:v>6.5</c:v>
                </c:pt>
                <c:pt idx="20443">
                  <c:v>6</c:v>
                </c:pt>
                <c:pt idx="20444">
                  <c:v>6</c:v>
                </c:pt>
                <c:pt idx="20445">
                  <c:v>8.5</c:v>
                </c:pt>
                <c:pt idx="20446">
                  <c:v>7.5</c:v>
                </c:pt>
                <c:pt idx="20447">
                  <c:v>5.5</c:v>
                </c:pt>
                <c:pt idx="20448">
                  <c:v>6.5</c:v>
                </c:pt>
                <c:pt idx="20449">
                  <c:v>6.5</c:v>
                </c:pt>
                <c:pt idx="20450">
                  <c:v>7.5</c:v>
                </c:pt>
                <c:pt idx="20451">
                  <c:v>8.5</c:v>
                </c:pt>
                <c:pt idx="20452">
                  <c:v>8.5</c:v>
                </c:pt>
                <c:pt idx="20453">
                  <c:v>7.5</c:v>
                </c:pt>
                <c:pt idx="20454">
                  <c:v>8</c:v>
                </c:pt>
                <c:pt idx="20455">
                  <c:v>10.5</c:v>
                </c:pt>
                <c:pt idx="20456">
                  <c:v>9.5</c:v>
                </c:pt>
                <c:pt idx="20457">
                  <c:v>8</c:v>
                </c:pt>
                <c:pt idx="20458">
                  <c:v>6</c:v>
                </c:pt>
                <c:pt idx="20459">
                  <c:v>5.5</c:v>
                </c:pt>
                <c:pt idx="20460">
                  <c:v>5</c:v>
                </c:pt>
                <c:pt idx="20461">
                  <c:v>6</c:v>
                </c:pt>
                <c:pt idx="20462">
                  <c:v>8</c:v>
                </c:pt>
                <c:pt idx="20463">
                  <c:v>8.5</c:v>
                </c:pt>
                <c:pt idx="20464">
                  <c:v>10</c:v>
                </c:pt>
                <c:pt idx="20465">
                  <c:v>9.5</c:v>
                </c:pt>
                <c:pt idx="20466">
                  <c:v>7</c:v>
                </c:pt>
                <c:pt idx="20467">
                  <c:v>6</c:v>
                </c:pt>
                <c:pt idx="20468">
                  <c:v>6</c:v>
                </c:pt>
                <c:pt idx="20469">
                  <c:v>6.5</c:v>
                </c:pt>
                <c:pt idx="20470">
                  <c:v>7</c:v>
                </c:pt>
                <c:pt idx="20471">
                  <c:v>7.5</c:v>
                </c:pt>
                <c:pt idx="20472">
                  <c:v>8</c:v>
                </c:pt>
                <c:pt idx="20473">
                  <c:v>7</c:v>
                </c:pt>
                <c:pt idx="20474">
                  <c:v>7.5</c:v>
                </c:pt>
                <c:pt idx="20475">
                  <c:v>7.5</c:v>
                </c:pt>
                <c:pt idx="20476">
                  <c:v>5</c:v>
                </c:pt>
                <c:pt idx="20477">
                  <c:v>2</c:v>
                </c:pt>
                <c:pt idx="20478">
                  <c:v>1.5</c:v>
                </c:pt>
                <c:pt idx="20479">
                  <c:v>1</c:v>
                </c:pt>
                <c:pt idx="20480">
                  <c:v>1</c:v>
                </c:pt>
                <c:pt idx="20481">
                  <c:v>1.5</c:v>
                </c:pt>
                <c:pt idx="20482">
                  <c:v>2</c:v>
                </c:pt>
                <c:pt idx="20483">
                  <c:v>2</c:v>
                </c:pt>
                <c:pt idx="20484">
                  <c:v>3.5</c:v>
                </c:pt>
                <c:pt idx="20485">
                  <c:v>3.5</c:v>
                </c:pt>
                <c:pt idx="20486">
                  <c:v>4</c:v>
                </c:pt>
                <c:pt idx="20487">
                  <c:v>4.5</c:v>
                </c:pt>
                <c:pt idx="20488">
                  <c:v>3</c:v>
                </c:pt>
                <c:pt idx="20489">
                  <c:v>4.5</c:v>
                </c:pt>
                <c:pt idx="20490">
                  <c:v>4.5</c:v>
                </c:pt>
                <c:pt idx="20491">
                  <c:v>4</c:v>
                </c:pt>
                <c:pt idx="20492">
                  <c:v>6</c:v>
                </c:pt>
                <c:pt idx="20493">
                  <c:v>7.5</c:v>
                </c:pt>
                <c:pt idx="20494">
                  <c:v>9.5</c:v>
                </c:pt>
                <c:pt idx="20495">
                  <c:v>9.5</c:v>
                </c:pt>
                <c:pt idx="20496">
                  <c:v>8.5</c:v>
                </c:pt>
                <c:pt idx="20497">
                  <c:v>6</c:v>
                </c:pt>
                <c:pt idx="20498">
                  <c:v>6</c:v>
                </c:pt>
                <c:pt idx="20499">
                  <c:v>7</c:v>
                </c:pt>
                <c:pt idx="20500">
                  <c:v>8</c:v>
                </c:pt>
                <c:pt idx="20501">
                  <c:v>8.5</c:v>
                </c:pt>
                <c:pt idx="20502">
                  <c:v>8.5</c:v>
                </c:pt>
                <c:pt idx="20503">
                  <c:v>8</c:v>
                </c:pt>
                <c:pt idx="20504">
                  <c:v>8.5</c:v>
                </c:pt>
                <c:pt idx="20505">
                  <c:v>10</c:v>
                </c:pt>
                <c:pt idx="20506">
                  <c:v>10</c:v>
                </c:pt>
                <c:pt idx="20507">
                  <c:v>11</c:v>
                </c:pt>
                <c:pt idx="20508">
                  <c:v>12.5</c:v>
                </c:pt>
                <c:pt idx="20509">
                  <c:v>12</c:v>
                </c:pt>
                <c:pt idx="20510">
                  <c:v>11.5</c:v>
                </c:pt>
                <c:pt idx="20511">
                  <c:v>12.5</c:v>
                </c:pt>
                <c:pt idx="20512">
                  <c:v>13</c:v>
                </c:pt>
                <c:pt idx="20513">
                  <c:v>13.5</c:v>
                </c:pt>
                <c:pt idx="20514">
                  <c:v>15</c:v>
                </c:pt>
                <c:pt idx="20515">
                  <c:v>13</c:v>
                </c:pt>
                <c:pt idx="20516">
                  <c:v>13</c:v>
                </c:pt>
                <c:pt idx="20517">
                  <c:v>13</c:v>
                </c:pt>
                <c:pt idx="20518">
                  <c:v>12</c:v>
                </c:pt>
                <c:pt idx="20519">
                  <c:v>12.5</c:v>
                </c:pt>
                <c:pt idx="20520">
                  <c:v>13.5</c:v>
                </c:pt>
                <c:pt idx="20521">
                  <c:v>13</c:v>
                </c:pt>
                <c:pt idx="20522">
                  <c:v>13.5</c:v>
                </c:pt>
                <c:pt idx="20523">
                  <c:v>14.5</c:v>
                </c:pt>
                <c:pt idx="20524">
                  <c:v>12.5</c:v>
                </c:pt>
                <c:pt idx="20525">
                  <c:v>14.5</c:v>
                </c:pt>
                <c:pt idx="20526">
                  <c:v>11.5</c:v>
                </c:pt>
                <c:pt idx="20527">
                  <c:v>12.5</c:v>
                </c:pt>
                <c:pt idx="20528">
                  <c:v>14</c:v>
                </c:pt>
                <c:pt idx="20529">
                  <c:v>15.5</c:v>
                </c:pt>
                <c:pt idx="20530">
                  <c:v>15.5</c:v>
                </c:pt>
                <c:pt idx="20531">
                  <c:v>14</c:v>
                </c:pt>
                <c:pt idx="20532">
                  <c:v>17</c:v>
                </c:pt>
                <c:pt idx="20533">
                  <c:v>19</c:v>
                </c:pt>
                <c:pt idx="20534">
                  <c:v>13</c:v>
                </c:pt>
                <c:pt idx="20535">
                  <c:v>12.5</c:v>
                </c:pt>
                <c:pt idx="20536">
                  <c:v>13</c:v>
                </c:pt>
                <c:pt idx="20537">
                  <c:v>11.5</c:v>
                </c:pt>
                <c:pt idx="20538">
                  <c:v>11.5</c:v>
                </c:pt>
                <c:pt idx="20539">
                  <c:v>12.5</c:v>
                </c:pt>
                <c:pt idx="20540">
                  <c:v>13</c:v>
                </c:pt>
                <c:pt idx="20541">
                  <c:v>14</c:v>
                </c:pt>
                <c:pt idx="20542">
                  <c:v>15</c:v>
                </c:pt>
                <c:pt idx="20543">
                  <c:v>16.5</c:v>
                </c:pt>
                <c:pt idx="20544">
                  <c:v>14</c:v>
                </c:pt>
                <c:pt idx="20545">
                  <c:v>11.5</c:v>
                </c:pt>
                <c:pt idx="20546">
                  <c:v>10.5</c:v>
                </c:pt>
                <c:pt idx="20547">
                  <c:v>8.5</c:v>
                </c:pt>
                <c:pt idx="20548">
                  <c:v>8.5</c:v>
                </c:pt>
                <c:pt idx="20549">
                  <c:v>9</c:v>
                </c:pt>
                <c:pt idx="20550">
                  <c:v>11</c:v>
                </c:pt>
                <c:pt idx="20551">
                  <c:v>11</c:v>
                </c:pt>
                <c:pt idx="20552">
                  <c:v>13</c:v>
                </c:pt>
                <c:pt idx="20553">
                  <c:v>14</c:v>
                </c:pt>
                <c:pt idx="20554">
                  <c:v>15</c:v>
                </c:pt>
                <c:pt idx="20555">
                  <c:v>14</c:v>
                </c:pt>
                <c:pt idx="20556">
                  <c:v>12.5</c:v>
                </c:pt>
                <c:pt idx="20557">
                  <c:v>13</c:v>
                </c:pt>
                <c:pt idx="20558">
                  <c:v>14</c:v>
                </c:pt>
                <c:pt idx="20559">
                  <c:v>15.5</c:v>
                </c:pt>
                <c:pt idx="20560">
                  <c:v>14</c:v>
                </c:pt>
                <c:pt idx="20561">
                  <c:v>13.5</c:v>
                </c:pt>
                <c:pt idx="20562">
                  <c:v>16</c:v>
                </c:pt>
                <c:pt idx="20563">
                  <c:v>16.5</c:v>
                </c:pt>
                <c:pt idx="20564">
                  <c:v>17.5</c:v>
                </c:pt>
                <c:pt idx="20565">
                  <c:v>16.5</c:v>
                </c:pt>
                <c:pt idx="20566">
                  <c:v>13.5</c:v>
                </c:pt>
                <c:pt idx="20567">
                  <c:v>13</c:v>
                </c:pt>
                <c:pt idx="20568">
                  <c:v>16.5</c:v>
                </c:pt>
                <c:pt idx="20569">
                  <c:v>18</c:v>
                </c:pt>
                <c:pt idx="20570">
                  <c:v>18.5</c:v>
                </c:pt>
                <c:pt idx="20571">
                  <c:v>19.5</c:v>
                </c:pt>
                <c:pt idx="20572">
                  <c:v>20</c:v>
                </c:pt>
                <c:pt idx="20573">
                  <c:v>20</c:v>
                </c:pt>
                <c:pt idx="20574">
                  <c:v>17.5</c:v>
                </c:pt>
                <c:pt idx="20575">
                  <c:v>19.5</c:v>
                </c:pt>
                <c:pt idx="20576">
                  <c:v>20</c:v>
                </c:pt>
                <c:pt idx="20577">
                  <c:v>20.5</c:v>
                </c:pt>
                <c:pt idx="20578">
                  <c:v>22.5</c:v>
                </c:pt>
                <c:pt idx="20579">
                  <c:v>22.5</c:v>
                </c:pt>
                <c:pt idx="20580">
                  <c:v>20</c:v>
                </c:pt>
                <c:pt idx="20581">
                  <c:v>19.5</c:v>
                </c:pt>
                <c:pt idx="20582">
                  <c:v>20.5</c:v>
                </c:pt>
                <c:pt idx="20583">
                  <c:v>20.5</c:v>
                </c:pt>
                <c:pt idx="20584">
                  <c:v>17</c:v>
                </c:pt>
                <c:pt idx="20585">
                  <c:v>19</c:v>
                </c:pt>
                <c:pt idx="20586">
                  <c:v>20.5</c:v>
                </c:pt>
                <c:pt idx="20587">
                  <c:v>21.5</c:v>
                </c:pt>
                <c:pt idx="20588">
                  <c:v>22.5</c:v>
                </c:pt>
                <c:pt idx="20589">
                  <c:v>19</c:v>
                </c:pt>
                <c:pt idx="20590">
                  <c:v>20.5</c:v>
                </c:pt>
                <c:pt idx="20591">
                  <c:v>19.5</c:v>
                </c:pt>
                <c:pt idx="20592">
                  <c:v>22</c:v>
                </c:pt>
                <c:pt idx="20593">
                  <c:v>24</c:v>
                </c:pt>
                <c:pt idx="20594">
                  <c:v>27</c:v>
                </c:pt>
                <c:pt idx="20595">
                  <c:v>29</c:v>
                </c:pt>
                <c:pt idx="20596">
                  <c:v>30</c:v>
                </c:pt>
                <c:pt idx="20597">
                  <c:v>28.5</c:v>
                </c:pt>
                <c:pt idx="20598">
                  <c:v>29</c:v>
                </c:pt>
                <c:pt idx="20599">
                  <c:v>27</c:v>
                </c:pt>
                <c:pt idx="20600">
                  <c:v>28.5</c:v>
                </c:pt>
                <c:pt idx="20601">
                  <c:v>28.5</c:v>
                </c:pt>
                <c:pt idx="20602">
                  <c:v>19.5</c:v>
                </c:pt>
                <c:pt idx="20603">
                  <c:v>23</c:v>
                </c:pt>
                <c:pt idx="20604">
                  <c:v>23</c:v>
                </c:pt>
                <c:pt idx="20605">
                  <c:v>24</c:v>
                </c:pt>
                <c:pt idx="20606">
                  <c:v>23.5</c:v>
                </c:pt>
                <c:pt idx="20607">
                  <c:v>24</c:v>
                </c:pt>
                <c:pt idx="20608">
                  <c:v>23.5</c:v>
                </c:pt>
                <c:pt idx="20609">
                  <c:v>22</c:v>
                </c:pt>
                <c:pt idx="20610">
                  <c:v>24.5</c:v>
                </c:pt>
                <c:pt idx="20611">
                  <c:v>23.5</c:v>
                </c:pt>
                <c:pt idx="20612">
                  <c:v>25</c:v>
                </c:pt>
                <c:pt idx="20613">
                  <c:v>26</c:v>
                </c:pt>
                <c:pt idx="20614">
                  <c:v>23.5</c:v>
                </c:pt>
                <c:pt idx="20615">
                  <c:v>24</c:v>
                </c:pt>
                <c:pt idx="20616">
                  <c:v>26</c:v>
                </c:pt>
                <c:pt idx="20617">
                  <c:v>23.5</c:v>
                </c:pt>
                <c:pt idx="20618">
                  <c:v>26</c:v>
                </c:pt>
                <c:pt idx="20619">
                  <c:v>26</c:v>
                </c:pt>
                <c:pt idx="20620">
                  <c:v>24</c:v>
                </c:pt>
                <c:pt idx="20621">
                  <c:v>23</c:v>
                </c:pt>
                <c:pt idx="20622">
                  <c:v>25</c:v>
                </c:pt>
                <c:pt idx="20623">
                  <c:v>23</c:v>
                </c:pt>
                <c:pt idx="20624">
                  <c:v>25.5</c:v>
                </c:pt>
                <c:pt idx="20625">
                  <c:v>27</c:v>
                </c:pt>
                <c:pt idx="20626">
                  <c:v>28.5</c:v>
                </c:pt>
                <c:pt idx="20627">
                  <c:v>30</c:v>
                </c:pt>
                <c:pt idx="20628">
                  <c:v>31.5</c:v>
                </c:pt>
                <c:pt idx="20629">
                  <c:v>31</c:v>
                </c:pt>
                <c:pt idx="20630">
                  <c:v>28</c:v>
                </c:pt>
                <c:pt idx="20631">
                  <c:v>25.5</c:v>
                </c:pt>
                <c:pt idx="20632">
                  <c:v>25</c:v>
                </c:pt>
                <c:pt idx="20633">
                  <c:v>24</c:v>
                </c:pt>
                <c:pt idx="20634">
                  <c:v>25</c:v>
                </c:pt>
                <c:pt idx="20635">
                  <c:v>25.5</c:v>
                </c:pt>
                <c:pt idx="20636">
                  <c:v>26.5</c:v>
                </c:pt>
                <c:pt idx="20637">
                  <c:v>27.5</c:v>
                </c:pt>
                <c:pt idx="20638">
                  <c:v>28</c:v>
                </c:pt>
                <c:pt idx="20639">
                  <c:v>28.5</c:v>
                </c:pt>
                <c:pt idx="20640">
                  <c:v>28.5</c:v>
                </c:pt>
                <c:pt idx="20641">
                  <c:v>28.5</c:v>
                </c:pt>
                <c:pt idx="20642">
                  <c:v>26.5</c:v>
                </c:pt>
                <c:pt idx="20643">
                  <c:v>27</c:v>
                </c:pt>
                <c:pt idx="20644">
                  <c:v>27</c:v>
                </c:pt>
                <c:pt idx="20645">
                  <c:v>28</c:v>
                </c:pt>
                <c:pt idx="20646">
                  <c:v>29.5</c:v>
                </c:pt>
                <c:pt idx="20647">
                  <c:v>31</c:v>
                </c:pt>
                <c:pt idx="20648">
                  <c:v>30.5</c:v>
                </c:pt>
                <c:pt idx="20649">
                  <c:v>31.5</c:v>
                </c:pt>
                <c:pt idx="20650">
                  <c:v>32.5</c:v>
                </c:pt>
                <c:pt idx="20651">
                  <c:v>32</c:v>
                </c:pt>
                <c:pt idx="20652">
                  <c:v>30</c:v>
                </c:pt>
                <c:pt idx="20653">
                  <c:v>26.5</c:v>
                </c:pt>
                <c:pt idx="20654">
                  <c:v>27</c:v>
                </c:pt>
                <c:pt idx="20655">
                  <c:v>28</c:v>
                </c:pt>
                <c:pt idx="20656">
                  <c:v>27.5</c:v>
                </c:pt>
                <c:pt idx="20657">
                  <c:v>28.5</c:v>
                </c:pt>
                <c:pt idx="20658">
                  <c:v>29</c:v>
                </c:pt>
                <c:pt idx="20659">
                  <c:v>28</c:v>
                </c:pt>
                <c:pt idx="20660">
                  <c:v>27</c:v>
                </c:pt>
                <c:pt idx="20661">
                  <c:v>24</c:v>
                </c:pt>
                <c:pt idx="20662">
                  <c:v>23</c:v>
                </c:pt>
                <c:pt idx="20663">
                  <c:v>25.5</c:v>
                </c:pt>
                <c:pt idx="20664">
                  <c:v>25</c:v>
                </c:pt>
                <c:pt idx="20665">
                  <c:v>26</c:v>
                </c:pt>
                <c:pt idx="20666">
                  <c:v>27.5</c:v>
                </c:pt>
                <c:pt idx="20667">
                  <c:v>29.5</c:v>
                </c:pt>
                <c:pt idx="20668">
                  <c:v>29.5</c:v>
                </c:pt>
                <c:pt idx="20669">
                  <c:v>29.5</c:v>
                </c:pt>
                <c:pt idx="20670">
                  <c:v>28.5</c:v>
                </c:pt>
                <c:pt idx="20671">
                  <c:v>30.5</c:v>
                </c:pt>
                <c:pt idx="20672">
                  <c:v>31.5</c:v>
                </c:pt>
                <c:pt idx="20673">
                  <c:v>32</c:v>
                </c:pt>
                <c:pt idx="20674">
                  <c:v>32</c:v>
                </c:pt>
                <c:pt idx="20675">
                  <c:v>30.5</c:v>
                </c:pt>
                <c:pt idx="20676">
                  <c:v>29</c:v>
                </c:pt>
                <c:pt idx="20677">
                  <c:v>30</c:v>
                </c:pt>
                <c:pt idx="20678">
                  <c:v>31</c:v>
                </c:pt>
                <c:pt idx="20679">
                  <c:v>29.5</c:v>
                </c:pt>
                <c:pt idx="20680">
                  <c:v>27.5</c:v>
                </c:pt>
                <c:pt idx="20681">
                  <c:v>27</c:v>
                </c:pt>
                <c:pt idx="20682">
                  <c:v>28</c:v>
                </c:pt>
                <c:pt idx="20683">
                  <c:v>22</c:v>
                </c:pt>
                <c:pt idx="20684">
                  <c:v>24</c:v>
                </c:pt>
                <c:pt idx="20685">
                  <c:v>25.5</c:v>
                </c:pt>
                <c:pt idx="20686">
                  <c:v>26</c:v>
                </c:pt>
                <c:pt idx="20687">
                  <c:v>24.5</c:v>
                </c:pt>
                <c:pt idx="20688">
                  <c:v>24</c:v>
                </c:pt>
                <c:pt idx="20689">
                  <c:v>25</c:v>
                </c:pt>
                <c:pt idx="20690">
                  <c:v>25.5</c:v>
                </c:pt>
                <c:pt idx="20691">
                  <c:v>26.5</c:v>
                </c:pt>
                <c:pt idx="20692">
                  <c:v>28</c:v>
                </c:pt>
                <c:pt idx="20693">
                  <c:v>29.5</c:v>
                </c:pt>
                <c:pt idx="20694">
                  <c:v>30</c:v>
                </c:pt>
                <c:pt idx="20695">
                  <c:v>31</c:v>
                </c:pt>
                <c:pt idx="20696">
                  <c:v>30.5</c:v>
                </c:pt>
                <c:pt idx="20697">
                  <c:v>30.5</c:v>
                </c:pt>
                <c:pt idx="20698">
                  <c:v>25.5</c:v>
                </c:pt>
                <c:pt idx="20699">
                  <c:v>22.5</c:v>
                </c:pt>
                <c:pt idx="20700">
                  <c:v>22.5</c:v>
                </c:pt>
                <c:pt idx="20701">
                  <c:v>22.5</c:v>
                </c:pt>
                <c:pt idx="20702">
                  <c:v>23</c:v>
                </c:pt>
                <c:pt idx="20703">
                  <c:v>25</c:v>
                </c:pt>
                <c:pt idx="20704">
                  <c:v>25.5</c:v>
                </c:pt>
                <c:pt idx="20705">
                  <c:v>24</c:v>
                </c:pt>
                <c:pt idx="20706">
                  <c:v>24</c:v>
                </c:pt>
                <c:pt idx="20707">
                  <c:v>21.5</c:v>
                </c:pt>
                <c:pt idx="20708">
                  <c:v>22.5</c:v>
                </c:pt>
                <c:pt idx="20709">
                  <c:v>22.5</c:v>
                </c:pt>
                <c:pt idx="20710">
                  <c:v>21.5</c:v>
                </c:pt>
                <c:pt idx="20711">
                  <c:v>18.5</c:v>
                </c:pt>
                <c:pt idx="20712">
                  <c:v>19</c:v>
                </c:pt>
                <c:pt idx="20713">
                  <c:v>20</c:v>
                </c:pt>
                <c:pt idx="20714">
                  <c:v>20</c:v>
                </c:pt>
                <c:pt idx="20715">
                  <c:v>20</c:v>
                </c:pt>
                <c:pt idx="20716">
                  <c:v>21.5</c:v>
                </c:pt>
                <c:pt idx="20717">
                  <c:v>22.5</c:v>
                </c:pt>
                <c:pt idx="20718">
                  <c:v>23.5</c:v>
                </c:pt>
                <c:pt idx="20719">
                  <c:v>23.5</c:v>
                </c:pt>
                <c:pt idx="20720">
                  <c:v>22.5</c:v>
                </c:pt>
                <c:pt idx="20721">
                  <c:v>21.5</c:v>
                </c:pt>
                <c:pt idx="20722">
                  <c:v>20.5</c:v>
                </c:pt>
                <c:pt idx="20723">
                  <c:v>20</c:v>
                </c:pt>
                <c:pt idx="20724">
                  <c:v>21</c:v>
                </c:pt>
                <c:pt idx="20725">
                  <c:v>22.5</c:v>
                </c:pt>
                <c:pt idx="20726">
                  <c:v>21.5</c:v>
                </c:pt>
                <c:pt idx="20727">
                  <c:v>22.5</c:v>
                </c:pt>
                <c:pt idx="20728">
                  <c:v>23.5</c:v>
                </c:pt>
                <c:pt idx="20729">
                  <c:v>19.5</c:v>
                </c:pt>
                <c:pt idx="20730">
                  <c:v>15</c:v>
                </c:pt>
                <c:pt idx="20731">
                  <c:v>18.5</c:v>
                </c:pt>
                <c:pt idx="20732">
                  <c:v>18.5</c:v>
                </c:pt>
                <c:pt idx="20733">
                  <c:v>20</c:v>
                </c:pt>
                <c:pt idx="20734">
                  <c:v>18</c:v>
                </c:pt>
                <c:pt idx="20735">
                  <c:v>16</c:v>
                </c:pt>
                <c:pt idx="20736">
                  <c:v>15.5</c:v>
                </c:pt>
                <c:pt idx="20737">
                  <c:v>12.5</c:v>
                </c:pt>
                <c:pt idx="20738">
                  <c:v>12.5</c:v>
                </c:pt>
                <c:pt idx="20739">
                  <c:v>13</c:v>
                </c:pt>
                <c:pt idx="20740">
                  <c:v>13.5</c:v>
                </c:pt>
                <c:pt idx="20741">
                  <c:v>13</c:v>
                </c:pt>
                <c:pt idx="20742">
                  <c:v>12.5</c:v>
                </c:pt>
                <c:pt idx="20743">
                  <c:v>13.5</c:v>
                </c:pt>
                <c:pt idx="20744">
                  <c:v>13.5</c:v>
                </c:pt>
                <c:pt idx="20745">
                  <c:v>12</c:v>
                </c:pt>
                <c:pt idx="20746">
                  <c:v>12</c:v>
                </c:pt>
                <c:pt idx="20747">
                  <c:v>13.5</c:v>
                </c:pt>
                <c:pt idx="20748">
                  <c:v>15.5</c:v>
                </c:pt>
                <c:pt idx="20749">
                  <c:v>17.5</c:v>
                </c:pt>
                <c:pt idx="20750">
                  <c:v>17.5</c:v>
                </c:pt>
                <c:pt idx="20751">
                  <c:v>16</c:v>
                </c:pt>
                <c:pt idx="20752">
                  <c:v>16</c:v>
                </c:pt>
                <c:pt idx="20753">
                  <c:v>15</c:v>
                </c:pt>
                <c:pt idx="20754">
                  <c:v>12.5</c:v>
                </c:pt>
                <c:pt idx="20755">
                  <c:v>11.5</c:v>
                </c:pt>
                <c:pt idx="20756">
                  <c:v>12.5</c:v>
                </c:pt>
                <c:pt idx="20757">
                  <c:v>12</c:v>
                </c:pt>
                <c:pt idx="20758">
                  <c:v>19.5</c:v>
                </c:pt>
                <c:pt idx="20759">
                  <c:v>15</c:v>
                </c:pt>
                <c:pt idx="20760">
                  <c:v>14.5</c:v>
                </c:pt>
                <c:pt idx="20761">
                  <c:v>13.5</c:v>
                </c:pt>
                <c:pt idx="20762">
                  <c:v>12.5</c:v>
                </c:pt>
                <c:pt idx="20763">
                  <c:v>15</c:v>
                </c:pt>
                <c:pt idx="20764">
                  <c:v>13.5</c:v>
                </c:pt>
                <c:pt idx="20765">
                  <c:v>11</c:v>
                </c:pt>
                <c:pt idx="20766">
                  <c:v>12.5</c:v>
                </c:pt>
                <c:pt idx="20767">
                  <c:v>13.5</c:v>
                </c:pt>
                <c:pt idx="20768">
                  <c:v>14</c:v>
                </c:pt>
                <c:pt idx="20769">
                  <c:v>11.5</c:v>
                </c:pt>
                <c:pt idx="20770">
                  <c:v>12</c:v>
                </c:pt>
                <c:pt idx="20771">
                  <c:v>12.5</c:v>
                </c:pt>
                <c:pt idx="20772">
                  <c:v>11</c:v>
                </c:pt>
                <c:pt idx="20773">
                  <c:v>7.5</c:v>
                </c:pt>
                <c:pt idx="20774">
                  <c:v>8</c:v>
                </c:pt>
                <c:pt idx="20775">
                  <c:v>9</c:v>
                </c:pt>
                <c:pt idx="20776">
                  <c:v>10.5</c:v>
                </c:pt>
                <c:pt idx="20777">
                  <c:v>12.5</c:v>
                </c:pt>
                <c:pt idx="20778">
                  <c:v>13</c:v>
                </c:pt>
                <c:pt idx="20779">
                  <c:v>8</c:v>
                </c:pt>
                <c:pt idx="20780">
                  <c:v>7.5</c:v>
                </c:pt>
                <c:pt idx="20781">
                  <c:v>7.5</c:v>
                </c:pt>
                <c:pt idx="20782">
                  <c:v>8.5</c:v>
                </c:pt>
                <c:pt idx="20783">
                  <c:v>8</c:v>
                </c:pt>
                <c:pt idx="20784">
                  <c:v>7</c:v>
                </c:pt>
                <c:pt idx="20785">
                  <c:v>9</c:v>
                </c:pt>
                <c:pt idx="20786">
                  <c:v>10</c:v>
                </c:pt>
                <c:pt idx="20787">
                  <c:v>9.5</c:v>
                </c:pt>
                <c:pt idx="20788">
                  <c:v>9</c:v>
                </c:pt>
                <c:pt idx="20789">
                  <c:v>6.5</c:v>
                </c:pt>
                <c:pt idx="20790">
                  <c:v>4.5</c:v>
                </c:pt>
                <c:pt idx="20791">
                  <c:v>5</c:v>
                </c:pt>
                <c:pt idx="20792">
                  <c:v>5</c:v>
                </c:pt>
                <c:pt idx="20793">
                  <c:v>8.5</c:v>
                </c:pt>
                <c:pt idx="20794">
                  <c:v>8.5</c:v>
                </c:pt>
                <c:pt idx="20795">
                  <c:v>7.5</c:v>
                </c:pt>
                <c:pt idx="20796">
                  <c:v>7</c:v>
                </c:pt>
                <c:pt idx="20797">
                  <c:v>5.5</c:v>
                </c:pt>
                <c:pt idx="20798">
                  <c:v>6.5</c:v>
                </c:pt>
                <c:pt idx="20799">
                  <c:v>6</c:v>
                </c:pt>
                <c:pt idx="20800">
                  <c:v>5.5</c:v>
                </c:pt>
                <c:pt idx="20801">
                  <c:v>7</c:v>
                </c:pt>
                <c:pt idx="20802">
                  <c:v>7.5</c:v>
                </c:pt>
                <c:pt idx="20803">
                  <c:v>6.5</c:v>
                </c:pt>
                <c:pt idx="20804">
                  <c:v>5.5</c:v>
                </c:pt>
                <c:pt idx="20805">
                  <c:v>6.5</c:v>
                </c:pt>
                <c:pt idx="20806">
                  <c:v>6.5</c:v>
                </c:pt>
                <c:pt idx="20807">
                  <c:v>7.5</c:v>
                </c:pt>
                <c:pt idx="20808">
                  <c:v>7.5</c:v>
                </c:pt>
                <c:pt idx="20809">
                  <c:v>6.5</c:v>
                </c:pt>
                <c:pt idx="20810">
                  <c:v>5</c:v>
                </c:pt>
                <c:pt idx="20811">
                  <c:v>6.5</c:v>
                </c:pt>
                <c:pt idx="20812">
                  <c:v>6</c:v>
                </c:pt>
                <c:pt idx="20813">
                  <c:v>6</c:v>
                </c:pt>
                <c:pt idx="20814">
                  <c:v>5.5</c:v>
                </c:pt>
                <c:pt idx="20815">
                  <c:v>6.5</c:v>
                </c:pt>
                <c:pt idx="20816">
                  <c:v>7.5</c:v>
                </c:pt>
                <c:pt idx="20817">
                  <c:v>8.5</c:v>
                </c:pt>
                <c:pt idx="20818">
                  <c:v>9</c:v>
                </c:pt>
                <c:pt idx="20819">
                  <c:v>9.5</c:v>
                </c:pt>
                <c:pt idx="20820">
                  <c:v>10.5</c:v>
                </c:pt>
                <c:pt idx="20821">
                  <c:v>10</c:v>
                </c:pt>
                <c:pt idx="20822">
                  <c:v>8.5</c:v>
                </c:pt>
                <c:pt idx="20823">
                  <c:v>9</c:v>
                </c:pt>
                <c:pt idx="20824">
                  <c:v>9.5</c:v>
                </c:pt>
                <c:pt idx="20825">
                  <c:v>9.5</c:v>
                </c:pt>
                <c:pt idx="20826">
                  <c:v>8.5</c:v>
                </c:pt>
                <c:pt idx="20827">
                  <c:v>8.5</c:v>
                </c:pt>
                <c:pt idx="20828">
                  <c:v>9</c:v>
                </c:pt>
                <c:pt idx="20829">
                  <c:v>10.5</c:v>
                </c:pt>
                <c:pt idx="20830">
                  <c:v>12.5</c:v>
                </c:pt>
                <c:pt idx="20831">
                  <c:v>11</c:v>
                </c:pt>
                <c:pt idx="20832">
                  <c:v>9</c:v>
                </c:pt>
                <c:pt idx="20833">
                  <c:v>8.5</c:v>
                </c:pt>
                <c:pt idx="20834">
                  <c:v>7.5</c:v>
                </c:pt>
                <c:pt idx="20835">
                  <c:v>7.5</c:v>
                </c:pt>
                <c:pt idx="20836">
                  <c:v>8.5</c:v>
                </c:pt>
                <c:pt idx="20837">
                  <c:v>8</c:v>
                </c:pt>
                <c:pt idx="20838">
                  <c:v>8.5</c:v>
                </c:pt>
                <c:pt idx="20839">
                  <c:v>7.5</c:v>
                </c:pt>
                <c:pt idx="20840">
                  <c:v>6.5</c:v>
                </c:pt>
                <c:pt idx="20841">
                  <c:v>6</c:v>
                </c:pt>
                <c:pt idx="20842">
                  <c:v>6.5</c:v>
                </c:pt>
                <c:pt idx="20843">
                  <c:v>7</c:v>
                </c:pt>
                <c:pt idx="20844">
                  <c:v>7.5</c:v>
                </c:pt>
                <c:pt idx="20845">
                  <c:v>9.5</c:v>
                </c:pt>
                <c:pt idx="20846">
                  <c:v>11</c:v>
                </c:pt>
                <c:pt idx="20847">
                  <c:v>8.5</c:v>
                </c:pt>
                <c:pt idx="20848">
                  <c:v>6.5</c:v>
                </c:pt>
                <c:pt idx="20849">
                  <c:v>7</c:v>
                </c:pt>
                <c:pt idx="20850">
                  <c:v>8</c:v>
                </c:pt>
                <c:pt idx="20851">
                  <c:v>7.5</c:v>
                </c:pt>
                <c:pt idx="20852">
                  <c:v>8</c:v>
                </c:pt>
                <c:pt idx="20853">
                  <c:v>8</c:v>
                </c:pt>
                <c:pt idx="20854">
                  <c:v>7.5</c:v>
                </c:pt>
                <c:pt idx="20855">
                  <c:v>6</c:v>
                </c:pt>
                <c:pt idx="20856">
                  <c:v>7</c:v>
                </c:pt>
                <c:pt idx="20857">
                  <c:v>8.5</c:v>
                </c:pt>
                <c:pt idx="20858">
                  <c:v>8.5</c:v>
                </c:pt>
                <c:pt idx="20859">
                  <c:v>7</c:v>
                </c:pt>
                <c:pt idx="20860">
                  <c:v>7</c:v>
                </c:pt>
                <c:pt idx="20861">
                  <c:v>8</c:v>
                </c:pt>
                <c:pt idx="20862">
                  <c:v>8.5</c:v>
                </c:pt>
                <c:pt idx="20863">
                  <c:v>9</c:v>
                </c:pt>
                <c:pt idx="20864">
                  <c:v>10.5</c:v>
                </c:pt>
                <c:pt idx="20865">
                  <c:v>8</c:v>
                </c:pt>
                <c:pt idx="20866">
                  <c:v>7.5</c:v>
                </c:pt>
                <c:pt idx="20867">
                  <c:v>8.5</c:v>
                </c:pt>
                <c:pt idx="20868">
                  <c:v>8</c:v>
                </c:pt>
                <c:pt idx="20869">
                  <c:v>9.5</c:v>
                </c:pt>
                <c:pt idx="20870">
                  <c:v>8</c:v>
                </c:pt>
                <c:pt idx="20871">
                  <c:v>7.5</c:v>
                </c:pt>
                <c:pt idx="20872">
                  <c:v>10</c:v>
                </c:pt>
                <c:pt idx="20873">
                  <c:v>10.5</c:v>
                </c:pt>
                <c:pt idx="20874">
                  <c:v>11</c:v>
                </c:pt>
                <c:pt idx="20875">
                  <c:v>9</c:v>
                </c:pt>
                <c:pt idx="20876">
                  <c:v>10</c:v>
                </c:pt>
                <c:pt idx="20877">
                  <c:v>8</c:v>
                </c:pt>
                <c:pt idx="20878">
                  <c:v>7.5</c:v>
                </c:pt>
                <c:pt idx="20879">
                  <c:v>9.5</c:v>
                </c:pt>
                <c:pt idx="20880">
                  <c:v>10</c:v>
                </c:pt>
                <c:pt idx="20881">
                  <c:v>13.5</c:v>
                </c:pt>
                <c:pt idx="20882">
                  <c:v>12.5</c:v>
                </c:pt>
                <c:pt idx="20883">
                  <c:v>13.5</c:v>
                </c:pt>
                <c:pt idx="20884">
                  <c:v>8.5</c:v>
                </c:pt>
                <c:pt idx="20885">
                  <c:v>7.5</c:v>
                </c:pt>
                <c:pt idx="20886">
                  <c:v>6.5</c:v>
                </c:pt>
                <c:pt idx="20887">
                  <c:v>5.5</c:v>
                </c:pt>
                <c:pt idx="20888">
                  <c:v>5.5</c:v>
                </c:pt>
                <c:pt idx="20889">
                  <c:v>8</c:v>
                </c:pt>
                <c:pt idx="20890">
                  <c:v>9.5</c:v>
                </c:pt>
                <c:pt idx="20891">
                  <c:v>12.5</c:v>
                </c:pt>
                <c:pt idx="20892">
                  <c:v>12</c:v>
                </c:pt>
                <c:pt idx="20893">
                  <c:v>10</c:v>
                </c:pt>
                <c:pt idx="20894">
                  <c:v>10.5</c:v>
                </c:pt>
                <c:pt idx="20895">
                  <c:v>9.5</c:v>
                </c:pt>
                <c:pt idx="20896">
                  <c:v>9</c:v>
                </c:pt>
                <c:pt idx="20897">
                  <c:v>10.5</c:v>
                </c:pt>
                <c:pt idx="20898">
                  <c:v>9</c:v>
                </c:pt>
                <c:pt idx="20899">
                  <c:v>9</c:v>
                </c:pt>
                <c:pt idx="20900">
                  <c:v>9.5</c:v>
                </c:pt>
                <c:pt idx="20901">
                  <c:v>13</c:v>
                </c:pt>
                <c:pt idx="20902">
                  <c:v>14</c:v>
                </c:pt>
                <c:pt idx="20903">
                  <c:v>15.5</c:v>
                </c:pt>
                <c:pt idx="20904">
                  <c:v>16.5</c:v>
                </c:pt>
                <c:pt idx="20905">
                  <c:v>18</c:v>
                </c:pt>
                <c:pt idx="20906">
                  <c:v>16.5</c:v>
                </c:pt>
                <c:pt idx="20907">
                  <c:v>17.5</c:v>
                </c:pt>
                <c:pt idx="20908">
                  <c:v>18.5</c:v>
                </c:pt>
                <c:pt idx="20909">
                  <c:v>16.5</c:v>
                </c:pt>
                <c:pt idx="20910">
                  <c:v>12</c:v>
                </c:pt>
                <c:pt idx="20911">
                  <c:v>7.5</c:v>
                </c:pt>
                <c:pt idx="20912">
                  <c:v>7.5</c:v>
                </c:pt>
                <c:pt idx="20913">
                  <c:v>6.5</c:v>
                </c:pt>
                <c:pt idx="20914">
                  <c:v>8.5</c:v>
                </c:pt>
                <c:pt idx="20915">
                  <c:v>9</c:v>
                </c:pt>
                <c:pt idx="20916">
                  <c:v>10</c:v>
                </c:pt>
                <c:pt idx="20917">
                  <c:v>9</c:v>
                </c:pt>
                <c:pt idx="20918">
                  <c:v>11</c:v>
                </c:pt>
                <c:pt idx="20919">
                  <c:v>12.5</c:v>
                </c:pt>
                <c:pt idx="20920">
                  <c:v>13.5</c:v>
                </c:pt>
                <c:pt idx="20921">
                  <c:v>13</c:v>
                </c:pt>
                <c:pt idx="20922">
                  <c:v>13</c:v>
                </c:pt>
                <c:pt idx="20923">
                  <c:v>13.5</c:v>
                </c:pt>
                <c:pt idx="20924">
                  <c:v>14.5</c:v>
                </c:pt>
                <c:pt idx="20925">
                  <c:v>15.5</c:v>
                </c:pt>
                <c:pt idx="20926">
                  <c:v>16</c:v>
                </c:pt>
                <c:pt idx="20927">
                  <c:v>17</c:v>
                </c:pt>
                <c:pt idx="20928">
                  <c:v>19</c:v>
                </c:pt>
                <c:pt idx="20929">
                  <c:v>20.5</c:v>
                </c:pt>
                <c:pt idx="20930">
                  <c:v>21</c:v>
                </c:pt>
                <c:pt idx="20931">
                  <c:v>16.5</c:v>
                </c:pt>
                <c:pt idx="20932">
                  <c:v>15</c:v>
                </c:pt>
                <c:pt idx="20933">
                  <c:v>14</c:v>
                </c:pt>
                <c:pt idx="20934">
                  <c:v>15</c:v>
                </c:pt>
                <c:pt idx="20935">
                  <c:v>17</c:v>
                </c:pt>
                <c:pt idx="20936">
                  <c:v>18.5</c:v>
                </c:pt>
                <c:pt idx="20937">
                  <c:v>17.5</c:v>
                </c:pt>
                <c:pt idx="20938">
                  <c:v>16.5</c:v>
                </c:pt>
                <c:pt idx="20939">
                  <c:v>16.5</c:v>
                </c:pt>
                <c:pt idx="20940">
                  <c:v>17.5</c:v>
                </c:pt>
                <c:pt idx="20941">
                  <c:v>19.5</c:v>
                </c:pt>
                <c:pt idx="20942">
                  <c:v>19.5</c:v>
                </c:pt>
                <c:pt idx="20943">
                  <c:v>23</c:v>
                </c:pt>
                <c:pt idx="20944">
                  <c:v>24.5</c:v>
                </c:pt>
                <c:pt idx="20945">
                  <c:v>23</c:v>
                </c:pt>
                <c:pt idx="20946">
                  <c:v>22.5</c:v>
                </c:pt>
                <c:pt idx="20947">
                  <c:v>24</c:v>
                </c:pt>
                <c:pt idx="20948">
                  <c:v>24</c:v>
                </c:pt>
                <c:pt idx="20949">
                  <c:v>24</c:v>
                </c:pt>
                <c:pt idx="20950">
                  <c:v>23</c:v>
                </c:pt>
                <c:pt idx="20951">
                  <c:v>20.5</c:v>
                </c:pt>
                <c:pt idx="20952">
                  <c:v>21</c:v>
                </c:pt>
                <c:pt idx="20953">
                  <c:v>21.5</c:v>
                </c:pt>
                <c:pt idx="20954">
                  <c:v>22</c:v>
                </c:pt>
                <c:pt idx="20955">
                  <c:v>21.5</c:v>
                </c:pt>
                <c:pt idx="20956">
                  <c:v>18</c:v>
                </c:pt>
                <c:pt idx="20957">
                  <c:v>19.5</c:v>
                </c:pt>
                <c:pt idx="20958">
                  <c:v>20</c:v>
                </c:pt>
                <c:pt idx="20959">
                  <c:v>21.5</c:v>
                </c:pt>
                <c:pt idx="20960">
                  <c:v>20.5</c:v>
                </c:pt>
                <c:pt idx="20961">
                  <c:v>20.5</c:v>
                </c:pt>
                <c:pt idx="20962">
                  <c:v>21.5</c:v>
                </c:pt>
                <c:pt idx="20963">
                  <c:v>21.5</c:v>
                </c:pt>
                <c:pt idx="20964">
                  <c:v>21.5</c:v>
                </c:pt>
                <c:pt idx="20965">
                  <c:v>22</c:v>
                </c:pt>
                <c:pt idx="20966">
                  <c:v>22.5</c:v>
                </c:pt>
                <c:pt idx="20967">
                  <c:v>24</c:v>
                </c:pt>
                <c:pt idx="20968">
                  <c:v>24.5</c:v>
                </c:pt>
                <c:pt idx="20969">
                  <c:v>24.5</c:v>
                </c:pt>
                <c:pt idx="20970">
                  <c:v>23</c:v>
                </c:pt>
                <c:pt idx="20971">
                  <c:v>20.5</c:v>
                </c:pt>
                <c:pt idx="20972">
                  <c:v>24</c:v>
                </c:pt>
                <c:pt idx="20973">
                  <c:v>24.5</c:v>
                </c:pt>
                <c:pt idx="20974">
                  <c:v>20</c:v>
                </c:pt>
                <c:pt idx="20975">
                  <c:v>20</c:v>
                </c:pt>
                <c:pt idx="20976">
                  <c:v>22</c:v>
                </c:pt>
                <c:pt idx="20977">
                  <c:v>23</c:v>
                </c:pt>
                <c:pt idx="20978">
                  <c:v>18.5</c:v>
                </c:pt>
                <c:pt idx="20979">
                  <c:v>15.5</c:v>
                </c:pt>
                <c:pt idx="20980">
                  <c:v>18.5</c:v>
                </c:pt>
                <c:pt idx="20981">
                  <c:v>21</c:v>
                </c:pt>
                <c:pt idx="20982">
                  <c:v>22</c:v>
                </c:pt>
                <c:pt idx="20983">
                  <c:v>22</c:v>
                </c:pt>
                <c:pt idx="20984">
                  <c:v>20</c:v>
                </c:pt>
                <c:pt idx="20985">
                  <c:v>21.5</c:v>
                </c:pt>
                <c:pt idx="20986">
                  <c:v>22.5</c:v>
                </c:pt>
                <c:pt idx="20987">
                  <c:v>24.5</c:v>
                </c:pt>
                <c:pt idx="20988">
                  <c:v>25</c:v>
                </c:pt>
                <c:pt idx="20989">
                  <c:v>19.5</c:v>
                </c:pt>
                <c:pt idx="20990">
                  <c:v>20.5</c:v>
                </c:pt>
                <c:pt idx="20991">
                  <c:v>21</c:v>
                </c:pt>
                <c:pt idx="20992">
                  <c:v>22</c:v>
                </c:pt>
                <c:pt idx="20993">
                  <c:v>22.5</c:v>
                </c:pt>
                <c:pt idx="20994">
                  <c:v>22</c:v>
                </c:pt>
                <c:pt idx="20995">
                  <c:v>22</c:v>
                </c:pt>
                <c:pt idx="20996">
                  <c:v>22.5</c:v>
                </c:pt>
                <c:pt idx="20997">
                  <c:v>18.5</c:v>
                </c:pt>
                <c:pt idx="20998">
                  <c:v>21</c:v>
                </c:pt>
                <c:pt idx="20999">
                  <c:v>23</c:v>
                </c:pt>
                <c:pt idx="21000">
                  <c:v>22.5</c:v>
                </c:pt>
                <c:pt idx="21001">
                  <c:v>24.5</c:v>
                </c:pt>
                <c:pt idx="21002">
                  <c:v>25.5</c:v>
                </c:pt>
                <c:pt idx="21003">
                  <c:v>26</c:v>
                </c:pt>
                <c:pt idx="21004">
                  <c:v>26</c:v>
                </c:pt>
                <c:pt idx="21005">
                  <c:v>24.5</c:v>
                </c:pt>
                <c:pt idx="21006">
                  <c:v>22.5</c:v>
                </c:pt>
                <c:pt idx="21007">
                  <c:v>24.5</c:v>
                </c:pt>
                <c:pt idx="21008">
                  <c:v>26</c:v>
                </c:pt>
                <c:pt idx="21009">
                  <c:v>24.5</c:v>
                </c:pt>
                <c:pt idx="21010">
                  <c:v>24</c:v>
                </c:pt>
                <c:pt idx="21011">
                  <c:v>24.5</c:v>
                </c:pt>
                <c:pt idx="21012">
                  <c:v>25</c:v>
                </c:pt>
                <c:pt idx="21013">
                  <c:v>25.5</c:v>
                </c:pt>
                <c:pt idx="21014">
                  <c:v>26.5</c:v>
                </c:pt>
                <c:pt idx="21015">
                  <c:v>27</c:v>
                </c:pt>
                <c:pt idx="21016">
                  <c:v>27</c:v>
                </c:pt>
                <c:pt idx="21017">
                  <c:v>27</c:v>
                </c:pt>
                <c:pt idx="21018">
                  <c:v>26.5</c:v>
                </c:pt>
                <c:pt idx="21019">
                  <c:v>27.5</c:v>
                </c:pt>
                <c:pt idx="21020">
                  <c:v>28</c:v>
                </c:pt>
                <c:pt idx="21021">
                  <c:v>28</c:v>
                </c:pt>
                <c:pt idx="21022">
                  <c:v>26</c:v>
                </c:pt>
                <c:pt idx="21023">
                  <c:v>25</c:v>
                </c:pt>
                <c:pt idx="21024">
                  <c:v>26</c:v>
                </c:pt>
                <c:pt idx="21025">
                  <c:v>27.5</c:v>
                </c:pt>
                <c:pt idx="21026">
                  <c:v>27</c:v>
                </c:pt>
                <c:pt idx="21027">
                  <c:v>26.5</c:v>
                </c:pt>
                <c:pt idx="21028">
                  <c:v>27</c:v>
                </c:pt>
                <c:pt idx="21029">
                  <c:v>27.5</c:v>
                </c:pt>
                <c:pt idx="21030">
                  <c:v>28</c:v>
                </c:pt>
                <c:pt idx="21031">
                  <c:v>28.5</c:v>
                </c:pt>
                <c:pt idx="21032">
                  <c:v>30.5</c:v>
                </c:pt>
                <c:pt idx="21033">
                  <c:v>30.5</c:v>
                </c:pt>
                <c:pt idx="21034">
                  <c:v>29.5</c:v>
                </c:pt>
                <c:pt idx="21035">
                  <c:v>29</c:v>
                </c:pt>
                <c:pt idx="21036">
                  <c:v>29</c:v>
                </c:pt>
                <c:pt idx="21037">
                  <c:v>28.5</c:v>
                </c:pt>
                <c:pt idx="21038">
                  <c:v>28</c:v>
                </c:pt>
                <c:pt idx="21039">
                  <c:v>28.5</c:v>
                </c:pt>
                <c:pt idx="21040">
                  <c:v>29.5</c:v>
                </c:pt>
                <c:pt idx="21041">
                  <c:v>29.5</c:v>
                </c:pt>
                <c:pt idx="21042">
                  <c:v>30.5</c:v>
                </c:pt>
                <c:pt idx="21043">
                  <c:v>31.5</c:v>
                </c:pt>
                <c:pt idx="21044">
                  <c:v>32.5</c:v>
                </c:pt>
                <c:pt idx="21045">
                  <c:v>32.5</c:v>
                </c:pt>
                <c:pt idx="21046">
                  <c:v>31.5</c:v>
                </c:pt>
                <c:pt idx="21047">
                  <c:v>31.5</c:v>
                </c:pt>
                <c:pt idx="21048">
                  <c:v>30</c:v>
                </c:pt>
                <c:pt idx="21049">
                  <c:v>31.5</c:v>
                </c:pt>
                <c:pt idx="21050">
                  <c:v>32</c:v>
                </c:pt>
                <c:pt idx="21051">
                  <c:v>31</c:v>
                </c:pt>
                <c:pt idx="21052">
                  <c:v>29</c:v>
                </c:pt>
                <c:pt idx="21053">
                  <c:v>27.5</c:v>
                </c:pt>
                <c:pt idx="21054">
                  <c:v>21</c:v>
                </c:pt>
                <c:pt idx="21055">
                  <c:v>24.5</c:v>
                </c:pt>
                <c:pt idx="21056">
                  <c:v>25.5</c:v>
                </c:pt>
                <c:pt idx="21057">
                  <c:v>25.5</c:v>
                </c:pt>
                <c:pt idx="21058">
                  <c:v>25</c:v>
                </c:pt>
                <c:pt idx="21059">
                  <c:v>25.5</c:v>
                </c:pt>
                <c:pt idx="21060">
                  <c:v>26.5</c:v>
                </c:pt>
                <c:pt idx="21061">
                  <c:v>28</c:v>
                </c:pt>
                <c:pt idx="21062">
                  <c:v>28.5</c:v>
                </c:pt>
                <c:pt idx="21063">
                  <c:v>26</c:v>
                </c:pt>
                <c:pt idx="21064">
                  <c:v>25</c:v>
                </c:pt>
                <c:pt idx="21065">
                  <c:v>24.5</c:v>
                </c:pt>
                <c:pt idx="21066">
                  <c:v>24.5</c:v>
                </c:pt>
                <c:pt idx="21067">
                  <c:v>25</c:v>
                </c:pt>
                <c:pt idx="21068">
                  <c:v>25</c:v>
                </c:pt>
                <c:pt idx="21069">
                  <c:v>22</c:v>
                </c:pt>
                <c:pt idx="21070">
                  <c:v>23</c:v>
                </c:pt>
                <c:pt idx="21071">
                  <c:v>23.5</c:v>
                </c:pt>
                <c:pt idx="21072">
                  <c:v>20</c:v>
                </c:pt>
                <c:pt idx="21073">
                  <c:v>20.5</c:v>
                </c:pt>
                <c:pt idx="21074">
                  <c:v>22.5</c:v>
                </c:pt>
                <c:pt idx="21075">
                  <c:v>21.5</c:v>
                </c:pt>
                <c:pt idx="21076">
                  <c:v>20.5</c:v>
                </c:pt>
                <c:pt idx="21077">
                  <c:v>21</c:v>
                </c:pt>
                <c:pt idx="21078">
                  <c:v>22.5</c:v>
                </c:pt>
                <c:pt idx="21079">
                  <c:v>24</c:v>
                </c:pt>
                <c:pt idx="21080">
                  <c:v>22.5</c:v>
                </c:pt>
                <c:pt idx="21081">
                  <c:v>22.5</c:v>
                </c:pt>
                <c:pt idx="21082">
                  <c:v>23.5</c:v>
                </c:pt>
                <c:pt idx="21083">
                  <c:v>23.5</c:v>
                </c:pt>
                <c:pt idx="21084">
                  <c:v>23.5</c:v>
                </c:pt>
                <c:pt idx="21085">
                  <c:v>21</c:v>
                </c:pt>
                <c:pt idx="21086">
                  <c:v>20.5</c:v>
                </c:pt>
                <c:pt idx="21087">
                  <c:v>20</c:v>
                </c:pt>
                <c:pt idx="21088">
                  <c:v>18.5</c:v>
                </c:pt>
                <c:pt idx="21089">
                  <c:v>19</c:v>
                </c:pt>
                <c:pt idx="21090">
                  <c:v>18.5</c:v>
                </c:pt>
                <c:pt idx="21091">
                  <c:v>18</c:v>
                </c:pt>
                <c:pt idx="21092">
                  <c:v>16.5</c:v>
                </c:pt>
                <c:pt idx="21093">
                  <c:v>20.5</c:v>
                </c:pt>
                <c:pt idx="21094">
                  <c:v>22.5</c:v>
                </c:pt>
                <c:pt idx="21095">
                  <c:v>20.5</c:v>
                </c:pt>
                <c:pt idx="21096">
                  <c:v>18.5</c:v>
                </c:pt>
                <c:pt idx="21097">
                  <c:v>17</c:v>
                </c:pt>
                <c:pt idx="21098">
                  <c:v>18</c:v>
                </c:pt>
                <c:pt idx="21099">
                  <c:v>17.5</c:v>
                </c:pt>
                <c:pt idx="21100">
                  <c:v>16.5</c:v>
                </c:pt>
                <c:pt idx="21101">
                  <c:v>17</c:v>
                </c:pt>
                <c:pt idx="21102">
                  <c:v>17</c:v>
                </c:pt>
                <c:pt idx="21103">
                  <c:v>16</c:v>
                </c:pt>
                <c:pt idx="21104">
                  <c:v>14.5</c:v>
                </c:pt>
                <c:pt idx="21105">
                  <c:v>13</c:v>
                </c:pt>
                <c:pt idx="21106">
                  <c:v>12</c:v>
                </c:pt>
                <c:pt idx="21107">
                  <c:v>12.5</c:v>
                </c:pt>
                <c:pt idx="21108">
                  <c:v>12.5</c:v>
                </c:pt>
                <c:pt idx="21109">
                  <c:v>13.5</c:v>
                </c:pt>
                <c:pt idx="21110">
                  <c:v>15</c:v>
                </c:pt>
                <c:pt idx="21111">
                  <c:v>16</c:v>
                </c:pt>
                <c:pt idx="21112">
                  <c:v>16.5</c:v>
                </c:pt>
                <c:pt idx="21113">
                  <c:v>16.5</c:v>
                </c:pt>
                <c:pt idx="21114">
                  <c:v>15.5</c:v>
                </c:pt>
                <c:pt idx="21115">
                  <c:v>15.5</c:v>
                </c:pt>
                <c:pt idx="21116">
                  <c:v>15.5</c:v>
                </c:pt>
                <c:pt idx="21117">
                  <c:v>16</c:v>
                </c:pt>
                <c:pt idx="21118">
                  <c:v>15</c:v>
                </c:pt>
                <c:pt idx="21119">
                  <c:v>15</c:v>
                </c:pt>
                <c:pt idx="21120">
                  <c:v>14</c:v>
                </c:pt>
                <c:pt idx="21121">
                  <c:v>12.5</c:v>
                </c:pt>
                <c:pt idx="21122">
                  <c:v>13.5</c:v>
                </c:pt>
                <c:pt idx="21123">
                  <c:v>12.5</c:v>
                </c:pt>
                <c:pt idx="21124">
                  <c:v>12.5</c:v>
                </c:pt>
                <c:pt idx="21125">
                  <c:v>11</c:v>
                </c:pt>
                <c:pt idx="21126">
                  <c:v>10</c:v>
                </c:pt>
                <c:pt idx="21127">
                  <c:v>10</c:v>
                </c:pt>
                <c:pt idx="21128">
                  <c:v>9.5</c:v>
                </c:pt>
                <c:pt idx="21129">
                  <c:v>9</c:v>
                </c:pt>
                <c:pt idx="21130">
                  <c:v>9</c:v>
                </c:pt>
                <c:pt idx="21131">
                  <c:v>9</c:v>
                </c:pt>
                <c:pt idx="21132">
                  <c:v>9.5</c:v>
                </c:pt>
                <c:pt idx="21133">
                  <c:v>11.5</c:v>
                </c:pt>
                <c:pt idx="21134">
                  <c:v>9.5</c:v>
                </c:pt>
                <c:pt idx="21135">
                  <c:v>9.5</c:v>
                </c:pt>
                <c:pt idx="21136">
                  <c:v>10</c:v>
                </c:pt>
                <c:pt idx="21137">
                  <c:v>10</c:v>
                </c:pt>
                <c:pt idx="21138">
                  <c:v>10</c:v>
                </c:pt>
                <c:pt idx="21139">
                  <c:v>10</c:v>
                </c:pt>
                <c:pt idx="21140">
                  <c:v>10</c:v>
                </c:pt>
                <c:pt idx="21141">
                  <c:v>9.5</c:v>
                </c:pt>
                <c:pt idx="21142">
                  <c:v>11</c:v>
                </c:pt>
                <c:pt idx="21143">
                  <c:v>11.5</c:v>
                </c:pt>
                <c:pt idx="21144">
                  <c:v>12.5</c:v>
                </c:pt>
                <c:pt idx="21145">
                  <c:v>13.5</c:v>
                </c:pt>
                <c:pt idx="21146">
                  <c:v>14</c:v>
                </c:pt>
                <c:pt idx="21147">
                  <c:v>15</c:v>
                </c:pt>
                <c:pt idx="21148">
                  <c:v>14.5</c:v>
                </c:pt>
                <c:pt idx="21149">
                  <c:v>15</c:v>
                </c:pt>
                <c:pt idx="21150">
                  <c:v>14</c:v>
                </c:pt>
                <c:pt idx="21151">
                  <c:v>13</c:v>
                </c:pt>
                <c:pt idx="21152">
                  <c:v>12.5</c:v>
                </c:pt>
                <c:pt idx="21153">
                  <c:v>10.5</c:v>
                </c:pt>
                <c:pt idx="21154">
                  <c:v>9.5</c:v>
                </c:pt>
                <c:pt idx="21155">
                  <c:v>10</c:v>
                </c:pt>
                <c:pt idx="21156">
                  <c:v>9.5</c:v>
                </c:pt>
                <c:pt idx="21157">
                  <c:v>10.5</c:v>
                </c:pt>
                <c:pt idx="21158">
                  <c:v>9</c:v>
                </c:pt>
                <c:pt idx="21159">
                  <c:v>9.5</c:v>
                </c:pt>
                <c:pt idx="21160">
                  <c:v>11</c:v>
                </c:pt>
                <c:pt idx="21161">
                  <c:v>11.5</c:v>
                </c:pt>
                <c:pt idx="21162">
                  <c:v>10.5</c:v>
                </c:pt>
                <c:pt idx="21163">
                  <c:v>7.5</c:v>
                </c:pt>
                <c:pt idx="21164">
                  <c:v>6.5</c:v>
                </c:pt>
                <c:pt idx="21165">
                  <c:v>4</c:v>
                </c:pt>
                <c:pt idx="21166">
                  <c:v>2</c:v>
                </c:pt>
                <c:pt idx="21167">
                  <c:v>2.5</c:v>
                </c:pt>
                <c:pt idx="21168">
                  <c:v>2</c:v>
                </c:pt>
                <c:pt idx="21169">
                  <c:v>2.5</c:v>
                </c:pt>
                <c:pt idx="21170">
                  <c:v>2.5</c:v>
                </c:pt>
                <c:pt idx="21171">
                  <c:v>2.5</c:v>
                </c:pt>
                <c:pt idx="21172">
                  <c:v>1.5</c:v>
                </c:pt>
                <c:pt idx="21173">
                  <c:v>0.5</c:v>
                </c:pt>
                <c:pt idx="21174">
                  <c:v>0.5</c:v>
                </c:pt>
                <c:pt idx="21175">
                  <c:v>2</c:v>
                </c:pt>
                <c:pt idx="21176">
                  <c:v>3</c:v>
                </c:pt>
                <c:pt idx="21177">
                  <c:v>2.5</c:v>
                </c:pt>
                <c:pt idx="21178">
                  <c:v>1.5</c:v>
                </c:pt>
                <c:pt idx="21179">
                  <c:v>1.5</c:v>
                </c:pt>
                <c:pt idx="21180">
                  <c:v>2</c:v>
                </c:pt>
                <c:pt idx="21181">
                  <c:v>3</c:v>
                </c:pt>
                <c:pt idx="21182">
                  <c:v>1.5</c:v>
                </c:pt>
                <c:pt idx="21183">
                  <c:v>2.5</c:v>
                </c:pt>
                <c:pt idx="21184">
                  <c:v>4</c:v>
                </c:pt>
                <c:pt idx="21185">
                  <c:v>7.5</c:v>
                </c:pt>
                <c:pt idx="21186">
                  <c:v>6.5</c:v>
                </c:pt>
                <c:pt idx="21187">
                  <c:v>5.5</c:v>
                </c:pt>
                <c:pt idx="21188">
                  <c:v>4.5</c:v>
                </c:pt>
                <c:pt idx="21189">
                  <c:v>5.5</c:v>
                </c:pt>
                <c:pt idx="21190">
                  <c:v>6</c:v>
                </c:pt>
                <c:pt idx="21191">
                  <c:v>4.5</c:v>
                </c:pt>
                <c:pt idx="21192">
                  <c:v>5</c:v>
                </c:pt>
                <c:pt idx="21193">
                  <c:v>6</c:v>
                </c:pt>
                <c:pt idx="21194">
                  <c:v>7</c:v>
                </c:pt>
                <c:pt idx="21195">
                  <c:v>9.5</c:v>
                </c:pt>
                <c:pt idx="21196">
                  <c:v>9</c:v>
                </c:pt>
                <c:pt idx="21197">
                  <c:v>7</c:v>
                </c:pt>
                <c:pt idx="21198">
                  <c:v>6.5</c:v>
                </c:pt>
                <c:pt idx="21199">
                  <c:v>7</c:v>
                </c:pt>
                <c:pt idx="21200">
                  <c:v>8</c:v>
                </c:pt>
                <c:pt idx="21201">
                  <c:v>7</c:v>
                </c:pt>
                <c:pt idx="21202">
                  <c:v>7</c:v>
                </c:pt>
                <c:pt idx="21203">
                  <c:v>5.5</c:v>
                </c:pt>
                <c:pt idx="21204">
                  <c:v>4.5</c:v>
                </c:pt>
                <c:pt idx="21205">
                  <c:v>4</c:v>
                </c:pt>
                <c:pt idx="21206">
                  <c:v>2.5</c:v>
                </c:pt>
                <c:pt idx="21207">
                  <c:v>2</c:v>
                </c:pt>
                <c:pt idx="21208">
                  <c:v>1.5</c:v>
                </c:pt>
                <c:pt idx="21209">
                  <c:v>1.5</c:v>
                </c:pt>
                <c:pt idx="21210">
                  <c:v>2.5</c:v>
                </c:pt>
                <c:pt idx="21211">
                  <c:v>3</c:v>
                </c:pt>
                <c:pt idx="21212">
                  <c:v>2.5</c:v>
                </c:pt>
                <c:pt idx="21213">
                  <c:v>2</c:v>
                </c:pt>
                <c:pt idx="21214">
                  <c:v>1.5</c:v>
                </c:pt>
                <c:pt idx="21215">
                  <c:v>2</c:v>
                </c:pt>
                <c:pt idx="21216">
                  <c:v>3</c:v>
                </c:pt>
                <c:pt idx="21217">
                  <c:v>3</c:v>
                </c:pt>
                <c:pt idx="21218">
                  <c:v>3</c:v>
                </c:pt>
                <c:pt idx="21219">
                  <c:v>2</c:v>
                </c:pt>
                <c:pt idx="21220">
                  <c:v>-1</c:v>
                </c:pt>
                <c:pt idx="21221">
                  <c:v>-4</c:v>
                </c:pt>
                <c:pt idx="21222">
                  <c:v>-2</c:v>
                </c:pt>
                <c:pt idx="21223">
                  <c:v>1</c:v>
                </c:pt>
                <c:pt idx="21224">
                  <c:v>3</c:v>
                </c:pt>
                <c:pt idx="21225">
                  <c:v>4</c:v>
                </c:pt>
                <c:pt idx="21226">
                  <c:v>6.5</c:v>
                </c:pt>
                <c:pt idx="21227">
                  <c:v>5</c:v>
                </c:pt>
                <c:pt idx="21228">
                  <c:v>8.5</c:v>
                </c:pt>
                <c:pt idx="21229">
                  <c:v>8.5</c:v>
                </c:pt>
                <c:pt idx="21230">
                  <c:v>9.5</c:v>
                </c:pt>
                <c:pt idx="21231">
                  <c:v>10.5</c:v>
                </c:pt>
                <c:pt idx="21232">
                  <c:v>10.5</c:v>
                </c:pt>
                <c:pt idx="21233">
                  <c:v>9</c:v>
                </c:pt>
                <c:pt idx="21234">
                  <c:v>9</c:v>
                </c:pt>
                <c:pt idx="21235">
                  <c:v>9</c:v>
                </c:pt>
                <c:pt idx="21236">
                  <c:v>8</c:v>
                </c:pt>
                <c:pt idx="21237">
                  <c:v>9</c:v>
                </c:pt>
                <c:pt idx="21238">
                  <c:v>9</c:v>
                </c:pt>
                <c:pt idx="21239">
                  <c:v>7</c:v>
                </c:pt>
                <c:pt idx="21240">
                  <c:v>4.5</c:v>
                </c:pt>
                <c:pt idx="21241">
                  <c:v>3.5</c:v>
                </c:pt>
                <c:pt idx="21242">
                  <c:v>4.5</c:v>
                </c:pt>
                <c:pt idx="21243">
                  <c:v>5</c:v>
                </c:pt>
                <c:pt idx="21244">
                  <c:v>5</c:v>
                </c:pt>
                <c:pt idx="21245">
                  <c:v>3.5</c:v>
                </c:pt>
                <c:pt idx="21246">
                  <c:v>3.5</c:v>
                </c:pt>
                <c:pt idx="21247">
                  <c:v>4</c:v>
                </c:pt>
                <c:pt idx="21248">
                  <c:v>5.5</c:v>
                </c:pt>
                <c:pt idx="21249">
                  <c:v>8.5</c:v>
                </c:pt>
                <c:pt idx="21250">
                  <c:v>11</c:v>
                </c:pt>
                <c:pt idx="21251">
                  <c:v>9.5</c:v>
                </c:pt>
                <c:pt idx="21252">
                  <c:v>10.5</c:v>
                </c:pt>
                <c:pt idx="21253">
                  <c:v>12.5</c:v>
                </c:pt>
                <c:pt idx="21254">
                  <c:v>11.5</c:v>
                </c:pt>
                <c:pt idx="21255">
                  <c:v>9</c:v>
                </c:pt>
                <c:pt idx="21256">
                  <c:v>8.5</c:v>
                </c:pt>
                <c:pt idx="21257">
                  <c:v>10.5</c:v>
                </c:pt>
                <c:pt idx="21258">
                  <c:v>12.5</c:v>
                </c:pt>
                <c:pt idx="21259">
                  <c:v>13.5</c:v>
                </c:pt>
                <c:pt idx="21260">
                  <c:v>13</c:v>
                </c:pt>
                <c:pt idx="21261">
                  <c:v>12.5</c:v>
                </c:pt>
                <c:pt idx="21262">
                  <c:v>13.5</c:v>
                </c:pt>
                <c:pt idx="21263">
                  <c:v>13.5</c:v>
                </c:pt>
                <c:pt idx="21264">
                  <c:v>14.5</c:v>
                </c:pt>
                <c:pt idx="21265">
                  <c:v>15.5</c:v>
                </c:pt>
                <c:pt idx="21266">
                  <c:v>15</c:v>
                </c:pt>
                <c:pt idx="21267">
                  <c:v>13</c:v>
                </c:pt>
                <c:pt idx="21268">
                  <c:v>13.5</c:v>
                </c:pt>
                <c:pt idx="21269">
                  <c:v>15</c:v>
                </c:pt>
                <c:pt idx="21270">
                  <c:v>14</c:v>
                </c:pt>
                <c:pt idx="21271">
                  <c:v>16</c:v>
                </c:pt>
                <c:pt idx="21272">
                  <c:v>14</c:v>
                </c:pt>
                <c:pt idx="21273">
                  <c:v>12.5</c:v>
                </c:pt>
                <c:pt idx="21274">
                  <c:v>10.5</c:v>
                </c:pt>
                <c:pt idx="21275">
                  <c:v>9.5</c:v>
                </c:pt>
                <c:pt idx="21276">
                  <c:v>13</c:v>
                </c:pt>
                <c:pt idx="21277">
                  <c:v>13.5</c:v>
                </c:pt>
                <c:pt idx="21278">
                  <c:v>12.5</c:v>
                </c:pt>
                <c:pt idx="21279">
                  <c:v>12</c:v>
                </c:pt>
                <c:pt idx="21280">
                  <c:v>11.5</c:v>
                </c:pt>
                <c:pt idx="21281">
                  <c:v>10</c:v>
                </c:pt>
                <c:pt idx="21282">
                  <c:v>10</c:v>
                </c:pt>
                <c:pt idx="21283">
                  <c:v>9</c:v>
                </c:pt>
                <c:pt idx="21284">
                  <c:v>12</c:v>
                </c:pt>
                <c:pt idx="21285">
                  <c:v>12.5</c:v>
                </c:pt>
                <c:pt idx="21286">
                  <c:v>12</c:v>
                </c:pt>
                <c:pt idx="21287">
                  <c:v>12</c:v>
                </c:pt>
                <c:pt idx="21288">
                  <c:v>12.5</c:v>
                </c:pt>
                <c:pt idx="21289">
                  <c:v>12.5</c:v>
                </c:pt>
                <c:pt idx="21290">
                  <c:v>14</c:v>
                </c:pt>
                <c:pt idx="21291">
                  <c:v>16.5</c:v>
                </c:pt>
                <c:pt idx="21292">
                  <c:v>15.5</c:v>
                </c:pt>
                <c:pt idx="21293">
                  <c:v>14</c:v>
                </c:pt>
                <c:pt idx="21294">
                  <c:v>15.5</c:v>
                </c:pt>
                <c:pt idx="21295">
                  <c:v>17.5</c:v>
                </c:pt>
                <c:pt idx="21296">
                  <c:v>19.5</c:v>
                </c:pt>
                <c:pt idx="21297">
                  <c:v>20.5</c:v>
                </c:pt>
                <c:pt idx="21298">
                  <c:v>19.5</c:v>
                </c:pt>
                <c:pt idx="21299">
                  <c:v>19.5</c:v>
                </c:pt>
                <c:pt idx="21300">
                  <c:v>19.5</c:v>
                </c:pt>
                <c:pt idx="21301">
                  <c:v>18</c:v>
                </c:pt>
                <c:pt idx="21302">
                  <c:v>15.5</c:v>
                </c:pt>
                <c:pt idx="21303">
                  <c:v>16</c:v>
                </c:pt>
                <c:pt idx="21304">
                  <c:v>15</c:v>
                </c:pt>
                <c:pt idx="21305">
                  <c:v>18.5</c:v>
                </c:pt>
                <c:pt idx="21306">
                  <c:v>18.5</c:v>
                </c:pt>
                <c:pt idx="21307">
                  <c:v>18.5</c:v>
                </c:pt>
                <c:pt idx="21308">
                  <c:v>18.5</c:v>
                </c:pt>
                <c:pt idx="21309">
                  <c:v>18</c:v>
                </c:pt>
                <c:pt idx="21310">
                  <c:v>19.5</c:v>
                </c:pt>
                <c:pt idx="21311">
                  <c:v>18.5</c:v>
                </c:pt>
                <c:pt idx="21312">
                  <c:v>20</c:v>
                </c:pt>
                <c:pt idx="21313">
                  <c:v>19</c:v>
                </c:pt>
                <c:pt idx="21314">
                  <c:v>17.5</c:v>
                </c:pt>
                <c:pt idx="21315">
                  <c:v>18</c:v>
                </c:pt>
                <c:pt idx="21316">
                  <c:v>17</c:v>
                </c:pt>
                <c:pt idx="21317">
                  <c:v>17</c:v>
                </c:pt>
                <c:pt idx="21318">
                  <c:v>19</c:v>
                </c:pt>
                <c:pt idx="21319">
                  <c:v>20</c:v>
                </c:pt>
                <c:pt idx="21320">
                  <c:v>21</c:v>
                </c:pt>
                <c:pt idx="21321">
                  <c:v>22</c:v>
                </c:pt>
                <c:pt idx="21322">
                  <c:v>19</c:v>
                </c:pt>
                <c:pt idx="21323">
                  <c:v>21</c:v>
                </c:pt>
                <c:pt idx="21324">
                  <c:v>22.5</c:v>
                </c:pt>
                <c:pt idx="21325">
                  <c:v>23</c:v>
                </c:pt>
                <c:pt idx="21326">
                  <c:v>24</c:v>
                </c:pt>
                <c:pt idx="21327">
                  <c:v>25.5</c:v>
                </c:pt>
                <c:pt idx="21328">
                  <c:v>26.5</c:v>
                </c:pt>
                <c:pt idx="21329">
                  <c:v>25</c:v>
                </c:pt>
                <c:pt idx="21330">
                  <c:v>22.5</c:v>
                </c:pt>
                <c:pt idx="21331">
                  <c:v>23</c:v>
                </c:pt>
                <c:pt idx="21332">
                  <c:v>23.5</c:v>
                </c:pt>
                <c:pt idx="21333">
                  <c:v>22</c:v>
                </c:pt>
                <c:pt idx="21334">
                  <c:v>22.5</c:v>
                </c:pt>
                <c:pt idx="21335">
                  <c:v>22.5</c:v>
                </c:pt>
                <c:pt idx="21336">
                  <c:v>21.5</c:v>
                </c:pt>
                <c:pt idx="21337">
                  <c:v>15</c:v>
                </c:pt>
                <c:pt idx="21338">
                  <c:v>18.5</c:v>
                </c:pt>
                <c:pt idx="21339">
                  <c:v>22</c:v>
                </c:pt>
                <c:pt idx="21340">
                  <c:v>24</c:v>
                </c:pt>
                <c:pt idx="21341">
                  <c:v>23.5</c:v>
                </c:pt>
                <c:pt idx="21342">
                  <c:v>24</c:v>
                </c:pt>
                <c:pt idx="21343">
                  <c:v>23.5</c:v>
                </c:pt>
                <c:pt idx="21344">
                  <c:v>25</c:v>
                </c:pt>
                <c:pt idx="21345">
                  <c:v>25.5</c:v>
                </c:pt>
                <c:pt idx="21346">
                  <c:v>24.5</c:v>
                </c:pt>
                <c:pt idx="21347">
                  <c:v>24.5</c:v>
                </c:pt>
                <c:pt idx="21348">
                  <c:v>25</c:v>
                </c:pt>
                <c:pt idx="21349">
                  <c:v>24</c:v>
                </c:pt>
                <c:pt idx="21350">
                  <c:v>23.5</c:v>
                </c:pt>
                <c:pt idx="21351">
                  <c:v>24.5</c:v>
                </c:pt>
                <c:pt idx="21352">
                  <c:v>26</c:v>
                </c:pt>
                <c:pt idx="21353">
                  <c:v>27.5</c:v>
                </c:pt>
                <c:pt idx="21354">
                  <c:v>28</c:v>
                </c:pt>
                <c:pt idx="21355">
                  <c:v>28.5</c:v>
                </c:pt>
                <c:pt idx="21356">
                  <c:v>27</c:v>
                </c:pt>
                <c:pt idx="21357">
                  <c:v>22</c:v>
                </c:pt>
                <c:pt idx="21358">
                  <c:v>23.5</c:v>
                </c:pt>
                <c:pt idx="21359">
                  <c:v>27.5</c:v>
                </c:pt>
                <c:pt idx="21360">
                  <c:v>26.5</c:v>
                </c:pt>
                <c:pt idx="21361">
                  <c:v>23.5</c:v>
                </c:pt>
                <c:pt idx="21362">
                  <c:v>24.5</c:v>
                </c:pt>
                <c:pt idx="21363">
                  <c:v>27</c:v>
                </c:pt>
                <c:pt idx="21364">
                  <c:v>25.5</c:v>
                </c:pt>
                <c:pt idx="21365">
                  <c:v>25</c:v>
                </c:pt>
                <c:pt idx="21366">
                  <c:v>25</c:v>
                </c:pt>
                <c:pt idx="21367">
                  <c:v>26</c:v>
                </c:pt>
                <c:pt idx="21368">
                  <c:v>27</c:v>
                </c:pt>
                <c:pt idx="21369">
                  <c:v>27.5</c:v>
                </c:pt>
                <c:pt idx="21370">
                  <c:v>27.5</c:v>
                </c:pt>
                <c:pt idx="21371">
                  <c:v>25.5</c:v>
                </c:pt>
                <c:pt idx="21372">
                  <c:v>26</c:v>
                </c:pt>
                <c:pt idx="21373">
                  <c:v>27</c:v>
                </c:pt>
                <c:pt idx="21374">
                  <c:v>27</c:v>
                </c:pt>
                <c:pt idx="21375">
                  <c:v>28</c:v>
                </c:pt>
                <c:pt idx="21376">
                  <c:v>29.5</c:v>
                </c:pt>
                <c:pt idx="21377">
                  <c:v>30.5</c:v>
                </c:pt>
                <c:pt idx="21378">
                  <c:v>27.5</c:v>
                </c:pt>
                <c:pt idx="21379">
                  <c:v>26.5</c:v>
                </c:pt>
                <c:pt idx="21380">
                  <c:v>28.5</c:v>
                </c:pt>
                <c:pt idx="21381">
                  <c:v>30.5</c:v>
                </c:pt>
                <c:pt idx="21382">
                  <c:v>31.5</c:v>
                </c:pt>
                <c:pt idx="21383">
                  <c:v>32.5</c:v>
                </c:pt>
                <c:pt idx="21384">
                  <c:v>33</c:v>
                </c:pt>
                <c:pt idx="21385">
                  <c:v>33.5</c:v>
                </c:pt>
                <c:pt idx="21386">
                  <c:v>34.5</c:v>
                </c:pt>
                <c:pt idx="21387">
                  <c:v>32.5</c:v>
                </c:pt>
                <c:pt idx="21388">
                  <c:v>29</c:v>
                </c:pt>
                <c:pt idx="21389">
                  <c:v>28</c:v>
                </c:pt>
                <c:pt idx="21390">
                  <c:v>26.5</c:v>
                </c:pt>
                <c:pt idx="21391">
                  <c:v>28</c:v>
                </c:pt>
                <c:pt idx="21392">
                  <c:v>28.5</c:v>
                </c:pt>
                <c:pt idx="21393">
                  <c:v>30</c:v>
                </c:pt>
                <c:pt idx="21394">
                  <c:v>29.5</c:v>
                </c:pt>
                <c:pt idx="21395">
                  <c:v>29.5</c:v>
                </c:pt>
                <c:pt idx="21396">
                  <c:v>27.5</c:v>
                </c:pt>
                <c:pt idx="21397">
                  <c:v>28.5</c:v>
                </c:pt>
                <c:pt idx="21398">
                  <c:v>27.5</c:v>
                </c:pt>
                <c:pt idx="21399">
                  <c:v>27.5</c:v>
                </c:pt>
                <c:pt idx="21400">
                  <c:v>29</c:v>
                </c:pt>
                <c:pt idx="21401">
                  <c:v>31.5</c:v>
                </c:pt>
                <c:pt idx="21402">
                  <c:v>32.5</c:v>
                </c:pt>
                <c:pt idx="21403">
                  <c:v>33</c:v>
                </c:pt>
                <c:pt idx="21404">
                  <c:v>33</c:v>
                </c:pt>
                <c:pt idx="21405">
                  <c:v>34</c:v>
                </c:pt>
                <c:pt idx="21406">
                  <c:v>30.5</c:v>
                </c:pt>
                <c:pt idx="21407">
                  <c:v>26.5</c:v>
                </c:pt>
                <c:pt idx="21408">
                  <c:v>28</c:v>
                </c:pt>
                <c:pt idx="21409">
                  <c:v>30.5</c:v>
                </c:pt>
                <c:pt idx="21410">
                  <c:v>31</c:v>
                </c:pt>
                <c:pt idx="21411">
                  <c:v>26</c:v>
                </c:pt>
                <c:pt idx="21412">
                  <c:v>27.5</c:v>
                </c:pt>
                <c:pt idx="21413">
                  <c:v>27.5</c:v>
                </c:pt>
                <c:pt idx="21414">
                  <c:v>30.5</c:v>
                </c:pt>
                <c:pt idx="21415">
                  <c:v>32</c:v>
                </c:pt>
                <c:pt idx="21416">
                  <c:v>29.5</c:v>
                </c:pt>
                <c:pt idx="21417">
                  <c:v>30.5</c:v>
                </c:pt>
                <c:pt idx="21418">
                  <c:v>31</c:v>
                </c:pt>
                <c:pt idx="21419">
                  <c:v>31</c:v>
                </c:pt>
                <c:pt idx="21420">
                  <c:v>30.5</c:v>
                </c:pt>
                <c:pt idx="21421">
                  <c:v>31</c:v>
                </c:pt>
                <c:pt idx="21422">
                  <c:v>32.5</c:v>
                </c:pt>
                <c:pt idx="21423">
                  <c:v>33</c:v>
                </c:pt>
                <c:pt idx="21424">
                  <c:v>33</c:v>
                </c:pt>
                <c:pt idx="21425">
                  <c:v>32</c:v>
                </c:pt>
                <c:pt idx="21426">
                  <c:v>32</c:v>
                </c:pt>
                <c:pt idx="21427">
                  <c:v>33</c:v>
                </c:pt>
                <c:pt idx="21428">
                  <c:v>29</c:v>
                </c:pt>
                <c:pt idx="21429">
                  <c:v>28.5</c:v>
                </c:pt>
                <c:pt idx="21430">
                  <c:v>28</c:v>
                </c:pt>
                <c:pt idx="21431">
                  <c:v>27.5</c:v>
                </c:pt>
                <c:pt idx="21432">
                  <c:v>27.5</c:v>
                </c:pt>
                <c:pt idx="21433">
                  <c:v>27</c:v>
                </c:pt>
                <c:pt idx="21434">
                  <c:v>28.5</c:v>
                </c:pt>
                <c:pt idx="21435">
                  <c:v>28</c:v>
                </c:pt>
                <c:pt idx="21436">
                  <c:v>26.5</c:v>
                </c:pt>
                <c:pt idx="21437">
                  <c:v>26</c:v>
                </c:pt>
                <c:pt idx="21438">
                  <c:v>26.5</c:v>
                </c:pt>
                <c:pt idx="21439">
                  <c:v>26.5</c:v>
                </c:pt>
                <c:pt idx="21440">
                  <c:v>27</c:v>
                </c:pt>
                <c:pt idx="21441">
                  <c:v>28</c:v>
                </c:pt>
                <c:pt idx="21442">
                  <c:v>27</c:v>
                </c:pt>
                <c:pt idx="21443">
                  <c:v>28.5</c:v>
                </c:pt>
                <c:pt idx="21444">
                  <c:v>27.5</c:v>
                </c:pt>
                <c:pt idx="21445">
                  <c:v>26</c:v>
                </c:pt>
                <c:pt idx="21446">
                  <c:v>24.5</c:v>
                </c:pt>
                <c:pt idx="21447">
                  <c:v>25</c:v>
                </c:pt>
                <c:pt idx="21448">
                  <c:v>25.5</c:v>
                </c:pt>
                <c:pt idx="21449">
                  <c:v>25.5</c:v>
                </c:pt>
                <c:pt idx="21450">
                  <c:v>23</c:v>
                </c:pt>
                <c:pt idx="21451">
                  <c:v>22</c:v>
                </c:pt>
                <c:pt idx="21452">
                  <c:v>22.5</c:v>
                </c:pt>
                <c:pt idx="21453">
                  <c:v>22.5</c:v>
                </c:pt>
                <c:pt idx="21454">
                  <c:v>21.5</c:v>
                </c:pt>
                <c:pt idx="21455">
                  <c:v>20</c:v>
                </c:pt>
                <c:pt idx="21456">
                  <c:v>18</c:v>
                </c:pt>
                <c:pt idx="21457">
                  <c:v>19.5</c:v>
                </c:pt>
                <c:pt idx="21458">
                  <c:v>18.5</c:v>
                </c:pt>
                <c:pt idx="21459">
                  <c:v>16.5</c:v>
                </c:pt>
                <c:pt idx="21460">
                  <c:v>18.5</c:v>
                </c:pt>
                <c:pt idx="21461">
                  <c:v>18.5</c:v>
                </c:pt>
                <c:pt idx="21462">
                  <c:v>17</c:v>
                </c:pt>
                <c:pt idx="21463">
                  <c:v>16</c:v>
                </c:pt>
                <c:pt idx="21464">
                  <c:v>16</c:v>
                </c:pt>
                <c:pt idx="21465">
                  <c:v>19</c:v>
                </c:pt>
                <c:pt idx="21466">
                  <c:v>17</c:v>
                </c:pt>
                <c:pt idx="21467">
                  <c:v>17.5</c:v>
                </c:pt>
                <c:pt idx="21468">
                  <c:v>17.5</c:v>
                </c:pt>
                <c:pt idx="21469">
                  <c:v>17.5</c:v>
                </c:pt>
                <c:pt idx="21470">
                  <c:v>17</c:v>
                </c:pt>
                <c:pt idx="21471">
                  <c:v>16</c:v>
                </c:pt>
                <c:pt idx="21472">
                  <c:v>16.5</c:v>
                </c:pt>
                <c:pt idx="21473">
                  <c:v>17.5</c:v>
                </c:pt>
                <c:pt idx="21474">
                  <c:v>16</c:v>
                </c:pt>
                <c:pt idx="21475">
                  <c:v>18</c:v>
                </c:pt>
                <c:pt idx="21476">
                  <c:v>16.5</c:v>
                </c:pt>
                <c:pt idx="21477">
                  <c:v>17.5</c:v>
                </c:pt>
                <c:pt idx="21478">
                  <c:v>11.5</c:v>
                </c:pt>
                <c:pt idx="21479">
                  <c:v>11</c:v>
                </c:pt>
                <c:pt idx="21480">
                  <c:v>11.5</c:v>
                </c:pt>
                <c:pt idx="21481">
                  <c:v>12.5</c:v>
                </c:pt>
                <c:pt idx="21482">
                  <c:v>12.5</c:v>
                </c:pt>
                <c:pt idx="21483">
                  <c:v>12.5</c:v>
                </c:pt>
                <c:pt idx="21484">
                  <c:v>14</c:v>
                </c:pt>
                <c:pt idx="21485">
                  <c:v>15.5</c:v>
                </c:pt>
                <c:pt idx="21486">
                  <c:v>18.5</c:v>
                </c:pt>
                <c:pt idx="21487">
                  <c:v>16</c:v>
                </c:pt>
                <c:pt idx="21488">
                  <c:v>13</c:v>
                </c:pt>
                <c:pt idx="21489">
                  <c:v>12.5</c:v>
                </c:pt>
                <c:pt idx="21490">
                  <c:v>12</c:v>
                </c:pt>
                <c:pt idx="21491">
                  <c:v>11.5</c:v>
                </c:pt>
                <c:pt idx="21492">
                  <c:v>11</c:v>
                </c:pt>
                <c:pt idx="21493">
                  <c:v>10</c:v>
                </c:pt>
                <c:pt idx="21494">
                  <c:v>8.5</c:v>
                </c:pt>
                <c:pt idx="21495">
                  <c:v>11</c:v>
                </c:pt>
                <c:pt idx="21496">
                  <c:v>12</c:v>
                </c:pt>
                <c:pt idx="21497">
                  <c:v>11.5</c:v>
                </c:pt>
                <c:pt idx="21498">
                  <c:v>10</c:v>
                </c:pt>
                <c:pt idx="21499">
                  <c:v>9.5</c:v>
                </c:pt>
                <c:pt idx="21500">
                  <c:v>9</c:v>
                </c:pt>
                <c:pt idx="21501">
                  <c:v>8.5</c:v>
                </c:pt>
                <c:pt idx="21502">
                  <c:v>9.5</c:v>
                </c:pt>
                <c:pt idx="21503">
                  <c:v>11</c:v>
                </c:pt>
                <c:pt idx="21504">
                  <c:v>9</c:v>
                </c:pt>
                <c:pt idx="21505">
                  <c:v>7</c:v>
                </c:pt>
                <c:pt idx="21506">
                  <c:v>8</c:v>
                </c:pt>
                <c:pt idx="21507">
                  <c:v>10.5</c:v>
                </c:pt>
                <c:pt idx="21508">
                  <c:v>10</c:v>
                </c:pt>
                <c:pt idx="21509">
                  <c:v>10</c:v>
                </c:pt>
                <c:pt idx="21510">
                  <c:v>11</c:v>
                </c:pt>
                <c:pt idx="21511">
                  <c:v>11</c:v>
                </c:pt>
                <c:pt idx="21512">
                  <c:v>9.5</c:v>
                </c:pt>
                <c:pt idx="21513">
                  <c:v>9.5</c:v>
                </c:pt>
                <c:pt idx="21514">
                  <c:v>9</c:v>
                </c:pt>
                <c:pt idx="21515">
                  <c:v>10.5</c:v>
                </c:pt>
                <c:pt idx="21516">
                  <c:v>10.5</c:v>
                </c:pt>
                <c:pt idx="21517">
                  <c:v>12</c:v>
                </c:pt>
                <c:pt idx="21518">
                  <c:v>16</c:v>
                </c:pt>
                <c:pt idx="21519">
                  <c:v>12.5</c:v>
                </c:pt>
                <c:pt idx="21520">
                  <c:v>12.5</c:v>
                </c:pt>
                <c:pt idx="21521">
                  <c:v>13</c:v>
                </c:pt>
                <c:pt idx="21522">
                  <c:v>12.5</c:v>
                </c:pt>
                <c:pt idx="21523">
                  <c:v>9</c:v>
                </c:pt>
                <c:pt idx="21524">
                  <c:v>7</c:v>
                </c:pt>
                <c:pt idx="21525">
                  <c:v>8.5</c:v>
                </c:pt>
                <c:pt idx="21526">
                  <c:v>12</c:v>
                </c:pt>
                <c:pt idx="21527">
                  <c:v>9.5</c:v>
                </c:pt>
                <c:pt idx="21528">
                  <c:v>8.5</c:v>
                </c:pt>
                <c:pt idx="21529">
                  <c:v>7</c:v>
                </c:pt>
                <c:pt idx="21530">
                  <c:v>7.5</c:v>
                </c:pt>
                <c:pt idx="21531">
                  <c:v>7.5</c:v>
                </c:pt>
                <c:pt idx="21532">
                  <c:v>7</c:v>
                </c:pt>
                <c:pt idx="21533">
                  <c:v>6.5</c:v>
                </c:pt>
                <c:pt idx="21534">
                  <c:v>7.5</c:v>
                </c:pt>
                <c:pt idx="21535">
                  <c:v>9</c:v>
                </c:pt>
                <c:pt idx="21536">
                  <c:v>10</c:v>
                </c:pt>
                <c:pt idx="21537">
                  <c:v>8.5</c:v>
                </c:pt>
                <c:pt idx="21538">
                  <c:v>5.5</c:v>
                </c:pt>
                <c:pt idx="21539">
                  <c:v>5.5</c:v>
                </c:pt>
                <c:pt idx="21540">
                  <c:v>5</c:v>
                </c:pt>
                <c:pt idx="21541">
                  <c:v>5.5</c:v>
                </c:pt>
                <c:pt idx="21542">
                  <c:v>6.5</c:v>
                </c:pt>
                <c:pt idx="21543">
                  <c:v>4</c:v>
                </c:pt>
                <c:pt idx="21544">
                  <c:v>3.5</c:v>
                </c:pt>
                <c:pt idx="21545">
                  <c:v>4</c:v>
                </c:pt>
                <c:pt idx="21546">
                  <c:v>5.5</c:v>
                </c:pt>
                <c:pt idx="21547">
                  <c:v>6</c:v>
                </c:pt>
                <c:pt idx="21548">
                  <c:v>7</c:v>
                </c:pt>
                <c:pt idx="21549">
                  <c:v>8</c:v>
                </c:pt>
                <c:pt idx="21550">
                  <c:v>7.5</c:v>
                </c:pt>
                <c:pt idx="21551">
                  <c:v>5</c:v>
                </c:pt>
                <c:pt idx="21552">
                  <c:v>4</c:v>
                </c:pt>
                <c:pt idx="21553">
                  <c:v>4.5</c:v>
                </c:pt>
                <c:pt idx="21554">
                  <c:v>4</c:v>
                </c:pt>
                <c:pt idx="21555">
                  <c:v>2.5</c:v>
                </c:pt>
                <c:pt idx="21556">
                  <c:v>2.5</c:v>
                </c:pt>
                <c:pt idx="21557">
                  <c:v>4</c:v>
                </c:pt>
                <c:pt idx="21558">
                  <c:v>4.5</c:v>
                </c:pt>
                <c:pt idx="21559">
                  <c:v>3.5</c:v>
                </c:pt>
                <c:pt idx="21560">
                  <c:v>5</c:v>
                </c:pt>
                <c:pt idx="21561">
                  <c:v>4</c:v>
                </c:pt>
                <c:pt idx="21562">
                  <c:v>3</c:v>
                </c:pt>
                <c:pt idx="21563">
                  <c:v>3</c:v>
                </c:pt>
                <c:pt idx="21564">
                  <c:v>3</c:v>
                </c:pt>
                <c:pt idx="21565">
                  <c:v>2</c:v>
                </c:pt>
                <c:pt idx="21566">
                  <c:v>2</c:v>
                </c:pt>
                <c:pt idx="21567">
                  <c:v>2</c:v>
                </c:pt>
                <c:pt idx="21568">
                  <c:v>2</c:v>
                </c:pt>
                <c:pt idx="21569">
                  <c:v>2.5</c:v>
                </c:pt>
                <c:pt idx="21570">
                  <c:v>1</c:v>
                </c:pt>
                <c:pt idx="21571">
                  <c:v>-1</c:v>
                </c:pt>
                <c:pt idx="21572">
                  <c:v>-1</c:v>
                </c:pt>
                <c:pt idx="21573">
                  <c:v>-1.5</c:v>
                </c:pt>
                <c:pt idx="21574">
                  <c:v>1.5</c:v>
                </c:pt>
                <c:pt idx="21575">
                  <c:v>2.5</c:v>
                </c:pt>
                <c:pt idx="21576">
                  <c:v>2.5</c:v>
                </c:pt>
                <c:pt idx="21577">
                  <c:v>2.5</c:v>
                </c:pt>
                <c:pt idx="21578">
                  <c:v>1</c:v>
                </c:pt>
                <c:pt idx="21579">
                  <c:v>1</c:v>
                </c:pt>
                <c:pt idx="21580">
                  <c:v>2.5</c:v>
                </c:pt>
                <c:pt idx="21581">
                  <c:v>2.5</c:v>
                </c:pt>
                <c:pt idx="21582">
                  <c:v>2.5</c:v>
                </c:pt>
                <c:pt idx="21583">
                  <c:v>4</c:v>
                </c:pt>
                <c:pt idx="21584">
                  <c:v>6</c:v>
                </c:pt>
                <c:pt idx="21585">
                  <c:v>9</c:v>
                </c:pt>
                <c:pt idx="21586">
                  <c:v>7</c:v>
                </c:pt>
                <c:pt idx="21587">
                  <c:v>7</c:v>
                </c:pt>
                <c:pt idx="21588">
                  <c:v>8.5</c:v>
                </c:pt>
                <c:pt idx="21589">
                  <c:v>9</c:v>
                </c:pt>
                <c:pt idx="21590">
                  <c:v>8.5</c:v>
                </c:pt>
                <c:pt idx="21591">
                  <c:v>5.5</c:v>
                </c:pt>
                <c:pt idx="21592">
                  <c:v>4</c:v>
                </c:pt>
                <c:pt idx="21593">
                  <c:v>2.5</c:v>
                </c:pt>
                <c:pt idx="21594">
                  <c:v>2.5</c:v>
                </c:pt>
                <c:pt idx="21595">
                  <c:v>2.5</c:v>
                </c:pt>
                <c:pt idx="21596">
                  <c:v>2.5</c:v>
                </c:pt>
                <c:pt idx="21597">
                  <c:v>4.5</c:v>
                </c:pt>
                <c:pt idx="21598">
                  <c:v>6</c:v>
                </c:pt>
                <c:pt idx="21599">
                  <c:v>6</c:v>
                </c:pt>
                <c:pt idx="21600">
                  <c:v>7.5</c:v>
                </c:pt>
                <c:pt idx="21601">
                  <c:v>9</c:v>
                </c:pt>
                <c:pt idx="21602">
                  <c:v>5.5</c:v>
                </c:pt>
                <c:pt idx="21603">
                  <c:v>3.5</c:v>
                </c:pt>
                <c:pt idx="21604">
                  <c:v>3.5</c:v>
                </c:pt>
                <c:pt idx="21605">
                  <c:v>5</c:v>
                </c:pt>
                <c:pt idx="21606">
                  <c:v>6.5</c:v>
                </c:pt>
                <c:pt idx="21607">
                  <c:v>8.5</c:v>
                </c:pt>
                <c:pt idx="21608">
                  <c:v>8</c:v>
                </c:pt>
                <c:pt idx="21609">
                  <c:v>7.5</c:v>
                </c:pt>
                <c:pt idx="21610">
                  <c:v>9.5</c:v>
                </c:pt>
                <c:pt idx="21611">
                  <c:v>10.5</c:v>
                </c:pt>
                <c:pt idx="21612">
                  <c:v>10.5</c:v>
                </c:pt>
                <c:pt idx="21613">
                  <c:v>12</c:v>
                </c:pt>
                <c:pt idx="21614">
                  <c:v>12.5</c:v>
                </c:pt>
                <c:pt idx="21615">
                  <c:v>14</c:v>
                </c:pt>
                <c:pt idx="21616">
                  <c:v>12.5</c:v>
                </c:pt>
                <c:pt idx="21617">
                  <c:v>12</c:v>
                </c:pt>
                <c:pt idx="21618">
                  <c:v>13</c:v>
                </c:pt>
                <c:pt idx="21619">
                  <c:v>14</c:v>
                </c:pt>
                <c:pt idx="21620">
                  <c:v>15</c:v>
                </c:pt>
                <c:pt idx="21621">
                  <c:v>11.5</c:v>
                </c:pt>
                <c:pt idx="21622">
                  <c:v>9.5</c:v>
                </c:pt>
                <c:pt idx="21623">
                  <c:v>9.5</c:v>
                </c:pt>
                <c:pt idx="21624">
                  <c:v>6.5</c:v>
                </c:pt>
                <c:pt idx="21625">
                  <c:v>6.5</c:v>
                </c:pt>
                <c:pt idx="21626">
                  <c:v>8.5</c:v>
                </c:pt>
                <c:pt idx="21627">
                  <c:v>8.5</c:v>
                </c:pt>
                <c:pt idx="21628">
                  <c:v>8</c:v>
                </c:pt>
                <c:pt idx="21629">
                  <c:v>9</c:v>
                </c:pt>
                <c:pt idx="21630">
                  <c:v>11</c:v>
                </c:pt>
                <c:pt idx="21631">
                  <c:v>11.5</c:v>
                </c:pt>
                <c:pt idx="21632">
                  <c:v>12</c:v>
                </c:pt>
                <c:pt idx="21633">
                  <c:v>14</c:v>
                </c:pt>
                <c:pt idx="21634">
                  <c:v>13.5</c:v>
                </c:pt>
                <c:pt idx="21635">
                  <c:v>14.5</c:v>
                </c:pt>
                <c:pt idx="21636">
                  <c:v>15.5</c:v>
                </c:pt>
                <c:pt idx="21637">
                  <c:v>12.5</c:v>
                </c:pt>
                <c:pt idx="21638">
                  <c:v>13.5</c:v>
                </c:pt>
                <c:pt idx="21639">
                  <c:v>15.5</c:v>
                </c:pt>
                <c:pt idx="21640">
                  <c:v>13</c:v>
                </c:pt>
                <c:pt idx="21641">
                  <c:v>14</c:v>
                </c:pt>
                <c:pt idx="21642">
                  <c:v>13.5</c:v>
                </c:pt>
                <c:pt idx="21643">
                  <c:v>15</c:v>
                </c:pt>
                <c:pt idx="21644">
                  <c:v>15</c:v>
                </c:pt>
                <c:pt idx="21645">
                  <c:v>15</c:v>
                </c:pt>
                <c:pt idx="21646">
                  <c:v>14.5</c:v>
                </c:pt>
                <c:pt idx="21647">
                  <c:v>15.5</c:v>
                </c:pt>
                <c:pt idx="21648">
                  <c:v>15</c:v>
                </c:pt>
                <c:pt idx="21649">
                  <c:v>14.5</c:v>
                </c:pt>
                <c:pt idx="21650">
                  <c:v>13</c:v>
                </c:pt>
                <c:pt idx="21651">
                  <c:v>12.5</c:v>
                </c:pt>
                <c:pt idx="21652">
                  <c:v>13</c:v>
                </c:pt>
                <c:pt idx="21653">
                  <c:v>13</c:v>
                </c:pt>
                <c:pt idx="21654">
                  <c:v>13.5</c:v>
                </c:pt>
                <c:pt idx="21655">
                  <c:v>14</c:v>
                </c:pt>
                <c:pt idx="21656">
                  <c:v>16.5</c:v>
                </c:pt>
                <c:pt idx="21657">
                  <c:v>16.5</c:v>
                </c:pt>
                <c:pt idx="21658">
                  <c:v>16</c:v>
                </c:pt>
                <c:pt idx="21659">
                  <c:v>16.5</c:v>
                </c:pt>
                <c:pt idx="21660">
                  <c:v>17.5</c:v>
                </c:pt>
                <c:pt idx="21661">
                  <c:v>15.5</c:v>
                </c:pt>
                <c:pt idx="21662">
                  <c:v>13</c:v>
                </c:pt>
                <c:pt idx="21663">
                  <c:v>14</c:v>
                </c:pt>
                <c:pt idx="21664">
                  <c:v>14</c:v>
                </c:pt>
                <c:pt idx="21665">
                  <c:v>14</c:v>
                </c:pt>
                <c:pt idx="21666">
                  <c:v>15</c:v>
                </c:pt>
                <c:pt idx="21667">
                  <c:v>14</c:v>
                </c:pt>
                <c:pt idx="21668">
                  <c:v>15</c:v>
                </c:pt>
                <c:pt idx="21669">
                  <c:v>16</c:v>
                </c:pt>
                <c:pt idx="21670">
                  <c:v>18</c:v>
                </c:pt>
                <c:pt idx="21671">
                  <c:v>18</c:v>
                </c:pt>
                <c:pt idx="21672">
                  <c:v>18</c:v>
                </c:pt>
                <c:pt idx="21673">
                  <c:v>16.5</c:v>
                </c:pt>
                <c:pt idx="21674">
                  <c:v>14.5</c:v>
                </c:pt>
                <c:pt idx="21675">
                  <c:v>16.5</c:v>
                </c:pt>
                <c:pt idx="21676">
                  <c:v>16</c:v>
                </c:pt>
                <c:pt idx="21677">
                  <c:v>17</c:v>
                </c:pt>
                <c:pt idx="21678">
                  <c:v>17.5</c:v>
                </c:pt>
                <c:pt idx="21679">
                  <c:v>16</c:v>
                </c:pt>
                <c:pt idx="21680">
                  <c:v>15.5</c:v>
                </c:pt>
                <c:pt idx="21681">
                  <c:v>17</c:v>
                </c:pt>
                <c:pt idx="21682">
                  <c:v>19</c:v>
                </c:pt>
                <c:pt idx="21683">
                  <c:v>20.5</c:v>
                </c:pt>
                <c:pt idx="21684">
                  <c:v>20.5</c:v>
                </c:pt>
                <c:pt idx="21685">
                  <c:v>21.5</c:v>
                </c:pt>
                <c:pt idx="21686">
                  <c:v>21</c:v>
                </c:pt>
                <c:pt idx="21687">
                  <c:v>19</c:v>
                </c:pt>
                <c:pt idx="21688">
                  <c:v>18</c:v>
                </c:pt>
                <c:pt idx="21689">
                  <c:v>20.5</c:v>
                </c:pt>
                <c:pt idx="21690">
                  <c:v>20</c:v>
                </c:pt>
                <c:pt idx="21691">
                  <c:v>20</c:v>
                </c:pt>
                <c:pt idx="21692">
                  <c:v>18</c:v>
                </c:pt>
                <c:pt idx="21693">
                  <c:v>18</c:v>
                </c:pt>
                <c:pt idx="21694">
                  <c:v>19.5</c:v>
                </c:pt>
                <c:pt idx="21695">
                  <c:v>20.5</c:v>
                </c:pt>
                <c:pt idx="21696">
                  <c:v>21.5</c:v>
                </c:pt>
                <c:pt idx="21697">
                  <c:v>23</c:v>
                </c:pt>
                <c:pt idx="21698">
                  <c:v>21</c:v>
                </c:pt>
                <c:pt idx="21699">
                  <c:v>22.5</c:v>
                </c:pt>
                <c:pt idx="21700">
                  <c:v>23.5</c:v>
                </c:pt>
                <c:pt idx="21701">
                  <c:v>24.5</c:v>
                </c:pt>
                <c:pt idx="21702">
                  <c:v>24.5</c:v>
                </c:pt>
                <c:pt idx="21703">
                  <c:v>23.5</c:v>
                </c:pt>
                <c:pt idx="21704">
                  <c:v>23.5</c:v>
                </c:pt>
                <c:pt idx="21705">
                  <c:v>19.5</c:v>
                </c:pt>
                <c:pt idx="21706">
                  <c:v>20</c:v>
                </c:pt>
                <c:pt idx="21707">
                  <c:v>18.5</c:v>
                </c:pt>
                <c:pt idx="21708">
                  <c:v>19</c:v>
                </c:pt>
                <c:pt idx="21709">
                  <c:v>18.5</c:v>
                </c:pt>
                <c:pt idx="21710">
                  <c:v>20.5</c:v>
                </c:pt>
                <c:pt idx="21711">
                  <c:v>21.5</c:v>
                </c:pt>
                <c:pt idx="21712">
                  <c:v>22</c:v>
                </c:pt>
                <c:pt idx="21713">
                  <c:v>23</c:v>
                </c:pt>
                <c:pt idx="21714">
                  <c:v>22.5</c:v>
                </c:pt>
                <c:pt idx="21715">
                  <c:v>22.5</c:v>
                </c:pt>
                <c:pt idx="21716">
                  <c:v>21.5</c:v>
                </c:pt>
                <c:pt idx="21717">
                  <c:v>22.5</c:v>
                </c:pt>
                <c:pt idx="21718">
                  <c:v>24.5</c:v>
                </c:pt>
                <c:pt idx="21719">
                  <c:v>22</c:v>
                </c:pt>
                <c:pt idx="21720">
                  <c:v>22</c:v>
                </c:pt>
                <c:pt idx="21721">
                  <c:v>22</c:v>
                </c:pt>
                <c:pt idx="21722">
                  <c:v>23</c:v>
                </c:pt>
                <c:pt idx="21723">
                  <c:v>24.5</c:v>
                </c:pt>
                <c:pt idx="21724">
                  <c:v>25</c:v>
                </c:pt>
                <c:pt idx="21725">
                  <c:v>26</c:v>
                </c:pt>
                <c:pt idx="21726">
                  <c:v>26.5</c:v>
                </c:pt>
                <c:pt idx="21727">
                  <c:v>27</c:v>
                </c:pt>
                <c:pt idx="21728">
                  <c:v>27.5</c:v>
                </c:pt>
                <c:pt idx="21729">
                  <c:v>26</c:v>
                </c:pt>
                <c:pt idx="21730">
                  <c:v>27.5</c:v>
                </c:pt>
                <c:pt idx="21731">
                  <c:v>27</c:v>
                </c:pt>
                <c:pt idx="21732">
                  <c:v>25.5</c:v>
                </c:pt>
                <c:pt idx="21733">
                  <c:v>24</c:v>
                </c:pt>
                <c:pt idx="21734">
                  <c:v>25</c:v>
                </c:pt>
                <c:pt idx="21735">
                  <c:v>25.5</c:v>
                </c:pt>
                <c:pt idx="21736">
                  <c:v>27.5</c:v>
                </c:pt>
                <c:pt idx="21737">
                  <c:v>27</c:v>
                </c:pt>
                <c:pt idx="21738">
                  <c:v>24.5</c:v>
                </c:pt>
                <c:pt idx="21739">
                  <c:v>24.5</c:v>
                </c:pt>
                <c:pt idx="21740">
                  <c:v>22.5</c:v>
                </c:pt>
                <c:pt idx="21741">
                  <c:v>25.5</c:v>
                </c:pt>
                <c:pt idx="21742">
                  <c:v>27</c:v>
                </c:pt>
                <c:pt idx="21743">
                  <c:v>28.5</c:v>
                </c:pt>
                <c:pt idx="21744">
                  <c:v>29.5</c:v>
                </c:pt>
                <c:pt idx="21745">
                  <c:v>28.5</c:v>
                </c:pt>
                <c:pt idx="21746">
                  <c:v>25.5</c:v>
                </c:pt>
                <c:pt idx="21747">
                  <c:v>25</c:v>
                </c:pt>
                <c:pt idx="21748">
                  <c:v>24.5</c:v>
                </c:pt>
                <c:pt idx="21749">
                  <c:v>24.5</c:v>
                </c:pt>
                <c:pt idx="21750">
                  <c:v>26</c:v>
                </c:pt>
                <c:pt idx="21751">
                  <c:v>26.5</c:v>
                </c:pt>
                <c:pt idx="21752">
                  <c:v>26</c:v>
                </c:pt>
                <c:pt idx="21753">
                  <c:v>27</c:v>
                </c:pt>
                <c:pt idx="21754">
                  <c:v>28.5</c:v>
                </c:pt>
                <c:pt idx="21755">
                  <c:v>26.5</c:v>
                </c:pt>
                <c:pt idx="21756">
                  <c:v>27</c:v>
                </c:pt>
                <c:pt idx="21757">
                  <c:v>27</c:v>
                </c:pt>
                <c:pt idx="21758">
                  <c:v>28.5</c:v>
                </c:pt>
                <c:pt idx="21759">
                  <c:v>29.5</c:v>
                </c:pt>
                <c:pt idx="21760">
                  <c:v>29.5</c:v>
                </c:pt>
                <c:pt idx="21761">
                  <c:v>29</c:v>
                </c:pt>
                <c:pt idx="21762">
                  <c:v>30</c:v>
                </c:pt>
                <c:pt idx="21763">
                  <c:v>26</c:v>
                </c:pt>
                <c:pt idx="21764">
                  <c:v>26.5</c:v>
                </c:pt>
                <c:pt idx="21765">
                  <c:v>27.5</c:v>
                </c:pt>
                <c:pt idx="21766">
                  <c:v>28.5</c:v>
                </c:pt>
                <c:pt idx="21767">
                  <c:v>29.5</c:v>
                </c:pt>
                <c:pt idx="21768">
                  <c:v>29.5</c:v>
                </c:pt>
                <c:pt idx="21769">
                  <c:v>27.5</c:v>
                </c:pt>
                <c:pt idx="21770">
                  <c:v>26.5</c:v>
                </c:pt>
                <c:pt idx="21771">
                  <c:v>26</c:v>
                </c:pt>
                <c:pt idx="21772">
                  <c:v>27</c:v>
                </c:pt>
                <c:pt idx="21773">
                  <c:v>27.5</c:v>
                </c:pt>
                <c:pt idx="21774">
                  <c:v>28</c:v>
                </c:pt>
                <c:pt idx="21775">
                  <c:v>29</c:v>
                </c:pt>
                <c:pt idx="21776">
                  <c:v>30.5</c:v>
                </c:pt>
                <c:pt idx="21777">
                  <c:v>31</c:v>
                </c:pt>
                <c:pt idx="21778">
                  <c:v>30.5</c:v>
                </c:pt>
                <c:pt idx="21779">
                  <c:v>30</c:v>
                </c:pt>
                <c:pt idx="21780">
                  <c:v>31.5</c:v>
                </c:pt>
                <c:pt idx="21781">
                  <c:v>30.5</c:v>
                </c:pt>
                <c:pt idx="21782">
                  <c:v>27</c:v>
                </c:pt>
                <c:pt idx="21783">
                  <c:v>27.5</c:v>
                </c:pt>
                <c:pt idx="21784">
                  <c:v>27.5</c:v>
                </c:pt>
                <c:pt idx="21785">
                  <c:v>28.5</c:v>
                </c:pt>
                <c:pt idx="21786">
                  <c:v>28.5</c:v>
                </c:pt>
                <c:pt idx="21787">
                  <c:v>23.5</c:v>
                </c:pt>
                <c:pt idx="21788">
                  <c:v>23</c:v>
                </c:pt>
                <c:pt idx="21789">
                  <c:v>24.5</c:v>
                </c:pt>
                <c:pt idx="21790">
                  <c:v>26.5</c:v>
                </c:pt>
                <c:pt idx="21791">
                  <c:v>27.5</c:v>
                </c:pt>
                <c:pt idx="21792">
                  <c:v>29.5</c:v>
                </c:pt>
                <c:pt idx="21793">
                  <c:v>27</c:v>
                </c:pt>
                <c:pt idx="21794">
                  <c:v>26</c:v>
                </c:pt>
                <c:pt idx="21795">
                  <c:v>25.5</c:v>
                </c:pt>
                <c:pt idx="21796">
                  <c:v>26.5</c:v>
                </c:pt>
                <c:pt idx="21797">
                  <c:v>27</c:v>
                </c:pt>
                <c:pt idx="21798">
                  <c:v>23</c:v>
                </c:pt>
                <c:pt idx="21799">
                  <c:v>21</c:v>
                </c:pt>
                <c:pt idx="21800">
                  <c:v>22</c:v>
                </c:pt>
                <c:pt idx="21801">
                  <c:v>23</c:v>
                </c:pt>
                <c:pt idx="21802">
                  <c:v>23</c:v>
                </c:pt>
                <c:pt idx="21803">
                  <c:v>23.5</c:v>
                </c:pt>
                <c:pt idx="21804">
                  <c:v>23</c:v>
                </c:pt>
                <c:pt idx="21805">
                  <c:v>17</c:v>
                </c:pt>
                <c:pt idx="21806">
                  <c:v>17.5</c:v>
                </c:pt>
                <c:pt idx="21807">
                  <c:v>17.5</c:v>
                </c:pt>
                <c:pt idx="21808">
                  <c:v>18.5</c:v>
                </c:pt>
                <c:pt idx="21809">
                  <c:v>20</c:v>
                </c:pt>
                <c:pt idx="21810">
                  <c:v>21</c:v>
                </c:pt>
                <c:pt idx="21811">
                  <c:v>20.5</c:v>
                </c:pt>
                <c:pt idx="21812">
                  <c:v>18.5</c:v>
                </c:pt>
                <c:pt idx="21813">
                  <c:v>17.5</c:v>
                </c:pt>
                <c:pt idx="21814">
                  <c:v>19</c:v>
                </c:pt>
                <c:pt idx="21815">
                  <c:v>20.5</c:v>
                </c:pt>
                <c:pt idx="21816">
                  <c:v>22</c:v>
                </c:pt>
                <c:pt idx="21817">
                  <c:v>22</c:v>
                </c:pt>
                <c:pt idx="21818">
                  <c:v>23</c:v>
                </c:pt>
                <c:pt idx="21819">
                  <c:v>23</c:v>
                </c:pt>
                <c:pt idx="21820">
                  <c:v>23</c:v>
                </c:pt>
                <c:pt idx="21821">
                  <c:v>23</c:v>
                </c:pt>
                <c:pt idx="21822">
                  <c:v>23</c:v>
                </c:pt>
                <c:pt idx="21823">
                  <c:v>25.5</c:v>
                </c:pt>
                <c:pt idx="21824">
                  <c:v>24.5</c:v>
                </c:pt>
                <c:pt idx="21825">
                  <c:v>22</c:v>
                </c:pt>
                <c:pt idx="21826">
                  <c:v>20</c:v>
                </c:pt>
                <c:pt idx="21827">
                  <c:v>20</c:v>
                </c:pt>
                <c:pt idx="21828">
                  <c:v>21</c:v>
                </c:pt>
                <c:pt idx="21829">
                  <c:v>22.5</c:v>
                </c:pt>
                <c:pt idx="21830">
                  <c:v>23</c:v>
                </c:pt>
                <c:pt idx="21831">
                  <c:v>23</c:v>
                </c:pt>
                <c:pt idx="21832">
                  <c:v>20.5</c:v>
                </c:pt>
                <c:pt idx="21833">
                  <c:v>17.5</c:v>
                </c:pt>
                <c:pt idx="21834">
                  <c:v>14.5</c:v>
                </c:pt>
                <c:pt idx="21835">
                  <c:v>14</c:v>
                </c:pt>
                <c:pt idx="21836">
                  <c:v>13</c:v>
                </c:pt>
                <c:pt idx="21837">
                  <c:v>16</c:v>
                </c:pt>
                <c:pt idx="21838">
                  <c:v>17.5</c:v>
                </c:pt>
                <c:pt idx="21839">
                  <c:v>14.5</c:v>
                </c:pt>
                <c:pt idx="21840">
                  <c:v>14</c:v>
                </c:pt>
                <c:pt idx="21841">
                  <c:v>16</c:v>
                </c:pt>
                <c:pt idx="21842">
                  <c:v>16.5</c:v>
                </c:pt>
                <c:pt idx="21843">
                  <c:v>17.5</c:v>
                </c:pt>
                <c:pt idx="21844">
                  <c:v>18</c:v>
                </c:pt>
                <c:pt idx="21845">
                  <c:v>19</c:v>
                </c:pt>
                <c:pt idx="21846">
                  <c:v>20</c:v>
                </c:pt>
                <c:pt idx="21847">
                  <c:v>17.5</c:v>
                </c:pt>
                <c:pt idx="21848">
                  <c:v>17.5</c:v>
                </c:pt>
                <c:pt idx="21849">
                  <c:v>18.5</c:v>
                </c:pt>
                <c:pt idx="21850">
                  <c:v>20</c:v>
                </c:pt>
                <c:pt idx="21851">
                  <c:v>17.5</c:v>
                </c:pt>
                <c:pt idx="21852">
                  <c:v>10.5</c:v>
                </c:pt>
                <c:pt idx="21853">
                  <c:v>11.5</c:v>
                </c:pt>
                <c:pt idx="21854">
                  <c:v>12</c:v>
                </c:pt>
                <c:pt idx="21855">
                  <c:v>11.5</c:v>
                </c:pt>
                <c:pt idx="21856">
                  <c:v>12</c:v>
                </c:pt>
                <c:pt idx="21857">
                  <c:v>12</c:v>
                </c:pt>
                <c:pt idx="21858">
                  <c:v>13.5</c:v>
                </c:pt>
                <c:pt idx="21859">
                  <c:v>14.5</c:v>
                </c:pt>
                <c:pt idx="21860">
                  <c:v>13.5</c:v>
                </c:pt>
                <c:pt idx="21861">
                  <c:v>13.5</c:v>
                </c:pt>
                <c:pt idx="21862">
                  <c:v>12</c:v>
                </c:pt>
                <c:pt idx="21863">
                  <c:v>12.5</c:v>
                </c:pt>
                <c:pt idx="21864">
                  <c:v>13</c:v>
                </c:pt>
                <c:pt idx="21865">
                  <c:v>13.5</c:v>
                </c:pt>
                <c:pt idx="21866">
                  <c:v>13.5</c:v>
                </c:pt>
                <c:pt idx="21867">
                  <c:v>13.5</c:v>
                </c:pt>
                <c:pt idx="21868">
                  <c:v>14</c:v>
                </c:pt>
                <c:pt idx="21869">
                  <c:v>14</c:v>
                </c:pt>
                <c:pt idx="21870">
                  <c:v>13</c:v>
                </c:pt>
                <c:pt idx="21871">
                  <c:v>12.5</c:v>
                </c:pt>
                <c:pt idx="21872">
                  <c:v>11</c:v>
                </c:pt>
                <c:pt idx="21873">
                  <c:v>11.5</c:v>
                </c:pt>
                <c:pt idx="21874">
                  <c:v>12</c:v>
                </c:pt>
                <c:pt idx="21875">
                  <c:v>13</c:v>
                </c:pt>
                <c:pt idx="21876">
                  <c:v>12.5</c:v>
                </c:pt>
                <c:pt idx="21877">
                  <c:v>12</c:v>
                </c:pt>
                <c:pt idx="21878">
                  <c:v>13</c:v>
                </c:pt>
                <c:pt idx="21879">
                  <c:v>14</c:v>
                </c:pt>
                <c:pt idx="21880">
                  <c:v>9.5</c:v>
                </c:pt>
                <c:pt idx="21881">
                  <c:v>8</c:v>
                </c:pt>
                <c:pt idx="21882">
                  <c:v>8.5</c:v>
                </c:pt>
                <c:pt idx="21883">
                  <c:v>8.5</c:v>
                </c:pt>
                <c:pt idx="21884">
                  <c:v>7.5</c:v>
                </c:pt>
                <c:pt idx="21885">
                  <c:v>6.5</c:v>
                </c:pt>
                <c:pt idx="21886">
                  <c:v>8</c:v>
                </c:pt>
                <c:pt idx="21887">
                  <c:v>9</c:v>
                </c:pt>
                <c:pt idx="21888">
                  <c:v>10</c:v>
                </c:pt>
                <c:pt idx="21889">
                  <c:v>10</c:v>
                </c:pt>
                <c:pt idx="21890">
                  <c:v>10</c:v>
                </c:pt>
                <c:pt idx="21891">
                  <c:v>10.5</c:v>
                </c:pt>
                <c:pt idx="21892">
                  <c:v>9</c:v>
                </c:pt>
                <c:pt idx="21893">
                  <c:v>7</c:v>
                </c:pt>
                <c:pt idx="21894">
                  <c:v>6</c:v>
                </c:pt>
                <c:pt idx="21895">
                  <c:v>4</c:v>
                </c:pt>
                <c:pt idx="21896">
                  <c:v>4</c:v>
                </c:pt>
                <c:pt idx="21897">
                  <c:v>3.5</c:v>
                </c:pt>
                <c:pt idx="21898">
                  <c:v>3</c:v>
                </c:pt>
                <c:pt idx="21899">
                  <c:v>4</c:v>
                </c:pt>
                <c:pt idx="21900">
                  <c:v>6</c:v>
                </c:pt>
                <c:pt idx="21901">
                  <c:v>5.5</c:v>
                </c:pt>
                <c:pt idx="21902">
                  <c:v>7</c:v>
                </c:pt>
                <c:pt idx="21903">
                  <c:v>8</c:v>
                </c:pt>
                <c:pt idx="21904">
                  <c:v>8.5</c:v>
                </c:pt>
                <c:pt idx="21905">
                  <c:v>9</c:v>
                </c:pt>
                <c:pt idx="21906">
                  <c:v>8</c:v>
                </c:pt>
                <c:pt idx="21907">
                  <c:v>8</c:v>
                </c:pt>
                <c:pt idx="21908">
                  <c:v>9</c:v>
                </c:pt>
                <c:pt idx="21909">
                  <c:v>8.5</c:v>
                </c:pt>
                <c:pt idx="21910">
                  <c:v>7</c:v>
                </c:pt>
                <c:pt idx="21911">
                  <c:v>6</c:v>
                </c:pt>
                <c:pt idx="21912">
                  <c:v>6.5</c:v>
                </c:pt>
                <c:pt idx="21913">
                  <c:v>4</c:v>
                </c:pt>
                <c:pt idx="21914">
                  <c:v>2</c:v>
                </c:pt>
                <c:pt idx="21915">
                  <c:v>3</c:v>
                </c:pt>
                <c:pt idx="21916">
                  <c:v>4</c:v>
                </c:pt>
                <c:pt idx="21917">
                  <c:v>2.5</c:v>
                </c:pt>
                <c:pt idx="21918">
                  <c:v>1.5</c:v>
                </c:pt>
                <c:pt idx="21919">
                  <c:v>2.5</c:v>
                </c:pt>
                <c:pt idx="21920">
                  <c:v>3.5</c:v>
                </c:pt>
                <c:pt idx="21921">
                  <c:v>3.5</c:v>
                </c:pt>
                <c:pt idx="21922">
                  <c:v>4</c:v>
                </c:pt>
                <c:pt idx="21923">
                  <c:v>3.5</c:v>
                </c:pt>
                <c:pt idx="21924">
                  <c:v>5</c:v>
                </c:pt>
                <c:pt idx="21925">
                  <c:v>5</c:v>
                </c:pt>
                <c:pt idx="21926">
                  <c:v>5</c:v>
                </c:pt>
                <c:pt idx="21927">
                  <c:v>6</c:v>
                </c:pt>
                <c:pt idx="21928">
                  <c:v>8</c:v>
                </c:pt>
                <c:pt idx="21929">
                  <c:v>6</c:v>
                </c:pt>
                <c:pt idx="21930">
                  <c:v>5</c:v>
                </c:pt>
                <c:pt idx="21931">
                  <c:v>4</c:v>
                </c:pt>
                <c:pt idx="21932">
                  <c:v>4.5</c:v>
                </c:pt>
                <c:pt idx="21933">
                  <c:v>4.5</c:v>
                </c:pt>
                <c:pt idx="21934">
                  <c:v>3</c:v>
                </c:pt>
                <c:pt idx="21935">
                  <c:v>3.5</c:v>
                </c:pt>
                <c:pt idx="21936">
                  <c:v>4.5</c:v>
                </c:pt>
                <c:pt idx="21937">
                  <c:v>5</c:v>
                </c:pt>
                <c:pt idx="21938">
                  <c:v>5</c:v>
                </c:pt>
                <c:pt idx="21939">
                  <c:v>5.5</c:v>
                </c:pt>
                <c:pt idx="21940">
                  <c:v>4</c:v>
                </c:pt>
                <c:pt idx="21941">
                  <c:v>4.5</c:v>
                </c:pt>
                <c:pt idx="21942">
                  <c:v>5</c:v>
                </c:pt>
                <c:pt idx="21943">
                  <c:v>6.5</c:v>
                </c:pt>
                <c:pt idx="21944">
                  <c:v>7.5</c:v>
                </c:pt>
                <c:pt idx="21945">
                  <c:v>8.5</c:v>
                </c:pt>
                <c:pt idx="21946">
                  <c:v>5</c:v>
                </c:pt>
                <c:pt idx="21947">
                  <c:v>6.5</c:v>
                </c:pt>
                <c:pt idx="21948">
                  <c:v>7.5</c:v>
                </c:pt>
                <c:pt idx="21949">
                  <c:v>8</c:v>
                </c:pt>
                <c:pt idx="21950">
                  <c:v>6.5</c:v>
                </c:pt>
                <c:pt idx="21951">
                  <c:v>7.5</c:v>
                </c:pt>
                <c:pt idx="21952">
                  <c:v>7.5</c:v>
                </c:pt>
                <c:pt idx="21953">
                  <c:v>7</c:v>
                </c:pt>
                <c:pt idx="21954">
                  <c:v>5.5</c:v>
                </c:pt>
                <c:pt idx="21955">
                  <c:v>5</c:v>
                </c:pt>
                <c:pt idx="21956">
                  <c:v>5</c:v>
                </c:pt>
                <c:pt idx="21957">
                  <c:v>5</c:v>
                </c:pt>
                <c:pt idx="21958">
                  <c:v>4.5</c:v>
                </c:pt>
                <c:pt idx="21959">
                  <c:v>6</c:v>
                </c:pt>
                <c:pt idx="21960">
                  <c:v>9</c:v>
                </c:pt>
                <c:pt idx="21961">
                  <c:v>11</c:v>
                </c:pt>
                <c:pt idx="21962">
                  <c:v>11.5</c:v>
                </c:pt>
                <c:pt idx="21963">
                  <c:v>12</c:v>
                </c:pt>
                <c:pt idx="21964">
                  <c:v>12.5</c:v>
                </c:pt>
                <c:pt idx="21965">
                  <c:v>13</c:v>
                </c:pt>
                <c:pt idx="21966">
                  <c:v>11.5</c:v>
                </c:pt>
                <c:pt idx="21967">
                  <c:v>12.5</c:v>
                </c:pt>
                <c:pt idx="21968">
                  <c:v>12</c:v>
                </c:pt>
                <c:pt idx="21969">
                  <c:v>11</c:v>
                </c:pt>
                <c:pt idx="21970">
                  <c:v>11.5</c:v>
                </c:pt>
                <c:pt idx="21971">
                  <c:v>12</c:v>
                </c:pt>
                <c:pt idx="21972">
                  <c:v>11.5</c:v>
                </c:pt>
                <c:pt idx="21973">
                  <c:v>11.5</c:v>
                </c:pt>
                <c:pt idx="21974">
                  <c:v>11</c:v>
                </c:pt>
                <c:pt idx="21975">
                  <c:v>12.5</c:v>
                </c:pt>
                <c:pt idx="21976">
                  <c:v>12</c:v>
                </c:pt>
                <c:pt idx="21977">
                  <c:v>12.5</c:v>
                </c:pt>
                <c:pt idx="21978">
                  <c:v>13</c:v>
                </c:pt>
                <c:pt idx="21979">
                  <c:v>12</c:v>
                </c:pt>
                <c:pt idx="21980">
                  <c:v>11.5</c:v>
                </c:pt>
                <c:pt idx="21981">
                  <c:v>12</c:v>
                </c:pt>
                <c:pt idx="21982">
                  <c:v>11.5</c:v>
                </c:pt>
                <c:pt idx="21983">
                  <c:v>12.5</c:v>
                </c:pt>
                <c:pt idx="21984">
                  <c:v>12</c:v>
                </c:pt>
                <c:pt idx="21985">
                  <c:v>12</c:v>
                </c:pt>
                <c:pt idx="21986">
                  <c:v>9.5</c:v>
                </c:pt>
                <c:pt idx="21987">
                  <c:v>8</c:v>
                </c:pt>
                <c:pt idx="21988">
                  <c:v>10.5</c:v>
                </c:pt>
                <c:pt idx="21989">
                  <c:v>12</c:v>
                </c:pt>
                <c:pt idx="21990">
                  <c:v>12.5</c:v>
                </c:pt>
                <c:pt idx="21991">
                  <c:v>11.5</c:v>
                </c:pt>
                <c:pt idx="21992">
                  <c:v>13</c:v>
                </c:pt>
                <c:pt idx="21993">
                  <c:v>14.5</c:v>
                </c:pt>
                <c:pt idx="21994">
                  <c:v>12.5</c:v>
                </c:pt>
                <c:pt idx="21995">
                  <c:v>14</c:v>
                </c:pt>
                <c:pt idx="21996">
                  <c:v>13</c:v>
                </c:pt>
                <c:pt idx="21997">
                  <c:v>14</c:v>
                </c:pt>
                <c:pt idx="21998">
                  <c:v>15.5</c:v>
                </c:pt>
                <c:pt idx="21999">
                  <c:v>15</c:v>
                </c:pt>
                <c:pt idx="22000">
                  <c:v>15.5</c:v>
                </c:pt>
                <c:pt idx="22001">
                  <c:v>15</c:v>
                </c:pt>
                <c:pt idx="22002">
                  <c:v>16.5</c:v>
                </c:pt>
                <c:pt idx="22003">
                  <c:v>16</c:v>
                </c:pt>
                <c:pt idx="22004">
                  <c:v>14.5</c:v>
                </c:pt>
                <c:pt idx="22005">
                  <c:v>15.5</c:v>
                </c:pt>
                <c:pt idx="22006">
                  <c:v>12</c:v>
                </c:pt>
                <c:pt idx="22007">
                  <c:v>13.5</c:v>
                </c:pt>
                <c:pt idx="22008">
                  <c:v>14.5</c:v>
                </c:pt>
                <c:pt idx="22009">
                  <c:v>16.5</c:v>
                </c:pt>
                <c:pt idx="22010">
                  <c:v>17.5</c:v>
                </c:pt>
                <c:pt idx="22011">
                  <c:v>14.5</c:v>
                </c:pt>
                <c:pt idx="22012">
                  <c:v>14.5</c:v>
                </c:pt>
                <c:pt idx="22013">
                  <c:v>13.5</c:v>
                </c:pt>
                <c:pt idx="22014">
                  <c:v>12.5</c:v>
                </c:pt>
                <c:pt idx="22015">
                  <c:v>12.5</c:v>
                </c:pt>
                <c:pt idx="22016">
                  <c:v>12.5</c:v>
                </c:pt>
                <c:pt idx="22017">
                  <c:v>14</c:v>
                </c:pt>
                <c:pt idx="22018">
                  <c:v>13</c:v>
                </c:pt>
                <c:pt idx="22019">
                  <c:v>10.5</c:v>
                </c:pt>
                <c:pt idx="22020">
                  <c:v>10.5</c:v>
                </c:pt>
                <c:pt idx="22021">
                  <c:v>11</c:v>
                </c:pt>
                <c:pt idx="22022">
                  <c:v>13</c:v>
                </c:pt>
                <c:pt idx="22023">
                  <c:v>15</c:v>
                </c:pt>
                <c:pt idx="22024">
                  <c:v>15</c:v>
                </c:pt>
                <c:pt idx="22025">
                  <c:v>15</c:v>
                </c:pt>
                <c:pt idx="22026">
                  <c:v>17</c:v>
                </c:pt>
                <c:pt idx="22027">
                  <c:v>16.5</c:v>
                </c:pt>
                <c:pt idx="22028">
                  <c:v>17.5</c:v>
                </c:pt>
                <c:pt idx="22029">
                  <c:v>17.5</c:v>
                </c:pt>
                <c:pt idx="22030">
                  <c:v>16</c:v>
                </c:pt>
                <c:pt idx="22031">
                  <c:v>16</c:v>
                </c:pt>
                <c:pt idx="22032">
                  <c:v>17</c:v>
                </c:pt>
                <c:pt idx="22033">
                  <c:v>18.5</c:v>
                </c:pt>
                <c:pt idx="22034">
                  <c:v>19</c:v>
                </c:pt>
                <c:pt idx="22035">
                  <c:v>19.5</c:v>
                </c:pt>
                <c:pt idx="22036">
                  <c:v>20.5</c:v>
                </c:pt>
                <c:pt idx="22037">
                  <c:v>21</c:v>
                </c:pt>
                <c:pt idx="22038">
                  <c:v>23</c:v>
                </c:pt>
                <c:pt idx="22039">
                  <c:v>25</c:v>
                </c:pt>
                <c:pt idx="22040">
                  <c:v>24.5</c:v>
                </c:pt>
                <c:pt idx="22041">
                  <c:v>23</c:v>
                </c:pt>
                <c:pt idx="22042">
                  <c:v>20</c:v>
                </c:pt>
                <c:pt idx="22043">
                  <c:v>19.5</c:v>
                </c:pt>
                <c:pt idx="22044">
                  <c:v>18</c:v>
                </c:pt>
                <c:pt idx="22045">
                  <c:v>18.5</c:v>
                </c:pt>
                <c:pt idx="22046">
                  <c:v>17.5</c:v>
                </c:pt>
                <c:pt idx="22047">
                  <c:v>18</c:v>
                </c:pt>
                <c:pt idx="22048">
                  <c:v>18</c:v>
                </c:pt>
                <c:pt idx="22049">
                  <c:v>20</c:v>
                </c:pt>
                <c:pt idx="22050">
                  <c:v>22</c:v>
                </c:pt>
                <c:pt idx="22051">
                  <c:v>21.5</c:v>
                </c:pt>
                <c:pt idx="22052">
                  <c:v>21</c:v>
                </c:pt>
                <c:pt idx="22053">
                  <c:v>18</c:v>
                </c:pt>
                <c:pt idx="22054">
                  <c:v>20.5</c:v>
                </c:pt>
                <c:pt idx="22055">
                  <c:v>19</c:v>
                </c:pt>
                <c:pt idx="22056">
                  <c:v>19</c:v>
                </c:pt>
                <c:pt idx="22057">
                  <c:v>22</c:v>
                </c:pt>
                <c:pt idx="22058">
                  <c:v>20.5</c:v>
                </c:pt>
                <c:pt idx="22059">
                  <c:v>20.5</c:v>
                </c:pt>
                <c:pt idx="22060">
                  <c:v>20.5</c:v>
                </c:pt>
                <c:pt idx="22061">
                  <c:v>21</c:v>
                </c:pt>
                <c:pt idx="22062">
                  <c:v>23</c:v>
                </c:pt>
                <c:pt idx="22063">
                  <c:v>24.5</c:v>
                </c:pt>
                <c:pt idx="22064">
                  <c:v>26</c:v>
                </c:pt>
                <c:pt idx="22065">
                  <c:v>25.5</c:v>
                </c:pt>
                <c:pt idx="22066">
                  <c:v>23</c:v>
                </c:pt>
                <c:pt idx="22067">
                  <c:v>20.5</c:v>
                </c:pt>
                <c:pt idx="22068">
                  <c:v>22.5</c:v>
                </c:pt>
                <c:pt idx="22069">
                  <c:v>22.5</c:v>
                </c:pt>
                <c:pt idx="22070">
                  <c:v>21</c:v>
                </c:pt>
                <c:pt idx="22071">
                  <c:v>20.5</c:v>
                </c:pt>
                <c:pt idx="22072">
                  <c:v>22</c:v>
                </c:pt>
                <c:pt idx="22073">
                  <c:v>23.5</c:v>
                </c:pt>
                <c:pt idx="22074">
                  <c:v>22</c:v>
                </c:pt>
                <c:pt idx="22075">
                  <c:v>21</c:v>
                </c:pt>
                <c:pt idx="22076">
                  <c:v>21</c:v>
                </c:pt>
                <c:pt idx="22077">
                  <c:v>19</c:v>
                </c:pt>
                <c:pt idx="22078">
                  <c:v>20</c:v>
                </c:pt>
                <c:pt idx="22079">
                  <c:v>22</c:v>
                </c:pt>
                <c:pt idx="22080">
                  <c:v>22</c:v>
                </c:pt>
                <c:pt idx="22081">
                  <c:v>23</c:v>
                </c:pt>
                <c:pt idx="22082">
                  <c:v>24</c:v>
                </c:pt>
                <c:pt idx="22083">
                  <c:v>25.5</c:v>
                </c:pt>
                <c:pt idx="22084">
                  <c:v>24.5</c:v>
                </c:pt>
                <c:pt idx="22085">
                  <c:v>25.5</c:v>
                </c:pt>
                <c:pt idx="22086">
                  <c:v>24.5</c:v>
                </c:pt>
                <c:pt idx="22087">
                  <c:v>25.5</c:v>
                </c:pt>
                <c:pt idx="22088">
                  <c:v>25</c:v>
                </c:pt>
                <c:pt idx="22089">
                  <c:v>24.5</c:v>
                </c:pt>
                <c:pt idx="22090">
                  <c:v>22.5</c:v>
                </c:pt>
                <c:pt idx="22091">
                  <c:v>23.5</c:v>
                </c:pt>
                <c:pt idx="22092">
                  <c:v>23.5</c:v>
                </c:pt>
                <c:pt idx="22093">
                  <c:v>24.5</c:v>
                </c:pt>
                <c:pt idx="22094">
                  <c:v>26</c:v>
                </c:pt>
                <c:pt idx="22095">
                  <c:v>26</c:v>
                </c:pt>
                <c:pt idx="22096">
                  <c:v>26</c:v>
                </c:pt>
                <c:pt idx="22097">
                  <c:v>26.5</c:v>
                </c:pt>
                <c:pt idx="22098">
                  <c:v>27.5</c:v>
                </c:pt>
                <c:pt idx="22099">
                  <c:v>28.5</c:v>
                </c:pt>
                <c:pt idx="22100">
                  <c:v>29</c:v>
                </c:pt>
                <c:pt idx="22101">
                  <c:v>28</c:v>
                </c:pt>
                <c:pt idx="22102">
                  <c:v>28</c:v>
                </c:pt>
                <c:pt idx="22103">
                  <c:v>27</c:v>
                </c:pt>
                <c:pt idx="22104">
                  <c:v>27.5</c:v>
                </c:pt>
                <c:pt idx="22105">
                  <c:v>27.5</c:v>
                </c:pt>
                <c:pt idx="22106">
                  <c:v>29.5</c:v>
                </c:pt>
                <c:pt idx="22107">
                  <c:v>25.5</c:v>
                </c:pt>
                <c:pt idx="22108">
                  <c:v>24</c:v>
                </c:pt>
                <c:pt idx="22109">
                  <c:v>21</c:v>
                </c:pt>
                <c:pt idx="22110">
                  <c:v>24</c:v>
                </c:pt>
                <c:pt idx="22111">
                  <c:v>26</c:v>
                </c:pt>
                <c:pt idx="22112">
                  <c:v>28.5</c:v>
                </c:pt>
                <c:pt idx="22113">
                  <c:v>28.5</c:v>
                </c:pt>
                <c:pt idx="22114">
                  <c:v>25.5</c:v>
                </c:pt>
                <c:pt idx="22115">
                  <c:v>25.5</c:v>
                </c:pt>
                <c:pt idx="22116">
                  <c:v>25.5</c:v>
                </c:pt>
                <c:pt idx="22117">
                  <c:v>26.5</c:v>
                </c:pt>
                <c:pt idx="22118">
                  <c:v>27.5</c:v>
                </c:pt>
                <c:pt idx="22119">
                  <c:v>23.5</c:v>
                </c:pt>
                <c:pt idx="22120">
                  <c:v>24.5</c:v>
                </c:pt>
                <c:pt idx="22121">
                  <c:v>25.5</c:v>
                </c:pt>
                <c:pt idx="22122">
                  <c:v>24.5</c:v>
                </c:pt>
                <c:pt idx="22123">
                  <c:v>24</c:v>
                </c:pt>
                <c:pt idx="22124">
                  <c:v>26</c:v>
                </c:pt>
                <c:pt idx="22125">
                  <c:v>27.5</c:v>
                </c:pt>
                <c:pt idx="22126">
                  <c:v>27</c:v>
                </c:pt>
                <c:pt idx="22127">
                  <c:v>26</c:v>
                </c:pt>
                <c:pt idx="22128">
                  <c:v>25</c:v>
                </c:pt>
                <c:pt idx="22129">
                  <c:v>27</c:v>
                </c:pt>
                <c:pt idx="22130">
                  <c:v>27</c:v>
                </c:pt>
                <c:pt idx="22131">
                  <c:v>27</c:v>
                </c:pt>
                <c:pt idx="22132">
                  <c:v>28</c:v>
                </c:pt>
                <c:pt idx="22133">
                  <c:v>29</c:v>
                </c:pt>
                <c:pt idx="22134">
                  <c:v>30.5</c:v>
                </c:pt>
                <c:pt idx="22135">
                  <c:v>30</c:v>
                </c:pt>
                <c:pt idx="22136">
                  <c:v>29.5</c:v>
                </c:pt>
                <c:pt idx="22137">
                  <c:v>30.5</c:v>
                </c:pt>
                <c:pt idx="22138">
                  <c:v>31</c:v>
                </c:pt>
                <c:pt idx="22139">
                  <c:v>31</c:v>
                </c:pt>
                <c:pt idx="22140">
                  <c:v>31</c:v>
                </c:pt>
                <c:pt idx="22141">
                  <c:v>30</c:v>
                </c:pt>
                <c:pt idx="22142">
                  <c:v>29.5</c:v>
                </c:pt>
                <c:pt idx="22143">
                  <c:v>29</c:v>
                </c:pt>
                <c:pt idx="22144">
                  <c:v>29.5</c:v>
                </c:pt>
                <c:pt idx="22145">
                  <c:v>28.5</c:v>
                </c:pt>
                <c:pt idx="22146">
                  <c:v>24</c:v>
                </c:pt>
                <c:pt idx="22147">
                  <c:v>25.5</c:v>
                </c:pt>
                <c:pt idx="22148">
                  <c:v>25</c:v>
                </c:pt>
                <c:pt idx="22149">
                  <c:v>22.5</c:v>
                </c:pt>
                <c:pt idx="22150">
                  <c:v>21</c:v>
                </c:pt>
                <c:pt idx="22151">
                  <c:v>23</c:v>
                </c:pt>
                <c:pt idx="22152">
                  <c:v>24</c:v>
                </c:pt>
                <c:pt idx="22153">
                  <c:v>26</c:v>
                </c:pt>
                <c:pt idx="22154">
                  <c:v>22</c:v>
                </c:pt>
                <c:pt idx="22155">
                  <c:v>24.5</c:v>
                </c:pt>
                <c:pt idx="22156">
                  <c:v>24.5</c:v>
                </c:pt>
                <c:pt idx="22157">
                  <c:v>19</c:v>
                </c:pt>
                <c:pt idx="22158">
                  <c:v>19.5</c:v>
                </c:pt>
                <c:pt idx="22159">
                  <c:v>18</c:v>
                </c:pt>
                <c:pt idx="22160">
                  <c:v>20</c:v>
                </c:pt>
                <c:pt idx="22161">
                  <c:v>21.5</c:v>
                </c:pt>
                <c:pt idx="22162">
                  <c:v>22.5</c:v>
                </c:pt>
                <c:pt idx="22163">
                  <c:v>24.5</c:v>
                </c:pt>
                <c:pt idx="22164">
                  <c:v>20</c:v>
                </c:pt>
                <c:pt idx="22165">
                  <c:v>20.5</c:v>
                </c:pt>
                <c:pt idx="22166">
                  <c:v>21.5</c:v>
                </c:pt>
                <c:pt idx="22167">
                  <c:v>23.5</c:v>
                </c:pt>
                <c:pt idx="22168">
                  <c:v>24.5</c:v>
                </c:pt>
                <c:pt idx="22169">
                  <c:v>25</c:v>
                </c:pt>
                <c:pt idx="22170">
                  <c:v>24.5</c:v>
                </c:pt>
                <c:pt idx="22171">
                  <c:v>22</c:v>
                </c:pt>
                <c:pt idx="22172">
                  <c:v>21</c:v>
                </c:pt>
                <c:pt idx="22173">
                  <c:v>23</c:v>
                </c:pt>
                <c:pt idx="22174">
                  <c:v>21.5</c:v>
                </c:pt>
                <c:pt idx="22175">
                  <c:v>21.5</c:v>
                </c:pt>
                <c:pt idx="22176">
                  <c:v>22</c:v>
                </c:pt>
                <c:pt idx="22177">
                  <c:v>22</c:v>
                </c:pt>
                <c:pt idx="22178">
                  <c:v>21</c:v>
                </c:pt>
                <c:pt idx="22179">
                  <c:v>21.5</c:v>
                </c:pt>
                <c:pt idx="22180">
                  <c:v>21.5</c:v>
                </c:pt>
                <c:pt idx="22181">
                  <c:v>21.5</c:v>
                </c:pt>
                <c:pt idx="22182">
                  <c:v>20.5</c:v>
                </c:pt>
                <c:pt idx="22183">
                  <c:v>19.5</c:v>
                </c:pt>
                <c:pt idx="22184">
                  <c:v>19.5</c:v>
                </c:pt>
                <c:pt idx="22185">
                  <c:v>18.5</c:v>
                </c:pt>
                <c:pt idx="22186">
                  <c:v>18.5</c:v>
                </c:pt>
                <c:pt idx="22187">
                  <c:v>18.5</c:v>
                </c:pt>
                <c:pt idx="22188">
                  <c:v>19.5</c:v>
                </c:pt>
                <c:pt idx="22189">
                  <c:v>22</c:v>
                </c:pt>
                <c:pt idx="22190">
                  <c:v>22.5</c:v>
                </c:pt>
                <c:pt idx="22191">
                  <c:v>22.5</c:v>
                </c:pt>
                <c:pt idx="22192">
                  <c:v>21</c:v>
                </c:pt>
                <c:pt idx="22193">
                  <c:v>22.5</c:v>
                </c:pt>
                <c:pt idx="22194">
                  <c:v>19.5</c:v>
                </c:pt>
                <c:pt idx="22195">
                  <c:v>18.5</c:v>
                </c:pt>
                <c:pt idx="22196">
                  <c:v>19</c:v>
                </c:pt>
                <c:pt idx="22197">
                  <c:v>20</c:v>
                </c:pt>
                <c:pt idx="22198">
                  <c:v>20.5</c:v>
                </c:pt>
                <c:pt idx="22199">
                  <c:v>22.5</c:v>
                </c:pt>
                <c:pt idx="22200">
                  <c:v>22.5</c:v>
                </c:pt>
                <c:pt idx="22201">
                  <c:v>20</c:v>
                </c:pt>
                <c:pt idx="22202">
                  <c:v>19</c:v>
                </c:pt>
                <c:pt idx="22203">
                  <c:v>19</c:v>
                </c:pt>
                <c:pt idx="22204">
                  <c:v>18.5</c:v>
                </c:pt>
                <c:pt idx="22205">
                  <c:v>18.5</c:v>
                </c:pt>
                <c:pt idx="22206">
                  <c:v>19</c:v>
                </c:pt>
                <c:pt idx="22207">
                  <c:v>16.5</c:v>
                </c:pt>
                <c:pt idx="22208">
                  <c:v>16</c:v>
                </c:pt>
                <c:pt idx="22209">
                  <c:v>15</c:v>
                </c:pt>
                <c:pt idx="22210">
                  <c:v>14.5</c:v>
                </c:pt>
                <c:pt idx="22211">
                  <c:v>16</c:v>
                </c:pt>
                <c:pt idx="22212">
                  <c:v>16.5</c:v>
                </c:pt>
                <c:pt idx="22213">
                  <c:v>17</c:v>
                </c:pt>
                <c:pt idx="22214">
                  <c:v>14</c:v>
                </c:pt>
                <c:pt idx="22215">
                  <c:v>14</c:v>
                </c:pt>
                <c:pt idx="22216">
                  <c:v>14.5</c:v>
                </c:pt>
                <c:pt idx="22217">
                  <c:v>14</c:v>
                </c:pt>
                <c:pt idx="22218">
                  <c:v>15</c:v>
                </c:pt>
                <c:pt idx="22219">
                  <c:v>14</c:v>
                </c:pt>
                <c:pt idx="22220">
                  <c:v>14.5</c:v>
                </c:pt>
                <c:pt idx="22221">
                  <c:v>14</c:v>
                </c:pt>
                <c:pt idx="22222">
                  <c:v>15</c:v>
                </c:pt>
                <c:pt idx="22223">
                  <c:v>14</c:v>
                </c:pt>
                <c:pt idx="22224">
                  <c:v>14.5</c:v>
                </c:pt>
                <c:pt idx="22225">
                  <c:v>15</c:v>
                </c:pt>
                <c:pt idx="22226">
                  <c:v>15</c:v>
                </c:pt>
                <c:pt idx="22227">
                  <c:v>15.5</c:v>
                </c:pt>
                <c:pt idx="22228">
                  <c:v>16.5</c:v>
                </c:pt>
                <c:pt idx="22229">
                  <c:v>13</c:v>
                </c:pt>
                <c:pt idx="22230">
                  <c:v>10</c:v>
                </c:pt>
                <c:pt idx="22231">
                  <c:v>7.5</c:v>
                </c:pt>
                <c:pt idx="22232">
                  <c:v>8.5</c:v>
                </c:pt>
                <c:pt idx="22233">
                  <c:v>11</c:v>
                </c:pt>
                <c:pt idx="22234">
                  <c:v>10.5</c:v>
                </c:pt>
                <c:pt idx="22235">
                  <c:v>10.5</c:v>
                </c:pt>
                <c:pt idx="22236">
                  <c:v>10.5</c:v>
                </c:pt>
                <c:pt idx="22237">
                  <c:v>10.5</c:v>
                </c:pt>
                <c:pt idx="22238">
                  <c:v>10.5</c:v>
                </c:pt>
                <c:pt idx="22239">
                  <c:v>9.5</c:v>
                </c:pt>
                <c:pt idx="22240">
                  <c:v>9</c:v>
                </c:pt>
                <c:pt idx="22241">
                  <c:v>10</c:v>
                </c:pt>
                <c:pt idx="22242">
                  <c:v>11</c:v>
                </c:pt>
                <c:pt idx="22243">
                  <c:v>10</c:v>
                </c:pt>
                <c:pt idx="22244">
                  <c:v>8</c:v>
                </c:pt>
                <c:pt idx="22245">
                  <c:v>5</c:v>
                </c:pt>
                <c:pt idx="22246">
                  <c:v>5</c:v>
                </c:pt>
                <c:pt idx="22247">
                  <c:v>4.5</c:v>
                </c:pt>
                <c:pt idx="22248">
                  <c:v>4</c:v>
                </c:pt>
                <c:pt idx="22249">
                  <c:v>4.5</c:v>
                </c:pt>
                <c:pt idx="22250">
                  <c:v>3.5</c:v>
                </c:pt>
                <c:pt idx="22251">
                  <c:v>3.5</c:v>
                </c:pt>
                <c:pt idx="22252">
                  <c:v>2.5</c:v>
                </c:pt>
                <c:pt idx="22253">
                  <c:v>3.5</c:v>
                </c:pt>
                <c:pt idx="22254">
                  <c:v>5</c:v>
                </c:pt>
                <c:pt idx="22255">
                  <c:v>5</c:v>
                </c:pt>
                <c:pt idx="22256">
                  <c:v>5</c:v>
                </c:pt>
                <c:pt idx="22257">
                  <c:v>3</c:v>
                </c:pt>
                <c:pt idx="22258">
                  <c:v>3.5</c:v>
                </c:pt>
                <c:pt idx="22259">
                  <c:v>4.5</c:v>
                </c:pt>
                <c:pt idx="22260">
                  <c:v>4.5</c:v>
                </c:pt>
                <c:pt idx="22261">
                  <c:v>3</c:v>
                </c:pt>
                <c:pt idx="22262">
                  <c:v>2</c:v>
                </c:pt>
                <c:pt idx="22263">
                  <c:v>3.5</c:v>
                </c:pt>
                <c:pt idx="22264">
                  <c:v>5</c:v>
                </c:pt>
                <c:pt idx="22265">
                  <c:v>5.5</c:v>
                </c:pt>
                <c:pt idx="22266">
                  <c:v>3.5</c:v>
                </c:pt>
                <c:pt idx="22267">
                  <c:v>4</c:v>
                </c:pt>
                <c:pt idx="22268">
                  <c:v>5.5</c:v>
                </c:pt>
                <c:pt idx="22269">
                  <c:v>5.5</c:v>
                </c:pt>
                <c:pt idx="22270">
                  <c:v>8</c:v>
                </c:pt>
                <c:pt idx="22271">
                  <c:v>8</c:v>
                </c:pt>
                <c:pt idx="22272">
                  <c:v>6.5</c:v>
                </c:pt>
                <c:pt idx="22273">
                  <c:v>4.5</c:v>
                </c:pt>
                <c:pt idx="22274">
                  <c:v>1</c:v>
                </c:pt>
                <c:pt idx="22275">
                  <c:v>-1</c:v>
                </c:pt>
                <c:pt idx="22276">
                  <c:v>-2</c:v>
                </c:pt>
                <c:pt idx="22277">
                  <c:v>-0.5</c:v>
                </c:pt>
                <c:pt idx="22278">
                  <c:v>1.5</c:v>
                </c:pt>
                <c:pt idx="22279">
                  <c:v>2.5</c:v>
                </c:pt>
                <c:pt idx="22280">
                  <c:v>4</c:v>
                </c:pt>
                <c:pt idx="22281">
                  <c:v>5.5</c:v>
                </c:pt>
                <c:pt idx="22282">
                  <c:v>6</c:v>
                </c:pt>
                <c:pt idx="22283">
                  <c:v>7.5</c:v>
                </c:pt>
                <c:pt idx="22284">
                  <c:v>8</c:v>
                </c:pt>
                <c:pt idx="22285">
                  <c:v>9</c:v>
                </c:pt>
                <c:pt idx="22286">
                  <c:v>8.5</c:v>
                </c:pt>
                <c:pt idx="22287">
                  <c:v>8.5</c:v>
                </c:pt>
                <c:pt idx="22288">
                  <c:v>9</c:v>
                </c:pt>
                <c:pt idx="22289">
                  <c:v>6.5</c:v>
                </c:pt>
                <c:pt idx="22290">
                  <c:v>6</c:v>
                </c:pt>
                <c:pt idx="22291">
                  <c:v>8</c:v>
                </c:pt>
                <c:pt idx="22292">
                  <c:v>7</c:v>
                </c:pt>
                <c:pt idx="22293">
                  <c:v>8</c:v>
                </c:pt>
                <c:pt idx="22294">
                  <c:v>8.5</c:v>
                </c:pt>
                <c:pt idx="22295">
                  <c:v>10.5</c:v>
                </c:pt>
                <c:pt idx="22296">
                  <c:v>10.5</c:v>
                </c:pt>
                <c:pt idx="22297">
                  <c:v>11</c:v>
                </c:pt>
                <c:pt idx="22298">
                  <c:v>10</c:v>
                </c:pt>
                <c:pt idx="22299">
                  <c:v>9.5</c:v>
                </c:pt>
                <c:pt idx="22300">
                  <c:v>10</c:v>
                </c:pt>
                <c:pt idx="22301">
                  <c:v>8.5</c:v>
                </c:pt>
                <c:pt idx="22302">
                  <c:v>6</c:v>
                </c:pt>
                <c:pt idx="22303">
                  <c:v>5</c:v>
                </c:pt>
                <c:pt idx="22304">
                  <c:v>6</c:v>
                </c:pt>
                <c:pt idx="22305">
                  <c:v>7</c:v>
                </c:pt>
                <c:pt idx="22306">
                  <c:v>7.5</c:v>
                </c:pt>
                <c:pt idx="22307">
                  <c:v>9</c:v>
                </c:pt>
                <c:pt idx="22308">
                  <c:v>11.5</c:v>
                </c:pt>
                <c:pt idx="22309">
                  <c:v>11</c:v>
                </c:pt>
                <c:pt idx="22310">
                  <c:v>11</c:v>
                </c:pt>
                <c:pt idx="22311">
                  <c:v>11.5</c:v>
                </c:pt>
                <c:pt idx="22312">
                  <c:v>12</c:v>
                </c:pt>
                <c:pt idx="22313">
                  <c:v>12.5</c:v>
                </c:pt>
                <c:pt idx="22314">
                  <c:v>10.5</c:v>
                </c:pt>
                <c:pt idx="22315">
                  <c:v>7</c:v>
                </c:pt>
                <c:pt idx="22316">
                  <c:v>5</c:v>
                </c:pt>
                <c:pt idx="22317">
                  <c:v>6.5</c:v>
                </c:pt>
                <c:pt idx="22318">
                  <c:v>8</c:v>
                </c:pt>
                <c:pt idx="22319">
                  <c:v>7</c:v>
                </c:pt>
                <c:pt idx="22320">
                  <c:v>6</c:v>
                </c:pt>
                <c:pt idx="22321">
                  <c:v>6</c:v>
                </c:pt>
                <c:pt idx="22322">
                  <c:v>7</c:v>
                </c:pt>
                <c:pt idx="22323">
                  <c:v>7.5</c:v>
                </c:pt>
                <c:pt idx="22324">
                  <c:v>4</c:v>
                </c:pt>
                <c:pt idx="22325">
                  <c:v>2</c:v>
                </c:pt>
                <c:pt idx="22326">
                  <c:v>1</c:v>
                </c:pt>
                <c:pt idx="22327">
                  <c:v>2.5</c:v>
                </c:pt>
                <c:pt idx="22328">
                  <c:v>4</c:v>
                </c:pt>
                <c:pt idx="22329">
                  <c:v>5</c:v>
                </c:pt>
                <c:pt idx="22330">
                  <c:v>6</c:v>
                </c:pt>
                <c:pt idx="22331">
                  <c:v>7</c:v>
                </c:pt>
                <c:pt idx="22332">
                  <c:v>7</c:v>
                </c:pt>
                <c:pt idx="22333">
                  <c:v>7.5</c:v>
                </c:pt>
                <c:pt idx="22334">
                  <c:v>7.5</c:v>
                </c:pt>
                <c:pt idx="22335">
                  <c:v>5.5</c:v>
                </c:pt>
                <c:pt idx="22336">
                  <c:v>6.5</c:v>
                </c:pt>
                <c:pt idx="22337">
                  <c:v>6</c:v>
                </c:pt>
                <c:pt idx="22338">
                  <c:v>5</c:v>
                </c:pt>
                <c:pt idx="22339">
                  <c:v>5.5</c:v>
                </c:pt>
                <c:pt idx="22340">
                  <c:v>9.5</c:v>
                </c:pt>
                <c:pt idx="22341">
                  <c:v>10</c:v>
                </c:pt>
                <c:pt idx="22342">
                  <c:v>14.5</c:v>
                </c:pt>
                <c:pt idx="22343">
                  <c:v>13.5</c:v>
                </c:pt>
                <c:pt idx="22344">
                  <c:v>10</c:v>
                </c:pt>
                <c:pt idx="22345">
                  <c:v>8.5</c:v>
                </c:pt>
                <c:pt idx="22346">
                  <c:v>8.5</c:v>
                </c:pt>
                <c:pt idx="22347">
                  <c:v>10</c:v>
                </c:pt>
                <c:pt idx="22348">
                  <c:v>10</c:v>
                </c:pt>
                <c:pt idx="22349">
                  <c:v>10.5</c:v>
                </c:pt>
                <c:pt idx="22350">
                  <c:v>9.5</c:v>
                </c:pt>
                <c:pt idx="22351">
                  <c:v>11.5</c:v>
                </c:pt>
                <c:pt idx="22352">
                  <c:v>12</c:v>
                </c:pt>
                <c:pt idx="22353">
                  <c:v>13</c:v>
                </c:pt>
                <c:pt idx="22354">
                  <c:v>14</c:v>
                </c:pt>
                <c:pt idx="22355">
                  <c:v>14</c:v>
                </c:pt>
                <c:pt idx="22356">
                  <c:v>15</c:v>
                </c:pt>
                <c:pt idx="22357">
                  <c:v>13.5</c:v>
                </c:pt>
                <c:pt idx="22358">
                  <c:v>12</c:v>
                </c:pt>
                <c:pt idx="22359">
                  <c:v>12</c:v>
                </c:pt>
                <c:pt idx="22360">
                  <c:v>14</c:v>
                </c:pt>
                <c:pt idx="22361">
                  <c:v>15</c:v>
                </c:pt>
                <c:pt idx="22362">
                  <c:v>15</c:v>
                </c:pt>
                <c:pt idx="22363">
                  <c:v>16.5</c:v>
                </c:pt>
                <c:pt idx="22364">
                  <c:v>17</c:v>
                </c:pt>
                <c:pt idx="22365">
                  <c:v>16.5</c:v>
                </c:pt>
                <c:pt idx="22366">
                  <c:v>17</c:v>
                </c:pt>
                <c:pt idx="22367">
                  <c:v>14.5</c:v>
                </c:pt>
                <c:pt idx="22368">
                  <c:v>14</c:v>
                </c:pt>
                <c:pt idx="22369">
                  <c:v>14.5</c:v>
                </c:pt>
                <c:pt idx="22370">
                  <c:v>17.5</c:v>
                </c:pt>
                <c:pt idx="22371">
                  <c:v>17.5</c:v>
                </c:pt>
                <c:pt idx="22372">
                  <c:v>17</c:v>
                </c:pt>
                <c:pt idx="22373">
                  <c:v>16</c:v>
                </c:pt>
                <c:pt idx="22374">
                  <c:v>16.5</c:v>
                </c:pt>
                <c:pt idx="22375">
                  <c:v>17.5</c:v>
                </c:pt>
                <c:pt idx="22376">
                  <c:v>19</c:v>
                </c:pt>
                <c:pt idx="22377">
                  <c:v>21</c:v>
                </c:pt>
                <c:pt idx="22378">
                  <c:v>22</c:v>
                </c:pt>
                <c:pt idx="22379">
                  <c:v>24</c:v>
                </c:pt>
                <c:pt idx="22380">
                  <c:v>23.5</c:v>
                </c:pt>
                <c:pt idx="22381">
                  <c:v>24</c:v>
                </c:pt>
                <c:pt idx="22382">
                  <c:v>23</c:v>
                </c:pt>
                <c:pt idx="22383">
                  <c:v>23.5</c:v>
                </c:pt>
                <c:pt idx="22384">
                  <c:v>19.5</c:v>
                </c:pt>
                <c:pt idx="22385">
                  <c:v>17.5</c:v>
                </c:pt>
                <c:pt idx="22386">
                  <c:v>14</c:v>
                </c:pt>
                <c:pt idx="22387">
                  <c:v>19.5</c:v>
                </c:pt>
                <c:pt idx="22388">
                  <c:v>20.5</c:v>
                </c:pt>
                <c:pt idx="22389">
                  <c:v>20.5</c:v>
                </c:pt>
                <c:pt idx="22390">
                  <c:v>20</c:v>
                </c:pt>
                <c:pt idx="22391">
                  <c:v>18</c:v>
                </c:pt>
                <c:pt idx="22392">
                  <c:v>19</c:v>
                </c:pt>
                <c:pt idx="22393">
                  <c:v>18</c:v>
                </c:pt>
                <c:pt idx="22394">
                  <c:v>18</c:v>
                </c:pt>
                <c:pt idx="22395">
                  <c:v>19</c:v>
                </c:pt>
                <c:pt idx="22396">
                  <c:v>21</c:v>
                </c:pt>
                <c:pt idx="22397">
                  <c:v>23</c:v>
                </c:pt>
                <c:pt idx="22398">
                  <c:v>24.5</c:v>
                </c:pt>
                <c:pt idx="22399">
                  <c:v>25.5</c:v>
                </c:pt>
                <c:pt idx="22400">
                  <c:v>25</c:v>
                </c:pt>
                <c:pt idx="22401">
                  <c:v>25</c:v>
                </c:pt>
                <c:pt idx="22402">
                  <c:v>25.5</c:v>
                </c:pt>
                <c:pt idx="22403">
                  <c:v>25</c:v>
                </c:pt>
                <c:pt idx="22404">
                  <c:v>21.5</c:v>
                </c:pt>
                <c:pt idx="22405">
                  <c:v>22</c:v>
                </c:pt>
                <c:pt idx="22406">
                  <c:v>24</c:v>
                </c:pt>
                <c:pt idx="22407">
                  <c:v>24.5</c:v>
                </c:pt>
                <c:pt idx="22408">
                  <c:v>23</c:v>
                </c:pt>
                <c:pt idx="22409">
                  <c:v>23.5</c:v>
                </c:pt>
                <c:pt idx="22410">
                  <c:v>25</c:v>
                </c:pt>
                <c:pt idx="22411">
                  <c:v>26</c:v>
                </c:pt>
                <c:pt idx="22412">
                  <c:v>25</c:v>
                </c:pt>
                <c:pt idx="22413">
                  <c:v>24</c:v>
                </c:pt>
                <c:pt idx="22414">
                  <c:v>20.5</c:v>
                </c:pt>
                <c:pt idx="22415">
                  <c:v>22.5</c:v>
                </c:pt>
                <c:pt idx="22416">
                  <c:v>22.5</c:v>
                </c:pt>
                <c:pt idx="22417">
                  <c:v>21</c:v>
                </c:pt>
                <c:pt idx="22418">
                  <c:v>23</c:v>
                </c:pt>
                <c:pt idx="22419">
                  <c:v>24.5</c:v>
                </c:pt>
                <c:pt idx="22420">
                  <c:v>25.5</c:v>
                </c:pt>
                <c:pt idx="22421">
                  <c:v>27</c:v>
                </c:pt>
                <c:pt idx="22422">
                  <c:v>25</c:v>
                </c:pt>
                <c:pt idx="22423">
                  <c:v>23</c:v>
                </c:pt>
                <c:pt idx="22424">
                  <c:v>22.5</c:v>
                </c:pt>
                <c:pt idx="22425">
                  <c:v>22</c:v>
                </c:pt>
                <c:pt idx="22426">
                  <c:v>25</c:v>
                </c:pt>
                <c:pt idx="22427">
                  <c:v>23.5</c:v>
                </c:pt>
                <c:pt idx="22428">
                  <c:v>23</c:v>
                </c:pt>
                <c:pt idx="22429">
                  <c:v>25</c:v>
                </c:pt>
                <c:pt idx="22430">
                  <c:v>23</c:v>
                </c:pt>
                <c:pt idx="22431">
                  <c:v>22</c:v>
                </c:pt>
                <c:pt idx="22432">
                  <c:v>21.5</c:v>
                </c:pt>
                <c:pt idx="22433">
                  <c:v>24</c:v>
                </c:pt>
                <c:pt idx="22434">
                  <c:v>25</c:v>
                </c:pt>
                <c:pt idx="22435">
                  <c:v>22.5</c:v>
                </c:pt>
                <c:pt idx="22436">
                  <c:v>24</c:v>
                </c:pt>
                <c:pt idx="22437">
                  <c:v>26</c:v>
                </c:pt>
                <c:pt idx="22438">
                  <c:v>23</c:v>
                </c:pt>
                <c:pt idx="22439">
                  <c:v>25</c:v>
                </c:pt>
                <c:pt idx="22440">
                  <c:v>26</c:v>
                </c:pt>
                <c:pt idx="22441">
                  <c:v>26</c:v>
                </c:pt>
                <c:pt idx="22442">
                  <c:v>27</c:v>
                </c:pt>
                <c:pt idx="22443">
                  <c:v>26.5</c:v>
                </c:pt>
                <c:pt idx="22444">
                  <c:v>25</c:v>
                </c:pt>
                <c:pt idx="22445">
                  <c:v>23.5</c:v>
                </c:pt>
                <c:pt idx="22446">
                  <c:v>25.5</c:v>
                </c:pt>
                <c:pt idx="22447">
                  <c:v>26.5</c:v>
                </c:pt>
                <c:pt idx="22448">
                  <c:v>29</c:v>
                </c:pt>
                <c:pt idx="22449">
                  <c:v>30</c:v>
                </c:pt>
                <c:pt idx="22450">
                  <c:v>31</c:v>
                </c:pt>
                <c:pt idx="22451">
                  <c:v>31.5</c:v>
                </c:pt>
                <c:pt idx="22452">
                  <c:v>32</c:v>
                </c:pt>
                <c:pt idx="22453">
                  <c:v>31</c:v>
                </c:pt>
                <c:pt idx="22454">
                  <c:v>20.5</c:v>
                </c:pt>
                <c:pt idx="22455">
                  <c:v>16.5</c:v>
                </c:pt>
                <c:pt idx="22456">
                  <c:v>22</c:v>
                </c:pt>
                <c:pt idx="22457">
                  <c:v>24</c:v>
                </c:pt>
                <c:pt idx="22458">
                  <c:v>24</c:v>
                </c:pt>
                <c:pt idx="22459">
                  <c:v>23.5</c:v>
                </c:pt>
                <c:pt idx="22460">
                  <c:v>26</c:v>
                </c:pt>
                <c:pt idx="22461">
                  <c:v>22</c:v>
                </c:pt>
                <c:pt idx="22462">
                  <c:v>26</c:v>
                </c:pt>
                <c:pt idx="22463">
                  <c:v>27</c:v>
                </c:pt>
                <c:pt idx="22464">
                  <c:v>27</c:v>
                </c:pt>
                <c:pt idx="22465">
                  <c:v>27.5</c:v>
                </c:pt>
                <c:pt idx="22466">
                  <c:v>28</c:v>
                </c:pt>
                <c:pt idx="22467">
                  <c:v>28.5</c:v>
                </c:pt>
                <c:pt idx="22468">
                  <c:v>28</c:v>
                </c:pt>
                <c:pt idx="22469">
                  <c:v>29.5</c:v>
                </c:pt>
                <c:pt idx="22470">
                  <c:v>30</c:v>
                </c:pt>
                <c:pt idx="22471">
                  <c:v>30</c:v>
                </c:pt>
                <c:pt idx="22472">
                  <c:v>30.5</c:v>
                </c:pt>
                <c:pt idx="22473">
                  <c:v>30.5</c:v>
                </c:pt>
                <c:pt idx="22474">
                  <c:v>29</c:v>
                </c:pt>
                <c:pt idx="22475">
                  <c:v>28.5</c:v>
                </c:pt>
                <c:pt idx="22476">
                  <c:v>26</c:v>
                </c:pt>
                <c:pt idx="22477">
                  <c:v>25</c:v>
                </c:pt>
                <c:pt idx="22478">
                  <c:v>26</c:v>
                </c:pt>
                <c:pt idx="22479">
                  <c:v>27</c:v>
                </c:pt>
                <c:pt idx="22480">
                  <c:v>29</c:v>
                </c:pt>
                <c:pt idx="22481">
                  <c:v>29.5</c:v>
                </c:pt>
                <c:pt idx="22482">
                  <c:v>31</c:v>
                </c:pt>
                <c:pt idx="22483">
                  <c:v>30.5</c:v>
                </c:pt>
                <c:pt idx="22484">
                  <c:v>29</c:v>
                </c:pt>
                <c:pt idx="22485">
                  <c:v>27</c:v>
                </c:pt>
                <c:pt idx="22486">
                  <c:v>27</c:v>
                </c:pt>
                <c:pt idx="22487">
                  <c:v>27.5</c:v>
                </c:pt>
                <c:pt idx="22488">
                  <c:v>26</c:v>
                </c:pt>
                <c:pt idx="22489">
                  <c:v>26.5</c:v>
                </c:pt>
                <c:pt idx="22490">
                  <c:v>28.5</c:v>
                </c:pt>
                <c:pt idx="22491">
                  <c:v>28.5</c:v>
                </c:pt>
                <c:pt idx="22492">
                  <c:v>27</c:v>
                </c:pt>
                <c:pt idx="22493">
                  <c:v>28</c:v>
                </c:pt>
                <c:pt idx="22494">
                  <c:v>29</c:v>
                </c:pt>
                <c:pt idx="22495">
                  <c:v>30.5</c:v>
                </c:pt>
                <c:pt idx="22496">
                  <c:v>32</c:v>
                </c:pt>
                <c:pt idx="22497">
                  <c:v>34</c:v>
                </c:pt>
                <c:pt idx="22498">
                  <c:v>34.5</c:v>
                </c:pt>
                <c:pt idx="22499">
                  <c:v>34</c:v>
                </c:pt>
                <c:pt idx="22500">
                  <c:v>29.5</c:v>
                </c:pt>
                <c:pt idx="22501">
                  <c:v>25.5</c:v>
                </c:pt>
                <c:pt idx="22502">
                  <c:v>27</c:v>
                </c:pt>
                <c:pt idx="22503">
                  <c:v>28.5</c:v>
                </c:pt>
                <c:pt idx="22504">
                  <c:v>30</c:v>
                </c:pt>
                <c:pt idx="22505">
                  <c:v>30.5</c:v>
                </c:pt>
                <c:pt idx="22506">
                  <c:v>32</c:v>
                </c:pt>
                <c:pt idx="22507">
                  <c:v>32.5</c:v>
                </c:pt>
                <c:pt idx="22508">
                  <c:v>33.5</c:v>
                </c:pt>
                <c:pt idx="22509">
                  <c:v>32.5</c:v>
                </c:pt>
                <c:pt idx="22510">
                  <c:v>32</c:v>
                </c:pt>
                <c:pt idx="22511">
                  <c:v>33.5</c:v>
                </c:pt>
                <c:pt idx="22512">
                  <c:v>33.5</c:v>
                </c:pt>
                <c:pt idx="22513">
                  <c:v>32.5</c:v>
                </c:pt>
                <c:pt idx="22514">
                  <c:v>32</c:v>
                </c:pt>
                <c:pt idx="22515">
                  <c:v>30</c:v>
                </c:pt>
                <c:pt idx="22516">
                  <c:v>29.5</c:v>
                </c:pt>
                <c:pt idx="22517">
                  <c:v>31</c:v>
                </c:pt>
                <c:pt idx="22518">
                  <c:v>30.5</c:v>
                </c:pt>
                <c:pt idx="22519">
                  <c:v>31.5</c:v>
                </c:pt>
                <c:pt idx="22520">
                  <c:v>32</c:v>
                </c:pt>
                <c:pt idx="22521">
                  <c:v>33</c:v>
                </c:pt>
                <c:pt idx="22522">
                  <c:v>33</c:v>
                </c:pt>
                <c:pt idx="22523">
                  <c:v>27</c:v>
                </c:pt>
                <c:pt idx="22524">
                  <c:v>24.5</c:v>
                </c:pt>
                <c:pt idx="22525">
                  <c:v>26</c:v>
                </c:pt>
                <c:pt idx="22526">
                  <c:v>26.5</c:v>
                </c:pt>
                <c:pt idx="22527">
                  <c:v>26.5</c:v>
                </c:pt>
                <c:pt idx="22528">
                  <c:v>27</c:v>
                </c:pt>
                <c:pt idx="22529">
                  <c:v>27</c:v>
                </c:pt>
                <c:pt idx="22530">
                  <c:v>27.5</c:v>
                </c:pt>
                <c:pt idx="22531">
                  <c:v>26.5</c:v>
                </c:pt>
                <c:pt idx="22532">
                  <c:v>27</c:v>
                </c:pt>
                <c:pt idx="22533">
                  <c:v>28</c:v>
                </c:pt>
                <c:pt idx="22534">
                  <c:v>24.5</c:v>
                </c:pt>
                <c:pt idx="22535">
                  <c:v>26</c:v>
                </c:pt>
                <c:pt idx="22536">
                  <c:v>23.5</c:v>
                </c:pt>
                <c:pt idx="22537">
                  <c:v>22</c:v>
                </c:pt>
                <c:pt idx="22538">
                  <c:v>20.5</c:v>
                </c:pt>
                <c:pt idx="22539">
                  <c:v>21</c:v>
                </c:pt>
                <c:pt idx="22540">
                  <c:v>22</c:v>
                </c:pt>
                <c:pt idx="22541">
                  <c:v>21.5</c:v>
                </c:pt>
                <c:pt idx="22542">
                  <c:v>22</c:v>
                </c:pt>
                <c:pt idx="22543">
                  <c:v>21</c:v>
                </c:pt>
                <c:pt idx="22544">
                  <c:v>22</c:v>
                </c:pt>
                <c:pt idx="22545">
                  <c:v>20.5</c:v>
                </c:pt>
                <c:pt idx="22546">
                  <c:v>16</c:v>
                </c:pt>
                <c:pt idx="22547">
                  <c:v>15.5</c:v>
                </c:pt>
                <c:pt idx="22548">
                  <c:v>17</c:v>
                </c:pt>
                <c:pt idx="22549">
                  <c:v>17.5</c:v>
                </c:pt>
                <c:pt idx="22550">
                  <c:v>18</c:v>
                </c:pt>
                <c:pt idx="22551">
                  <c:v>19.5</c:v>
                </c:pt>
                <c:pt idx="22552">
                  <c:v>18</c:v>
                </c:pt>
                <c:pt idx="22553">
                  <c:v>19</c:v>
                </c:pt>
                <c:pt idx="22554">
                  <c:v>19</c:v>
                </c:pt>
                <c:pt idx="22555">
                  <c:v>17</c:v>
                </c:pt>
                <c:pt idx="22556">
                  <c:v>17</c:v>
                </c:pt>
                <c:pt idx="22557">
                  <c:v>18.5</c:v>
                </c:pt>
                <c:pt idx="22558">
                  <c:v>17.5</c:v>
                </c:pt>
                <c:pt idx="22559">
                  <c:v>17</c:v>
                </c:pt>
                <c:pt idx="22560">
                  <c:v>18.5</c:v>
                </c:pt>
                <c:pt idx="22561">
                  <c:v>19</c:v>
                </c:pt>
                <c:pt idx="22562">
                  <c:v>18.5</c:v>
                </c:pt>
                <c:pt idx="22563">
                  <c:v>18.5</c:v>
                </c:pt>
                <c:pt idx="22564">
                  <c:v>20</c:v>
                </c:pt>
                <c:pt idx="22565">
                  <c:v>21</c:v>
                </c:pt>
                <c:pt idx="22566">
                  <c:v>21</c:v>
                </c:pt>
                <c:pt idx="22567">
                  <c:v>20</c:v>
                </c:pt>
                <c:pt idx="22568">
                  <c:v>16</c:v>
                </c:pt>
                <c:pt idx="22569">
                  <c:v>17</c:v>
                </c:pt>
                <c:pt idx="22570">
                  <c:v>17.5</c:v>
                </c:pt>
                <c:pt idx="22571">
                  <c:v>15.5</c:v>
                </c:pt>
                <c:pt idx="22572">
                  <c:v>12</c:v>
                </c:pt>
                <c:pt idx="22573">
                  <c:v>16</c:v>
                </c:pt>
                <c:pt idx="22574">
                  <c:v>17.5</c:v>
                </c:pt>
                <c:pt idx="22575">
                  <c:v>17.5</c:v>
                </c:pt>
                <c:pt idx="22576">
                  <c:v>15.5</c:v>
                </c:pt>
                <c:pt idx="22577">
                  <c:v>14</c:v>
                </c:pt>
                <c:pt idx="22578">
                  <c:v>16</c:v>
                </c:pt>
                <c:pt idx="22579">
                  <c:v>19</c:v>
                </c:pt>
                <c:pt idx="22580">
                  <c:v>16.5</c:v>
                </c:pt>
                <c:pt idx="22581">
                  <c:v>16</c:v>
                </c:pt>
                <c:pt idx="22582">
                  <c:v>16</c:v>
                </c:pt>
                <c:pt idx="22583">
                  <c:v>16.5</c:v>
                </c:pt>
                <c:pt idx="22584">
                  <c:v>15.5</c:v>
                </c:pt>
                <c:pt idx="22585">
                  <c:v>15</c:v>
                </c:pt>
                <c:pt idx="22586">
                  <c:v>14.5</c:v>
                </c:pt>
                <c:pt idx="22587">
                  <c:v>11.5</c:v>
                </c:pt>
                <c:pt idx="22588">
                  <c:v>13</c:v>
                </c:pt>
                <c:pt idx="22589">
                  <c:v>15</c:v>
                </c:pt>
                <c:pt idx="22590">
                  <c:v>13.5</c:v>
                </c:pt>
                <c:pt idx="22591">
                  <c:v>12.5</c:v>
                </c:pt>
                <c:pt idx="22592">
                  <c:v>15</c:v>
                </c:pt>
                <c:pt idx="22593">
                  <c:v>16</c:v>
                </c:pt>
                <c:pt idx="22594">
                  <c:v>13</c:v>
                </c:pt>
                <c:pt idx="22595">
                  <c:v>12</c:v>
                </c:pt>
                <c:pt idx="22596">
                  <c:v>11</c:v>
                </c:pt>
                <c:pt idx="22597">
                  <c:v>12</c:v>
                </c:pt>
                <c:pt idx="22598">
                  <c:v>13.5</c:v>
                </c:pt>
                <c:pt idx="22599">
                  <c:v>13.5</c:v>
                </c:pt>
                <c:pt idx="22600">
                  <c:v>10.5</c:v>
                </c:pt>
                <c:pt idx="22601">
                  <c:v>8.5</c:v>
                </c:pt>
                <c:pt idx="22602">
                  <c:v>10.5</c:v>
                </c:pt>
                <c:pt idx="22603">
                  <c:v>11.5</c:v>
                </c:pt>
                <c:pt idx="22604">
                  <c:v>14</c:v>
                </c:pt>
                <c:pt idx="22605">
                  <c:v>13.5</c:v>
                </c:pt>
                <c:pt idx="22606">
                  <c:v>15</c:v>
                </c:pt>
                <c:pt idx="22607">
                  <c:v>15</c:v>
                </c:pt>
                <c:pt idx="22608">
                  <c:v>15</c:v>
                </c:pt>
                <c:pt idx="22609">
                  <c:v>14</c:v>
                </c:pt>
                <c:pt idx="22610">
                  <c:v>12</c:v>
                </c:pt>
                <c:pt idx="22611">
                  <c:v>12</c:v>
                </c:pt>
                <c:pt idx="22612">
                  <c:v>12</c:v>
                </c:pt>
                <c:pt idx="22613">
                  <c:v>11</c:v>
                </c:pt>
                <c:pt idx="22614">
                  <c:v>9.5</c:v>
                </c:pt>
                <c:pt idx="22615">
                  <c:v>7</c:v>
                </c:pt>
                <c:pt idx="22616">
                  <c:v>7</c:v>
                </c:pt>
                <c:pt idx="22617">
                  <c:v>8.5</c:v>
                </c:pt>
                <c:pt idx="22618">
                  <c:v>9</c:v>
                </c:pt>
                <c:pt idx="22619">
                  <c:v>9</c:v>
                </c:pt>
                <c:pt idx="22620">
                  <c:v>9.5</c:v>
                </c:pt>
                <c:pt idx="22621">
                  <c:v>11</c:v>
                </c:pt>
                <c:pt idx="22622">
                  <c:v>11</c:v>
                </c:pt>
                <c:pt idx="22623">
                  <c:v>9.5</c:v>
                </c:pt>
                <c:pt idx="22624">
                  <c:v>9</c:v>
                </c:pt>
                <c:pt idx="22625">
                  <c:v>7.5</c:v>
                </c:pt>
                <c:pt idx="22626">
                  <c:v>6</c:v>
                </c:pt>
                <c:pt idx="22627">
                  <c:v>5.5</c:v>
                </c:pt>
                <c:pt idx="22628">
                  <c:v>5</c:v>
                </c:pt>
                <c:pt idx="22629">
                  <c:v>6</c:v>
                </c:pt>
                <c:pt idx="22630">
                  <c:v>7.5</c:v>
                </c:pt>
                <c:pt idx="22631">
                  <c:v>7</c:v>
                </c:pt>
                <c:pt idx="22632">
                  <c:v>7.5</c:v>
                </c:pt>
                <c:pt idx="22633">
                  <c:v>8</c:v>
                </c:pt>
                <c:pt idx="22634">
                  <c:v>7.5</c:v>
                </c:pt>
                <c:pt idx="22635">
                  <c:v>8.5</c:v>
                </c:pt>
                <c:pt idx="22636">
                  <c:v>9</c:v>
                </c:pt>
                <c:pt idx="22637">
                  <c:v>9.5</c:v>
                </c:pt>
                <c:pt idx="22638">
                  <c:v>10</c:v>
                </c:pt>
                <c:pt idx="22639">
                  <c:v>6</c:v>
                </c:pt>
                <c:pt idx="22640">
                  <c:v>7</c:v>
                </c:pt>
                <c:pt idx="22641">
                  <c:v>8.5</c:v>
                </c:pt>
                <c:pt idx="22642">
                  <c:v>9</c:v>
                </c:pt>
                <c:pt idx="22643">
                  <c:v>8.5</c:v>
                </c:pt>
                <c:pt idx="22644">
                  <c:v>9</c:v>
                </c:pt>
                <c:pt idx="22645">
                  <c:v>8</c:v>
                </c:pt>
                <c:pt idx="22646">
                  <c:v>9</c:v>
                </c:pt>
                <c:pt idx="22647">
                  <c:v>10</c:v>
                </c:pt>
                <c:pt idx="22648">
                  <c:v>12</c:v>
                </c:pt>
                <c:pt idx="22649">
                  <c:v>12.5</c:v>
                </c:pt>
                <c:pt idx="22650">
                  <c:v>11</c:v>
                </c:pt>
                <c:pt idx="22651">
                  <c:v>8</c:v>
                </c:pt>
                <c:pt idx="22652">
                  <c:v>6.5</c:v>
                </c:pt>
                <c:pt idx="22653">
                  <c:v>7.5</c:v>
                </c:pt>
                <c:pt idx="22654">
                  <c:v>8.5</c:v>
                </c:pt>
                <c:pt idx="22655">
                  <c:v>7</c:v>
                </c:pt>
                <c:pt idx="22656">
                  <c:v>7.5</c:v>
                </c:pt>
                <c:pt idx="22657">
                  <c:v>8</c:v>
                </c:pt>
                <c:pt idx="22658">
                  <c:v>8</c:v>
                </c:pt>
                <c:pt idx="22659">
                  <c:v>12</c:v>
                </c:pt>
                <c:pt idx="22660">
                  <c:v>12</c:v>
                </c:pt>
                <c:pt idx="22661">
                  <c:v>10</c:v>
                </c:pt>
                <c:pt idx="22662">
                  <c:v>10.5</c:v>
                </c:pt>
                <c:pt idx="22663">
                  <c:v>10.5</c:v>
                </c:pt>
                <c:pt idx="22664">
                  <c:v>9</c:v>
                </c:pt>
                <c:pt idx="22665">
                  <c:v>6</c:v>
                </c:pt>
                <c:pt idx="22666">
                  <c:v>6</c:v>
                </c:pt>
                <c:pt idx="22667">
                  <c:v>6.5</c:v>
                </c:pt>
                <c:pt idx="22668">
                  <c:v>6</c:v>
                </c:pt>
                <c:pt idx="22669">
                  <c:v>6.5</c:v>
                </c:pt>
                <c:pt idx="22670">
                  <c:v>7</c:v>
                </c:pt>
                <c:pt idx="22671">
                  <c:v>7.5</c:v>
                </c:pt>
                <c:pt idx="22672">
                  <c:v>7</c:v>
                </c:pt>
                <c:pt idx="22673">
                  <c:v>8</c:v>
                </c:pt>
                <c:pt idx="22674">
                  <c:v>8.5</c:v>
                </c:pt>
                <c:pt idx="22675">
                  <c:v>9</c:v>
                </c:pt>
                <c:pt idx="22676">
                  <c:v>9</c:v>
                </c:pt>
                <c:pt idx="22677">
                  <c:v>10</c:v>
                </c:pt>
                <c:pt idx="22678">
                  <c:v>11</c:v>
                </c:pt>
                <c:pt idx="22679">
                  <c:v>9.5</c:v>
                </c:pt>
                <c:pt idx="22680">
                  <c:v>9</c:v>
                </c:pt>
                <c:pt idx="22681">
                  <c:v>10.5</c:v>
                </c:pt>
                <c:pt idx="22682">
                  <c:v>13</c:v>
                </c:pt>
                <c:pt idx="22683">
                  <c:v>13.5</c:v>
                </c:pt>
                <c:pt idx="22684">
                  <c:v>14</c:v>
                </c:pt>
                <c:pt idx="22685">
                  <c:v>13</c:v>
                </c:pt>
                <c:pt idx="22686">
                  <c:v>12</c:v>
                </c:pt>
                <c:pt idx="22687">
                  <c:v>12</c:v>
                </c:pt>
                <c:pt idx="22688">
                  <c:v>11.5</c:v>
                </c:pt>
                <c:pt idx="22689">
                  <c:v>10</c:v>
                </c:pt>
                <c:pt idx="22690">
                  <c:v>9</c:v>
                </c:pt>
                <c:pt idx="22691">
                  <c:v>10</c:v>
                </c:pt>
                <c:pt idx="22692">
                  <c:v>8</c:v>
                </c:pt>
                <c:pt idx="22693">
                  <c:v>9.5</c:v>
                </c:pt>
                <c:pt idx="22694">
                  <c:v>11.5</c:v>
                </c:pt>
                <c:pt idx="22695">
                  <c:v>9</c:v>
                </c:pt>
                <c:pt idx="22696">
                  <c:v>5.5</c:v>
                </c:pt>
                <c:pt idx="22697">
                  <c:v>5</c:v>
                </c:pt>
                <c:pt idx="22698">
                  <c:v>5.5</c:v>
                </c:pt>
                <c:pt idx="22699">
                  <c:v>8</c:v>
                </c:pt>
                <c:pt idx="22700">
                  <c:v>10.5</c:v>
                </c:pt>
                <c:pt idx="22701">
                  <c:v>9</c:v>
                </c:pt>
                <c:pt idx="22702">
                  <c:v>8.5</c:v>
                </c:pt>
                <c:pt idx="22703">
                  <c:v>9</c:v>
                </c:pt>
                <c:pt idx="22704">
                  <c:v>10.5</c:v>
                </c:pt>
                <c:pt idx="22705">
                  <c:v>12</c:v>
                </c:pt>
                <c:pt idx="22706">
                  <c:v>11.5</c:v>
                </c:pt>
                <c:pt idx="22707">
                  <c:v>11</c:v>
                </c:pt>
                <c:pt idx="22708">
                  <c:v>8.5</c:v>
                </c:pt>
                <c:pt idx="22709">
                  <c:v>6.5</c:v>
                </c:pt>
                <c:pt idx="22710">
                  <c:v>7</c:v>
                </c:pt>
                <c:pt idx="22711">
                  <c:v>9</c:v>
                </c:pt>
                <c:pt idx="22712">
                  <c:v>10.5</c:v>
                </c:pt>
                <c:pt idx="22713">
                  <c:v>11.5</c:v>
                </c:pt>
                <c:pt idx="22714">
                  <c:v>12</c:v>
                </c:pt>
                <c:pt idx="22715">
                  <c:v>13.5</c:v>
                </c:pt>
                <c:pt idx="22716">
                  <c:v>14.5</c:v>
                </c:pt>
                <c:pt idx="22717">
                  <c:v>12.5</c:v>
                </c:pt>
                <c:pt idx="22718">
                  <c:v>14</c:v>
                </c:pt>
                <c:pt idx="22719">
                  <c:v>15</c:v>
                </c:pt>
                <c:pt idx="22720">
                  <c:v>15.5</c:v>
                </c:pt>
                <c:pt idx="22721">
                  <c:v>15</c:v>
                </c:pt>
                <c:pt idx="22722">
                  <c:v>13.5</c:v>
                </c:pt>
                <c:pt idx="22723">
                  <c:v>12</c:v>
                </c:pt>
                <c:pt idx="22724">
                  <c:v>11.5</c:v>
                </c:pt>
                <c:pt idx="22725">
                  <c:v>10.5</c:v>
                </c:pt>
                <c:pt idx="22726">
                  <c:v>12</c:v>
                </c:pt>
                <c:pt idx="22727">
                  <c:v>13</c:v>
                </c:pt>
                <c:pt idx="22728">
                  <c:v>14.5</c:v>
                </c:pt>
                <c:pt idx="22729">
                  <c:v>15</c:v>
                </c:pt>
                <c:pt idx="22730">
                  <c:v>15.5</c:v>
                </c:pt>
                <c:pt idx="22731">
                  <c:v>16.5</c:v>
                </c:pt>
                <c:pt idx="22732">
                  <c:v>14</c:v>
                </c:pt>
                <c:pt idx="22733">
                  <c:v>15</c:v>
                </c:pt>
                <c:pt idx="22734">
                  <c:v>14.5</c:v>
                </c:pt>
                <c:pt idx="22735">
                  <c:v>14</c:v>
                </c:pt>
                <c:pt idx="22736">
                  <c:v>11.5</c:v>
                </c:pt>
                <c:pt idx="22737">
                  <c:v>12.5</c:v>
                </c:pt>
                <c:pt idx="22738">
                  <c:v>14.5</c:v>
                </c:pt>
                <c:pt idx="22739">
                  <c:v>15.5</c:v>
                </c:pt>
                <c:pt idx="22740">
                  <c:v>16.5</c:v>
                </c:pt>
                <c:pt idx="22741">
                  <c:v>16.5</c:v>
                </c:pt>
                <c:pt idx="22742">
                  <c:v>15.5</c:v>
                </c:pt>
                <c:pt idx="22743">
                  <c:v>17.5</c:v>
                </c:pt>
                <c:pt idx="22744">
                  <c:v>20</c:v>
                </c:pt>
                <c:pt idx="22745">
                  <c:v>19.5</c:v>
                </c:pt>
                <c:pt idx="22746">
                  <c:v>18.5</c:v>
                </c:pt>
                <c:pt idx="22747">
                  <c:v>16</c:v>
                </c:pt>
                <c:pt idx="22748">
                  <c:v>15.5</c:v>
                </c:pt>
                <c:pt idx="22749">
                  <c:v>17</c:v>
                </c:pt>
                <c:pt idx="22750">
                  <c:v>15</c:v>
                </c:pt>
                <c:pt idx="22751">
                  <c:v>18.5</c:v>
                </c:pt>
                <c:pt idx="22752">
                  <c:v>21.5</c:v>
                </c:pt>
                <c:pt idx="22753">
                  <c:v>20</c:v>
                </c:pt>
                <c:pt idx="22754">
                  <c:v>20.5</c:v>
                </c:pt>
                <c:pt idx="22755">
                  <c:v>22</c:v>
                </c:pt>
                <c:pt idx="22756">
                  <c:v>20.5</c:v>
                </c:pt>
                <c:pt idx="22757">
                  <c:v>20</c:v>
                </c:pt>
                <c:pt idx="22758">
                  <c:v>19.5</c:v>
                </c:pt>
                <c:pt idx="22759">
                  <c:v>19.5</c:v>
                </c:pt>
                <c:pt idx="22760">
                  <c:v>19.5</c:v>
                </c:pt>
                <c:pt idx="22761">
                  <c:v>21</c:v>
                </c:pt>
                <c:pt idx="22762">
                  <c:v>20.5</c:v>
                </c:pt>
                <c:pt idx="22763">
                  <c:v>21.5</c:v>
                </c:pt>
                <c:pt idx="22764">
                  <c:v>21.5</c:v>
                </c:pt>
                <c:pt idx="22765">
                  <c:v>21.5</c:v>
                </c:pt>
                <c:pt idx="22766">
                  <c:v>23</c:v>
                </c:pt>
                <c:pt idx="22767">
                  <c:v>24</c:v>
                </c:pt>
                <c:pt idx="22768">
                  <c:v>25.5</c:v>
                </c:pt>
                <c:pt idx="22769">
                  <c:v>25.5</c:v>
                </c:pt>
                <c:pt idx="22770">
                  <c:v>24.5</c:v>
                </c:pt>
                <c:pt idx="22771">
                  <c:v>15</c:v>
                </c:pt>
                <c:pt idx="22772">
                  <c:v>16</c:v>
                </c:pt>
                <c:pt idx="22773">
                  <c:v>21</c:v>
                </c:pt>
                <c:pt idx="22774">
                  <c:v>25</c:v>
                </c:pt>
                <c:pt idx="22775">
                  <c:v>20.5</c:v>
                </c:pt>
                <c:pt idx="22776">
                  <c:v>22</c:v>
                </c:pt>
                <c:pt idx="22777">
                  <c:v>23</c:v>
                </c:pt>
                <c:pt idx="22778">
                  <c:v>23</c:v>
                </c:pt>
                <c:pt idx="22779">
                  <c:v>22</c:v>
                </c:pt>
                <c:pt idx="22780">
                  <c:v>22.5</c:v>
                </c:pt>
                <c:pt idx="22781">
                  <c:v>23</c:v>
                </c:pt>
                <c:pt idx="22782">
                  <c:v>22.5</c:v>
                </c:pt>
                <c:pt idx="22783">
                  <c:v>24.5</c:v>
                </c:pt>
                <c:pt idx="22784">
                  <c:v>24</c:v>
                </c:pt>
                <c:pt idx="22785">
                  <c:v>23.5</c:v>
                </c:pt>
                <c:pt idx="22786">
                  <c:v>23.5</c:v>
                </c:pt>
                <c:pt idx="22787">
                  <c:v>21.5</c:v>
                </c:pt>
                <c:pt idx="22788">
                  <c:v>22</c:v>
                </c:pt>
                <c:pt idx="22789">
                  <c:v>21.5</c:v>
                </c:pt>
                <c:pt idx="22790">
                  <c:v>23</c:v>
                </c:pt>
                <c:pt idx="22791">
                  <c:v>25.5</c:v>
                </c:pt>
                <c:pt idx="22792">
                  <c:v>23</c:v>
                </c:pt>
                <c:pt idx="22793">
                  <c:v>23</c:v>
                </c:pt>
                <c:pt idx="22794">
                  <c:v>25</c:v>
                </c:pt>
                <c:pt idx="22795">
                  <c:v>23</c:v>
                </c:pt>
                <c:pt idx="22796">
                  <c:v>23</c:v>
                </c:pt>
                <c:pt idx="22797">
                  <c:v>22</c:v>
                </c:pt>
                <c:pt idx="22798">
                  <c:v>23.5</c:v>
                </c:pt>
                <c:pt idx="22799">
                  <c:v>26</c:v>
                </c:pt>
                <c:pt idx="22800">
                  <c:v>27</c:v>
                </c:pt>
                <c:pt idx="22801">
                  <c:v>27.5</c:v>
                </c:pt>
                <c:pt idx="22802">
                  <c:v>28</c:v>
                </c:pt>
                <c:pt idx="22803">
                  <c:v>26.5</c:v>
                </c:pt>
                <c:pt idx="22804">
                  <c:v>26</c:v>
                </c:pt>
                <c:pt idx="22805">
                  <c:v>25</c:v>
                </c:pt>
                <c:pt idx="22806">
                  <c:v>23.5</c:v>
                </c:pt>
                <c:pt idx="22807">
                  <c:v>22.5</c:v>
                </c:pt>
                <c:pt idx="22808">
                  <c:v>24</c:v>
                </c:pt>
                <c:pt idx="22809">
                  <c:v>26</c:v>
                </c:pt>
                <c:pt idx="22810">
                  <c:v>21.5</c:v>
                </c:pt>
                <c:pt idx="22811">
                  <c:v>22</c:v>
                </c:pt>
                <c:pt idx="22812">
                  <c:v>23</c:v>
                </c:pt>
                <c:pt idx="22813">
                  <c:v>23.5</c:v>
                </c:pt>
                <c:pt idx="22814">
                  <c:v>24</c:v>
                </c:pt>
                <c:pt idx="22815">
                  <c:v>26</c:v>
                </c:pt>
                <c:pt idx="22816">
                  <c:v>28.5</c:v>
                </c:pt>
                <c:pt idx="22817">
                  <c:v>29</c:v>
                </c:pt>
                <c:pt idx="22818">
                  <c:v>28.5</c:v>
                </c:pt>
                <c:pt idx="22819">
                  <c:v>24</c:v>
                </c:pt>
                <c:pt idx="22820">
                  <c:v>24.5</c:v>
                </c:pt>
                <c:pt idx="22821">
                  <c:v>25.5</c:v>
                </c:pt>
                <c:pt idx="22822">
                  <c:v>25.5</c:v>
                </c:pt>
                <c:pt idx="22823">
                  <c:v>24.5</c:v>
                </c:pt>
                <c:pt idx="22824">
                  <c:v>25.5</c:v>
                </c:pt>
                <c:pt idx="22825">
                  <c:v>27</c:v>
                </c:pt>
                <c:pt idx="22826">
                  <c:v>28</c:v>
                </c:pt>
                <c:pt idx="22827">
                  <c:v>27.5</c:v>
                </c:pt>
                <c:pt idx="22828">
                  <c:v>26</c:v>
                </c:pt>
                <c:pt idx="22829">
                  <c:v>27</c:v>
                </c:pt>
                <c:pt idx="22830">
                  <c:v>28.5</c:v>
                </c:pt>
                <c:pt idx="22831">
                  <c:v>28</c:v>
                </c:pt>
                <c:pt idx="22832">
                  <c:v>29</c:v>
                </c:pt>
                <c:pt idx="22833">
                  <c:v>25.5</c:v>
                </c:pt>
                <c:pt idx="22834">
                  <c:v>29.5</c:v>
                </c:pt>
                <c:pt idx="22835">
                  <c:v>30</c:v>
                </c:pt>
                <c:pt idx="22836">
                  <c:v>27</c:v>
                </c:pt>
                <c:pt idx="22837">
                  <c:v>26.5</c:v>
                </c:pt>
                <c:pt idx="22838">
                  <c:v>27.5</c:v>
                </c:pt>
                <c:pt idx="22839">
                  <c:v>27.5</c:v>
                </c:pt>
                <c:pt idx="22840">
                  <c:v>28</c:v>
                </c:pt>
                <c:pt idx="22841">
                  <c:v>29</c:v>
                </c:pt>
                <c:pt idx="22842">
                  <c:v>29</c:v>
                </c:pt>
                <c:pt idx="22843">
                  <c:v>25</c:v>
                </c:pt>
                <c:pt idx="22844">
                  <c:v>27.5</c:v>
                </c:pt>
                <c:pt idx="22845">
                  <c:v>26</c:v>
                </c:pt>
                <c:pt idx="22846">
                  <c:v>21</c:v>
                </c:pt>
                <c:pt idx="22847">
                  <c:v>20.5</c:v>
                </c:pt>
                <c:pt idx="22848">
                  <c:v>25.5</c:v>
                </c:pt>
                <c:pt idx="22849">
                  <c:v>26.5</c:v>
                </c:pt>
                <c:pt idx="22850">
                  <c:v>26.5</c:v>
                </c:pt>
                <c:pt idx="22851">
                  <c:v>26.5</c:v>
                </c:pt>
                <c:pt idx="22852">
                  <c:v>27</c:v>
                </c:pt>
                <c:pt idx="22853">
                  <c:v>28.5</c:v>
                </c:pt>
                <c:pt idx="22854">
                  <c:v>29.5</c:v>
                </c:pt>
                <c:pt idx="22855">
                  <c:v>30.5</c:v>
                </c:pt>
                <c:pt idx="22856">
                  <c:v>31.5</c:v>
                </c:pt>
                <c:pt idx="22857">
                  <c:v>30.5</c:v>
                </c:pt>
                <c:pt idx="22858">
                  <c:v>28.5</c:v>
                </c:pt>
                <c:pt idx="22859">
                  <c:v>23</c:v>
                </c:pt>
                <c:pt idx="22860">
                  <c:v>26.5</c:v>
                </c:pt>
                <c:pt idx="22861">
                  <c:v>27</c:v>
                </c:pt>
                <c:pt idx="22862">
                  <c:v>28.5</c:v>
                </c:pt>
                <c:pt idx="22863">
                  <c:v>30</c:v>
                </c:pt>
                <c:pt idx="22864">
                  <c:v>28</c:v>
                </c:pt>
                <c:pt idx="22865">
                  <c:v>29</c:v>
                </c:pt>
                <c:pt idx="22866">
                  <c:v>29</c:v>
                </c:pt>
                <c:pt idx="22867">
                  <c:v>28.5</c:v>
                </c:pt>
                <c:pt idx="22868">
                  <c:v>26.5</c:v>
                </c:pt>
                <c:pt idx="22869">
                  <c:v>26.5</c:v>
                </c:pt>
                <c:pt idx="22870">
                  <c:v>26.5</c:v>
                </c:pt>
                <c:pt idx="22871">
                  <c:v>28</c:v>
                </c:pt>
                <c:pt idx="22872">
                  <c:v>28.5</c:v>
                </c:pt>
                <c:pt idx="22873">
                  <c:v>29.5</c:v>
                </c:pt>
                <c:pt idx="22874">
                  <c:v>30</c:v>
                </c:pt>
                <c:pt idx="22875">
                  <c:v>31</c:v>
                </c:pt>
                <c:pt idx="22876">
                  <c:v>31</c:v>
                </c:pt>
                <c:pt idx="22877">
                  <c:v>28.5</c:v>
                </c:pt>
                <c:pt idx="22878">
                  <c:v>23.5</c:v>
                </c:pt>
                <c:pt idx="22879">
                  <c:v>27</c:v>
                </c:pt>
                <c:pt idx="22880">
                  <c:v>29</c:v>
                </c:pt>
                <c:pt idx="22881">
                  <c:v>28.5</c:v>
                </c:pt>
                <c:pt idx="22882">
                  <c:v>23</c:v>
                </c:pt>
                <c:pt idx="22883">
                  <c:v>25</c:v>
                </c:pt>
                <c:pt idx="22884">
                  <c:v>27</c:v>
                </c:pt>
                <c:pt idx="22885">
                  <c:v>25.5</c:v>
                </c:pt>
                <c:pt idx="22886">
                  <c:v>25</c:v>
                </c:pt>
                <c:pt idx="22887">
                  <c:v>23.5</c:v>
                </c:pt>
                <c:pt idx="22888">
                  <c:v>22.5</c:v>
                </c:pt>
                <c:pt idx="22889">
                  <c:v>21.5</c:v>
                </c:pt>
                <c:pt idx="22890">
                  <c:v>22</c:v>
                </c:pt>
                <c:pt idx="22891">
                  <c:v>23</c:v>
                </c:pt>
                <c:pt idx="22892">
                  <c:v>21.5</c:v>
                </c:pt>
                <c:pt idx="22893">
                  <c:v>22</c:v>
                </c:pt>
                <c:pt idx="22894">
                  <c:v>22</c:v>
                </c:pt>
                <c:pt idx="22895">
                  <c:v>21</c:v>
                </c:pt>
                <c:pt idx="22896">
                  <c:v>22.5</c:v>
                </c:pt>
                <c:pt idx="22897">
                  <c:v>20.5</c:v>
                </c:pt>
                <c:pt idx="22898">
                  <c:v>21</c:v>
                </c:pt>
                <c:pt idx="22899">
                  <c:v>21</c:v>
                </c:pt>
                <c:pt idx="22900">
                  <c:v>19.5</c:v>
                </c:pt>
                <c:pt idx="22901">
                  <c:v>22</c:v>
                </c:pt>
                <c:pt idx="22902">
                  <c:v>22</c:v>
                </c:pt>
                <c:pt idx="22903">
                  <c:v>23</c:v>
                </c:pt>
                <c:pt idx="22904">
                  <c:v>23.5</c:v>
                </c:pt>
                <c:pt idx="22905">
                  <c:v>24.5</c:v>
                </c:pt>
                <c:pt idx="22906">
                  <c:v>25</c:v>
                </c:pt>
                <c:pt idx="22907">
                  <c:v>22.5</c:v>
                </c:pt>
                <c:pt idx="22908">
                  <c:v>20.5</c:v>
                </c:pt>
                <c:pt idx="22909">
                  <c:v>21</c:v>
                </c:pt>
                <c:pt idx="22910">
                  <c:v>18.5</c:v>
                </c:pt>
                <c:pt idx="22911">
                  <c:v>18</c:v>
                </c:pt>
                <c:pt idx="22912">
                  <c:v>18</c:v>
                </c:pt>
                <c:pt idx="22913">
                  <c:v>18.5</c:v>
                </c:pt>
                <c:pt idx="22914">
                  <c:v>20.5</c:v>
                </c:pt>
                <c:pt idx="22915">
                  <c:v>20</c:v>
                </c:pt>
                <c:pt idx="22916">
                  <c:v>19.5</c:v>
                </c:pt>
                <c:pt idx="22917">
                  <c:v>20.5</c:v>
                </c:pt>
                <c:pt idx="22918">
                  <c:v>20.5</c:v>
                </c:pt>
                <c:pt idx="22919">
                  <c:v>21.5</c:v>
                </c:pt>
                <c:pt idx="22920">
                  <c:v>23</c:v>
                </c:pt>
                <c:pt idx="22921">
                  <c:v>24</c:v>
                </c:pt>
                <c:pt idx="22922">
                  <c:v>25.5</c:v>
                </c:pt>
                <c:pt idx="22923">
                  <c:v>22</c:v>
                </c:pt>
                <c:pt idx="22924">
                  <c:v>17.5</c:v>
                </c:pt>
                <c:pt idx="22925">
                  <c:v>16.5</c:v>
                </c:pt>
                <c:pt idx="22926">
                  <c:v>18.5</c:v>
                </c:pt>
                <c:pt idx="22927">
                  <c:v>17</c:v>
                </c:pt>
                <c:pt idx="22928">
                  <c:v>16.5</c:v>
                </c:pt>
                <c:pt idx="22929">
                  <c:v>18.5</c:v>
                </c:pt>
                <c:pt idx="22930">
                  <c:v>18</c:v>
                </c:pt>
                <c:pt idx="22931">
                  <c:v>19.5</c:v>
                </c:pt>
                <c:pt idx="22932">
                  <c:v>20.5</c:v>
                </c:pt>
                <c:pt idx="22933">
                  <c:v>17.5</c:v>
                </c:pt>
                <c:pt idx="22934">
                  <c:v>16</c:v>
                </c:pt>
                <c:pt idx="22935">
                  <c:v>16.5</c:v>
                </c:pt>
                <c:pt idx="22936">
                  <c:v>19.5</c:v>
                </c:pt>
                <c:pt idx="22937">
                  <c:v>19.5</c:v>
                </c:pt>
                <c:pt idx="22938">
                  <c:v>19</c:v>
                </c:pt>
                <c:pt idx="22939">
                  <c:v>16.5</c:v>
                </c:pt>
                <c:pt idx="22940">
                  <c:v>16.5</c:v>
                </c:pt>
                <c:pt idx="22941">
                  <c:v>17</c:v>
                </c:pt>
                <c:pt idx="22942">
                  <c:v>16</c:v>
                </c:pt>
                <c:pt idx="22943">
                  <c:v>15</c:v>
                </c:pt>
                <c:pt idx="22944">
                  <c:v>13</c:v>
                </c:pt>
                <c:pt idx="22945">
                  <c:v>10.5</c:v>
                </c:pt>
                <c:pt idx="22946">
                  <c:v>9.5</c:v>
                </c:pt>
                <c:pt idx="22947">
                  <c:v>10</c:v>
                </c:pt>
                <c:pt idx="22948">
                  <c:v>10.5</c:v>
                </c:pt>
                <c:pt idx="22949">
                  <c:v>11.5</c:v>
                </c:pt>
                <c:pt idx="22950">
                  <c:v>14</c:v>
                </c:pt>
                <c:pt idx="22951">
                  <c:v>15.5</c:v>
                </c:pt>
                <c:pt idx="22952">
                  <c:v>16.5</c:v>
                </c:pt>
                <c:pt idx="22953">
                  <c:v>17.5</c:v>
                </c:pt>
                <c:pt idx="22954">
                  <c:v>16.5</c:v>
                </c:pt>
                <c:pt idx="22955">
                  <c:v>13.5</c:v>
                </c:pt>
                <c:pt idx="22956">
                  <c:v>11</c:v>
                </c:pt>
                <c:pt idx="22957">
                  <c:v>11</c:v>
                </c:pt>
                <c:pt idx="22958">
                  <c:v>9.5</c:v>
                </c:pt>
                <c:pt idx="22959">
                  <c:v>8</c:v>
                </c:pt>
                <c:pt idx="22960">
                  <c:v>9</c:v>
                </c:pt>
                <c:pt idx="22961">
                  <c:v>8.5</c:v>
                </c:pt>
                <c:pt idx="22962">
                  <c:v>8</c:v>
                </c:pt>
                <c:pt idx="22963">
                  <c:v>8.5</c:v>
                </c:pt>
                <c:pt idx="22964">
                  <c:v>9</c:v>
                </c:pt>
                <c:pt idx="22965">
                  <c:v>10.5</c:v>
                </c:pt>
                <c:pt idx="22966">
                  <c:v>12.5</c:v>
                </c:pt>
                <c:pt idx="22967">
                  <c:v>14.5</c:v>
                </c:pt>
                <c:pt idx="22968">
                  <c:v>15</c:v>
                </c:pt>
                <c:pt idx="22969">
                  <c:v>14</c:v>
                </c:pt>
                <c:pt idx="22970">
                  <c:v>13</c:v>
                </c:pt>
                <c:pt idx="22971">
                  <c:v>12</c:v>
                </c:pt>
                <c:pt idx="22972">
                  <c:v>8.5</c:v>
                </c:pt>
                <c:pt idx="22973">
                  <c:v>7.5</c:v>
                </c:pt>
                <c:pt idx="22974">
                  <c:v>8.5</c:v>
                </c:pt>
                <c:pt idx="22975">
                  <c:v>9.5</c:v>
                </c:pt>
                <c:pt idx="22976">
                  <c:v>10</c:v>
                </c:pt>
                <c:pt idx="22977">
                  <c:v>10</c:v>
                </c:pt>
                <c:pt idx="22978">
                  <c:v>10.5</c:v>
                </c:pt>
                <c:pt idx="22979">
                  <c:v>10.5</c:v>
                </c:pt>
                <c:pt idx="22980">
                  <c:v>8.5</c:v>
                </c:pt>
                <c:pt idx="22981">
                  <c:v>10</c:v>
                </c:pt>
                <c:pt idx="22982">
                  <c:v>10.5</c:v>
                </c:pt>
                <c:pt idx="22983">
                  <c:v>9</c:v>
                </c:pt>
                <c:pt idx="22984">
                  <c:v>6.5</c:v>
                </c:pt>
                <c:pt idx="22985">
                  <c:v>5.5</c:v>
                </c:pt>
                <c:pt idx="22986">
                  <c:v>6.5</c:v>
                </c:pt>
                <c:pt idx="22987">
                  <c:v>7.5</c:v>
                </c:pt>
                <c:pt idx="22988">
                  <c:v>9</c:v>
                </c:pt>
                <c:pt idx="22989">
                  <c:v>10.5</c:v>
                </c:pt>
                <c:pt idx="22990">
                  <c:v>7.5</c:v>
                </c:pt>
                <c:pt idx="22991">
                  <c:v>6.5</c:v>
                </c:pt>
                <c:pt idx="22992">
                  <c:v>5.5</c:v>
                </c:pt>
                <c:pt idx="22993">
                  <c:v>6.5</c:v>
                </c:pt>
                <c:pt idx="22994">
                  <c:v>4.5</c:v>
                </c:pt>
                <c:pt idx="22995">
                  <c:v>5</c:v>
                </c:pt>
                <c:pt idx="22996">
                  <c:v>5.5</c:v>
                </c:pt>
                <c:pt idx="22997">
                  <c:v>4</c:v>
                </c:pt>
                <c:pt idx="22998">
                  <c:v>3.5</c:v>
                </c:pt>
                <c:pt idx="22999">
                  <c:v>4</c:v>
                </c:pt>
                <c:pt idx="23000">
                  <c:v>3.5</c:v>
                </c:pt>
                <c:pt idx="23001">
                  <c:v>2.5</c:v>
                </c:pt>
                <c:pt idx="23002">
                  <c:v>1.5</c:v>
                </c:pt>
                <c:pt idx="23003">
                  <c:v>1.5</c:v>
                </c:pt>
                <c:pt idx="23004">
                  <c:v>3</c:v>
                </c:pt>
                <c:pt idx="23005">
                  <c:v>3.5</c:v>
                </c:pt>
                <c:pt idx="23006">
                  <c:v>4</c:v>
                </c:pt>
                <c:pt idx="23007">
                  <c:v>3.5</c:v>
                </c:pt>
                <c:pt idx="23008">
                  <c:v>2.5</c:v>
                </c:pt>
                <c:pt idx="23009">
                  <c:v>3.5</c:v>
                </c:pt>
                <c:pt idx="23010">
                  <c:v>6.5</c:v>
                </c:pt>
                <c:pt idx="23011">
                  <c:v>7.5</c:v>
                </c:pt>
                <c:pt idx="23012">
                  <c:v>6.5</c:v>
                </c:pt>
                <c:pt idx="23013">
                  <c:v>3</c:v>
                </c:pt>
                <c:pt idx="23014">
                  <c:v>3</c:v>
                </c:pt>
                <c:pt idx="23015">
                  <c:v>3</c:v>
                </c:pt>
                <c:pt idx="23016">
                  <c:v>3</c:v>
                </c:pt>
                <c:pt idx="23017">
                  <c:v>2</c:v>
                </c:pt>
                <c:pt idx="23018">
                  <c:v>2</c:v>
                </c:pt>
                <c:pt idx="23019">
                  <c:v>2</c:v>
                </c:pt>
                <c:pt idx="23020">
                  <c:v>2.5</c:v>
                </c:pt>
                <c:pt idx="23021">
                  <c:v>4</c:v>
                </c:pt>
                <c:pt idx="23022">
                  <c:v>5</c:v>
                </c:pt>
                <c:pt idx="23023">
                  <c:v>4</c:v>
                </c:pt>
                <c:pt idx="23024">
                  <c:v>3.5</c:v>
                </c:pt>
                <c:pt idx="23025">
                  <c:v>5</c:v>
                </c:pt>
                <c:pt idx="23026">
                  <c:v>5</c:v>
                </c:pt>
                <c:pt idx="23027">
                  <c:v>3.5</c:v>
                </c:pt>
                <c:pt idx="23028">
                  <c:v>3</c:v>
                </c:pt>
                <c:pt idx="23029">
                  <c:v>3</c:v>
                </c:pt>
                <c:pt idx="23030">
                  <c:v>6.5</c:v>
                </c:pt>
                <c:pt idx="23031">
                  <c:v>7</c:v>
                </c:pt>
                <c:pt idx="23032">
                  <c:v>8</c:v>
                </c:pt>
                <c:pt idx="23033">
                  <c:v>8</c:v>
                </c:pt>
                <c:pt idx="23034">
                  <c:v>8</c:v>
                </c:pt>
                <c:pt idx="23035">
                  <c:v>9.5</c:v>
                </c:pt>
                <c:pt idx="23036">
                  <c:v>9.5</c:v>
                </c:pt>
                <c:pt idx="23037">
                  <c:v>9</c:v>
                </c:pt>
                <c:pt idx="23038">
                  <c:v>8.5</c:v>
                </c:pt>
                <c:pt idx="23039">
                  <c:v>9</c:v>
                </c:pt>
                <c:pt idx="23040">
                  <c:v>9.5</c:v>
                </c:pt>
                <c:pt idx="23041">
                  <c:v>9.5</c:v>
                </c:pt>
                <c:pt idx="23042">
                  <c:v>10</c:v>
                </c:pt>
                <c:pt idx="23043">
                  <c:v>6</c:v>
                </c:pt>
                <c:pt idx="23044">
                  <c:v>4.5</c:v>
                </c:pt>
                <c:pt idx="23045">
                  <c:v>2.5</c:v>
                </c:pt>
                <c:pt idx="23046">
                  <c:v>4</c:v>
                </c:pt>
                <c:pt idx="23047">
                  <c:v>6</c:v>
                </c:pt>
                <c:pt idx="23048">
                  <c:v>7</c:v>
                </c:pt>
                <c:pt idx="23049">
                  <c:v>6</c:v>
                </c:pt>
                <c:pt idx="23050">
                  <c:v>5.5</c:v>
                </c:pt>
                <c:pt idx="23051">
                  <c:v>6.5</c:v>
                </c:pt>
                <c:pt idx="23052">
                  <c:v>9</c:v>
                </c:pt>
                <c:pt idx="23053">
                  <c:v>8.5</c:v>
                </c:pt>
                <c:pt idx="23054">
                  <c:v>8</c:v>
                </c:pt>
                <c:pt idx="23055">
                  <c:v>7.5</c:v>
                </c:pt>
                <c:pt idx="23056">
                  <c:v>9.5</c:v>
                </c:pt>
                <c:pt idx="23057">
                  <c:v>9</c:v>
                </c:pt>
                <c:pt idx="23058">
                  <c:v>7.5</c:v>
                </c:pt>
                <c:pt idx="23059">
                  <c:v>7</c:v>
                </c:pt>
                <c:pt idx="23060">
                  <c:v>8</c:v>
                </c:pt>
                <c:pt idx="23061">
                  <c:v>6</c:v>
                </c:pt>
                <c:pt idx="23062">
                  <c:v>6.5</c:v>
                </c:pt>
                <c:pt idx="23063">
                  <c:v>8</c:v>
                </c:pt>
                <c:pt idx="23064">
                  <c:v>7.5</c:v>
                </c:pt>
                <c:pt idx="23065">
                  <c:v>7</c:v>
                </c:pt>
                <c:pt idx="23066">
                  <c:v>8</c:v>
                </c:pt>
                <c:pt idx="23067">
                  <c:v>8</c:v>
                </c:pt>
                <c:pt idx="23068">
                  <c:v>11</c:v>
                </c:pt>
                <c:pt idx="23069">
                  <c:v>12</c:v>
                </c:pt>
                <c:pt idx="23070">
                  <c:v>12</c:v>
                </c:pt>
                <c:pt idx="23071">
                  <c:v>11</c:v>
                </c:pt>
                <c:pt idx="23072">
                  <c:v>12</c:v>
                </c:pt>
                <c:pt idx="23073">
                  <c:v>11.5</c:v>
                </c:pt>
                <c:pt idx="23074">
                  <c:v>12</c:v>
                </c:pt>
                <c:pt idx="23075">
                  <c:v>12.5</c:v>
                </c:pt>
                <c:pt idx="23076">
                  <c:v>12.5</c:v>
                </c:pt>
                <c:pt idx="23077">
                  <c:v>12</c:v>
                </c:pt>
                <c:pt idx="23078">
                  <c:v>11</c:v>
                </c:pt>
                <c:pt idx="23079">
                  <c:v>10.5</c:v>
                </c:pt>
                <c:pt idx="23080">
                  <c:v>8</c:v>
                </c:pt>
                <c:pt idx="23081">
                  <c:v>8</c:v>
                </c:pt>
                <c:pt idx="23082">
                  <c:v>8.5</c:v>
                </c:pt>
                <c:pt idx="23083">
                  <c:v>8</c:v>
                </c:pt>
                <c:pt idx="23084">
                  <c:v>10</c:v>
                </c:pt>
                <c:pt idx="23085">
                  <c:v>9.5</c:v>
                </c:pt>
                <c:pt idx="23086">
                  <c:v>12</c:v>
                </c:pt>
                <c:pt idx="23087">
                  <c:v>11.5</c:v>
                </c:pt>
                <c:pt idx="23088">
                  <c:v>10</c:v>
                </c:pt>
                <c:pt idx="23089">
                  <c:v>9</c:v>
                </c:pt>
                <c:pt idx="23090">
                  <c:v>8</c:v>
                </c:pt>
                <c:pt idx="23091">
                  <c:v>9</c:v>
                </c:pt>
                <c:pt idx="23092">
                  <c:v>9.5</c:v>
                </c:pt>
                <c:pt idx="23093">
                  <c:v>12.5</c:v>
                </c:pt>
                <c:pt idx="23094">
                  <c:v>12</c:v>
                </c:pt>
                <c:pt idx="23095">
                  <c:v>14</c:v>
                </c:pt>
                <c:pt idx="23096">
                  <c:v>13.5</c:v>
                </c:pt>
                <c:pt idx="23097">
                  <c:v>12</c:v>
                </c:pt>
                <c:pt idx="23098">
                  <c:v>12.5</c:v>
                </c:pt>
                <c:pt idx="23099">
                  <c:v>12.5</c:v>
                </c:pt>
                <c:pt idx="23100">
                  <c:v>12.5</c:v>
                </c:pt>
                <c:pt idx="23101">
                  <c:v>11</c:v>
                </c:pt>
                <c:pt idx="23102">
                  <c:v>11</c:v>
                </c:pt>
                <c:pt idx="23103">
                  <c:v>11.5</c:v>
                </c:pt>
                <c:pt idx="23104">
                  <c:v>13</c:v>
                </c:pt>
                <c:pt idx="23105">
                  <c:v>11</c:v>
                </c:pt>
                <c:pt idx="23106">
                  <c:v>10.5</c:v>
                </c:pt>
                <c:pt idx="23107">
                  <c:v>11</c:v>
                </c:pt>
                <c:pt idx="23108">
                  <c:v>12.5</c:v>
                </c:pt>
                <c:pt idx="23109">
                  <c:v>15</c:v>
                </c:pt>
                <c:pt idx="23110">
                  <c:v>16.5</c:v>
                </c:pt>
                <c:pt idx="23111">
                  <c:v>17.5</c:v>
                </c:pt>
                <c:pt idx="23112">
                  <c:v>17.5</c:v>
                </c:pt>
                <c:pt idx="23113">
                  <c:v>18</c:v>
                </c:pt>
                <c:pt idx="23114">
                  <c:v>19</c:v>
                </c:pt>
                <c:pt idx="23115">
                  <c:v>17</c:v>
                </c:pt>
                <c:pt idx="23116">
                  <c:v>17.5</c:v>
                </c:pt>
                <c:pt idx="23117">
                  <c:v>19</c:v>
                </c:pt>
                <c:pt idx="23118">
                  <c:v>19.5</c:v>
                </c:pt>
                <c:pt idx="23119">
                  <c:v>17.5</c:v>
                </c:pt>
                <c:pt idx="23120">
                  <c:v>15.5</c:v>
                </c:pt>
                <c:pt idx="23121">
                  <c:v>15.5</c:v>
                </c:pt>
                <c:pt idx="23122">
                  <c:v>19</c:v>
                </c:pt>
                <c:pt idx="23123">
                  <c:v>19</c:v>
                </c:pt>
                <c:pt idx="23124">
                  <c:v>18</c:v>
                </c:pt>
                <c:pt idx="23125">
                  <c:v>17.5</c:v>
                </c:pt>
                <c:pt idx="23126">
                  <c:v>16.5</c:v>
                </c:pt>
                <c:pt idx="23127">
                  <c:v>16</c:v>
                </c:pt>
                <c:pt idx="23128">
                  <c:v>16.5</c:v>
                </c:pt>
                <c:pt idx="23129">
                  <c:v>16.5</c:v>
                </c:pt>
                <c:pt idx="23130">
                  <c:v>16</c:v>
                </c:pt>
                <c:pt idx="23131">
                  <c:v>18</c:v>
                </c:pt>
                <c:pt idx="23132">
                  <c:v>18.5</c:v>
                </c:pt>
                <c:pt idx="23133">
                  <c:v>18</c:v>
                </c:pt>
                <c:pt idx="23134">
                  <c:v>18</c:v>
                </c:pt>
                <c:pt idx="23135">
                  <c:v>16</c:v>
                </c:pt>
                <c:pt idx="23136">
                  <c:v>19.5</c:v>
                </c:pt>
                <c:pt idx="23137">
                  <c:v>19</c:v>
                </c:pt>
                <c:pt idx="23138">
                  <c:v>19</c:v>
                </c:pt>
                <c:pt idx="23139">
                  <c:v>19.5</c:v>
                </c:pt>
                <c:pt idx="23140">
                  <c:v>21.5</c:v>
                </c:pt>
                <c:pt idx="23141">
                  <c:v>21.5</c:v>
                </c:pt>
                <c:pt idx="23142">
                  <c:v>20</c:v>
                </c:pt>
                <c:pt idx="23143">
                  <c:v>21.5</c:v>
                </c:pt>
                <c:pt idx="23144">
                  <c:v>23.5</c:v>
                </c:pt>
                <c:pt idx="23145">
                  <c:v>24</c:v>
                </c:pt>
                <c:pt idx="23146">
                  <c:v>24</c:v>
                </c:pt>
                <c:pt idx="23147">
                  <c:v>23.5</c:v>
                </c:pt>
                <c:pt idx="23148">
                  <c:v>22.5</c:v>
                </c:pt>
                <c:pt idx="23149">
                  <c:v>21</c:v>
                </c:pt>
                <c:pt idx="23150">
                  <c:v>23.5</c:v>
                </c:pt>
                <c:pt idx="23151">
                  <c:v>23</c:v>
                </c:pt>
                <c:pt idx="23152">
                  <c:v>24</c:v>
                </c:pt>
                <c:pt idx="23153">
                  <c:v>26</c:v>
                </c:pt>
                <c:pt idx="23154">
                  <c:v>26.5</c:v>
                </c:pt>
                <c:pt idx="23155">
                  <c:v>26.5</c:v>
                </c:pt>
                <c:pt idx="23156">
                  <c:v>27</c:v>
                </c:pt>
                <c:pt idx="23157">
                  <c:v>25.5</c:v>
                </c:pt>
                <c:pt idx="23158">
                  <c:v>26.5</c:v>
                </c:pt>
                <c:pt idx="23159">
                  <c:v>25.5</c:v>
                </c:pt>
                <c:pt idx="23160">
                  <c:v>22</c:v>
                </c:pt>
                <c:pt idx="23161">
                  <c:v>24.5</c:v>
                </c:pt>
                <c:pt idx="23162">
                  <c:v>25</c:v>
                </c:pt>
                <c:pt idx="23163">
                  <c:v>22</c:v>
                </c:pt>
                <c:pt idx="23164">
                  <c:v>21.5</c:v>
                </c:pt>
                <c:pt idx="23165">
                  <c:v>23.5</c:v>
                </c:pt>
                <c:pt idx="23166">
                  <c:v>24.5</c:v>
                </c:pt>
                <c:pt idx="23167">
                  <c:v>23</c:v>
                </c:pt>
                <c:pt idx="23168">
                  <c:v>24</c:v>
                </c:pt>
                <c:pt idx="23169">
                  <c:v>21</c:v>
                </c:pt>
                <c:pt idx="23170">
                  <c:v>22</c:v>
                </c:pt>
                <c:pt idx="23171">
                  <c:v>24.5</c:v>
                </c:pt>
                <c:pt idx="23172">
                  <c:v>27</c:v>
                </c:pt>
                <c:pt idx="23173">
                  <c:v>26.5</c:v>
                </c:pt>
                <c:pt idx="23174">
                  <c:v>27</c:v>
                </c:pt>
                <c:pt idx="23175">
                  <c:v>25</c:v>
                </c:pt>
                <c:pt idx="23176">
                  <c:v>27</c:v>
                </c:pt>
                <c:pt idx="23177">
                  <c:v>28.5</c:v>
                </c:pt>
                <c:pt idx="23178">
                  <c:v>29.5</c:v>
                </c:pt>
                <c:pt idx="23179">
                  <c:v>26.5</c:v>
                </c:pt>
                <c:pt idx="23180">
                  <c:v>25.5</c:v>
                </c:pt>
                <c:pt idx="23181">
                  <c:v>27.5</c:v>
                </c:pt>
                <c:pt idx="23182">
                  <c:v>28.5</c:v>
                </c:pt>
                <c:pt idx="23183">
                  <c:v>25.5</c:v>
                </c:pt>
                <c:pt idx="23184">
                  <c:v>25</c:v>
                </c:pt>
                <c:pt idx="23185">
                  <c:v>27.5</c:v>
                </c:pt>
                <c:pt idx="23186">
                  <c:v>27</c:v>
                </c:pt>
                <c:pt idx="23187">
                  <c:v>28</c:v>
                </c:pt>
                <c:pt idx="23188">
                  <c:v>31</c:v>
                </c:pt>
                <c:pt idx="23189">
                  <c:v>32</c:v>
                </c:pt>
                <c:pt idx="23190">
                  <c:v>32</c:v>
                </c:pt>
                <c:pt idx="23191">
                  <c:v>31</c:v>
                </c:pt>
                <c:pt idx="23192">
                  <c:v>29.5</c:v>
                </c:pt>
                <c:pt idx="23193">
                  <c:v>30</c:v>
                </c:pt>
                <c:pt idx="23194">
                  <c:v>31</c:v>
                </c:pt>
                <c:pt idx="23195">
                  <c:v>30.5</c:v>
                </c:pt>
                <c:pt idx="23196">
                  <c:v>25.5</c:v>
                </c:pt>
                <c:pt idx="23197">
                  <c:v>28</c:v>
                </c:pt>
                <c:pt idx="23198">
                  <c:v>23.5</c:v>
                </c:pt>
                <c:pt idx="23199">
                  <c:v>28</c:v>
                </c:pt>
                <c:pt idx="23200">
                  <c:v>28.5</c:v>
                </c:pt>
                <c:pt idx="23201">
                  <c:v>29</c:v>
                </c:pt>
                <c:pt idx="23202">
                  <c:v>30</c:v>
                </c:pt>
                <c:pt idx="23203">
                  <c:v>30.5</c:v>
                </c:pt>
                <c:pt idx="23204">
                  <c:v>26</c:v>
                </c:pt>
                <c:pt idx="23205">
                  <c:v>23</c:v>
                </c:pt>
                <c:pt idx="23206">
                  <c:v>24</c:v>
                </c:pt>
                <c:pt idx="23207">
                  <c:v>25.5</c:v>
                </c:pt>
                <c:pt idx="23208">
                  <c:v>26</c:v>
                </c:pt>
                <c:pt idx="23209">
                  <c:v>21.5</c:v>
                </c:pt>
                <c:pt idx="23210">
                  <c:v>22</c:v>
                </c:pt>
                <c:pt idx="23211">
                  <c:v>24</c:v>
                </c:pt>
                <c:pt idx="23212">
                  <c:v>25</c:v>
                </c:pt>
                <c:pt idx="23213">
                  <c:v>25.5</c:v>
                </c:pt>
                <c:pt idx="23214">
                  <c:v>26</c:v>
                </c:pt>
                <c:pt idx="23215">
                  <c:v>27</c:v>
                </c:pt>
                <c:pt idx="23216">
                  <c:v>28</c:v>
                </c:pt>
                <c:pt idx="23217">
                  <c:v>29</c:v>
                </c:pt>
                <c:pt idx="23218">
                  <c:v>29.5</c:v>
                </c:pt>
                <c:pt idx="23219">
                  <c:v>29.5</c:v>
                </c:pt>
                <c:pt idx="23220">
                  <c:v>30</c:v>
                </c:pt>
                <c:pt idx="23221">
                  <c:v>30.5</c:v>
                </c:pt>
                <c:pt idx="23222">
                  <c:v>31.5</c:v>
                </c:pt>
                <c:pt idx="23223">
                  <c:v>31</c:v>
                </c:pt>
                <c:pt idx="23224">
                  <c:v>24</c:v>
                </c:pt>
                <c:pt idx="23225">
                  <c:v>24.5</c:v>
                </c:pt>
                <c:pt idx="23226">
                  <c:v>26.5</c:v>
                </c:pt>
                <c:pt idx="23227">
                  <c:v>27</c:v>
                </c:pt>
                <c:pt idx="23228">
                  <c:v>28.5</c:v>
                </c:pt>
                <c:pt idx="23229">
                  <c:v>28.5</c:v>
                </c:pt>
                <c:pt idx="23230">
                  <c:v>28</c:v>
                </c:pt>
                <c:pt idx="23231">
                  <c:v>25</c:v>
                </c:pt>
                <c:pt idx="23232">
                  <c:v>25</c:v>
                </c:pt>
                <c:pt idx="23233">
                  <c:v>26.5</c:v>
                </c:pt>
                <c:pt idx="23234">
                  <c:v>26</c:v>
                </c:pt>
                <c:pt idx="23235">
                  <c:v>28.5</c:v>
                </c:pt>
                <c:pt idx="23236">
                  <c:v>28.5</c:v>
                </c:pt>
                <c:pt idx="23237">
                  <c:v>29</c:v>
                </c:pt>
                <c:pt idx="23238">
                  <c:v>29.5</c:v>
                </c:pt>
                <c:pt idx="23239">
                  <c:v>31.5</c:v>
                </c:pt>
                <c:pt idx="23240">
                  <c:v>31.5</c:v>
                </c:pt>
                <c:pt idx="23241">
                  <c:v>30.5</c:v>
                </c:pt>
                <c:pt idx="23242">
                  <c:v>31.5</c:v>
                </c:pt>
                <c:pt idx="23243">
                  <c:v>32.5</c:v>
                </c:pt>
                <c:pt idx="23244">
                  <c:v>32.5</c:v>
                </c:pt>
                <c:pt idx="23245">
                  <c:v>30</c:v>
                </c:pt>
                <c:pt idx="23246">
                  <c:v>26.5</c:v>
                </c:pt>
                <c:pt idx="23247">
                  <c:v>26.5</c:v>
                </c:pt>
                <c:pt idx="23248">
                  <c:v>24</c:v>
                </c:pt>
                <c:pt idx="23249">
                  <c:v>23.5</c:v>
                </c:pt>
                <c:pt idx="23250">
                  <c:v>25</c:v>
                </c:pt>
                <c:pt idx="23251">
                  <c:v>24.5</c:v>
                </c:pt>
                <c:pt idx="23252">
                  <c:v>26.5</c:v>
                </c:pt>
                <c:pt idx="23253">
                  <c:v>22</c:v>
                </c:pt>
                <c:pt idx="23254">
                  <c:v>19.5</c:v>
                </c:pt>
                <c:pt idx="23255">
                  <c:v>22</c:v>
                </c:pt>
                <c:pt idx="23256">
                  <c:v>19</c:v>
                </c:pt>
                <c:pt idx="23257">
                  <c:v>19.5</c:v>
                </c:pt>
                <c:pt idx="23258">
                  <c:v>20</c:v>
                </c:pt>
                <c:pt idx="23259">
                  <c:v>22</c:v>
                </c:pt>
                <c:pt idx="23260">
                  <c:v>22</c:v>
                </c:pt>
                <c:pt idx="23261">
                  <c:v>21</c:v>
                </c:pt>
                <c:pt idx="23262">
                  <c:v>20.5</c:v>
                </c:pt>
                <c:pt idx="23263">
                  <c:v>23</c:v>
                </c:pt>
                <c:pt idx="23264">
                  <c:v>19.5</c:v>
                </c:pt>
                <c:pt idx="23265">
                  <c:v>18.5</c:v>
                </c:pt>
                <c:pt idx="23266">
                  <c:v>19.5</c:v>
                </c:pt>
                <c:pt idx="23267">
                  <c:v>19.5</c:v>
                </c:pt>
                <c:pt idx="23268">
                  <c:v>20</c:v>
                </c:pt>
                <c:pt idx="23269">
                  <c:v>21</c:v>
                </c:pt>
                <c:pt idx="23270">
                  <c:v>21.5</c:v>
                </c:pt>
                <c:pt idx="23271">
                  <c:v>23</c:v>
                </c:pt>
                <c:pt idx="23272">
                  <c:v>22.5</c:v>
                </c:pt>
                <c:pt idx="23273">
                  <c:v>23</c:v>
                </c:pt>
                <c:pt idx="23274">
                  <c:v>23.5</c:v>
                </c:pt>
                <c:pt idx="23275">
                  <c:v>23.5</c:v>
                </c:pt>
                <c:pt idx="23276">
                  <c:v>23.5</c:v>
                </c:pt>
                <c:pt idx="23277">
                  <c:v>23</c:v>
                </c:pt>
                <c:pt idx="23278">
                  <c:v>23</c:v>
                </c:pt>
                <c:pt idx="23279">
                  <c:v>21</c:v>
                </c:pt>
                <c:pt idx="23280">
                  <c:v>20</c:v>
                </c:pt>
                <c:pt idx="23281">
                  <c:v>21.5</c:v>
                </c:pt>
                <c:pt idx="23282">
                  <c:v>20.5</c:v>
                </c:pt>
                <c:pt idx="23283">
                  <c:v>19.5</c:v>
                </c:pt>
                <c:pt idx="23284">
                  <c:v>21</c:v>
                </c:pt>
                <c:pt idx="23285">
                  <c:v>21.5</c:v>
                </c:pt>
                <c:pt idx="23286">
                  <c:v>22</c:v>
                </c:pt>
                <c:pt idx="23287">
                  <c:v>21</c:v>
                </c:pt>
                <c:pt idx="23288">
                  <c:v>19.5</c:v>
                </c:pt>
                <c:pt idx="23289">
                  <c:v>17.5</c:v>
                </c:pt>
                <c:pt idx="23290">
                  <c:v>15.5</c:v>
                </c:pt>
                <c:pt idx="23291">
                  <c:v>13.5</c:v>
                </c:pt>
                <c:pt idx="23292">
                  <c:v>16</c:v>
                </c:pt>
                <c:pt idx="23293">
                  <c:v>18</c:v>
                </c:pt>
                <c:pt idx="23294">
                  <c:v>16.5</c:v>
                </c:pt>
                <c:pt idx="23295">
                  <c:v>15.5</c:v>
                </c:pt>
                <c:pt idx="23296">
                  <c:v>16.5</c:v>
                </c:pt>
                <c:pt idx="23297">
                  <c:v>15</c:v>
                </c:pt>
                <c:pt idx="23298">
                  <c:v>15</c:v>
                </c:pt>
                <c:pt idx="23299">
                  <c:v>11</c:v>
                </c:pt>
                <c:pt idx="23300">
                  <c:v>11</c:v>
                </c:pt>
                <c:pt idx="23301">
                  <c:v>13</c:v>
                </c:pt>
                <c:pt idx="23302">
                  <c:v>14.5</c:v>
                </c:pt>
                <c:pt idx="23303">
                  <c:v>17</c:v>
                </c:pt>
                <c:pt idx="23304">
                  <c:v>20</c:v>
                </c:pt>
                <c:pt idx="23305">
                  <c:v>17</c:v>
                </c:pt>
                <c:pt idx="23306">
                  <c:v>15</c:v>
                </c:pt>
                <c:pt idx="23307">
                  <c:v>15.5</c:v>
                </c:pt>
                <c:pt idx="23308">
                  <c:v>14.5</c:v>
                </c:pt>
                <c:pt idx="23309">
                  <c:v>12.5</c:v>
                </c:pt>
                <c:pt idx="23310">
                  <c:v>10.5</c:v>
                </c:pt>
                <c:pt idx="23311">
                  <c:v>9</c:v>
                </c:pt>
                <c:pt idx="23312">
                  <c:v>10</c:v>
                </c:pt>
                <c:pt idx="23313">
                  <c:v>10.5</c:v>
                </c:pt>
                <c:pt idx="23314">
                  <c:v>10</c:v>
                </c:pt>
                <c:pt idx="23315">
                  <c:v>10.5</c:v>
                </c:pt>
                <c:pt idx="23316">
                  <c:v>11</c:v>
                </c:pt>
                <c:pt idx="23317">
                  <c:v>12.5</c:v>
                </c:pt>
                <c:pt idx="23318">
                  <c:v>14</c:v>
                </c:pt>
                <c:pt idx="23319">
                  <c:v>13</c:v>
                </c:pt>
                <c:pt idx="23320">
                  <c:v>12.5</c:v>
                </c:pt>
                <c:pt idx="23321">
                  <c:v>12</c:v>
                </c:pt>
                <c:pt idx="23322">
                  <c:v>11.5</c:v>
                </c:pt>
                <c:pt idx="23323">
                  <c:v>10</c:v>
                </c:pt>
                <c:pt idx="23324">
                  <c:v>12</c:v>
                </c:pt>
                <c:pt idx="23325">
                  <c:v>11</c:v>
                </c:pt>
                <c:pt idx="23326">
                  <c:v>8</c:v>
                </c:pt>
                <c:pt idx="23327">
                  <c:v>7.5</c:v>
                </c:pt>
                <c:pt idx="23328">
                  <c:v>10</c:v>
                </c:pt>
                <c:pt idx="23329">
                  <c:v>12</c:v>
                </c:pt>
                <c:pt idx="23330">
                  <c:v>13</c:v>
                </c:pt>
                <c:pt idx="23331">
                  <c:v>14.5</c:v>
                </c:pt>
                <c:pt idx="23332">
                  <c:v>15.5</c:v>
                </c:pt>
                <c:pt idx="23333">
                  <c:v>13.5</c:v>
                </c:pt>
                <c:pt idx="23334">
                  <c:v>11.5</c:v>
                </c:pt>
                <c:pt idx="23335">
                  <c:v>11.5</c:v>
                </c:pt>
                <c:pt idx="23336">
                  <c:v>12</c:v>
                </c:pt>
                <c:pt idx="23337">
                  <c:v>12.5</c:v>
                </c:pt>
                <c:pt idx="23338">
                  <c:v>12.5</c:v>
                </c:pt>
                <c:pt idx="23339">
                  <c:v>11.5</c:v>
                </c:pt>
                <c:pt idx="23340">
                  <c:v>7.5</c:v>
                </c:pt>
                <c:pt idx="23341">
                  <c:v>8.5</c:v>
                </c:pt>
                <c:pt idx="23342">
                  <c:v>10</c:v>
                </c:pt>
                <c:pt idx="23343">
                  <c:v>9.5</c:v>
                </c:pt>
                <c:pt idx="23344">
                  <c:v>10</c:v>
                </c:pt>
                <c:pt idx="23345">
                  <c:v>10</c:v>
                </c:pt>
                <c:pt idx="23346">
                  <c:v>10.5</c:v>
                </c:pt>
                <c:pt idx="23347">
                  <c:v>11.5</c:v>
                </c:pt>
                <c:pt idx="23348">
                  <c:v>11</c:v>
                </c:pt>
                <c:pt idx="23349">
                  <c:v>12</c:v>
                </c:pt>
                <c:pt idx="23350">
                  <c:v>12</c:v>
                </c:pt>
                <c:pt idx="23351">
                  <c:v>11</c:v>
                </c:pt>
                <c:pt idx="23352">
                  <c:v>7.5</c:v>
                </c:pt>
                <c:pt idx="23353">
                  <c:v>6.5</c:v>
                </c:pt>
                <c:pt idx="23354">
                  <c:v>6.5</c:v>
                </c:pt>
                <c:pt idx="23355">
                  <c:v>8</c:v>
                </c:pt>
                <c:pt idx="23356">
                  <c:v>9.5</c:v>
                </c:pt>
                <c:pt idx="23357">
                  <c:v>11</c:v>
                </c:pt>
                <c:pt idx="23358">
                  <c:v>10.5</c:v>
                </c:pt>
                <c:pt idx="23359">
                  <c:v>11</c:v>
                </c:pt>
                <c:pt idx="23360">
                  <c:v>10.5</c:v>
                </c:pt>
                <c:pt idx="23361">
                  <c:v>9.5</c:v>
                </c:pt>
                <c:pt idx="23362">
                  <c:v>9.5</c:v>
                </c:pt>
                <c:pt idx="23363">
                  <c:v>6.5</c:v>
                </c:pt>
                <c:pt idx="23364">
                  <c:v>7</c:v>
                </c:pt>
                <c:pt idx="23365">
                  <c:v>8.5</c:v>
                </c:pt>
                <c:pt idx="23366">
                  <c:v>6.5</c:v>
                </c:pt>
                <c:pt idx="23367">
                  <c:v>6.5</c:v>
                </c:pt>
                <c:pt idx="23368">
                  <c:v>8</c:v>
                </c:pt>
                <c:pt idx="23369">
                  <c:v>8</c:v>
                </c:pt>
                <c:pt idx="23370">
                  <c:v>7.5</c:v>
                </c:pt>
                <c:pt idx="23371">
                  <c:v>8.5</c:v>
                </c:pt>
                <c:pt idx="23372">
                  <c:v>9.5</c:v>
                </c:pt>
                <c:pt idx="23373">
                  <c:v>8.5</c:v>
                </c:pt>
                <c:pt idx="23374">
                  <c:v>8</c:v>
                </c:pt>
                <c:pt idx="23375">
                  <c:v>4.5</c:v>
                </c:pt>
                <c:pt idx="23376">
                  <c:v>2</c:v>
                </c:pt>
                <c:pt idx="23377">
                  <c:v>3</c:v>
                </c:pt>
                <c:pt idx="23378">
                  <c:v>1.5</c:v>
                </c:pt>
                <c:pt idx="23379">
                  <c:v>0</c:v>
                </c:pt>
                <c:pt idx="23380">
                  <c:v>0</c:v>
                </c:pt>
                <c:pt idx="23381">
                  <c:v>1.5</c:v>
                </c:pt>
                <c:pt idx="23382">
                  <c:v>2.5</c:v>
                </c:pt>
                <c:pt idx="23383">
                  <c:v>6</c:v>
                </c:pt>
                <c:pt idx="23384">
                  <c:v>8.5</c:v>
                </c:pt>
                <c:pt idx="23385">
                  <c:v>5</c:v>
                </c:pt>
                <c:pt idx="23386">
                  <c:v>3.5</c:v>
                </c:pt>
                <c:pt idx="23387">
                  <c:v>3.5</c:v>
                </c:pt>
                <c:pt idx="23388">
                  <c:v>4.5</c:v>
                </c:pt>
                <c:pt idx="23389">
                  <c:v>3</c:v>
                </c:pt>
                <c:pt idx="23390">
                  <c:v>3.5</c:v>
                </c:pt>
                <c:pt idx="23391">
                  <c:v>6</c:v>
                </c:pt>
                <c:pt idx="23392">
                  <c:v>6</c:v>
                </c:pt>
                <c:pt idx="23393">
                  <c:v>9</c:v>
                </c:pt>
                <c:pt idx="23394">
                  <c:v>11</c:v>
                </c:pt>
                <c:pt idx="23395">
                  <c:v>11.5</c:v>
                </c:pt>
                <c:pt idx="23396">
                  <c:v>11</c:v>
                </c:pt>
                <c:pt idx="23397">
                  <c:v>10.5</c:v>
                </c:pt>
                <c:pt idx="23398">
                  <c:v>8.5</c:v>
                </c:pt>
                <c:pt idx="23399">
                  <c:v>7.5</c:v>
                </c:pt>
                <c:pt idx="23400">
                  <c:v>7</c:v>
                </c:pt>
                <c:pt idx="23401">
                  <c:v>6</c:v>
                </c:pt>
                <c:pt idx="23402">
                  <c:v>7</c:v>
                </c:pt>
                <c:pt idx="23403">
                  <c:v>6.5</c:v>
                </c:pt>
                <c:pt idx="23404">
                  <c:v>7</c:v>
                </c:pt>
                <c:pt idx="23405">
                  <c:v>7</c:v>
                </c:pt>
                <c:pt idx="23406">
                  <c:v>7.5</c:v>
                </c:pt>
                <c:pt idx="23407">
                  <c:v>6</c:v>
                </c:pt>
                <c:pt idx="23408">
                  <c:v>5.5</c:v>
                </c:pt>
                <c:pt idx="23409">
                  <c:v>7.5</c:v>
                </c:pt>
                <c:pt idx="23410">
                  <c:v>8.5</c:v>
                </c:pt>
                <c:pt idx="23411">
                  <c:v>9</c:v>
                </c:pt>
                <c:pt idx="23412">
                  <c:v>10.5</c:v>
                </c:pt>
                <c:pt idx="23413">
                  <c:v>11</c:v>
                </c:pt>
                <c:pt idx="23414">
                  <c:v>10</c:v>
                </c:pt>
                <c:pt idx="23415">
                  <c:v>8</c:v>
                </c:pt>
                <c:pt idx="23416">
                  <c:v>8</c:v>
                </c:pt>
                <c:pt idx="23417">
                  <c:v>8.5</c:v>
                </c:pt>
                <c:pt idx="23418">
                  <c:v>10</c:v>
                </c:pt>
                <c:pt idx="23419">
                  <c:v>11.5</c:v>
                </c:pt>
                <c:pt idx="23420">
                  <c:v>10</c:v>
                </c:pt>
                <c:pt idx="23421">
                  <c:v>7.5</c:v>
                </c:pt>
                <c:pt idx="23422">
                  <c:v>6</c:v>
                </c:pt>
                <c:pt idx="23423">
                  <c:v>4</c:v>
                </c:pt>
                <c:pt idx="23424">
                  <c:v>3.5</c:v>
                </c:pt>
                <c:pt idx="23425">
                  <c:v>3.5</c:v>
                </c:pt>
                <c:pt idx="23426">
                  <c:v>3</c:v>
                </c:pt>
                <c:pt idx="23427">
                  <c:v>3.5</c:v>
                </c:pt>
                <c:pt idx="23428">
                  <c:v>3.5</c:v>
                </c:pt>
                <c:pt idx="23429">
                  <c:v>5</c:v>
                </c:pt>
                <c:pt idx="23430">
                  <c:v>6.5</c:v>
                </c:pt>
                <c:pt idx="23431">
                  <c:v>10.5</c:v>
                </c:pt>
                <c:pt idx="23432">
                  <c:v>9.5</c:v>
                </c:pt>
                <c:pt idx="23433">
                  <c:v>10.5</c:v>
                </c:pt>
                <c:pt idx="23434">
                  <c:v>11</c:v>
                </c:pt>
                <c:pt idx="23435">
                  <c:v>10</c:v>
                </c:pt>
                <c:pt idx="23436">
                  <c:v>12.5</c:v>
                </c:pt>
                <c:pt idx="23437">
                  <c:v>12.5</c:v>
                </c:pt>
                <c:pt idx="23438">
                  <c:v>12</c:v>
                </c:pt>
                <c:pt idx="23439">
                  <c:v>13</c:v>
                </c:pt>
                <c:pt idx="23440">
                  <c:v>10.5</c:v>
                </c:pt>
                <c:pt idx="23441">
                  <c:v>9</c:v>
                </c:pt>
                <c:pt idx="23442">
                  <c:v>10</c:v>
                </c:pt>
                <c:pt idx="23443">
                  <c:v>11.5</c:v>
                </c:pt>
                <c:pt idx="23444">
                  <c:v>13.5</c:v>
                </c:pt>
                <c:pt idx="23445">
                  <c:v>13</c:v>
                </c:pt>
                <c:pt idx="23446">
                  <c:v>14</c:v>
                </c:pt>
                <c:pt idx="23447">
                  <c:v>14.5</c:v>
                </c:pt>
                <c:pt idx="23448">
                  <c:v>13</c:v>
                </c:pt>
                <c:pt idx="23449">
                  <c:v>14</c:v>
                </c:pt>
                <c:pt idx="23450">
                  <c:v>14</c:v>
                </c:pt>
                <c:pt idx="23451">
                  <c:v>13</c:v>
                </c:pt>
                <c:pt idx="23452">
                  <c:v>13</c:v>
                </c:pt>
                <c:pt idx="23453">
                  <c:v>12</c:v>
                </c:pt>
                <c:pt idx="23454">
                  <c:v>10</c:v>
                </c:pt>
                <c:pt idx="23455">
                  <c:v>11.5</c:v>
                </c:pt>
                <c:pt idx="23456">
                  <c:v>14</c:v>
                </c:pt>
                <c:pt idx="23457">
                  <c:v>16.5</c:v>
                </c:pt>
                <c:pt idx="23458">
                  <c:v>16.5</c:v>
                </c:pt>
                <c:pt idx="23459">
                  <c:v>15.5</c:v>
                </c:pt>
                <c:pt idx="23460">
                  <c:v>15</c:v>
                </c:pt>
                <c:pt idx="23461">
                  <c:v>15</c:v>
                </c:pt>
                <c:pt idx="23462">
                  <c:v>15</c:v>
                </c:pt>
                <c:pt idx="23463">
                  <c:v>16</c:v>
                </c:pt>
                <c:pt idx="23464">
                  <c:v>16.5</c:v>
                </c:pt>
                <c:pt idx="23465">
                  <c:v>15</c:v>
                </c:pt>
                <c:pt idx="23466">
                  <c:v>14.5</c:v>
                </c:pt>
                <c:pt idx="23467">
                  <c:v>13</c:v>
                </c:pt>
                <c:pt idx="23468">
                  <c:v>14</c:v>
                </c:pt>
                <c:pt idx="23469">
                  <c:v>15.5</c:v>
                </c:pt>
                <c:pt idx="23470">
                  <c:v>17</c:v>
                </c:pt>
                <c:pt idx="23471">
                  <c:v>17.5</c:v>
                </c:pt>
                <c:pt idx="23472">
                  <c:v>16</c:v>
                </c:pt>
                <c:pt idx="23473">
                  <c:v>15</c:v>
                </c:pt>
                <c:pt idx="23474">
                  <c:v>13.5</c:v>
                </c:pt>
                <c:pt idx="23475">
                  <c:v>14.5</c:v>
                </c:pt>
                <c:pt idx="23476">
                  <c:v>14</c:v>
                </c:pt>
                <c:pt idx="23477">
                  <c:v>13.5</c:v>
                </c:pt>
                <c:pt idx="23478">
                  <c:v>13.5</c:v>
                </c:pt>
                <c:pt idx="23479">
                  <c:v>14.5</c:v>
                </c:pt>
                <c:pt idx="23480">
                  <c:v>14.5</c:v>
                </c:pt>
                <c:pt idx="23481">
                  <c:v>16.5</c:v>
                </c:pt>
                <c:pt idx="23482">
                  <c:v>16</c:v>
                </c:pt>
                <c:pt idx="23483">
                  <c:v>12.5</c:v>
                </c:pt>
                <c:pt idx="23484">
                  <c:v>14.5</c:v>
                </c:pt>
                <c:pt idx="23485">
                  <c:v>16.5</c:v>
                </c:pt>
                <c:pt idx="23486">
                  <c:v>15</c:v>
                </c:pt>
                <c:pt idx="23487">
                  <c:v>14</c:v>
                </c:pt>
                <c:pt idx="23488">
                  <c:v>15</c:v>
                </c:pt>
                <c:pt idx="23489">
                  <c:v>15</c:v>
                </c:pt>
                <c:pt idx="23490">
                  <c:v>14</c:v>
                </c:pt>
                <c:pt idx="23491">
                  <c:v>14.5</c:v>
                </c:pt>
                <c:pt idx="23492">
                  <c:v>15.5</c:v>
                </c:pt>
                <c:pt idx="23493">
                  <c:v>16.5</c:v>
                </c:pt>
                <c:pt idx="23494">
                  <c:v>17</c:v>
                </c:pt>
                <c:pt idx="23495">
                  <c:v>17</c:v>
                </c:pt>
                <c:pt idx="23496">
                  <c:v>18</c:v>
                </c:pt>
                <c:pt idx="23497">
                  <c:v>20</c:v>
                </c:pt>
                <c:pt idx="23498">
                  <c:v>20</c:v>
                </c:pt>
                <c:pt idx="23499">
                  <c:v>18.5</c:v>
                </c:pt>
                <c:pt idx="23500">
                  <c:v>21.5</c:v>
                </c:pt>
                <c:pt idx="23501">
                  <c:v>22.5</c:v>
                </c:pt>
                <c:pt idx="23502">
                  <c:v>24</c:v>
                </c:pt>
                <c:pt idx="23503">
                  <c:v>25</c:v>
                </c:pt>
                <c:pt idx="23504">
                  <c:v>26</c:v>
                </c:pt>
                <c:pt idx="23505">
                  <c:v>26</c:v>
                </c:pt>
                <c:pt idx="23506">
                  <c:v>24.5</c:v>
                </c:pt>
                <c:pt idx="23507">
                  <c:v>17.5</c:v>
                </c:pt>
                <c:pt idx="23508">
                  <c:v>19.5</c:v>
                </c:pt>
                <c:pt idx="23509">
                  <c:v>20.5</c:v>
                </c:pt>
                <c:pt idx="23510">
                  <c:v>22</c:v>
                </c:pt>
                <c:pt idx="23511">
                  <c:v>23</c:v>
                </c:pt>
                <c:pt idx="23512">
                  <c:v>19</c:v>
                </c:pt>
                <c:pt idx="23513">
                  <c:v>18</c:v>
                </c:pt>
                <c:pt idx="23514">
                  <c:v>18.5</c:v>
                </c:pt>
                <c:pt idx="23515">
                  <c:v>23</c:v>
                </c:pt>
                <c:pt idx="23516">
                  <c:v>24</c:v>
                </c:pt>
                <c:pt idx="23517">
                  <c:v>24</c:v>
                </c:pt>
                <c:pt idx="23518">
                  <c:v>24</c:v>
                </c:pt>
                <c:pt idx="23519">
                  <c:v>23</c:v>
                </c:pt>
                <c:pt idx="23520">
                  <c:v>21</c:v>
                </c:pt>
                <c:pt idx="23521">
                  <c:v>21.5</c:v>
                </c:pt>
                <c:pt idx="23522">
                  <c:v>23</c:v>
                </c:pt>
                <c:pt idx="23523">
                  <c:v>24.5</c:v>
                </c:pt>
                <c:pt idx="23524">
                  <c:v>25.5</c:v>
                </c:pt>
                <c:pt idx="23525">
                  <c:v>25.5</c:v>
                </c:pt>
                <c:pt idx="23526">
                  <c:v>25</c:v>
                </c:pt>
                <c:pt idx="23527">
                  <c:v>23.5</c:v>
                </c:pt>
                <c:pt idx="23528">
                  <c:v>23.5</c:v>
                </c:pt>
                <c:pt idx="23529">
                  <c:v>24.5</c:v>
                </c:pt>
                <c:pt idx="23530">
                  <c:v>25</c:v>
                </c:pt>
                <c:pt idx="23531">
                  <c:v>22.5</c:v>
                </c:pt>
                <c:pt idx="23532">
                  <c:v>23</c:v>
                </c:pt>
                <c:pt idx="23533">
                  <c:v>24</c:v>
                </c:pt>
                <c:pt idx="23534">
                  <c:v>24.5</c:v>
                </c:pt>
                <c:pt idx="23535">
                  <c:v>23.5</c:v>
                </c:pt>
                <c:pt idx="23536">
                  <c:v>23</c:v>
                </c:pt>
                <c:pt idx="23537">
                  <c:v>22.5</c:v>
                </c:pt>
                <c:pt idx="23538">
                  <c:v>20.5</c:v>
                </c:pt>
                <c:pt idx="23539">
                  <c:v>23</c:v>
                </c:pt>
                <c:pt idx="23540">
                  <c:v>25</c:v>
                </c:pt>
                <c:pt idx="23541">
                  <c:v>26.5</c:v>
                </c:pt>
                <c:pt idx="23542">
                  <c:v>28</c:v>
                </c:pt>
                <c:pt idx="23543">
                  <c:v>29</c:v>
                </c:pt>
                <c:pt idx="23544">
                  <c:v>30</c:v>
                </c:pt>
                <c:pt idx="23545">
                  <c:v>30</c:v>
                </c:pt>
                <c:pt idx="23546">
                  <c:v>27.5</c:v>
                </c:pt>
                <c:pt idx="23547">
                  <c:v>26</c:v>
                </c:pt>
                <c:pt idx="23548">
                  <c:v>23</c:v>
                </c:pt>
                <c:pt idx="23549">
                  <c:v>19</c:v>
                </c:pt>
                <c:pt idx="23550">
                  <c:v>23</c:v>
                </c:pt>
                <c:pt idx="23551">
                  <c:v>24</c:v>
                </c:pt>
                <c:pt idx="23552">
                  <c:v>25.5</c:v>
                </c:pt>
                <c:pt idx="23553">
                  <c:v>27</c:v>
                </c:pt>
                <c:pt idx="23554">
                  <c:v>26.5</c:v>
                </c:pt>
                <c:pt idx="23555">
                  <c:v>27.5</c:v>
                </c:pt>
                <c:pt idx="23556">
                  <c:v>28.5</c:v>
                </c:pt>
                <c:pt idx="23557">
                  <c:v>24.5</c:v>
                </c:pt>
                <c:pt idx="23558">
                  <c:v>23</c:v>
                </c:pt>
                <c:pt idx="23559">
                  <c:v>24</c:v>
                </c:pt>
                <c:pt idx="23560">
                  <c:v>25.5</c:v>
                </c:pt>
                <c:pt idx="23561">
                  <c:v>22.5</c:v>
                </c:pt>
                <c:pt idx="23562">
                  <c:v>20.5</c:v>
                </c:pt>
                <c:pt idx="23563">
                  <c:v>23.5</c:v>
                </c:pt>
                <c:pt idx="23564">
                  <c:v>24.5</c:v>
                </c:pt>
                <c:pt idx="23565">
                  <c:v>21.5</c:v>
                </c:pt>
                <c:pt idx="23566">
                  <c:v>21</c:v>
                </c:pt>
                <c:pt idx="23567">
                  <c:v>23.5</c:v>
                </c:pt>
                <c:pt idx="23568">
                  <c:v>24.5</c:v>
                </c:pt>
                <c:pt idx="23569">
                  <c:v>23.5</c:v>
                </c:pt>
                <c:pt idx="23570">
                  <c:v>23.5</c:v>
                </c:pt>
                <c:pt idx="23571">
                  <c:v>24.5</c:v>
                </c:pt>
                <c:pt idx="23572">
                  <c:v>25.5</c:v>
                </c:pt>
                <c:pt idx="23573">
                  <c:v>26</c:v>
                </c:pt>
                <c:pt idx="23574">
                  <c:v>25.5</c:v>
                </c:pt>
                <c:pt idx="23575">
                  <c:v>27</c:v>
                </c:pt>
                <c:pt idx="23576">
                  <c:v>24.5</c:v>
                </c:pt>
                <c:pt idx="23577">
                  <c:v>26</c:v>
                </c:pt>
                <c:pt idx="23578">
                  <c:v>23.5</c:v>
                </c:pt>
                <c:pt idx="23579">
                  <c:v>24</c:v>
                </c:pt>
                <c:pt idx="23580">
                  <c:v>24.5</c:v>
                </c:pt>
                <c:pt idx="23581">
                  <c:v>25.5</c:v>
                </c:pt>
                <c:pt idx="23582">
                  <c:v>27</c:v>
                </c:pt>
                <c:pt idx="23583">
                  <c:v>28</c:v>
                </c:pt>
                <c:pt idx="23584">
                  <c:v>28.5</c:v>
                </c:pt>
                <c:pt idx="23585">
                  <c:v>28</c:v>
                </c:pt>
                <c:pt idx="23586">
                  <c:v>28.5</c:v>
                </c:pt>
                <c:pt idx="23587">
                  <c:v>29.5</c:v>
                </c:pt>
                <c:pt idx="23588">
                  <c:v>31</c:v>
                </c:pt>
                <c:pt idx="23589">
                  <c:v>30.5</c:v>
                </c:pt>
                <c:pt idx="23590">
                  <c:v>30</c:v>
                </c:pt>
                <c:pt idx="23591">
                  <c:v>31.5</c:v>
                </c:pt>
                <c:pt idx="23592">
                  <c:v>31</c:v>
                </c:pt>
                <c:pt idx="23593">
                  <c:v>29.5</c:v>
                </c:pt>
                <c:pt idx="23594">
                  <c:v>30</c:v>
                </c:pt>
                <c:pt idx="23595">
                  <c:v>31.5</c:v>
                </c:pt>
                <c:pt idx="23596">
                  <c:v>31.5</c:v>
                </c:pt>
                <c:pt idx="23597">
                  <c:v>33</c:v>
                </c:pt>
                <c:pt idx="23598">
                  <c:v>33</c:v>
                </c:pt>
                <c:pt idx="23599">
                  <c:v>31</c:v>
                </c:pt>
                <c:pt idx="23600">
                  <c:v>30</c:v>
                </c:pt>
                <c:pt idx="23601">
                  <c:v>26.5</c:v>
                </c:pt>
                <c:pt idx="23602">
                  <c:v>26.5</c:v>
                </c:pt>
                <c:pt idx="23603">
                  <c:v>27</c:v>
                </c:pt>
                <c:pt idx="23604">
                  <c:v>28.5</c:v>
                </c:pt>
                <c:pt idx="23605">
                  <c:v>29.5</c:v>
                </c:pt>
                <c:pt idx="23606">
                  <c:v>28.5</c:v>
                </c:pt>
                <c:pt idx="23607">
                  <c:v>29</c:v>
                </c:pt>
                <c:pt idx="23608">
                  <c:v>27.5</c:v>
                </c:pt>
                <c:pt idx="23609">
                  <c:v>28.5</c:v>
                </c:pt>
                <c:pt idx="23610">
                  <c:v>30</c:v>
                </c:pt>
                <c:pt idx="23611">
                  <c:v>31</c:v>
                </c:pt>
                <c:pt idx="23612">
                  <c:v>28.5</c:v>
                </c:pt>
                <c:pt idx="23613">
                  <c:v>26</c:v>
                </c:pt>
                <c:pt idx="23614">
                  <c:v>23</c:v>
                </c:pt>
                <c:pt idx="23615">
                  <c:v>25</c:v>
                </c:pt>
                <c:pt idx="23616">
                  <c:v>24</c:v>
                </c:pt>
                <c:pt idx="23617">
                  <c:v>24.5</c:v>
                </c:pt>
                <c:pt idx="23618">
                  <c:v>26.5</c:v>
                </c:pt>
                <c:pt idx="23619">
                  <c:v>26.5</c:v>
                </c:pt>
                <c:pt idx="23620">
                  <c:v>24</c:v>
                </c:pt>
                <c:pt idx="23621">
                  <c:v>23.5</c:v>
                </c:pt>
                <c:pt idx="23622">
                  <c:v>23.5</c:v>
                </c:pt>
                <c:pt idx="23623">
                  <c:v>24</c:v>
                </c:pt>
                <c:pt idx="23624">
                  <c:v>23.5</c:v>
                </c:pt>
                <c:pt idx="23625">
                  <c:v>24</c:v>
                </c:pt>
                <c:pt idx="23626">
                  <c:v>25.5</c:v>
                </c:pt>
                <c:pt idx="23627">
                  <c:v>26</c:v>
                </c:pt>
                <c:pt idx="23628">
                  <c:v>26.5</c:v>
                </c:pt>
                <c:pt idx="23629">
                  <c:v>25</c:v>
                </c:pt>
                <c:pt idx="23630">
                  <c:v>23</c:v>
                </c:pt>
                <c:pt idx="23631">
                  <c:v>22</c:v>
                </c:pt>
                <c:pt idx="23632">
                  <c:v>22</c:v>
                </c:pt>
                <c:pt idx="23633">
                  <c:v>23</c:v>
                </c:pt>
                <c:pt idx="23634">
                  <c:v>24</c:v>
                </c:pt>
                <c:pt idx="23635">
                  <c:v>24</c:v>
                </c:pt>
                <c:pt idx="23636">
                  <c:v>24</c:v>
                </c:pt>
                <c:pt idx="23637">
                  <c:v>25</c:v>
                </c:pt>
                <c:pt idx="23638">
                  <c:v>24.5</c:v>
                </c:pt>
                <c:pt idx="23639">
                  <c:v>25.5</c:v>
                </c:pt>
                <c:pt idx="23640">
                  <c:v>25</c:v>
                </c:pt>
                <c:pt idx="23641">
                  <c:v>24.5</c:v>
                </c:pt>
                <c:pt idx="23642">
                  <c:v>25</c:v>
                </c:pt>
                <c:pt idx="23643">
                  <c:v>25</c:v>
                </c:pt>
                <c:pt idx="23644">
                  <c:v>24</c:v>
                </c:pt>
                <c:pt idx="23645">
                  <c:v>23</c:v>
                </c:pt>
                <c:pt idx="23646">
                  <c:v>23.5</c:v>
                </c:pt>
                <c:pt idx="23647">
                  <c:v>24</c:v>
                </c:pt>
                <c:pt idx="23648">
                  <c:v>24</c:v>
                </c:pt>
                <c:pt idx="23649">
                  <c:v>19</c:v>
                </c:pt>
                <c:pt idx="23650">
                  <c:v>20.5</c:v>
                </c:pt>
                <c:pt idx="23651">
                  <c:v>18.5</c:v>
                </c:pt>
                <c:pt idx="23652">
                  <c:v>18.5</c:v>
                </c:pt>
                <c:pt idx="23653">
                  <c:v>19.5</c:v>
                </c:pt>
                <c:pt idx="23654">
                  <c:v>20</c:v>
                </c:pt>
                <c:pt idx="23655">
                  <c:v>20.5</c:v>
                </c:pt>
                <c:pt idx="23656">
                  <c:v>21</c:v>
                </c:pt>
                <c:pt idx="23657">
                  <c:v>21.5</c:v>
                </c:pt>
                <c:pt idx="23658">
                  <c:v>22</c:v>
                </c:pt>
                <c:pt idx="23659">
                  <c:v>22</c:v>
                </c:pt>
                <c:pt idx="23660">
                  <c:v>21</c:v>
                </c:pt>
                <c:pt idx="23661">
                  <c:v>21</c:v>
                </c:pt>
                <c:pt idx="23662">
                  <c:v>20.5</c:v>
                </c:pt>
                <c:pt idx="23663">
                  <c:v>20.5</c:v>
                </c:pt>
                <c:pt idx="23664">
                  <c:v>20.5</c:v>
                </c:pt>
                <c:pt idx="23665">
                  <c:v>19</c:v>
                </c:pt>
                <c:pt idx="23666">
                  <c:v>16.5</c:v>
                </c:pt>
                <c:pt idx="23667">
                  <c:v>16</c:v>
                </c:pt>
                <c:pt idx="23668">
                  <c:v>14.5</c:v>
                </c:pt>
                <c:pt idx="23669">
                  <c:v>14</c:v>
                </c:pt>
                <c:pt idx="23670">
                  <c:v>13.5</c:v>
                </c:pt>
                <c:pt idx="23671">
                  <c:v>13.5</c:v>
                </c:pt>
                <c:pt idx="23672">
                  <c:v>14</c:v>
                </c:pt>
                <c:pt idx="23673">
                  <c:v>12</c:v>
                </c:pt>
                <c:pt idx="23674">
                  <c:v>12</c:v>
                </c:pt>
                <c:pt idx="23675">
                  <c:v>11</c:v>
                </c:pt>
                <c:pt idx="23676">
                  <c:v>12</c:v>
                </c:pt>
                <c:pt idx="23677">
                  <c:v>12</c:v>
                </c:pt>
                <c:pt idx="23678">
                  <c:v>15.5</c:v>
                </c:pt>
                <c:pt idx="23679">
                  <c:v>16.5</c:v>
                </c:pt>
                <c:pt idx="23680">
                  <c:v>14.5</c:v>
                </c:pt>
                <c:pt idx="23681">
                  <c:v>15</c:v>
                </c:pt>
                <c:pt idx="23682">
                  <c:v>15</c:v>
                </c:pt>
                <c:pt idx="23683">
                  <c:v>13.5</c:v>
                </c:pt>
                <c:pt idx="23684">
                  <c:v>13</c:v>
                </c:pt>
                <c:pt idx="23685">
                  <c:v>12.5</c:v>
                </c:pt>
                <c:pt idx="23686">
                  <c:v>13</c:v>
                </c:pt>
                <c:pt idx="23687">
                  <c:v>14</c:v>
                </c:pt>
                <c:pt idx="23688">
                  <c:v>15</c:v>
                </c:pt>
                <c:pt idx="23689">
                  <c:v>15</c:v>
                </c:pt>
                <c:pt idx="23690">
                  <c:v>15.5</c:v>
                </c:pt>
                <c:pt idx="23691">
                  <c:v>11.5</c:v>
                </c:pt>
                <c:pt idx="23692">
                  <c:v>10.5</c:v>
                </c:pt>
                <c:pt idx="23693">
                  <c:v>11.5</c:v>
                </c:pt>
                <c:pt idx="23694">
                  <c:v>12.5</c:v>
                </c:pt>
                <c:pt idx="23695">
                  <c:v>14.5</c:v>
                </c:pt>
                <c:pt idx="23696">
                  <c:v>13.5</c:v>
                </c:pt>
                <c:pt idx="23697">
                  <c:v>13.5</c:v>
                </c:pt>
                <c:pt idx="23698">
                  <c:v>11.5</c:v>
                </c:pt>
                <c:pt idx="23699">
                  <c:v>11.5</c:v>
                </c:pt>
                <c:pt idx="23700">
                  <c:v>10.5</c:v>
                </c:pt>
                <c:pt idx="23701">
                  <c:v>7.5</c:v>
                </c:pt>
                <c:pt idx="23702">
                  <c:v>7</c:v>
                </c:pt>
                <c:pt idx="23703">
                  <c:v>6</c:v>
                </c:pt>
                <c:pt idx="23704">
                  <c:v>4</c:v>
                </c:pt>
                <c:pt idx="23705">
                  <c:v>5</c:v>
                </c:pt>
                <c:pt idx="23706">
                  <c:v>5.5</c:v>
                </c:pt>
                <c:pt idx="23707">
                  <c:v>4.5</c:v>
                </c:pt>
                <c:pt idx="23708">
                  <c:v>3</c:v>
                </c:pt>
                <c:pt idx="23709">
                  <c:v>3.5</c:v>
                </c:pt>
                <c:pt idx="23710">
                  <c:v>3.5</c:v>
                </c:pt>
                <c:pt idx="23711">
                  <c:v>3.5</c:v>
                </c:pt>
                <c:pt idx="23712">
                  <c:v>3.5</c:v>
                </c:pt>
                <c:pt idx="23713">
                  <c:v>4</c:v>
                </c:pt>
                <c:pt idx="23714">
                  <c:v>3.5</c:v>
                </c:pt>
                <c:pt idx="23715">
                  <c:v>4.5</c:v>
                </c:pt>
                <c:pt idx="23716">
                  <c:v>5.5</c:v>
                </c:pt>
                <c:pt idx="23717">
                  <c:v>6</c:v>
                </c:pt>
                <c:pt idx="23718">
                  <c:v>6.5</c:v>
                </c:pt>
                <c:pt idx="23719">
                  <c:v>7</c:v>
                </c:pt>
                <c:pt idx="23720">
                  <c:v>8</c:v>
                </c:pt>
                <c:pt idx="23721">
                  <c:v>8.5</c:v>
                </c:pt>
                <c:pt idx="23722">
                  <c:v>9</c:v>
                </c:pt>
                <c:pt idx="23723">
                  <c:v>8</c:v>
                </c:pt>
                <c:pt idx="23724">
                  <c:v>5</c:v>
                </c:pt>
                <c:pt idx="23725">
                  <c:v>5</c:v>
                </c:pt>
                <c:pt idx="23726">
                  <c:v>6</c:v>
                </c:pt>
                <c:pt idx="23727">
                  <c:v>8</c:v>
                </c:pt>
                <c:pt idx="23728">
                  <c:v>9</c:v>
                </c:pt>
                <c:pt idx="23729">
                  <c:v>9</c:v>
                </c:pt>
                <c:pt idx="23730">
                  <c:v>9.5</c:v>
                </c:pt>
                <c:pt idx="23731">
                  <c:v>10</c:v>
                </c:pt>
                <c:pt idx="23732">
                  <c:v>8.5</c:v>
                </c:pt>
                <c:pt idx="23733">
                  <c:v>9</c:v>
                </c:pt>
                <c:pt idx="23734">
                  <c:v>8.5</c:v>
                </c:pt>
                <c:pt idx="23735">
                  <c:v>6</c:v>
                </c:pt>
                <c:pt idx="23736">
                  <c:v>4.5</c:v>
                </c:pt>
                <c:pt idx="23737">
                  <c:v>5</c:v>
                </c:pt>
                <c:pt idx="23738">
                  <c:v>5</c:v>
                </c:pt>
                <c:pt idx="23739">
                  <c:v>6</c:v>
                </c:pt>
                <c:pt idx="23740">
                  <c:v>4.5</c:v>
                </c:pt>
                <c:pt idx="23741">
                  <c:v>3.5</c:v>
                </c:pt>
                <c:pt idx="23742">
                  <c:v>4.5</c:v>
                </c:pt>
                <c:pt idx="23743">
                  <c:v>2.5</c:v>
                </c:pt>
                <c:pt idx="23744">
                  <c:v>3</c:v>
                </c:pt>
                <c:pt idx="23745">
                  <c:v>3.5</c:v>
                </c:pt>
                <c:pt idx="23746">
                  <c:v>5</c:v>
                </c:pt>
                <c:pt idx="23747">
                  <c:v>6.5</c:v>
                </c:pt>
                <c:pt idx="23748">
                  <c:v>7.5</c:v>
                </c:pt>
                <c:pt idx="23749">
                  <c:v>7.5</c:v>
                </c:pt>
                <c:pt idx="23750">
                  <c:v>9</c:v>
                </c:pt>
                <c:pt idx="23751">
                  <c:v>10.5</c:v>
                </c:pt>
                <c:pt idx="23752">
                  <c:v>10.5</c:v>
                </c:pt>
                <c:pt idx="23753">
                  <c:v>9</c:v>
                </c:pt>
                <c:pt idx="23754">
                  <c:v>6.5</c:v>
                </c:pt>
                <c:pt idx="23755">
                  <c:v>6.5</c:v>
                </c:pt>
                <c:pt idx="23756">
                  <c:v>6</c:v>
                </c:pt>
                <c:pt idx="23757">
                  <c:v>6.5</c:v>
                </c:pt>
                <c:pt idx="23758">
                  <c:v>6.5</c:v>
                </c:pt>
                <c:pt idx="23759">
                  <c:v>4.5</c:v>
                </c:pt>
                <c:pt idx="23760">
                  <c:v>5</c:v>
                </c:pt>
                <c:pt idx="23761">
                  <c:v>7.5</c:v>
                </c:pt>
                <c:pt idx="23762">
                  <c:v>9.5</c:v>
                </c:pt>
                <c:pt idx="23763">
                  <c:v>9</c:v>
                </c:pt>
                <c:pt idx="23764">
                  <c:v>9.5</c:v>
                </c:pt>
                <c:pt idx="23765">
                  <c:v>8.5</c:v>
                </c:pt>
                <c:pt idx="23766">
                  <c:v>5</c:v>
                </c:pt>
                <c:pt idx="23767">
                  <c:v>4.5</c:v>
                </c:pt>
                <c:pt idx="23768">
                  <c:v>4</c:v>
                </c:pt>
                <c:pt idx="23769">
                  <c:v>5.5</c:v>
                </c:pt>
                <c:pt idx="23770">
                  <c:v>6.5</c:v>
                </c:pt>
                <c:pt idx="23771">
                  <c:v>8</c:v>
                </c:pt>
                <c:pt idx="23772">
                  <c:v>9.5</c:v>
                </c:pt>
                <c:pt idx="23773">
                  <c:v>11</c:v>
                </c:pt>
                <c:pt idx="23774">
                  <c:v>11.5</c:v>
                </c:pt>
                <c:pt idx="23775">
                  <c:v>8.5</c:v>
                </c:pt>
                <c:pt idx="23776">
                  <c:v>7</c:v>
                </c:pt>
                <c:pt idx="23777">
                  <c:v>9.5</c:v>
                </c:pt>
                <c:pt idx="23778">
                  <c:v>10</c:v>
                </c:pt>
                <c:pt idx="23779">
                  <c:v>11</c:v>
                </c:pt>
                <c:pt idx="23780">
                  <c:v>12.5</c:v>
                </c:pt>
                <c:pt idx="23781">
                  <c:v>12</c:v>
                </c:pt>
                <c:pt idx="23782">
                  <c:v>10.5</c:v>
                </c:pt>
                <c:pt idx="23783">
                  <c:v>10.5</c:v>
                </c:pt>
                <c:pt idx="23784">
                  <c:v>11</c:v>
                </c:pt>
                <c:pt idx="23785">
                  <c:v>11</c:v>
                </c:pt>
                <c:pt idx="23786">
                  <c:v>9.5</c:v>
                </c:pt>
                <c:pt idx="23787">
                  <c:v>8.5</c:v>
                </c:pt>
                <c:pt idx="23788">
                  <c:v>9</c:v>
                </c:pt>
                <c:pt idx="23789">
                  <c:v>7</c:v>
                </c:pt>
                <c:pt idx="23790">
                  <c:v>8.5</c:v>
                </c:pt>
                <c:pt idx="23791">
                  <c:v>10</c:v>
                </c:pt>
                <c:pt idx="23792">
                  <c:v>10</c:v>
                </c:pt>
                <c:pt idx="23793">
                  <c:v>7.5</c:v>
                </c:pt>
                <c:pt idx="23794">
                  <c:v>4.5</c:v>
                </c:pt>
                <c:pt idx="23795">
                  <c:v>4.5</c:v>
                </c:pt>
                <c:pt idx="23796">
                  <c:v>6</c:v>
                </c:pt>
                <c:pt idx="23797">
                  <c:v>12</c:v>
                </c:pt>
                <c:pt idx="23798">
                  <c:v>10.5</c:v>
                </c:pt>
                <c:pt idx="23799">
                  <c:v>9.5</c:v>
                </c:pt>
                <c:pt idx="23800">
                  <c:v>12</c:v>
                </c:pt>
                <c:pt idx="23801">
                  <c:v>13.5</c:v>
                </c:pt>
                <c:pt idx="23802">
                  <c:v>15.5</c:v>
                </c:pt>
                <c:pt idx="23803">
                  <c:v>15.5</c:v>
                </c:pt>
                <c:pt idx="23804">
                  <c:v>16</c:v>
                </c:pt>
                <c:pt idx="23805">
                  <c:v>14.5</c:v>
                </c:pt>
                <c:pt idx="23806">
                  <c:v>13.5</c:v>
                </c:pt>
                <c:pt idx="23807">
                  <c:v>14.5</c:v>
                </c:pt>
                <c:pt idx="23808">
                  <c:v>15</c:v>
                </c:pt>
                <c:pt idx="23809">
                  <c:v>15.5</c:v>
                </c:pt>
                <c:pt idx="23810">
                  <c:v>15.5</c:v>
                </c:pt>
                <c:pt idx="23811">
                  <c:v>16</c:v>
                </c:pt>
                <c:pt idx="23812">
                  <c:v>16.5</c:v>
                </c:pt>
                <c:pt idx="23813">
                  <c:v>18.5</c:v>
                </c:pt>
                <c:pt idx="23814">
                  <c:v>17</c:v>
                </c:pt>
                <c:pt idx="23815">
                  <c:v>14</c:v>
                </c:pt>
                <c:pt idx="23816">
                  <c:v>12.5</c:v>
                </c:pt>
                <c:pt idx="23817">
                  <c:v>14</c:v>
                </c:pt>
                <c:pt idx="23818">
                  <c:v>12</c:v>
                </c:pt>
                <c:pt idx="23819">
                  <c:v>12.5</c:v>
                </c:pt>
                <c:pt idx="23820">
                  <c:v>14.5</c:v>
                </c:pt>
                <c:pt idx="23821">
                  <c:v>14.5</c:v>
                </c:pt>
                <c:pt idx="23822">
                  <c:v>11</c:v>
                </c:pt>
                <c:pt idx="23823">
                  <c:v>10.5</c:v>
                </c:pt>
                <c:pt idx="23824">
                  <c:v>12</c:v>
                </c:pt>
                <c:pt idx="23825">
                  <c:v>12</c:v>
                </c:pt>
                <c:pt idx="23826">
                  <c:v>12</c:v>
                </c:pt>
                <c:pt idx="23827">
                  <c:v>12</c:v>
                </c:pt>
                <c:pt idx="23828">
                  <c:v>13</c:v>
                </c:pt>
                <c:pt idx="23829">
                  <c:v>16</c:v>
                </c:pt>
                <c:pt idx="23830">
                  <c:v>17.5</c:v>
                </c:pt>
                <c:pt idx="23831">
                  <c:v>16</c:v>
                </c:pt>
                <c:pt idx="23832">
                  <c:v>12.5</c:v>
                </c:pt>
                <c:pt idx="23833">
                  <c:v>14.5</c:v>
                </c:pt>
                <c:pt idx="23834">
                  <c:v>13.5</c:v>
                </c:pt>
                <c:pt idx="23835">
                  <c:v>12</c:v>
                </c:pt>
                <c:pt idx="23836">
                  <c:v>12.5</c:v>
                </c:pt>
                <c:pt idx="23837">
                  <c:v>11.5</c:v>
                </c:pt>
                <c:pt idx="23838">
                  <c:v>14</c:v>
                </c:pt>
                <c:pt idx="23839">
                  <c:v>14</c:v>
                </c:pt>
                <c:pt idx="23840">
                  <c:v>13</c:v>
                </c:pt>
                <c:pt idx="23841">
                  <c:v>15</c:v>
                </c:pt>
                <c:pt idx="23842">
                  <c:v>14</c:v>
                </c:pt>
                <c:pt idx="23843">
                  <c:v>13.5</c:v>
                </c:pt>
                <c:pt idx="23844">
                  <c:v>15.5</c:v>
                </c:pt>
                <c:pt idx="23845">
                  <c:v>15</c:v>
                </c:pt>
                <c:pt idx="23846">
                  <c:v>16.5</c:v>
                </c:pt>
                <c:pt idx="23847">
                  <c:v>16.5</c:v>
                </c:pt>
                <c:pt idx="23848">
                  <c:v>13.5</c:v>
                </c:pt>
                <c:pt idx="23849">
                  <c:v>13</c:v>
                </c:pt>
                <c:pt idx="23850">
                  <c:v>12.5</c:v>
                </c:pt>
                <c:pt idx="23851">
                  <c:v>12</c:v>
                </c:pt>
                <c:pt idx="23852">
                  <c:v>13</c:v>
                </c:pt>
                <c:pt idx="23853">
                  <c:v>13</c:v>
                </c:pt>
                <c:pt idx="23854">
                  <c:v>14</c:v>
                </c:pt>
                <c:pt idx="23855">
                  <c:v>15.5</c:v>
                </c:pt>
                <c:pt idx="23856">
                  <c:v>16</c:v>
                </c:pt>
                <c:pt idx="23857">
                  <c:v>15</c:v>
                </c:pt>
                <c:pt idx="23858">
                  <c:v>17</c:v>
                </c:pt>
                <c:pt idx="23859">
                  <c:v>18</c:v>
                </c:pt>
                <c:pt idx="23860">
                  <c:v>17.5</c:v>
                </c:pt>
                <c:pt idx="23861">
                  <c:v>17</c:v>
                </c:pt>
                <c:pt idx="23862">
                  <c:v>16</c:v>
                </c:pt>
                <c:pt idx="23863">
                  <c:v>19.5</c:v>
                </c:pt>
                <c:pt idx="23864">
                  <c:v>21</c:v>
                </c:pt>
                <c:pt idx="23865">
                  <c:v>22.5</c:v>
                </c:pt>
                <c:pt idx="23866">
                  <c:v>24.5</c:v>
                </c:pt>
                <c:pt idx="23867">
                  <c:v>24</c:v>
                </c:pt>
                <c:pt idx="23868">
                  <c:v>24.5</c:v>
                </c:pt>
                <c:pt idx="23869">
                  <c:v>23</c:v>
                </c:pt>
                <c:pt idx="23870">
                  <c:v>21.5</c:v>
                </c:pt>
                <c:pt idx="23871">
                  <c:v>22</c:v>
                </c:pt>
                <c:pt idx="23872">
                  <c:v>20</c:v>
                </c:pt>
                <c:pt idx="23873">
                  <c:v>20.5</c:v>
                </c:pt>
                <c:pt idx="23874">
                  <c:v>21.5</c:v>
                </c:pt>
                <c:pt idx="23875">
                  <c:v>21.5</c:v>
                </c:pt>
                <c:pt idx="23876">
                  <c:v>21.5</c:v>
                </c:pt>
                <c:pt idx="23877">
                  <c:v>20</c:v>
                </c:pt>
                <c:pt idx="23878">
                  <c:v>22.5</c:v>
                </c:pt>
                <c:pt idx="23879">
                  <c:v>20.5</c:v>
                </c:pt>
                <c:pt idx="23880">
                  <c:v>20.5</c:v>
                </c:pt>
                <c:pt idx="23881">
                  <c:v>22</c:v>
                </c:pt>
                <c:pt idx="23882">
                  <c:v>21</c:v>
                </c:pt>
                <c:pt idx="23883">
                  <c:v>20.5</c:v>
                </c:pt>
                <c:pt idx="23884">
                  <c:v>21.5</c:v>
                </c:pt>
                <c:pt idx="23885">
                  <c:v>21</c:v>
                </c:pt>
                <c:pt idx="23886">
                  <c:v>20.5</c:v>
                </c:pt>
                <c:pt idx="23887">
                  <c:v>21.5</c:v>
                </c:pt>
                <c:pt idx="23888">
                  <c:v>23.5</c:v>
                </c:pt>
                <c:pt idx="23889">
                  <c:v>25.5</c:v>
                </c:pt>
                <c:pt idx="23890">
                  <c:v>25.5</c:v>
                </c:pt>
                <c:pt idx="23891">
                  <c:v>23</c:v>
                </c:pt>
                <c:pt idx="23892">
                  <c:v>18</c:v>
                </c:pt>
                <c:pt idx="23893">
                  <c:v>19</c:v>
                </c:pt>
                <c:pt idx="23894">
                  <c:v>19</c:v>
                </c:pt>
                <c:pt idx="23895">
                  <c:v>21</c:v>
                </c:pt>
                <c:pt idx="23896">
                  <c:v>21.5</c:v>
                </c:pt>
                <c:pt idx="23897">
                  <c:v>24</c:v>
                </c:pt>
                <c:pt idx="23898">
                  <c:v>25.5</c:v>
                </c:pt>
                <c:pt idx="23899">
                  <c:v>26.5</c:v>
                </c:pt>
                <c:pt idx="23900">
                  <c:v>27</c:v>
                </c:pt>
                <c:pt idx="23901">
                  <c:v>24.5</c:v>
                </c:pt>
                <c:pt idx="23902">
                  <c:v>27</c:v>
                </c:pt>
                <c:pt idx="23903">
                  <c:v>27</c:v>
                </c:pt>
                <c:pt idx="23904">
                  <c:v>28</c:v>
                </c:pt>
                <c:pt idx="23905">
                  <c:v>28</c:v>
                </c:pt>
                <c:pt idx="23906">
                  <c:v>24.5</c:v>
                </c:pt>
                <c:pt idx="23907">
                  <c:v>25.5</c:v>
                </c:pt>
                <c:pt idx="23908">
                  <c:v>26.5</c:v>
                </c:pt>
                <c:pt idx="23909">
                  <c:v>27.5</c:v>
                </c:pt>
                <c:pt idx="23910">
                  <c:v>23</c:v>
                </c:pt>
                <c:pt idx="23911">
                  <c:v>22.5</c:v>
                </c:pt>
                <c:pt idx="23912">
                  <c:v>25</c:v>
                </c:pt>
                <c:pt idx="23913">
                  <c:v>25.5</c:v>
                </c:pt>
                <c:pt idx="23914">
                  <c:v>26</c:v>
                </c:pt>
                <c:pt idx="23915">
                  <c:v>26.5</c:v>
                </c:pt>
                <c:pt idx="23916">
                  <c:v>29</c:v>
                </c:pt>
                <c:pt idx="23917">
                  <c:v>30.5</c:v>
                </c:pt>
                <c:pt idx="23918">
                  <c:v>32</c:v>
                </c:pt>
                <c:pt idx="23919">
                  <c:v>32.5</c:v>
                </c:pt>
                <c:pt idx="23920">
                  <c:v>32.5</c:v>
                </c:pt>
                <c:pt idx="23921">
                  <c:v>31</c:v>
                </c:pt>
                <c:pt idx="23922">
                  <c:v>32</c:v>
                </c:pt>
                <c:pt idx="23923">
                  <c:v>29</c:v>
                </c:pt>
                <c:pt idx="23924">
                  <c:v>27.5</c:v>
                </c:pt>
                <c:pt idx="23925">
                  <c:v>25.5</c:v>
                </c:pt>
                <c:pt idx="23926">
                  <c:v>26.5</c:v>
                </c:pt>
                <c:pt idx="23927">
                  <c:v>26.5</c:v>
                </c:pt>
                <c:pt idx="23928">
                  <c:v>25</c:v>
                </c:pt>
                <c:pt idx="23929">
                  <c:v>25.5</c:v>
                </c:pt>
                <c:pt idx="23930">
                  <c:v>26.5</c:v>
                </c:pt>
                <c:pt idx="23931">
                  <c:v>28.5</c:v>
                </c:pt>
                <c:pt idx="23932">
                  <c:v>30.5</c:v>
                </c:pt>
                <c:pt idx="23933">
                  <c:v>30</c:v>
                </c:pt>
                <c:pt idx="23934">
                  <c:v>30</c:v>
                </c:pt>
                <c:pt idx="23935">
                  <c:v>31</c:v>
                </c:pt>
                <c:pt idx="23936">
                  <c:v>30.5</c:v>
                </c:pt>
                <c:pt idx="23937">
                  <c:v>31</c:v>
                </c:pt>
                <c:pt idx="23938">
                  <c:v>31.5</c:v>
                </c:pt>
                <c:pt idx="23939">
                  <c:v>29</c:v>
                </c:pt>
                <c:pt idx="23940">
                  <c:v>26.5</c:v>
                </c:pt>
                <c:pt idx="23941">
                  <c:v>27.5</c:v>
                </c:pt>
                <c:pt idx="23942">
                  <c:v>29.5</c:v>
                </c:pt>
                <c:pt idx="23943">
                  <c:v>30.5</c:v>
                </c:pt>
                <c:pt idx="23944">
                  <c:v>31.5</c:v>
                </c:pt>
                <c:pt idx="23945">
                  <c:v>31.5</c:v>
                </c:pt>
                <c:pt idx="23946">
                  <c:v>27</c:v>
                </c:pt>
                <c:pt idx="23947">
                  <c:v>28.5</c:v>
                </c:pt>
                <c:pt idx="23948">
                  <c:v>30.5</c:v>
                </c:pt>
                <c:pt idx="23949">
                  <c:v>27.5</c:v>
                </c:pt>
                <c:pt idx="23950">
                  <c:v>25.5</c:v>
                </c:pt>
                <c:pt idx="23951">
                  <c:v>25.5</c:v>
                </c:pt>
                <c:pt idx="23952">
                  <c:v>25.5</c:v>
                </c:pt>
                <c:pt idx="23953">
                  <c:v>27</c:v>
                </c:pt>
                <c:pt idx="23954">
                  <c:v>28</c:v>
                </c:pt>
                <c:pt idx="23955">
                  <c:v>29</c:v>
                </c:pt>
                <c:pt idx="23956">
                  <c:v>30.5</c:v>
                </c:pt>
                <c:pt idx="23957">
                  <c:v>32</c:v>
                </c:pt>
                <c:pt idx="23958">
                  <c:v>32.5</c:v>
                </c:pt>
                <c:pt idx="23959">
                  <c:v>33</c:v>
                </c:pt>
                <c:pt idx="23960">
                  <c:v>34</c:v>
                </c:pt>
                <c:pt idx="23961">
                  <c:v>33</c:v>
                </c:pt>
                <c:pt idx="23962">
                  <c:v>31</c:v>
                </c:pt>
                <c:pt idx="23963">
                  <c:v>31</c:v>
                </c:pt>
                <c:pt idx="23964">
                  <c:v>32.5</c:v>
                </c:pt>
                <c:pt idx="23965">
                  <c:v>32.5</c:v>
                </c:pt>
                <c:pt idx="23966">
                  <c:v>29.5</c:v>
                </c:pt>
                <c:pt idx="23967">
                  <c:v>27.5</c:v>
                </c:pt>
                <c:pt idx="23968">
                  <c:v>27.5</c:v>
                </c:pt>
                <c:pt idx="23969">
                  <c:v>27.5</c:v>
                </c:pt>
                <c:pt idx="23970">
                  <c:v>28</c:v>
                </c:pt>
                <c:pt idx="23971">
                  <c:v>29.5</c:v>
                </c:pt>
                <c:pt idx="23972">
                  <c:v>30.5</c:v>
                </c:pt>
                <c:pt idx="23973">
                  <c:v>30.5</c:v>
                </c:pt>
                <c:pt idx="23974">
                  <c:v>30.5</c:v>
                </c:pt>
                <c:pt idx="23975">
                  <c:v>31</c:v>
                </c:pt>
                <c:pt idx="23976">
                  <c:v>31.5</c:v>
                </c:pt>
                <c:pt idx="23977">
                  <c:v>32.5</c:v>
                </c:pt>
                <c:pt idx="23978">
                  <c:v>33</c:v>
                </c:pt>
                <c:pt idx="23979">
                  <c:v>32</c:v>
                </c:pt>
                <c:pt idx="23980">
                  <c:v>30</c:v>
                </c:pt>
                <c:pt idx="23981">
                  <c:v>30.5</c:v>
                </c:pt>
                <c:pt idx="23982">
                  <c:v>30.5</c:v>
                </c:pt>
                <c:pt idx="23983">
                  <c:v>29</c:v>
                </c:pt>
                <c:pt idx="23984">
                  <c:v>30.5</c:v>
                </c:pt>
                <c:pt idx="23985">
                  <c:v>28.5</c:v>
                </c:pt>
                <c:pt idx="23986">
                  <c:v>28</c:v>
                </c:pt>
                <c:pt idx="23987">
                  <c:v>27.5</c:v>
                </c:pt>
                <c:pt idx="23988">
                  <c:v>27</c:v>
                </c:pt>
                <c:pt idx="23989">
                  <c:v>25.5</c:v>
                </c:pt>
                <c:pt idx="23990">
                  <c:v>25</c:v>
                </c:pt>
                <c:pt idx="23991">
                  <c:v>25.5</c:v>
                </c:pt>
                <c:pt idx="23992">
                  <c:v>25</c:v>
                </c:pt>
                <c:pt idx="23993">
                  <c:v>23.5</c:v>
                </c:pt>
                <c:pt idx="23994">
                  <c:v>24.5</c:v>
                </c:pt>
                <c:pt idx="23995">
                  <c:v>25</c:v>
                </c:pt>
                <c:pt idx="23996">
                  <c:v>25</c:v>
                </c:pt>
                <c:pt idx="23997">
                  <c:v>23</c:v>
                </c:pt>
                <c:pt idx="23998">
                  <c:v>19</c:v>
                </c:pt>
                <c:pt idx="23999">
                  <c:v>20</c:v>
                </c:pt>
                <c:pt idx="24000">
                  <c:v>21.5</c:v>
                </c:pt>
                <c:pt idx="24001">
                  <c:v>23</c:v>
                </c:pt>
                <c:pt idx="24002">
                  <c:v>20.5</c:v>
                </c:pt>
                <c:pt idx="24003">
                  <c:v>15</c:v>
                </c:pt>
                <c:pt idx="24004">
                  <c:v>17</c:v>
                </c:pt>
                <c:pt idx="24005">
                  <c:v>19.5</c:v>
                </c:pt>
                <c:pt idx="24006">
                  <c:v>17</c:v>
                </c:pt>
                <c:pt idx="24007">
                  <c:v>20.5</c:v>
                </c:pt>
                <c:pt idx="24008">
                  <c:v>21.5</c:v>
                </c:pt>
                <c:pt idx="24009">
                  <c:v>21</c:v>
                </c:pt>
                <c:pt idx="24010">
                  <c:v>20</c:v>
                </c:pt>
                <c:pt idx="24011">
                  <c:v>19.5</c:v>
                </c:pt>
                <c:pt idx="24012">
                  <c:v>19</c:v>
                </c:pt>
                <c:pt idx="24013">
                  <c:v>19</c:v>
                </c:pt>
                <c:pt idx="24014">
                  <c:v>18.5</c:v>
                </c:pt>
                <c:pt idx="24015">
                  <c:v>20</c:v>
                </c:pt>
                <c:pt idx="24016">
                  <c:v>20.5</c:v>
                </c:pt>
                <c:pt idx="24017">
                  <c:v>20</c:v>
                </c:pt>
                <c:pt idx="24018">
                  <c:v>21.5</c:v>
                </c:pt>
                <c:pt idx="24019">
                  <c:v>20.5</c:v>
                </c:pt>
                <c:pt idx="24020">
                  <c:v>18.5</c:v>
                </c:pt>
                <c:pt idx="24021">
                  <c:v>17.5</c:v>
                </c:pt>
                <c:pt idx="24022">
                  <c:v>17</c:v>
                </c:pt>
                <c:pt idx="24023">
                  <c:v>18.5</c:v>
                </c:pt>
                <c:pt idx="24024">
                  <c:v>20</c:v>
                </c:pt>
                <c:pt idx="24025">
                  <c:v>19.5</c:v>
                </c:pt>
                <c:pt idx="24026">
                  <c:v>19.5</c:v>
                </c:pt>
                <c:pt idx="24027">
                  <c:v>19</c:v>
                </c:pt>
                <c:pt idx="24028">
                  <c:v>16.5</c:v>
                </c:pt>
                <c:pt idx="24029">
                  <c:v>15.5</c:v>
                </c:pt>
                <c:pt idx="24030">
                  <c:v>13.5</c:v>
                </c:pt>
                <c:pt idx="24031">
                  <c:v>12.5</c:v>
                </c:pt>
                <c:pt idx="24032">
                  <c:v>13</c:v>
                </c:pt>
                <c:pt idx="24033">
                  <c:v>15</c:v>
                </c:pt>
                <c:pt idx="24034">
                  <c:v>14.5</c:v>
                </c:pt>
                <c:pt idx="24035">
                  <c:v>13.5</c:v>
                </c:pt>
                <c:pt idx="24036">
                  <c:v>14</c:v>
                </c:pt>
                <c:pt idx="24037">
                  <c:v>12</c:v>
                </c:pt>
                <c:pt idx="24038">
                  <c:v>12.5</c:v>
                </c:pt>
                <c:pt idx="24039">
                  <c:v>11</c:v>
                </c:pt>
                <c:pt idx="24040">
                  <c:v>12.5</c:v>
                </c:pt>
                <c:pt idx="24041">
                  <c:v>14</c:v>
                </c:pt>
                <c:pt idx="24042">
                  <c:v>14</c:v>
                </c:pt>
                <c:pt idx="24043">
                  <c:v>13.5</c:v>
                </c:pt>
                <c:pt idx="24044">
                  <c:v>15</c:v>
                </c:pt>
                <c:pt idx="24045">
                  <c:v>13.5</c:v>
                </c:pt>
                <c:pt idx="24046">
                  <c:v>11.5</c:v>
                </c:pt>
                <c:pt idx="24047">
                  <c:v>11</c:v>
                </c:pt>
                <c:pt idx="24048">
                  <c:v>11.5</c:v>
                </c:pt>
                <c:pt idx="24049">
                  <c:v>11.5</c:v>
                </c:pt>
                <c:pt idx="24050">
                  <c:v>12</c:v>
                </c:pt>
                <c:pt idx="24051">
                  <c:v>11</c:v>
                </c:pt>
                <c:pt idx="24052">
                  <c:v>10.5</c:v>
                </c:pt>
                <c:pt idx="24053">
                  <c:v>11</c:v>
                </c:pt>
                <c:pt idx="24054">
                  <c:v>12.5</c:v>
                </c:pt>
                <c:pt idx="24055">
                  <c:v>13.5</c:v>
                </c:pt>
                <c:pt idx="24056">
                  <c:v>14</c:v>
                </c:pt>
                <c:pt idx="24057">
                  <c:v>12.5</c:v>
                </c:pt>
                <c:pt idx="24058">
                  <c:v>11</c:v>
                </c:pt>
                <c:pt idx="24059">
                  <c:v>10.5</c:v>
                </c:pt>
                <c:pt idx="24060">
                  <c:v>11.5</c:v>
                </c:pt>
                <c:pt idx="24061">
                  <c:v>10</c:v>
                </c:pt>
                <c:pt idx="24062">
                  <c:v>10.5</c:v>
                </c:pt>
                <c:pt idx="24063">
                  <c:v>10</c:v>
                </c:pt>
                <c:pt idx="24064">
                  <c:v>11</c:v>
                </c:pt>
                <c:pt idx="24065">
                  <c:v>10</c:v>
                </c:pt>
                <c:pt idx="24066">
                  <c:v>10</c:v>
                </c:pt>
                <c:pt idx="24067">
                  <c:v>11.5</c:v>
                </c:pt>
                <c:pt idx="24068">
                  <c:v>11.5</c:v>
                </c:pt>
                <c:pt idx="24069">
                  <c:v>11</c:v>
                </c:pt>
                <c:pt idx="24070">
                  <c:v>9.5</c:v>
                </c:pt>
                <c:pt idx="24071">
                  <c:v>8</c:v>
                </c:pt>
                <c:pt idx="24072">
                  <c:v>8.5</c:v>
                </c:pt>
                <c:pt idx="24073">
                  <c:v>9</c:v>
                </c:pt>
                <c:pt idx="24074">
                  <c:v>10.5</c:v>
                </c:pt>
                <c:pt idx="24075">
                  <c:v>10.5</c:v>
                </c:pt>
                <c:pt idx="24076">
                  <c:v>6</c:v>
                </c:pt>
                <c:pt idx="24077">
                  <c:v>5.5</c:v>
                </c:pt>
                <c:pt idx="24078">
                  <c:v>6.5</c:v>
                </c:pt>
                <c:pt idx="24079">
                  <c:v>5</c:v>
                </c:pt>
                <c:pt idx="24080">
                  <c:v>5.5</c:v>
                </c:pt>
                <c:pt idx="24081">
                  <c:v>6</c:v>
                </c:pt>
                <c:pt idx="24082">
                  <c:v>4.5</c:v>
                </c:pt>
                <c:pt idx="24083">
                  <c:v>6</c:v>
                </c:pt>
                <c:pt idx="24084">
                  <c:v>6</c:v>
                </c:pt>
                <c:pt idx="24085">
                  <c:v>6.5</c:v>
                </c:pt>
                <c:pt idx="24086">
                  <c:v>8</c:v>
                </c:pt>
                <c:pt idx="24087">
                  <c:v>6.5</c:v>
                </c:pt>
                <c:pt idx="24088">
                  <c:v>7</c:v>
                </c:pt>
                <c:pt idx="24089">
                  <c:v>7</c:v>
                </c:pt>
                <c:pt idx="24090">
                  <c:v>7.5</c:v>
                </c:pt>
                <c:pt idx="24091">
                  <c:v>7</c:v>
                </c:pt>
                <c:pt idx="24092">
                  <c:v>9</c:v>
                </c:pt>
                <c:pt idx="24093">
                  <c:v>9</c:v>
                </c:pt>
                <c:pt idx="24094">
                  <c:v>7.5</c:v>
                </c:pt>
                <c:pt idx="24095">
                  <c:v>6.5</c:v>
                </c:pt>
                <c:pt idx="24096">
                  <c:v>6</c:v>
                </c:pt>
                <c:pt idx="24097">
                  <c:v>6.5</c:v>
                </c:pt>
                <c:pt idx="24098">
                  <c:v>7</c:v>
                </c:pt>
                <c:pt idx="24099">
                  <c:v>8.5</c:v>
                </c:pt>
                <c:pt idx="24100">
                  <c:v>10.5</c:v>
                </c:pt>
                <c:pt idx="24101">
                  <c:v>12.5</c:v>
                </c:pt>
                <c:pt idx="24102">
                  <c:v>11</c:v>
                </c:pt>
                <c:pt idx="24103">
                  <c:v>9.5</c:v>
                </c:pt>
                <c:pt idx="24104">
                  <c:v>11</c:v>
                </c:pt>
                <c:pt idx="24105">
                  <c:v>9</c:v>
                </c:pt>
                <c:pt idx="24106">
                  <c:v>8</c:v>
                </c:pt>
                <c:pt idx="24107">
                  <c:v>10</c:v>
                </c:pt>
                <c:pt idx="24108">
                  <c:v>10.5</c:v>
                </c:pt>
                <c:pt idx="24109">
                  <c:v>9</c:v>
                </c:pt>
                <c:pt idx="24110">
                  <c:v>9.5</c:v>
                </c:pt>
                <c:pt idx="24111">
                  <c:v>6.5</c:v>
                </c:pt>
                <c:pt idx="24112">
                  <c:v>4.5</c:v>
                </c:pt>
                <c:pt idx="24113">
                  <c:v>3</c:v>
                </c:pt>
                <c:pt idx="24114">
                  <c:v>4</c:v>
                </c:pt>
                <c:pt idx="24115">
                  <c:v>4</c:v>
                </c:pt>
                <c:pt idx="24116">
                  <c:v>4</c:v>
                </c:pt>
                <c:pt idx="24117">
                  <c:v>2.5</c:v>
                </c:pt>
                <c:pt idx="24118">
                  <c:v>2.5</c:v>
                </c:pt>
                <c:pt idx="24119">
                  <c:v>3.5</c:v>
                </c:pt>
                <c:pt idx="24120">
                  <c:v>5</c:v>
                </c:pt>
                <c:pt idx="24121">
                  <c:v>5.5</c:v>
                </c:pt>
                <c:pt idx="24122">
                  <c:v>7.5</c:v>
                </c:pt>
                <c:pt idx="24123">
                  <c:v>8</c:v>
                </c:pt>
                <c:pt idx="24124">
                  <c:v>10</c:v>
                </c:pt>
                <c:pt idx="24125">
                  <c:v>10.5</c:v>
                </c:pt>
                <c:pt idx="24126">
                  <c:v>10</c:v>
                </c:pt>
                <c:pt idx="24127">
                  <c:v>9</c:v>
                </c:pt>
                <c:pt idx="24128">
                  <c:v>9</c:v>
                </c:pt>
                <c:pt idx="24129">
                  <c:v>11</c:v>
                </c:pt>
                <c:pt idx="24130">
                  <c:v>11.5</c:v>
                </c:pt>
                <c:pt idx="24131">
                  <c:v>12</c:v>
                </c:pt>
                <c:pt idx="24132">
                  <c:v>9.5</c:v>
                </c:pt>
                <c:pt idx="24133">
                  <c:v>8.5</c:v>
                </c:pt>
                <c:pt idx="24134">
                  <c:v>6.5</c:v>
                </c:pt>
                <c:pt idx="24135">
                  <c:v>7</c:v>
                </c:pt>
                <c:pt idx="24136">
                  <c:v>7</c:v>
                </c:pt>
                <c:pt idx="24137">
                  <c:v>6</c:v>
                </c:pt>
                <c:pt idx="24138">
                  <c:v>4</c:v>
                </c:pt>
                <c:pt idx="24139">
                  <c:v>4.5</c:v>
                </c:pt>
                <c:pt idx="24140">
                  <c:v>5</c:v>
                </c:pt>
                <c:pt idx="24141">
                  <c:v>5</c:v>
                </c:pt>
                <c:pt idx="24142">
                  <c:v>2.5</c:v>
                </c:pt>
                <c:pt idx="24143">
                  <c:v>1</c:v>
                </c:pt>
                <c:pt idx="24144">
                  <c:v>0</c:v>
                </c:pt>
                <c:pt idx="24145">
                  <c:v>0.5</c:v>
                </c:pt>
                <c:pt idx="24146">
                  <c:v>1</c:v>
                </c:pt>
                <c:pt idx="24147">
                  <c:v>2.5</c:v>
                </c:pt>
                <c:pt idx="24148">
                  <c:v>4.5</c:v>
                </c:pt>
                <c:pt idx="24149">
                  <c:v>2.5</c:v>
                </c:pt>
                <c:pt idx="24150">
                  <c:v>2</c:v>
                </c:pt>
                <c:pt idx="24151">
                  <c:v>3</c:v>
                </c:pt>
                <c:pt idx="24152">
                  <c:v>4</c:v>
                </c:pt>
                <c:pt idx="24153">
                  <c:v>6.5</c:v>
                </c:pt>
                <c:pt idx="24154">
                  <c:v>8</c:v>
                </c:pt>
                <c:pt idx="24155">
                  <c:v>9</c:v>
                </c:pt>
                <c:pt idx="24156">
                  <c:v>8.5</c:v>
                </c:pt>
                <c:pt idx="24157">
                  <c:v>8.5</c:v>
                </c:pt>
                <c:pt idx="24158">
                  <c:v>9.5</c:v>
                </c:pt>
                <c:pt idx="24159">
                  <c:v>9.5</c:v>
                </c:pt>
                <c:pt idx="24160">
                  <c:v>7.5</c:v>
                </c:pt>
                <c:pt idx="24161">
                  <c:v>5.5</c:v>
                </c:pt>
                <c:pt idx="24162">
                  <c:v>5</c:v>
                </c:pt>
                <c:pt idx="24163">
                  <c:v>6</c:v>
                </c:pt>
                <c:pt idx="24164">
                  <c:v>7.5</c:v>
                </c:pt>
                <c:pt idx="24165">
                  <c:v>9</c:v>
                </c:pt>
                <c:pt idx="24166">
                  <c:v>11</c:v>
                </c:pt>
                <c:pt idx="24167">
                  <c:v>12.5</c:v>
                </c:pt>
                <c:pt idx="24168">
                  <c:v>13</c:v>
                </c:pt>
                <c:pt idx="24169">
                  <c:v>13</c:v>
                </c:pt>
                <c:pt idx="24170">
                  <c:v>8.5</c:v>
                </c:pt>
                <c:pt idx="24171">
                  <c:v>9</c:v>
                </c:pt>
                <c:pt idx="24172">
                  <c:v>11.5</c:v>
                </c:pt>
                <c:pt idx="24173">
                  <c:v>14</c:v>
                </c:pt>
                <c:pt idx="24174">
                  <c:v>14</c:v>
                </c:pt>
                <c:pt idx="24175">
                  <c:v>13.5</c:v>
                </c:pt>
                <c:pt idx="24176">
                  <c:v>11.5</c:v>
                </c:pt>
                <c:pt idx="24177">
                  <c:v>12.5</c:v>
                </c:pt>
                <c:pt idx="24178">
                  <c:v>14</c:v>
                </c:pt>
                <c:pt idx="24179">
                  <c:v>16</c:v>
                </c:pt>
                <c:pt idx="24180">
                  <c:v>16.5</c:v>
                </c:pt>
                <c:pt idx="24181">
                  <c:v>14</c:v>
                </c:pt>
                <c:pt idx="24182">
                  <c:v>14</c:v>
                </c:pt>
                <c:pt idx="24183">
                  <c:v>16</c:v>
                </c:pt>
                <c:pt idx="24184">
                  <c:v>14.5</c:v>
                </c:pt>
                <c:pt idx="24185">
                  <c:v>16</c:v>
                </c:pt>
                <c:pt idx="24186">
                  <c:v>16</c:v>
                </c:pt>
                <c:pt idx="24187">
                  <c:v>16.5</c:v>
                </c:pt>
                <c:pt idx="24188">
                  <c:v>15.5</c:v>
                </c:pt>
                <c:pt idx="24189">
                  <c:v>13.5</c:v>
                </c:pt>
                <c:pt idx="24190">
                  <c:v>13</c:v>
                </c:pt>
                <c:pt idx="24191">
                  <c:v>13.5</c:v>
                </c:pt>
                <c:pt idx="24192">
                  <c:v>13.5</c:v>
                </c:pt>
                <c:pt idx="24193">
                  <c:v>12.5</c:v>
                </c:pt>
                <c:pt idx="24194">
                  <c:v>14</c:v>
                </c:pt>
                <c:pt idx="24195">
                  <c:v>14</c:v>
                </c:pt>
                <c:pt idx="24196">
                  <c:v>13.5</c:v>
                </c:pt>
                <c:pt idx="24197">
                  <c:v>11</c:v>
                </c:pt>
                <c:pt idx="24198">
                  <c:v>11.5</c:v>
                </c:pt>
                <c:pt idx="24199">
                  <c:v>11.5</c:v>
                </c:pt>
                <c:pt idx="24200">
                  <c:v>13.5</c:v>
                </c:pt>
                <c:pt idx="24201">
                  <c:v>15.5</c:v>
                </c:pt>
                <c:pt idx="24202">
                  <c:v>16.5</c:v>
                </c:pt>
                <c:pt idx="24203">
                  <c:v>16.5</c:v>
                </c:pt>
                <c:pt idx="24204">
                  <c:v>15.5</c:v>
                </c:pt>
                <c:pt idx="24205">
                  <c:v>16.5</c:v>
                </c:pt>
                <c:pt idx="24206">
                  <c:v>16.5</c:v>
                </c:pt>
                <c:pt idx="24207">
                  <c:v>14.5</c:v>
                </c:pt>
                <c:pt idx="24208">
                  <c:v>15</c:v>
                </c:pt>
                <c:pt idx="24209">
                  <c:v>16</c:v>
                </c:pt>
                <c:pt idx="24210">
                  <c:v>17.5</c:v>
                </c:pt>
                <c:pt idx="24211">
                  <c:v>16.5</c:v>
                </c:pt>
                <c:pt idx="24212">
                  <c:v>15</c:v>
                </c:pt>
                <c:pt idx="24213">
                  <c:v>14</c:v>
                </c:pt>
                <c:pt idx="24214">
                  <c:v>16</c:v>
                </c:pt>
                <c:pt idx="24215">
                  <c:v>18.5</c:v>
                </c:pt>
                <c:pt idx="24216">
                  <c:v>20.5</c:v>
                </c:pt>
                <c:pt idx="24217">
                  <c:v>18.5</c:v>
                </c:pt>
                <c:pt idx="24218">
                  <c:v>14</c:v>
                </c:pt>
                <c:pt idx="24219">
                  <c:v>13</c:v>
                </c:pt>
                <c:pt idx="24220">
                  <c:v>14</c:v>
                </c:pt>
                <c:pt idx="24221">
                  <c:v>15.5</c:v>
                </c:pt>
                <c:pt idx="24222">
                  <c:v>18</c:v>
                </c:pt>
                <c:pt idx="24223">
                  <c:v>19.5</c:v>
                </c:pt>
                <c:pt idx="24224">
                  <c:v>19</c:v>
                </c:pt>
                <c:pt idx="24225">
                  <c:v>20.5</c:v>
                </c:pt>
                <c:pt idx="24226">
                  <c:v>20</c:v>
                </c:pt>
                <c:pt idx="24227">
                  <c:v>19</c:v>
                </c:pt>
                <c:pt idx="24228">
                  <c:v>16</c:v>
                </c:pt>
                <c:pt idx="24229">
                  <c:v>15.5</c:v>
                </c:pt>
                <c:pt idx="24230">
                  <c:v>15.5</c:v>
                </c:pt>
                <c:pt idx="24231">
                  <c:v>17</c:v>
                </c:pt>
                <c:pt idx="24232">
                  <c:v>17</c:v>
                </c:pt>
                <c:pt idx="24233">
                  <c:v>14.5</c:v>
                </c:pt>
                <c:pt idx="24234">
                  <c:v>16</c:v>
                </c:pt>
                <c:pt idx="24235">
                  <c:v>17</c:v>
                </c:pt>
                <c:pt idx="24236">
                  <c:v>18</c:v>
                </c:pt>
                <c:pt idx="24237">
                  <c:v>18</c:v>
                </c:pt>
                <c:pt idx="24238">
                  <c:v>18</c:v>
                </c:pt>
                <c:pt idx="24239">
                  <c:v>19.5</c:v>
                </c:pt>
                <c:pt idx="24240">
                  <c:v>17.5</c:v>
                </c:pt>
                <c:pt idx="24241">
                  <c:v>16.5</c:v>
                </c:pt>
                <c:pt idx="24242">
                  <c:v>18</c:v>
                </c:pt>
                <c:pt idx="24243">
                  <c:v>18.5</c:v>
                </c:pt>
                <c:pt idx="24244">
                  <c:v>16.5</c:v>
                </c:pt>
                <c:pt idx="24245">
                  <c:v>21.5</c:v>
                </c:pt>
                <c:pt idx="24246">
                  <c:v>21.5</c:v>
                </c:pt>
                <c:pt idx="24247">
                  <c:v>20.5</c:v>
                </c:pt>
                <c:pt idx="24248">
                  <c:v>22</c:v>
                </c:pt>
                <c:pt idx="24249">
                  <c:v>23.5</c:v>
                </c:pt>
                <c:pt idx="24250">
                  <c:v>24.5</c:v>
                </c:pt>
                <c:pt idx="24251">
                  <c:v>26.5</c:v>
                </c:pt>
                <c:pt idx="24252">
                  <c:v>20.5</c:v>
                </c:pt>
                <c:pt idx="24253">
                  <c:v>19.5</c:v>
                </c:pt>
                <c:pt idx="24254">
                  <c:v>23</c:v>
                </c:pt>
                <c:pt idx="24255">
                  <c:v>23</c:v>
                </c:pt>
                <c:pt idx="24256">
                  <c:v>22.5</c:v>
                </c:pt>
                <c:pt idx="24257">
                  <c:v>22.5</c:v>
                </c:pt>
                <c:pt idx="24258">
                  <c:v>21.5</c:v>
                </c:pt>
                <c:pt idx="24259">
                  <c:v>21.5</c:v>
                </c:pt>
                <c:pt idx="24260">
                  <c:v>23</c:v>
                </c:pt>
                <c:pt idx="24261">
                  <c:v>23</c:v>
                </c:pt>
                <c:pt idx="24262">
                  <c:v>24</c:v>
                </c:pt>
                <c:pt idx="24263">
                  <c:v>25</c:v>
                </c:pt>
                <c:pt idx="24264">
                  <c:v>24.5</c:v>
                </c:pt>
                <c:pt idx="24265">
                  <c:v>20.5</c:v>
                </c:pt>
                <c:pt idx="24266">
                  <c:v>21</c:v>
                </c:pt>
                <c:pt idx="24267">
                  <c:v>21.5</c:v>
                </c:pt>
                <c:pt idx="24268">
                  <c:v>17.5</c:v>
                </c:pt>
                <c:pt idx="24269">
                  <c:v>17</c:v>
                </c:pt>
                <c:pt idx="24270">
                  <c:v>22.5</c:v>
                </c:pt>
                <c:pt idx="24271">
                  <c:v>22.5</c:v>
                </c:pt>
                <c:pt idx="24272">
                  <c:v>23.5</c:v>
                </c:pt>
                <c:pt idx="24273">
                  <c:v>23.5</c:v>
                </c:pt>
                <c:pt idx="24274">
                  <c:v>24</c:v>
                </c:pt>
                <c:pt idx="24275">
                  <c:v>24</c:v>
                </c:pt>
                <c:pt idx="24276">
                  <c:v>22.5</c:v>
                </c:pt>
                <c:pt idx="24277">
                  <c:v>22</c:v>
                </c:pt>
                <c:pt idx="24278">
                  <c:v>23</c:v>
                </c:pt>
                <c:pt idx="24279">
                  <c:v>23</c:v>
                </c:pt>
                <c:pt idx="24280">
                  <c:v>22.5</c:v>
                </c:pt>
                <c:pt idx="24281">
                  <c:v>24.5</c:v>
                </c:pt>
                <c:pt idx="24282">
                  <c:v>24.5</c:v>
                </c:pt>
                <c:pt idx="24283">
                  <c:v>25.5</c:v>
                </c:pt>
                <c:pt idx="24284">
                  <c:v>27.5</c:v>
                </c:pt>
                <c:pt idx="24285">
                  <c:v>28.5</c:v>
                </c:pt>
                <c:pt idx="24286">
                  <c:v>22.5</c:v>
                </c:pt>
                <c:pt idx="24287">
                  <c:v>19</c:v>
                </c:pt>
                <c:pt idx="24288">
                  <c:v>22.5</c:v>
                </c:pt>
                <c:pt idx="24289">
                  <c:v>24</c:v>
                </c:pt>
                <c:pt idx="24290">
                  <c:v>25</c:v>
                </c:pt>
                <c:pt idx="24291">
                  <c:v>25</c:v>
                </c:pt>
                <c:pt idx="24292">
                  <c:v>24.5</c:v>
                </c:pt>
                <c:pt idx="24293">
                  <c:v>23</c:v>
                </c:pt>
                <c:pt idx="24294">
                  <c:v>24.5</c:v>
                </c:pt>
                <c:pt idx="24295">
                  <c:v>25.5</c:v>
                </c:pt>
                <c:pt idx="24296">
                  <c:v>26.5</c:v>
                </c:pt>
                <c:pt idx="24297">
                  <c:v>27</c:v>
                </c:pt>
                <c:pt idx="24298">
                  <c:v>27.5</c:v>
                </c:pt>
                <c:pt idx="24299">
                  <c:v>27</c:v>
                </c:pt>
                <c:pt idx="24300">
                  <c:v>24</c:v>
                </c:pt>
                <c:pt idx="24301">
                  <c:v>24.5</c:v>
                </c:pt>
                <c:pt idx="24302">
                  <c:v>24.5</c:v>
                </c:pt>
                <c:pt idx="24303">
                  <c:v>26</c:v>
                </c:pt>
                <c:pt idx="24304">
                  <c:v>26</c:v>
                </c:pt>
                <c:pt idx="24305">
                  <c:v>24</c:v>
                </c:pt>
                <c:pt idx="24306">
                  <c:v>24.5</c:v>
                </c:pt>
                <c:pt idx="24307">
                  <c:v>25.5</c:v>
                </c:pt>
                <c:pt idx="24308">
                  <c:v>24</c:v>
                </c:pt>
                <c:pt idx="24309">
                  <c:v>26.5</c:v>
                </c:pt>
                <c:pt idx="24310">
                  <c:v>27</c:v>
                </c:pt>
                <c:pt idx="24311">
                  <c:v>26.5</c:v>
                </c:pt>
                <c:pt idx="24312">
                  <c:v>26.5</c:v>
                </c:pt>
                <c:pt idx="24313">
                  <c:v>28</c:v>
                </c:pt>
                <c:pt idx="24314">
                  <c:v>29</c:v>
                </c:pt>
                <c:pt idx="24315">
                  <c:v>29.5</c:v>
                </c:pt>
                <c:pt idx="24316">
                  <c:v>30</c:v>
                </c:pt>
                <c:pt idx="24317">
                  <c:v>27</c:v>
                </c:pt>
                <c:pt idx="24318">
                  <c:v>26</c:v>
                </c:pt>
                <c:pt idx="24319">
                  <c:v>23.5</c:v>
                </c:pt>
                <c:pt idx="24320">
                  <c:v>26</c:v>
                </c:pt>
                <c:pt idx="24321">
                  <c:v>27</c:v>
                </c:pt>
                <c:pt idx="24322">
                  <c:v>28.5</c:v>
                </c:pt>
                <c:pt idx="24323">
                  <c:v>29.5</c:v>
                </c:pt>
                <c:pt idx="24324">
                  <c:v>28.5</c:v>
                </c:pt>
                <c:pt idx="24325">
                  <c:v>29.5</c:v>
                </c:pt>
                <c:pt idx="24326">
                  <c:v>30</c:v>
                </c:pt>
                <c:pt idx="24327">
                  <c:v>28</c:v>
                </c:pt>
                <c:pt idx="24328">
                  <c:v>25.5</c:v>
                </c:pt>
                <c:pt idx="24329">
                  <c:v>25.5</c:v>
                </c:pt>
                <c:pt idx="24330">
                  <c:v>26.5</c:v>
                </c:pt>
                <c:pt idx="24331">
                  <c:v>27</c:v>
                </c:pt>
                <c:pt idx="24332">
                  <c:v>28</c:v>
                </c:pt>
                <c:pt idx="24333">
                  <c:v>28.5</c:v>
                </c:pt>
                <c:pt idx="24334">
                  <c:v>27</c:v>
                </c:pt>
                <c:pt idx="24335">
                  <c:v>27.5</c:v>
                </c:pt>
                <c:pt idx="24336">
                  <c:v>28.5</c:v>
                </c:pt>
                <c:pt idx="24337">
                  <c:v>28</c:v>
                </c:pt>
                <c:pt idx="24338">
                  <c:v>28</c:v>
                </c:pt>
                <c:pt idx="24339">
                  <c:v>29</c:v>
                </c:pt>
                <c:pt idx="24340">
                  <c:v>29.5</c:v>
                </c:pt>
                <c:pt idx="24341">
                  <c:v>30.5</c:v>
                </c:pt>
                <c:pt idx="24342">
                  <c:v>27</c:v>
                </c:pt>
                <c:pt idx="24343">
                  <c:v>24.5</c:v>
                </c:pt>
                <c:pt idx="24344">
                  <c:v>24</c:v>
                </c:pt>
                <c:pt idx="24345">
                  <c:v>28.5</c:v>
                </c:pt>
                <c:pt idx="24346">
                  <c:v>30</c:v>
                </c:pt>
                <c:pt idx="24347">
                  <c:v>26.5</c:v>
                </c:pt>
                <c:pt idx="24348">
                  <c:v>24</c:v>
                </c:pt>
                <c:pt idx="24349">
                  <c:v>24</c:v>
                </c:pt>
                <c:pt idx="24350">
                  <c:v>21</c:v>
                </c:pt>
                <c:pt idx="24351">
                  <c:v>20.5</c:v>
                </c:pt>
                <c:pt idx="24352">
                  <c:v>22.5</c:v>
                </c:pt>
                <c:pt idx="24353">
                  <c:v>24</c:v>
                </c:pt>
                <c:pt idx="24354">
                  <c:v>25.5</c:v>
                </c:pt>
                <c:pt idx="24355">
                  <c:v>25</c:v>
                </c:pt>
                <c:pt idx="24356">
                  <c:v>25</c:v>
                </c:pt>
                <c:pt idx="24357">
                  <c:v>25.5</c:v>
                </c:pt>
                <c:pt idx="24358">
                  <c:v>25.5</c:v>
                </c:pt>
                <c:pt idx="24359">
                  <c:v>24</c:v>
                </c:pt>
                <c:pt idx="24360">
                  <c:v>21.5</c:v>
                </c:pt>
                <c:pt idx="24361">
                  <c:v>21.5</c:v>
                </c:pt>
                <c:pt idx="24362">
                  <c:v>19</c:v>
                </c:pt>
                <c:pt idx="24363">
                  <c:v>20.5</c:v>
                </c:pt>
                <c:pt idx="24364">
                  <c:v>19</c:v>
                </c:pt>
                <c:pt idx="24365">
                  <c:v>19</c:v>
                </c:pt>
                <c:pt idx="24366">
                  <c:v>19</c:v>
                </c:pt>
                <c:pt idx="24367">
                  <c:v>19</c:v>
                </c:pt>
                <c:pt idx="24368">
                  <c:v>19</c:v>
                </c:pt>
                <c:pt idx="24369">
                  <c:v>19</c:v>
                </c:pt>
                <c:pt idx="24370">
                  <c:v>19.5</c:v>
                </c:pt>
                <c:pt idx="24371">
                  <c:v>18.5</c:v>
                </c:pt>
                <c:pt idx="24372">
                  <c:v>19</c:v>
                </c:pt>
                <c:pt idx="24373">
                  <c:v>19.5</c:v>
                </c:pt>
                <c:pt idx="24374">
                  <c:v>20</c:v>
                </c:pt>
                <c:pt idx="24375">
                  <c:v>20</c:v>
                </c:pt>
                <c:pt idx="24376">
                  <c:v>17.5</c:v>
                </c:pt>
                <c:pt idx="24377">
                  <c:v>17.5</c:v>
                </c:pt>
                <c:pt idx="24378">
                  <c:v>16.5</c:v>
                </c:pt>
                <c:pt idx="24379">
                  <c:v>14.5</c:v>
                </c:pt>
                <c:pt idx="24380">
                  <c:v>14</c:v>
                </c:pt>
                <c:pt idx="24381">
                  <c:v>16</c:v>
                </c:pt>
                <c:pt idx="24382">
                  <c:v>18</c:v>
                </c:pt>
                <c:pt idx="24383">
                  <c:v>19</c:v>
                </c:pt>
                <c:pt idx="24384">
                  <c:v>20</c:v>
                </c:pt>
                <c:pt idx="24385">
                  <c:v>20.5</c:v>
                </c:pt>
                <c:pt idx="24386">
                  <c:v>20</c:v>
                </c:pt>
                <c:pt idx="24387">
                  <c:v>20.5</c:v>
                </c:pt>
                <c:pt idx="24388">
                  <c:v>20.5</c:v>
                </c:pt>
                <c:pt idx="24389">
                  <c:v>21.5</c:v>
                </c:pt>
                <c:pt idx="24390">
                  <c:v>21</c:v>
                </c:pt>
                <c:pt idx="24391">
                  <c:v>21</c:v>
                </c:pt>
                <c:pt idx="24392">
                  <c:v>21.5</c:v>
                </c:pt>
                <c:pt idx="24393">
                  <c:v>21.5</c:v>
                </c:pt>
                <c:pt idx="24394">
                  <c:v>17</c:v>
                </c:pt>
                <c:pt idx="24395">
                  <c:v>16</c:v>
                </c:pt>
                <c:pt idx="24396">
                  <c:v>16.5</c:v>
                </c:pt>
                <c:pt idx="24397">
                  <c:v>18</c:v>
                </c:pt>
                <c:pt idx="24398">
                  <c:v>18</c:v>
                </c:pt>
                <c:pt idx="24399">
                  <c:v>18</c:v>
                </c:pt>
                <c:pt idx="24400">
                  <c:v>18.5</c:v>
                </c:pt>
                <c:pt idx="24401">
                  <c:v>18.5</c:v>
                </c:pt>
                <c:pt idx="24402">
                  <c:v>19</c:v>
                </c:pt>
                <c:pt idx="24403">
                  <c:v>18.5</c:v>
                </c:pt>
                <c:pt idx="24404">
                  <c:v>16.5</c:v>
                </c:pt>
                <c:pt idx="24405">
                  <c:v>16.5</c:v>
                </c:pt>
                <c:pt idx="24406">
                  <c:v>17.5</c:v>
                </c:pt>
                <c:pt idx="24407">
                  <c:v>16.5</c:v>
                </c:pt>
                <c:pt idx="24408">
                  <c:v>18</c:v>
                </c:pt>
                <c:pt idx="24409">
                  <c:v>19.5</c:v>
                </c:pt>
                <c:pt idx="24410">
                  <c:v>19.5</c:v>
                </c:pt>
                <c:pt idx="24411">
                  <c:v>18</c:v>
                </c:pt>
                <c:pt idx="24412">
                  <c:v>16.5</c:v>
                </c:pt>
                <c:pt idx="24413">
                  <c:v>16.5</c:v>
                </c:pt>
                <c:pt idx="24414">
                  <c:v>15</c:v>
                </c:pt>
                <c:pt idx="24415">
                  <c:v>10</c:v>
                </c:pt>
                <c:pt idx="24416">
                  <c:v>8.5</c:v>
                </c:pt>
                <c:pt idx="24417">
                  <c:v>9</c:v>
                </c:pt>
                <c:pt idx="24418">
                  <c:v>10</c:v>
                </c:pt>
                <c:pt idx="24419">
                  <c:v>12</c:v>
                </c:pt>
                <c:pt idx="24420">
                  <c:v>11.5</c:v>
                </c:pt>
                <c:pt idx="24421">
                  <c:v>12</c:v>
                </c:pt>
                <c:pt idx="24422">
                  <c:v>14</c:v>
                </c:pt>
                <c:pt idx="24423">
                  <c:v>14.5</c:v>
                </c:pt>
                <c:pt idx="24424">
                  <c:v>13.5</c:v>
                </c:pt>
                <c:pt idx="24425">
                  <c:v>15.5</c:v>
                </c:pt>
                <c:pt idx="24426">
                  <c:v>16</c:v>
                </c:pt>
                <c:pt idx="24427">
                  <c:v>15</c:v>
                </c:pt>
                <c:pt idx="24428">
                  <c:v>14.5</c:v>
                </c:pt>
                <c:pt idx="24429">
                  <c:v>13.5</c:v>
                </c:pt>
                <c:pt idx="24430">
                  <c:v>13.5</c:v>
                </c:pt>
                <c:pt idx="24431">
                  <c:v>11.5</c:v>
                </c:pt>
                <c:pt idx="24432">
                  <c:v>10</c:v>
                </c:pt>
                <c:pt idx="24433">
                  <c:v>8</c:v>
                </c:pt>
                <c:pt idx="24434">
                  <c:v>9</c:v>
                </c:pt>
                <c:pt idx="24435">
                  <c:v>9.5</c:v>
                </c:pt>
                <c:pt idx="24436">
                  <c:v>11</c:v>
                </c:pt>
                <c:pt idx="24437">
                  <c:v>13</c:v>
                </c:pt>
                <c:pt idx="24438">
                  <c:v>11.5</c:v>
                </c:pt>
                <c:pt idx="24439">
                  <c:v>9.5</c:v>
                </c:pt>
                <c:pt idx="24440">
                  <c:v>11</c:v>
                </c:pt>
                <c:pt idx="24441">
                  <c:v>10</c:v>
                </c:pt>
                <c:pt idx="24442">
                  <c:v>11</c:v>
                </c:pt>
                <c:pt idx="24443">
                  <c:v>9</c:v>
                </c:pt>
                <c:pt idx="24444">
                  <c:v>9</c:v>
                </c:pt>
                <c:pt idx="24445">
                  <c:v>8.5</c:v>
                </c:pt>
                <c:pt idx="24446">
                  <c:v>7.5</c:v>
                </c:pt>
                <c:pt idx="24447">
                  <c:v>7.5</c:v>
                </c:pt>
                <c:pt idx="24448">
                  <c:v>7.5</c:v>
                </c:pt>
                <c:pt idx="24449">
                  <c:v>9.5</c:v>
                </c:pt>
                <c:pt idx="24450">
                  <c:v>7.5</c:v>
                </c:pt>
                <c:pt idx="24451">
                  <c:v>7.5</c:v>
                </c:pt>
                <c:pt idx="24452">
                  <c:v>6.5</c:v>
                </c:pt>
                <c:pt idx="24453">
                  <c:v>6</c:v>
                </c:pt>
                <c:pt idx="24454">
                  <c:v>5</c:v>
                </c:pt>
                <c:pt idx="24455">
                  <c:v>3.5</c:v>
                </c:pt>
                <c:pt idx="24456">
                  <c:v>3.5</c:v>
                </c:pt>
                <c:pt idx="24457">
                  <c:v>2</c:v>
                </c:pt>
                <c:pt idx="24458">
                  <c:v>1.5</c:v>
                </c:pt>
                <c:pt idx="24459">
                  <c:v>1</c:v>
                </c:pt>
                <c:pt idx="24460">
                  <c:v>1.5</c:v>
                </c:pt>
                <c:pt idx="24461">
                  <c:v>3.5</c:v>
                </c:pt>
                <c:pt idx="24462">
                  <c:v>5</c:v>
                </c:pt>
                <c:pt idx="24463">
                  <c:v>7</c:v>
                </c:pt>
                <c:pt idx="24464">
                  <c:v>8</c:v>
                </c:pt>
                <c:pt idx="24465">
                  <c:v>8.5</c:v>
                </c:pt>
                <c:pt idx="24466">
                  <c:v>8</c:v>
                </c:pt>
                <c:pt idx="24467">
                  <c:v>6</c:v>
                </c:pt>
                <c:pt idx="24468">
                  <c:v>4.5</c:v>
                </c:pt>
                <c:pt idx="24469">
                  <c:v>4</c:v>
                </c:pt>
                <c:pt idx="24470">
                  <c:v>4.5</c:v>
                </c:pt>
                <c:pt idx="24471">
                  <c:v>5</c:v>
                </c:pt>
                <c:pt idx="24472">
                  <c:v>6.5</c:v>
                </c:pt>
                <c:pt idx="24473">
                  <c:v>5.5</c:v>
                </c:pt>
                <c:pt idx="24474">
                  <c:v>3</c:v>
                </c:pt>
                <c:pt idx="24475">
                  <c:v>3.5</c:v>
                </c:pt>
                <c:pt idx="24476">
                  <c:v>6</c:v>
                </c:pt>
                <c:pt idx="24477">
                  <c:v>7</c:v>
                </c:pt>
                <c:pt idx="24478">
                  <c:v>8</c:v>
                </c:pt>
                <c:pt idx="24479">
                  <c:v>8.5</c:v>
                </c:pt>
                <c:pt idx="24480">
                  <c:v>6.5</c:v>
                </c:pt>
                <c:pt idx="24481">
                  <c:v>6</c:v>
                </c:pt>
                <c:pt idx="24482">
                  <c:v>7</c:v>
                </c:pt>
                <c:pt idx="24483">
                  <c:v>7</c:v>
                </c:pt>
                <c:pt idx="24484">
                  <c:v>8</c:v>
                </c:pt>
                <c:pt idx="24485">
                  <c:v>10</c:v>
                </c:pt>
                <c:pt idx="24486">
                  <c:v>9</c:v>
                </c:pt>
                <c:pt idx="24487">
                  <c:v>8</c:v>
                </c:pt>
                <c:pt idx="24488">
                  <c:v>8</c:v>
                </c:pt>
                <c:pt idx="24489">
                  <c:v>10.5</c:v>
                </c:pt>
                <c:pt idx="24490">
                  <c:v>8</c:v>
                </c:pt>
                <c:pt idx="24491">
                  <c:v>6</c:v>
                </c:pt>
                <c:pt idx="24492">
                  <c:v>5.5</c:v>
                </c:pt>
                <c:pt idx="24493">
                  <c:v>5.5</c:v>
                </c:pt>
                <c:pt idx="24494">
                  <c:v>1</c:v>
                </c:pt>
                <c:pt idx="24495">
                  <c:v>1.5</c:v>
                </c:pt>
                <c:pt idx="24496">
                  <c:v>1.5</c:v>
                </c:pt>
                <c:pt idx="24497">
                  <c:v>5.5</c:v>
                </c:pt>
                <c:pt idx="24498">
                  <c:v>4.5</c:v>
                </c:pt>
                <c:pt idx="24499">
                  <c:v>5</c:v>
                </c:pt>
                <c:pt idx="24500">
                  <c:v>6.5</c:v>
                </c:pt>
                <c:pt idx="24501">
                  <c:v>7</c:v>
                </c:pt>
                <c:pt idx="24502">
                  <c:v>8</c:v>
                </c:pt>
                <c:pt idx="24503">
                  <c:v>7.5</c:v>
                </c:pt>
                <c:pt idx="24504">
                  <c:v>9.5</c:v>
                </c:pt>
                <c:pt idx="24505">
                  <c:v>9</c:v>
                </c:pt>
                <c:pt idx="24506">
                  <c:v>9</c:v>
                </c:pt>
                <c:pt idx="24507">
                  <c:v>8</c:v>
                </c:pt>
                <c:pt idx="24508">
                  <c:v>7.5</c:v>
                </c:pt>
                <c:pt idx="24509">
                  <c:v>8.5</c:v>
                </c:pt>
                <c:pt idx="24510">
                  <c:v>7.5</c:v>
                </c:pt>
                <c:pt idx="24511">
                  <c:v>7</c:v>
                </c:pt>
                <c:pt idx="24512">
                  <c:v>5</c:v>
                </c:pt>
                <c:pt idx="24513">
                  <c:v>5</c:v>
                </c:pt>
                <c:pt idx="24514">
                  <c:v>4.5</c:v>
                </c:pt>
                <c:pt idx="24515">
                  <c:v>6</c:v>
                </c:pt>
                <c:pt idx="24516">
                  <c:v>7.5</c:v>
                </c:pt>
                <c:pt idx="24517">
                  <c:v>6</c:v>
                </c:pt>
                <c:pt idx="24518">
                  <c:v>5</c:v>
                </c:pt>
                <c:pt idx="24519">
                  <c:v>5</c:v>
                </c:pt>
                <c:pt idx="24520">
                  <c:v>6</c:v>
                </c:pt>
                <c:pt idx="24521">
                  <c:v>6.5</c:v>
                </c:pt>
                <c:pt idx="24522">
                  <c:v>6.5</c:v>
                </c:pt>
                <c:pt idx="24523">
                  <c:v>7.5</c:v>
                </c:pt>
                <c:pt idx="24524">
                  <c:v>7.5</c:v>
                </c:pt>
                <c:pt idx="24525">
                  <c:v>4.5</c:v>
                </c:pt>
                <c:pt idx="24526">
                  <c:v>5</c:v>
                </c:pt>
                <c:pt idx="24527">
                  <c:v>6.5</c:v>
                </c:pt>
                <c:pt idx="24528">
                  <c:v>8.5</c:v>
                </c:pt>
                <c:pt idx="24529">
                  <c:v>9</c:v>
                </c:pt>
                <c:pt idx="24530">
                  <c:v>9.5</c:v>
                </c:pt>
                <c:pt idx="24531">
                  <c:v>9</c:v>
                </c:pt>
                <c:pt idx="24532">
                  <c:v>9</c:v>
                </c:pt>
                <c:pt idx="24533">
                  <c:v>8.5</c:v>
                </c:pt>
                <c:pt idx="24534">
                  <c:v>7.5</c:v>
                </c:pt>
                <c:pt idx="24535">
                  <c:v>10</c:v>
                </c:pt>
                <c:pt idx="24536">
                  <c:v>13</c:v>
                </c:pt>
                <c:pt idx="24537">
                  <c:v>13</c:v>
                </c:pt>
                <c:pt idx="24538">
                  <c:v>12.5</c:v>
                </c:pt>
                <c:pt idx="24539">
                  <c:v>14</c:v>
                </c:pt>
                <c:pt idx="24540">
                  <c:v>10</c:v>
                </c:pt>
                <c:pt idx="24541">
                  <c:v>8.5</c:v>
                </c:pt>
                <c:pt idx="24542">
                  <c:v>10</c:v>
                </c:pt>
                <c:pt idx="24543">
                  <c:v>9.5</c:v>
                </c:pt>
                <c:pt idx="24544">
                  <c:v>11</c:v>
                </c:pt>
                <c:pt idx="24545">
                  <c:v>11.5</c:v>
                </c:pt>
                <c:pt idx="24546">
                  <c:v>13</c:v>
                </c:pt>
                <c:pt idx="24547">
                  <c:v>13.5</c:v>
                </c:pt>
                <c:pt idx="24548">
                  <c:v>15</c:v>
                </c:pt>
                <c:pt idx="24549">
                  <c:v>16.5</c:v>
                </c:pt>
                <c:pt idx="24550">
                  <c:v>18</c:v>
                </c:pt>
                <c:pt idx="24551">
                  <c:v>17</c:v>
                </c:pt>
                <c:pt idx="24552">
                  <c:v>16.5</c:v>
                </c:pt>
                <c:pt idx="24553">
                  <c:v>15</c:v>
                </c:pt>
                <c:pt idx="24554">
                  <c:v>12</c:v>
                </c:pt>
                <c:pt idx="24555">
                  <c:v>12.5</c:v>
                </c:pt>
                <c:pt idx="24556">
                  <c:v>13</c:v>
                </c:pt>
                <c:pt idx="24557">
                  <c:v>13.5</c:v>
                </c:pt>
                <c:pt idx="24558">
                  <c:v>12.5</c:v>
                </c:pt>
                <c:pt idx="24559">
                  <c:v>12</c:v>
                </c:pt>
                <c:pt idx="24560">
                  <c:v>13.5</c:v>
                </c:pt>
                <c:pt idx="24561">
                  <c:v>12.5</c:v>
                </c:pt>
                <c:pt idx="24562">
                  <c:v>13</c:v>
                </c:pt>
                <c:pt idx="24563">
                  <c:v>11.5</c:v>
                </c:pt>
                <c:pt idx="24564">
                  <c:v>12.5</c:v>
                </c:pt>
                <c:pt idx="24565">
                  <c:v>14</c:v>
                </c:pt>
                <c:pt idx="24566">
                  <c:v>15.5</c:v>
                </c:pt>
                <c:pt idx="24567">
                  <c:v>15.5</c:v>
                </c:pt>
                <c:pt idx="24568">
                  <c:v>17</c:v>
                </c:pt>
                <c:pt idx="24569">
                  <c:v>15</c:v>
                </c:pt>
                <c:pt idx="24570">
                  <c:v>17.5</c:v>
                </c:pt>
                <c:pt idx="24571">
                  <c:v>16</c:v>
                </c:pt>
                <c:pt idx="24572">
                  <c:v>15</c:v>
                </c:pt>
                <c:pt idx="24573">
                  <c:v>14.5</c:v>
                </c:pt>
                <c:pt idx="24574">
                  <c:v>14.5</c:v>
                </c:pt>
                <c:pt idx="24575">
                  <c:v>15</c:v>
                </c:pt>
                <c:pt idx="24576">
                  <c:v>14</c:v>
                </c:pt>
                <c:pt idx="24577">
                  <c:v>13.5</c:v>
                </c:pt>
                <c:pt idx="24578">
                  <c:v>15</c:v>
                </c:pt>
                <c:pt idx="24579">
                  <c:v>16</c:v>
                </c:pt>
                <c:pt idx="24580">
                  <c:v>15.5</c:v>
                </c:pt>
                <c:pt idx="24581">
                  <c:v>16</c:v>
                </c:pt>
                <c:pt idx="24582">
                  <c:v>17</c:v>
                </c:pt>
                <c:pt idx="24583">
                  <c:v>16.5</c:v>
                </c:pt>
                <c:pt idx="24584">
                  <c:v>14.5</c:v>
                </c:pt>
                <c:pt idx="24585">
                  <c:v>16</c:v>
                </c:pt>
                <c:pt idx="24586">
                  <c:v>16.5</c:v>
                </c:pt>
                <c:pt idx="24587">
                  <c:v>17</c:v>
                </c:pt>
                <c:pt idx="24588">
                  <c:v>12.5</c:v>
                </c:pt>
                <c:pt idx="24589">
                  <c:v>15</c:v>
                </c:pt>
                <c:pt idx="24590">
                  <c:v>15</c:v>
                </c:pt>
                <c:pt idx="24591">
                  <c:v>16.5</c:v>
                </c:pt>
                <c:pt idx="24592">
                  <c:v>19.5</c:v>
                </c:pt>
                <c:pt idx="24593">
                  <c:v>20.5</c:v>
                </c:pt>
                <c:pt idx="24594">
                  <c:v>21.5</c:v>
                </c:pt>
                <c:pt idx="24595">
                  <c:v>22</c:v>
                </c:pt>
                <c:pt idx="24596">
                  <c:v>22</c:v>
                </c:pt>
                <c:pt idx="24597">
                  <c:v>21</c:v>
                </c:pt>
                <c:pt idx="24598">
                  <c:v>20.5</c:v>
                </c:pt>
                <c:pt idx="24599">
                  <c:v>17</c:v>
                </c:pt>
                <c:pt idx="24600">
                  <c:v>18</c:v>
                </c:pt>
                <c:pt idx="24601">
                  <c:v>19.5</c:v>
                </c:pt>
                <c:pt idx="24602">
                  <c:v>20</c:v>
                </c:pt>
                <c:pt idx="24603">
                  <c:v>21</c:v>
                </c:pt>
                <c:pt idx="24604">
                  <c:v>23.5</c:v>
                </c:pt>
                <c:pt idx="24605">
                  <c:v>20.5</c:v>
                </c:pt>
                <c:pt idx="24606">
                  <c:v>16.5</c:v>
                </c:pt>
                <c:pt idx="24607">
                  <c:v>17.5</c:v>
                </c:pt>
                <c:pt idx="24608">
                  <c:v>19</c:v>
                </c:pt>
                <c:pt idx="24609">
                  <c:v>21</c:v>
                </c:pt>
                <c:pt idx="24610">
                  <c:v>21</c:v>
                </c:pt>
                <c:pt idx="24611">
                  <c:v>22.5</c:v>
                </c:pt>
                <c:pt idx="24612">
                  <c:v>22</c:v>
                </c:pt>
                <c:pt idx="24613">
                  <c:v>21.5</c:v>
                </c:pt>
                <c:pt idx="24614">
                  <c:v>22.5</c:v>
                </c:pt>
                <c:pt idx="24615">
                  <c:v>21</c:v>
                </c:pt>
                <c:pt idx="24616">
                  <c:v>22.5</c:v>
                </c:pt>
                <c:pt idx="24617">
                  <c:v>23</c:v>
                </c:pt>
                <c:pt idx="24618">
                  <c:v>24</c:v>
                </c:pt>
                <c:pt idx="24619">
                  <c:v>24.5</c:v>
                </c:pt>
                <c:pt idx="24620">
                  <c:v>22.5</c:v>
                </c:pt>
                <c:pt idx="24621">
                  <c:v>19</c:v>
                </c:pt>
                <c:pt idx="24622">
                  <c:v>18</c:v>
                </c:pt>
                <c:pt idx="24623">
                  <c:v>20.5</c:v>
                </c:pt>
                <c:pt idx="24624">
                  <c:v>22</c:v>
                </c:pt>
                <c:pt idx="24625">
                  <c:v>21</c:v>
                </c:pt>
                <c:pt idx="24626">
                  <c:v>20.5</c:v>
                </c:pt>
                <c:pt idx="24627">
                  <c:v>22.5</c:v>
                </c:pt>
                <c:pt idx="24628">
                  <c:v>25.5</c:v>
                </c:pt>
                <c:pt idx="24629">
                  <c:v>25</c:v>
                </c:pt>
                <c:pt idx="24630">
                  <c:v>21.5</c:v>
                </c:pt>
                <c:pt idx="24631">
                  <c:v>22</c:v>
                </c:pt>
                <c:pt idx="24632">
                  <c:v>24</c:v>
                </c:pt>
                <c:pt idx="24633">
                  <c:v>25.5</c:v>
                </c:pt>
                <c:pt idx="24634">
                  <c:v>24</c:v>
                </c:pt>
                <c:pt idx="24635">
                  <c:v>24.5</c:v>
                </c:pt>
                <c:pt idx="24636">
                  <c:v>25.5</c:v>
                </c:pt>
                <c:pt idx="24637">
                  <c:v>27.5</c:v>
                </c:pt>
                <c:pt idx="24638">
                  <c:v>29</c:v>
                </c:pt>
                <c:pt idx="24639">
                  <c:v>32</c:v>
                </c:pt>
                <c:pt idx="24640">
                  <c:v>30.5</c:v>
                </c:pt>
                <c:pt idx="24641">
                  <c:v>30</c:v>
                </c:pt>
                <c:pt idx="24642">
                  <c:v>31</c:v>
                </c:pt>
                <c:pt idx="24643">
                  <c:v>31</c:v>
                </c:pt>
                <c:pt idx="24644">
                  <c:v>28.5</c:v>
                </c:pt>
                <c:pt idx="24645">
                  <c:v>24.5</c:v>
                </c:pt>
                <c:pt idx="24646">
                  <c:v>23</c:v>
                </c:pt>
                <c:pt idx="24647">
                  <c:v>23.5</c:v>
                </c:pt>
                <c:pt idx="24648">
                  <c:v>24.5</c:v>
                </c:pt>
                <c:pt idx="24649">
                  <c:v>26.5</c:v>
                </c:pt>
                <c:pt idx="24650">
                  <c:v>27</c:v>
                </c:pt>
                <c:pt idx="24651">
                  <c:v>23</c:v>
                </c:pt>
                <c:pt idx="24652">
                  <c:v>25.5</c:v>
                </c:pt>
                <c:pt idx="24653">
                  <c:v>27</c:v>
                </c:pt>
                <c:pt idx="24654">
                  <c:v>27.5</c:v>
                </c:pt>
                <c:pt idx="24655">
                  <c:v>27.5</c:v>
                </c:pt>
                <c:pt idx="24656">
                  <c:v>28.5</c:v>
                </c:pt>
                <c:pt idx="24657">
                  <c:v>30</c:v>
                </c:pt>
                <c:pt idx="24658">
                  <c:v>29.5</c:v>
                </c:pt>
                <c:pt idx="24659">
                  <c:v>28</c:v>
                </c:pt>
                <c:pt idx="24660">
                  <c:v>29.5</c:v>
                </c:pt>
                <c:pt idx="24661">
                  <c:v>30</c:v>
                </c:pt>
                <c:pt idx="24662">
                  <c:v>30.5</c:v>
                </c:pt>
                <c:pt idx="24663">
                  <c:v>31</c:v>
                </c:pt>
                <c:pt idx="24664">
                  <c:v>31</c:v>
                </c:pt>
                <c:pt idx="24665">
                  <c:v>29.5</c:v>
                </c:pt>
                <c:pt idx="24666">
                  <c:v>28.5</c:v>
                </c:pt>
                <c:pt idx="24667">
                  <c:v>29</c:v>
                </c:pt>
                <c:pt idx="24668">
                  <c:v>31</c:v>
                </c:pt>
                <c:pt idx="24669">
                  <c:v>31.5</c:v>
                </c:pt>
                <c:pt idx="24670">
                  <c:v>33</c:v>
                </c:pt>
                <c:pt idx="24671">
                  <c:v>32</c:v>
                </c:pt>
                <c:pt idx="24672">
                  <c:v>29</c:v>
                </c:pt>
                <c:pt idx="24673">
                  <c:v>29</c:v>
                </c:pt>
                <c:pt idx="24674">
                  <c:v>25.5</c:v>
                </c:pt>
                <c:pt idx="24675">
                  <c:v>26</c:v>
                </c:pt>
                <c:pt idx="24676">
                  <c:v>28</c:v>
                </c:pt>
                <c:pt idx="24677">
                  <c:v>30</c:v>
                </c:pt>
                <c:pt idx="24678">
                  <c:v>31</c:v>
                </c:pt>
                <c:pt idx="24679">
                  <c:v>30.5</c:v>
                </c:pt>
                <c:pt idx="24680">
                  <c:v>31.5</c:v>
                </c:pt>
                <c:pt idx="24681">
                  <c:v>30.5</c:v>
                </c:pt>
                <c:pt idx="24682">
                  <c:v>28.5</c:v>
                </c:pt>
                <c:pt idx="24683">
                  <c:v>29</c:v>
                </c:pt>
                <c:pt idx="24684">
                  <c:v>30.5</c:v>
                </c:pt>
                <c:pt idx="24685">
                  <c:v>32</c:v>
                </c:pt>
                <c:pt idx="24686">
                  <c:v>31</c:v>
                </c:pt>
                <c:pt idx="24687">
                  <c:v>28.5</c:v>
                </c:pt>
                <c:pt idx="24688">
                  <c:v>29</c:v>
                </c:pt>
                <c:pt idx="24689">
                  <c:v>29.5</c:v>
                </c:pt>
                <c:pt idx="24690">
                  <c:v>30.5</c:v>
                </c:pt>
                <c:pt idx="24691">
                  <c:v>29</c:v>
                </c:pt>
                <c:pt idx="24692">
                  <c:v>22</c:v>
                </c:pt>
                <c:pt idx="24693">
                  <c:v>25</c:v>
                </c:pt>
                <c:pt idx="24694">
                  <c:v>26</c:v>
                </c:pt>
                <c:pt idx="24695">
                  <c:v>28</c:v>
                </c:pt>
                <c:pt idx="24696">
                  <c:v>27.5</c:v>
                </c:pt>
                <c:pt idx="24697">
                  <c:v>24.5</c:v>
                </c:pt>
                <c:pt idx="24698">
                  <c:v>24.5</c:v>
                </c:pt>
                <c:pt idx="24699">
                  <c:v>25.5</c:v>
                </c:pt>
                <c:pt idx="24700">
                  <c:v>27</c:v>
                </c:pt>
                <c:pt idx="24701">
                  <c:v>28</c:v>
                </c:pt>
                <c:pt idx="24702">
                  <c:v>28.5</c:v>
                </c:pt>
                <c:pt idx="24703">
                  <c:v>27</c:v>
                </c:pt>
                <c:pt idx="24704">
                  <c:v>24.5</c:v>
                </c:pt>
                <c:pt idx="24705">
                  <c:v>25</c:v>
                </c:pt>
                <c:pt idx="24706">
                  <c:v>27</c:v>
                </c:pt>
                <c:pt idx="24707">
                  <c:v>28.5</c:v>
                </c:pt>
                <c:pt idx="24708">
                  <c:v>30</c:v>
                </c:pt>
                <c:pt idx="24709">
                  <c:v>31.5</c:v>
                </c:pt>
                <c:pt idx="24710">
                  <c:v>31</c:v>
                </c:pt>
                <c:pt idx="24711">
                  <c:v>31.5</c:v>
                </c:pt>
                <c:pt idx="24712">
                  <c:v>32.5</c:v>
                </c:pt>
                <c:pt idx="24713">
                  <c:v>32</c:v>
                </c:pt>
                <c:pt idx="24714">
                  <c:v>32</c:v>
                </c:pt>
                <c:pt idx="24715">
                  <c:v>29</c:v>
                </c:pt>
                <c:pt idx="24716">
                  <c:v>29</c:v>
                </c:pt>
                <c:pt idx="24717">
                  <c:v>29</c:v>
                </c:pt>
                <c:pt idx="24718">
                  <c:v>30</c:v>
                </c:pt>
                <c:pt idx="24719">
                  <c:v>30</c:v>
                </c:pt>
                <c:pt idx="24720">
                  <c:v>28</c:v>
                </c:pt>
                <c:pt idx="24721">
                  <c:v>25.5</c:v>
                </c:pt>
                <c:pt idx="24722">
                  <c:v>21</c:v>
                </c:pt>
                <c:pt idx="24723">
                  <c:v>23</c:v>
                </c:pt>
                <c:pt idx="24724">
                  <c:v>23</c:v>
                </c:pt>
                <c:pt idx="24725">
                  <c:v>22.5</c:v>
                </c:pt>
                <c:pt idx="24726">
                  <c:v>23</c:v>
                </c:pt>
                <c:pt idx="24727">
                  <c:v>23.5</c:v>
                </c:pt>
                <c:pt idx="24728">
                  <c:v>23.5</c:v>
                </c:pt>
                <c:pt idx="24729">
                  <c:v>22.5</c:v>
                </c:pt>
                <c:pt idx="24730">
                  <c:v>22.5</c:v>
                </c:pt>
                <c:pt idx="24731">
                  <c:v>22</c:v>
                </c:pt>
                <c:pt idx="24732">
                  <c:v>23.5</c:v>
                </c:pt>
                <c:pt idx="24733">
                  <c:v>23.5</c:v>
                </c:pt>
                <c:pt idx="24734">
                  <c:v>22</c:v>
                </c:pt>
                <c:pt idx="24735">
                  <c:v>22.5</c:v>
                </c:pt>
                <c:pt idx="24736">
                  <c:v>23.5</c:v>
                </c:pt>
                <c:pt idx="24737">
                  <c:v>24</c:v>
                </c:pt>
                <c:pt idx="24738">
                  <c:v>24</c:v>
                </c:pt>
                <c:pt idx="24739">
                  <c:v>23.5</c:v>
                </c:pt>
                <c:pt idx="24740">
                  <c:v>19.5</c:v>
                </c:pt>
                <c:pt idx="24741">
                  <c:v>21</c:v>
                </c:pt>
                <c:pt idx="24742">
                  <c:v>17.5</c:v>
                </c:pt>
                <c:pt idx="24743">
                  <c:v>16.5</c:v>
                </c:pt>
                <c:pt idx="24744">
                  <c:v>19.5</c:v>
                </c:pt>
                <c:pt idx="24745">
                  <c:v>18</c:v>
                </c:pt>
                <c:pt idx="24746">
                  <c:v>19</c:v>
                </c:pt>
                <c:pt idx="24747">
                  <c:v>20</c:v>
                </c:pt>
                <c:pt idx="24748">
                  <c:v>21</c:v>
                </c:pt>
                <c:pt idx="24749">
                  <c:v>20.5</c:v>
                </c:pt>
                <c:pt idx="24750">
                  <c:v>20</c:v>
                </c:pt>
                <c:pt idx="24751">
                  <c:v>20.5</c:v>
                </c:pt>
                <c:pt idx="24752">
                  <c:v>20</c:v>
                </c:pt>
                <c:pt idx="24753">
                  <c:v>18</c:v>
                </c:pt>
                <c:pt idx="24754">
                  <c:v>16.5</c:v>
                </c:pt>
                <c:pt idx="24755">
                  <c:v>18</c:v>
                </c:pt>
                <c:pt idx="24756">
                  <c:v>21</c:v>
                </c:pt>
                <c:pt idx="24757">
                  <c:v>20</c:v>
                </c:pt>
                <c:pt idx="24758">
                  <c:v>18</c:v>
                </c:pt>
                <c:pt idx="24759">
                  <c:v>18.5</c:v>
                </c:pt>
                <c:pt idx="24760">
                  <c:v>19</c:v>
                </c:pt>
                <c:pt idx="24761">
                  <c:v>19.5</c:v>
                </c:pt>
                <c:pt idx="24762">
                  <c:v>20.5</c:v>
                </c:pt>
                <c:pt idx="24763">
                  <c:v>18.5</c:v>
                </c:pt>
                <c:pt idx="24764">
                  <c:v>17</c:v>
                </c:pt>
                <c:pt idx="24765">
                  <c:v>15</c:v>
                </c:pt>
                <c:pt idx="24766">
                  <c:v>17</c:v>
                </c:pt>
                <c:pt idx="24767">
                  <c:v>19</c:v>
                </c:pt>
                <c:pt idx="24768">
                  <c:v>20</c:v>
                </c:pt>
                <c:pt idx="24769">
                  <c:v>18.5</c:v>
                </c:pt>
                <c:pt idx="24770">
                  <c:v>19.5</c:v>
                </c:pt>
                <c:pt idx="24771">
                  <c:v>20</c:v>
                </c:pt>
                <c:pt idx="24772">
                  <c:v>20.5</c:v>
                </c:pt>
                <c:pt idx="24773">
                  <c:v>20</c:v>
                </c:pt>
                <c:pt idx="24774">
                  <c:v>17.5</c:v>
                </c:pt>
                <c:pt idx="24775">
                  <c:v>15</c:v>
                </c:pt>
                <c:pt idx="24776">
                  <c:v>15.5</c:v>
                </c:pt>
                <c:pt idx="24777">
                  <c:v>16.5</c:v>
                </c:pt>
                <c:pt idx="24778">
                  <c:v>14.5</c:v>
                </c:pt>
                <c:pt idx="24779">
                  <c:v>14</c:v>
                </c:pt>
                <c:pt idx="24780">
                  <c:v>14</c:v>
                </c:pt>
                <c:pt idx="24781">
                  <c:v>14.5</c:v>
                </c:pt>
                <c:pt idx="24782">
                  <c:v>15</c:v>
                </c:pt>
                <c:pt idx="24783">
                  <c:v>15</c:v>
                </c:pt>
                <c:pt idx="24784">
                  <c:v>16</c:v>
                </c:pt>
                <c:pt idx="24785">
                  <c:v>16.5</c:v>
                </c:pt>
                <c:pt idx="24786">
                  <c:v>16.5</c:v>
                </c:pt>
                <c:pt idx="24787">
                  <c:v>15.5</c:v>
                </c:pt>
                <c:pt idx="24788">
                  <c:v>14.5</c:v>
                </c:pt>
                <c:pt idx="24789">
                  <c:v>12</c:v>
                </c:pt>
                <c:pt idx="24790">
                  <c:v>11</c:v>
                </c:pt>
                <c:pt idx="24791">
                  <c:v>10.5</c:v>
                </c:pt>
                <c:pt idx="24792">
                  <c:v>11</c:v>
                </c:pt>
                <c:pt idx="24793">
                  <c:v>12.5</c:v>
                </c:pt>
                <c:pt idx="24794">
                  <c:v>12</c:v>
                </c:pt>
                <c:pt idx="24795">
                  <c:v>11.5</c:v>
                </c:pt>
                <c:pt idx="24796">
                  <c:v>11.5</c:v>
                </c:pt>
                <c:pt idx="24797">
                  <c:v>13</c:v>
                </c:pt>
                <c:pt idx="24798">
                  <c:v>16</c:v>
                </c:pt>
                <c:pt idx="24799">
                  <c:v>15</c:v>
                </c:pt>
                <c:pt idx="24800">
                  <c:v>14.5</c:v>
                </c:pt>
                <c:pt idx="24801">
                  <c:v>15</c:v>
                </c:pt>
                <c:pt idx="24802">
                  <c:v>14</c:v>
                </c:pt>
                <c:pt idx="24803">
                  <c:v>13</c:v>
                </c:pt>
                <c:pt idx="24804">
                  <c:v>12</c:v>
                </c:pt>
                <c:pt idx="24805">
                  <c:v>12</c:v>
                </c:pt>
                <c:pt idx="24806">
                  <c:v>10.5</c:v>
                </c:pt>
                <c:pt idx="24807">
                  <c:v>9</c:v>
                </c:pt>
                <c:pt idx="24808">
                  <c:v>8.5</c:v>
                </c:pt>
                <c:pt idx="24809">
                  <c:v>8.5</c:v>
                </c:pt>
                <c:pt idx="24810">
                  <c:v>7</c:v>
                </c:pt>
                <c:pt idx="24811">
                  <c:v>5</c:v>
                </c:pt>
                <c:pt idx="24812">
                  <c:v>5.5</c:v>
                </c:pt>
                <c:pt idx="24813">
                  <c:v>6</c:v>
                </c:pt>
                <c:pt idx="24814">
                  <c:v>5</c:v>
                </c:pt>
                <c:pt idx="24815">
                  <c:v>5</c:v>
                </c:pt>
                <c:pt idx="24816">
                  <c:v>5</c:v>
                </c:pt>
                <c:pt idx="24817">
                  <c:v>5.5</c:v>
                </c:pt>
                <c:pt idx="24818">
                  <c:v>6.5</c:v>
                </c:pt>
                <c:pt idx="24819">
                  <c:v>8</c:v>
                </c:pt>
                <c:pt idx="24820">
                  <c:v>6.5</c:v>
                </c:pt>
                <c:pt idx="24821">
                  <c:v>6</c:v>
                </c:pt>
                <c:pt idx="24822">
                  <c:v>7</c:v>
                </c:pt>
                <c:pt idx="24823">
                  <c:v>7.5</c:v>
                </c:pt>
                <c:pt idx="24824">
                  <c:v>6</c:v>
                </c:pt>
                <c:pt idx="24825">
                  <c:v>5</c:v>
                </c:pt>
                <c:pt idx="24826">
                  <c:v>4.5</c:v>
                </c:pt>
                <c:pt idx="24827">
                  <c:v>3.5</c:v>
                </c:pt>
                <c:pt idx="24828">
                  <c:v>4</c:v>
                </c:pt>
                <c:pt idx="24829">
                  <c:v>5.5</c:v>
                </c:pt>
                <c:pt idx="24830">
                  <c:v>4</c:v>
                </c:pt>
                <c:pt idx="24831">
                  <c:v>3</c:v>
                </c:pt>
                <c:pt idx="24832">
                  <c:v>3.5</c:v>
                </c:pt>
                <c:pt idx="24833">
                  <c:v>4.5</c:v>
                </c:pt>
                <c:pt idx="24834">
                  <c:v>4</c:v>
                </c:pt>
                <c:pt idx="24835">
                  <c:v>4.5</c:v>
                </c:pt>
                <c:pt idx="24836">
                  <c:v>5.5</c:v>
                </c:pt>
                <c:pt idx="24837">
                  <c:v>6.5</c:v>
                </c:pt>
                <c:pt idx="24838">
                  <c:v>7.5</c:v>
                </c:pt>
                <c:pt idx="24839">
                  <c:v>7.5</c:v>
                </c:pt>
                <c:pt idx="24840">
                  <c:v>7</c:v>
                </c:pt>
                <c:pt idx="24841">
                  <c:v>8.5</c:v>
                </c:pt>
                <c:pt idx="24842">
                  <c:v>9</c:v>
                </c:pt>
                <c:pt idx="24843">
                  <c:v>10</c:v>
                </c:pt>
                <c:pt idx="24844">
                  <c:v>10.5</c:v>
                </c:pt>
                <c:pt idx="24845">
                  <c:v>8.5</c:v>
                </c:pt>
                <c:pt idx="24846">
                  <c:v>6.5</c:v>
                </c:pt>
                <c:pt idx="24847">
                  <c:v>5</c:v>
                </c:pt>
                <c:pt idx="24848">
                  <c:v>5</c:v>
                </c:pt>
                <c:pt idx="24849">
                  <c:v>4</c:v>
                </c:pt>
                <c:pt idx="24850">
                  <c:v>5.5</c:v>
                </c:pt>
                <c:pt idx="24851">
                  <c:v>5</c:v>
                </c:pt>
                <c:pt idx="24852">
                  <c:v>6.5</c:v>
                </c:pt>
                <c:pt idx="24853">
                  <c:v>7</c:v>
                </c:pt>
                <c:pt idx="24854">
                  <c:v>8</c:v>
                </c:pt>
                <c:pt idx="24855">
                  <c:v>7.5</c:v>
                </c:pt>
                <c:pt idx="24856">
                  <c:v>6.5</c:v>
                </c:pt>
                <c:pt idx="24857">
                  <c:v>5</c:v>
                </c:pt>
                <c:pt idx="24858">
                  <c:v>3.5</c:v>
                </c:pt>
                <c:pt idx="24859">
                  <c:v>3.5</c:v>
                </c:pt>
                <c:pt idx="24860">
                  <c:v>4</c:v>
                </c:pt>
                <c:pt idx="24861">
                  <c:v>4</c:v>
                </c:pt>
                <c:pt idx="24862">
                  <c:v>5.5</c:v>
                </c:pt>
                <c:pt idx="24863">
                  <c:v>6.5</c:v>
                </c:pt>
                <c:pt idx="24864">
                  <c:v>8</c:v>
                </c:pt>
                <c:pt idx="24865">
                  <c:v>8.5</c:v>
                </c:pt>
                <c:pt idx="24866">
                  <c:v>10</c:v>
                </c:pt>
                <c:pt idx="24867">
                  <c:v>9.5</c:v>
                </c:pt>
                <c:pt idx="24868">
                  <c:v>9</c:v>
                </c:pt>
                <c:pt idx="24869">
                  <c:v>9.5</c:v>
                </c:pt>
                <c:pt idx="24870">
                  <c:v>9.5</c:v>
                </c:pt>
                <c:pt idx="24871">
                  <c:v>7</c:v>
                </c:pt>
                <c:pt idx="24872">
                  <c:v>8.5</c:v>
                </c:pt>
                <c:pt idx="24873">
                  <c:v>9.5</c:v>
                </c:pt>
                <c:pt idx="24874">
                  <c:v>11.5</c:v>
                </c:pt>
                <c:pt idx="24875">
                  <c:v>9.5</c:v>
                </c:pt>
                <c:pt idx="24876">
                  <c:v>9.5</c:v>
                </c:pt>
                <c:pt idx="24877">
                  <c:v>6.5</c:v>
                </c:pt>
                <c:pt idx="24878">
                  <c:v>5</c:v>
                </c:pt>
                <c:pt idx="24879">
                  <c:v>8</c:v>
                </c:pt>
                <c:pt idx="24880">
                  <c:v>12</c:v>
                </c:pt>
                <c:pt idx="24881">
                  <c:v>12</c:v>
                </c:pt>
                <c:pt idx="24882">
                  <c:v>11.5</c:v>
                </c:pt>
                <c:pt idx="24883">
                  <c:v>11.5</c:v>
                </c:pt>
                <c:pt idx="24884">
                  <c:v>15.5</c:v>
                </c:pt>
                <c:pt idx="24885">
                  <c:v>14.5</c:v>
                </c:pt>
                <c:pt idx="24886">
                  <c:v>12.5</c:v>
                </c:pt>
                <c:pt idx="24887">
                  <c:v>10</c:v>
                </c:pt>
                <c:pt idx="24888">
                  <c:v>7</c:v>
                </c:pt>
                <c:pt idx="24889">
                  <c:v>6</c:v>
                </c:pt>
                <c:pt idx="24890">
                  <c:v>5</c:v>
                </c:pt>
                <c:pt idx="24891">
                  <c:v>3.5</c:v>
                </c:pt>
                <c:pt idx="24892">
                  <c:v>5</c:v>
                </c:pt>
                <c:pt idx="24893">
                  <c:v>5.5</c:v>
                </c:pt>
                <c:pt idx="24894">
                  <c:v>5.5</c:v>
                </c:pt>
                <c:pt idx="24895">
                  <c:v>3</c:v>
                </c:pt>
                <c:pt idx="24896">
                  <c:v>5.5</c:v>
                </c:pt>
                <c:pt idx="24897">
                  <c:v>10</c:v>
                </c:pt>
                <c:pt idx="24898">
                  <c:v>9.5</c:v>
                </c:pt>
                <c:pt idx="24899">
                  <c:v>10.5</c:v>
                </c:pt>
                <c:pt idx="24900">
                  <c:v>9</c:v>
                </c:pt>
                <c:pt idx="24901">
                  <c:v>7</c:v>
                </c:pt>
                <c:pt idx="24902">
                  <c:v>6.5</c:v>
                </c:pt>
                <c:pt idx="24903">
                  <c:v>6</c:v>
                </c:pt>
                <c:pt idx="24904">
                  <c:v>7</c:v>
                </c:pt>
                <c:pt idx="24905">
                  <c:v>8</c:v>
                </c:pt>
                <c:pt idx="24906">
                  <c:v>9.5</c:v>
                </c:pt>
                <c:pt idx="24907">
                  <c:v>9</c:v>
                </c:pt>
                <c:pt idx="24908">
                  <c:v>11.5</c:v>
                </c:pt>
                <c:pt idx="24909">
                  <c:v>11</c:v>
                </c:pt>
                <c:pt idx="24910">
                  <c:v>12.5</c:v>
                </c:pt>
                <c:pt idx="24911">
                  <c:v>12.5</c:v>
                </c:pt>
                <c:pt idx="24912">
                  <c:v>11.5</c:v>
                </c:pt>
                <c:pt idx="24913">
                  <c:v>12</c:v>
                </c:pt>
                <c:pt idx="24914">
                  <c:v>13.5</c:v>
                </c:pt>
                <c:pt idx="24915">
                  <c:v>16</c:v>
                </c:pt>
                <c:pt idx="24916">
                  <c:v>15</c:v>
                </c:pt>
                <c:pt idx="24917">
                  <c:v>16.5</c:v>
                </c:pt>
                <c:pt idx="24918">
                  <c:v>16</c:v>
                </c:pt>
                <c:pt idx="24919">
                  <c:v>16</c:v>
                </c:pt>
                <c:pt idx="24920">
                  <c:v>15.5</c:v>
                </c:pt>
                <c:pt idx="24921">
                  <c:v>15.5</c:v>
                </c:pt>
                <c:pt idx="24922">
                  <c:v>15.5</c:v>
                </c:pt>
                <c:pt idx="24923">
                  <c:v>16</c:v>
                </c:pt>
                <c:pt idx="24924">
                  <c:v>10.5</c:v>
                </c:pt>
                <c:pt idx="24925">
                  <c:v>12</c:v>
                </c:pt>
                <c:pt idx="24926">
                  <c:v>11</c:v>
                </c:pt>
                <c:pt idx="24927">
                  <c:v>11</c:v>
                </c:pt>
                <c:pt idx="24928">
                  <c:v>10.5</c:v>
                </c:pt>
                <c:pt idx="24929">
                  <c:v>11</c:v>
                </c:pt>
                <c:pt idx="24930">
                  <c:v>11</c:v>
                </c:pt>
                <c:pt idx="24931">
                  <c:v>7</c:v>
                </c:pt>
                <c:pt idx="24932">
                  <c:v>8.5</c:v>
                </c:pt>
                <c:pt idx="24933">
                  <c:v>8.5</c:v>
                </c:pt>
                <c:pt idx="24934">
                  <c:v>10</c:v>
                </c:pt>
                <c:pt idx="24935">
                  <c:v>11.5</c:v>
                </c:pt>
                <c:pt idx="24936">
                  <c:v>13.5</c:v>
                </c:pt>
                <c:pt idx="24937">
                  <c:v>12.5</c:v>
                </c:pt>
                <c:pt idx="24938">
                  <c:v>15</c:v>
                </c:pt>
                <c:pt idx="24939">
                  <c:v>13.5</c:v>
                </c:pt>
                <c:pt idx="24940">
                  <c:v>10.5</c:v>
                </c:pt>
                <c:pt idx="24941">
                  <c:v>9</c:v>
                </c:pt>
                <c:pt idx="24942">
                  <c:v>9.5</c:v>
                </c:pt>
                <c:pt idx="24943">
                  <c:v>11</c:v>
                </c:pt>
                <c:pt idx="24944">
                  <c:v>14.5</c:v>
                </c:pt>
                <c:pt idx="24945">
                  <c:v>17</c:v>
                </c:pt>
                <c:pt idx="24946">
                  <c:v>17</c:v>
                </c:pt>
                <c:pt idx="24947">
                  <c:v>17</c:v>
                </c:pt>
                <c:pt idx="24948">
                  <c:v>13.5</c:v>
                </c:pt>
                <c:pt idx="24949">
                  <c:v>16.5</c:v>
                </c:pt>
                <c:pt idx="24950">
                  <c:v>18</c:v>
                </c:pt>
                <c:pt idx="24951">
                  <c:v>18</c:v>
                </c:pt>
                <c:pt idx="24952">
                  <c:v>17.5</c:v>
                </c:pt>
                <c:pt idx="24953">
                  <c:v>19</c:v>
                </c:pt>
                <c:pt idx="24954">
                  <c:v>19</c:v>
                </c:pt>
                <c:pt idx="24955">
                  <c:v>16.5</c:v>
                </c:pt>
                <c:pt idx="24956">
                  <c:v>16</c:v>
                </c:pt>
                <c:pt idx="24957">
                  <c:v>14.5</c:v>
                </c:pt>
                <c:pt idx="24958">
                  <c:v>18.5</c:v>
                </c:pt>
                <c:pt idx="24959">
                  <c:v>20</c:v>
                </c:pt>
                <c:pt idx="24960">
                  <c:v>20.5</c:v>
                </c:pt>
                <c:pt idx="24961">
                  <c:v>20.5</c:v>
                </c:pt>
                <c:pt idx="24962">
                  <c:v>21</c:v>
                </c:pt>
                <c:pt idx="24963">
                  <c:v>20</c:v>
                </c:pt>
                <c:pt idx="24964">
                  <c:v>20.5</c:v>
                </c:pt>
                <c:pt idx="24965">
                  <c:v>21</c:v>
                </c:pt>
                <c:pt idx="24966">
                  <c:v>22</c:v>
                </c:pt>
                <c:pt idx="24967">
                  <c:v>20</c:v>
                </c:pt>
                <c:pt idx="24968">
                  <c:v>20.5</c:v>
                </c:pt>
                <c:pt idx="24969">
                  <c:v>22</c:v>
                </c:pt>
                <c:pt idx="24970">
                  <c:v>22</c:v>
                </c:pt>
                <c:pt idx="24971">
                  <c:v>19</c:v>
                </c:pt>
                <c:pt idx="24972">
                  <c:v>22</c:v>
                </c:pt>
                <c:pt idx="24973">
                  <c:v>24.5</c:v>
                </c:pt>
                <c:pt idx="24974">
                  <c:v>20</c:v>
                </c:pt>
                <c:pt idx="24975">
                  <c:v>18.5</c:v>
                </c:pt>
                <c:pt idx="24976">
                  <c:v>19.5</c:v>
                </c:pt>
                <c:pt idx="24977">
                  <c:v>22.5</c:v>
                </c:pt>
                <c:pt idx="24978">
                  <c:v>25</c:v>
                </c:pt>
                <c:pt idx="24979">
                  <c:v>25.5</c:v>
                </c:pt>
                <c:pt idx="24980">
                  <c:v>19.5</c:v>
                </c:pt>
                <c:pt idx="24981">
                  <c:v>18</c:v>
                </c:pt>
                <c:pt idx="24982">
                  <c:v>19</c:v>
                </c:pt>
                <c:pt idx="24983">
                  <c:v>17</c:v>
                </c:pt>
                <c:pt idx="24984">
                  <c:v>22</c:v>
                </c:pt>
                <c:pt idx="24985">
                  <c:v>23</c:v>
                </c:pt>
                <c:pt idx="24986">
                  <c:v>24.5</c:v>
                </c:pt>
                <c:pt idx="24987">
                  <c:v>23</c:v>
                </c:pt>
                <c:pt idx="24988">
                  <c:v>23</c:v>
                </c:pt>
                <c:pt idx="24989">
                  <c:v>22</c:v>
                </c:pt>
                <c:pt idx="24990">
                  <c:v>23</c:v>
                </c:pt>
                <c:pt idx="24991">
                  <c:v>21.5</c:v>
                </c:pt>
                <c:pt idx="24992">
                  <c:v>23</c:v>
                </c:pt>
                <c:pt idx="24993">
                  <c:v>20</c:v>
                </c:pt>
                <c:pt idx="24994">
                  <c:v>20.5</c:v>
                </c:pt>
                <c:pt idx="24995">
                  <c:v>21</c:v>
                </c:pt>
                <c:pt idx="24996">
                  <c:v>23</c:v>
                </c:pt>
                <c:pt idx="24997">
                  <c:v>22.5</c:v>
                </c:pt>
                <c:pt idx="24998">
                  <c:v>22.5</c:v>
                </c:pt>
                <c:pt idx="24999">
                  <c:v>19.5</c:v>
                </c:pt>
                <c:pt idx="25000">
                  <c:v>22</c:v>
                </c:pt>
                <c:pt idx="25001">
                  <c:v>24</c:v>
                </c:pt>
                <c:pt idx="25002">
                  <c:v>22.5</c:v>
                </c:pt>
                <c:pt idx="25003">
                  <c:v>24</c:v>
                </c:pt>
                <c:pt idx="25004">
                  <c:v>26</c:v>
                </c:pt>
                <c:pt idx="25005">
                  <c:v>27</c:v>
                </c:pt>
                <c:pt idx="25006">
                  <c:v>26.5</c:v>
                </c:pt>
                <c:pt idx="25007">
                  <c:v>28.5</c:v>
                </c:pt>
                <c:pt idx="25008">
                  <c:v>29</c:v>
                </c:pt>
                <c:pt idx="25009">
                  <c:v>29.5</c:v>
                </c:pt>
                <c:pt idx="25010">
                  <c:v>28.5</c:v>
                </c:pt>
                <c:pt idx="25011">
                  <c:v>24.5</c:v>
                </c:pt>
                <c:pt idx="25012">
                  <c:v>24</c:v>
                </c:pt>
                <c:pt idx="25013">
                  <c:v>23.5</c:v>
                </c:pt>
                <c:pt idx="25014">
                  <c:v>24.5</c:v>
                </c:pt>
                <c:pt idx="25015">
                  <c:v>27</c:v>
                </c:pt>
                <c:pt idx="25016">
                  <c:v>28</c:v>
                </c:pt>
                <c:pt idx="25017">
                  <c:v>28.5</c:v>
                </c:pt>
                <c:pt idx="25018">
                  <c:v>31</c:v>
                </c:pt>
                <c:pt idx="25019">
                  <c:v>31</c:v>
                </c:pt>
                <c:pt idx="25020">
                  <c:v>31.5</c:v>
                </c:pt>
                <c:pt idx="25021">
                  <c:v>31.5</c:v>
                </c:pt>
                <c:pt idx="25022">
                  <c:v>32</c:v>
                </c:pt>
                <c:pt idx="25023">
                  <c:v>32</c:v>
                </c:pt>
                <c:pt idx="25024">
                  <c:v>31.5</c:v>
                </c:pt>
                <c:pt idx="25025">
                  <c:v>32.5</c:v>
                </c:pt>
                <c:pt idx="25026">
                  <c:v>32.5</c:v>
                </c:pt>
                <c:pt idx="25027">
                  <c:v>33</c:v>
                </c:pt>
                <c:pt idx="25028">
                  <c:v>34</c:v>
                </c:pt>
                <c:pt idx="25029">
                  <c:v>32.5</c:v>
                </c:pt>
                <c:pt idx="25030">
                  <c:v>31</c:v>
                </c:pt>
                <c:pt idx="25031">
                  <c:v>30.5</c:v>
                </c:pt>
                <c:pt idx="25032">
                  <c:v>30.5</c:v>
                </c:pt>
                <c:pt idx="25033">
                  <c:v>32</c:v>
                </c:pt>
                <c:pt idx="25034">
                  <c:v>33</c:v>
                </c:pt>
                <c:pt idx="25035">
                  <c:v>33</c:v>
                </c:pt>
                <c:pt idx="25036">
                  <c:v>31.5</c:v>
                </c:pt>
                <c:pt idx="25037">
                  <c:v>30.5</c:v>
                </c:pt>
                <c:pt idx="25038">
                  <c:v>32</c:v>
                </c:pt>
                <c:pt idx="25039">
                  <c:v>32</c:v>
                </c:pt>
                <c:pt idx="25040">
                  <c:v>32</c:v>
                </c:pt>
                <c:pt idx="25041">
                  <c:v>30.5</c:v>
                </c:pt>
                <c:pt idx="25042">
                  <c:v>32.5</c:v>
                </c:pt>
                <c:pt idx="25043">
                  <c:v>29</c:v>
                </c:pt>
                <c:pt idx="25044">
                  <c:v>29</c:v>
                </c:pt>
                <c:pt idx="25045">
                  <c:v>30.5</c:v>
                </c:pt>
                <c:pt idx="25046">
                  <c:v>30</c:v>
                </c:pt>
                <c:pt idx="25047">
                  <c:v>30.5</c:v>
                </c:pt>
                <c:pt idx="25048">
                  <c:v>29</c:v>
                </c:pt>
                <c:pt idx="25049">
                  <c:v>31</c:v>
                </c:pt>
                <c:pt idx="25050">
                  <c:v>30</c:v>
                </c:pt>
                <c:pt idx="25051">
                  <c:v>28.5</c:v>
                </c:pt>
                <c:pt idx="25052">
                  <c:v>29.5</c:v>
                </c:pt>
                <c:pt idx="25053">
                  <c:v>30</c:v>
                </c:pt>
                <c:pt idx="25054">
                  <c:v>31</c:v>
                </c:pt>
                <c:pt idx="25055">
                  <c:v>32</c:v>
                </c:pt>
                <c:pt idx="25056">
                  <c:v>32.5</c:v>
                </c:pt>
                <c:pt idx="25057">
                  <c:v>33.5</c:v>
                </c:pt>
                <c:pt idx="25058">
                  <c:v>34.5</c:v>
                </c:pt>
                <c:pt idx="25059">
                  <c:v>35</c:v>
                </c:pt>
                <c:pt idx="25060">
                  <c:v>31</c:v>
                </c:pt>
                <c:pt idx="25061">
                  <c:v>28.5</c:v>
                </c:pt>
                <c:pt idx="25062">
                  <c:v>26</c:v>
                </c:pt>
                <c:pt idx="25063">
                  <c:v>27</c:v>
                </c:pt>
                <c:pt idx="25064">
                  <c:v>29</c:v>
                </c:pt>
                <c:pt idx="25065">
                  <c:v>23.5</c:v>
                </c:pt>
                <c:pt idx="25066">
                  <c:v>21</c:v>
                </c:pt>
                <c:pt idx="25067">
                  <c:v>23.5</c:v>
                </c:pt>
                <c:pt idx="25068">
                  <c:v>26</c:v>
                </c:pt>
                <c:pt idx="25069">
                  <c:v>24.5</c:v>
                </c:pt>
                <c:pt idx="25070">
                  <c:v>23.5</c:v>
                </c:pt>
                <c:pt idx="25071">
                  <c:v>25</c:v>
                </c:pt>
                <c:pt idx="25072">
                  <c:v>26.5</c:v>
                </c:pt>
                <c:pt idx="25073">
                  <c:v>28.5</c:v>
                </c:pt>
                <c:pt idx="25074">
                  <c:v>29.5</c:v>
                </c:pt>
                <c:pt idx="25075">
                  <c:v>28.5</c:v>
                </c:pt>
                <c:pt idx="25076">
                  <c:v>28.5</c:v>
                </c:pt>
                <c:pt idx="25077">
                  <c:v>28.5</c:v>
                </c:pt>
                <c:pt idx="25078">
                  <c:v>29</c:v>
                </c:pt>
                <c:pt idx="25079">
                  <c:v>30.5</c:v>
                </c:pt>
                <c:pt idx="25080">
                  <c:v>30.5</c:v>
                </c:pt>
                <c:pt idx="25081">
                  <c:v>26</c:v>
                </c:pt>
                <c:pt idx="25082">
                  <c:v>26</c:v>
                </c:pt>
                <c:pt idx="25083">
                  <c:v>27</c:v>
                </c:pt>
                <c:pt idx="25084">
                  <c:v>27.5</c:v>
                </c:pt>
                <c:pt idx="25085">
                  <c:v>27.5</c:v>
                </c:pt>
                <c:pt idx="25086">
                  <c:v>27.5</c:v>
                </c:pt>
                <c:pt idx="25087">
                  <c:v>25</c:v>
                </c:pt>
                <c:pt idx="25088">
                  <c:v>23</c:v>
                </c:pt>
                <c:pt idx="25089">
                  <c:v>22</c:v>
                </c:pt>
                <c:pt idx="25090">
                  <c:v>23</c:v>
                </c:pt>
                <c:pt idx="25091">
                  <c:v>24</c:v>
                </c:pt>
                <c:pt idx="25092">
                  <c:v>25</c:v>
                </c:pt>
                <c:pt idx="25093">
                  <c:v>24</c:v>
                </c:pt>
                <c:pt idx="25094">
                  <c:v>24.5</c:v>
                </c:pt>
                <c:pt idx="25095">
                  <c:v>25</c:v>
                </c:pt>
                <c:pt idx="25096">
                  <c:v>25</c:v>
                </c:pt>
                <c:pt idx="25097">
                  <c:v>25</c:v>
                </c:pt>
                <c:pt idx="25098">
                  <c:v>25</c:v>
                </c:pt>
                <c:pt idx="25099">
                  <c:v>21</c:v>
                </c:pt>
                <c:pt idx="25100">
                  <c:v>19</c:v>
                </c:pt>
                <c:pt idx="25101">
                  <c:v>17</c:v>
                </c:pt>
                <c:pt idx="25102">
                  <c:v>19.5</c:v>
                </c:pt>
                <c:pt idx="25103">
                  <c:v>20.5</c:v>
                </c:pt>
                <c:pt idx="25104">
                  <c:v>21</c:v>
                </c:pt>
                <c:pt idx="25105">
                  <c:v>20</c:v>
                </c:pt>
                <c:pt idx="25106">
                  <c:v>17</c:v>
                </c:pt>
                <c:pt idx="25107">
                  <c:v>17</c:v>
                </c:pt>
                <c:pt idx="25108">
                  <c:v>16</c:v>
                </c:pt>
                <c:pt idx="25109">
                  <c:v>17</c:v>
                </c:pt>
                <c:pt idx="25110">
                  <c:v>18</c:v>
                </c:pt>
                <c:pt idx="25111">
                  <c:v>20</c:v>
                </c:pt>
                <c:pt idx="25112">
                  <c:v>21</c:v>
                </c:pt>
                <c:pt idx="25113">
                  <c:v>22</c:v>
                </c:pt>
                <c:pt idx="25114">
                  <c:v>19.5</c:v>
                </c:pt>
                <c:pt idx="25115">
                  <c:v>19.5</c:v>
                </c:pt>
                <c:pt idx="25116">
                  <c:v>20</c:v>
                </c:pt>
                <c:pt idx="25117">
                  <c:v>21.5</c:v>
                </c:pt>
                <c:pt idx="25118">
                  <c:v>22.5</c:v>
                </c:pt>
                <c:pt idx="25119">
                  <c:v>23</c:v>
                </c:pt>
                <c:pt idx="25120">
                  <c:v>20.5</c:v>
                </c:pt>
                <c:pt idx="25121">
                  <c:v>20</c:v>
                </c:pt>
                <c:pt idx="25122">
                  <c:v>21</c:v>
                </c:pt>
                <c:pt idx="25123">
                  <c:v>20.5</c:v>
                </c:pt>
                <c:pt idx="25124">
                  <c:v>22.5</c:v>
                </c:pt>
                <c:pt idx="25125">
                  <c:v>23</c:v>
                </c:pt>
                <c:pt idx="25126">
                  <c:v>23</c:v>
                </c:pt>
                <c:pt idx="25127">
                  <c:v>22.5</c:v>
                </c:pt>
                <c:pt idx="25128">
                  <c:v>21</c:v>
                </c:pt>
                <c:pt idx="25129">
                  <c:v>15.5</c:v>
                </c:pt>
                <c:pt idx="25130">
                  <c:v>15</c:v>
                </c:pt>
                <c:pt idx="25131">
                  <c:v>15</c:v>
                </c:pt>
                <c:pt idx="25132">
                  <c:v>15.5</c:v>
                </c:pt>
                <c:pt idx="25133">
                  <c:v>13</c:v>
                </c:pt>
                <c:pt idx="25134">
                  <c:v>13</c:v>
                </c:pt>
                <c:pt idx="25135">
                  <c:v>14</c:v>
                </c:pt>
                <c:pt idx="25136">
                  <c:v>13.5</c:v>
                </c:pt>
                <c:pt idx="25137">
                  <c:v>10.5</c:v>
                </c:pt>
                <c:pt idx="25138">
                  <c:v>9.5</c:v>
                </c:pt>
                <c:pt idx="25139">
                  <c:v>10</c:v>
                </c:pt>
                <c:pt idx="25140">
                  <c:v>10</c:v>
                </c:pt>
                <c:pt idx="25141">
                  <c:v>10.5</c:v>
                </c:pt>
                <c:pt idx="25142">
                  <c:v>11</c:v>
                </c:pt>
                <c:pt idx="25143">
                  <c:v>10.5</c:v>
                </c:pt>
                <c:pt idx="25144">
                  <c:v>9.5</c:v>
                </c:pt>
                <c:pt idx="25145">
                  <c:v>11.5</c:v>
                </c:pt>
                <c:pt idx="25146">
                  <c:v>13.5</c:v>
                </c:pt>
                <c:pt idx="25147">
                  <c:v>12</c:v>
                </c:pt>
                <c:pt idx="25148">
                  <c:v>12</c:v>
                </c:pt>
                <c:pt idx="25149">
                  <c:v>13</c:v>
                </c:pt>
                <c:pt idx="25150">
                  <c:v>12.5</c:v>
                </c:pt>
                <c:pt idx="25151">
                  <c:v>13</c:v>
                </c:pt>
                <c:pt idx="25152">
                  <c:v>14.5</c:v>
                </c:pt>
                <c:pt idx="25153">
                  <c:v>13.5</c:v>
                </c:pt>
                <c:pt idx="25154">
                  <c:v>12</c:v>
                </c:pt>
                <c:pt idx="25155">
                  <c:v>9</c:v>
                </c:pt>
                <c:pt idx="25156">
                  <c:v>9.5</c:v>
                </c:pt>
                <c:pt idx="25157">
                  <c:v>10</c:v>
                </c:pt>
                <c:pt idx="25158">
                  <c:v>10</c:v>
                </c:pt>
                <c:pt idx="25159">
                  <c:v>9.5</c:v>
                </c:pt>
                <c:pt idx="25160">
                  <c:v>8</c:v>
                </c:pt>
                <c:pt idx="25161">
                  <c:v>8.5</c:v>
                </c:pt>
                <c:pt idx="25162">
                  <c:v>10.5</c:v>
                </c:pt>
                <c:pt idx="25163">
                  <c:v>11</c:v>
                </c:pt>
                <c:pt idx="25164">
                  <c:v>10</c:v>
                </c:pt>
                <c:pt idx="25165">
                  <c:v>11</c:v>
                </c:pt>
                <c:pt idx="25166">
                  <c:v>10.5</c:v>
                </c:pt>
                <c:pt idx="25167">
                  <c:v>7.5</c:v>
                </c:pt>
                <c:pt idx="25168">
                  <c:v>6</c:v>
                </c:pt>
                <c:pt idx="25169">
                  <c:v>5</c:v>
                </c:pt>
                <c:pt idx="25170">
                  <c:v>4</c:v>
                </c:pt>
                <c:pt idx="25171">
                  <c:v>3</c:v>
                </c:pt>
                <c:pt idx="25172">
                  <c:v>3.5</c:v>
                </c:pt>
                <c:pt idx="25173">
                  <c:v>2</c:v>
                </c:pt>
                <c:pt idx="25174">
                  <c:v>3</c:v>
                </c:pt>
                <c:pt idx="25175">
                  <c:v>3.5</c:v>
                </c:pt>
                <c:pt idx="25176">
                  <c:v>4.5</c:v>
                </c:pt>
                <c:pt idx="25177">
                  <c:v>5</c:v>
                </c:pt>
                <c:pt idx="25178">
                  <c:v>6</c:v>
                </c:pt>
                <c:pt idx="25179">
                  <c:v>5.5</c:v>
                </c:pt>
                <c:pt idx="25180">
                  <c:v>6</c:v>
                </c:pt>
                <c:pt idx="25181">
                  <c:v>7</c:v>
                </c:pt>
                <c:pt idx="25182">
                  <c:v>7</c:v>
                </c:pt>
                <c:pt idx="25183">
                  <c:v>8</c:v>
                </c:pt>
                <c:pt idx="25184">
                  <c:v>8.5</c:v>
                </c:pt>
                <c:pt idx="25185">
                  <c:v>8</c:v>
                </c:pt>
                <c:pt idx="25186">
                  <c:v>8</c:v>
                </c:pt>
                <c:pt idx="25187">
                  <c:v>6</c:v>
                </c:pt>
                <c:pt idx="25188">
                  <c:v>5.5</c:v>
                </c:pt>
                <c:pt idx="25189">
                  <c:v>6</c:v>
                </c:pt>
                <c:pt idx="25190">
                  <c:v>5.5</c:v>
                </c:pt>
                <c:pt idx="25191">
                  <c:v>5.5</c:v>
                </c:pt>
                <c:pt idx="25192">
                  <c:v>5</c:v>
                </c:pt>
                <c:pt idx="25193">
                  <c:v>5.5</c:v>
                </c:pt>
                <c:pt idx="25194">
                  <c:v>5.5</c:v>
                </c:pt>
                <c:pt idx="25195">
                  <c:v>6.5</c:v>
                </c:pt>
                <c:pt idx="25196">
                  <c:v>7</c:v>
                </c:pt>
                <c:pt idx="25197">
                  <c:v>5</c:v>
                </c:pt>
                <c:pt idx="25198">
                  <c:v>4.5</c:v>
                </c:pt>
                <c:pt idx="25199">
                  <c:v>7</c:v>
                </c:pt>
                <c:pt idx="25200">
                  <c:v>6</c:v>
                </c:pt>
                <c:pt idx="25201">
                  <c:v>5.5</c:v>
                </c:pt>
                <c:pt idx="25202">
                  <c:v>7.5</c:v>
                </c:pt>
                <c:pt idx="25203">
                  <c:v>8.5</c:v>
                </c:pt>
                <c:pt idx="25204">
                  <c:v>7</c:v>
                </c:pt>
                <c:pt idx="25205">
                  <c:v>4.5</c:v>
                </c:pt>
                <c:pt idx="25206">
                  <c:v>4.5</c:v>
                </c:pt>
                <c:pt idx="25207">
                  <c:v>3.5</c:v>
                </c:pt>
                <c:pt idx="25208">
                  <c:v>4</c:v>
                </c:pt>
                <c:pt idx="25209">
                  <c:v>6</c:v>
                </c:pt>
                <c:pt idx="25210">
                  <c:v>6.5</c:v>
                </c:pt>
                <c:pt idx="25211">
                  <c:v>6</c:v>
                </c:pt>
                <c:pt idx="25212">
                  <c:v>7.5</c:v>
                </c:pt>
                <c:pt idx="25213">
                  <c:v>6</c:v>
                </c:pt>
                <c:pt idx="25214">
                  <c:v>8</c:v>
                </c:pt>
                <c:pt idx="25215">
                  <c:v>8</c:v>
                </c:pt>
                <c:pt idx="25216">
                  <c:v>6</c:v>
                </c:pt>
                <c:pt idx="25217">
                  <c:v>4</c:v>
                </c:pt>
                <c:pt idx="25218">
                  <c:v>3.5</c:v>
                </c:pt>
                <c:pt idx="25219">
                  <c:v>3.5</c:v>
                </c:pt>
                <c:pt idx="25220">
                  <c:v>3.5</c:v>
                </c:pt>
                <c:pt idx="25221">
                  <c:v>3.5</c:v>
                </c:pt>
                <c:pt idx="25222">
                  <c:v>3.5</c:v>
                </c:pt>
                <c:pt idx="25223">
                  <c:v>5</c:v>
                </c:pt>
                <c:pt idx="25224">
                  <c:v>5.5</c:v>
                </c:pt>
                <c:pt idx="25225">
                  <c:v>5</c:v>
                </c:pt>
                <c:pt idx="25226">
                  <c:v>4.5</c:v>
                </c:pt>
                <c:pt idx="25227">
                  <c:v>4</c:v>
                </c:pt>
                <c:pt idx="25228">
                  <c:v>3</c:v>
                </c:pt>
                <c:pt idx="25229">
                  <c:v>3</c:v>
                </c:pt>
                <c:pt idx="25230">
                  <c:v>3</c:v>
                </c:pt>
                <c:pt idx="25231">
                  <c:v>2.5</c:v>
                </c:pt>
                <c:pt idx="25232">
                  <c:v>2</c:v>
                </c:pt>
                <c:pt idx="25233">
                  <c:v>-0.5</c:v>
                </c:pt>
                <c:pt idx="25234">
                  <c:v>0</c:v>
                </c:pt>
                <c:pt idx="25235">
                  <c:v>0</c:v>
                </c:pt>
                <c:pt idx="25236">
                  <c:v>-0.5</c:v>
                </c:pt>
                <c:pt idx="25237">
                  <c:v>1</c:v>
                </c:pt>
                <c:pt idx="25238">
                  <c:v>0.5</c:v>
                </c:pt>
                <c:pt idx="25239">
                  <c:v>0</c:v>
                </c:pt>
                <c:pt idx="25240">
                  <c:v>-1</c:v>
                </c:pt>
                <c:pt idx="25241">
                  <c:v>0.5</c:v>
                </c:pt>
                <c:pt idx="25242">
                  <c:v>1.5</c:v>
                </c:pt>
                <c:pt idx="25243">
                  <c:v>2</c:v>
                </c:pt>
                <c:pt idx="25244">
                  <c:v>3</c:v>
                </c:pt>
                <c:pt idx="25245">
                  <c:v>3</c:v>
                </c:pt>
                <c:pt idx="25246">
                  <c:v>4</c:v>
                </c:pt>
                <c:pt idx="25247">
                  <c:v>4.5</c:v>
                </c:pt>
                <c:pt idx="25248">
                  <c:v>4</c:v>
                </c:pt>
                <c:pt idx="25249">
                  <c:v>4.5</c:v>
                </c:pt>
                <c:pt idx="25250">
                  <c:v>4</c:v>
                </c:pt>
                <c:pt idx="25251">
                  <c:v>6.5</c:v>
                </c:pt>
                <c:pt idx="25252">
                  <c:v>7.5</c:v>
                </c:pt>
                <c:pt idx="25253">
                  <c:v>8</c:v>
                </c:pt>
                <c:pt idx="25254">
                  <c:v>4.5</c:v>
                </c:pt>
                <c:pt idx="25255">
                  <c:v>3</c:v>
                </c:pt>
                <c:pt idx="25256">
                  <c:v>2.5</c:v>
                </c:pt>
                <c:pt idx="25257">
                  <c:v>4</c:v>
                </c:pt>
                <c:pt idx="25258">
                  <c:v>6.5</c:v>
                </c:pt>
                <c:pt idx="25259">
                  <c:v>6.5</c:v>
                </c:pt>
                <c:pt idx="25260">
                  <c:v>6.5</c:v>
                </c:pt>
                <c:pt idx="25261">
                  <c:v>7.5</c:v>
                </c:pt>
                <c:pt idx="25262">
                  <c:v>7.5</c:v>
                </c:pt>
                <c:pt idx="25263">
                  <c:v>7</c:v>
                </c:pt>
                <c:pt idx="25264">
                  <c:v>9.5</c:v>
                </c:pt>
                <c:pt idx="25265">
                  <c:v>11</c:v>
                </c:pt>
                <c:pt idx="25266">
                  <c:v>12</c:v>
                </c:pt>
                <c:pt idx="25267">
                  <c:v>12</c:v>
                </c:pt>
                <c:pt idx="25268">
                  <c:v>14</c:v>
                </c:pt>
                <c:pt idx="25269">
                  <c:v>13.5</c:v>
                </c:pt>
                <c:pt idx="25270">
                  <c:v>13.5</c:v>
                </c:pt>
                <c:pt idx="25271">
                  <c:v>14</c:v>
                </c:pt>
                <c:pt idx="25272">
                  <c:v>13</c:v>
                </c:pt>
                <c:pt idx="25273">
                  <c:v>12.5</c:v>
                </c:pt>
                <c:pt idx="25274">
                  <c:v>14</c:v>
                </c:pt>
                <c:pt idx="25275">
                  <c:v>13</c:v>
                </c:pt>
                <c:pt idx="25276">
                  <c:v>13.5</c:v>
                </c:pt>
                <c:pt idx="25277">
                  <c:v>10</c:v>
                </c:pt>
                <c:pt idx="25278">
                  <c:v>9.5</c:v>
                </c:pt>
                <c:pt idx="25279">
                  <c:v>11</c:v>
                </c:pt>
                <c:pt idx="25280">
                  <c:v>12</c:v>
                </c:pt>
                <c:pt idx="25281">
                  <c:v>8</c:v>
                </c:pt>
                <c:pt idx="25282">
                  <c:v>8.5</c:v>
                </c:pt>
                <c:pt idx="25283">
                  <c:v>10</c:v>
                </c:pt>
                <c:pt idx="25284">
                  <c:v>12.5</c:v>
                </c:pt>
                <c:pt idx="25285">
                  <c:v>13.5</c:v>
                </c:pt>
                <c:pt idx="25286">
                  <c:v>13</c:v>
                </c:pt>
                <c:pt idx="25287">
                  <c:v>14.5</c:v>
                </c:pt>
                <c:pt idx="25288">
                  <c:v>10.5</c:v>
                </c:pt>
                <c:pt idx="25289">
                  <c:v>10</c:v>
                </c:pt>
                <c:pt idx="25290">
                  <c:v>11</c:v>
                </c:pt>
                <c:pt idx="25291">
                  <c:v>12.5</c:v>
                </c:pt>
                <c:pt idx="25292">
                  <c:v>11.5</c:v>
                </c:pt>
                <c:pt idx="25293">
                  <c:v>9.5</c:v>
                </c:pt>
                <c:pt idx="25294">
                  <c:v>9.5</c:v>
                </c:pt>
                <c:pt idx="25295">
                  <c:v>10</c:v>
                </c:pt>
                <c:pt idx="25296">
                  <c:v>12</c:v>
                </c:pt>
                <c:pt idx="25297">
                  <c:v>12.5</c:v>
                </c:pt>
                <c:pt idx="25298">
                  <c:v>14.5</c:v>
                </c:pt>
                <c:pt idx="25299">
                  <c:v>16</c:v>
                </c:pt>
                <c:pt idx="25300">
                  <c:v>17</c:v>
                </c:pt>
                <c:pt idx="25301">
                  <c:v>17.5</c:v>
                </c:pt>
                <c:pt idx="25302">
                  <c:v>16.5</c:v>
                </c:pt>
                <c:pt idx="25303">
                  <c:v>18.5</c:v>
                </c:pt>
                <c:pt idx="25304">
                  <c:v>19.5</c:v>
                </c:pt>
                <c:pt idx="25305">
                  <c:v>20</c:v>
                </c:pt>
                <c:pt idx="25306">
                  <c:v>18.5</c:v>
                </c:pt>
                <c:pt idx="25307">
                  <c:v>18.5</c:v>
                </c:pt>
                <c:pt idx="25308">
                  <c:v>20</c:v>
                </c:pt>
                <c:pt idx="25309">
                  <c:v>18.5</c:v>
                </c:pt>
                <c:pt idx="25310">
                  <c:v>18</c:v>
                </c:pt>
                <c:pt idx="25311">
                  <c:v>18</c:v>
                </c:pt>
                <c:pt idx="25312">
                  <c:v>19</c:v>
                </c:pt>
                <c:pt idx="25313">
                  <c:v>20</c:v>
                </c:pt>
                <c:pt idx="25314">
                  <c:v>20</c:v>
                </c:pt>
                <c:pt idx="25315">
                  <c:v>22</c:v>
                </c:pt>
                <c:pt idx="25316">
                  <c:v>24.5</c:v>
                </c:pt>
                <c:pt idx="25317">
                  <c:v>24.5</c:v>
                </c:pt>
                <c:pt idx="25318">
                  <c:v>26</c:v>
                </c:pt>
                <c:pt idx="25319">
                  <c:v>27</c:v>
                </c:pt>
                <c:pt idx="25320">
                  <c:v>24</c:v>
                </c:pt>
                <c:pt idx="25321">
                  <c:v>15.5</c:v>
                </c:pt>
                <c:pt idx="25322">
                  <c:v>16</c:v>
                </c:pt>
                <c:pt idx="25323">
                  <c:v>18</c:v>
                </c:pt>
                <c:pt idx="25324">
                  <c:v>18</c:v>
                </c:pt>
                <c:pt idx="25325">
                  <c:v>19</c:v>
                </c:pt>
                <c:pt idx="25326">
                  <c:v>19.5</c:v>
                </c:pt>
                <c:pt idx="25327">
                  <c:v>15.5</c:v>
                </c:pt>
                <c:pt idx="25328">
                  <c:v>16</c:v>
                </c:pt>
                <c:pt idx="25329">
                  <c:v>18</c:v>
                </c:pt>
                <c:pt idx="25330">
                  <c:v>19.5</c:v>
                </c:pt>
                <c:pt idx="25331">
                  <c:v>18.5</c:v>
                </c:pt>
                <c:pt idx="25332">
                  <c:v>18.5</c:v>
                </c:pt>
                <c:pt idx="25333">
                  <c:v>20.5</c:v>
                </c:pt>
                <c:pt idx="25334">
                  <c:v>22</c:v>
                </c:pt>
                <c:pt idx="25335">
                  <c:v>23.5</c:v>
                </c:pt>
                <c:pt idx="25336">
                  <c:v>25.5</c:v>
                </c:pt>
                <c:pt idx="25337">
                  <c:v>26.5</c:v>
                </c:pt>
                <c:pt idx="25338">
                  <c:v>26</c:v>
                </c:pt>
                <c:pt idx="25339">
                  <c:v>26</c:v>
                </c:pt>
                <c:pt idx="25340">
                  <c:v>26</c:v>
                </c:pt>
                <c:pt idx="25341">
                  <c:v>24.5</c:v>
                </c:pt>
                <c:pt idx="25342">
                  <c:v>19</c:v>
                </c:pt>
                <c:pt idx="25343">
                  <c:v>20.5</c:v>
                </c:pt>
                <c:pt idx="25344">
                  <c:v>22</c:v>
                </c:pt>
                <c:pt idx="25345">
                  <c:v>23</c:v>
                </c:pt>
                <c:pt idx="25346">
                  <c:v>21.5</c:v>
                </c:pt>
                <c:pt idx="25347">
                  <c:v>21.5</c:v>
                </c:pt>
                <c:pt idx="25348">
                  <c:v>21</c:v>
                </c:pt>
                <c:pt idx="25349">
                  <c:v>22</c:v>
                </c:pt>
                <c:pt idx="25350">
                  <c:v>19.5</c:v>
                </c:pt>
                <c:pt idx="25351">
                  <c:v>21</c:v>
                </c:pt>
                <c:pt idx="25352">
                  <c:v>22.5</c:v>
                </c:pt>
                <c:pt idx="25353">
                  <c:v>22</c:v>
                </c:pt>
                <c:pt idx="25354">
                  <c:v>18</c:v>
                </c:pt>
                <c:pt idx="25355">
                  <c:v>19</c:v>
                </c:pt>
                <c:pt idx="25356">
                  <c:v>18</c:v>
                </c:pt>
                <c:pt idx="25357">
                  <c:v>21</c:v>
                </c:pt>
                <c:pt idx="25358">
                  <c:v>20.5</c:v>
                </c:pt>
                <c:pt idx="25359">
                  <c:v>22.5</c:v>
                </c:pt>
                <c:pt idx="25360">
                  <c:v>22</c:v>
                </c:pt>
                <c:pt idx="25361">
                  <c:v>21</c:v>
                </c:pt>
                <c:pt idx="25362">
                  <c:v>23</c:v>
                </c:pt>
                <c:pt idx="25363">
                  <c:v>24</c:v>
                </c:pt>
                <c:pt idx="25364">
                  <c:v>24.5</c:v>
                </c:pt>
                <c:pt idx="25365">
                  <c:v>21</c:v>
                </c:pt>
                <c:pt idx="25366">
                  <c:v>21.5</c:v>
                </c:pt>
                <c:pt idx="25367">
                  <c:v>23.5</c:v>
                </c:pt>
                <c:pt idx="25368">
                  <c:v>25.5</c:v>
                </c:pt>
                <c:pt idx="25369">
                  <c:v>25</c:v>
                </c:pt>
                <c:pt idx="25370">
                  <c:v>25.5</c:v>
                </c:pt>
                <c:pt idx="25371">
                  <c:v>26</c:v>
                </c:pt>
                <c:pt idx="25372">
                  <c:v>25.5</c:v>
                </c:pt>
                <c:pt idx="25373">
                  <c:v>24</c:v>
                </c:pt>
                <c:pt idx="25374">
                  <c:v>26</c:v>
                </c:pt>
                <c:pt idx="25375">
                  <c:v>25.5</c:v>
                </c:pt>
                <c:pt idx="25376">
                  <c:v>26</c:v>
                </c:pt>
                <c:pt idx="25377">
                  <c:v>25.5</c:v>
                </c:pt>
                <c:pt idx="25378">
                  <c:v>24</c:v>
                </c:pt>
                <c:pt idx="25379">
                  <c:v>24.5</c:v>
                </c:pt>
                <c:pt idx="25380">
                  <c:v>23.5</c:v>
                </c:pt>
                <c:pt idx="25381">
                  <c:v>22.5</c:v>
                </c:pt>
                <c:pt idx="25382">
                  <c:v>25.5</c:v>
                </c:pt>
                <c:pt idx="25383">
                  <c:v>27.5</c:v>
                </c:pt>
                <c:pt idx="25384">
                  <c:v>28.5</c:v>
                </c:pt>
                <c:pt idx="25385">
                  <c:v>29</c:v>
                </c:pt>
                <c:pt idx="25386">
                  <c:v>25.5</c:v>
                </c:pt>
                <c:pt idx="25387">
                  <c:v>26</c:v>
                </c:pt>
                <c:pt idx="25388">
                  <c:v>26.5</c:v>
                </c:pt>
                <c:pt idx="25389">
                  <c:v>27.5</c:v>
                </c:pt>
                <c:pt idx="25390">
                  <c:v>26.5</c:v>
                </c:pt>
                <c:pt idx="25391">
                  <c:v>25</c:v>
                </c:pt>
                <c:pt idx="25392">
                  <c:v>25.5</c:v>
                </c:pt>
                <c:pt idx="25393">
                  <c:v>27</c:v>
                </c:pt>
                <c:pt idx="25394">
                  <c:v>27.5</c:v>
                </c:pt>
                <c:pt idx="25395">
                  <c:v>28.5</c:v>
                </c:pt>
                <c:pt idx="25396">
                  <c:v>28</c:v>
                </c:pt>
                <c:pt idx="25397">
                  <c:v>28</c:v>
                </c:pt>
                <c:pt idx="25398">
                  <c:v>27</c:v>
                </c:pt>
                <c:pt idx="25399">
                  <c:v>27.5</c:v>
                </c:pt>
                <c:pt idx="25400">
                  <c:v>25.5</c:v>
                </c:pt>
                <c:pt idx="25401">
                  <c:v>26.5</c:v>
                </c:pt>
                <c:pt idx="25402">
                  <c:v>27.5</c:v>
                </c:pt>
                <c:pt idx="25403">
                  <c:v>28</c:v>
                </c:pt>
                <c:pt idx="25404">
                  <c:v>26</c:v>
                </c:pt>
                <c:pt idx="25405">
                  <c:v>25.5</c:v>
                </c:pt>
                <c:pt idx="25406">
                  <c:v>27</c:v>
                </c:pt>
                <c:pt idx="25407">
                  <c:v>28.5</c:v>
                </c:pt>
                <c:pt idx="25408">
                  <c:v>28</c:v>
                </c:pt>
                <c:pt idx="25409">
                  <c:v>24.5</c:v>
                </c:pt>
                <c:pt idx="25410">
                  <c:v>24</c:v>
                </c:pt>
                <c:pt idx="25411">
                  <c:v>25.5</c:v>
                </c:pt>
                <c:pt idx="25412">
                  <c:v>27</c:v>
                </c:pt>
                <c:pt idx="25413">
                  <c:v>27.5</c:v>
                </c:pt>
                <c:pt idx="25414">
                  <c:v>28</c:v>
                </c:pt>
                <c:pt idx="25415">
                  <c:v>31</c:v>
                </c:pt>
                <c:pt idx="25416">
                  <c:v>32.5</c:v>
                </c:pt>
                <c:pt idx="25417">
                  <c:v>34</c:v>
                </c:pt>
                <c:pt idx="25418">
                  <c:v>34</c:v>
                </c:pt>
                <c:pt idx="25419">
                  <c:v>33</c:v>
                </c:pt>
                <c:pt idx="25420">
                  <c:v>27.5</c:v>
                </c:pt>
                <c:pt idx="25421">
                  <c:v>30.5</c:v>
                </c:pt>
                <c:pt idx="25422">
                  <c:v>29</c:v>
                </c:pt>
                <c:pt idx="25423">
                  <c:v>28.5</c:v>
                </c:pt>
                <c:pt idx="25424">
                  <c:v>26</c:v>
                </c:pt>
                <c:pt idx="25425">
                  <c:v>27.5</c:v>
                </c:pt>
                <c:pt idx="25426">
                  <c:v>29.5</c:v>
                </c:pt>
                <c:pt idx="25427">
                  <c:v>31</c:v>
                </c:pt>
                <c:pt idx="25428">
                  <c:v>31.5</c:v>
                </c:pt>
                <c:pt idx="25429">
                  <c:v>31</c:v>
                </c:pt>
                <c:pt idx="25430">
                  <c:v>31</c:v>
                </c:pt>
                <c:pt idx="25431">
                  <c:v>28</c:v>
                </c:pt>
                <c:pt idx="25432">
                  <c:v>25.5</c:v>
                </c:pt>
                <c:pt idx="25433">
                  <c:v>27</c:v>
                </c:pt>
                <c:pt idx="25434">
                  <c:v>24</c:v>
                </c:pt>
                <c:pt idx="25435">
                  <c:v>24</c:v>
                </c:pt>
                <c:pt idx="25436">
                  <c:v>24.5</c:v>
                </c:pt>
                <c:pt idx="25437">
                  <c:v>22.5</c:v>
                </c:pt>
                <c:pt idx="25438">
                  <c:v>24</c:v>
                </c:pt>
                <c:pt idx="25439">
                  <c:v>25.5</c:v>
                </c:pt>
                <c:pt idx="25440">
                  <c:v>27.5</c:v>
                </c:pt>
                <c:pt idx="25441">
                  <c:v>27.5</c:v>
                </c:pt>
                <c:pt idx="25442">
                  <c:v>27.5</c:v>
                </c:pt>
                <c:pt idx="25443">
                  <c:v>26</c:v>
                </c:pt>
                <c:pt idx="25444">
                  <c:v>27.5</c:v>
                </c:pt>
                <c:pt idx="25445">
                  <c:v>27</c:v>
                </c:pt>
                <c:pt idx="25446">
                  <c:v>25.5</c:v>
                </c:pt>
                <c:pt idx="25447">
                  <c:v>25.5</c:v>
                </c:pt>
                <c:pt idx="25448">
                  <c:v>25</c:v>
                </c:pt>
                <c:pt idx="25449">
                  <c:v>24</c:v>
                </c:pt>
                <c:pt idx="25450">
                  <c:v>24.5</c:v>
                </c:pt>
                <c:pt idx="25451">
                  <c:v>25.5</c:v>
                </c:pt>
                <c:pt idx="25452">
                  <c:v>26.5</c:v>
                </c:pt>
                <c:pt idx="25453">
                  <c:v>26</c:v>
                </c:pt>
                <c:pt idx="25454">
                  <c:v>26</c:v>
                </c:pt>
                <c:pt idx="25455">
                  <c:v>21.5</c:v>
                </c:pt>
                <c:pt idx="25456">
                  <c:v>19.5</c:v>
                </c:pt>
                <c:pt idx="25457">
                  <c:v>19.5</c:v>
                </c:pt>
                <c:pt idx="25458">
                  <c:v>19</c:v>
                </c:pt>
                <c:pt idx="25459">
                  <c:v>19.5</c:v>
                </c:pt>
                <c:pt idx="25460">
                  <c:v>21</c:v>
                </c:pt>
                <c:pt idx="25461">
                  <c:v>22</c:v>
                </c:pt>
                <c:pt idx="25462">
                  <c:v>23</c:v>
                </c:pt>
                <c:pt idx="25463">
                  <c:v>21.5</c:v>
                </c:pt>
                <c:pt idx="25464">
                  <c:v>21.5</c:v>
                </c:pt>
                <c:pt idx="25465">
                  <c:v>21</c:v>
                </c:pt>
                <c:pt idx="25466">
                  <c:v>19.5</c:v>
                </c:pt>
                <c:pt idx="25467">
                  <c:v>19</c:v>
                </c:pt>
                <c:pt idx="25468">
                  <c:v>19.5</c:v>
                </c:pt>
                <c:pt idx="25469">
                  <c:v>19.5</c:v>
                </c:pt>
                <c:pt idx="25470">
                  <c:v>20</c:v>
                </c:pt>
                <c:pt idx="25471">
                  <c:v>20</c:v>
                </c:pt>
                <c:pt idx="25472">
                  <c:v>21.5</c:v>
                </c:pt>
                <c:pt idx="25473">
                  <c:v>22.5</c:v>
                </c:pt>
                <c:pt idx="25474">
                  <c:v>22.5</c:v>
                </c:pt>
                <c:pt idx="25475">
                  <c:v>21</c:v>
                </c:pt>
                <c:pt idx="25476">
                  <c:v>19.5</c:v>
                </c:pt>
                <c:pt idx="25477">
                  <c:v>20.5</c:v>
                </c:pt>
                <c:pt idx="25478">
                  <c:v>22.5</c:v>
                </c:pt>
                <c:pt idx="25479">
                  <c:v>22</c:v>
                </c:pt>
                <c:pt idx="25480">
                  <c:v>19.5</c:v>
                </c:pt>
                <c:pt idx="25481">
                  <c:v>19</c:v>
                </c:pt>
                <c:pt idx="25482">
                  <c:v>19.5</c:v>
                </c:pt>
                <c:pt idx="25483">
                  <c:v>19</c:v>
                </c:pt>
                <c:pt idx="25484">
                  <c:v>21.5</c:v>
                </c:pt>
                <c:pt idx="25485">
                  <c:v>21.5</c:v>
                </c:pt>
                <c:pt idx="25486">
                  <c:v>21</c:v>
                </c:pt>
                <c:pt idx="25487">
                  <c:v>21</c:v>
                </c:pt>
                <c:pt idx="25488">
                  <c:v>20.5</c:v>
                </c:pt>
                <c:pt idx="25489">
                  <c:v>20.5</c:v>
                </c:pt>
                <c:pt idx="25490">
                  <c:v>22</c:v>
                </c:pt>
                <c:pt idx="25491">
                  <c:v>20.5</c:v>
                </c:pt>
                <c:pt idx="25492">
                  <c:v>20</c:v>
                </c:pt>
                <c:pt idx="25493">
                  <c:v>20.5</c:v>
                </c:pt>
                <c:pt idx="25494">
                  <c:v>20</c:v>
                </c:pt>
                <c:pt idx="25495">
                  <c:v>21</c:v>
                </c:pt>
                <c:pt idx="25496">
                  <c:v>19</c:v>
                </c:pt>
                <c:pt idx="25497">
                  <c:v>13.5</c:v>
                </c:pt>
                <c:pt idx="25498">
                  <c:v>11</c:v>
                </c:pt>
                <c:pt idx="25499">
                  <c:v>11</c:v>
                </c:pt>
                <c:pt idx="25500">
                  <c:v>12.5</c:v>
                </c:pt>
                <c:pt idx="25501">
                  <c:v>14.5</c:v>
                </c:pt>
                <c:pt idx="25502">
                  <c:v>13</c:v>
                </c:pt>
                <c:pt idx="25503">
                  <c:v>15</c:v>
                </c:pt>
                <c:pt idx="25504">
                  <c:v>14.5</c:v>
                </c:pt>
                <c:pt idx="25505">
                  <c:v>13</c:v>
                </c:pt>
                <c:pt idx="25506">
                  <c:v>11</c:v>
                </c:pt>
                <c:pt idx="25507">
                  <c:v>10.5</c:v>
                </c:pt>
                <c:pt idx="25508">
                  <c:v>10</c:v>
                </c:pt>
                <c:pt idx="25509">
                  <c:v>11</c:v>
                </c:pt>
                <c:pt idx="25510">
                  <c:v>10.5</c:v>
                </c:pt>
                <c:pt idx="25511">
                  <c:v>10.5</c:v>
                </c:pt>
                <c:pt idx="25512">
                  <c:v>8.5</c:v>
                </c:pt>
                <c:pt idx="25513">
                  <c:v>9.5</c:v>
                </c:pt>
                <c:pt idx="25514">
                  <c:v>10</c:v>
                </c:pt>
                <c:pt idx="25515">
                  <c:v>10</c:v>
                </c:pt>
                <c:pt idx="25516">
                  <c:v>10.5</c:v>
                </c:pt>
                <c:pt idx="25517">
                  <c:v>11</c:v>
                </c:pt>
                <c:pt idx="25518">
                  <c:v>8.5</c:v>
                </c:pt>
                <c:pt idx="25519">
                  <c:v>8</c:v>
                </c:pt>
                <c:pt idx="25520">
                  <c:v>8.5</c:v>
                </c:pt>
                <c:pt idx="25521">
                  <c:v>7.5</c:v>
                </c:pt>
                <c:pt idx="25522">
                  <c:v>7</c:v>
                </c:pt>
                <c:pt idx="25523">
                  <c:v>4.5</c:v>
                </c:pt>
                <c:pt idx="25524">
                  <c:v>5</c:v>
                </c:pt>
                <c:pt idx="25525">
                  <c:v>6.5</c:v>
                </c:pt>
                <c:pt idx="25526">
                  <c:v>7</c:v>
                </c:pt>
                <c:pt idx="25527">
                  <c:v>8.5</c:v>
                </c:pt>
                <c:pt idx="25528">
                  <c:v>10</c:v>
                </c:pt>
                <c:pt idx="25529">
                  <c:v>9</c:v>
                </c:pt>
                <c:pt idx="25530">
                  <c:v>6</c:v>
                </c:pt>
                <c:pt idx="25531">
                  <c:v>5</c:v>
                </c:pt>
                <c:pt idx="25532">
                  <c:v>4</c:v>
                </c:pt>
                <c:pt idx="25533">
                  <c:v>4.5</c:v>
                </c:pt>
                <c:pt idx="25534">
                  <c:v>4</c:v>
                </c:pt>
                <c:pt idx="25535">
                  <c:v>4.5</c:v>
                </c:pt>
                <c:pt idx="25536">
                  <c:v>4.5</c:v>
                </c:pt>
                <c:pt idx="25537">
                  <c:v>5</c:v>
                </c:pt>
                <c:pt idx="25538">
                  <c:v>5.5</c:v>
                </c:pt>
                <c:pt idx="25539">
                  <c:v>4</c:v>
                </c:pt>
                <c:pt idx="25540">
                  <c:v>4.5</c:v>
                </c:pt>
                <c:pt idx="25541">
                  <c:v>5.5</c:v>
                </c:pt>
                <c:pt idx="25542">
                  <c:v>6.5</c:v>
                </c:pt>
                <c:pt idx="25543">
                  <c:v>8</c:v>
                </c:pt>
                <c:pt idx="25544">
                  <c:v>8</c:v>
                </c:pt>
                <c:pt idx="25545">
                  <c:v>8.5</c:v>
                </c:pt>
                <c:pt idx="25546">
                  <c:v>7.5</c:v>
                </c:pt>
                <c:pt idx="25547">
                  <c:v>6.5</c:v>
                </c:pt>
                <c:pt idx="25548">
                  <c:v>6.5</c:v>
                </c:pt>
                <c:pt idx="25549">
                  <c:v>6</c:v>
                </c:pt>
                <c:pt idx="25550">
                  <c:v>3</c:v>
                </c:pt>
                <c:pt idx="25551">
                  <c:v>2</c:v>
                </c:pt>
                <c:pt idx="25552">
                  <c:v>1.5</c:v>
                </c:pt>
                <c:pt idx="25553">
                  <c:v>2.5</c:v>
                </c:pt>
                <c:pt idx="25554">
                  <c:v>3.5</c:v>
                </c:pt>
                <c:pt idx="25555">
                  <c:v>5</c:v>
                </c:pt>
                <c:pt idx="25556">
                  <c:v>5</c:v>
                </c:pt>
                <c:pt idx="25557">
                  <c:v>4.5</c:v>
                </c:pt>
                <c:pt idx="25558">
                  <c:v>5</c:v>
                </c:pt>
                <c:pt idx="25559">
                  <c:v>5.5</c:v>
                </c:pt>
                <c:pt idx="25560">
                  <c:v>4</c:v>
                </c:pt>
                <c:pt idx="25561">
                  <c:v>2.5</c:v>
                </c:pt>
                <c:pt idx="25562">
                  <c:v>3</c:v>
                </c:pt>
                <c:pt idx="25563">
                  <c:v>1.5</c:v>
                </c:pt>
                <c:pt idx="25564">
                  <c:v>1.5</c:v>
                </c:pt>
                <c:pt idx="25565">
                  <c:v>1.5</c:v>
                </c:pt>
                <c:pt idx="25566">
                  <c:v>2</c:v>
                </c:pt>
                <c:pt idx="25567">
                  <c:v>1.5</c:v>
                </c:pt>
                <c:pt idx="25568">
                  <c:v>1</c:v>
                </c:pt>
                <c:pt idx="25569">
                  <c:v>0</c:v>
                </c:pt>
                <c:pt idx="25570">
                  <c:v>1</c:v>
                </c:pt>
                <c:pt idx="25571">
                  <c:v>1</c:v>
                </c:pt>
                <c:pt idx="25572">
                  <c:v>2</c:v>
                </c:pt>
                <c:pt idx="25573">
                  <c:v>3.5</c:v>
                </c:pt>
                <c:pt idx="25574">
                  <c:v>4</c:v>
                </c:pt>
                <c:pt idx="25575">
                  <c:v>6.5</c:v>
                </c:pt>
                <c:pt idx="25576">
                  <c:v>7.5</c:v>
                </c:pt>
                <c:pt idx="25577">
                  <c:v>8</c:v>
                </c:pt>
                <c:pt idx="25578">
                  <c:v>8.5</c:v>
                </c:pt>
                <c:pt idx="25579">
                  <c:v>8</c:v>
                </c:pt>
                <c:pt idx="25580">
                  <c:v>9</c:v>
                </c:pt>
                <c:pt idx="25581">
                  <c:v>8</c:v>
                </c:pt>
                <c:pt idx="25582">
                  <c:v>5.5</c:v>
                </c:pt>
                <c:pt idx="25583">
                  <c:v>4.5</c:v>
                </c:pt>
                <c:pt idx="25584">
                  <c:v>4</c:v>
                </c:pt>
                <c:pt idx="25585">
                  <c:v>4.5</c:v>
                </c:pt>
                <c:pt idx="25586">
                  <c:v>5.5</c:v>
                </c:pt>
                <c:pt idx="25587">
                  <c:v>7</c:v>
                </c:pt>
                <c:pt idx="25588">
                  <c:v>7.5</c:v>
                </c:pt>
                <c:pt idx="25589">
                  <c:v>7.5</c:v>
                </c:pt>
                <c:pt idx="25590">
                  <c:v>8</c:v>
                </c:pt>
                <c:pt idx="25591">
                  <c:v>10</c:v>
                </c:pt>
                <c:pt idx="25592">
                  <c:v>9.5</c:v>
                </c:pt>
                <c:pt idx="25593">
                  <c:v>9.5</c:v>
                </c:pt>
                <c:pt idx="25594">
                  <c:v>9</c:v>
                </c:pt>
                <c:pt idx="25595">
                  <c:v>6</c:v>
                </c:pt>
                <c:pt idx="25596">
                  <c:v>5.5</c:v>
                </c:pt>
                <c:pt idx="25597">
                  <c:v>10</c:v>
                </c:pt>
                <c:pt idx="25598">
                  <c:v>9</c:v>
                </c:pt>
                <c:pt idx="25599">
                  <c:v>10.5</c:v>
                </c:pt>
                <c:pt idx="25600">
                  <c:v>10.5</c:v>
                </c:pt>
                <c:pt idx="25601">
                  <c:v>11</c:v>
                </c:pt>
                <c:pt idx="25602">
                  <c:v>11</c:v>
                </c:pt>
                <c:pt idx="25603">
                  <c:v>8</c:v>
                </c:pt>
                <c:pt idx="25604">
                  <c:v>8.5</c:v>
                </c:pt>
                <c:pt idx="25605">
                  <c:v>9</c:v>
                </c:pt>
                <c:pt idx="25606">
                  <c:v>9.5</c:v>
                </c:pt>
                <c:pt idx="25607">
                  <c:v>10</c:v>
                </c:pt>
                <c:pt idx="25608">
                  <c:v>10.5</c:v>
                </c:pt>
                <c:pt idx="25609">
                  <c:v>10</c:v>
                </c:pt>
                <c:pt idx="25610">
                  <c:v>7.5</c:v>
                </c:pt>
                <c:pt idx="25611">
                  <c:v>8</c:v>
                </c:pt>
                <c:pt idx="25612">
                  <c:v>10.5</c:v>
                </c:pt>
                <c:pt idx="25613">
                  <c:v>11</c:v>
                </c:pt>
                <c:pt idx="25614">
                  <c:v>12</c:v>
                </c:pt>
                <c:pt idx="25615">
                  <c:v>10</c:v>
                </c:pt>
                <c:pt idx="25616">
                  <c:v>8.5</c:v>
                </c:pt>
                <c:pt idx="25617">
                  <c:v>9</c:v>
                </c:pt>
                <c:pt idx="25618">
                  <c:v>9.5</c:v>
                </c:pt>
                <c:pt idx="25619">
                  <c:v>9.5</c:v>
                </c:pt>
                <c:pt idx="25620">
                  <c:v>9</c:v>
                </c:pt>
                <c:pt idx="25621">
                  <c:v>8.5</c:v>
                </c:pt>
                <c:pt idx="25622">
                  <c:v>9</c:v>
                </c:pt>
                <c:pt idx="25623">
                  <c:v>8</c:v>
                </c:pt>
                <c:pt idx="25624">
                  <c:v>11</c:v>
                </c:pt>
                <c:pt idx="25625">
                  <c:v>7.5</c:v>
                </c:pt>
                <c:pt idx="25626">
                  <c:v>6</c:v>
                </c:pt>
                <c:pt idx="25627">
                  <c:v>7.5</c:v>
                </c:pt>
                <c:pt idx="25628">
                  <c:v>8.5</c:v>
                </c:pt>
                <c:pt idx="25629">
                  <c:v>7.5</c:v>
                </c:pt>
                <c:pt idx="25630">
                  <c:v>8.5</c:v>
                </c:pt>
                <c:pt idx="25631">
                  <c:v>9</c:v>
                </c:pt>
                <c:pt idx="25632">
                  <c:v>8</c:v>
                </c:pt>
                <c:pt idx="25633">
                  <c:v>8</c:v>
                </c:pt>
                <c:pt idx="25634">
                  <c:v>9</c:v>
                </c:pt>
                <c:pt idx="25635">
                  <c:v>9</c:v>
                </c:pt>
                <c:pt idx="25636">
                  <c:v>9.5</c:v>
                </c:pt>
                <c:pt idx="25637">
                  <c:v>10.5</c:v>
                </c:pt>
                <c:pt idx="25638">
                  <c:v>11.5</c:v>
                </c:pt>
                <c:pt idx="25639">
                  <c:v>11.5</c:v>
                </c:pt>
                <c:pt idx="25640">
                  <c:v>10.5</c:v>
                </c:pt>
                <c:pt idx="25641">
                  <c:v>10</c:v>
                </c:pt>
                <c:pt idx="25642">
                  <c:v>9</c:v>
                </c:pt>
                <c:pt idx="25643">
                  <c:v>9</c:v>
                </c:pt>
                <c:pt idx="25644">
                  <c:v>10.5</c:v>
                </c:pt>
                <c:pt idx="25645">
                  <c:v>11</c:v>
                </c:pt>
                <c:pt idx="25646">
                  <c:v>9.5</c:v>
                </c:pt>
                <c:pt idx="25647">
                  <c:v>11</c:v>
                </c:pt>
                <c:pt idx="25648">
                  <c:v>12</c:v>
                </c:pt>
                <c:pt idx="25649">
                  <c:v>10.5</c:v>
                </c:pt>
                <c:pt idx="25650">
                  <c:v>11.5</c:v>
                </c:pt>
                <c:pt idx="25651">
                  <c:v>13</c:v>
                </c:pt>
                <c:pt idx="25652">
                  <c:v>14</c:v>
                </c:pt>
                <c:pt idx="25653">
                  <c:v>11</c:v>
                </c:pt>
                <c:pt idx="25654">
                  <c:v>12</c:v>
                </c:pt>
                <c:pt idx="25655">
                  <c:v>11</c:v>
                </c:pt>
                <c:pt idx="25656">
                  <c:v>10</c:v>
                </c:pt>
                <c:pt idx="25657">
                  <c:v>10.5</c:v>
                </c:pt>
                <c:pt idx="25658">
                  <c:v>10.5</c:v>
                </c:pt>
                <c:pt idx="25659">
                  <c:v>10.5</c:v>
                </c:pt>
                <c:pt idx="25660">
                  <c:v>11.5</c:v>
                </c:pt>
                <c:pt idx="25661">
                  <c:v>11</c:v>
                </c:pt>
                <c:pt idx="25662">
                  <c:v>10.5</c:v>
                </c:pt>
                <c:pt idx="25663">
                  <c:v>11</c:v>
                </c:pt>
                <c:pt idx="25664">
                  <c:v>11.5</c:v>
                </c:pt>
                <c:pt idx="25665">
                  <c:v>12.5</c:v>
                </c:pt>
                <c:pt idx="25666">
                  <c:v>14</c:v>
                </c:pt>
                <c:pt idx="25667">
                  <c:v>12.5</c:v>
                </c:pt>
                <c:pt idx="25668">
                  <c:v>13.5</c:v>
                </c:pt>
                <c:pt idx="25669">
                  <c:v>14.5</c:v>
                </c:pt>
                <c:pt idx="25670">
                  <c:v>14.5</c:v>
                </c:pt>
                <c:pt idx="25671">
                  <c:v>17</c:v>
                </c:pt>
                <c:pt idx="25672">
                  <c:v>17</c:v>
                </c:pt>
                <c:pt idx="25673">
                  <c:v>17.5</c:v>
                </c:pt>
                <c:pt idx="25674">
                  <c:v>15.5</c:v>
                </c:pt>
                <c:pt idx="25675">
                  <c:v>15</c:v>
                </c:pt>
                <c:pt idx="25676">
                  <c:v>15</c:v>
                </c:pt>
                <c:pt idx="25677">
                  <c:v>15</c:v>
                </c:pt>
                <c:pt idx="25678">
                  <c:v>14</c:v>
                </c:pt>
                <c:pt idx="25679">
                  <c:v>13.5</c:v>
                </c:pt>
                <c:pt idx="25680">
                  <c:v>13.5</c:v>
                </c:pt>
                <c:pt idx="25681">
                  <c:v>16.5</c:v>
                </c:pt>
                <c:pt idx="25682">
                  <c:v>18</c:v>
                </c:pt>
                <c:pt idx="25683">
                  <c:v>17</c:v>
                </c:pt>
                <c:pt idx="25684">
                  <c:v>17</c:v>
                </c:pt>
                <c:pt idx="25685">
                  <c:v>16.5</c:v>
                </c:pt>
                <c:pt idx="25686">
                  <c:v>16.5</c:v>
                </c:pt>
                <c:pt idx="25687">
                  <c:v>19</c:v>
                </c:pt>
                <c:pt idx="25688">
                  <c:v>20</c:v>
                </c:pt>
                <c:pt idx="25689">
                  <c:v>17.5</c:v>
                </c:pt>
                <c:pt idx="25690">
                  <c:v>16.5</c:v>
                </c:pt>
                <c:pt idx="25691">
                  <c:v>17</c:v>
                </c:pt>
                <c:pt idx="25692">
                  <c:v>18.5</c:v>
                </c:pt>
                <c:pt idx="25693">
                  <c:v>20</c:v>
                </c:pt>
                <c:pt idx="25694">
                  <c:v>19</c:v>
                </c:pt>
                <c:pt idx="25695">
                  <c:v>19.5</c:v>
                </c:pt>
                <c:pt idx="25696">
                  <c:v>19.5</c:v>
                </c:pt>
                <c:pt idx="25697">
                  <c:v>19.5</c:v>
                </c:pt>
                <c:pt idx="25698">
                  <c:v>17</c:v>
                </c:pt>
                <c:pt idx="25699">
                  <c:v>17.5</c:v>
                </c:pt>
                <c:pt idx="25700">
                  <c:v>18.5</c:v>
                </c:pt>
                <c:pt idx="25701">
                  <c:v>20</c:v>
                </c:pt>
                <c:pt idx="25702">
                  <c:v>22</c:v>
                </c:pt>
                <c:pt idx="25703">
                  <c:v>25</c:v>
                </c:pt>
                <c:pt idx="25704">
                  <c:v>26</c:v>
                </c:pt>
                <c:pt idx="25705">
                  <c:v>25.5</c:v>
                </c:pt>
                <c:pt idx="25706">
                  <c:v>24</c:v>
                </c:pt>
                <c:pt idx="25707">
                  <c:v>24</c:v>
                </c:pt>
                <c:pt idx="25708">
                  <c:v>24</c:v>
                </c:pt>
                <c:pt idx="25709">
                  <c:v>25</c:v>
                </c:pt>
                <c:pt idx="25710">
                  <c:v>26</c:v>
                </c:pt>
                <c:pt idx="25711">
                  <c:v>26</c:v>
                </c:pt>
                <c:pt idx="25712">
                  <c:v>26.5</c:v>
                </c:pt>
                <c:pt idx="25713">
                  <c:v>26.5</c:v>
                </c:pt>
                <c:pt idx="25714">
                  <c:v>26.5</c:v>
                </c:pt>
                <c:pt idx="25715">
                  <c:v>27.5</c:v>
                </c:pt>
                <c:pt idx="25716">
                  <c:v>28.5</c:v>
                </c:pt>
                <c:pt idx="25717">
                  <c:v>29.5</c:v>
                </c:pt>
                <c:pt idx="25718">
                  <c:v>25.5</c:v>
                </c:pt>
                <c:pt idx="25719">
                  <c:v>25</c:v>
                </c:pt>
                <c:pt idx="25720">
                  <c:v>25.5</c:v>
                </c:pt>
                <c:pt idx="25721">
                  <c:v>24</c:v>
                </c:pt>
                <c:pt idx="25722">
                  <c:v>25</c:v>
                </c:pt>
                <c:pt idx="25723">
                  <c:v>24.5</c:v>
                </c:pt>
                <c:pt idx="25724">
                  <c:v>22</c:v>
                </c:pt>
                <c:pt idx="25725">
                  <c:v>24.5</c:v>
                </c:pt>
                <c:pt idx="25726">
                  <c:v>23.5</c:v>
                </c:pt>
                <c:pt idx="25727">
                  <c:v>19</c:v>
                </c:pt>
                <c:pt idx="25728">
                  <c:v>23</c:v>
                </c:pt>
                <c:pt idx="25729">
                  <c:v>24</c:v>
                </c:pt>
                <c:pt idx="25730">
                  <c:v>24.5</c:v>
                </c:pt>
                <c:pt idx="25731">
                  <c:v>26</c:v>
                </c:pt>
                <c:pt idx="25732">
                  <c:v>24</c:v>
                </c:pt>
                <c:pt idx="25733">
                  <c:v>25</c:v>
                </c:pt>
                <c:pt idx="25734">
                  <c:v>26</c:v>
                </c:pt>
                <c:pt idx="25735">
                  <c:v>26.5</c:v>
                </c:pt>
                <c:pt idx="25736">
                  <c:v>26.5</c:v>
                </c:pt>
                <c:pt idx="25737">
                  <c:v>28.5</c:v>
                </c:pt>
                <c:pt idx="25738">
                  <c:v>31</c:v>
                </c:pt>
                <c:pt idx="25739">
                  <c:v>31.5</c:v>
                </c:pt>
                <c:pt idx="25740">
                  <c:v>30</c:v>
                </c:pt>
                <c:pt idx="25741">
                  <c:v>25.5</c:v>
                </c:pt>
                <c:pt idx="25742">
                  <c:v>27.5</c:v>
                </c:pt>
                <c:pt idx="25743">
                  <c:v>30</c:v>
                </c:pt>
                <c:pt idx="25744">
                  <c:v>32</c:v>
                </c:pt>
                <c:pt idx="25745">
                  <c:v>32.5</c:v>
                </c:pt>
                <c:pt idx="25746">
                  <c:v>32.5</c:v>
                </c:pt>
                <c:pt idx="25747">
                  <c:v>32</c:v>
                </c:pt>
                <c:pt idx="25748">
                  <c:v>27.5</c:v>
                </c:pt>
                <c:pt idx="25749">
                  <c:v>26</c:v>
                </c:pt>
                <c:pt idx="25750">
                  <c:v>28</c:v>
                </c:pt>
                <c:pt idx="25751">
                  <c:v>29.5</c:v>
                </c:pt>
                <c:pt idx="25752">
                  <c:v>30</c:v>
                </c:pt>
                <c:pt idx="25753">
                  <c:v>31</c:v>
                </c:pt>
                <c:pt idx="25754">
                  <c:v>30.5</c:v>
                </c:pt>
                <c:pt idx="25755">
                  <c:v>31.5</c:v>
                </c:pt>
                <c:pt idx="25756">
                  <c:v>30</c:v>
                </c:pt>
                <c:pt idx="25757">
                  <c:v>26.5</c:v>
                </c:pt>
                <c:pt idx="25758">
                  <c:v>27</c:v>
                </c:pt>
                <c:pt idx="25759">
                  <c:v>28</c:v>
                </c:pt>
                <c:pt idx="25760">
                  <c:v>26.5</c:v>
                </c:pt>
                <c:pt idx="25761">
                  <c:v>27.5</c:v>
                </c:pt>
                <c:pt idx="25762">
                  <c:v>29.5</c:v>
                </c:pt>
                <c:pt idx="25763">
                  <c:v>31.5</c:v>
                </c:pt>
                <c:pt idx="25764">
                  <c:v>31.5</c:v>
                </c:pt>
                <c:pt idx="25765">
                  <c:v>28.5</c:v>
                </c:pt>
                <c:pt idx="25766">
                  <c:v>29</c:v>
                </c:pt>
                <c:pt idx="25767">
                  <c:v>25.5</c:v>
                </c:pt>
                <c:pt idx="25768">
                  <c:v>22</c:v>
                </c:pt>
                <c:pt idx="25769">
                  <c:v>22</c:v>
                </c:pt>
                <c:pt idx="25770">
                  <c:v>25.5</c:v>
                </c:pt>
                <c:pt idx="25771">
                  <c:v>25</c:v>
                </c:pt>
                <c:pt idx="25772">
                  <c:v>24.5</c:v>
                </c:pt>
                <c:pt idx="25773">
                  <c:v>25.5</c:v>
                </c:pt>
                <c:pt idx="25774">
                  <c:v>26</c:v>
                </c:pt>
                <c:pt idx="25775">
                  <c:v>27.5</c:v>
                </c:pt>
                <c:pt idx="25776">
                  <c:v>28</c:v>
                </c:pt>
                <c:pt idx="25777">
                  <c:v>29</c:v>
                </c:pt>
                <c:pt idx="25778">
                  <c:v>30</c:v>
                </c:pt>
                <c:pt idx="25779">
                  <c:v>29.5</c:v>
                </c:pt>
                <c:pt idx="25780">
                  <c:v>28.5</c:v>
                </c:pt>
                <c:pt idx="25781">
                  <c:v>30</c:v>
                </c:pt>
                <c:pt idx="25782">
                  <c:v>31.5</c:v>
                </c:pt>
                <c:pt idx="25783">
                  <c:v>32.5</c:v>
                </c:pt>
                <c:pt idx="25784">
                  <c:v>32</c:v>
                </c:pt>
                <c:pt idx="25785">
                  <c:v>31.5</c:v>
                </c:pt>
                <c:pt idx="25786">
                  <c:v>31.5</c:v>
                </c:pt>
                <c:pt idx="25787">
                  <c:v>31.5</c:v>
                </c:pt>
                <c:pt idx="25788">
                  <c:v>30</c:v>
                </c:pt>
                <c:pt idx="25789">
                  <c:v>28.5</c:v>
                </c:pt>
                <c:pt idx="25790">
                  <c:v>30</c:v>
                </c:pt>
                <c:pt idx="25791">
                  <c:v>27.5</c:v>
                </c:pt>
                <c:pt idx="25792">
                  <c:v>27.5</c:v>
                </c:pt>
                <c:pt idx="25793">
                  <c:v>28</c:v>
                </c:pt>
                <c:pt idx="25794">
                  <c:v>28.5</c:v>
                </c:pt>
                <c:pt idx="25795">
                  <c:v>29.5</c:v>
                </c:pt>
                <c:pt idx="25796">
                  <c:v>32</c:v>
                </c:pt>
                <c:pt idx="25797">
                  <c:v>32</c:v>
                </c:pt>
                <c:pt idx="25798">
                  <c:v>31.5</c:v>
                </c:pt>
                <c:pt idx="25799">
                  <c:v>30</c:v>
                </c:pt>
                <c:pt idx="25800">
                  <c:v>27</c:v>
                </c:pt>
                <c:pt idx="25801">
                  <c:v>26.5</c:v>
                </c:pt>
                <c:pt idx="25802">
                  <c:v>26.5</c:v>
                </c:pt>
                <c:pt idx="25803">
                  <c:v>28</c:v>
                </c:pt>
                <c:pt idx="25804">
                  <c:v>22.5</c:v>
                </c:pt>
                <c:pt idx="25805">
                  <c:v>24.5</c:v>
                </c:pt>
                <c:pt idx="25806">
                  <c:v>25</c:v>
                </c:pt>
                <c:pt idx="25807">
                  <c:v>26.5</c:v>
                </c:pt>
                <c:pt idx="25808">
                  <c:v>27</c:v>
                </c:pt>
                <c:pt idx="25809">
                  <c:v>27.5</c:v>
                </c:pt>
                <c:pt idx="25810">
                  <c:v>28</c:v>
                </c:pt>
                <c:pt idx="25811">
                  <c:v>23.5</c:v>
                </c:pt>
                <c:pt idx="25812">
                  <c:v>24.5</c:v>
                </c:pt>
                <c:pt idx="25813">
                  <c:v>22.5</c:v>
                </c:pt>
                <c:pt idx="25814">
                  <c:v>21.5</c:v>
                </c:pt>
                <c:pt idx="25815">
                  <c:v>23.5</c:v>
                </c:pt>
                <c:pt idx="25816">
                  <c:v>23.5</c:v>
                </c:pt>
                <c:pt idx="25817">
                  <c:v>25</c:v>
                </c:pt>
                <c:pt idx="25818">
                  <c:v>24.5</c:v>
                </c:pt>
                <c:pt idx="25819">
                  <c:v>26</c:v>
                </c:pt>
                <c:pt idx="25820">
                  <c:v>25</c:v>
                </c:pt>
                <c:pt idx="25821">
                  <c:v>19.5</c:v>
                </c:pt>
                <c:pt idx="25822">
                  <c:v>20</c:v>
                </c:pt>
                <c:pt idx="25823">
                  <c:v>20</c:v>
                </c:pt>
                <c:pt idx="25824">
                  <c:v>21.5</c:v>
                </c:pt>
                <c:pt idx="25825">
                  <c:v>22</c:v>
                </c:pt>
                <c:pt idx="25826">
                  <c:v>22.5</c:v>
                </c:pt>
                <c:pt idx="25827">
                  <c:v>20</c:v>
                </c:pt>
                <c:pt idx="25828">
                  <c:v>19</c:v>
                </c:pt>
                <c:pt idx="25829">
                  <c:v>21</c:v>
                </c:pt>
                <c:pt idx="25830">
                  <c:v>22.5</c:v>
                </c:pt>
                <c:pt idx="25831">
                  <c:v>22.5</c:v>
                </c:pt>
                <c:pt idx="25832">
                  <c:v>20</c:v>
                </c:pt>
                <c:pt idx="25833">
                  <c:v>17.5</c:v>
                </c:pt>
                <c:pt idx="25834">
                  <c:v>19</c:v>
                </c:pt>
                <c:pt idx="25835">
                  <c:v>20.5</c:v>
                </c:pt>
                <c:pt idx="25836">
                  <c:v>21.5</c:v>
                </c:pt>
                <c:pt idx="25837">
                  <c:v>22.5</c:v>
                </c:pt>
                <c:pt idx="25838">
                  <c:v>21.5</c:v>
                </c:pt>
                <c:pt idx="25839">
                  <c:v>22</c:v>
                </c:pt>
                <c:pt idx="25840">
                  <c:v>22</c:v>
                </c:pt>
                <c:pt idx="25841">
                  <c:v>23</c:v>
                </c:pt>
                <c:pt idx="25842">
                  <c:v>24.5</c:v>
                </c:pt>
                <c:pt idx="25843">
                  <c:v>22.5</c:v>
                </c:pt>
                <c:pt idx="25844">
                  <c:v>23.5</c:v>
                </c:pt>
                <c:pt idx="25845">
                  <c:v>23.5</c:v>
                </c:pt>
                <c:pt idx="25846">
                  <c:v>23.5</c:v>
                </c:pt>
                <c:pt idx="25847">
                  <c:v>25.5</c:v>
                </c:pt>
                <c:pt idx="25848">
                  <c:v>25.5</c:v>
                </c:pt>
                <c:pt idx="25849">
                  <c:v>23.5</c:v>
                </c:pt>
                <c:pt idx="25850">
                  <c:v>22.5</c:v>
                </c:pt>
                <c:pt idx="25851">
                  <c:v>23</c:v>
                </c:pt>
                <c:pt idx="25852">
                  <c:v>22</c:v>
                </c:pt>
                <c:pt idx="25853">
                  <c:v>23.5</c:v>
                </c:pt>
                <c:pt idx="25854">
                  <c:v>23</c:v>
                </c:pt>
                <c:pt idx="25855">
                  <c:v>24.5</c:v>
                </c:pt>
                <c:pt idx="25856">
                  <c:v>23</c:v>
                </c:pt>
                <c:pt idx="25857">
                  <c:v>21</c:v>
                </c:pt>
                <c:pt idx="25858">
                  <c:v>21</c:v>
                </c:pt>
                <c:pt idx="25859">
                  <c:v>21</c:v>
                </c:pt>
                <c:pt idx="25860">
                  <c:v>19.5</c:v>
                </c:pt>
                <c:pt idx="25861">
                  <c:v>13.5</c:v>
                </c:pt>
                <c:pt idx="25862">
                  <c:v>12</c:v>
                </c:pt>
                <c:pt idx="25863">
                  <c:v>13.5</c:v>
                </c:pt>
                <c:pt idx="25864">
                  <c:v>15</c:v>
                </c:pt>
                <c:pt idx="25865">
                  <c:v>16.5</c:v>
                </c:pt>
                <c:pt idx="25866">
                  <c:v>12.5</c:v>
                </c:pt>
                <c:pt idx="25867">
                  <c:v>12</c:v>
                </c:pt>
                <c:pt idx="25868">
                  <c:v>12</c:v>
                </c:pt>
                <c:pt idx="25869">
                  <c:v>11.5</c:v>
                </c:pt>
                <c:pt idx="25870">
                  <c:v>13</c:v>
                </c:pt>
                <c:pt idx="25871">
                  <c:v>12.5</c:v>
                </c:pt>
                <c:pt idx="25872">
                  <c:v>11.5</c:v>
                </c:pt>
                <c:pt idx="25873">
                  <c:v>12.5</c:v>
                </c:pt>
                <c:pt idx="25874">
                  <c:v>15.5</c:v>
                </c:pt>
                <c:pt idx="25875">
                  <c:v>16</c:v>
                </c:pt>
                <c:pt idx="25876">
                  <c:v>14.5</c:v>
                </c:pt>
                <c:pt idx="25877">
                  <c:v>14.5</c:v>
                </c:pt>
                <c:pt idx="25878">
                  <c:v>15.5</c:v>
                </c:pt>
                <c:pt idx="25879">
                  <c:v>15</c:v>
                </c:pt>
                <c:pt idx="25880">
                  <c:v>13</c:v>
                </c:pt>
                <c:pt idx="25881">
                  <c:v>16</c:v>
                </c:pt>
                <c:pt idx="25882">
                  <c:v>16.5</c:v>
                </c:pt>
                <c:pt idx="25883">
                  <c:v>16.5</c:v>
                </c:pt>
                <c:pt idx="25884">
                  <c:v>16</c:v>
                </c:pt>
                <c:pt idx="25885">
                  <c:v>16.5</c:v>
                </c:pt>
                <c:pt idx="25886">
                  <c:v>15.5</c:v>
                </c:pt>
                <c:pt idx="25887">
                  <c:v>14.5</c:v>
                </c:pt>
                <c:pt idx="25888">
                  <c:v>13.5</c:v>
                </c:pt>
                <c:pt idx="25889">
                  <c:v>14</c:v>
                </c:pt>
                <c:pt idx="25890">
                  <c:v>12</c:v>
                </c:pt>
                <c:pt idx="25891">
                  <c:v>11.5</c:v>
                </c:pt>
                <c:pt idx="25892">
                  <c:v>11</c:v>
                </c:pt>
                <c:pt idx="25893">
                  <c:v>10</c:v>
                </c:pt>
                <c:pt idx="25894">
                  <c:v>9</c:v>
                </c:pt>
                <c:pt idx="25895">
                  <c:v>9.5</c:v>
                </c:pt>
                <c:pt idx="25896">
                  <c:v>10</c:v>
                </c:pt>
                <c:pt idx="25897">
                  <c:v>11</c:v>
                </c:pt>
                <c:pt idx="25898">
                  <c:v>13</c:v>
                </c:pt>
                <c:pt idx="25899">
                  <c:v>8</c:v>
                </c:pt>
                <c:pt idx="25900">
                  <c:v>6</c:v>
                </c:pt>
                <c:pt idx="25901">
                  <c:v>6.5</c:v>
                </c:pt>
                <c:pt idx="25902">
                  <c:v>7</c:v>
                </c:pt>
                <c:pt idx="25903">
                  <c:v>9</c:v>
                </c:pt>
                <c:pt idx="25904">
                  <c:v>10.5</c:v>
                </c:pt>
                <c:pt idx="25905">
                  <c:v>11.5</c:v>
                </c:pt>
                <c:pt idx="25906">
                  <c:v>13</c:v>
                </c:pt>
                <c:pt idx="25907">
                  <c:v>9.5</c:v>
                </c:pt>
                <c:pt idx="25908">
                  <c:v>8</c:v>
                </c:pt>
                <c:pt idx="25909">
                  <c:v>5.5</c:v>
                </c:pt>
                <c:pt idx="25910">
                  <c:v>6</c:v>
                </c:pt>
                <c:pt idx="25911">
                  <c:v>6</c:v>
                </c:pt>
                <c:pt idx="25912">
                  <c:v>6</c:v>
                </c:pt>
                <c:pt idx="25913">
                  <c:v>7</c:v>
                </c:pt>
                <c:pt idx="25914">
                  <c:v>7.5</c:v>
                </c:pt>
                <c:pt idx="25915">
                  <c:v>7.5</c:v>
                </c:pt>
                <c:pt idx="25916">
                  <c:v>5</c:v>
                </c:pt>
                <c:pt idx="25917">
                  <c:v>4</c:v>
                </c:pt>
                <c:pt idx="25918">
                  <c:v>5.5</c:v>
                </c:pt>
                <c:pt idx="25919">
                  <c:v>6</c:v>
                </c:pt>
                <c:pt idx="25920">
                  <c:v>9</c:v>
                </c:pt>
                <c:pt idx="25921">
                  <c:v>10</c:v>
                </c:pt>
                <c:pt idx="25922">
                  <c:v>10.5</c:v>
                </c:pt>
                <c:pt idx="25923">
                  <c:v>10.5</c:v>
                </c:pt>
                <c:pt idx="25924">
                  <c:v>9.5</c:v>
                </c:pt>
                <c:pt idx="25925">
                  <c:v>11</c:v>
                </c:pt>
                <c:pt idx="25926">
                  <c:v>8.5</c:v>
                </c:pt>
                <c:pt idx="25927">
                  <c:v>9</c:v>
                </c:pt>
                <c:pt idx="25928">
                  <c:v>10</c:v>
                </c:pt>
                <c:pt idx="25929">
                  <c:v>10.5</c:v>
                </c:pt>
                <c:pt idx="25930">
                  <c:v>6</c:v>
                </c:pt>
                <c:pt idx="25931">
                  <c:v>6.5</c:v>
                </c:pt>
                <c:pt idx="25932">
                  <c:v>7.5</c:v>
                </c:pt>
                <c:pt idx="25933">
                  <c:v>7.5</c:v>
                </c:pt>
                <c:pt idx="25934">
                  <c:v>9.5</c:v>
                </c:pt>
                <c:pt idx="25935">
                  <c:v>11</c:v>
                </c:pt>
                <c:pt idx="25936">
                  <c:v>14.5</c:v>
                </c:pt>
                <c:pt idx="25937">
                  <c:v>13</c:v>
                </c:pt>
                <c:pt idx="25938">
                  <c:v>9.5</c:v>
                </c:pt>
                <c:pt idx="25939">
                  <c:v>6</c:v>
                </c:pt>
                <c:pt idx="25940">
                  <c:v>4.5</c:v>
                </c:pt>
                <c:pt idx="25941">
                  <c:v>4</c:v>
                </c:pt>
                <c:pt idx="25942">
                  <c:v>4</c:v>
                </c:pt>
                <c:pt idx="25943">
                  <c:v>5</c:v>
                </c:pt>
                <c:pt idx="25944">
                  <c:v>5.5</c:v>
                </c:pt>
                <c:pt idx="25945">
                  <c:v>7</c:v>
                </c:pt>
                <c:pt idx="25946">
                  <c:v>8.5</c:v>
                </c:pt>
                <c:pt idx="25947">
                  <c:v>8</c:v>
                </c:pt>
                <c:pt idx="25948">
                  <c:v>5.5</c:v>
                </c:pt>
                <c:pt idx="25949">
                  <c:v>5</c:v>
                </c:pt>
                <c:pt idx="25950">
                  <c:v>6.5</c:v>
                </c:pt>
                <c:pt idx="25951">
                  <c:v>8.5</c:v>
                </c:pt>
                <c:pt idx="25952">
                  <c:v>8</c:v>
                </c:pt>
                <c:pt idx="25953">
                  <c:v>8</c:v>
                </c:pt>
                <c:pt idx="25954">
                  <c:v>6</c:v>
                </c:pt>
                <c:pt idx="25955">
                  <c:v>6</c:v>
                </c:pt>
                <c:pt idx="25956">
                  <c:v>6</c:v>
                </c:pt>
                <c:pt idx="25957">
                  <c:v>5</c:v>
                </c:pt>
                <c:pt idx="25958">
                  <c:v>5.5</c:v>
                </c:pt>
                <c:pt idx="25959">
                  <c:v>7</c:v>
                </c:pt>
                <c:pt idx="25960">
                  <c:v>6.5</c:v>
                </c:pt>
                <c:pt idx="25961">
                  <c:v>7.5</c:v>
                </c:pt>
                <c:pt idx="25962">
                  <c:v>8.5</c:v>
                </c:pt>
                <c:pt idx="25963">
                  <c:v>8.5</c:v>
                </c:pt>
                <c:pt idx="25964">
                  <c:v>8</c:v>
                </c:pt>
                <c:pt idx="25965">
                  <c:v>8</c:v>
                </c:pt>
                <c:pt idx="25966">
                  <c:v>6</c:v>
                </c:pt>
                <c:pt idx="25967">
                  <c:v>6.5</c:v>
                </c:pt>
                <c:pt idx="25968">
                  <c:v>7.5</c:v>
                </c:pt>
                <c:pt idx="25969">
                  <c:v>7</c:v>
                </c:pt>
                <c:pt idx="25970">
                  <c:v>7.5</c:v>
                </c:pt>
                <c:pt idx="25971">
                  <c:v>7.5</c:v>
                </c:pt>
                <c:pt idx="25972">
                  <c:v>6.5</c:v>
                </c:pt>
                <c:pt idx="25973">
                  <c:v>8</c:v>
                </c:pt>
                <c:pt idx="25974">
                  <c:v>10</c:v>
                </c:pt>
                <c:pt idx="25975">
                  <c:v>8</c:v>
                </c:pt>
                <c:pt idx="25976">
                  <c:v>6</c:v>
                </c:pt>
                <c:pt idx="25977">
                  <c:v>6.5</c:v>
                </c:pt>
                <c:pt idx="25978">
                  <c:v>8</c:v>
                </c:pt>
                <c:pt idx="25979">
                  <c:v>7</c:v>
                </c:pt>
                <c:pt idx="25980">
                  <c:v>7.5</c:v>
                </c:pt>
                <c:pt idx="25981">
                  <c:v>7.5</c:v>
                </c:pt>
                <c:pt idx="25982">
                  <c:v>8.5</c:v>
                </c:pt>
                <c:pt idx="25983">
                  <c:v>11</c:v>
                </c:pt>
                <c:pt idx="25984">
                  <c:v>11.5</c:v>
                </c:pt>
                <c:pt idx="25985">
                  <c:v>13</c:v>
                </c:pt>
                <c:pt idx="25986">
                  <c:v>12.5</c:v>
                </c:pt>
                <c:pt idx="25987">
                  <c:v>13.5</c:v>
                </c:pt>
                <c:pt idx="25988">
                  <c:v>13.5</c:v>
                </c:pt>
                <c:pt idx="25989">
                  <c:v>14.5</c:v>
                </c:pt>
                <c:pt idx="25990">
                  <c:v>13.5</c:v>
                </c:pt>
                <c:pt idx="25991">
                  <c:v>11</c:v>
                </c:pt>
                <c:pt idx="25992">
                  <c:v>9.5</c:v>
                </c:pt>
                <c:pt idx="25993">
                  <c:v>9</c:v>
                </c:pt>
                <c:pt idx="25994">
                  <c:v>9</c:v>
                </c:pt>
                <c:pt idx="25995">
                  <c:v>7.5</c:v>
                </c:pt>
                <c:pt idx="25996">
                  <c:v>8.5</c:v>
                </c:pt>
                <c:pt idx="25997">
                  <c:v>9</c:v>
                </c:pt>
                <c:pt idx="25998">
                  <c:v>9.5</c:v>
                </c:pt>
                <c:pt idx="25999">
                  <c:v>9</c:v>
                </c:pt>
                <c:pt idx="26000">
                  <c:v>5.5</c:v>
                </c:pt>
                <c:pt idx="26001">
                  <c:v>7</c:v>
                </c:pt>
                <c:pt idx="26002">
                  <c:v>7.5</c:v>
                </c:pt>
                <c:pt idx="26003">
                  <c:v>7</c:v>
                </c:pt>
                <c:pt idx="26004">
                  <c:v>8.5</c:v>
                </c:pt>
                <c:pt idx="26005">
                  <c:v>12</c:v>
                </c:pt>
                <c:pt idx="26006">
                  <c:v>8.5</c:v>
                </c:pt>
                <c:pt idx="26007">
                  <c:v>10.5</c:v>
                </c:pt>
                <c:pt idx="26008">
                  <c:v>11.5</c:v>
                </c:pt>
                <c:pt idx="26009">
                  <c:v>11</c:v>
                </c:pt>
                <c:pt idx="26010">
                  <c:v>10.5</c:v>
                </c:pt>
                <c:pt idx="26011">
                  <c:v>11</c:v>
                </c:pt>
                <c:pt idx="26012">
                  <c:v>13</c:v>
                </c:pt>
                <c:pt idx="26013">
                  <c:v>13.5</c:v>
                </c:pt>
                <c:pt idx="26014">
                  <c:v>14.5</c:v>
                </c:pt>
                <c:pt idx="26015">
                  <c:v>16.5</c:v>
                </c:pt>
                <c:pt idx="26016">
                  <c:v>19</c:v>
                </c:pt>
                <c:pt idx="26017">
                  <c:v>19.5</c:v>
                </c:pt>
                <c:pt idx="26018">
                  <c:v>20.5</c:v>
                </c:pt>
                <c:pt idx="26019">
                  <c:v>21.5</c:v>
                </c:pt>
                <c:pt idx="26020">
                  <c:v>20.5</c:v>
                </c:pt>
                <c:pt idx="26021">
                  <c:v>18</c:v>
                </c:pt>
                <c:pt idx="26022">
                  <c:v>18</c:v>
                </c:pt>
                <c:pt idx="26023">
                  <c:v>14</c:v>
                </c:pt>
                <c:pt idx="26024">
                  <c:v>14</c:v>
                </c:pt>
                <c:pt idx="26025">
                  <c:v>13.5</c:v>
                </c:pt>
                <c:pt idx="26026">
                  <c:v>10.5</c:v>
                </c:pt>
                <c:pt idx="26027">
                  <c:v>11.5</c:v>
                </c:pt>
                <c:pt idx="26028">
                  <c:v>9.5</c:v>
                </c:pt>
                <c:pt idx="26029">
                  <c:v>9</c:v>
                </c:pt>
                <c:pt idx="26030">
                  <c:v>9</c:v>
                </c:pt>
                <c:pt idx="26031">
                  <c:v>9</c:v>
                </c:pt>
                <c:pt idx="26032">
                  <c:v>9.5</c:v>
                </c:pt>
                <c:pt idx="26033">
                  <c:v>8.5</c:v>
                </c:pt>
                <c:pt idx="26034">
                  <c:v>10</c:v>
                </c:pt>
                <c:pt idx="26035">
                  <c:v>11</c:v>
                </c:pt>
                <c:pt idx="26036">
                  <c:v>13</c:v>
                </c:pt>
                <c:pt idx="26037">
                  <c:v>13.5</c:v>
                </c:pt>
                <c:pt idx="26038">
                  <c:v>12.5</c:v>
                </c:pt>
                <c:pt idx="26039">
                  <c:v>13</c:v>
                </c:pt>
                <c:pt idx="26040">
                  <c:v>14</c:v>
                </c:pt>
                <c:pt idx="26041">
                  <c:v>14</c:v>
                </c:pt>
                <c:pt idx="26042">
                  <c:v>14</c:v>
                </c:pt>
                <c:pt idx="26043">
                  <c:v>16</c:v>
                </c:pt>
                <c:pt idx="26044">
                  <c:v>17.5</c:v>
                </c:pt>
                <c:pt idx="26045">
                  <c:v>18.5</c:v>
                </c:pt>
                <c:pt idx="26046">
                  <c:v>20</c:v>
                </c:pt>
                <c:pt idx="26047">
                  <c:v>18.5</c:v>
                </c:pt>
                <c:pt idx="26048">
                  <c:v>16.5</c:v>
                </c:pt>
                <c:pt idx="26049">
                  <c:v>17</c:v>
                </c:pt>
                <c:pt idx="26050">
                  <c:v>16</c:v>
                </c:pt>
                <c:pt idx="26051">
                  <c:v>14.5</c:v>
                </c:pt>
                <c:pt idx="26052">
                  <c:v>16.5</c:v>
                </c:pt>
                <c:pt idx="26053">
                  <c:v>20</c:v>
                </c:pt>
                <c:pt idx="26054">
                  <c:v>18.5</c:v>
                </c:pt>
                <c:pt idx="26055">
                  <c:v>14.5</c:v>
                </c:pt>
                <c:pt idx="26056">
                  <c:v>13.5</c:v>
                </c:pt>
                <c:pt idx="26057">
                  <c:v>17.5</c:v>
                </c:pt>
                <c:pt idx="26058">
                  <c:v>18</c:v>
                </c:pt>
                <c:pt idx="26059">
                  <c:v>19</c:v>
                </c:pt>
                <c:pt idx="26060">
                  <c:v>19.5</c:v>
                </c:pt>
                <c:pt idx="26061">
                  <c:v>20.5</c:v>
                </c:pt>
                <c:pt idx="26062">
                  <c:v>21.5</c:v>
                </c:pt>
                <c:pt idx="26063">
                  <c:v>22</c:v>
                </c:pt>
                <c:pt idx="26064">
                  <c:v>21.5</c:v>
                </c:pt>
                <c:pt idx="26065">
                  <c:v>22.5</c:v>
                </c:pt>
                <c:pt idx="26066">
                  <c:v>23.5</c:v>
                </c:pt>
                <c:pt idx="26067">
                  <c:v>24</c:v>
                </c:pt>
                <c:pt idx="26068">
                  <c:v>24.5</c:v>
                </c:pt>
                <c:pt idx="26069">
                  <c:v>20</c:v>
                </c:pt>
                <c:pt idx="26070">
                  <c:v>19</c:v>
                </c:pt>
                <c:pt idx="26071">
                  <c:v>19.5</c:v>
                </c:pt>
                <c:pt idx="26072">
                  <c:v>21.5</c:v>
                </c:pt>
                <c:pt idx="26073">
                  <c:v>17.5</c:v>
                </c:pt>
                <c:pt idx="26074">
                  <c:v>20</c:v>
                </c:pt>
                <c:pt idx="26075">
                  <c:v>19.5</c:v>
                </c:pt>
                <c:pt idx="26076">
                  <c:v>21</c:v>
                </c:pt>
                <c:pt idx="26077">
                  <c:v>20</c:v>
                </c:pt>
                <c:pt idx="26078">
                  <c:v>23</c:v>
                </c:pt>
                <c:pt idx="26079">
                  <c:v>25</c:v>
                </c:pt>
                <c:pt idx="26080">
                  <c:v>27</c:v>
                </c:pt>
                <c:pt idx="26081">
                  <c:v>28</c:v>
                </c:pt>
                <c:pt idx="26082">
                  <c:v>29</c:v>
                </c:pt>
                <c:pt idx="26083">
                  <c:v>30.5</c:v>
                </c:pt>
                <c:pt idx="26084">
                  <c:v>29.5</c:v>
                </c:pt>
                <c:pt idx="26085">
                  <c:v>28</c:v>
                </c:pt>
                <c:pt idx="26086">
                  <c:v>22.5</c:v>
                </c:pt>
                <c:pt idx="26087">
                  <c:v>17.5</c:v>
                </c:pt>
                <c:pt idx="26088">
                  <c:v>19</c:v>
                </c:pt>
                <c:pt idx="26089">
                  <c:v>20.5</c:v>
                </c:pt>
                <c:pt idx="26090">
                  <c:v>21</c:v>
                </c:pt>
                <c:pt idx="26091">
                  <c:v>22.5</c:v>
                </c:pt>
                <c:pt idx="26092">
                  <c:v>22.5</c:v>
                </c:pt>
                <c:pt idx="26093">
                  <c:v>23</c:v>
                </c:pt>
                <c:pt idx="26094">
                  <c:v>21</c:v>
                </c:pt>
                <c:pt idx="26095">
                  <c:v>17</c:v>
                </c:pt>
                <c:pt idx="26096">
                  <c:v>17.5</c:v>
                </c:pt>
                <c:pt idx="26097">
                  <c:v>23</c:v>
                </c:pt>
                <c:pt idx="26098">
                  <c:v>23.5</c:v>
                </c:pt>
                <c:pt idx="26099">
                  <c:v>25</c:v>
                </c:pt>
                <c:pt idx="26100">
                  <c:v>25.5</c:v>
                </c:pt>
                <c:pt idx="26101">
                  <c:v>26</c:v>
                </c:pt>
                <c:pt idx="26102">
                  <c:v>24</c:v>
                </c:pt>
                <c:pt idx="26103">
                  <c:v>23.5</c:v>
                </c:pt>
                <c:pt idx="26104">
                  <c:v>27</c:v>
                </c:pt>
                <c:pt idx="26105">
                  <c:v>29.5</c:v>
                </c:pt>
                <c:pt idx="26106">
                  <c:v>31</c:v>
                </c:pt>
                <c:pt idx="26107">
                  <c:v>32.5</c:v>
                </c:pt>
                <c:pt idx="26108">
                  <c:v>33.5</c:v>
                </c:pt>
                <c:pt idx="26109">
                  <c:v>31.5</c:v>
                </c:pt>
                <c:pt idx="26110">
                  <c:v>31.5</c:v>
                </c:pt>
                <c:pt idx="26111">
                  <c:v>28.5</c:v>
                </c:pt>
                <c:pt idx="26112">
                  <c:v>23</c:v>
                </c:pt>
                <c:pt idx="26113">
                  <c:v>23.5</c:v>
                </c:pt>
                <c:pt idx="26114">
                  <c:v>25.5</c:v>
                </c:pt>
                <c:pt idx="26115">
                  <c:v>26</c:v>
                </c:pt>
                <c:pt idx="26116">
                  <c:v>27</c:v>
                </c:pt>
                <c:pt idx="26117">
                  <c:v>26.5</c:v>
                </c:pt>
                <c:pt idx="26118">
                  <c:v>26</c:v>
                </c:pt>
                <c:pt idx="26119">
                  <c:v>28</c:v>
                </c:pt>
                <c:pt idx="26120">
                  <c:v>29.5</c:v>
                </c:pt>
                <c:pt idx="26121">
                  <c:v>27</c:v>
                </c:pt>
                <c:pt idx="26122">
                  <c:v>27</c:v>
                </c:pt>
                <c:pt idx="26123">
                  <c:v>29.5</c:v>
                </c:pt>
                <c:pt idx="26124">
                  <c:v>30</c:v>
                </c:pt>
                <c:pt idx="26125">
                  <c:v>30</c:v>
                </c:pt>
                <c:pt idx="26126">
                  <c:v>30</c:v>
                </c:pt>
                <c:pt idx="26127">
                  <c:v>28</c:v>
                </c:pt>
                <c:pt idx="26128">
                  <c:v>24.5</c:v>
                </c:pt>
                <c:pt idx="26129">
                  <c:v>25</c:v>
                </c:pt>
                <c:pt idx="26130">
                  <c:v>26.5</c:v>
                </c:pt>
                <c:pt idx="26131">
                  <c:v>25.5</c:v>
                </c:pt>
                <c:pt idx="26132">
                  <c:v>26</c:v>
                </c:pt>
                <c:pt idx="26133">
                  <c:v>25.5</c:v>
                </c:pt>
                <c:pt idx="26134">
                  <c:v>26</c:v>
                </c:pt>
                <c:pt idx="26135">
                  <c:v>28.5</c:v>
                </c:pt>
                <c:pt idx="26136">
                  <c:v>30</c:v>
                </c:pt>
                <c:pt idx="26137">
                  <c:v>31</c:v>
                </c:pt>
                <c:pt idx="26138">
                  <c:v>30</c:v>
                </c:pt>
                <c:pt idx="26139">
                  <c:v>28.5</c:v>
                </c:pt>
                <c:pt idx="26140">
                  <c:v>28</c:v>
                </c:pt>
                <c:pt idx="26141">
                  <c:v>28</c:v>
                </c:pt>
                <c:pt idx="26142">
                  <c:v>24</c:v>
                </c:pt>
                <c:pt idx="26143">
                  <c:v>26</c:v>
                </c:pt>
                <c:pt idx="26144">
                  <c:v>27.5</c:v>
                </c:pt>
                <c:pt idx="26145">
                  <c:v>29.5</c:v>
                </c:pt>
                <c:pt idx="26146">
                  <c:v>30</c:v>
                </c:pt>
                <c:pt idx="26147">
                  <c:v>29.5</c:v>
                </c:pt>
                <c:pt idx="26148">
                  <c:v>28</c:v>
                </c:pt>
                <c:pt idx="26149">
                  <c:v>23.5</c:v>
                </c:pt>
                <c:pt idx="26150">
                  <c:v>25.5</c:v>
                </c:pt>
                <c:pt idx="26151">
                  <c:v>25.5</c:v>
                </c:pt>
                <c:pt idx="26152">
                  <c:v>25.5</c:v>
                </c:pt>
                <c:pt idx="26153">
                  <c:v>25.5</c:v>
                </c:pt>
                <c:pt idx="26154">
                  <c:v>29</c:v>
                </c:pt>
                <c:pt idx="26155">
                  <c:v>30</c:v>
                </c:pt>
                <c:pt idx="26156">
                  <c:v>28.5</c:v>
                </c:pt>
                <c:pt idx="26157">
                  <c:v>30</c:v>
                </c:pt>
                <c:pt idx="26158">
                  <c:v>29.5</c:v>
                </c:pt>
                <c:pt idx="26159">
                  <c:v>29.5</c:v>
                </c:pt>
                <c:pt idx="26160">
                  <c:v>29.5</c:v>
                </c:pt>
                <c:pt idx="26161">
                  <c:v>29.5</c:v>
                </c:pt>
                <c:pt idx="26162">
                  <c:v>30.5</c:v>
                </c:pt>
                <c:pt idx="26163">
                  <c:v>31</c:v>
                </c:pt>
                <c:pt idx="26164">
                  <c:v>32</c:v>
                </c:pt>
                <c:pt idx="26165">
                  <c:v>32.5</c:v>
                </c:pt>
                <c:pt idx="26166">
                  <c:v>34</c:v>
                </c:pt>
                <c:pt idx="26167">
                  <c:v>32.5</c:v>
                </c:pt>
                <c:pt idx="26168">
                  <c:v>28.5</c:v>
                </c:pt>
                <c:pt idx="26169">
                  <c:v>28.5</c:v>
                </c:pt>
                <c:pt idx="26170">
                  <c:v>30</c:v>
                </c:pt>
                <c:pt idx="26171">
                  <c:v>28</c:v>
                </c:pt>
                <c:pt idx="26172">
                  <c:v>28.5</c:v>
                </c:pt>
                <c:pt idx="26173">
                  <c:v>27.5</c:v>
                </c:pt>
                <c:pt idx="26174">
                  <c:v>28</c:v>
                </c:pt>
                <c:pt idx="26175">
                  <c:v>27</c:v>
                </c:pt>
                <c:pt idx="26176">
                  <c:v>23.5</c:v>
                </c:pt>
                <c:pt idx="26177">
                  <c:v>18</c:v>
                </c:pt>
                <c:pt idx="26178">
                  <c:v>16</c:v>
                </c:pt>
                <c:pt idx="26179">
                  <c:v>20</c:v>
                </c:pt>
                <c:pt idx="26180">
                  <c:v>20</c:v>
                </c:pt>
                <c:pt idx="26181">
                  <c:v>20.5</c:v>
                </c:pt>
                <c:pt idx="26182">
                  <c:v>22.5</c:v>
                </c:pt>
                <c:pt idx="26183">
                  <c:v>22.5</c:v>
                </c:pt>
                <c:pt idx="26184">
                  <c:v>23</c:v>
                </c:pt>
                <c:pt idx="26185">
                  <c:v>23.5</c:v>
                </c:pt>
                <c:pt idx="26186">
                  <c:v>23.5</c:v>
                </c:pt>
                <c:pt idx="26187">
                  <c:v>23</c:v>
                </c:pt>
                <c:pt idx="26188">
                  <c:v>23.5</c:v>
                </c:pt>
                <c:pt idx="26189">
                  <c:v>22</c:v>
                </c:pt>
                <c:pt idx="26190">
                  <c:v>22.5</c:v>
                </c:pt>
                <c:pt idx="26191">
                  <c:v>23.5</c:v>
                </c:pt>
                <c:pt idx="26192">
                  <c:v>23.5</c:v>
                </c:pt>
                <c:pt idx="26193">
                  <c:v>23</c:v>
                </c:pt>
                <c:pt idx="26194">
                  <c:v>20.5</c:v>
                </c:pt>
                <c:pt idx="26195">
                  <c:v>20.5</c:v>
                </c:pt>
                <c:pt idx="26196">
                  <c:v>21</c:v>
                </c:pt>
                <c:pt idx="26197">
                  <c:v>22</c:v>
                </c:pt>
                <c:pt idx="26198">
                  <c:v>22.5</c:v>
                </c:pt>
                <c:pt idx="26199">
                  <c:v>23</c:v>
                </c:pt>
                <c:pt idx="26200">
                  <c:v>23</c:v>
                </c:pt>
                <c:pt idx="26201">
                  <c:v>23</c:v>
                </c:pt>
                <c:pt idx="26202">
                  <c:v>22.5</c:v>
                </c:pt>
                <c:pt idx="26203">
                  <c:v>22.5</c:v>
                </c:pt>
                <c:pt idx="26204">
                  <c:v>22.5</c:v>
                </c:pt>
                <c:pt idx="26205">
                  <c:v>17.5</c:v>
                </c:pt>
                <c:pt idx="26206">
                  <c:v>17.5</c:v>
                </c:pt>
                <c:pt idx="26207">
                  <c:v>18.5</c:v>
                </c:pt>
                <c:pt idx="26208">
                  <c:v>21</c:v>
                </c:pt>
                <c:pt idx="26209">
                  <c:v>19.5</c:v>
                </c:pt>
                <c:pt idx="26210">
                  <c:v>18</c:v>
                </c:pt>
                <c:pt idx="26211">
                  <c:v>18.5</c:v>
                </c:pt>
                <c:pt idx="26212">
                  <c:v>19</c:v>
                </c:pt>
                <c:pt idx="26213">
                  <c:v>16</c:v>
                </c:pt>
                <c:pt idx="26214">
                  <c:v>16.5</c:v>
                </c:pt>
                <c:pt idx="26215">
                  <c:v>17</c:v>
                </c:pt>
                <c:pt idx="26216">
                  <c:v>18</c:v>
                </c:pt>
                <c:pt idx="26217">
                  <c:v>17.5</c:v>
                </c:pt>
                <c:pt idx="26218">
                  <c:v>16.5</c:v>
                </c:pt>
                <c:pt idx="26219">
                  <c:v>17</c:v>
                </c:pt>
                <c:pt idx="26220">
                  <c:v>17.5</c:v>
                </c:pt>
                <c:pt idx="26221">
                  <c:v>17.5</c:v>
                </c:pt>
                <c:pt idx="26222">
                  <c:v>19</c:v>
                </c:pt>
                <c:pt idx="26223">
                  <c:v>17</c:v>
                </c:pt>
                <c:pt idx="26224">
                  <c:v>16.5</c:v>
                </c:pt>
                <c:pt idx="26225">
                  <c:v>15.5</c:v>
                </c:pt>
                <c:pt idx="26226">
                  <c:v>13</c:v>
                </c:pt>
                <c:pt idx="26227">
                  <c:v>13.5</c:v>
                </c:pt>
                <c:pt idx="26228">
                  <c:v>14</c:v>
                </c:pt>
                <c:pt idx="26229">
                  <c:v>14</c:v>
                </c:pt>
                <c:pt idx="26230">
                  <c:v>16</c:v>
                </c:pt>
                <c:pt idx="26231">
                  <c:v>14</c:v>
                </c:pt>
                <c:pt idx="26232">
                  <c:v>14.5</c:v>
                </c:pt>
                <c:pt idx="26233">
                  <c:v>16</c:v>
                </c:pt>
                <c:pt idx="26234">
                  <c:v>13</c:v>
                </c:pt>
                <c:pt idx="26235">
                  <c:v>10</c:v>
                </c:pt>
                <c:pt idx="26236">
                  <c:v>11</c:v>
                </c:pt>
                <c:pt idx="26237">
                  <c:v>13</c:v>
                </c:pt>
                <c:pt idx="26238">
                  <c:v>12</c:v>
                </c:pt>
                <c:pt idx="26239">
                  <c:v>10.5</c:v>
                </c:pt>
                <c:pt idx="26240">
                  <c:v>11.5</c:v>
                </c:pt>
                <c:pt idx="26241">
                  <c:v>13</c:v>
                </c:pt>
                <c:pt idx="26242">
                  <c:v>13.5</c:v>
                </c:pt>
                <c:pt idx="26243">
                  <c:v>13.5</c:v>
                </c:pt>
                <c:pt idx="26244">
                  <c:v>11</c:v>
                </c:pt>
                <c:pt idx="26245">
                  <c:v>11.5</c:v>
                </c:pt>
                <c:pt idx="26246">
                  <c:v>11</c:v>
                </c:pt>
                <c:pt idx="26247">
                  <c:v>9.5</c:v>
                </c:pt>
                <c:pt idx="26248">
                  <c:v>9.5</c:v>
                </c:pt>
                <c:pt idx="26249">
                  <c:v>9.5</c:v>
                </c:pt>
                <c:pt idx="26250">
                  <c:v>9.5</c:v>
                </c:pt>
                <c:pt idx="26251">
                  <c:v>14</c:v>
                </c:pt>
                <c:pt idx="26252">
                  <c:v>12.5</c:v>
                </c:pt>
                <c:pt idx="26253">
                  <c:v>12</c:v>
                </c:pt>
                <c:pt idx="26254">
                  <c:v>13</c:v>
                </c:pt>
                <c:pt idx="26255">
                  <c:v>12.5</c:v>
                </c:pt>
                <c:pt idx="26256">
                  <c:v>11.5</c:v>
                </c:pt>
                <c:pt idx="26257">
                  <c:v>11</c:v>
                </c:pt>
                <c:pt idx="26258">
                  <c:v>8</c:v>
                </c:pt>
                <c:pt idx="26259">
                  <c:v>8.5</c:v>
                </c:pt>
                <c:pt idx="26260">
                  <c:v>9.5</c:v>
                </c:pt>
                <c:pt idx="26261">
                  <c:v>11</c:v>
                </c:pt>
                <c:pt idx="26262">
                  <c:v>11</c:v>
                </c:pt>
                <c:pt idx="26263">
                  <c:v>10.5</c:v>
                </c:pt>
                <c:pt idx="26264">
                  <c:v>9.5</c:v>
                </c:pt>
                <c:pt idx="26265">
                  <c:v>8.5</c:v>
                </c:pt>
                <c:pt idx="26266">
                  <c:v>9.5</c:v>
                </c:pt>
                <c:pt idx="26267">
                  <c:v>8.5</c:v>
                </c:pt>
                <c:pt idx="26268">
                  <c:v>9</c:v>
                </c:pt>
                <c:pt idx="26269">
                  <c:v>12.5</c:v>
                </c:pt>
                <c:pt idx="26270">
                  <c:v>12</c:v>
                </c:pt>
                <c:pt idx="26271">
                  <c:v>9.5</c:v>
                </c:pt>
                <c:pt idx="26272">
                  <c:v>6</c:v>
                </c:pt>
                <c:pt idx="26273">
                  <c:v>4</c:v>
                </c:pt>
                <c:pt idx="26274">
                  <c:v>5</c:v>
                </c:pt>
                <c:pt idx="26275">
                  <c:v>4.5</c:v>
                </c:pt>
                <c:pt idx="26276">
                  <c:v>4.5</c:v>
                </c:pt>
                <c:pt idx="26277">
                  <c:v>5</c:v>
                </c:pt>
                <c:pt idx="26278">
                  <c:v>5</c:v>
                </c:pt>
                <c:pt idx="26279">
                  <c:v>6</c:v>
                </c:pt>
                <c:pt idx="26280">
                  <c:v>4.5</c:v>
                </c:pt>
                <c:pt idx="26281">
                  <c:v>5</c:v>
                </c:pt>
                <c:pt idx="26282">
                  <c:v>4.5</c:v>
                </c:pt>
                <c:pt idx="26283">
                  <c:v>4</c:v>
                </c:pt>
                <c:pt idx="26284">
                  <c:v>4.5</c:v>
                </c:pt>
                <c:pt idx="26285">
                  <c:v>5</c:v>
                </c:pt>
                <c:pt idx="26286">
                  <c:v>5</c:v>
                </c:pt>
                <c:pt idx="26287">
                  <c:v>6.5</c:v>
                </c:pt>
                <c:pt idx="26288">
                  <c:v>7.5</c:v>
                </c:pt>
                <c:pt idx="26289">
                  <c:v>8.5</c:v>
                </c:pt>
                <c:pt idx="26290">
                  <c:v>8</c:v>
                </c:pt>
                <c:pt idx="26291">
                  <c:v>7.5</c:v>
                </c:pt>
                <c:pt idx="26292">
                  <c:v>7.5</c:v>
                </c:pt>
                <c:pt idx="26293">
                  <c:v>5.5</c:v>
                </c:pt>
                <c:pt idx="26294">
                  <c:v>5</c:v>
                </c:pt>
                <c:pt idx="26295">
                  <c:v>4.5</c:v>
                </c:pt>
                <c:pt idx="26296">
                  <c:v>4</c:v>
                </c:pt>
                <c:pt idx="26297">
                  <c:v>3.5</c:v>
                </c:pt>
                <c:pt idx="26298">
                  <c:v>3.5</c:v>
                </c:pt>
                <c:pt idx="26299">
                  <c:v>4</c:v>
                </c:pt>
                <c:pt idx="26300">
                  <c:v>4</c:v>
                </c:pt>
                <c:pt idx="26301">
                  <c:v>3.5</c:v>
                </c:pt>
                <c:pt idx="26302">
                  <c:v>4</c:v>
                </c:pt>
                <c:pt idx="26303">
                  <c:v>5.5</c:v>
                </c:pt>
                <c:pt idx="26304">
                  <c:v>4</c:v>
                </c:pt>
                <c:pt idx="26305">
                  <c:v>5.5</c:v>
                </c:pt>
                <c:pt idx="26306">
                  <c:v>5.5</c:v>
                </c:pt>
                <c:pt idx="26307">
                  <c:v>4.5</c:v>
                </c:pt>
                <c:pt idx="26308">
                  <c:v>4</c:v>
                </c:pt>
                <c:pt idx="26309">
                  <c:v>4.5</c:v>
                </c:pt>
                <c:pt idx="26310">
                  <c:v>5</c:v>
                </c:pt>
                <c:pt idx="26311">
                  <c:v>6</c:v>
                </c:pt>
                <c:pt idx="26312">
                  <c:v>6.5</c:v>
                </c:pt>
                <c:pt idx="26313">
                  <c:v>7</c:v>
                </c:pt>
                <c:pt idx="26314">
                  <c:v>5.5</c:v>
                </c:pt>
                <c:pt idx="26315">
                  <c:v>4</c:v>
                </c:pt>
                <c:pt idx="26316">
                  <c:v>6</c:v>
                </c:pt>
                <c:pt idx="26317">
                  <c:v>7</c:v>
                </c:pt>
                <c:pt idx="26318">
                  <c:v>7</c:v>
                </c:pt>
                <c:pt idx="26319">
                  <c:v>6.5</c:v>
                </c:pt>
                <c:pt idx="26320">
                  <c:v>6</c:v>
                </c:pt>
                <c:pt idx="26321">
                  <c:v>7.5</c:v>
                </c:pt>
                <c:pt idx="26322">
                  <c:v>7</c:v>
                </c:pt>
                <c:pt idx="26323">
                  <c:v>8</c:v>
                </c:pt>
                <c:pt idx="26324">
                  <c:v>7.5</c:v>
                </c:pt>
                <c:pt idx="26325">
                  <c:v>6.5</c:v>
                </c:pt>
                <c:pt idx="26326">
                  <c:v>5.5</c:v>
                </c:pt>
                <c:pt idx="26327">
                  <c:v>3.5</c:v>
                </c:pt>
                <c:pt idx="26328">
                  <c:v>4.5</c:v>
                </c:pt>
                <c:pt idx="26329">
                  <c:v>3.5</c:v>
                </c:pt>
                <c:pt idx="26330">
                  <c:v>2.5</c:v>
                </c:pt>
                <c:pt idx="26331">
                  <c:v>0</c:v>
                </c:pt>
                <c:pt idx="26332">
                  <c:v>0</c:v>
                </c:pt>
                <c:pt idx="26333">
                  <c:v>0</c:v>
                </c:pt>
                <c:pt idx="26334">
                  <c:v>1.5</c:v>
                </c:pt>
                <c:pt idx="26335">
                  <c:v>1.5</c:v>
                </c:pt>
                <c:pt idx="26336">
                  <c:v>2</c:v>
                </c:pt>
                <c:pt idx="26337">
                  <c:v>3.5</c:v>
                </c:pt>
                <c:pt idx="26338">
                  <c:v>5.5</c:v>
                </c:pt>
                <c:pt idx="26339">
                  <c:v>5.5</c:v>
                </c:pt>
                <c:pt idx="26340">
                  <c:v>6</c:v>
                </c:pt>
                <c:pt idx="26341">
                  <c:v>8</c:v>
                </c:pt>
                <c:pt idx="26342">
                  <c:v>8.5</c:v>
                </c:pt>
                <c:pt idx="26343">
                  <c:v>8.5</c:v>
                </c:pt>
                <c:pt idx="26344">
                  <c:v>6</c:v>
                </c:pt>
                <c:pt idx="26345">
                  <c:v>6.5</c:v>
                </c:pt>
                <c:pt idx="26346">
                  <c:v>5.5</c:v>
                </c:pt>
                <c:pt idx="26347">
                  <c:v>5.5</c:v>
                </c:pt>
                <c:pt idx="26348">
                  <c:v>5</c:v>
                </c:pt>
                <c:pt idx="26349">
                  <c:v>5</c:v>
                </c:pt>
                <c:pt idx="26350">
                  <c:v>4.5</c:v>
                </c:pt>
                <c:pt idx="26351">
                  <c:v>6</c:v>
                </c:pt>
                <c:pt idx="26352">
                  <c:v>6.5</c:v>
                </c:pt>
                <c:pt idx="26353">
                  <c:v>6.5</c:v>
                </c:pt>
                <c:pt idx="26354">
                  <c:v>7</c:v>
                </c:pt>
                <c:pt idx="26355">
                  <c:v>7</c:v>
                </c:pt>
                <c:pt idx="26356">
                  <c:v>8</c:v>
                </c:pt>
                <c:pt idx="26357">
                  <c:v>8.5</c:v>
                </c:pt>
                <c:pt idx="26358">
                  <c:v>10</c:v>
                </c:pt>
                <c:pt idx="26359">
                  <c:v>9.5</c:v>
                </c:pt>
                <c:pt idx="26360">
                  <c:v>10.5</c:v>
                </c:pt>
                <c:pt idx="26361">
                  <c:v>10.5</c:v>
                </c:pt>
                <c:pt idx="26362">
                  <c:v>12</c:v>
                </c:pt>
                <c:pt idx="26363">
                  <c:v>13</c:v>
                </c:pt>
                <c:pt idx="26364">
                  <c:v>15.5</c:v>
                </c:pt>
                <c:pt idx="26365">
                  <c:v>16</c:v>
                </c:pt>
                <c:pt idx="26366">
                  <c:v>9.5</c:v>
                </c:pt>
                <c:pt idx="26367">
                  <c:v>7</c:v>
                </c:pt>
                <c:pt idx="26368">
                  <c:v>8</c:v>
                </c:pt>
                <c:pt idx="26369">
                  <c:v>10</c:v>
                </c:pt>
                <c:pt idx="26370">
                  <c:v>10.5</c:v>
                </c:pt>
                <c:pt idx="26371">
                  <c:v>6.5</c:v>
                </c:pt>
                <c:pt idx="26372">
                  <c:v>7</c:v>
                </c:pt>
                <c:pt idx="26373">
                  <c:v>6</c:v>
                </c:pt>
                <c:pt idx="26374">
                  <c:v>8.5</c:v>
                </c:pt>
                <c:pt idx="26375">
                  <c:v>9.5</c:v>
                </c:pt>
                <c:pt idx="26376">
                  <c:v>11</c:v>
                </c:pt>
                <c:pt idx="26377">
                  <c:v>12</c:v>
                </c:pt>
                <c:pt idx="26378">
                  <c:v>13</c:v>
                </c:pt>
                <c:pt idx="26379">
                  <c:v>11.5</c:v>
                </c:pt>
                <c:pt idx="26380">
                  <c:v>7.5</c:v>
                </c:pt>
                <c:pt idx="26381">
                  <c:v>11</c:v>
                </c:pt>
                <c:pt idx="26382">
                  <c:v>11.5</c:v>
                </c:pt>
                <c:pt idx="26383">
                  <c:v>12.5</c:v>
                </c:pt>
                <c:pt idx="26384">
                  <c:v>12</c:v>
                </c:pt>
                <c:pt idx="26385">
                  <c:v>12</c:v>
                </c:pt>
                <c:pt idx="26386">
                  <c:v>12</c:v>
                </c:pt>
                <c:pt idx="26387">
                  <c:v>12.5</c:v>
                </c:pt>
                <c:pt idx="26388">
                  <c:v>12.5</c:v>
                </c:pt>
                <c:pt idx="26389">
                  <c:v>13.5</c:v>
                </c:pt>
                <c:pt idx="26390">
                  <c:v>13</c:v>
                </c:pt>
                <c:pt idx="26391">
                  <c:v>13</c:v>
                </c:pt>
                <c:pt idx="26392">
                  <c:v>13.5</c:v>
                </c:pt>
                <c:pt idx="26393">
                  <c:v>13.5</c:v>
                </c:pt>
                <c:pt idx="26394">
                  <c:v>16.5</c:v>
                </c:pt>
                <c:pt idx="26395">
                  <c:v>14</c:v>
                </c:pt>
                <c:pt idx="26396">
                  <c:v>15</c:v>
                </c:pt>
                <c:pt idx="26397">
                  <c:v>16.5</c:v>
                </c:pt>
                <c:pt idx="26398">
                  <c:v>17.5</c:v>
                </c:pt>
                <c:pt idx="26399">
                  <c:v>13</c:v>
                </c:pt>
                <c:pt idx="26400">
                  <c:v>12.5</c:v>
                </c:pt>
                <c:pt idx="26401">
                  <c:v>12.5</c:v>
                </c:pt>
                <c:pt idx="26402">
                  <c:v>12.5</c:v>
                </c:pt>
                <c:pt idx="26403">
                  <c:v>14</c:v>
                </c:pt>
                <c:pt idx="26404">
                  <c:v>16</c:v>
                </c:pt>
                <c:pt idx="26405">
                  <c:v>15</c:v>
                </c:pt>
                <c:pt idx="26406">
                  <c:v>14</c:v>
                </c:pt>
                <c:pt idx="26407">
                  <c:v>14</c:v>
                </c:pt>
                <c:pt idx="26408">
                  <c:v>10.5</c:v>
                </c:pt>
                <c:pt idx="26409">
                  <c:v>11.5</c:v>
                </c:pt>
                <c:pt idx="26410">
                  <c:v>11.5</c:v>
                </c:pt>
                <c:pt idx="26411">
                  <c:v>10</c:v>
                </c:pt>
                <c:pt idx="26412">
                  <c:v>11.5</c:v>
                </c:pt>
                <c:pt idx="26413">
                  <c:v>13.5</c:v>
                </c:pt>
                <c:pt idx="26414">
                  <c:v>16</c:v>
                </c:pt>
                <c:pt idx="26415">
                  <c:v>15</c:v>
                </c:pt>
                <c:pt idx="26416">
                  <c:v>15</c:v>
                </c:pt>
                <c:pt idx="26417">
                  <c:v>14.5</c:v>
                </c:pt>
                <c:pt idx="26418">
                  <c:v>13</c:v>
                </c:pt>
                <c:pt idx="26419">
                  <c:v>18.5</c:v>
                </c:pt>
                <c:pt idx="26420">
                  <c:v>19</c:v>
                </c:pt>
                <c:pt idx="26421">
                  <c:v>18.5</c:v>
                </c:pt>
                <c:pt idx="26422">
                  <c:v>21</c:v>
                </c:pt>
                <c:pt idx="26423">
                  <c:v>21</c:v>
                </c:pt>
                <c:pt idx="26424">
                  <c:v>22</c:v>
                </c:pt>
                <c:pt idx="26425">
                  <c:v>23.5</c:v>
                </c:pt>
                <c:pt idx="26426">
                  <c:v>22.5</c:v>
                </c:pt>
                <c:pt idx="26427">
                  <c:v>19</c:v>
                </c:pt>
                <c:pt idx="26428">
                  <c:v>18</c:v>
                </c:pt>
                <c:pt idx="26429">
                  <c:v>19</c:v>
                </c:pt>
                <c:pt idx="26430">
                  <c:v>18.5</c:v>
                </c:pt>
                <c:pt idx="26431">
                  <c:v>14.5</c:v>
                </c:pt>
                <c:pt idx="26432">
                  <c:v>16.5</c:v>
                </c:pt>
                <c:pt idx="26433">
                  <c:v>18.5</c:v>
                </c:pt>
                <c:pt idx="26434">
                  <c:v>20.5</c:v>
                </c:pt>
                <c:pt idx="26435">
                  <c:v>22</c:v>
                </c:pt>
                <c:pt idx="26436">
                  <c:v>23.5</c:v>
                </c:pt>
                <c:pt idx="26437">
                  <c:v>23</c:v>
                </c:pt>
                <c:pt idx="26438">
                  <c:v>22</c:v>
                </c:pt>
                <c:pt idx="26439">
                  <c:v>23.5</c:v>
                </c:pt>
                <c:pt idx="26440">
                  <c:v>18</c:v>
                </c:pt>
                <c:pt idx="26441">
                  <c:v>20.5</c:v>
                </c:pt>
                <c:pt idx="26442">
                  <c:v>19.5</c:v>
                </c:pt>
                <c:pt idx="26443">
                  <c:v>22.5</c:v>
                </c:pt>
                <c:pt idx="26444">
                  <c:v>24.5</c:v>
                </c:pt>
                <c:pt idx="26445">
                  <c:v>22</c:v>
                </c:pt>
                <c:pt idx="26446">
                  <c:v>20.5</c:v>
                </c:pt>
                <c:pt idx="26447">
                  <c:v>22</c:v>
                </c:pt>
                <c:pt idx="26448">
                  <c:v>22.5</c:v>
                </c:pt>
                <c:pt idx="26449">
                  <c:v>23.5</c:v>
                </c:pt>
                <c:pt idx="26450">
                  <c:v>21.5</c:v>
                </c:pt>
                <c:pt idx="26451">
                  <c:v>19.5</c:v>
                </c:pt>
                <c:pt idx="26452">
                  <c:v>18.5</c:v>
                </c:pt>
                <c:pt idx="26453">
                  <c:v>20.5</c:v>
                </c:pt>
                <c:pt idx="26454">
                  <c:v>21</c:v>
                </c:pt>
                <c:pt idx="26455">
                  <c:v>19.5</c:v>
                </c:pt>
                <c:pt idx="26456">
                  <c:v>20</c:v>
                </c:pt>
                <c:pt idx="26457">
                  <c:v>21</c:v>
                </c:pt>
                <c:pt idx="26458">
                  <c:v>22.5</c:v>
                </c:pt>
                <c:pt idx="26459">
                  <c:v>23.5</c:v>
                </c:pt>
                <c:pt idx="26460">
                  <c:v>24.5</c:v>
                </c:pt>
                <c:pt idx="26461">
                  <c:v>26</c:v>
                </c:pt>
                <c:pt idx="26462">
                  <c:v>24.5</c:v>
                </c:pt>
                <c:pt idx="26463">
                  <c:v>19.5</c:v>
                </c:pt>
                <c:pt idx="26464">
                  <c:v>21</c:v>
                </c:pt>
                <c:pt idx="26465">
                  <c:v>20.5</c:v>
                </c:pt>
                <c:pt idx="26466">
                  <c:v>20.5</c:v>
                </c:pt>
                <c:pt idx="26467">
                  <c:v>23</c:v>
                </c:pt>
                <c:pt idx="26468">
                  <c:v>22.5</c:v>
                </c:pt>
                <c:pt idx="26469">
                  <c:v>20.5</c:v>
                </c:pt>
                <c:pt idx="26470">
                  <c:v>21.5</c:v>
                </c:pt>
                <c:pt idx="26471">
                  <c:v>17</c:v>
                </c:pt>
                <c:pt idx="26472">
                  <c:v>21.5</c:v>
                </c:pt>
                <c:pt idx="26473">
                  <c:v>24</c:v>
                </c:pt>
                <c:pt idx="26474">
                  <c:v>24</c:v>
                </c:pt>
                <c:pt idx="26475">
                  <c:v>24.5</c:v>
                </c:pt>
                <c:pt idx="26476">
                  <c:v>24</c:v>
                </c:pt>
                <c:pt idx="26477">
                  <c:v>21.5</c:v>
                </c:pt>
                <c:pt idx="26478">
                  <c:v>23.5</c:v>
                </c:pt>
                <c:pt idx="26479">
                  <c:v>24</c:v>
                </c:pt>
                <c:pt idx="26480">
                  <c:v>24</c:v>
                </c:pt>
                <c:pt idx="26481">
                  <c:v>21.5</c:v>
                </c:pt>
                <c:pt idx="26482">
                  <c:v>20.5</c:v>
                </c:pt>
                <c:pt idx="26483">
                  <c:v>23</c:v>
                </c:pt>
                <c:pt idx="26484">
                  <c:v>23.5</c:v>
                </c:pt>
                <c:pt idx="26485">
                  <c:v>22.5</c:v>
                </c:pt>
                <c:pt idx="26486">
                  <c:v>24</c:v>
                </c:pt>
                <c:pt idx="26487">
                  <c:v>23.5</c:v>
                </c:pt>
                <c:pt idx="26488">
                  <c:v>23.5</c:v>
                </c:pt>
                <c:pt idx="26489">
                  <c:v>25.5</c:v>
                </c:pt>
                <c:pt idx="26490">
                  <c:v>25.5</c:v>
                </c:pt>
                <c:pt idx="26491">
                  <c:v>25</c:v>
                </c:pt>
                <c:pt idx="26492">
                  <c:v>24.5</c:v>
                </c:pt>
                <c:pt idx="26493">
                  <c:v>24</c:v>
                </c:pt>
                <c:pt idx="26494">
                  <c:v>21.5</c:v>
                </c:pt>
                <c:pt idx="26495">
                  <c:v>23.5</c:v>
                </c:pt>
                <c:pt idx="26496">
                  <c:v>24</c:v>
                </c:pt>
                <c:pt idx="26497">
                  <c:v>25.5</c:v>
                </c:pt>
                <c:pt idx="26498">
                  <c:v>23</c:v>
                </c:pt>
                <c:pt idx="26499">
                  <c:v>23</c:v>
                </c:pt>
                <c:pt idx="26500">
                  <c:v>24.5</c:v>
                </c:pt>
                <c:pt idx="26501">
                  <c:v>25</c:v>
                </c:pt>
                <c:pt idx="26502">
                  <c:v>23.5</c:v>
                </c:pt>
                <c:pt idx="26503">
                  <c:v>24</c:v>
                </c:pt>
                <c:pt idx="26504">
                  <c:v>24.5</c:v>
                </c:pt>
                <c:pt idx="26505">
                  <c:v>25</c:v>
                </c:pt>
                <c:pt idx="26506">
                  <c:v>25</c:v>
                </c:pt>
                <c:pt idx="26507">
                  <c:v>25</c:v>
                </c:pt>
                <c:pt idx="26508">
                  <c:v>26.5</c:v>
                </c:pt>
                <c:pt idx="26509">
                  <c:v>27</c:v>
                </c:pt>
                <c:pt idx="26510">
                  <c:v>27.5</c:v>
                </c:pt>
                <c:pt idx="26511">
                  <c:v>26</c:v>
                </c:pt>
                <c:pt idx="26512">
                  <c:v>26.5</c:v>
                </c:pt>
                <c:pt idx="26513">
                  <c:v>24.5</c:v>
                </c:pt>
                <c:pt idx="26514">
                  <c:v>24.5</c:v>
                </c:pt>
                <c:pt idx="26515">
                  <c:v>25.5</c:v>
                </c:pt>
                <c:pt idx="26516">
                  <c:v>26</c:v>
                </c:pt>
                <c:pt idx="26517">
                  <c:v>25.5</c:v>
                </c:pt>
                <c:pt idx="26518">
                  <c:v>24.5</c:v>
                </c:pt>
                <c:pt idx="26519">
                  <c:v>24.5</c:v>
                </c:pt>
                <c:pt idx="26520">
                  <c:v>27</c:v>
                </c:pt>
                <c:pt idx="26521">
                  <c:v>27</c:v>
                </c:pt>
                <c:pt idx="26522">
                  <c:v>24.5</c:v>
                </c:pt>
                <c:pt idx="26523">
                  <c:v>24.5</c:v>
                </c:pt>
                <c:pt idx="26524">
                  <c:v>24.5</c:v>
                </c:pt>
                <c:pt idx="26525">
                  <c:v>25</c:v>
                </c:pt>
                <c:pt idx="26526">
                  <c:v>24.5</c:v>
                </c:pt>
                <c:pt idx="26527">
                  <c:v>26</c:v>
                </c:pt>
                <c:pt idx="26528">
                  <c:v>25.5</c:v>
                </c:pt>
                <c:pt idx="26529">
                  <c:v>24.5</c:v>
                </c:pt>
                <c:pt idx="26530">
                  <c:v>25</c:v>
                </c:pt>
                <c:pt idx="26531">
                  <c:v>26</c:v>
                </c:pt>
                <c:pt idx="26532">
                  <c:v>28</c:v>
                </c:pt>
                <c:pt idx="26533">
                  <c:v>29</c:v>
                </c:pt>
                <c:pt idx="26534">
                  <c:v>28.5</c:v>
                </c:pt>
                <c:pt idx="26535">
                  <c:v>29</c:v>
                </c:pt>
                <c:pt idx="26536">
                  <c:v>30</c:v>
                </c:pt>
                <c:pt idx="26537">
                  <c:v>30</c:v>
                </c:pt>
                <c:pt idx="26538">
                  <c:v>30.5</c:v>
                </c:pt>
                <c:pt idx="26539">
                  <c:v>32</c:v>
                </c:pt>
                <c:pt idx="26540">
                  <c:v>32</c:v>
                </c:pt>
                <c:pt idx="26541">
                  <c:v>32</c:v>
                </c:pt>
                <c:pt idx="26542">
                  <c:v>28.5</c:v>
                </c:pt>
                <c:pt idx="26543">
                  <c:v>28.5</c:v>
                </c:pt>
                <c:pt idx="26544">
                  <c:v>25.5</c:v>
                </c:pt>
                <c:pt idx="26545">
                  <c:v>24.5</c:v>
                </c:pt>
                <c:pt idx="26546">
                  <c:v>21.5</c:v>
                </c:pt>
                <c:pt idx="26547">
                  <c:v>20</c:v>
                </c:pt>
                <c:pt idx="26548">
                  <c:v>21.5</c:v>
                </c:pt>
                <c:pt idx="26549">
                  <c:v>21.5</c:v>
                </c:pt>
                <c:pt idx="26550">
                  <c:v>19.5</c:v>
                </c:pt>
                <c:pt idx="26551">
                  <c:v>20.5</c:v>
                </c:pt>
                <c:pt idx="26552">
                  <c:v>21</c:v>
                </c:pt>
                <c:pt idx="26553">
                  <c:v>21</c:v>
                </c:pt>
                <c:pt idx="26554">
                  <c:v>19.5</c:v>
                </c:pt>
                <c:pt idx="26555">
                  <c:v>20</c:v>
                </c:pt>
                <c:pt idx="26556">
                  <c:v>19.5</c:v>
                </c:pt>
                <c:pt idx="26557">
                  <c:v>17.5</c:v>
                </c:pt>
                <c:pt idx="26558">
                  <c:v>17.5</c:v>
                </c:pt>
                <c:pt idx="26559">
                  <c:v>17.5</c:v>
                </c:pt>
                <c:pt idx="26560">
                  <c:v>19</c:v>
                </c:pt>
                <c:pt idx="26561">
                  <c:v>20</c:v>
                </c:pt>
                <c:pt idx="26562">
                  <c:v>21</c:v>
                </c:pt>
                <c:pt idx="26563">
                  <c:v>19.5</c:v>
                </c:pt>
                <c:pt idx="26564">
                  <c:v>21</c:v>
                </c:pt>
                <c:pt idx="26565">
                  <c:v>22</c:v>
                </c:pt>
                <c:pt idx="26566">
                  <c:v>22</c:v>
                </c:pt>
                <c:pt idx="26567">
                  <c:v>21.5</c:v>
                </c:pt>
                <c:pt idx="26568">
                  <c:v>21.5</c:v>
                </c:pt>
                <c:pt idx="26569">
                  <c:v>18</c:v>
                </c:pt>
                <c:pt idx="26570">
                  <c:v>18.5</c:v>
                </c:pt>
                <c:pt idx="26571">
                  <c:v>18.5</c:v>
                </c:pt>
                <c:pt idx="26572">
                  <c:v>20</c:v>
                </c:pt>
                <c:pt idx="26573">
                  <c:v>21.5</c:v>
                </c:pt>
                <c:pt idx="26574">
                  <c:v>22.5</c:v>
                </c:pt>
                <c:pt idx="26575">
                  <c:v>21.5</c:v>
                </c:pt>
                <c:pt idx="26576">
                  <c:v>22</c:v>
                </c:pt>
                <c:pt idx="26577">
                  <c:v>20</c:v>
                </c:pt>
                <c:pt idx="26578">
                  <c:v>17.5</c:v>
                </c:pt>
                <c:pt idx="26579">
                  <c:v>16.5</c:v>
                </c:pt>
                <c:pt idx="26580">
                  <c:v>17</c:v>
                </c:pt>
                <c:pt idx="26581">
                  <c:v>16.5</c:v>
                </c:pt>
                <c:pt idx="26582">
                  <c:v>16.5</c:v>
                </c:pt>
                <c:pt idx="26583">
                  <c:v>17.5</c:v>
                </c:pt>
                <c:pt idx="26584">
                  <c:v>18</c:v>
                </c:pt>
                <c:pt idx="26585">
                  <c:v>18.5</c:v>
                </c:pt>
                <c:pt idx="26586">
                  <c:v>19</c:v>
                </c:pt>
                <c:pt idx="26587">
                  <c:v>19</c:v>
                </c:pt>
                <c:pt idx="26588">
                  <c:v>18.5</c:v>
                </c:pt>
                <c:pt idx="26589">
                  <c:v>16.5</c:v>
                </c:pt>
                <c:pt idx="26590">
                  <c:v>16</c:v>
                </c:pt>
                <c:pt idx="26591">
                  <c:v>15.5</c:v>
                </c:pt>
                <c:pt idx="26592">
                  <c:v>16</c:v>
                </c:pt>
                <c:pt idx="26593">
                  <c:v>14.5</c:v>
                </c:pt>
                <c:pt idx="26594">
                  <c:v>8.5</c:v>
                </c:pt>
                <c:pt idx="26595">
                  <c:v>10</c:v>
                </c:pt>
                <c:pt idx="26596">
                  <c:v>11</c:v>
                </c:pt>
                <c:pt idx="26597">
                  <c:v>10</c:v>
                </c:pt>
                <c:pt idx="26598">
                  <c:v>9</c:v>
                </c:pt>
                <c:pt idx="26599">
                  <c:v>8.5</c:v>
                </c:pt>
                <c:pt idx="26600">
                  <c:v>10</c:v>
                </c:pt>
                <c:pt idx="26601">
                  <c:v>10.5</c:v>
                </c:pt>
                <c:pt idx="26602">
                  <c:v>12.5</c:v>
                </c:pt>
                <c:pt idx="26603">
                  <c:v>12</c:v>
                </c:pt>
                <c:pt idx="26604">
                  <c:v>10</c:v>
                </c:pt>
                <c:pt idx="26605">
                  <c:v>10.5</c:v>
                </c:pt>
                <c:pt idx="26606">
                  <c:v>11.5</c:v>
                </c:pt>
                <c:pt idx="26607">
                  <c:v>13.5</c:v>
                </c:pt>
                <c:pt idx="26608">
                  <c:v>13.5</c:v>
                </c:pt>
                <c:pt idx="26609">
                  <c:v>14.5</c:v>
                </c:pt>
                <c:pt idx="26610">
                  <c:v>14.5</c:v>
                </c:pt>
                <c:pt idx="26611">
                  <c:v>14.5</c:v>
                </c:pt>
                <c:pt idx="26612">
                  <c:v>10.5</c:v>
                </c:pt>
                <c:pt idx="26613">
                  <c:v>9</c:v>
                </c:pt>
                <c:pt idx="26614">
                  <c:v>9</c:v>
                </c:pt>
                <c:pt idx="26615">
                  <c:v>9.5</c:v>
                </c:pt>
                <c:pt idx="26616">
                  <c:v>11</c:v>
                </c:pt>
                <c:pt idx="26617">
                  <c:v>13</c:v>
                </c:pt>
                <c:pt idx="26618">
                  <c:v>12</c:v>
                </c:pt>
                <c:pt idx="26619">
                  <c:v>10</c:v>
                </c:pt>
                <c:pt idx="26620">
                  <c:v>11</c:v>
                </c:pt>
                <c:pt idx="26621">
                  <c:v>12</c:v>
                </c:pt>
                <c:pt idx="26622">
                  <c:v>9</c:v>
                </c:pt>
                <c:pt idx="26623">
                  <c:v>8</c:v>
                </c:pt>
                <c:pt idx="26624">
                  <c:v>6</c:v>
                </c:pt>
                <c:pt idx="26625">
                  <c:v>7</c:v>
                </c:pt>
                <c:pt idx="26626">
                  <c:v>8.5</c:v>
                </c:pt>
                <c:pt idx="26627">
                  <c:v>8</c:v>
                </c:pt>
                <c:pt idx="26628">
                  <c:v>9</c:v>
                </c:pt>
                <c:pt idx="26629">
                  <c:v>10</c:v>
                </c:pt>
                <c:pt idx="26630">
                  <c:v>10.5</c:v>
                </c:pt>
                <c:pt idx="26631">
                  <c:v>9.5</c:v>
                </c:pt>
                <c:pt idx="26632">
                  <c:v>9</c:v>
                </c:pt>
                <c:pt idx="26633">
                  <c:v>8</c:v>
                </c:pt>
                <c:pt idx="26634">
                  <c:v>8</c:v>
                </c:pt>
                <c:pt idx="26635">
                  <c:v>9</c:v>
                </c:pt>
                <c:pt idx="26636">
                  <c:v>9.5</c:v>
                </c:pt>
                <c:pt idx="26637">
                  <c:v>8.5</c:v>
                </c:pt>
                <c:pt idx="26638">
                  <c:v>8.5</c:v>
                </c:pt>
                <c:pt idx="26639">
                  <c:v>6.5</c:v>
                </c:pt>
                <c:pt idx="26640">
                  <c:v>7</c:v>
                </c:pt>
                <c:pt idx="26641">
                  <c:v>8.5</c:v>
                </c:pt>
                <c:pt idx="26642">
                  <c:v>6.5</c:v>
                </c:pt>
                <c:pt idx="26643">
                  <c:v>5</c:v>
                </c:pt>
                <c:pt idx="26644">
                  <c:v>6.5</c:v>
                </c:pt>
                <c:pt idx="26645">
                  <c:v>7.5</c:v>
                </c:pt>
                <c:pt idx="26646">
                  <c:v>7.5</c:v>
                </c:pt>
                <c:pt idx="26647">
                  <c:v>6</c:v>
                </c:pt>
                <c:pt idx="26648">
                  <c:v>6</c:v>
                </c:pt>
                <c:pt idx="26649">
                  <c:v>5.5</c:v>
                </c:pt>
                <c:pt idx="26650">
                  <c:v>5</c:v>
                </c:pt>
                <c:pt idx="26651">
                  <c:v>6</c:v>
                </c:pt>
                <c:pt idx="26652">
                  <c:v>6</c:v>
                </c:pt>
                <c:pt idx="26653">
                  <c:v>7.5</c:v>
                </c:pt>
                <c:pt idx="26654">
                  <c:v>5.5</c:v>
                </c:pt>
                <c:pt idx="26655">
                  <c:v>6</c:v>
                </c:pt>
                <c:pt idx="26656">
                  <c:v>6</c:v>
                </c:pt>
                <c:pt idx="26657">
                  <c:v>7.5</c:v>
                </c:pt>
                <c:pt idx="26658">
                  <c:v>8.5</c:v>
                </c:pt>
                <c:pt idx="26659">
                  <c:v>7</c:v>
                </c:pt>
                <c:pt idx="26660">
                  <c:v>5</c:v>
                </c:pt>
                <c:pt idx="26661">
                  <c:v>3.5</c:v>
                </c:pt>
                <c:pt idx="26662">
                  <c:v>3.5</c:v>
                </c:pt>
                <c:pt idx="26663">
                  <c:v>5</c:v>
                </c:pt>
                <c:pt idx="26664">
                  <c:v>5.5</c:v>
                </c:pt>
                <c:pt idx="26665">
                  <c:v>5</c:v>
                </c:pt>
                <c:pt idx="26666">
                  <c:v>6</c:v>
                </c:pt>
                <c:pt idx="26667">
                  <c:v>7</c:v>
                </c:pt>
                <c:pt idx="26668">
                  <c:v>8.5</c:v>
                </c:pt>
                <c:pt idx="26669">
                  <c:v>10</c:v>
                </c:pt>
                <c:pt idx="26670">
                  <c:v>10</c:v>
                </c:pt>
                <c:pt idx="26671">
                  <c:v>8.5</c:v>
                </c:pt>
                <c:pt idx="26672">
                  <c:v>5.5</c:v>
                </c:pt>
                <c:pt idx="26673">
                  <c:v>4.5</c:v>
                </c:pt>
                <c:pt idx="26674">
                  <c:v>5.5</c:v>
                </c:pt>
                <c:pt idx="26675">
                  <c:v>6</c:v>
                </c:pt>
                <c:pt idx="26676">
                  <c:v>6.5</c:v>
                </c:pt>
                <c:pt idx="26677">
                  <c:v>7</c:v>
                </c:pt>
                <c:pt idx="26678">
                  <c:v>9</c:v>
                </c:pt>
                <c:pt idx="26679">
                  <c:v>9.5</c:v>
                </c:pt>
                <c:pt idx="26680">
                  <c:v>9</c:v>
                </c:pt>
                <c:pt idx="26681">
                  <c:v>6</c:v>
                </c:pt>
                <c:pt idx="26682">
                  <c:v>7</c:v>
                </c:pt>
                <c:pt idx="26683">
                  <c:v>8.5</c:v>
                </c:pt>
                <c:pt idx="26684">
                  <c:v>9</c:v>
                </c:pt>
                <c:pt idx="26685">
                  <c:v>8</c:v>
                </c:pt>
                <c:pt idx="26686">
                  <c:v>6</c:v>
                </c:pt>
                <c:pt idx="26687">
                  <c:v>5.5</c:v>
                </c:pt>
                <c:pt idx="26688">
                  <c:v>4</c:v>
                </c:pt>
                <c:pt idx="26689">
                  <c:v>5</c:v>
                </c:pt>
                <c:pt idx="26690">
                  <c:v>5</c:v>
                </c:pt>
                <c:pt idx="26691">
                  <c:v>5.5</c:v>
                </c:pt>
                <c:pt idx="26692">
                  <c:v>6.5</c:v>
                </c:pt>
                <c:pt idx="26693">
                  <c:v>6.5</c:v>
                </c:pt>
                <c:pt idx="26694">
                  <c:v>6.5</c:v>
                </c:pt>
                <c:pt idx="26695">
                  <c:v>6</c:v>
                </c:pt>
                <c:pt idx="26696">
                  <c:v>7</c:v>
                </c:pt>
                <c:pt idx="26697">
                  <c:v>7.5</c:v>
                </c:pt>
                <c:pt idx="26698">
                  <c:v>8.5</c:v>
                </c:pt>
                <c:pt idx="26699">
                  <c:v>10</c:v>
                </c:pt>
                <c:pt idx="26700">
                  <c:v>11</c:v>
                </c:pt>
                <c:pt idx="26701">
                  <c:v>11</c:v>
                </c:pt>
                <c:pt idx="26702">
                  <c:v>13</c:v>
                </c:pt>
                <c:pt idx="26703">
                  <c:v>7</c:v>
                </c:pt>
                <c:pt idx="26704">
                  <c:v>6.5</c:v>
                </c:pt>
                <c:pt idx="26705">
                  <c:v>6</c:v>
                </c:pt>
                <c:pt idx="26706">
                  <c:v>5</c:v>
                </c:pt>
                <c:pt idx="26707">
                  <c:v>6.5</c:v>
                </c:pt>
                <c:pt idx="26708">
                  <c:v>8.5</c:v>
                </c:pt>
                <c:pt idx="26709">
                  <c:v>7</c:v>
                </c:pt>
                <c:pt idx="26710">
                  <c:v>5.5</c:v>
                </c:pt>
                <c:pt idx="26711">
                  <c:v>6</c:v>
                </c:pt>
                <c:pt idx="26712">
                  <c:v>6</c:v>
                </c:pt>
                <c:pt idx="26713">
                  <c:v>6</c:v>
                </c:pt>
                <c:pt idx="26714">
                  <c:v>5.5</c:v>
                </c:pt>
                <c:pt idx="26715">
                  <c:v>6.5</c:v>
                </c:pt>
                <c:pt idx="26716">
                  <c:v>7.5</c:v>
                </c:pt>
                <c:pt idx="26717">
                  <c:v>6</c:v>
                </c:pt>
                <c:pt idx="26718">
                  <c:v>5</c:v>
                </c:pt>
                <c:pt idx="26719">
                  <c:v>5.5</c:v>
                </c:pt>
                <c:pt idx="26720">
                  <c:v>7</c:v>
                </c:pt>
                <c:pt idx="26721">
                  <c:v>10.5</c:v>
                </c:pt>
                <c:pt idx="26722">
                  <c:v>10.5</c:v>
                </c:pt>
                <c:pt idx="26723">
                  <c:v>12.5</c:v>
                </c:pt>
                <c:pt idx="26724">
                  <c:v>12</c:v>
                </c:pt>
                <c:pt idx="26725">
                  <c:v>13</c:v>
                </c:pt>
                <c:pt idx="26726">
                  <c:v>14.5</c:v>
                </c:pt>
                <c:pt idx="26727">
                  <c:v>14</c:v>
                </c:pt>
                <c:pt idx="26728">
                  <c:v>13.5</c:v>
                </c:pt>
                <c:pt idx="26729">
                  <c:v>15</c:v>
                </c:pt>
                <c:pt idx="26730">
                  <c:v>16</c:v>
                </c:pt>
                <c:pt idx="26731">
                  <c:v>15.5</c:v>
                </c:pt>
                <c:pt idx="26732">
                  <c:v>17</c:v>
                </c:pt>
                <c:pt idx="26733">
                  <c:v>18.5</c:v>
                </c:pt>
                <c:pt idx="26734">
                  <c:v>18.5</c:v>
                </c:pt>
                <c:pt idx="26735">
                  <c:v>16</c:v>
                </c:pt>
                <c:pt idx="26736">
                  <c:v>14</c:v>
                </c:pt>
                <c:pt idx="26737">
                  <c:v>10</c:v>
                </c:pt>
                <c:pt idx="26738">
                  <c:v>11.5</c:v>
                </c:pt>
                <c:pt idx="26739">
                  <c:v>13</c:v>
                </c:pt>
                <c:pt idx="26740">
                  <c:v>12.5</c:v>
                </c:pt>
                <c:pt idx="26741">
                  <c:v>14</c:v>
                </c:pt>
                <c:pt idx="26742">
                  <c:v>15.5</c:v>
                </c:pt>
                <c:pt idx="26743">
                  <c:v>16</c:v>
                </c:pt>
                <c:pt idx="26744">
                  <c:v>14</c:v>
                </c:pt>
                <c:pt idx="26745">
                  <c:v>14.5</c:v>
                </c:pt>
                <c:pt idx="26746">
                  <c:v>13.5</c:v>
                </c:pt>
                <c:pt idx="26747">
                  <c:v>9.5</c:v>
                </c:pt>
                <c:pt idx="26748">
                  <c:v>9</c:v>
                </c:pt>
                <c:pt idx="26749">
                  <c:v>9.5</c:v>
                </c:pt>
                <c:pt idx="26750">
                  <c:v>10</c:v>
                </c:pt>
                <c:pt idx="26751">
                  <c:v>13</c:v>
                </c:pt>
                <c:pt idx="26752">
                  <c:v>14</c:v>
                </c:pt>
                <c:pt idx="26753">
                  <c:v>14</c:v>
                </c:pt>
                <c:pt idx="26754">
                  <c:v>12.5</c:v>
                </c:pt>
                <c:pt idx="26755">
                  <c:v>11.5</c:v>
                </c:pt>
                <c:pt idx="26756">
                  <c:v>12.5</c:v>
                </c:pt>
                <c:pt idx="26757">
                  <c:v>14</c:v>
                </c:pt>
                <c:pt idx="26758">
                  <c:v>15.5</c:v>
                </c:pt>
                <c:pt idx="26759">
                  <c:v>13.5</c:v>
                </c:pt>
                <c:pt idx="26760">
                  <c:v>15.5</c:v>
                </c:pt>
                <c:pt idx="26761">
                  <c:v>17</c:v>
                </c:pt>
                <c:pt idx="26762">
                  <c:v>15.5</c:v>
                </c:pt>
                <c:pt idx="26763">
                  <c:v>14</c:v>
                </c:pt>
                <c:pt idx="26764">
                  <c:v>15</c:v>
                </c:pt>
                <c:pt idx="26765">
                  <c:v>15.5</c:v>
                </c:pt>
                <c:pt idx="26766">
                  <c:v>15.5</c:v>
                </c:pt>
                <c:pt idx="26767">
                  <c:v>7.5</c:v>
                </c:pt>
                <c:pt idx="26768">
                  <c:v>8</c:v>
                </c:pt>
                <c:pt idx="26769">
                  <c:v>11</c:v>
                </c:pt>
                <c:pt idx="26770">
                  <c:v>12.5</c:v>
                </c:pt>
                <c:pt idx="26771">
                  <c:v>14.5</c:v>
                </c:pt>
                <c:pt idx="26772">
                  <c:v>16</c:v>
                </c:pt>
                <c:pt idx="26773">
                  <c:v>15</c:v>
                </c:pt>
                <c:pt idx="26774">
                  <c:v>16</c:v>
                </c:pt>
                <c:pt idx="26775">
                  <c:v>16</c:v>
                </c:pt>
                <c:pt idx="26776">
                  <c:v>15</c:v>
                </c:pt>
                <c:pt idx="26777">
                  <c:v>17</c:v>
                </c:pt>
                <c:pt idx="26778">
                  <c:v>19</c:v>
                </c:pt>
                <c:pt idx="26779">
                  <c:v>21</c:v>
                </c:pt>
                <c:pt idx="26780">
                  <c:v>18.5</c:v>
                </c:pt>
                <c:pt idx="26781">
                  <c:v>14.5</c:v>
                </c:pt>
                <c:pt idx="26782">
                  <c:v>14.5</c:v>
                </c:pt>
                <c:pt idx="26783">
                  <c:v>15</c:v>
                </c:pt>
                <c:pt idx="26784">
                  <c:v>17</c:v>
                </c:pt>
                <c:pt idx="26785">
                  <c:v>17</c:v>
                </c:pt>
                <c:pt idx="26786">
                  <c:v>14</c:v>
                </c:pt>
                <c:pt idx="26787">
                  <c:v>16.5</c:v>
                </c:pt>
                <c:pt idx="26788">
                  <c:v>16.5</c:v>
                </c:pt>
                <c:pt idx="26789">
                  <c:v>17.5</c:v>
                </c:pt>
                <c:pt idx="26790">
                  <c:v>18.5</c:v>
                </c:pt>
                <c:pt idx="26791">
                  <c:v>18.5</c:v>
                </c:pt>
                <c:pt idx="26792">
                  <c:v>18.5</c:v>
                </c:pt>
                <c:pt idx="26793">
                  <c:v>20</c:v>
                </c:pt>
                <c:pt idx="26794">
                  <c:v>20.5</c:v>
                </c:pt>
                <c:pt idx="26795">
                  <c:v>22</c:v>
                </c:pt>
                <c:pt idx="26796">
                  <c:v>22.5</c:v>
                </c:pt>
                <c:pt idx="26797">
                  <c:v>23.5</c:v>
                </c:pt>
                <c:pt idx="26798">
                  <c:v>24</c:v>
                </c:pt>
                <c:pt idx="26799">
                  <c:v>24.5</c:v>
                </c:pt>
                <c:pt idx="26800">
                  <c:v>23.5</c:v>
                </c:pt>
                <c:pt idx="26801">
                  <c:v>23</c:v>
                </c:pt>
                <c:pt idx="26802">
                  <c:v>23</c:v>
                </c:pt>
                <c:pt idx="26803">
                  <c:v>22</c:v>
                </c:pt>
                <c:pt idx="26804">
                  <c:v>18</c:v>
                </c:pt>
                <c:pt idx="26805">
                  <c:v>21</c:v>
                </c:pt>
                <c:pt idx="26806">
                  <c:v>23</c:v>
                </c:pt>
                <c:pt idx="26807">
                  <c:v>25.5</c:v>
                </c:pt>
                <c:pt idx="26808">
                  <c:v>25</c:v>
                </c:pt>
                <c:pt idx="26809">
                  <c:v>23.5</c:v>
                </c:pt>
                <c:pt idx="26810">
                  <c:v>23</c:v>
                </c:pt>
                <c:pt idx="26811">
                  <c:v>24</c:v>
                </c:pt>
                <c:pt idx="26812">
                  <c:v>25.5</c:v>
                </c:pt>
                <c:pt idx="26813">
                  <c:v>27.5</c:v>
                </c:pt>
                <c:pt idx="26814">
                  <c:v>27</c:v>
                </c:pt>
                <c:pt idx="26815">
                  <c:v>26</c:v>
                </c:pt>
                <c:pt idx="26816">
                  <c:v>25.5</c:v>
                </c:pt>
                <c:pt idx="26817">
                  <c:v>24</c:v>
                </c:pt>
                <c:pt idx="26818">
                  <c:v>19</c:v>
                </c:pt>
                <c:pt idx="26819">
                  <c:v>20.5</c:v>
                </c:pt>
                <c:pt idx="26820">
                  <c:v>22</c:v>
                </c:pt>
                <c:pt idx="26821">
                  <c:v>23</c:v>
                </c:pt>
                <c:pt idx="26822">
                  <c:v>24.5</c:v>
                </c:pt>
                <c:pt idx="26823">
                  <c:v>23.5</c:v>
                </c:pt>
                <c:pt idx="26824">
                  <c:v>21.5</c:v>
                </c:pt>
                <c:pt idx="26825">
                  <c:v>22.5</c:v>
                </c:pt>
                <c:pt idx="26826">
                  <c:v>24.5</c:v>
                </c:pt>
                <c:pt idx="26827">
                  <c:v>25.5</c:v>
                </c:pt>
                <c:pt idx="26828">
                  <c:v>26</c:v>
                </c:pt>
                <c:pt idx="26829">
                  <c:v>26</c:v>
                </c:pt>
                <c:pt idx="26830">
                  <c:v>25.5</c:v>
                </c:pt>
                <c:pt idx="26831">
                  <c:v>23.5</c:v>
                </c:pt>
                <c:pt idx="26832">
                  <c:v>25.5</c:v>
                </c:pt>
                <c:pt idx="26833">
                  <c:v>27.5</c:v>
                </c:pt>
                <c:pt idx="26834">
                  <c:v>28</c:v>
                </c:pt>
                <c:pt idx="26835">
                  <c:v>27</c:v>
                </c:pt>
                <c:pt idx="26836">
                  <c:v>27</c:v>
                </c:pt>
                <c:pt idx="26837">
                  <c:v>24</c:v>
                </c:pt>
                <c:pt idx="26838">
                  <c:v>24</c:v>
                </c:pt>
                <c:pt idx="26839">
                  <c:v>21.5</c:v>
                </c:pt>
                <c:pt idx="26840">
                  <c:v>27.5</c:v>
                </c:pt>
                <c:pt idx="26841">
                  <c:v>29</c:v>
                </c:pt>
                <c:pt idx="26842">
                  <c:v>28.5</c:v>
                </c:pt>
                <c:pt idx="26843">
                  <c:v>25</c:v>
                </c:pt>
                <c:pt idx="26844">
                  <c:v>24.5</c:v>
                </c:pt>
                <c:pt idx="26845">
                  <c:v>25</c:v>
                </c:pt>
                <c:pt idx="26846">
                  <c:v>27.5</c:v>
                </c:pt>
                <c:pt idx="26847">
                  <c:v>28.5</c:v>
                </c:pt>
                <c:pt idx="26848">
                  <c:v>29.5</c:v>
                </c:pt>
                <c:pt idx="26849">
                  <c:v>29.5</c:v>
                </c:pt>
                <c:pt idx="26850">
                  <c:v>30.5</c:v>
                </c:pt>
                <c:pt idx="26851">
                  <c:v>27</c:v>
                </c:pt>
                <c:pt idx="26852">
                  <c:v>27</c:v>
                </c:pt>
                <c:pt idx="26853">
                  <c:v>28</c:v>
                </c:pt>
                <c:pt idx="26854">
                  <c:v>27</c:v>
                </c:pt>
                <c:pt idx="26855">
                  <c:v>27.5</c:v>
                </c:pt>
                <c:pt idx="26856">
                  <c:v>28</c:v>
                </c:pt>
                <c:pt idx="26857">
                  <c:v>26.5</c:v>
                </c:pt>
                <c:pt idx="26858">
                  <c:v>25.5</c:v>
                </c:pt>
                <c:pt idx="26859">
                  <c:v>24</c:v>
                </c:pt>
                <c:pt idx="26860">
                  <c:v>26</c:v>
                </c:pt>
                <c:pt idx="26861">
                  <c:v>27</c:v>
                </c:pt>
                <c:pt idx="26862">
                  <c:v>28.5</c:v>
                </c:pt>
                <c:pt idx="26863">
                  <c:v>29</c:v>
                </c:pt>
                <c:pt idx="26864">
                  <c:v>30</c:v>
                </c:pt>
                <c:pt idx="26865">
                  <c:v>31</c:v>
                </c:pt>
                <c:pt idx="26866">
                  <c:v>29.5</c:v>
                </c:pt>
                <c:pt idx="26867">
                  <c:v>26</c:v>
                </c:pt>
                <c:pt idx="26868">
                  <c:v>26.5</c:v>
                </c:pt>
                <c:pt idx="26869">
                  <c:v>27</c:v>
                </c:pt>
                <c:pt idx="26870">
                  <c:v>27</c:v>
                </c:pt>
                <c:pt idx="26871">
                  <c:v>28.5</c:v>
                </c:pt>
                <c:pt idx="26872">
                  <c:v>27.5</c:v>
                </c:pt>
                <c:pt idx="26873">
                  <c:v>28.5</c:v>
                </c:pt>
                <c:pt idx="26874">
                  <c:v>28.5</c:v>
                </c:pt>
                <c:pt idx="26875">
                  <c:v>29.5</c:v>
                </c:pt>
                <c:pt idx="26876">
                  <c:v>32</c:v>
                </c:pt>
                <c:pt idx="26877">
                  <c:v>33.5</c:v>
                </c:pt>
                <c:pt idx="26878">
                  <c:v>33.5</c:v>
                </c:pt>
                <c:pt idx="26879">
                  <c:v>32</c:v>
                </c:pt>
                <c:pt idx="26880">
                  <c:v>33</c:v>
                </c:pt>
                <c:pt idx="26881">
                  <c:v>33.5</c:v>
                </c:pt>
                <c:pt idx="26882">
                  <c:v>33</c:v>
                </c:pt>
                <c:pt idx="26883">
                  <c:v>34</c:v>
                </c:pt>
                <c:pt idx="26884">
                  <c:v>34</c:v>
                </c:pt>
                <c:pt idx="26885">
                  <c:v>34</c:v>
                </c:pt>
                <c:pt idx="26886">
                  <c:v>30.5</c:v>
                </c:pt>
                <c:pt idx="26887">
                  <c:v>26</c:v>
                </c:pt>
                <c:pt idx="26888">
                  <c:v>25</c:v>
                </c:pt>
                <c:pt idx="26889">
                  <c:v>26</c:v>
                </c:pt>
                <c:pt idx="26890">
                  <c:v>25.5</c:v>
                </c:pt>
                <c:pt idx="26891">
                  <c:v>25.5</c:v>
                </c:pt>
                <c:pt idx="26892">
                  <c:v>26</c:v>
                </c:pt>
                <c:pt idx="26893">
                  <c:v>28</c:v>
                </c:pt>
                <c:pt idx="26894">
                  <c:v>29.5</c:v>
                </c:pt>
                <c:pt idx="26895">
                  <c:v>31</c:v>
                </c:pt>
                <c:pt idx="26896">
                  <c:v>29</c:v>
                </c:pt>
                <c:pt idx="26897">
                  <c:v>30</c:v>
                </c:pt>
                <c:pt idx="26898">
                  <c:v>26</c:v>
                </c:pt>
                <c:pt idx="26899">
                  <c:v>27.5</c:v>
                </c:pt>
                <c:pt idx="26900">
                  <c:v>27.5</c:v>
                </c:pt>
                <c:pt idx="26901">
                  <c:v>25</c:v>
                </c:pt>
                <c:pt idx="26902">
                  <c:v>27</c:v>
                </c:pt>
                <c:pt idx="26903">
                  <c:v>28</c:v>
                </c:pt>
                <c:pt idx="26904">
                  <c:v>25</c:v>
                </c:pt>
                <c:pt idx="26905">
                  <c:v>28.5</c:v>
                </c:pt>
                <c:pt idx="26906">
                  <c:v>29.5</c:v>
                </c:pt>
                <c:pt idx="26907">
                  <c:v>27</c:v>
                </c:pt>
                <c:pt idx="26908">
                  <c:v>20.5</c:v>
                </c:pt>
                <c:pt idx="26909">
                  <c:v>21.5</c:v>
                </c:pt>
                <c:pt idx="26910">
                  <c:v>23</c:v>
                </c:pt>
                <c:pt idx="26911">
                  <c:v>25</c:v>
                </c:pt>
                <c:pt idx="26912">
                  <c:v>25.5</c:v>
                </c:pt>
                <c:pt idx="26913">
                  <c:v>24.5</c:v>
                </c:pt>
                <c:pt idx="26914">
                  <c:v>24.5</c:v>
                </c:pt>
                <c:pt idx="26915">
                  <c:v>23.5</c:v>
                </c:pt>
                <c:pt idx="26916">
                  <c:v>19</c:v>
                </c:pt>
                <c:pt idx="26917">
                  <c:v>19</c:v>
                </c:pt>
                <c:pt idx="26918">
                  <c:v>20</c:v>
                </c:pt>
                <c:pt idx="26919">
                  <c:v>21.5</c:v>
                </c:pt>
                <c:pt idx="26920">
                  <c:v>21.5</c:v>
                </c:pt>
                <c:pt idx="26921">
                  <c:v>21</c:v>
                </c:pt>
                <c:pt idx="26922">
                  <c:v>22</c:v>
                </c:pt>
                <c:pt idx="26923">
                  <c:v>23</c:v>
                </c:pt>
                <c:pt idx="26924">
                  <c:v>24</c:v>
                </c:pt>
                <c:pt idx="26925">
                  <c:v>22.5</c:v>
                </c:pt>
                <c:pt idx="26926">
                  <c:v>18</c:v>
                </c:pt>
                <c:pt idx="26927">
                  <c:v>16.5</c:v>
                </c:pt>
                <c:pt idx="26928">
                  <c:v>16.5</c:v>
                </c:pt>
                <c:pt idx="26929">
                  <c:v>17</c:v>
                </c:pt>
                <c:pt idx="26930">
                  <c:v>18</c:v>
                </c:pt>
                <c:pt idx="26931">
                  <c:v>18.5</c:v>
                </c:pt>
                <c:pt idx="26932">
                  <c:v>19</c:v>
                </c:pt>
                <c:pt idx="26933">
                  <c:v>18</c:v>
                </c:pt>
                <c:pt idx="26934">
                  <c:v>18</c:v>
                </c:pt>
                <c:pt idx="26935">
                  <c:v>19.5</c:v>
                </c:pt>
                <c:pt idx="26936">
                  <c:v>21.5</c:v>
                </c:pt>
                <c:pt idx="26937">
                  <c:v>20.5</c:v>
                </c:pt>
                <c:pt idx="26938">
                  <c:v>19.5</c:v>
                </c:pt>
                <c:pt idx="26939">
                  <c:v>19</c:v>
                </c:pt>
                <c:pt idx="26940">
                  <c:v>18</c:v>
                </c:pt>
                <c:pt idx="26941">
                  <c:v>18.5</c:v>
                </c:pt>
                <c:pt idx="26942">
                  <c:v>20</c:v>
                </c:pt>
                <c:pt idx="26943">
                  <c:v>20.5</c:v>
                </c:pt>
                <c:pt idx="26944">
                  <c:v>19.5</c:v>
                </c:pt>
                <c:pt idx="26945">
                  <c:v>20</c:v>
                </c:pt>
                <c:pt idx="26946">
                  <c:v>21</c:v>
                </c:pt>
                <c:pt idx="26947">
                  <c:v>22.5</c:v>
                </c:pt>
                <c:pt idx="26948">
                  <c:v>21.5</c:v>
                </c:pt>
                <c:pt idx="26949">
                  <c:v>20.5</c:v>
                </c:pt>
                <c:pt idx="26950">
                  <c:v>19</c:v>
                </c:pt>
                <c:pt idx="26951">
                  <c:v>20</c:v>
                </c:pt>
                <c:pt idx="26952">
                  <c:v>18</c:v>
                </c:pt>
                <c:pt idx="26953">
                  <c:v>18</c:v>
                </c:pt>
                <c:pt idx="26954">
                  <c:v>19.5</c:v>
                </c:pt>
                <c:pt idx="26955">
                  <c:v>17.5</c:v>
                </c:pt>
                <c:pt idx="26956">
                  <c:v>17.5</c:v>
                </c:pt>
                <c:pt idx="26957">
                  <c:v>14</c:v>
                </c:pt>
                <c:pt idx="26958">
                  <c:v>12.5</c:v>
                </c:pt>
                <c:pt idx="26959">
                  <c:v>12.5</c:v>
                </c:pt>
                <c:pt idx="26960">
                  <c:v>12</c:v>
                </c:pt>
                <c:pt idx="26961">
                  <c:v>13</c:v>
                </c:pt>
                <c:pt idx="26962">
                  <c:v>13.5</c:v>
                </c:pt>
                <c:pt idx="26963">
                  <c:v>14</c:v>
                </c:pt>
                <c:pt idx="26964">
                  <c:v>16</c:v>
                </c:pt>
                <c:pt idx="26965">
                  <c:v>16</c:v>
                </c:pt>
                <c:pt idx="26966">
                  <c:v>17</c:v>
                </c:pt>
                <c:pt idx="26967">
                  <c:v>16</c:v>
                </c:pt>
                <c:pt idx="26968">
                  <c:v>11.5</c:v>
                </c:pt>
                <c:pt idx="26969">
                  <c:v>9.5</c:v>
                </c:pt>
                <c:pt idx="26970">
                  <c:v>9</c:v>
                </c:pt>
                <c:pt idx="26971">
                  <c:v>8.5</c:v>
                </c:pt>
                <c:pt idx="26972">
                  <c:v>10</c:v>
                </c:pt>
                <c:pt idx="26973">
                  <c:v>9.5</c:v>
                </c:pt>
                <c:pt idx="26974">
                  <c:v>13</c:v>
                </c:pt>
                <c:pt idx="26975">
                  <c:v>10.5</c:v>
                </c:pt>
                <c:pt idx="26976">
                  <c:v>11</c:v>
                </c:pt>
                <c:pt idx="26977">
                  <c:v>12</c:v>
                </c:pt>
                <c:pt idx="26978">
                  <c:v>12</c:v>
                </c:pt>
                <c:pt idx="26979">
                  <c:v>13</c:v>
                </c:pt>
                <c:pt idx="26980">
                  <c:v>12.5</c:v>
                </c:pt>
                <c:pt idx="26981">
                  <c:v>8</c:v>
                </c:pt>
                <c:pt idx="26982">
                  <c:v>8</c:v>
                </c:pt>
                <c:pt idx="26983">
                  <c:v>9.5</c:v>
                </c:pt>
                <c:pt idx="26984">
                  <c:v>10</c:v>
                </c:pt>
                <c:pt idx="26985">
                  <c:v>13.5</c:v>
                </c:pt>
                <c:pt idx="26986">
                  <c:v>13</c:v>
                </c:pt>
                <c:pt idx="26987">
                  <c:v>12.5</c:v>
                </c:pt>
                <c:pt idx="26988">
                  <c:v>12</c:v>
                </c:pt>
                <c:pt idx="26989">
                  <c:v>9</c:v>
                </c:pt>
                <c:pt idx="26990">
                  <c:v>9</c:v>
                </c:pt>
                <c:pt idx="26991">
                  <c:v>11</c:v>
                </c:pt>
                <c:pt idx="26992">
                  <c:v>11.5</c:v>
                </c:pt>
                <c:pt idx="26993">
                  <c:v>10.5</c:v>
                </c:pt>
                <c:pt idx="26994">
                  <c:v>8</c:v>
                </c:pt>
                <c:pt idx="26995">
                  <c:v>7</c:v>
                </c:pt>
                <c:pt idx="26996">
                  <c:v>6.5</c:v>
                </c:pt>
                <c:pt idx="26997">
                  <c:v>5.5</c:v>
                </c:pt>
                <c:pt idx="26998">
                  <c:v>5.5</c:v>
                </c:pt>
                <c:pt idx="26999">
                  <c:v>5.5</c:v>
                </c:pt>
                <c:pt idx="27000">
                  <c:v>5</c:v>
                </c:pt>
                <c:pt idx="27001">
                  <c:v>5</c:v>
                </c:pt>
                <c:pt idx="27002">
                  <c:v>3.5</c:v>
                </c:pt>
                <c:pt idx="27003">
                  <c:v>5.5</c:v>
                </c:pt>
                <c:pt idx="27004">
                  <c:v>6</c:v>
                </c:pt>
                <c:pt idx="27005">
                  <c:v>4</c:v>
                </c:pt>
                <c:pt idx="27006">
                  <c:v>3.5</c:v>
                </c:pt>
                <c:pt idx="27007">
                  <c:v>4</c:v>
                </c:pt>
                <c:pt idx="27008">
                  <c:v>4</c:v>
                </c:pt>
                <c:pt idx="27009">
                  <c:v>4.5</c:v>
                </c:pt>
                <c:pt idx="27010">
                  <c:v>4.5</c:v>
                </c:pt>
                <c:pt idx="27011">
                  <c:v>6</c:v>
                </c:pt>
                <c:pt idx="27012">
                  <c:v>5</c:v>
                </c:pt>
                <c:pt idx="27013">
                  <c:v>5</c:v>
                </c:pt>
                <c:pt idx="27014">
                  <c:v>5</c:v>
                </c:pt>
                <c:pt idx="27015">
                  <c:v>6.5</c:v>
                </c:pt>
                <c:pt idx="27016">
                  <c:v>5.5</c:v>
                </c:pt>
                <c:pt idx="27017">
                  <c:v>4</c:v>
                </c:pt>
                <c:pt idx="27018">
                  <c:v>1.5</c:v>
                </c:pt>
                <c:pt idx="27019">
                  <c:v>3</c:v>
                </c:pt>
                <c:pt idx="27020">
                  <c:v>4.5</c:v>
                </c:pt>
                <c:pt idx="27021">
                  <c:v>5</c:v>
                </c:pt>
                <c:pt idx="27022">
                  <c:v>3.5</c:v>
                </c:pt>
                <c:pt idx="27023">
                  <c:v>2.5</c:v>
                </c:pt>
                <c:pt idx="27024">
                  <c:v>1.5</c:v>
                </c:pt>
                <c:pt idx="27025">
                  <c:v>2</c:v>
                </c:pt>
                <c:pt idx="27026">
                  <c:v>2</c:v>
                </c:pt>
                <c:pt idx="27027">
                  <c:v>2.5</c:v>
                </c:pt>
                <c:pt idx="27028">
                  <c:v>3</c:v>
                </c:pt>
                <c:pt idx="27029">
                  <c:v>5</c:v>
                </c:pt>
                <c:pt idx="27030">
                  <c:v>4.5</c:v>
                </c:pt>
                <c:pt idx="27031">
                  <c:v>3.5</c:v>
                </c:pt>
                <c:pt idx="27032">
                  <c:v>5</c:v>
                </c:pt>
                <c:pt idx="27033">
                  <c:v>5</c:v>
                </c:pt>
                <c:pt idx="27034">
                  <c:v>3</c:v>
                </c:pt>
                <c:pt idx="27035">
                  <c:v>1</c:v>
                </c:pt>
                <c:pt idx="27036">
                  <c:v>0</c:v>
                </c:pt>
                <c:pt idx="27037">
                  <c:v>2</c:v>
                </c:pt>
                <c:pt idx="27038">
                  <c:v>3</c:v>
                </c:pt>
                <c:pt idx="27039">
                  <c:v>3.5</c:v>
                </c:pt>
                <c:pt idx="27040">
                  <c:v>4.5</c:v>
                </c:pt>
                <c:pt idx="27041">
                  <c:v>6.5</c:v>
                </c:pt>
                <c:pt idx="27042">
                  <c:v>7</c:v>
                </c:pt>
                <c:pt idx="27043">
                  <c:v>8.5</c:v>
                </c:pt>
                <c:pt idx="27044">
                  <c:v>8.5</c:v>
                </c:pt>
                <c:pt idx="27045">
                  <c:v>8.5</c:v>
                </c:pt>
                <c:pt idx="27046">
                  <c:v>9</c:v>
                </c:pt>
                <c:pt idx="27047">
                  <c:v>10</c:v>
                </c:pt>
                <c:pt idx="27048">
                  <c:v>10</c:v>
                </c:pt>
                <c:pt idx="27049">
                  <c:v>8.5</c:v>
                </c:pt>
                <c:pt idx="27050">
                  <c:v>7.5</c:v>
                </c:pt>
                <c:pt idx="27051">
                  <c:v>7</c:v>
                </c:pt>
                <c:pt idx="27052">
                  <c:v>8</c:v>
                </c:pt>
                <c:pt idx="27053">
                  <c:v>7.5</c:v>
                </c:pt>
                <c:pt idx="27054">
                  <c:v>9.5</c:v>
                </c:pt>
                <c:pt idx="27055">
                  <c:v>11</c:v>
                </c:pt>
                <c:pt idx="27056">
                  <c:v>11.5</c:v>
                </c:pt>
                <c:pt idx="27057">
                  <c:v>10</c:v>
                </c:pt>
                <c:pt idx="27058">
                  <c:v>10</c:v>
                </c:pt>
                <c:pt idx="27059">
                  <c:v>9</c:v>
                </c:pt>
                <c:pt idx="27060">
                  <c:v>9.5</c:v>
                </c:pt>
                <c:pt idx="27061">
                  <c:v>11</c:v>
                </c:pt>
                <c:pt idx="27062">
                  <c:v>11.5</c:v>
                </c:pt>
                <c:pt idx="27063">
                  <c:v>11</c:v>
                </c:pt>
                <c:pt idx="27064">
                  <c:v>10</c:v>
                </c:pt>
                <c:pt idx="27065">
                  <c:v>11</c:v>
                </c:pt>
                <c:pt idx="27066">
                  <c:v>10.5</c:v>
                </c:pt>
                <c:pt idx="27067">
                  <c:v>11.5</c:v>
                </c:pt>
                <c:pt idx="27068">
                  <c:v>12.5</c:v>
                </c:pt>
                <c:pt idx="27069">
                  <c:v>12</c:v>
                </c:pt>
                <c:pt idx="27070">
                  <c:v>12</c:v>
                </c:pt>
                <c:pt idx="27071">
                  <c:v>12.5</c:v>
                </c:pt>
                <c:pt idx="27072">
                  <c:v>13.5</c:v>
                </c:pt>
                <c:pt idx="27073">
                  <c:v>14</c:v>
                </c:pt>
                <c:pt idx="27074">
                  <c:v>13.5</c:v>
                </c:pt>
                <c:pt idx="27075">
                  <c:v>12</c:v>
                </c:pt>
                <c:pt idx="27076">
                  <c:v>7.5</c:v>
                </c:pt>
                <c:pt idx="27077">
                  <c:v>6.5</c:v>
                </c:pt>
                <c:pt idx="27078">
                  <c:v>5.5</c:v>
                </c:pt>
                <c:pt idx="27079">
                  <c:v>4</c:v>
                </c:pt>
                <c:pt idx="27080">
                  <c:v>3.5</c:v>
                </c:pt>
                <c:pt idx="27081">
                  <c:v>5</c:v>
                </c:pt>
                <c:pt idx="27082">
                  <c:v>6.5</c:v>
                </c:pt>
                <c:pt idx="27083">
                  <c:v>7.5</c:v>
                </c:pt>
                <c:pt idx="27084">
                  <c:v>9.5</c:v>
                </c:pt>
                <c:pt idx="27085">
                  <c:v>9</c:v>
                </c:pt>
                <c:pt idx="27086">
                  <c:v>10.5</c:v>
                </c:pt>
                <c:pt idx="27087">
                  <c:v>11.5</c:v>
                </c:pt>
                <c:pt idx="27088">
                  <c:v>9</c:v>
                </c:pt>
                <c:pt idx="27089">
                  <c:v>7.5</c:v>
                </c:pt>
                <c:pt idx="27090">
                  <c:v>7</c:v>
                </c:pt>
                <c:pt idx="27091">
                  <c:v>6.5</c:v>
                </c:pt>
                <c:pt idx="27092">
                  <c:v>6.5</c:v>
                </c:pt>
                <c:pt idx="27093">
                  <c:v>8</c:v>
                </c:pt>
                <c:pt idx="27094">
                  <c:v>10.5</c:v>
                </c:pt>
                <c:pt idx="27095">
                  <c:v>9.5</c:v>
                </c:pt>
                <c:pt idx="27096">
                  <c:v>8.5</c:v>
                </c:pt>
                <c:pt idx="27097">
                  <c:v>5.5</c:v>
                </c:pt>
                <c:pt idx="27098">
                  <c:v>4</c:v>
                </c:pt>
                <c:pt idx="27099">
                  <c:v>7</c:v>
                </c:pt>
                <c:pt idx="27100">
                  <c:v>7</c:v>
                </c:pt>
                <c:pt idx="27101">
                  <c:v>8.5</c:v>
                </c:pt>
                <c:pt idx="27102">
                  <c:v>8</c:v>
                </c:pt>
                <c:pt idx="27103">
                  <c:v>8.5</c:v>
                </c:pt>
                <c:pt idx="27104">
                  <c:v>10</c:v>
                </c:pt>
                <c:pt idx="27105">
                  <c:v>11</c:v>
                </c:pt>
                <c:pt idx="27106">
                  <c:v>12</c:v>
                </c:pt>
                <c:pt idx="27107">
                  <c:v>13</c:v>
                </c:pt>
                <c:pt idx="27108">
                  <c:v>14</c:v>
                </c:pt>
                <c:pt idx="27109">
                  <c:v>14.5</c:v>
                </c:pt>
                <c:pt idx="27110">
                  <c:v>15</c:v>
                </c:pt>
                <c:pt idx="27111">
                  <c:v>16</c:v>
                </c:pt>
                <c:pt idx="27112">
                  <c:v>17</c:v>
                </c:pt>
                <c:pt idx="27113">
                  <c:v>16</c:v>
                </c:pt>
                <c:pt idx="27114">
                  <c:v>14</c:v>
                </c:pt>
                <c:pt idx="27115">
                  <c:v>15.5</c:v>
                </c:pt>
                <c:pt idx="27116">
                  <c:v>16</c:v>
                </c:pt>
                <c:pt idx="27117">
                  <c:v>16</c:v>
                </c:pt>
                <c:pt idx="27118">
                  <c:v>15</c:v>
                </c:pt>
                <c:pt idx="27119">
                  <c:v>16</c:v>
                </c:pt>
                <c:pt idx="27120">
                  <c:v>14.5</c:v>
                </c:pt>
                <c:pt idx="27121">
                  <c:v>13</c:v>
                </c:pt>
                <c:pt idx="27122">
                  <c:v>15</c:v>
                </c:pt>
                <c:pt idx="27123">
                  <c:v>14.5</c:v>
                </c:pt>
                <c:pt idx="27124">
                  <c:v>14.5</c:v>
                </c:pt>
                <c:pt idx="27125">
                  <c:v>14</c:v>
                </c:pt>
                <c:pt idx="27126">
                  <c:v>14</c:v>
                </c:pt>
                <c:pt idx="27127">
                  <c:v>16</c:v>
                </c:pt>
                <c:pt idx="27128">
                  <c:v>15.5</c:v>
                </c:pt>
                <c:pt idx="27129">
                  <c:v>15</c:v>
                </c:pt>
                <c:pt idx="27130">
                  <c:v>14</c:v>
                </c:pt>
                <c:pt idx="27131">
                  <c:v>15.5</c:v>
                </c:pt>
                <c:pt idx="27132">
                  <c:v>16</c:v>
                </c:pt>
                <c:pt idx="27133">
                  <c:v>15.5</c:v>
                </c:pt>
                <c:pt idx="27134">
                  <c:v>16</c:v>
                </c:pt>
                <c:pt idx="27135">
                  <c:v>15.5</c:v>
                </c:pt>
                <c:pt idx="27136">
                  <c:v>15</c:v>
                </c:pt>
                <c:pt idx="27137">
                  <c:v>15</c:v>
                </c:pt>
                <c:pt idx="27138">
                  <c:v>12</c:v>
                </c:pt>
                <c:pt idx="27139">
                  <c:v>14</c:v>
                </c:pt>
                <c:pt idx="27140">
                  <c:v>14.5</c:v>
                </c:pt>
                <c:pt idx="27141">
                  <c:v>15.5</c:v>
                </c:pt>
                <c:pt idx="27142">
                  <c:v>16.5</c:v>
                </c:pt>
                <c:pt idx="27143">
                  <c:v>17.5</c:v>
                </c:pt>
                <c:pt idx="27144">
                  <c:v>18.5</c:v>
                </c:pt>
                <c:pt idx="27145">
                  <c:v>17</c:v>
                </c:pt>
                <c:pt idx="27146">
                  <c:v>16.5</c:v>
                </c:pt>
                <c:pt idx="27147">
                  <c:v>14</c:v>
                </c:pt>
                <c:pt idx="27148">
                  <c:v>14</c:v>
                </c:pt>
                <c:pt idx="27149">
                  <c:v>17</c:v>
                </c:pt>
                <c:pt idx="27150">
                  <c:v>18</c:v>
                </c:pt>
                <c:pt idx="27151">
                  <c:v>19.5</c:v>
                </c:pt>
                <c:pt idx="27152">
                  <c:v>20</c:v>
                </c:pt>
                <c:pt idx="27153">
                  <c:v>15</c:v>
                </c:pt>
                <c:pt idx="27154">
                  <c:v>16.5</c:v>
                </c:pt>
                <c:pt idx="27155">
                  <c:v>18</c:v>
                </c:pt>
                <c:pt idx="27156">
                  <c:v>20</c:v>
                </c:pt>
                <c:pt idx="27157">
                  <c:v>21.5</c:v>
                </c:pt>
                <c:pt idx="27158">
                  <c:v>20</c:v>
                </c:pt>
                <c:pt idx="27159">
                  <c:v>19.5</c:v>
                </c:pt>
                <c:pt idx="27160">
                  <c:v>19</c:v>
                </c:pt>
                <c:pt idx="27161">
                  <c:v>19.5</c:v>
                </c:pt>
                <c:pt idx="27162">
                  <c:v>19.5</c:v>
                </c:pt>
                <c:pt idx="27163">
                  <c:v>19.5</c:v>
                </c:pt>
                <c:pt idx="27164">
                  <c:v>20.5</c:v>
                </c:pt>
                <c:pt idx="27165">
                  <c:v>22.5</c:v>
                </c:pt>
                <c:pt idx="27166">
                  <c:v>23</c:v>
                </c:pt>
                <c:pt idx="27167">
                  <c:v>21.5</c:v>
                </c:pt>
                <c:pt idx="27168">
                  <c:v>21.5</c:v>
                </c:pt>
                <c:pt idx="27169">
                  <c:v>18.5</c:v>
                </c:pt>
                <c:pt idx="27170">
                  <c:v>19</c:v>
                </c:pt>
                <c:pt idx="27171">
                  <c:v>18</c:v>
                </c:pt>
                <c:pt idx="27172">
                  <c:v>19.5</c:v>
                </c:pt>
                <c:pt idx="27173">
                  <c:v>21.5</c:v>
                </c:pt>
                <c:pt idx="27174">
                  <c:v>21.5</c:v>
                </c:pt>
                <c:pt idx="27175">
                  <c:v>21.5</c:v>
                </c:pt>
                <c:pt idx="27176">
                  <c:v>22</c:v>
                </c:pt>
                <c:pt idx="27177">
                  <c:v>22.5</c:v>
                </c:pt>
                <c:pt idx="27178">
                  <c:v>24</c:v>
                </c:pt>
                <c:pt idx="27179">
                  <c:v>24.5</c:v>
                </c:pt>
                <c:pt idx="27180">
                  <c:v>23.5</c:v>
                </c:pt>
                <c:pt idx="27181">
                  <c:v>23</c:v>
                </c:pt>
                <c:pt idx="27182">
                  <c:v>23</c:v>
                </c:pt>
                <c:pt idx="27183">
                  <c:v>24.5</c:v>
                </c:pt>
                <c:pt idx="27184">
                  <c:v>25</c:v>
                </c:pt>
                <c:pt idx="27185">
                  <c:v>26</c:v>
                </c:pt>
                <c:pt idx="27186">
                  <c:v>27</c:v>
                </c:pt>
                <c:pt idx="27187">
                  <c:v>25.5</c:v>
                </c:pt>
                <c:pt idx="27188">
                  <c:v>27.5</c:v>
                </c:pt>
                <c:pt idx="27189">
                  <c:v>23</c:v>
                </c:pt>
                <c:pt idx="27190">
                  <c:v>22.5</c:v>
                </c:pt>
                <c:pt idx="27191">
                  <c:v>23.5</c:v>
                </c:pt>
                <c:pt idx="27192">
                  <c:v>25</c:v>
                </c:pt>
                <c:pt idx="27193">
                  <c:v>27</c:v>
                </c:pt>
                <c:pt idx="27194">
                  <c:v>28.5</c:v>
                </c:pt>
                <c:pt idx="27195">
                  <c:v>28.5</c:v>
                </c:pt>
                <c:pt idx="27196">
                  <c:v>28.5</c:v>
                </c:pt>
                <c:pt idx="27197">
                  <c:v>27.5</c:v>
                </c:pt>
                <c:pt idx="27198">
                  <c:v>29</c:v>
                </c:pt>
                <c:pt idx="27199">
                  <c:v>29.5</c:v>
                </c:pt>
                <c:pt idx="27200">
                  <c:v>24</c:v>
                </c:pt>
                <c:pt idx="27201">
                  <c:v>19.5</c:v>
                </c:pt>
                <c:pt idx="27202">
                  <c:v>22.5</c:v>
                </c:pt>
                <c:pt idx="27203">
                  <c:v>23.5</c:v>
                </c:pt>
                <c:pt idx="27204">
                  <c:v>24.5</c:v>
                </c:pt>
                <c:pt idx="27205">
                  <c:v>24</c:v>
                </c:pt>
                <c:pt idx="27206">
                  <c:v>26</c:v>
                </c:pt>
                <c:pt idx="27207">
                  <c:v>25</c:v>
                </c:pt>
                <c:pt idx="27208">
                  <c:v>26.5</c:v>
                </c:pt>
                <c:pt idx="27209">
                  <c:v>28</c:v>
                </c:pt>
                <c:pt idx="27210">
                  <c:v>27.5</c:v>
                </c:pt>
                <c:pt idx="27211">
                  <c:v>26</c:v>
                </c:pt>
                <c:pt idx="27212">
                  <c:v>24</c:v>
                </c:pt>
                <c:pt idx="27213">
                  <c:v>24</c:v>
                </c:pt>
                <c:pt idx="27214">
                  <c:v>24.5</c:v>
                </c:pt>
                <c:pt idx="27215">
                  <c:v>24.5</c:v>
                </c:pt>
                <c:pt idx="27216">
                  <c:v>27.5</c:v>
                </c:pt>
                <c:pt idx="27217">
                  <c:v>27.5</c:v>
                </c:pt>
                <c:pt idx="27218">
                  <c:v>26.5</c:v>
                </c:pt>
                <c:pt idx="27219">
                  <c:v>26</c:v>
                </c:pt>
                <c:pt idx="27220">
                  <c:v>27</c:v>
                </c:pt>
                <c:pt idx="27221">
                  <c:v>26.5</c:v>
                </c:pt>
                <c:pt idx="27222">
                  <c:v>28</c:v>
                </c:pt>
                <c:pt idx="27223">
                  <c:v>28.5</c:v>
                </c:pt>
                <c:pt idx="27224">
                  <c:v>27</c:v>
                </c:pt>
                <c:pt idx="27225">
                  <c:v>28</c:v>
                </c:pt>
                <c:pt idx="27226">
                  <c:v>28</c:v>
                </c:pt>
                <c:pt idx="27227">
                  <c:v>24.5</c:v>
                </c:pt>
                <c:pt idx="27228">
                  <c:v>24.5</c:v>
                </c:pt>
                <c:pt idx="27229">
                  <c:v>25.5</c:v>
                </c:pt>
                <c:pt idx="27230">
                  <c:v>25.5</c:v>
                </c:pt>
                <c:pt idx="27231">
                  <c:v>26</c:v>
                </c:pt>
                <c:pt idx="27232">
                  <c:v>26.5</c:v>
                </c:pt>
                <c:pt idx="27233">
                  <c:v>27</c:v>
                </c:pt>
                <c:pt idx="27234">
                  <c:v>25</c:v>
                </c:pt>
                <c:pt idx="27235">
                  <c:v>26</c:v>
                </c:pt>
                <c:pt idx="27236">
                  <c:v>26.5</c:v>
                </c:pt>
                <c:pt idx="27237">
                  <c:v>28</c:v>
                </c:pt>
                <c:pt idx="27238">
                  <c:v>29.5</c:v>
                </c:pt>
                <c:pt idx="27239">
                  <c:v>30</c:v>
                </c:pt>
                <c:pt idx="27240">
                  <c:v>30</c:v>
                </c:pt>
                <c:pt idx="27241">
                  <c:v>33</c:v>
                </c:pt>
                <c:pt idx="27242">
                  <c:v>32</c:v>
                </c:pt>
                <c:pt idx="27243">
                  <c:v>31.5</c:v>
                </c:pt>
                <c:pt idx="27244">
                  <c:v>31.5</c:v>
                </c:pt>
                <c:pt idx="27245">
                  <c:v>30</c:v>
                </c:pt>
                <c:pt idx="27246">
                  <c:v>27.5</c:v>
                </c:pt>
                <c:pt idx="27247">
                  <c:v>29.5</c:v>
                </c:pt>
                <c:pt idx="27248">
                  <c:v>30</c:v>
                </c:pt>
                <c:pt idx="27249">
                  <c:v>31.5</c:v>
                </c:pt>
                <c:pt idx="27250">
                  <c:v>32.5</c:v>
                </c:pt>
                <c:pt idx="27251">
                  <c:v>29</c:v>
                </c:pt>
                <c:pt idx="27252">
                  <c:v>30.5</c:v>
                </c:pt>
                <c:pt idx="27253">
                  <c:v>29</c:v>
                </c:pt>
                <c:pt idx="27254">
                  <c:v>23.5</c:v>
                </c:pt>
                <c:pt idx="27255">
                  <c:v>26.5</c:v>
                </c:pt>
                <c:pt idx="27256">
                  <c:v>28</c:v>
                </c:pt>
                <c:pt idx="27257">
                  <c:v>29</c:v>
                </c:pt>
                <c:pt idx="27258">
                  <c:v>28</c:v>
                </c:pt>
                <c:pt idx="27259">
                  <c:v>27.5</c:v>
                </c:pt>
                <c:pt idx="27260">
                  <c:v>28</c:v>
                </c:pt>
                <c:pt idx="27261">
                  <c:v>30</c:v>
                </c:pt>
                <c:pt idx="27262">
                  <c:v>29.5</c:v>
                </c:pt>
                <c:pt idx="27263">
                  <c:v>27.5</c:v>
                </c:pt>
                <c:pt idx="27264">
                  <c:v>27</c:v>
                </c:pt>
                <c:pt idx="27265">
                  <c:v>27</c:v>
                </c:pt>
                <c:pt idx="27266">
                  <c:v>29</c:v>
                </c:pt>
                <c:pt idx="27267">
                  <c:v>29.5</c:v>
                </c:pt>
                <c:pt idx="27268">
                  <c:v>29</c:v>
                </c:pt>
                <c:pt idx="27269">
                  <c:v>28</c:v>
                </c:pt>
                <c:pt idx="27270">
                  <c:v>26</c:v>
                </c:pt>
                <c:pt idx="27271">
                  <c:v>24</c:v>
                </c:pt>
                <c:pt idx="27272">
                  <c:v>24</c:v>
                </c:pt>
                <c:pt idx="27273">
                  <c:v>22</c:v>
                </c:pt>
                <c:pt idx="27274">
                  <c:v>20.5</c:v>
                </c:pt>
                <c:pt idx="27275">
                  <c:v>22</c:v>
                </c:pt>
                <c:pt idx="27276">
                  <c:v>22</c:v>
                </c:pt>
                <c:pt idx="27277">
                  <c:v>19.5</c:v>
                </c:pt>
                <c:pt idx="27278">
                  <c:v>19.5</c:v>
                </c:pt>
                <c:pt idx="27279">
                  <c:v>21</c:v>
                </c:pt>
                <c:pt idx="27280">
                  <c:v>21.5</c:v>
                </c:pt>
                <c:pt idx="27281">
                  <c:v>21.5</c:v>
                </c:pt>
                <c:pt idx="27282">
                  <c:v>17</c:v>
                </c:pt>
                <c:pt idx="27283">
                  <c:v>18.5</c:v>
                </c:pt>
                <c:pt idx="27284">
                  <c:v>19</c:v>
                </c:pt>
                <c:pt idx="27285">
                  <c:v>20</c:v>
                </c:pt>
                <c:pt idx="27286">
                  <c:v>21</c:v>
                </c:pt>
                <c:pt idx="27287">
                  <c:v>20.5</c:v>
                </c:pt>
                <c:pt idx="27288">
                  <c:v>22</c:v>
                </c:pt>
                <c:pt idx="27289">
                  <c:v>22</c:v>
                </c:pt>
                <c:pt idx="27290">
                  <c:v>22</c:v>
                </c:pt>
                <c:pt idx="27291">
                  <c:v>20.5</c:v>
                </c:pt>
                <c:pt idx="27292">
                  <c:v>18.5</c:v>
                </c:pt>
                <c:pt idx="27293">
                  <c:v>18.5</c:v>
                </c:pt>
                <c:pt idx="27294">
                  <c:v>19</c:v>
                </c:pt>
                <c:pt idx="27295">
                  <c:v>20</c:v>
                </c:pt>
                <c:pt idx="27296">
                  <c:v>22</c:v>
                </c:pt>
                <c:pt idx="27297">
                  <c:v>23</c:v>
                </c:pt>
                <c:pt idx="27298">
                  <c:v>22</c:v>
                </c:pt>
                <c:pt idx="27299">
                  <c:v>21.5</c:v>
                </c:pt>
                <c:pt idx="27300">
                  <c:v>22.5</c:v>
                </c:pt>
                <c:pt idx="27301">
                  <c:v>22</c:v>
                </c:pt>
                <c:pt idx="27302">
                  <c:v>24.5</c:v>
                </c:pt>
                <c:pt idx="27303">
                  <c:v>25.5</c:v>
                </c:pt>
                <c:pt idx="27304">
                  <c:v>24.5</c:v>
                </c:pt>
                <c:pt idx="27305">
                  <c:v>25.5</c:v>
                </c:pt>
                <c:pt idx="27306">
                  <c:v>25.5</c:v>
                </c:pt>
                <c:pt idx="27307">
                  <c:v>24</c:v>
                </c:pt>
                <c:pt idx="27308">
                  <c:v>23.5</c:v>
                </c:pt>
                <c:pt idx="27309">
                  <c:v>25.5</c:v>
                </c:pt>
                <c:pt idx="27310">
                  <c:v>26</c:v>
                </c:pt>
                <c:pt idx="27311">
                  <c:v>26</c:v>
                </c:pt>
                <c:pt idx="27312">
                  <c:v>24</c:v>
                </c:pt>
                <c:pt idx="27313">
                  <c:v>23.5</c:v>
                </c:pt>
                <c:pt idx="27314">
                  <c:v>17</c:v>
                </c:pt>
                <c:pt idx="27315">
                  <c:v>16</c:v>
                </c:pt>
                <c:pt idx="27316">
                  <c:v>18</c:v>
                </c:pt>
                <c:pt idx="27317">
                  <c:v>18</c:v>
                </c:pt>
                <c:pt idx="27318">
                  <c:v>17</c:v>
                </c:pt>
                <c:pt idx="27319">
                  <c:v>15</c:v>
                </c:pt>
                <c:pt idx="27320">
                  <c:v>16.5</c:v>
                </c:pt>
                <c:pt idx="27321">
                  <c:v>17.5</c:v>
                </c:pt>
                <c:pt idx="27322">
                  <c:v>17</c:v>
                </c:pt>
                <c:pt idx="27323">
                  <c:v>18</c:v>
                </c:pt>
                <c:pt idx="27324">
                  <c:v>18.5</c:v>
                </c:pt>
                <c:pt idx="27325">
                  <c:v>20.5</c:v>
                </c:pt>
                <c:pt idx="27326">
                  <c:v>22</c:v>
                </c:pt>
                <c:pt idx="27327">
                  <c:v>18.5</c:v>
                </c:pt>
                <c:pt idx="27328">
                  <c:v>16.5</c:v>
                </c:pt>
                <c:pt idx="27329">
                  <c:v>16.5</c:v>
                </c:pt>
                <c:pt idx="27330">
                  <c:v>16.5</c:v>
                </c:pt>
                <c:pt idx="27331">
                  <c:v>14.5</c:v>
                </c:pt>
                <c:pt idx="27332">
                  <c:v>15.5</c:v>
                </c:pt>
                <c:pt idx="27333">
                  <c:v>16.5</c:v>
                </c:pt>
                <c:pt idx="27334">
                  <c:v>17</c:v>
                </c:pt>
                <c:pt idx="27335">
                  <c:v>16.5</c:v>
                </c:pt>
                <c:pt idx="27336">
                  <c:v>14.5</c:v>
                </c:pt>
                <c:pt idx="27337">
                  <c:v>12.5</c:v>
                </c:pt>
                <c:pt idx="27338">
                  <c:v>11</c:v>
                </c:pt>
                <c:pt idx="27339">
                  <c:v>11</c:v>
                </c:pt>
                <c:pt idx="27340">
                  <c:v>11.5</c:v>
                </c:pt>
                <c:pt idx="27341">
                  <c:v>11.5</c:v>
                </c:pt>
                <c:pt idx="27342">
                  <c:v>12</c:v>
                </c:pt>
                <c:pt idx="27343">
                  <c:v>12</c:v>
                </c:pt>
                <c:pt idx="27344">
                  <c:v>12</c:v>
                </c:pt>
                <c:pt idx="27345">
                  <c:v>12</c:v>
                </c:pt>
                <c:pt idx="27346">
                  <c:v>12.5</c:v>
                </c:pt>
                <c:pt idx="27347">
                  <c:v>12</c:v>
                </c:pt>
                <c:pt idx="27348">
                  <c:v>12.5</c:v>
                </c:pt>
                <c:pt idx="27349">
                  <c:v>14.5</c:v>
                </c:pt>
                <c:pt idx="27350">
                  <c:v>17.5</c:v>
                </c:pt>
                <c:pt idx="27351">
                  <c:v>19</c:v>
                </c:pt>
                <c:pt idx="27352">
                  <c:v>14.5</c:v>
                </c:pt>
                <c:pt idx="27353">
                  <c:v>13.5</c:v>
                </c:pt>
                <c:pt idx="27354">
                  <c:v>14.5</c:v>
                </c:pt>
                <c:pt idx="27355">
                  <c:v>14</c:v>
                </c:pt>
                <c:pt idx="27356">
                  <c:v>15.5</c:v>
                </c:pt>
                <c:pt idx="27357">
                  <c:v>14.5</c:v>
                </c:pt>
                <c:pt idx="27358">
                  <c:v>12</c:v>
                </c:pt>
                <c:pt idx="27359">
                  <c:v>11</c:v>
                </c:pt>
                <c:pt idx="27360">
                  <c:v>10.5</c:v>
                </c:pt>
                <c:pt idx="27361">
                  <c:v>9.5</c:v>
                </c:pt>
                <c:pt idx="27362">
                  <c:v>9.5</c:v>
                </c:pt>
                <c:pt idx="27363">
                  <c:v>8.5</c:v>
                </c:pt>
                <c:pt idx="27364">
                  <c:v>9.5</c:v>
                </c:pt>
                <c:pt idx="27365">
                  <c:v>5.5</c:v>
                </c:pt>
                <c:pt idx="27366">
                  <c:v>4.5</c:v>
                </c:pt>
                <c:pt idx="27367">
                  <c:v>5</c:v>
                </c:pt>
                <c:pt idx="27368">
                  <c:v>7</c:v>
                </c:pt>
                <c:pt idx="27369">
                  <c:v>4.5</c:v>
                </c:pt>
                <c:pt idx="27370">
                  <c:v>3.5</c:v>
                </c:pt>
                <c:pt idx="27371">
                  <c:v>2.5</c:v>
                </c:pt>
                <c:pt idx="27372">
                  <c:v>1</c:v>
                </c:pt>
                <c:pt idx="27373">
                  <c:v>1.5</c:v>
                </c:pt>
                <c:pt idx="27374">
                  <c:v>1</c:v>
                </c:pt>
                <c:pt idx="27375">
                  <c:v>1.5</c:v>
                </c:pt>
                <c:pt idx="27376">
                  <c:v>3</c:v>
                </c:pt>
                <c:pt idx="27377">
                  <c:v>4.5</c:v>
                </c:pt>
                <c:pt idx="27378">
                  <c:v>7</c:v>
                </c:pt>
                <c:pt idx="27379">
                  <c:v>7.5</c:v>
                </c:pt>
                <c:pt idx="27380">
                  <c:v>8</c:v>
                </c:pt>
                <c:pt idx="27381">
                  <c:v>9</c:v>
                </c:pt>
                <c:pt idx="27382">
                  <c:v>9</c:v>
                </c:pt>
                <c:pt idx="27383">
                  <c:v>9</c:v>
                </c:pt>
                <c:pt idx="27384">
                  <c:v>10</c:v>
                </c:pt>
                <c:pt idx="27385">
                  <c:v>10.5</c:v>
                </c:pt>
                <c:pt idx="27386">
                  <c:v>6.5</c:v>
                </c:pt>
                <c:pt idx="27387">
                  <c:v>5.5</c:v>
                </c:pt>
                <c:pt idx="27388">
                  <c:v>5</c:v>
                </c:pt>
                <c:pt idx="27389">
                  <c:v>5</c:v>
                </c:pt>
                <c:pt idx="27390">
                  <c:v>3.5</c:v>
                </c:pt>
                <c:pt idx="27391">
                  <c:v>4</c:v>
                </c:pt>
                <c:pt idx="27392">
                  <c:v>6</c:v>
                </c:pt>
                <c:pt idx="27393">
                  <c:v>7</c:v>
                </c:pt>
                <c:pt idx="27394">
                  <c:v>8.5</c:v>
                </c:pt>
                <c:pt idx="27395">
                  <c:v>10</c:v>
                </c:pt>
                <c:pt idx="27396">
                  <c:v>10.5</c:v>
                </c:pt>
                <c:pt idx="27397">
                  <c:v>7.5</c:v>
                </c:pt>
                <c:pt idx="27398">
                  <c:v>7</c:v>
                </c:pt>
                <c:pt idx="27399">
                  <c:v>6</c:v>
                </c:pt>
                <c:pt idx="27400">
                  <c:v>5.5</c:v>
                </c:pt>
                <c:pt idx="27401">
                  <c:v>4.5</c:v>
                </c:pt>
                <c:pt idx="27402">
                  <c:v>3.5</c:v>
                </c:pt>
                <c:pt idx="27403">
                  <c:v>4</c:v>
                </c:pt>
                <c:pt idx="27404">
                  <c:v>3</c:v>
                </c:pt>
                <c:pt idx="27405">
                  <c:v>3.5</c:v>
                </c:pt>
                <c:pt idx="27406">
                  <c:v>3.5</c:v>
                </c:pt>
                <c:pt idx="27407">
                  <c:v>4</c:v>
                </c:pt>
                <c:pt idx="27408">
                  <c:v>5</c:v>
                </c:pt>
                <c:pt idx="27409">
                  <c:v>4.5</c:v>
                </c:pt>
                <c:pt idx="27410">
                  <c:v>4.5</c:v>
                </c:pt>
                <c:pt idx="27411">
                  <c:v>7</c:v>
                </c:pt>
                <c:pt idx="27412">
                  <c:v>7.5</c:v>
                </c:pt>
                <c:pt idx="27413">
                  <c:v>7</c:v>
                </c:pt>
                <c:pt idx="27414">
                  <c:v>3</c:v>
                </c:pt>
                <c:pt idx="27415">
                  <c:v>3</c:v>
                </c:pt>
                <c:pt idx="27416">
                  <c:v>3.5</c:v>
                </c:pt>
                <c:pt idx="27417">
                  <c:v>6</c:v>
                </c:pt>
                <c:pt idx="27418">
                  <c:v>7</c:v>
                </c:pt>
                <c:pt idx="27419">
                  <c:v>9.5</c:v>
                </c:pt>
                <c:pt idx="27420">
                  <c:v>10</c:v>
                </c:pt>
                <c:pt idx="27421">
                  <c:v>10.5</c:v>
                </c:pt>
                <c:pt idx="27422">
                  <c:v>10</c:v>
                </c:pt>
                <c:pt idx="27423">
                  <c:v>11</c:v>
                </c:pt>
                <c:pt idx="27424">
                  <c:v>11</c:v>
                </c:pt>
                <c:pt idx="27425">
                  <c:v>11.5</c:v>
                </c:pt>
                <c:pt idx="27426">
                  <c:v>13.5</c:v>
                </c:pt>
                <c:pt idx="27427">
                  <c:v>13</c:v>
                </c:pt>
                <c:pt idx="27428">
                  <c:v>10.5</c:v>
                </c:pt>
                <c:pt idx="27429">
                  <c:v>8.5</c:v>
                </c:pt>
                <c:pt idx="27430">
                  <c:v>9</c:v>
                </c:pt>
                <c:pt idx="27431">
                  <c:v>6.5</c:v>
                </c:pt>
                <c:pt idx="27432">
                  <c:v>6.5</c:v>
                </c:pt>
                <c:pt idx="27433">
                  <c:v>7.5</c:v>
                </c:pt>
                <c:pt idx="27434">
                  <c:v>9</c:v>
                </c:pt>
                <c:pt idx="27435">
                  <c:v>9</c:v>
                </c:pt>
                <c:pt idx="27436">
                  <c:v>11</c:v>
                </c:pt>
                <c:pt idx="27437">
                  <c:v>13</c:v>
                </c:pt>
                <c:pt idx="27438">
                  <c:v>13</c:v>
                </c:pt>
                <c:pt idx="27439">
                  <c:v>13</c:v>
                </c:pt>
                <c:pt idx="27440">
                  <c:v>11</c:v>
                </c:pt>
                <c:pt idx="27441">
                  <c:v>12.5</c:v>
                </c:pt>
                <c:pt idx="27442">
                  <c:v>10</c:v>
                </c:pt>
                <c:pt idx="27443">
                  <c:v>11</c:v>
                </c:pt>
                <c:pt idx="27444">
                  <c:v>9.5</c:v>
                </c:pt>
                <c:pt idx="27445">
                  <c:v>10</c:v>
                </c:pt>
                <c:pt idx="27446">
                  <c:v>11</c:v>
                </c:pt>
                <c:pt idx="27447">
                  <c:v>10</c:v>
                </c:pt>
                <c:pt idx="27448">
                  <c:v>10</c:v>
                </c:pt>
                <c:pt idx="27449">
                  <c:v>11</c:v>
                </c:pt>
                <c:pt idx="27450">
                  <c:v>10</c:v>
                </c:pt>
                <c:pt idx="27451">
                  <c:v>11</c:v>
                </c:pt>
                <c:pt idx="27452">
                  <c:v>10.5</c:v>
                </c:pt>
                <c:pt idx="27453">
                  <c:v>13.5</c:v>
                </c:pt>
                <c:pt idx="27454">
                  <c:v>14.5</c:v>
                </c:pt>
                <c:pt idx="27455">
                  <c:v>14.5</c:v>
                </c:pt>
                <c:pt idx="27456">
                  <c:v>14.5</c:v>
                </c:pt>
                <c:pt idx="27457">
                  <c:v>12</c:v>
                </c:pt>
                <c:pt idx="27458">
                  <c:v>13</c:v>
                </c:pt>
                <c:pt idx="27459">
                  <c:v>14</c:v>
                </c:pt>
                <c:pt idx="27460">
                  <c:v>15</c:v>
                </c:pt>
                <c:pt idx="27461">
                  <c:v>16</c:v>
                </c:pt>
                <c:pt idx="27462">
                  <c:v>15.5</c:v>
                </c:pt>
                <c:pt idx="27463">
                  <c:v>13</c:v>
                </c:pt>
                <c:pt idx="27464">
                  <c:v>14.5</c:v>
                </c:pt>
                <c:pt idx="27465">
                  <c:v>15.5</c:v>
                </c:pt>
                <c:pt idx="27466">
                  <c:v>17</c:v>
                </c:pt>
                <c:pt idx="27467">
                  <c:v>16.5</c:v>
                </c:pt>
                <c:pt idx="27468">
                  <c:v>14.5</c:v>
                </c:pt>
                <c:pt idx="27469">
                  <c:v>14</c:v>
                </c:pt>
                <c:pt idx="27470">
                  <c:v>15</c:v>
                </c:pt>
                <c:pt idx="27471">
                  <c:v>15</c:v>
                </c:pt>
                <c:pt idx="27472">
                  <c:v>15</c:v>
                </c:pt>
                <c:pt idx="27473">
                  <c:v>16</c:v>
                </c:pt>
                <c:pt idx="27474">
                  <c:v>16.5</c:v>
                </c:pt>
                <c:pt idx="27475">
                  <c:v>13</c:v>
                </c:pt>
                <c:pt idx="27476">
                  <c:v>14</c:v>
                </c:pt>
                <c:pt idx="27477">
                  <c:v>15.5</c:v>
                </c:pt>
                <c:pt idx="27478">
                  <c:v>15</c:v>
                </c:pt>
                <c:pt idx="27479">
                  <c:v>19</c:v>
                </c:pt>
                <c:pt idx="27480">
                  <c:v>17</c:v>
                </c:pt>
                <c:pt idx="27481">
                  <c:v>14</c:v>
                </c:pt>
                <c:pt idx="27482">
                  <c:v>15.5</c:v>
                </c:pt>
                <c:pt idx="27483">
                  <c:v>18.5</c:v>
                </c:pt>
                <c:pt idx="27484">
                  <c:v>17.5</c:v>
                </c:pt>
                <c:pt idx="27485">
                  <c:v>19</c:v>
                </c:pt>
                <c:pt idx="27486">
                  <c:v>19.5</c:v>
                </c:pt>
                <c:pt idx="27487">
                  <c:v>17</c:v>
                </c:pt>
                <c:pt idx="27488">
                  <c:v>14.5</c:v>
                </c:pt>
                <c:pt idx="27489">
                  <c:v>16.5</c:v>
                </c:pt>
                <c:pt idx="27490">
                  <c:v>15</c:v>
                </c:pt>
                <c:pt idx="27491">
                  <c:v>16</c:v>
                </c:pt>
                <c:pt idx="27492">
                  <c:v>17.5</c:v>
                </c:pt>
                <c:pt idx="27493">
                  <c:v>14</c:v>
                </c:pt>
                <c:pt idx="27494">
                  <c:v>16</c:v>
                </c:pt>
                <c:pt idx="27495">
                  <c:v>15</c:v>
                </c:pt>
                <c:pt idx="27496">
                  <c:v>15.5</c:v>
                </c:pt>
                <c:pt idx="27497">
                  <c:v>16.5</c:v>
                </c:pt>
                <c:pt idx="27498">
                  <c:v>18</c:v>
                </c:pt>
                <c:pt idx="27499">
                  <c:v>18.5</c:v>
                </c:pt>
                <c:pt idx="27500">
                  <c:v>19</c:v>
                </c:pt>
                <c:pt idx="27501">
                  <c:v>19</c:v>
                </c:pt>
                <c:pt idx="27502">
                  <c:v>18.5</c:v>
                </c:pt>
                <c:pt idx="27503">
                  <c:v>18.5</c:v>
                </c:pt>
                <c:pt idx="27504">
                  <c:v>14.5</c:v>
                </c:pt>
                <c:pt idx="27505">
                  <c:v>14</c:v>
                </c:pt>
                <c:pt idx="27506">
                  <c:v>16</c:v>
                </c:pt>
                <c:pt idx="27507">
                  <c:v>17</c:v>
                </c:pt>
                <c:pt idx="27508">
                  <c:v>19</c:v>
                </c:pt>
                <c:pt idx="27509">
                  <c:v>19.5</c:v>
                </c:pt>
                <c:pt idx="27510">
                  <c:v>20</c:v>
                </c:pt>
                <c:pt idx="27511">
                  <c:v>18.5</c:v>
                </c:pt>
                <c:pt idx="27512">
                  <c:v>21</c:v>
                </c:pt>
                <c:pt idx="27513">
                  <c:v>22</c:v>
                </c:pt>
                <c:pt idx="27514">
                  <c:v>21</c:v>
                </c:pt>
                <c:pt idx="27515">
                  <c:v>20</c:v>
                </c:pt>
                <c:pt idx="27516">
                  <c:v>21</c:v>
                </c:pt>
                <c:pt idx="27517">
                  <c:v>22.5</c:v>
                </c:pt>
                <c:pt idx="27518">
                  <c:v>22</c:v>
                </c:pt>
                <c:pt idx="27519">
                  <c:v>22.5</c:v>
                </c:pt>
                <c:pt idx="27520">
                  <c:v>23</c:v>
                </c:pt>
                <c:pt idx="27521">
                  <c:v>23.5</c:v>
                </c:pt>
                <c:pt idx="27522">
                  <c:v>24.5</c:v>
                </c:pt>
                <c:pt idx="27523">
                  <c:v>22.5</c:v>
                </c:pt>
                <c:pt idx="27524">
                  <c:v>22</c:v>
                </c:pt>
                <c:pt idx="27525">
                  <c:v>21</c:v>
                </c:pt>
                <c:pt idx="27526">
                  <c:v>22.5</c:v>
                </c:pt>
                <c:pt idx="27527">
                  <c:v>24</c:v>
                </c:pt>
                <c:pt idx="27528">
                  <c:v>25</c:v>
                </c:pt>
                <c:pt idx="27529">
                  <c:v>26</c:v>
                </c:pt>
                <c:pt idx="27530">
                  <c:v>25</c:v>
                </c:pt>
                <c:pt idx="27531">
                  <c:v>20.5</c:v>
                </c:pt>
                <c:pt idx="27532">
                  <c:v>20</c:v>
                </c:pt>
                <c:pt idx="27533">
                  <c:v>21.5</c:v>
                </c:pt>
                <c:pt idx="27534">
                  <c:v>22</c:v>
                </c:pt>
                <c:pt idx="27535">
                  <c:v>24</c:v>
                </c:pt>
                <c:pt idx="27536">
                  <c:v>22</c:v>
                </c:pt>
                <c:pt idx="27537">
                  <c:v>24</c:v>
                </c:pt>
                <c:pt idx="27538">
                  <c:v>25.5</c:v>
                </c:pt>
                <c:pt idx="27539">
                  <c:v>27.5</c:v>
                </c:pt>
                <c:pt idx="27540">
                  <c:v>26</c:v>
                </c:pt>
                <c:pt idx="27541">
                  <c:v>19.5</c:v>
                </c:pt>
                <c:pt idx="27542">
                  <c:v>17.5</c:v>
                </c:pt>
                <c:pt idx="27543">
                  <c:v>19</c:v>
                </c:pt>
                <c:pt idx="27544">
                  <c:v>21.5</c:v>
                </c:pt>
                <c:pt idx="27545">
                  <c:v>21.5</c:v>
                </c:pt>
                <c:pt idx="27546">
                  <c:v>20.5</c:v>
                </c:pt>
                <c:pt idx="27547">
                  <c:v>20.5</c:v>
                </c:pt>
                <c:pt idx="27548">
                  <c:v>21.5</c:v>
                </c:pt>
                <c:pt idx="27549">
                  <c:v>20.5</c:v>
                </c:pt>
                <c:pt idx="27550">
                  <c:v>21.5</c:v>
                </c:pt>
                <c:pt idx="27551">
                  <c:v>22</c:v>
                </c:pt>
                <c:pt idx="27552">
                  <c:v>23</c:v>
                </c:pt>
                <c:pt idx="27553">
                  <c:v>23.5</c:v>
                </c:pt>
                <c:pt idx="27554">
                  <c:v>24</c:v>
                </c:pt>
                <c:pt idx="27555">
                  <c:v>20</c:v>
                </c:pt>
                <c:pt idx="27556">
                  <c:v>20</c:v>
                </c:pt>
                <c:pt idx="27557">
                  <c:v>24.5</c:v>
                </c:pt>
                <c:pt idx="27558">
                  <c:v>21</c:v>
                </c:pt>
                <c:pt idx="27559">
                  <c:v>23</c:v>
                </c:pt>
                <c:pt idx="27560">
                  <c:v>23.5</c:v>
                </c:pt>
                <c:pt idx="27561">
                  <c:v>20</c:v>
                </c:pt>
                <c:pt idx="27562">
                  <c:v>23</c:v>
                </c:pt>
                <c:pt idx="27563">
                  <c:v>23</c:v>
                </c:pt>
                <c:pt idx="27564">
                  <c:v>23</c:v>
                </c:pt>
                <c:pt idx="27565">
                  <c:v>24.5</c:v>
                </c:pt>
                <c:pt idx="27566">
                  <c:v>25</c:v>
                </c:pt>
                <c:pt idx="27567">
                  <c:v>27.5</c:v>
                </c:pt>
                <c:pt idx="27568">
                  <c:v>28</c:v>
                </c:pt>
                <c:pt idx="27569">
                  <c:v>28</c:v>
                </c:pt>
                <c:pt idx="27570">
                  <c:v>28</c:v>
                </c:pt>
                <c:pt idx="27571">
                  <c:v>30.5</c:v>
                </c:pt>
                <c:pt idx="27572">
                  <c:v>32</c:v>
                </c:pt>
                <c:pt idx="27573">
                  <c:v>34.5</c:v>
                </c:pt>
                <c:pt idx="27574">
                  <c:v>34</c:v>
                </c:pt>
                <c:pt idx="27575">
                  <c:v>31</c:v>
                </c:pt>
                <c:pt idx="27576">
                  <c:v>28.5</c:v>
                </c:pt>
                <c:pt idx="27577">
                  <c:v>24.5</c:v>
                </c:pt>
                <c:pt idx="27578">
                  <c:v>25</c:v>
                </c:pt>
                <c:pt idx="27579">
                  <c:v>26.5</c:v>
                </c:pt>
                <c:pt idx="27580">
                  <c:v>28</c:v>
                </c:pt>
                <c:pt idx="27581">
                  <c:v>29.5</c:v>
                </c:pt>
                <c:pt idx="27582">
                  <c:v>29</c:v>
                </c:pt>
                <c:pt idx="27583">
                  <c:v>30.5</c:v>
                </c:pt>
                <c:pt idx="27584">
                  <c:v>32.5</c:v>
                </c:pt>
                <c:pt idx="27585">
                  <c:v>32.5</c:v>
                </c:pt>
                <c:pt idx="27586">
                  <c:v>32</c:v>
                </c:pt>
                <c:pt idx="27587">
                  <c:v>30</c:v>
                </c:pt>
                <c:pt idx="27588">
                  <c:v>28</c:v>
                </c:pt>
                <c:pt idx="27589">
                  <c:v>29</c:v>
                </c:pt>
                <c:pt idx="27590">
                  <c:v>31</c:v>
                </c:pt>
                <c:pt idx="27591">
                  <c:v>32</c:v>
                </c:pt>
                <c:pt idx="27592">
                  <c:v>33.5</c:v>
                </c:pt>
                <c:pt idx="27593">
                  <c:v>32.5</c:v>
                </c:pt>
                <c:pt idx="27594">
                  <c:v>31.5</c:v>
                </c:pt>
                <c:pt idx="27595">
                  <c:v>31.5</c:v>
                </c:pt>
                <c:pt idx="27596">
                  <c:v>31.5</c:v>
                </c:pt>
                <c:pt idx="27597">
                  <c:v>32.5</c:v>
                </c:pt>
                <c:pt idx="27598">
                  <c:v>33</c:v>
                </c:pt>
                <c:pt idx="27599">
                  <c:v>33.5</c:v>
                </c:pt>
                <c:pt idx="27600">
                  <c:v>33</c:v>
                </c:pt>
                <c:pt idx="27601">
                  <c:v>31.5</c:v>
                </c:pt>
                <c:pt idx="27602">
                  <c:v>31</c:v>
                </c:pt>
                <c:pt idx="27603">
                  <c:v>31</c:v>
                </c:pt>
                <c:pt idx="27604">
                  <c:v>30.5</c:v>
                </c:pt>
                <c:pt idx="27605">
                  <c:v>29</c:v>
                </c:pt>
                <c:pt idx="27606">
                  <c:v>30</c:v>
                </c:pt>
                <c:pt idx="27607">
                  <c:v>31</c:v>
                </c:pt>
                <c:pt idx="27608">
                  <c:v>30</c:v>
                </c:pt>
                <c:pt idx="27609">
                  <c:v>29.5</c:v>
                </c:pt>
                <c:pt idx="27610">
                  <c:v>28.5</c:v>
                </c:pt>
                <c:pt idx="27611">
                  <c:v>30</c:v>
                </c:pt>
                <c:pt idx="27612">
                  <c:v>31</c:v>
                </c:pt>
                <c:pt idx="27613">
                  <c:v>31.5</c:v>
                </c:pt>
                <c:pt idx="27614">
                  <c:v>31.5</c:v>
                </c:pt>
                <c:pt idx="27615">
                  <c:v>31</c:v>
                </c:pt>
                <c:pt idx="27616">
                  <c:v>29.5</c:v>
                </c:pt>
                <c:pt idx="27617">
                  <c:v>30</c:v>
                </c:pt>
                <c:pt idx="27618">
                  <c:v>28.5</c:v>
                </c:pt>
                <c:pt idx="27619">
                  <c:v>27.5</c:v>
                </c:pt>
                <c:pt idx="27620">
                  <c:v>29</c:v>
                </c:pt>
                <c:pt idx="27621">
                  <c:v>28.5</c:v>
                </c:pt>
                <c:pt idx="27622">
                  <c:v>24.5</c:v>
                </c:pt>
                <c:pt idx="27623">
                  <c:v>27</c:v>
                </c:pt>
                <c:pt idx="27624">
                  <c:v>27.5</c:v>
                </c:pt>
                <c:pt idx="27625">
                  <c:v>26.5</c:v>
                </c:pt>
                <c:pt idx="27626">
                  <c:v>26.5</c:v>
                </c:pt>
                <c:pt idx="27627">
                  <c:v>29</c:v>
                </c:pt>
                <c:pt idx="27628">
                  <c:v>31</c:v>
                </c:pt>
                <c:pt idx="27629">
                  <c:v>31.5</c:v>
                </c:pt>
                <c:pt idx="27630">
                  <c:v>31</c:v>
                </c:pt>
                <c:pt idx="27631">
                  <c:v>32</c:v>
                </c:pt>
                <c:pt idx="27632">
                  <c:v>30</c:v>
                </c:pt>
                <c:pt idx="27633">
                  <c:v>30.5</c:v>
                </c:pt>
                <c:pt idx="27634">
                  <c:v>28.5</c:v>
                </c:pt>
                <c:pt idx="27635">
                  <c:v>20</c:v>
                </c:pt>
                <c:pt idx="27636">
                  <c:v>22.5</c:v>
                </c:pt>
                <c:pt idx="27637">
                  <c:v>21</c:v>
                </c:pt>
                <c:pt idx="27638">
                  <c:v>22.5</c:v>
                </c:pt>
                <c:pt idx="27639">
                  <c:v>24</c:v>
                </c:pt>
                <c:pt idx="27640">
                  <c:v>25</c:v>
                </c:pt>
                <c:pt idx="27641">
                  <c:v>24</c:v>
                </c:pt>
                <c:pt idx="27642">
                  <c:v>22.5</c:v>
                </c:pt>
                <c:pt idx="27643">
                  <c:v>21</c:v>
                </c:pt>
                <c:pt idx="27644">
                  <c:v>21.5</c:v>
                </c:pt>
                <c:pt idx="27645">
                  <c:v>23.5</c:v>
                </c:pt>
                <c:pt idx="27646">
                  <c:v>25.5</c:v>
                </c:pt>
                <c:pt idx="27647">
                  <c:v>26.5</c:v>
                </c:pt>
                <c:pt idx="27648">
                  <c:v>25.5</c:v>
                </c:pt>
                <c:pt idx="27649">
                  <c:v>23</c:v>
                </c:pt>
                <c:pt idx="27650">
                  <c:v>23</c:v>
                </c:pt>
                <c:pt idx="27651">
                  <c:v>22.5</c:v>
                </c:pt>
                <c:pt idx="27652">
                  <c:v>21</c:v>
                </c:pt>
                <c:pt idx="27653">
                  <c:v>20.5</c:v>
                </c:pt>
                <c:pt idx="27654">
                  <c:v>20.5</c:v>
                </c:pt>
                <c:pt idx="27655">
                  <c:v>21.5</c:v>
                </c:pt>
                <c:pt idx="27656">
                  <c:v>23</c:v>
                </c:pt>
                <c:pt idx="27657">
                  <c:v>22</c:v>
                </c:pt>
                <c:pt idx="27658">
                  <c:v>22</c:v>
                </c:pt>
                <c:pt idx="27659">
                  <c:v>20.5</c:v>
                </c:pt>
                <c:pt idx="27660">
                  <c:v>22.5</c:v>
                </c:pt>
                <c:pt idx="27661">
                  <c:v>20.5</c:v>
                </c:pt>
                <c:pt idx="27662">
                  <c:v>22</c:v>
                </c:pt>
                <c:pt idx="27663">
                  <c:v>21.5</c:v>
                </c:pt>
                <c:pt idx="27664">
                  <c:v>20</c:v>
                </c:pt>
                <c:pt idx="27665">
                  <c:v>17</c:v>
                </c:pt>
                <c:pt idx="27666">
                  <c:v>16.5</c:v>
                </c:pt>
                <c:pt idx="27667">
                  <c:v>16.5</c:v>
                </c:pt>
                <c:pt idx="27668">
                  <c:v>17</c:v>
                </c:pt>
                <c:pt idx="27669">
                  <c:v>18</c:v>
                </c:pt>
                <c:pt idx="27670">
                  <c:v>17.5</c:v>
                </c:pt>
                <c:pt idx="27671">
                  <c:v>18.5</c:v>
                </c:pt>
                <c:pt idx="27672">
                  <c:v>22</c:v>
                </c:pt>
                <c:pt idx="27673">
                  <c:v>18.5</c:v>
                </c:pt>
                <c:pt idx="27674">
                  <c:v>17.5</c:v>
                </c:pt>
                <c:pt idx="27675">
                  <c:v>17</c:v>
                </c:pt>
                <c:pt idx="27676">
                  <c:v>17.5</c:v>
                </c:pt>
                <c:pt idx="27677">
                  <c:v>17</c:v>
                </c:pt>
                <c:pt idx="27678">
                  <c:v>18</c:v>
                </c:pt>
                <c:pt idx="27679">
                  <c:v>17</c:v>
                </c:pt>
                <c:pt idx="27680">
                  <c:v>18</c:v>
                </c:pt>
                <c:pt idx="27681">
                  <c:v>18.5</c:v>
                </c:pt>
                <c:pt idx="27682">
                  <c:v>17</c:v>
                </c:pt>
                <c:pt idx="27683">
                  <c:v>11.5</c:v>
                </c:pt>
                <c:pt idx="27684">
                  <c:v>11</c:v>
                </c:pt>
                <c:pt idx="27685">
                  <c:v>12.5</c:v>
                </c:pt>
                <c:pt idx="27686">
                  <c:v>16</c:v>
                </c:pt>
                <c:pt idx="27687">
                  <c:v>14.5</c:v>
                </c:pt>
                <c:pt idx="27688">
                  <c:v>13.5</c:v>
                </c:pt>
                <c:pt idx="27689">
                  <c:v>15</c:v>
                </c:pt>
                <c:pt idx="27690">
                  <c:v>14.5</c:v>
                </c:pt>
                <c:pt idx="27691">
                  <c:v>11</c:v>
                </c:pt>
                <c:pt idx="27692">
                  <c:v>10.5</c:v>
                </c:pt>
                <c:pt idx="27693">
                  <c:v>10</c:v>
                </c:pt>
                <c:pt idx="27694">
                  <c:v>11.5</c:v>
                </c:pt>
                <c:pt idx="27695">
                  <c:v>9.5</c:v>
                </c:pt>
                <c:pt idx="27696">
                  <c:v>8</c:v>
                </c:pt>
                <c:pt idx="27697">
                  <c:v>9.5</c:v>
                </c:pt>
                <c:pt idx="27698">
                  <c:v>10.5</c:v>
                </c:pt>
                <c:pt idx="27699">
                  <c:v>12.5</c:v>
                </c:pt>
                <c:pt idx="27700">
                  <c:v>13</c:v>
                </c:pt>
                <c:pt idx="27701">
                  <c:v>13</c:v>
                </c:pt>
                <c:pt idx="27702">
                  <c:v>12.5</c:v>
                </c:pt>
                <c:pt idx="27703">
                  <c:v>13.5</c:v>
                </c:pt>
                <c:pt idx="27704">
                  <c:v>14.5</c:v>
                </c:pt>
                <c:pt idx="27705">
                  <c:v>14.5</c:v>
                </c:pt>
                <c:pt idx="27706">
                  <c:v>12.5</c:v>
                </c:pt>
                <c:pt idx="27707">
                  <c:v>12.5</c:v>
                </c:pt>
                <c:pt idx="27708">
                  <c:v>14</c:v>
                </c:pt>
                <c:pt idx="27709">
                  <c:v>14</c:v>
                </c:pt>
                <c:pt idx="27710">
                  <c:v>14</c:v>
                </c:pt>
                <c:pt idx="27711">
                  <c:v>12.5</c:v>
                </c:pt>
                <c:pt idx="27712">
                  <c:v>12.5</c:v>
                </c:pt>
                <c:pt idx="27713">
                  <c:v>12.5</c:v>
                </c:pt>
                <c:pt idx="27714">
                  <c:v>12.5</c:v>
                </c:pt>
                <c:pt idx="27715">
                  <c:v>11.5</c:v>
                </c:pt>
                <c:pt idx="27716">
                  <c:v>13.5</c:v>
                </c:pt>
                <c:pt idx="27717">
                  <c:v>12</c:v>
                </c:pt>
                <c:pt idx="27718">
                  <c:v>11.5</c:v>
                </c:pt>
                <c:pt idx="27719">
                  <c:v>12.5</c:v>
                </c:pt>
                <c:pt idx="27720">
                  <c:v>11.5</c:v>
                </c:pt>
                <c:pt idx="27721">
                  <c:v>11</c:v>
                </c:pt>
                <c:pt idx="27722">
                  <c:v>11.5</c:v>
                </c:pt>
                <c:pt idx="27723">
                  <c:v>12.5</c:v>
                </c:pt>
                <c:pt idx="27724">
                  <c:v>12.5</c:v>
                </c:pt>
                <c:pt idx="27725">
                  <c:v>12.5</c:v>
                </c:pt>
                <c:pt idx="27726">
                  <c:v>13</c:v>
                </c:pt>
                <c:pt idx="27727">
                  <c:v>10.5</c:v>
                </c:pt>
                <c:pt idx="27728">
                  <c:v>7.5</c:v>
                </c:pt>
                <c:pt idx="27729">
                  <c:v>7</c:v>
                </c:pt>
                <c:pt idx="27730">
                  <c:v>5.5</c:v>
                </c:pt>
                <c:pt idx="27731">
                  <c:v>5.5</c:v>
                </c:pt>
                <c:pt idx="27732">
                  <c:v>6</c:v>
                </c:pt>
                <c:pt idx="27733">
                  <c:v>6</c:v>
                </c:pt>
                <c:pt idx="27734">
                  <c:v>7</c:v>
                </c:pt>
                <c:pt idx="27735">
                  <c:v>6.5</c:v>
                </c:pt>
                <c:pt idx="27736">
                  <c:v>7</c:v>
                </c:pt>
                <c:pt idx="27737">
                  <c:v>6.5</c:v>
                </c:pt>
                <c:pt idx="27738">
                  <c:v>3</c:v>
                </c:pt>
                <c:pt idx="27739">
                  <c:v>2</c:v>
                </c:pt>
                <c:pt idx="27740">
                  <c:v>2</c:v>
                </c:pt>
                <c:pt idx="27741">
                  <c:v>5.5</c:v>
                </c:pt>
                <c:pt idx="27742">
                  <c:v>3</c:v>
                </c:pt>
                <c:pt idx="27743">
                  <c:v>1.5</c:v>
                </c:pt>
                <c:pt idx="27744">
                  <c:v>1.5</c:v>
                </c:pt>
                <c:pt idx="27745">
                  <c:v>0</c:v>
                </c:pt>
                <c:pt idx="27746">
                  <c:v>0</c:v>
                </c:pt>
                <c:pt idx="27747">
                  <c:v>1.5</c:v>
                </c:pt>
                <c:pt idx="27748">
                  <c:v>3</c:v>
                </c:pt>
                <c:pt idx="27749">
                  <c:v>4</c:v>
                </c:pt>
                <c:pt idx="27750">
                  <c:v>4</c:v>
                </c:pt>
                <c:pt idx="27751">
                  <c:v>5</c:v>
                </c:pt>
                <c:pt idx="27752">
                  <c:v>5.5</c:v>
                </c:pt>
                <c:pt idx="27753">
                  <c:v>5.5</c:v>
                </c:pt>
                <c:pt idx="27754">
                  <c:v>5.5</c:v>
                </c:pt>
                <c:pt idx="27755">
                  <c:v>4.5</c:v>
                </c:pt>
                <c:pt idx="27756">
                  <c:v>5.5</c:v>
                </c:pt>
                <c:pt idx="27757">
                  <c:v>7</c:v>
                </c:pt>
                <c:pt idx="27758">
                  <c:v>6</c:v>
                </c:pt>
                <c:pt idx="27759">
                  <c:v>6.5</c:v>
                </c:pt>
                <c:pt idx="27760">
                  <c:v>7.5</c:v>
                </c:pt>
                <c:pt idx="27761">
                  <c:v>7.5</c:v>
                </c:pt>
                <c:pt idx="27762">
                  <c:v>7</c:v>
                </c:pt>
                <c:pt idx="27763">
                  <c:v>5</c:v>
                </c:pt>
                <c:pt idx="27764">
                  <c:v>5</c:v>
                </c:pt>
                <c:pt idx="27765">
                  <c:v>6</c:v>
                </c:pt>
                <c:pt idx="27766">
                  <c:v>7</c:v>
                </c:pt>
                <c:pt idx="27767">
                  <c:v>8</c:v>
                </c:pt>
                <c:pt idx="27768">
                  <c:v>9</c:v>
                </c:pt>
                <c:pt idx="27769">
                  <c:v>8</c:v>
                </c:pt>
                <c:pt idx="27770">
                  <c:v>7</c:v>
                </c:pt>
                <c:pt idx="27771">
                  <c:v>7</c:v>
                </c:pt>
                <c:pt idx="27772">
                  <c:v>7.5</c:v>
                </c:pt>
                <c:pt idx="27773">
                  <c:v>9.5</c:v>
                </c:pt>
                <c:pt idx="27774">
                  <c:v>9.5</c:v>
                </c:pt>
                <c:pt idx="27775">
                  <c:v>7</c:v>
                </c:pt>
                <c:pt idx="27776">
                  <c:v>5</c:v>
                </c:pt>
                <c:pt idx="27777">
                  <c:v>5</c:v>
                </c:pt>
                <c:pt idx="27778">
                  <c:v>3.5</c:v>
                </c:pt>
                <c:pt idx="27779">
                  <c:v>4</c:v>
                </c:pt>
                <c:pt idx="27780">
                  <c:v>5</c:v>
                </c:pt>
                <c:pt idx="27781">
                  <c:v>6.5</c:v>
                </c:pt>
                <c:pt idx="27782">
                  <c:v>6.5</c:v>
                </c:pt>
                <c:pt idx="27783">
                  <c:v>8.5</c:v>
                </c:pt>
                <c:pt idx="27784">
                  <c:v>9</c:v>
                </c:pt>
                <c:pt idx="27785">
                  <c:v>8.5</c:v>
                </c:pt>
                <c:pt idx="27786">
                  <c:v>8</c:v>
                </c:pt>
                <c:pt idx="27787">
                  <c:v>9.5</c:v>
                </c:pt>
                <c:pt idx="27788">
                  <c:v>9</c:v>
                </c:pt>
                <c:pt idx="27789">
                  <c:v>7.5</c:v>
                </c:pt>
                <c:pt idx="27790">
                  <c:v>7</c:v>
                </c:pt>
                <c:pt idx="27791">
                  <c:v>6.5</c:v>
                </c:pt>
                <c:pt idx="27792">
                  <c:v>4.5</c:v>
                </c:pt>
                <c:pt idx="27793">
                  <c:v>5.5</c:v>
                </c:pt>
                <c:pt idx="27794">
                  <c:v>5.5</c:v>
                </c:pt>
                <c:pt idx="27795">
                  <c:v>8</c:v>
                </c:pt>
                <c:pt idx="27796">
                  <c:v>8.5</c:v>
                </c:pt>
                <c:pt idx="27797">
                  <c:v>6</c:v>
                </c:pt>
                <c:pt idx="27798">
                  <c:v>7</c:v>
                </c:pt>
                <c:pt idx="27799">
                  <c:v>7</c:v>
                </c:pt>
                <c:pt idx="27800">
                  <c:v>7.5</c:v>
                </c:pt>
                <c:pt idx="27801">
                  <c:v>9.5</c:v>
                </c:pt>
                <c:pt idx="27802">
                  <c:v>9</c:v>
                </c:pt>
                <c:pt idx="27803">
                  <c:v>9</c:v>
                </c:pt>
                <c:pt idx="27804">
                  <c:v>11</c:v>
                </c:pt>
                <c:pt idx="27805">
                  <c:v>11.5</c:v>
                </c:pt>
                <c:pt idx="27806">
                  <c:v>11</c:v>
                </c:pt>
                <c:pt idx="27807">
                  <c:v>11</c:v>
                </c:pt>
                <c:pt idx="27808">
                  <c:v>11</c:v>
                </c:pt>
                <c:pt idx="27809">
                  <c:v>10</c:v>
                </c:pt>
                <c:pt idx="27810">
                  <c:v>11.5</c:v>
                </c:pt>
                <c:pt idx="27811">
                  <c:v>13</c:v>
                </c:pt>
                <c:pt idx="27812">
                  <c:v>9</c:v>
                </c:pt>
                <c:pt idx="27813">
                  <c:v>6</c:v>
                </c:pt>
                <c:pt idx="27814">
                  <c:v>5.5</c:v>
                </c:pt>
                <c:pt idx="27815">
                  <c:v>6.5</c:v>
                </c:pt>
                <c:pt idx="27816">
                  <c:v>8.5</c:v>
                </c:pt>
                <c:pt idx="27817">
                  <c:v>11.5</c:v>
                </c:pt>
                <c:pt idx="27818">
                  <c:v>11</c:v>
                </c:pt>
                <c:pt idx="27819">
                  <c:v>7</c:v>
                </c:pt>
                <c:pt idx="27820">
                  <c:v>5.5</c:v>
                </c:pt>
                <c:pt idx="27821">
                  <c:v>7.5</c:v>
                </c:pt>
                <c:pt idx="27822">
                  <c:v>7.5</c:v>
                </c:pt>
                <c:pt idx="27823">
                  <c:v>6.5</c:v>
                </c:pt>
                <c:pt idx="27824">
                  <c:v>7</c:v>
                </c:pt>
                <c:pt idx="27825">
                  <c:v>7.5</c:v>
                </c:pt>
                <c:pt idx="27826">
                  <c:v>9</c:v>
                </c:pt>
                <c:pt idx="27827">
                  <c:v>10.5</c:v>
                </c:pt>
                <c:pt idx="27828">
                  <c:v>13</c:v>
                </c:pt>
                <c:pt idx="27829">
                  <c:v>13.5</c:v>
                </c:pt>
                <c:pt idx="27830">
                  <c:v>12.5</c:v>
                </c:pt>
                <c:pt idx="27831">
                  <c:v>13.5</c:v>
                </c:pt>
                <c:pt idx="27832">
                  <c:v>13</c:v>
                </c:pt>
                <c:pt idx="27833">
                  <c:v>12.5</c:v>
                </c:pt>
                <c:pt idx="27834">
                  <c:v>12.5</c:v>
                </c:pt>
                <c:pt idx="27835">
                  <c:v>10.5</c:v>
                </c:pt>
                <c:pt idx="27836">
                  <c:v>10</c:v>
                </c:pt>
                <c:pt idx="27837">
                  <c:v>12.5</c:v>
                </c:pt>
                <c:pt idx="27838">
                  <c:v>12.5</c:v>
                </c:pt>
                <c:pt idx="27839">
                  <c:v>12</c:v>
                </c:pt>
                <c:pt idx="27840">
                  <c:v>10.5</c:v>
                </c:pt>
                <c:pt idx="27841">
                  <c:v>11</c:v>
                </c:pt>
                <c:pt idx="27842">
                  <c:v>12</c:v>
                </c:pt>
                <c:pt idx="27843">
                  <c:v>13.5</c:v>
                </c:pt>
                <c:pt idx="27844">
                  <c:v>13</c:v>
                </c:pt>
                <c:pt idx="27845">
                  <c:v>13.5</c:v>
                </c:pt>
                <c:pt idx="27846">
                  <c:v>15.5</c:v>
                </c:pt>
                <c:pt idx="27847">
                  <c:v>16.5</c:v>
                </c:pt>
                <c:pt idx="27848">
                  <c:v>16.5</c:v>
                </c:pt>
                <c:pt idx="27849">
                  <c:v>16</c:v>
                </c:pt>
                <c:pt idx="27850">
                  <c:v>13.5</c:v>
                </c:pt>
                <c:pt idx="27851">
                  <c:v>12.5</c:v>
                </c:pt>
                <c:pt idx="27852">
                  <c:v>13.5</c:v>
                </c:pt>
                <c:pt idx="27853">
                  <c:v>15</c:v>
                </c:pt>
                <c:pt idx="27854">
                  <c:v>16.5</c:v>
                </c:pt>
                <c:pt idx="27855">
                  <c:v>16</c:v>
                </c:pt>
                <c:pt idx="27856">
                  <c:v>16</c:v>
                </c:pt>
                <c:pt idx="27857">
                  <c:v>13</c:v>
                </c:pt>
                <c:pt idx="27858">
                  <c:v>14</c:v>
                </c:pt>
                <c:pt idx="27859">
                  <c:v>16</c:v>
                </c:pt>
                <c:pt idx="27860">
                  <c:v>17</c:v>
                </c:pt>
                <c:pt idx="27861">
                  <c:v>17</c:v>
                </c:pt>
                <c:pt idx="27862">
                  <c:v>17.5</c:v>
                </c:pt>
                <c:pt idx="27863">
                  <c:v>13</c:v>
                </c:pt>
                <c:pt idx="27864">
                  <c:v>12.5</c:v>
                </c:pt>
                <c:pt idx="27865">
                  <c:v>14.5</c:v>
                </c:pt>
                <c:pt idx="27866">
                  <c:v>15.5</c:v>
                </c:pt>
                <c:pt idx="27867">
                  <c:v>17.5</c:v>
                </c:pt>
                <c:pt idx="27868">
                  <c:v>14.5</c:v>
                </c:pt>
                <c:pt idx="27869">
                  <c:v>13</c:v>
                </c:pt>
                <c:pt idx="27870">
                  <c:v>14.5</c:v>
                </c:pt>
                <c:pt idx="27871">
                  <c:v>16</c:v>
                </c:pt>
                <c:pt idx="27872">
                  <c:v>16</c:v>
                </c:pt>
                <c:pt idx="27873">
                  <c:v>16.5</c:v>
                </c:pt>
                <c:pt idx="27874">
                  <c:v>15</c:v>
                </c:pt>
                <c:pt idx="27875">
                  <c:v>16</c:v>
                </c:pt>
                <c:pt idx="27876">
                  <c:v>17.5</c:v>
                </c:pt>
                <c:pt idx="27877">
                  <c:v>18</c:v>
                </c:pt>
                <c:pt idx="27878">
                  <c:v>17.5</c:v>
                </c:pt>
                <c:pt idx="27879">
                  <c:v>15</c:v>
                </c:pt>
                <c:pt idx="27880">
                  <c:v>17</c:v>
                </c:pt>
                <c:pt idx="27881">
                  <c:v>16.5</c:v>
                </c:pt>
                <c:pt idx="27882">
                  <c:v>17</c:v>
                </c:pt>
                <c:pt idx="27883">
                  <c:v>17.5</c:v>
                </c:pt>
                <c:pt idx="27884">
                  <c:v>16</c:v>
                </c:pt>
                <c:pt idx="27885">
                  <c:v>17</c:v>
                </c:pt>
                <c:pt idx="27886">
                  <c:v>19.5</c:v>
                </c:pt>
                <c:pt idx="27887">
                  <c:v>17.5</c:v>
                </c:pt>
                <c:pt idx="27888">
                  <c:v>18</c:v>
                </c:pt>
                <c:pt idx="27889">
                  <c:v>18</c:v>
                </c:pt>
                <c:pt idx="27890">
                  <c:v>18</c:v>
                </c:pt>
                <c:pt idx="27891">
                  <c:v>19</c:v>
                </c:pt>
                <c:pt idx="27892">
                  <c:v>19</c:v>
                </c:pt>
                <c:pt idx="27893">
                  <c:v>19</c:v>
                </c:pt>
                <c:pt idx="27894">
                  <c:v>20.5</c:v>
                </c:pt>
                <c:pt idx="27895">
                  <c:v>21.5</c:v>
                </c:pt>
                <c:pt idx="27896">
                  <c:v>21.5</c:v>
                </c:pt>
                <c:pt idx="27897">
                  <c:v>21.5</c:v>
                </c:pt>
                <c:pt idx="27898">
                  <c:v>22</c:v>
                </c:pt>
                <c:pt idx="27899">
                  <c:v>21.5</c:v>
                </c:pt>
                <c:pt idx="27900">
                  <c:v>21</c:v>
                </c:pt>
                <c:pt idx="27901">
                  <c:v>19</c:v>
                </c:pt>
                <c:pt idx="27902">
                  <c:v>19.5</c:v>
                </c:pt>
                <c:pt idx="27903">
                  <c:v>19</c:v>
                </c:pt>
                <c:pt idx="27904">
                  <c:v>20.5</c:v>
                </c:pt>
                <c:pt idx="27905">
                  <c:v>22</c:v>
                </c:pt>
                <c:pt idx="27906">
                  <c:v>24</c:v>
                </c:pt>
                <c:pt idx="27907">
                  <c:v>25</c:v>
                </c:pt>
                <c:pt idx="27908">
                  <c:v>26</c:v>
                </c:pt>
                <c:pt idx="27909">
                  <c:v>26</c:v>
                </c:pt>
                <c:pt idx="27910">
                  <c:v>27</c:v>
                </c:pt>
                <c:pt idx="27911">
                  <c:v>25</c:v>
                </c:pt>
                <c:pt idx="27912">
                  <c:v>24</c:v>
                </c:pt>
                <c:pt idx="27913">
                  <c:v>26.5</c:v>
                </c:pt>
                <c:pt idx="27914">
                  <c:v>28.5</c:v>
                </c:pt>
                <c:pt idx="27915">
                  <c:v>27</c:v>
                </c:pt>
                <c:pt idx="27916">
                  <c:v>26</c:v>
                </c:pt>
                <c:pt idx="27917">
                  <c:v>26.5</c:v>
                </c:pt>
                <c:pt idx="27918">
                  <c:v>26</c:v>
                </c:pt>
                <c:pt idx="27919">
                  <c:v>26.5</c:v>
                </c:pt>
                <c:pt idx="27920">
                  <c:v>27.5</c:v>
                </c:pt>
                <c:pt idx="27921">
                  <c:v>28</c:v>
                </c:pt>
                <c:pt idx="27922">
                  <c:v>25</c:v>
                </c:pt>
                <c:pt idx="27923">
                  <c:v>23.5</c:v>
                </c:pt>
                <c:pt idx="27924">
                  <c:v>25</c:v>
                </c:pt>
                <c:pt idx="27925">
                  <c:v>22</c:v>
                </c:pt>
                <c:pt idx="27926">
                  <c:v>22</c:v>
                </c:pt>
                <c:pt idx="27927">
                  <c:v>23.5</c:v>
                </c:pt>
                <c:pt idx="27928">
                  <c:v>23.5</c:v>
                </c:pt>
                <c:pt idx="27929">
                  <c:v>24</c:v>
                </c:pt>
                <c:pt idx="27930">
                  <c:v>25.5</c:v>
                </c:pt>
                <c:pt idx="27931">
                  <c:v>27.5</c:v>
                </c:pt>
                <c:pt idx="27932">
                  <c:v>27</c:v>
                </c:pt>
                <c:pt idx="27933">
                  <c:v>23.5</c:v>
                </c:pt>
                <c:pt idx="27934">
                  <c:v>25.5</c:v>
                </c:pt>
                <c:pt idx="27935">
                  <c:v>26.5</c:v>
                </c:pt>
                <c:pt idx="27936">
                  <c:v>27.5</c:v>
                </c:pt>
                <c:pt idx="27937">
                  <c:v>24.5</c:v>
                </c:pt>
                <c:pt idx="27938">
                  <c:v>20</c:v>
                </c:pt>
                <c:pt idx="27939">
                  <c:v>26.5</c:v>
                </c:pt>
                <c:pt idx="27940">
                  <c:v>27.5</c:v>
                </c:pt>
                <c:pt idx="27941">
                  <c:v>26.5</c:v>
                </c:pt>
                <c:pt idx="27942">
                  <c:v>27.5</c:v>
                </c:pt>
                <c:pt idx="27943">
                  <c:v>28</c:v>
                </c:pt>
                <c:pt idx="27944">
                  <c:v>26.5</c:v>
                </c:pt>
                <c:pt idx="27945">
                  <c:v>28</c:v>
                </c:pt>
                <c:pt idx="27946">
                  <c:v>28.5</c:v>
                </c:pt>
                <c:pt idx="27947">
                  <c:v>29.5</c:v>
                </c:pt>
                <c:pt idx="27948">
                  <c:v>29.5</c:v>
                </c:pt>
                <c:pt idx="27949">
                  <c:v>28</c:v>
                </c:pt>
                <c:pt idx="27950">
                  <c:v>29</c:v>
                </c:pt>
                <c:pt idx="27951">
                  <c:v>27.5</c:v>
                </c:pt>
                <c:pt idx="27952">
                  <c:v>26.5</c:v>
                </c:pt>
                <c:pt idx="27953">
                  <c:v>26</c:v>
                </c:pt>
                <c:pt idx="27954">
                  <c:v>26</c:v>
                </c:pt>
                <c:pt idx="27955">
                  <c:v>27.5</c:v>
                </c:pt>
                <c:pt idx="27956">
                  <c:v>28.5</c:v>
                </c:pt>
                <c:pt idx="27957">
                  <c:v>29.5</c:v>
                </c:pt>
                <c:pt idx="27958">
                  <c:v>28.5</c:v>
                </c:pt>
                <c:pt idx="27959">
                  <c:v>29</c:v>
                </c:pt>
                <c:pt idx="27960">
                  <c:v>29.5</c:v>
                </c:pt>
                <c:pt idx="27961">
                  <c:v>30</c:v>
                </c:pt>
                <c:pt idx="27962">
                  <c:v>31</c:v>
                </c:pt>
                <c:pt idx="27963">
                  <c:v>31.5</c:v>
                </c:pt>
                <c:pt idx="27964">
                  <c:v>31</c:v>
                </c:pt>
                <c:pt idx="27965">
                  <c:v>31</c:v>
                </c:pt>
                <c:pt idx="27966">
                  <c:v>31.5</c:v>
                </c:pt>
                <c:pt idx="27967">
                  <c:v>32.5</c:v>
                </c:pt>
                <c:pt idx="27968">
                  <c:v>30.5</c:v>
                </c:pt>
                <c:pt idx="27969">
                  <c:v>27.5</c:v>
                </c:pt>
                <c:pt idx="27970">
                  <c:v>28.5</c:v>
                </c:pt>
                <c:pt idx="27971">
                  <c:v>27</c:v>
                </c:pt>
                <c:pt idx="27972">
                  <c:v>28</c:v>
                </c:pt>
                <c:pt idx="27973">
                  <c:v>29.5</c:v>
                </c:pt>
                <c:pt idx="27974">
                  <c:v>31.5</c:v>
                </c:pt>
                <c:pt idx="27975">
                  <c:v>30</c:v>
                </c:pt>
                <c:pt idx="27976">
                  <c:v>28.5</c:v>
                </c:pt>
                <c:pt idx="27977">
                  <c:v>29</c:v>
                </c:pt>
                <c:pt idx="27978">
                  <c:v>27.5</c:v>
                </c:pt>
                <c:pt idx="27979">
                  <c:v>28</c:v>
                </c:pt>
                <c:pt idx="27980">
                  <c:v>28.5</c:v>
                </c:pt>
                <c:pt idx="27981">
                  <c:v>29</c:v>
                </c:pt>
                <c:pt idx="27982">
                  <c:v>30</c:v>
                </c:pt>
                <c:pt idx="27983">
                  <c:v>31.5</c:v>
                </c:pt>
                <c:pt idx="27984">
                  <c:v>33</c:v>
                </c:pt>
                <c:pt idx="27985">
                  <c:v>32</c:v>
                </c:pt>
                <c:pt idx="27986">
                  <c:v>32</c:v>
                </c:pt>
                <c:pt idx="27987">
                  <c:v>29.5</c:v>
                </c:pt>
                <c:pt idx="27988">
                  <c:v>30.5</c:v>
                </c:pt>
                <c:pt idx="27989">
                  <c:v>31.5</c:v>
                </c:pt>
                <c:pt idx="27990">
                  <c:v>32.5</c:v>
                </c:pt>
                <c:pt idx="27991">
                  <c:v>31</c:v>
                </c:pt>
                <c:pt idx="27992">
                  <c:v>27</c:v>
                </c:pt>
                <c:pt idx="27993">
                  <c:v>25.5</c:v>
                </c:pt>
                <c:pt idx="27994">
                  <c:v>26</c:v>
                </c:pt>
                <c:pt idx="27995">
                  <c:v>28</c:v>
                </c:pt>
                <c:pt idx="27996">
                  <c:v>28.5</c:v>
                </c:pt>
                <c:pt idx="27997">
                  <c:v>28</c:v>
                </c:pt>
                <c:pt idx="27998">
                  <c:v>26</c:v>
                </c:pt>
                <c:pt idx="27999">
                  <c:v>24</c:v>
                </c:pt>
                <c:pt idx="28000">
                  <c:v>23</c:v>
                </c:pt>
                <c:pt idx="28001">
                  <c:v>23.5</c:v>
                </c:pt>
                <c:pt idx="28002">
                  <c:v>23.5</c:v>
                </c:pt>
                <c:pt idx="28003">
                  <c:v>22</c:v>
                </c:pt>
                <c:pt idx="28004">
                  <c:v>23.5</c:v>
                </c:pt>
                <c:pt idx="28005">
                  <c:v>21</c:v>
                </c:pt>
                <c:pt idx="28006">
                  <c:v>21</c:v>
                </c:pt>
                <c:pt idx="28007">
                  <c:v>21.5</c:v>
                </c:pt>
                <c:pt idx="28008">
                  <c:v>18.5</c:v>
                </c:pt>
                <c:pt idx="28009">
                  <c:v>18.5</c:v>
                </c:pt>
                <c:pt idx="28010">
                  <c:v>20</c:v>
                </c:pt>
                <c:pt idx="28011">
                  <c:v>21</c:v>
                </c:pt>
                <c:pt idx="28012">
                  <c:v>23</c:v>
                </c:pt>
                <c:pt idx="28013">
                  <c:v>23</c:v>
                </c:pt>
                <c:pt idx="28014">
                  <c:v>24</c:v>
                </c:pt>
                <c:pt idx="28015">
                  <c:v>25</c:v>
                </c:pt>
                <c:pt idx="28016">
                  <c:v>25.5</c:v>
                </c:pt>
                <c:pt idx="28017">
                  <c:v>25.5</c:v>
                </c:pt>
                <c:pt idx="28018">
                  <c:v>26</c:v>
                </c:pt>
                <c:pt idx="28019">
                  <c:v>26</c:v>
                </c:pt>
                <c:pt idx="28020">
                  <c:v>26.5</c:v>
                </c:pt>
                <c:pt idx="28021">
                  <c:v>26.5</c:v>
                </c:pt>
                <c:pt idx="28022">
                  <c:v>26</c:v>
                </c:pt>
                <c:pt idx="28023">
                  <c:v>25.5</c:v>
                </c:pt>
                <c:pt idx="28024">
                  <c:v>25.5</c:v>
                </c:pt>
                <c:pt idx="28025">
                  <c:v>25</c:v>
                </c:pt>
                <c:pt idx="28026">
                  <c:v>24.5</c:v>
                </c:pt>
                <c:pt idx="28027">
                  <c:v>22.5</c:v>
                </c:pt>
                <c:pt idx="28028">
                  <c:v>20</c:v>
                </c:pt>
                <c:pt idx="28029">
                  <c:v>20.5</c:v>
                </c:pt>
                <c:pt idx="28030">
                  <c:v>21</c:v>
                </c:pt>
                <c:pt idx="28031">
                  <c:v>22.5</c:v>
                </c:pt>
                <c:pt idx="28032">
                  <c:v>19</c:v>
                </c:pt>
                <c:pt idx="28033">
                  <c:v>16.5</c:v>
                </c:pt>
                <c:pt idx="28034">
                  <c:v>18</c:v>
                </c:pt>
                <c:pt idx="28035">
                  <c:v>17</c:v>
                </c:pt>
                <c:pt idx="28036">
                  <c:v>18.5</c:v>
                </c:pt>
                <c:pt idx="28037">
                  <c:v>19.5</c:v>
                </c:pt>
                <c:pt idx="28038">
                  <c:v>20.5</c:v>
                </c:pt>
                <c:pt idx="28039">
                  <c:v>21.5</c:v>
                </c:pt>
                <c:pt idx="28040">
                  <c:v>22</c:v>
                </c:pt>
                <c:pt idx="28041">
                  <c:v>19.5</c:v>
                </c:pt>
                <c:pt idx="28042">
                  <c:v>17</c:v>
                </c:pt>
                <c:pt idx="28043">
                  <c:v>17</c:v>
                </c:pt>
                <c:pt idx="28044">
                  <c:v>18</c:v>
                </c:pt>
                <c:pt idx="28045">
                  <c:v>17.5</c:v>
                </c:pt>
                <c:pt idx="28046">
                  <c:v>19</c:v>
                </c:pt>
                <c:pt idx="28047">
                  <c:v>21</c:v>
                </c:pt>
                <c:pt idx="28048">
                  <c:v>22</c:v>
                </c:pt>
                <c:pt idx="28049">
                  <c:v>22</c:v>
                </c:pt>
                <c:pt idx="28050">
                  <c:v>20.5</c:v>
                </c:pt>
                <c:pt idx="28051">
                  <c:v>19</c:v>
                </c:pt>
                <c:pt idx="28052">
                  <c:v>15</c:v>
                </c:pt>
                <c:pt idx="28053">
                  <c:v>13</c:v>
                </c:pt>
                <c:pt idx="28054">
                  <c:v>14.5</c:v>
                </c:pt>
                <c:pt idx="28055">
                  <c:v>14.5</c:v>
                </c:pt>
                <c:pt idx="28056">
                  <c:v>13.5</c:v>
                </c:pt>
                <c:pt idx="28057">
                  <c:v>13.5</c:v>
                </c:pt>
                <c:pt idx="28058">
                  <c:v>14.5</c:v>
                </c:pt>
                <c:pt idx="28059">
                  <c:v>14.5</c:v>
                </c:pt>
                <c:pt idx="28060">
                  <c:v>14.5</c:v>
                </c:pt>
                <c:pt idx="28061">
                  <c:v>14.5</c:v>
                </c:pt>
                <c:pt idx="28062">
                  <c:v>13</c:v>
                </c:pt>
                <c:pt idx="28063">
                  <c:v>15.5</c:v>
                </c:pt>
                <c:pt idx="28064">
                  <c:v>16</c:v>
                </c:pt>
                <c:pt idx="28065">
                  <c:v>16.5</c:v>
                </c:pt>
                <c:pt idx="28066">
                  <c:v>16.5</c:v>
                </c:pt>
                <c:pt idx="28067">
                  <c:v>16</c:v>
                </c:pt>
                <c:pt idx="28068">
                  <c:v>16.5</c:v>
                </c:pt>
                <c:pt idx="28069">
                  <c:v>18.5</c:v>
                </c:pt>
                <c:pt idx="28070">
                  <c:v>14</c:v>
                </c:pt>
                <c:pt idx="28071">
                  <c:v>11</c:v>
                </c:pt>
                <c:pt idx="28072">
                  <c:v>10.5</c:v>
                </c:pt>
                <c:pt idx="28073">
                  <c:v>12</c:v>
                </c:pt>
                <c:pt idx="28074">
                  <c:v>11.5</c:v>
                </c:pt>
                <c:pt idx="28075">
                  <c:v>11.5</c:v>
                </c:pt>
                <c:pt idx="28076">
                  <c:v>9</c:v>
                </c:pt>
                <c:pt idx="28077">
                  <c:v>9.5</c:v>
                </c:pt>
                <c:pt idx="28078">
                  <c:v>12</c:v>
                </c:pt>
                <c:pt idx="28079">
                  <c:v>12</c:v>
                </c:pt>
                <c:pt idx="28080">
                  <c:v>10.5</c:v>
                </c:pt>
                <c:pt idx="28081">
                  <c:v>8.5</c:v>
                </c:pt>
                <c:pt idx="28082">
                  <c:v>8</c:v>
                </c:pt>
                <c:pt idx="28083">
                  <c:v>8.5</c:v>
                </c:pt>
                <c:pt idx="28084">
                  <c:v>9.5</c:v>
                </c:pt>
                <c:pt idx="28085">
                  <c:v>11</c:v>
                </c:pt>
                <c:pt idx="28086">
                  <c:v>10.5</c:v>
                </c:pt>
                <c:pt idx="28087">
                  <c:v>10</c:v>
                </c:pt>
                <c:pt idx="28088">
                  <c:v>11.5</c:v>
                </c:pt>
                <c:pt idx="28089">
                  <c:v>12</c:v>
                </c:pt>
                <c:pt idx="28090">
                  <c:v>14</c:v>
                </c:pt>
                <c:pt idx="28091">
                  <c:v>12</c:v>
                </c:pt>
                <c:pt idx="28092">
                  <c:v>10.5</c:v>
                </c:pt>
                <c:pt idx="28093">
                  <c:v>10</c:v>
                </c:pt>
                <c:pt idx="28094">
                  <c:v>10</c:v>
                </c:pt>
                <c:pt idx="28095">
                  <c:v>10</c:v>
                </c:pt>
                <c:pt idx="28096">
                  <c:v>11</c:v>
                </c:pt>
                <c:pt idx="28097">
                  <c:v>10</c:v>
                </c:pt>
                <c:pt idx="28098">
                  <c:v>9.5</c:v>
                </c:pt>
                <c:pt idx="28099">
                  <c:v>10</c:v>
                </c:pt>
                <c:pt idx="28100">
                  <c:v>9</c:v>
                </c:pt>
                <c:pt idx="28101">
                  <c:v>10</c:v>
                </c:pt>
                <c:pt idx="28102">
                  <c:v>11.5</c:v>
                </c:pt>
                <c:pt idx="28103">
                  <c:v>11.5</c:v>
                </c:pt>
                <c:pt idx="28104">
                  <c:v>12.5</c:v>
                </c:pt>
                <c:pt idx="28105">
                  <c:v>13.5</c:v>
                </c:pt>
                <c:pt idx="28106">
                  <c:v>12.5</c:v>
                </c:pt>
                <c:pt idx="28107">
                  <c:v>9.5</c:v>
                </c:pt>
                <c:pt idx="28108">
                  <c:v>10</c:v>
                </c:pt>
                <c:pt idx="28109">
                  <c:v>10.5</c:v>
                </c:pt>
                <c:pt idx="28110">
                  <c:v>8</c:v>
                </c:pt>
                <c:pt idx="28111">
                  <c:v>7.5</c:v>
                </c:pt>
                <c:pt idx="28112">
                  <c:v>7.5</c:v>
                </c:pt>
                <c:pt idx="28113">
                  <c:v>7.5</c:v>
                </c:pt>
                <c:pt idx="28114">
                  <c:v>5</c:v>
                </c:pt>
                <c:pt idx="28115">
                  <c:v>4</c:v>
                </c:pt>
                <c:pt idx="28116">
                  <c:v>3.5</c:v>
                </c:pt>
                <c:pt idx="28117">
                  <c:v>4</c:v>
                </c:pt>
                <c:pt idx="28118">
                  <c:v>4</c:v>
                </c:pt>
                <c:pt idx="28119">
                  <c:v>6</c:v>
                </c:pt>
                <c:pt idx="28120">
                  <c:v>6</c:v>
                </c:pt>
                <c:pt idx="28121">
                  <c:v>6</c:v>
                </c:pt>
                <c:pt idx="28122">
                  <c:v>3</c:v>
                </c:pt>
                <c:pt idx="28123">
                  <c:v>2</c:v>
                </c:pt>
                <c:pt idx="28124">
                  <c:v>2.5</c:v>
                </c:pt>
                <c:pt idx="28125">
                  <c:v>5</c:v>
                </c:pt>
                <c:pt idx="28126">
                  <c:v>5.5</c:v>
                </c:pt>
                <c:pt idx="28127">
                  <c:v>5.5</c:v>
                </c:pt>
                <c:pt idx="28128">
                  <c:v>5.5</c:v>
                </c:pt>
                <c:pt idx="28129">
                  <c:v>7</c:v>
                </c:pt>
                <c:pt idx="28130">
                  <c:v>7</c:v>
                </c:pt>
                <c:pt idx="28131">
                  <c:v>10</c:v>
                </c:pt>
                <c:pt idx="28132">
                  <c:v>9</c:v>
                </c:pt>
                <c:pt idx="28133">
                  <c:v>8</c:v>
                </c:pt>
                <c:pt idx="28134">
                  <c:v>7</c:v>
                </c:pt>
                <c:pt idx="28135">
                  <c:v>5.5</c:v>
                </c:pt>
                <c:pt idx="28136">
                  <c:v>5</c:v>
                </c:pt>
                <c:pt idx="28137">
                  <c:v>5.5</c:v>
                </c:pt>
                <c:pt idx="28138">
                  <c:v>6</c:v>
                </c:pt>
                <c:pt idx="28139">
                  <c:v>6</c:v>
                </c:pt>
                <c:pt idx="28140">
                  <c:v>3</c:v>
                </c:pt>
                <c:pt idx="28141">
                  <c:v>2</c:v>
                </c:pt>
                <c:pt idx="28142">
                  <c:v>3</c:v>
                </c:pt>
                <c:pt idx="28143">
                  <c:v>3.5</c:v>
                </c:pt>
                <c:pt idx="28144">
                  <c:v>2.5</c:v>
                </c:pt>
                <c:pt idx="28145">
                  <c:v>3</c:v>
                </c:pt>
                <c:pt idx="28146">
                  <c:v>5.5</c:v>
                </c:pt>
                <c:pt idx="28147">
                  <c:v>7.5</c:v>
                </c:pt>
                <c:pt idx="28148">
                  <c:v>8</c:v>
                </c:pt>
                <c:pt idx="28149">
                  <c:v>7.5</c:v>
                </c:pt>
                <c:pt idx="28150">
                  <c:v>8</c:v>
                </c:pt>
                <c:pt idx="28151">
                  <c:v>8</c:v>
                </c:pt>
                <c:pt idx="28152">
                  <c:v>9.5</c:v>
                </c:pt>
                <c:pt idx="28153">
                  <c:v>7.5</c:v>
                </c:pt>
                <c:pt idx="28154">
                  <c:v>5</c:v>
                </c:pt>
                <c:pt idx="28155">
                  <c:v>6</c:v>
                </c:pt>
                <c:pt idx="28156">
                  <c:v>6.5</c:v>
                </c:pt>
                <c:pt idx="28157">
                  <c:v>8</c:v>
                </c:pt>
                <c:pt idx="28158">
                  <c:v>7.5</c:v>
                </c:pt>
                <c:pt idx="28159">
                  <c:v>8</c:v>
                </c:pt>
                <c:pt idx="28160">
                  <c:v>8</c:v>
                </c:pt>
                <c:pt idx="28161">
                  <c:v>8</c:v>
                </c:pt>
                <c:pt idx="28162">
                  <c:v>6</c:v>
                </c:pt>
                <c:pt idx="28163">
                  <c:v>5</c:v>
                </c:pt>
                <c:pt idx="28164">
                  <c:v>6.5</c:v>
                </c:pt>
                <c:pt idx="28165">
                  <c:v>8.5</c:v>
                </c:pt>
                <c:pt idx="28166">
                  <c:v>9.5</c:v>
                </c:pt>
                <c:pt idx="28167">
                  <c:v>10</c:v>
                </c:pt>
                <c:pt idx="28168">
                  <c:v>8</c:v>
                </c:pt>
                <c:pt idx="28169">
                  <c:v>7</c:v>
                </c:pt>
                <c:pt idx="28170">
                  <c:v>7</c:v>
                </c:pt>
                <c:pt idx="28171">
                  <c:v>5</c:v>
                </c:pt>
                <c:pt idx="28172">
                  <c:v>5</c:v>
                </c:pt>
                <c:pt idx="28173">
                  <c:v>5.5</c:v>
                </c:pt>
                <c:pt idx="28174">
                  <c:v>5</c:v>
                </c:pt>
                <c:pt idx="28175">
                  <c:v>7</c:v>
                </c:pt>
                <c:pt idx="28176">
                  <c:v>3.5</c:v>
                </c:pt>
                <c:pt idx="28177">
                  <c:v>3.5</c:v>
                </c:pt>
                <c:pt idx="28178">
                  <c:v>4</c:v>
                </c:pt>
                <c:pt idx="28179">
                  <c:v>2.5</c:v>
                </c:pt>
                <c:pt idx="28180">
                  <c:v>1</c:v>
                </c:pt>
                <c:pt idx="28181">
                  <c:v>3</c:v>
                </c:pt>
                <c:pt idx="28182">
                  <c:v>3.5</c:v>
                </c:pt>
                <c:pt idx="28183">
                  <c:v>8</c:v>
                </c:pt>
                <c:pt idx="28184">
                  <c:v>9.5</c:v>
                </c:pt>
                <c:pt idx="28185">
                  <c:v>13</c:v>
                </c:pt>
                <c:pt idx="28186">
                  <c:v>14</c:v>
                </c:pt>
                <c:pt idx="28187">
                  <c:v>13</c:v>
                </c:pt>
                <c:pt idx="28188">
                  <c:v>14.5</c:v>
                </c:pt>
                <c:pt idx="28189">
                  <c:v>13</c:v>
                </c:pt>
                <c:pt idx="28190">
                  <c:v>14.5</c:v>
                </c:pt>
                <c:pt idx="28191">
                  <c:v>13.5</c:v>
                </c:pt>
                <c:pt idx="28192">
                  <c:v>12.5</c:v>
                </c:pt>
                <c:pt idx="28193">
                  <c:v>11</c:v>
                </c:pt>
                <c:pt idx="28194">
                  <c:v>9</c:v>
                </c:pt>
                <c:pt idx="28195">
                  <c:v>9.5</c:v>
                </c:pt>
                <c:pt idx="28196">
                  <c:v>10.5</c:v>
                </c:pt>
                <c:pt idx="28197">
                  <c:v>12</c:v>
                </c:pt>
                <c:pt idx="28198">
                  <c:v>12</c:v>
                </c:pt>
                <c:pt idx="28199">
                  <c:v>13</c:v>
                </c:pt>
                <c:pt idx="28200">
                  <c:v>13</c:v>
                </c:pt>
                <c:pt idx="28201">
                  <c:v>14</c:v>
                </c:pt>
                <c:pt idx="28202">
                  <c:v>13.5</c:v>
                </c:pt>
                <c:pt idx="28203">
                  <c:v>12.5</c:v>
                </c:pt>
                <c:pt idx="28204">
                  <c:v>12.5</c:v>
                </c:pt>
                <c:pt idx="28205">
                  <c:v>13</c:v>
                </c:pt>
                <c:pt idx="28206">
                  <c:v>13</c:v>
                </c:pt>
                <c:pt idx="28207">
                  <c:v>13.5</c:v>
                </c:pt>
                <c:pt idx="28208">
                  <c:v>14</c:v>
                </c:pt>
                <c:pt idx="28209">
                  <c:v>12</c:v>
                </c:pt>
                <c:pt idx="28210">
                  <c:v>12.5</c:v>
                </c:pt>
                <c:pt idx="28211">
                  <c:v>13.5</c:v>
                </c:pt>
                <c:pt idx="28212">
                  <c:v>15.5</c:v>
                </c:pt>
                <c:pt idx="28213">
                  <c:v>15</c:v>
                </c:pt>
                <c:pt idx="28214">
                  <c:v>14.5</c:v>
                </c:pt>
                <c:pt idx="28215">
                  <c:v>14.5</c:v>
                </c:pt>
                <c:pt idx="28216">
                  <c:v>15.5</c:v>
                </c:pt>
                <c:pt idx="28217">
                  <c:v>16.5</c:v>
                </c:pt>
                <c:pt idx="28218">
                  <c:v>14</c:v>
                </c:pt>
                <c:pt idx="28219">
                  <c:v>15</c:v>
                </c:pt>
                <c:pt idx="28220">
                  <c:v>16.5</c:v>
                </c:pt>
                <c:pt idx="28221">
                  <c:v>18.5</c:v>
                </c:pt>
                <c:pt idx="28222">
                  <c:v>19.5</c:v>
                </c:pt>
                <c:pt idx="28223">
                  <c:v>19.5</c:v>
                </c:pt>
                <c:pt idx="28224">
                  <c:v>20.5</c:v>
                </c:pt>
                <c:pt idx="28225">
                  <c:v>19</c:v>
                </c:pt>
                <c:pt idx="28226">
                  <c:v>19</c:v>
                </c:pt>
                <c:pt idx="28227">
                  <c:v>19.5</c:v>
                </c:pt>
                <c:pt idx="28228">
                  <c:v>19</c:v>
                </c:pt>
                <c:pt idx="28229">
                  <c:v>20</c:v>
                </c:pt>
                <c:pt idx="28230">
                  <c:v>18.5</c:v>
                </c:pt>
                <c:pt idx="28231">
                  <c:v>17.5</c:v>
                </c:pt>
                <c:pt idx="28232">
                  <c:v>16.5</c:v>
                </c:pt>
                <c:pt idx="28233">
                  <c:v>14.5</c:v>
                </c:pt>
                <c:pt idx="28234">
                  <c:v>16</c:v>
                </c:pt>
                <c:pt idx="28235">
                  <c:v>16</c:v>
                </c:pt>
                <c:pt idx="28236">
                  <c:v>14.5</c:v>
                </c:pt>
                <c:pt idx="28237">
                  <c:v>14</c:v>
                </c:pt>
                <c:pt idx="28238">
                  <c:v>14</c:v>
                </c:pt>
                <c:pt idx="28239">
                  <c:v>16</c:v>
                </c:pt>
                <c:pt idx="28240">
                  <c:v>16.5</c:v>
                </c:pt>
                <c:pt idx="28241">
                  <c:v>16.5</c:v>
                </c:pt>
                <c:pt idx="28242">
                  <c:v>17</c:v>
                </c:pt>
                <c:pt idx="28243">
                  <c:v>18.5</c:v>
                </c:pt>
                <c:pt idx="28244">
                  <c:v>19.5</c:v>
                </c:pt>
                <c:pt idx="28245">
                  <c:v>19.5</c:v>
                </c:pt>
                <c:pt idx="28246">
                  <c:v>18.5</c:v>
                </c:pt>
                <c:pt idx="28247">
                  <c:v>18.5</c:v>
                </c:pt>
                <c:pt idx="28248">
                  <c:v>19.5</c:v>
                </c:pt>
                <c:pt idx="28249">
                  <c:v>18</c:v>
                </c:pt>
                <c:pt idx="28250">
                  <c:v>19</c:v>
                </c:pt>
                <c:pt idx="28251">
                  <c:v>20</c:v>
                </c:pt>
                <c:pt idx="28252">
                  <c:v>22</c:v>
                </c:pt>
                <c:pt idx="28253">
                  <c:v>21.5</c:v>
                </c:pt>
                <c:pt idx="28254">
                  <c:v>22.5</c:v>
                </c:pt>
                <c:pt idx="28255">
                  <c:v>23.5</c:v>
                </c:pt>
                <c:pt idx="28256">
                  <c:v>24.5</c:v>
                </c:pt>
                <c:pt idx="28257">
                  <c:v>24.5</c:v>
                </c:pt>
                <c:pt idx="28258">
                  <c:v>25.5</c:v>
                </c:pt>
                <c:pt idx="28259">
                  <c:v>25.5</c:v>
                </c:pt>
                <c:pt idx="28260">
                  <c:v>24</c:v>
                </c:pt>
                <c:pt idx="28261">
                  <c:v>20</c:v>
                </c:pt>
                <c:pt idx="28262">
                  <c:v>20</c:v>
                </c:pt>
                <c:pt idx="28263">
                  <c:v>20.5</c:v>
                </c:pt>
                <c:pt idx="28264">
                  <c:v>15.5</c:v>
                </c:pt>
                <c:pt idx="28265">
                  <c:v>18</c:v>
                </c:pt>
                <c:pt idx="28266">
                  <c:v>20</c:v>
                </c:pt>
                <c:pt idx="28267">
                  <c:v>21.5</c:v>
                </c:pt>
                <c:pt idx="28268">
                  <c:v>22</c:v>
                </c:pt>
                <c:pt idx="28269">
                  <c:v>19</c:v>
                </c:pt>
                <c:pt idx="28270">
                  <c:v>21</c:v>
                </c:pt>
                <c:pt idx="28271">
                  <c:v>20</c:v>
                </c:pt>
                <c:pt idx="28272">
                  <c:v>18.5</c:v>
                </c:pt>
                <c:pt idx="28273">
                  <c:v>19</c:v>
                </c:pt>
                <c:pt idx="28274">
                  <c:v>21</c:v>
                </c:pt>
                <c:pt idx="28275">
                  <c:v>23</c:v>
                </c:pt>
                <c:pt idx="28276">
                  <c:v>23.5</c:v>
                </c:pt>
                <c:pt idx="28277">
                  <c:v>24.5</c:v>
                </c:pt>
                <c:pt idx="28278">
                  <c:v>23.5</c:v>
                </c:pt>
                <c:pt idx="28279">
                  <c:v>20</c:v>
                </c:pt>
                <c:pt idx="28280">
                  <c:v>22</c:v>
                </c:pt>
                <c:pt idx="28281">
                  <c:v>24</c:v>
                </c:pt>
                <c:pt idx="28282">
                  <c:v>24.5</c:v>
                </c:pt>
                <c:pt idx="28283">
                  <c:v>25</c:v>
                </c:pt>
                <c:pt idx="28284">
                  <c:v>23.5</c:v>
                </c:pt>
                <c:pt idx="28285">
                  <c:v>24.5</c:v>
                </c:pt>
                <c:pt idx="28286">
                  <c:v>25</c:v>
                </c:pt>
                <c:pt idx="28287">
                  <c:v>26.5</c:v>
                </c:pt>
                <c:pt idx="28288">
                  <c:v>26</c:v>
                </c:pt>
                <c:pt idx="28289">
                  <c:v>26</c:v>
                </c:pt>
                <c:pt idx="28290">
                  <c:v>27.5</c:v>
                </c:pt>
                <c:pt idx="28291">
                  <c:v>26.5</c:v>
                </c:pt>
                <c:pt idx="28292">
                  <c:v>27.5</c:v>
                </c:pt>
                <c:pt idx="28293">
                  <c:v>28.5</c:v>
                </c:pt>
                <c:pt idx="28294">
                  <c:v>30.5</c:v>
                </c:pt>
                <c:pt idx="28295">
                  <c:v>31</c:v>
                </c:pt>
                <c:pt idx="28296">
                  <c:v>27.5</c:v>
                </c:pt>
                <c:pt idx="28297">
                  <c:v>26</c:v>
                </c:pt>
                <c:pt idx="28298">
                  <c:v>23.5</c:v>
                </c:pt>
                <c:pt idx="28299">
                  <c:v>24</c:v>
                </c:pt>
                <c:pt idx="28300">
                  <c:v>25.5</c:v>
                </c:pt>
                <c:pt idx="28301">
                  <c:v>26</c:v>
                </c:pt>
                <c:pt idx="28302">
                  <c:v>19</c:v>
                </c:pt>
                <c:pt idx="28303">
                  <c:v>19</c:v>
                </c:pt>
                <c:pt idx="28304">
                  <c:v>20.5</c:v>
                </c:pt>
                <c:pt idx="28305">
                  <c:v>22</c:v>
                </c:pt>
                <c:pt idx="28306">
                  <c:v>23.5</c:v>
                </c:pt>
                <c:pt idx="28307">
                  <c:v>25.5</c:v>
                </c:pt>
                <c:pt idx="28308">
                  <c:v>26</c:v>
                </c:pt>
                <c:pt idx="28309">
                  <c:v>27.5</c:v>
                </c:pt>
                <c:pt idx="28310">
                  <c:v>28</c:v>
                </c:pt>
                <c:pt idx="28311">
                  <c:v>29</c:v>
                </c:pt>
                <c:pt idx="28312">
                  <c:v>29.5</c:v>
                </c:pt>
                <c:pt idx="28313">
                  <c:v>28.5</c:v>
                </c:pt>
                <c:pt idx="28314">
                  <c:v>29</c:v>
                </c:pt>
                <c:pt idx="28315">
                  <c:v>28.5</c:v>
                </c:pt>
                <c:pt idx="28316">
                  <c:v>29</c:v>
                </c:pt>
                <c:pt idx="28317">
                  <c:v>28</c:v>
                </c:pt>
                <c:pt idx="28318">
                  <c:v>29</c:v>
                </c:pt>
                <c:pt idx="28319">
                  <c:v>30</c:v>
                </c:pt>
                <c:pt idx="28320">
                  <c:v>30</c:v>
                </c:pt>
                <c:pt idx="28321">
                  <c:v>28</c:v>
                </c:pt>
                <c:pt idx="28322">
                  <c:v>25.5</c:v>
                </c:pt>
                <c:pt idx="28323">
                  <c:v>24</c:v>
                </c:pt>
                <c:pt idx="28324">
                  <c:v>25.5</c:v>
                </c:pt>
                <c:pt idx="28325">
                  <c:v>26</c:v>
                </c:pt>
                <c:pt idx="28326">
                  <c:v>26</c:v>
                </c:pt>
                <c:pt idx="28327">
                  <c:v>27.5</c:v>
                </c:pt>
                <c:pt idx="28328">
                  <c:v>28</c:v>
                </c:pt>
                <c:pt idx="28329">
                  <c:v>29.5</c:v>
                </c:pt>
                <c:pt idx="28330">
                  <c:v>29</c:v>
                </c:pt>
                <c:pt idx="28331">
                  <c:v>29.5</c:v>
                </c:pt>
                <c:pt idx="28332">
                  <c:v>30</c:v>
                </c:pt>
                <c:pt idx="28333">
                  <c:v>30.5</c:v>
                </c:pt>
                <c:pt idx="28334">
                  <c:v>29.5</c:v>
                </c:pt>
                <c:pt idx="28335">
                  <c:v>31</c:v>
                </c:pt>
                <c:pt idx="28336">
                  <c:v>31</c:v>
                </c:pt>
                <c:pt idx="28337">
                  <c:v>31.5</c:v>
                </c:pt>
                <c:pt idx="28338">
                  <c:v>28</c:v>
                </c:pt>
                <c:pt idx="28339">
                  <c:v>30</c:v>
                </c:pt>
                <c:pt idx="28340">
                  <c:v>32</c:v>
                </c:pt>
                <c:pt idx="28341">
                  <c:v>33</c:v>
                </c:pt>
                <c:pt idx="28342">
                  <c:v>31.5</c:v>
                </c:pt>
                <c:pt idx="28343">
                  <c:v>30</c:v>
                </c:pt>
                <c:pt idx="28344">
                  <c:v>30.5</c:v>
                </c:pt>
                <c:pt idx="28345">
                  <c:v>32</c:v>
                </c:pt>
                <c:pt idx="28346">
                  <c:v>31</c:v>
                </c:pt>
                <c:pt idx="28347">
                  <c:v>29.5</c:v>
                </c:pt>
                <c:pt idx="28348">
                  <c:v>29.5</c:v>
                </c:pt>
                <c:pt idx="28349">
                  <c:v>30.5</c:v>
                </c:pt>
                <c:pt idx="28350">
                  <c:v>32</c:v>
                </c:pt>
                <c:pt idx="28351">
                  <c:v>29</c:v>
                </c:pt>
                <c:pt idx="28352">
                  <c:v>26</c:v>
                </c:pt>
                <c:pt idx="28353">
                  <c:v>26</c:v>
                </c:pt>
                <c:pt idx="28354">
                  <c:v>28</c:v>
                </c:pt>
                <c:pt idx="28355">
                  <c:v>28</c:v>
                </c:pt>
                <c:pt idx="28356">
                  <c:v>29</c:v>
                </c:pt>
                <c:pt idx="28357">
                  <c:v>28.5</c:v>
                </c:pt>
                <c:pt idx="28358">
                  <c:v>28</c:v>
                </c:pt>
                <c:pt idx="28359">
                  <c:v>27.5</c:v>
                </c:pt>
                <c:pt idx="28360">
                  <c:v>25.5</c:v>
                </c:pt>
                <c:pt idx="28361">
                  <c:v>25</c:v>
                </c:pt>
                <c:pt idx="28362">
                  <c:v>24</c:v>
                </c:pt>
                <c:pt idx="28363">
                  <c:v>26</c:v>
                </c:pt>
                <c:pt idx="28364">
                  <c:v>26</c:v>
                </c:pt>
                <c:pt idx="28365">
                  <c:v>23</c:v>
                </c:pt>
                <c:pt idx="28366">
                  <c:v>25</c:v>
                </c:pt>
                <c:pt idx="28367">
                  <c:v>25</c:v>
                </c:pt>
                <c:pt idx="28368">
                  <c:v>22</c:v>
                </c:pt>
                <c:pt idx="28369">
                  <c:v>23.5</c:v>
                </c:pt>
                <c:pt idx="28370">
                  <c:v>24</c:v>
                </c:pt>
                <c:pt idx="28371">
                  <c:v>24</c:v>
                </c:pt>
                <c:pt idx="28372">
                  <c:v>23</c:v>
                </c:pt>
                <c:pt idx="28373">
                  <c:v>21.5</c:v>
                </c:pt>
                <c:pt idx="28374">
                  <c:v>22.5</c:v>
                </c:pt>
                <c:pt idx="28375">
                  <c:v>22.5</c:v>
                </c:pt>
                <c:pt idx="28376">
                  <c:v>19</c:v>
                </c:pt>
                <c:pt idx="28377">
                  <c:v>20</c:v>
                </c:pt>
                <c:pt idx="28378">
                  <c:v>19.5</c:v>
                </c:pt>
                <c:pt idx="28379">
                  <c:v>21.5</c:v>
                </c:pt>
                <c:pt idx="28380">
                  <c:v>21</c:v>
                </c:pt>
                <c:pt idx="28381">
                  <c:v>22.5</c:v>
                </c:pt>
                <c:pt idx="28382">
                  <c:v>24</c:v>
                </c:pt>
                <c:pt idx="28383">
                  <c:v>25</c:v>
                </c:pt>
                <c:pt idx="28384">
                  <c:v>25</c:v>
                </c:pt>
                <c:pt idx="28385">
                  <c:v>25.5</c:v>
                </c:pt>
                <c:pt idx="28386">
                  <c:v>24.5</c:v>
                </c:pt>
                <c:pt idx="28387">
                  <c:v>24</c:v>
                </c:pt>
                <c:pt idx="28388">
                  <c:v>24.5</c:v>
                </c:pt>
                <c:pt idx="28389">
                  <c:v>24</c:v>
                </c:pt>
                <c:pt idx="28390">
                  <c:v>24</c:v>
                </c:pt>
                <c:pt idx="28391">
                  <c:v>23</c:v>
                </c:pt>
                <c:pt idx="28392">
                  <c:v>20.5</c:v>
                </c:pt>
                <c:pt idx="28393">
                  <c:v>21.5</c:v>
                </c:pt>
                <c:pt idx="28394">
                  <c:v>22.5</c:v>
                </c:pt>
                <c:pt idx="28395">
                  <c:v>23</c:v>
                </c:pt>
                <c:pt idx="28396">
                  <c:v>22</c:v>
                </c:pt>
                <c:pt idx="28397">
                  <c:v>22</c:v>
                </c:pt>
                <c:pt idx="28398">
                  <c:v>25.5</c:v>
                </c:pt>
                <c:pt idx="28399">
                  <c:v>26</c:v>
                </c:pt>
                <c:pt idx="28400">
                  <c:v>25.5</c:v>
                </c:pt>
                <c:pt idx="28401">
                  <c:v>25.5</c:v>
                </c:pt>
                <c:pt idx="28402">
                  <c:v>25</c:v>
                </c:pt>
                <c:pt idx="28403">
                  <c:v>25</c:v>
                </c:pt>
                <c:pt idx="28404">
                  <c:v>24.5</c:v>
                </c:pt>
                <c:pt idx="28405">
                  <c:v>23.5</c:v>
                </c:pt>
                <c:pt idx="28406">
                  <c:v>22</c:v>
                </c:pt>
                <c:pt idx="28407">
                  <c:v>18.5</c:v>
                </c:pt>
                <c:pt idx="28408">
                  <c:v>17</c:v>
                </c:pt>
                <c:pt idx="28409">
                  <c:v>18</c:v>
                </c:pt>
                <c:pt idx="28410">
                  <c:v>19</c:v>
                </c:pt>
                <c:pt idx="28411">
                  <c:v>19</c:v>
                </c:pt>
                <c:pt idx="28412">
                  <c:v>17</c:v>
                </c:pt>
                <c:pt idx="28413">
                  <c:v>17.5</c:v>
                </c:pt>
                <c:pt idx="28414">
                  <c:v>15.5</c:v>
                </c:pt>
                <c:pt idx="28415">
                  <c:v>15</c:v>
                </c:pt>
                <c:pt idx="28416">
                  <c:v>17</c:v>
                </c:pt>
                <c:pt idx="28417">
                  <c:v>18.5</c:v>
                </c:pt>
                <c:pt idx="28418">
                  <c:v>19.5</c:v>
                </c:pt>
                <c:pt idx="28419">
                  <c:v>16.5</c:v>
                </c:pt>
                <c:pt idx="28420">
                  <c:v>16</c:v>
                </c:pt>
                <c:pt idx="28421">
                  <c:v>15.5</c:v>
                </c:pt>
                <c:pt idx="28422">
                  <c:v>16.5</c:v>
                </c:pt>
                <c:pt idx="28423">
                  <c:v>17</c:v>
                </c:pt>
                <c:pt idx="28424">
                  <c:v>17</c:v>
                </c:pt>
                <c:pt idx="28425">
                  <c:v>17</c:v>
                </c:pt>
                <c:pt idx="28426">
                  <c:v>14.5</c:v>
                </c:pt>
                <c:pt idx="28427">
                  <c:v>15</c:v>
                </c:pt>
                <c:pt idx="28428">
                  <c:v>13</c:v>
                </c:pt>
                <c:pt idx="28429">
                  <c:v>13</c:v>
                </c:pt>
                <c:pt idx="28430">
                  <c:v>12</c:v>
                </c:pt>
                <c:pt idx="28431">
                  <c:v>12</c:v>
                </c:pt>
                <c:pt idx="28432">
                  <c:v>13</c:v>
                </c:pt>
                <c:pt idx="28433">
                  <c:v>13</c:v>
                </c:pt>
                <c:pt idx="28434">
                  <c:v>12.5</c:v>
                </c:pt>
                <c:pt idx="28435">
                  <c:v>11</c:v>
                </c:pt>
                <c:pt idx="28436">
                  <c:v>10</c:v>
                </c:pt>
                <c:pt idx="28437">
                  <c:v>9.5</c:v>
                </c:pt>
                <c:pt idx="28438">
                  <c:v>10</c:v>
                </c:pt>
                <c:pt idx="28439">
                  <c:v>9</c:v>
                </c:pt>
                <c:pt idx="28440">
                  <c:v>11</c:v>
                </c:pt>
                <c:pt idx="28441">
                  <c:v>11</c:v>
                </c:pt>
                <c:pt idx="28442">
                  <c:v>10</c:v>
                </c:pt>
                <c:pt idx="28443">
                  <c:v>8</c:v>
                </c:pt>
                <c:pt idx="28444">
                  <c:v>8</c:v>
                </c:pt>
                <c:pt idx="28445">
                  <c:v>10</c:v>
                </c:pt>
                <c:pt idx="28446">
                  <c:v>11</c:v>
                </c:pt>
                <c:pt idx="28447">
                  <c:v>12.5</c:v>
                </c:pt>
                <c:pt idx="28448">
                  <c:v>14</c:v>
                </c:pt>
                <c:pt idx="28449">
                  <c:v>13.5</c:v>
                </c:pt>
                <c:pt idx="28450">
                  <c:v>10</c:v>
                </c:pt>
                <c:pt idx="28451">
                  <c:v>11</c:v>
                </c:pt>
                <c:pt idx="28452">
                  <c:v>12</c:v>
                </c:pt>
                <c:pt idx="28453">
                  <c:v>10</c:v>
                </c:pt>
                <c:pt idx="28454">
                  <c:v>11.5</c:v>
                </c:pt>
                <c:pt idx="28455">
                  <c:v>12</c:v>
                </c:pt>
                <c:pt idx="28456">
                  <c:v>13.5</c:v>
                </c:pt>
                <c:pt idx="28457">
                  <c:v>15</c:v>
                </c:pt>
                <c:pt idx="28458">
                  <c:v>14.5</c:v>
                </c:pt>
                <c:pt idx="28459">
                  <c:v>13</c:v>
                </c:pt>
                <c:pt idx="28460">
                  <c:v>13</c:v>
                </c:pt>
                <c:pt idx="28461">
                  <c:v>13</c:v>
                </c:pt>
                <c:pt idx="28462">
                  <c:v>12.5</c:v>
                </c:pt>
                <c:pt idx="28463">
                  <c:v>11</c:v>
                </c:pt>
                <c:pt idx="28464">
                  <c:v>5</c:v>
                </c:pt>
                <c:pt idx="28465">
                  <c:v>5</c:v>
                </c:pt>
                <c:pt idx="28466">
                  <c:v>5</c:v>
                </c:pt>
                <c:pt idx="28467">
                  <c:v>5</c:v>
                </c:pt>
                <c:pt idx="28468">
                  <c:v>3.5</c:v>
                </c:pt>
                <c:pt idx="28469">
                  <c:v>4</c:v>
                </c:pt>
                <c:pt idx="28470">
                  <c:v>4.5</c:v>
                </c:pt>
                <c:pt idx="28471">
                  <c:v>2</c:v>
                </c:pt>
                <c:pt idx="28472">
                  <c:v>2</c:v>
                </c:pt>
                <c:pt idx="28473">
                  <c:v>2.5</c:v>
                </c:pt>
                <c:pt idx="28474">
                  <c:v>3</c:v>
                </c:pt>
                <c:pt idx="28475">
                  <c:v>2</c:v>
                </c:pt>
                <c:pt idx="28476">
                  <c:v>2.5</c:v>
                </c:pt>
                <c:pt idx="28477">
                  <c:v>3.5</c:v>
                </c:pt>
                <c:pt idx="28478">
                  <c:v>2</c:v>
                </c:pt>
                <c:pt idx="28479">
                  <c:v>1.5</c:v>
                </c:pt>
                <c:pt idx="28480">
                  <c:v>1.5</c:v>
                </c:pt>
                <c:pt idx="28481">
                  <c:v>0.5</c:v>
                </c:pt>
                <c:pt idx="28482">
                  <c:v>1</c:v>
                </c:pt>
                <c:pt idx="28483">
                  <c:v>2</c:v>
                </c:pt>
                <c:pt idx="28484">
                  <c:v>2.5</c:v>
                </c:pt>
                <c:pt idx="28485">
                  <c:v>2</c:v>
                </c:pt>
                <c:pt idx="28486">
                  <c:v>2</c:v>
                </c:pt>
                <c:pt idx="28487">
                  <c:v>2.5</c:v>
                </c:pt>
                <c:pt idx="28488">
                  <c:v>2.5</c:v>
                </c:pt>
                <c:pt idx="28489">
                  <c:v>3</c:v>
                </c:pt>
                <c:pt idx="28490">
                  <c:v>2.5</c:v>
                </c:pt>
                <c:pt idx="28491">
                  <c:v>3</c:v>
                </c:pt>
                <c:pt idx="28492">
                  <c:v>3.5</c:v>
                </c:pt>
                <c:pt idx="28493">
                  <c:v>4.5</c:v>
                </c:pt>
                <c:pt idx="28494">
                  <c:v>4</c:v>
                </c:pt>
                <c:pt idx="28495">
                  <c:v>6</c:v>
                </c:pt>
                <c:pt idx="28496">
                  <c:v>5.5</c:v>
                </c:pt>
                <c:pt idx="28497">
                  <c:v>4.5</c:v>
                </c:pt>
                <c:pt idx="28498">
                  <c:v>4</c:v>
                </c:pt>
                <c:pt idx="28499">
                  <c:v>4</c:v>
                </c:pt>
                <c:pt idx="28500">
                  <c:v>4.5</c:v>
                </c:pt>
                <c:pt idx="28501">
                  <c:v>6</c:v>
                </c:pt>
                <c:pt idx="28502">
                  <c:v>6.5</c:v>
                </c:pt>
                <c:pt idx="28503">
                  <c:v>7</c:v>
                </c:pt>
                <c:pt idx="28504">
                  <c:v>7</c:v>
                </c:pt>
                <c:pt idx="28505">
                  <c:v>7</c:v>
                </c:pt>
                <c:pt idx="28506">
                  <c:v>7</c:v>
                </c:pt>
                <c:pt idx="28507">
                  <c:v>6</c:v>
                </c:pt>
                <c:pt idx="28508">
                  <c:v>5</c:v>
                </c:pt>
                <c:pt idx="28509">
                  <c:v>3</c:v>
                </c:pt>
                <c:pt idx="28510">
                  <c:v>3</c:v>
                </c:pt>
                <c:pt idx="28511">
                  <c:v>4.5</c:v>
                </c:pt>
                <c:pt idx="28512">
                  <c:v>4</c:v>
                </c:pt>
                <c:pt idx="28513">
                  <c:v>1.5</c:v>
                </c:pt>
                <c:pt idx="28514">
                  <c:v>0.5</c:v>
                </c:pt>
                <c:pt idx="28515">
                  <c:v>2</c:v>
                </c:pt>
                <c:pt idx="28516">
                  <c:v>3.5</c:v>
                </c:pt>
                <c:pt idx="28517">
                  <c:v>4</c:v>
                </c:pt>
                <c:pt idx="28518">
                  <c:v>4</c:v>
                </c:pt>
                <c:pt idx="28519">
                  <c:v>3.5</c:v>
                </c:pt>
                <c:pt idx="28520">
                  <c:v>4</c:v>
                </c:pt>
                <c:pt idx="28521">
                  <c:v>2.5</c:v>
                </c:pt>
                <c:pt idx="28522">
                  <c:v>2.5</c:v>
                </c:pt>
                <c:pt idx="28523">
                  <c:v>4</c:v>
                </c:pt>
                <c:pt idx="28524">
                  <c:v>6</c:v>
                </c:pt>
                <c:pt idx="28525">
                  <c:v>7.5</c:v>
                </c:pt>
                <c:pt idx="28526">
                  <c:v>9</c:v>
                </c:pt>
                <c:pt idx="28527">
                  <c:v>10.5</c:v>
                </c:pt>
                <c:pt idx="28528">
                  <c:v>10</c:v>
                </c:pt>
                <c:pt idx="28529">
                  <c:v>8.5</c:v>
                </c:pt>
                <c:pt idx="28530">
                  <c:v>8.5</c:v>
                </c:pt>
                <c:pt idx="28531">
                  <c:v>9.5</c:v>
                </c:pt>
                <c:pt idx="28532">
                  <c:v>10.5</c:v>
                </c:pt>
                <c:pt idx="28533">
                  <c:v>10.5</c:v>
                </c:pt>
                <c:pt idx="28534">
                  <c:v>7.5</c:v>
                </c:pt>
                <c:pt idx="28535">
                  <c:v>7</c:v>
                </c:pt>
                <c:pt idx="28536">
                  <c:v>7</c:v>
                </c:pt>
                <c:pt idx="28537">
                  <c:v>7.5</c:v>
                </c:pt>
                <c:pt idx="28538">
                  <c:v>7.5</c:v>
                </c:pt>
                <c:pt idx="28539">
                  <c:v>5</c:v>
                </c:pt>
                <c:pt idx="28540">
                  <c:v>6</c:v>
                </c:pt>
                <c:pt idx="28541">
                  <c:v>7.5</c:v>
                </c:pt>
                <c:pt idx="28542">
                  <c:v>8.5</c:v>
                </c:pt>
                <c:pt idx="28543">
                  <c:v>12</c:v>
                </c:pt>
                <c:pt idx="28544">
                  <c:v>13</c:v>
                </c:pt>
                <c:pt idx="28545">
                  <c:v>12</c:v>
                </c:pt>
                <c:pt idx="28546">
                  <c:v>13</c:v>
                </c:pt>
                <c:pt idx="28547">
                  <c:v>14</c:v>
                </c:pt>
                <c:pt idx="28548">
                  <c:v>12.5</c:v>
                </c:pt>
                <c:pt idx="28549">
                  <c:v>12</c:v>
                </c:pt>
                <c:pt idx="28550">
                  <c:v>12</c:v>
                </c:pt>
                <c:pt idx="28551">
                  <c:v>12.5</c:v>
                </c:pt>
                <c:pt idx="28552">
                  <c:v>13</c:v>
                </c:pt>
                <c:pt idx="28553">
                  <c:v>9.5</c:v>
                </c:pt>
                <c:pt idx="28554">
                  <c:v>4</c:v>
                </c:pt>
                <c:pt idx="28555">
                  <c:v>6</c:v>
                </c:pt>
                <c:pt idx="28556">
                  <c:v>5.5</c:v>
                </c:pt>
                <c:pt idx="28557">
                  <c:v>5.5</c:v>
                </c:pt>
                <c:pt idx="28558">
                  <c:v>7</c:v>
                </c:pt>
                <c:pt idx="28559">
                  <c:v>8.5</c:v>
                </c:pt>
                <c:pt idx="28560">
                  <c:v>10.5</c:v>
                </c:pt>
                <c:pt idx="28561">
                  <c:v>11.5</c:v>
                </c:pt>
                <c:pt idx="28562">
                  <c:v>13.5</c:v>
                </c:pt>
                <c:pt idx="28563">
                  <c:v>14.5</c:v>
                </c:pt>
                <c:pt idx="28564">
                  <c:v>12</c:v>
                </c:pt>
                <c:pt idx="28565">
                  <c:v>9.5</c:v>
                </c:pt>
                <c:pt idx="28566">
                  <c:v>7</c:v>
                </c:pt>
                <c:pt idx="28567">
                  <c:v>6.5</c:v>
                </c:pt>
                <c:pt idx="28568">
                  <c:v>8</c:v>
                </c:pt>
                <c:pt idx="28569">
                  <c:v>10</c:v>
                </c:pt>
                <c:pt idx="28570">
                  <c:v>11</c:v>
                </c:pt>
                <c:pt idx="28571">
                  <c:v>12.5</c:v>
                </c:pt>
                <c:pt idx="28572">
                  <c:v>11.5</c:v>
                </c:pt>
                <c:pt idx="28573">
                  <c:v>13</c:v>
                </c:pt>
                <c:pt idx="28574">
                  <c:v>13.5</c:v>
                </c:pt>
                <c:pt idx="28575">
                  <c:v>14</c:v>
                </c:pt>
                <c:pt idx="28576">
                  <c:v>15</c:v>
                </c:pt>
                <c:pt idx="28577">
                  <c:v>12.5</c:v>
                </c:pt>
                <c:pt idx="28578">
                  <c:v>7.5</c:v>
                </c:pt>
                <c:pt idx="28579">
                  <c:v>8</c:v>
                </c:pt>
                <c:pt idx="28580">
                  <c:v>8</c:v>
                </c:pt>
                <c:pt idx="28581">
                  <c:v>8.5</c:v>
                </c:pt>
                <c:pt idx="28582">
                  <c:v>8</c:v>
                </c:pt>
                <c:pt idx="28583">
                  <c:v>11</c:v>
                </c:pt>
                <c:pt idx="28584">
                  <c:v>12</c:v>
                </c:pt>
                <c:pt idx="28585">
                  <c:v>9.5</c:v>
                </c:pt>
                <c:pt idx="28586">
                  <c:v>11</c:v>
                </c:pt>
                <c:pt idx="28587">
                  <c:v>10.5</c:v>
                </c:pt>
                <c:pt idx="28588">
                  <c:v>10.5</c:v>
                </c:pt>
                <c:pt idx="28589">
                  <c:v>12</c:v>
                </c:pt>
                <c:pt idx="28590">
                  <c:v>14</c:v>
                </c:pt>
                <c:pt idx="28591">
                  <c:v>14.5</c:v>
                </c:pt>
                <c:pt idx="28592">
                  <c:v>16</c:v>
                </c:pt>
                <c:pt idx="28593">
                  <c:v>15.5</c:v>
                </c:pt>
                <c:pt idx="28594">
                  <c:v>17</c:v>
                </c:pt>
                <c:pt idx="28595">
                  <c:v>17</c:v>
                </c:pt>
                <c:pt idx="28596">
                  <c:v>14.5</c:v>
                </c:pt>
                <c:pt idx="28597">
                  <c:v>14</c:v>
                </c:pt>
                <c:pt idx="28598">
                  <c:v>15.5</c:v>
                </c:pt>
                <c:pt idx="28599">
                  <c:v>15.5</c:v>
                </c:pt>
                <c:pt idx="28600">
                  <c:v>16.5</c:v>
                </c:pt>
                <c:pt idx="28601">
                  <c:v>17</c:v>
                </c:pt>
                <c:pt idx="28602">
                  <c:v>15.5</c:v>
                </c:pt>
                <c:pt idx="28603">
                  <c:v>16</c:v>
                </c:pt>
                <c:pt idx="28604">
                  <c:v>15.5</c:v>
                </c:pt>
                <c:pt idx="28605">
                  <c:v>16</c:v>
                </c:pt>
                <c:pt idx="28606">
                  <c:v>17</c:v>
                </c:pt>
                <c:pt idx="28607">
                  <c:v>14.5</c:v>
                </c:pt>
                <c:pt idx="28608">
                  <c:v>16</c:v>
                </c:pt>
                <c:pt idx="28609">
                  <c:v>16.5</c:v>
                </c:pt>
                <c:pt idx="28610">
                  <c:v>18</c:v>
                </c:pt>
                <c:pt idx="28611">
                  <c:v>19.5</c:v>
                </c:pt>
                <c:pt idx="28612">
                  <c:v>19</c:v>
                </c:pt>
                <c:pt idx="28613">
                  <c:v>15.5</c:v>
                </c:pt>
                <c:pt idx="28614">
                  <c:v>16</c:v>
                </c:pt>
                <c:pt idx="28615">
                  <c:v>17</c:v>
                </c:pt>
                <c:pt idx="28616">
                  <c:v>18.5</c:v>
                </c:pt>
                <c:pt idx="28617">
                  <c:v>20.5</c:v>
                </c:pt>
                <c:pt idx="28618">
                  <c:v>18</c:v>
                </c:pt>
                <c:pt idx="28619">
                  <c:v>19.5</c:v>
                </c:pt>
                <c:pt idx="28620">
                  <c:v>19.5</c:v>
                </c:pt>
                <c:pt idx="28621">
                  <c:v>20.5</c:v>
                </c:pt>
                <c:pt idx="28622">
                  <c:v>23</c:v>
                </c:pt>
                <c:pt idx="28623">
                  <c:v>24</c:v>
                </c:pt>
                <c:pt idx="28624">
                  <c:v>25</c:v>
                </c:pt>
                <c:pt idx="28625">
                  <c:v>26</c:v>
                </c:pt>
                <c:pt idx="28626">
                  <c:v>24</c:v>
                </c:pt>
                <c:pt idx="28627">
                  <c:v>23.5</c:v>
                </c:pt>
                <c:pt idx="28628">
                  <c:v>23</c:v>
                </c:pt>
                <c:pt idx="28629">
                  <c:v>22</c:v>
                </c:pt>
                <c:pt idx="28630">
                  <c:v>20</c:v>
                </c:pt>
                <c:pt idx="28631">
                  <c:v>21</c:v>
                </c:pt>
                <c:pt idx="28632">
                  <c:v>23</c:v>
                </c:pt>
                <c:pt idx="28633">
                  <c:v>23</c:v>
                </c:pt>
                <c:pt idx="28634">
                  <c:v>21</c:v>
                </c:pt>
                <c:pt idx="28635">
                  <c:v>20.5</c:v>
                </c:pt>
                <c:pt idx="28636">
                  <c:v>21</c:v>
                </c:pt>
                <c:pt idx="28637">
                  <c:v>16.5</c:v>
                </c:pt>
                <c:pt idx="28638">
                  <c:v>19.5</c:v>
                </c:pt>
                <c:pt idx="28639">
                  <c:v>20</c:v>
                </c:pt>
                <c:pt idx="28640">
                  <c:v>20</c:v>
                </c:pt>
                <c:pt idx="28641">
                  <c:v>21</c:v>
                </c:pt>
                <c:pt idx="28642">
                  <c:v>23</c:v>
                </c:pt>
                <c:pt idx="28643">
                  <c:v>24</c:v>
                </c:pt>
                <c:pt idx="28644">
                  <c:v>23</c:v>
                </c:pt>
                <c:pt idx="28645">
                  <c:v>22.5</c:v>
                </c:pt>
                <c:pt idx="28646">
                  <c:v>22.5</c:v>
                </c:pt>
                <c:pt idx="28647">
                  <c:v>22</c:v>
                </c:pt>
                <c:pt idx="28648">
                  <c:v>23.5</c:v>
                </c:pt>
                <c:pt idx="28649">
                  <c:v>25</c:v>
                </c:pt>
                <c:pt idx="28650">
                  <c:v>27</c:v>
                </c:pt>
                <c:pt idx="28651">
                  <c:v>27</c:v>
                </c:pt>
                <c:pt idx="28652">
                  <c:v>26.5</c:v>
                </c:pt>
                <c:pt idx="28653">
                  <c:v>24</c:v>
                </c:pt>
                <c:pt idx="28654">
                  <c:v>24</c:v>
                </c:pt>
                <c:pt idx="28655">
                  <c:v>24.5</c:v>
                </c:pt>
                <c:pt idx="28656">
                  <c:v>26.5</c:v>
                </c:pt>
                <c:pt idx="28657">
                  <c:v>28.5</c:v>
                </c:pt>
                <c:pt idx="28658">
                  <c:v>28.5</c:v>
                </c:pt>
                <c:pt idx="28659">
                  <c:v>28</c:v>
                </c:pt>
                <c:pt idx="28660">
                  <c:v>24.5</c:v>
                </c:pt>
                <c:pt idx="28661">
                  <c:v>26.5</c:v>
                </c:pt>
                <c:pt idx="28662">
                  <c:v>28.5</c:v>
                </c:pt>
                <c:pt idx="28663">
                  <c:v>29.5</c:v>
                </c:pt>
                <c:pt idx="28664">
                  <c:v>30.5</c:v>
                </c:pt>
                <c:pt idx="28665">
                  <c:v>29</c:v>
                </c:pt>
                <c:pt idx="28666">
                  <c:v>28.5</c:v>
                </c:pt>
                <c:pt idx="28667">
                  <c:v>27.5</c:v>
                </c:pt>
                <c:pt idx="28668">
                  <c:v>24.5</c:v>
                </c:pt>
                <c:pt idx="28669">
                  <c:v>24</c:v>
                </c:pt>
                <c:pt idx="28670">
                  <c:v>27.5</c:v>
                </c:pt>
                <c:pt idx="28671">
                  <c:v>27.5</c:v>
                </c:pt>
                <c:pt idx="28672">
                  <c:v>27.5</c:v>
                </c:pt>
                <c:pt idx="28673">
                  <c:v>29.5</c:v>
                </c:pt>
                <c:pt idx="28674">
                  <c:v>30</c:v>
                </c:pt>
                <c:pt idx="28675">
                  <c:v>29.5</c:v>
                </c:pt>
                <c:pt idx="28676">
                  <c:v>26</c:v>
                </c:pt>
                <c:pt idx="28677">
                  <c:v>27.5</c:v>
                </c:pt>
                <c:pt idx="28678">
                  <c:v>28.5</c:v>
                </c:pt>
                <c:pt idx="28679">
                  <c:v>26</c:v>
                </c:pt>
                <c:pt idx="28680">
                  <c:v>27</c:v>
                </c:pt>
                <c:pt idx="28681">
                  <c:v>28</c:v>
                </c:pt>
                <c:pt idx="28682">
                  <c:v>28</c:v>
                </c:pt>
                <c:pt idx="28683">
                  <c:v>27.5</c:v>
                </c:pt>
                <c:pt idx="28684">
                  <c:v>29</c:v>
                </c:pt>
                <c:pt idx="28685">
                  <c:v>29</c:v>
                </c:pt>
                <c:pt idx="28686">
                  <c:v>28.5</c:v>
                </c:pt>
                <c:pt idx="28687">
                  <c:v>22.5</c:v>
                </c:pt>
                <c:pt idx="28688">
                  <c:v>26</c:v>
                </c:pt>
                <c:pt idx="28689">
                  <c:v>27</c:v>
                </c:pt>
                <c:pt idx="28690">
                  <c:v>29</c:v>
                </c:pt>
                <c:pt idx="28691">
                  <c:v>27.5</c:v>
                </c:pt>
                <c:pt idx="28692">
                  <c:v>27</c:v>
                </c:pt>
                <c:pt idx="28693">
                  <c:v>28</c:v>
                </c:pt>
                <c:pt idx="28694">
                  <c:v>27.5</c:v>
                </c:pt>
                <c:pt idx="28695">
                  <c:v>29</c:v>
                </c:pt>
                <c:pt idx="28696">
                  <c:v>30</c:v>
                </c:pt>
                <c:pt idx="28697">
                  <c:v>29.5</c:v>
                </c:pt>
                <c:pt idx="28698">
                  <c:v>30.5</c:v>
                </c:pt>
                <c:pt idx="28699">
                  <c:v>31</c:v>
                </c:pt>
                <c:pt idx="28700">
                  <c:v>31</c:v>
                </c:pt>
                <c:pt idx="28701">
                  <c:v>30.5</c:v>
                </c:pt>
                <c:pt idx="28702">
                  <c:v>31.5</c:v>
                </c:pt>
                <c:pt idx="28703">
                  <c:v>29</c:v>
                </c:pt>
                <c:pt idx="28704">
                  <c:v>29.5</c:v>
                </c:pt>
                <c:pt idx="28705">
                  <c:v>29.5</c:v>
                </c:pt>
                <c:pt idx="28706">
                  <c:v>28</c:v>
                </c:pt>
                <c:pt idx="28707">
                  <c:v>22</c:v>
                </c:pt>
                <c:pt idx="28708">
                  <c:v>26</c:v>
                </c:pt>
                <c:pt idx="28709">
                  <c:v>26.5</c:v>
                </c:pt>
                <c:pt idx="28710">
                  <c:v>27.5</c:v>
                </c:pt>
                <c:pt idx="28711">
                  <c:v>27</c:v>
                </c:pt>
                <c:pt idx="28712">
                  <c:v>29.5</c:v>
                </c:pt>
                <c:pt idx="28713">
                  <c:v>30</c:v>
                </c:pt>
                <c:pt idx="28714">
                  <c:v>28.5</c:v>
                </c:pt>
                <c:pt idx="28715">
                  <c:v>27</c:v>
                </c:pt>
                <c:pt idx="28716">
                  <c:v>26.5</c:v>
                </c:pt>
                <c:pt idx="28717">
                  <c:v>27</c:v>
                </c:pt>
                <c:pt idx="28718">
                  <c:v>28</c:v>
                </c:pt>
                <c:pt idx="28719">
                  <c:v>29</c:v>
                </c:pt>
                <c:pt idx="28720">
                  <c:v>27.5</c:v>
                </c:pt>
                <c:pt idx="28721">
                  <c:v>28</c:v>
                </c:pt>
                <c:pt idx="28722">
                  <c:v>26</c:v>
                </c:pt>
                <c:pt idx="28723">
                  <c:v>23</c:v>
                </c:pt>
                <c:pt idx="28724">
                  <c:v>22.5</c:v>
                </c:pt>
                <c:pt idx="28725">
                  <c:v>24</c:v>
                </c:pt>
                <c:pt idx="28726">
                  <c:v>23.5</c:v>
                </c:pt>
                <c:pt idx="28727">
                  <c:v>23</c:v>
                </c:pt>
                <c:pt idx="28728">
                  <c:v>24.5</c:v>
                </c:pt>
                <c:pt idx="28729">
                  <c:v>25</c:v>
                </c:pt>
                <c:pt idx="28730">
                  <c:v>27</c:v>
                </c:pt>
                <c:pt idx="28731">
                  <c:v>27</c:v>
                </c:pt>
                <c:pt idx="28732">
                  <c:v>26.5</c:v>
                </c:pt>
                <c:pt idx="28733">
                  <c:v>24.5</c:v>
                </c:pt>
                <c:pt idx="28734">
                  <c:v>25</c:v>
                </c:pt>
                <c:pt idx="28735">
                  <c:v>26.5</c:v>
                </c:pt>
                <c:pt idx="28736">
                  <c:v>26.5</c:v>
                </c:pt>
                <c:pt idx="28737">
                  <c:v>26</c:v>
                </c:pt>
                <c:pt idx="28738">
                  <c:v>25.5</c:v>
                </c:pt>
                <c:pt idx="28739">
                  <c:v>26</c:v>
                </c:pt>
                <c:pt idx="28740">
                  <c:v>26</c:v>
                </c:pt>
                <c:pt idx="28741">
                  <c:v>23.5</c:v>
                </c:pt>
                <c:pt idx="28742">
                  <c:v>22.5</c:v>
                </c:pt>
                <c:pt idx="28743">
                  <c:v>19.5</c:v>
                </c:pt>
                <c:pt idx="28744">
                  <c:v>20</c:v>
                </c:pt>
                <c:pt idx="28745">
                  <c:v>21</c:v>
                </c:pt>
                <c:pt idx="28746">
                  <c:v>20</c:v>
                </c:pt>
                <c:pt idx="28747">
                  <c:v>19</c:v>
                </c:pt>
                <c:pt idx="28748">
                  <c:v>19.5</c:v>
                </c:pt>
                <c:pt idx="28749">
                  <c:v>20.5</c:v>
                </c:pt>
                <c:pt idx="28750">
                  <c:v>22</c:v>
                </c:pt>
                <c:pt idx="28751">
                  <c:v>23</c:v>
                </c:pt>
                <c:pt idx="28752">
                  <c:v>23.5</c:v>
                </c:pt>
                <c:pt idx="28753">
                  <c:v>24</c:v>
                </c:pt>
                <c:pt idx="28754">
                  <c:v>24.5</c:v>
                </c:pt>
                <c:pt idx="28755">
                  <c:v>24.5</c:v>
                </c:pt>
                <c:pt idx="28756">
                  <c:v>24</c:v>
                </c:pt>
                <c:pt idx="28757">
                  <c:v>23.5</c:v>
                </c:pt>
                <c:pt idx="28758">
                  <c:v>23.5</c:v>
                </c:pt>
                <c:pt idx="28759">
                  <c:v>25</c:v>
                </c:pt>
                <c:pt idx="28760">
                  <c:v>25</c:v>
                </c:pt>
                <c:pt idx="28761">
                  <c:v>24</c:v>
                </c:pt>
                <c:pt idx="28762">
                  <c:v>16.5</c:v>
                </c:pt>
                <c:pt idx="28763">
                  <c:v>14</c:v>
                </c:pt>
                <c:pt idx="28764">
                  <c:v>15.5</c:v>
                </c:pt>
                <c:pt idx="28765">
                  <c:v>14.5</c:v>
                </c:pt>
                <c:pt idx="28766">
                  <c:v>18</c:v>
                </c:pt>
                <c:pt idx="28767">
                  <c:v>17</c:v>
                </c:pt>
                <c:pt idx="28768">
                  <c:v>16.5</c:v>
                </c:pt>
                <c:pt idx="28769">
                  <c:v>14.5</c:v>
                </c:pt>
                <c:pt idx="28770">
                  <c:v>16</c:v>
                </c:pt>
                <c:pt idx="28771">
                  <c:v>17</c:v>
                </c:pt>
                <c:pt idx="28772">
                  <c:v>18.5</c:v>
                </c:pt>
                <c:pt idx="28773">
                  <c:v>17</c:v>
                </c:pt>
                <c:pt idx="28774">
                  <c:v>16</c:v>
                </c:pt>
                <c:pt idx="28775">
                  <c:v>16</c:v>
                </c:pt>
                <c:pt idx="28776">
                  <c:v>16.5</c:v>
                </c:pt>
                <c:pt idx="28777">
                  <c:v>17.5</c:v>
                </c:pt>
                <c:pt idx="28778">
                  <c:v>13</c:v>
                </c:pt>
                <c:pt idx="28779">
                  <c:v>14</c:v>
                </c:pt>
                <c:pt idx="28780">
                  <c:v>15.5</c:v>
                </c:pt>
                <c:pt idx="28781">
                  <c:v>16.5</c:v>
                </c:pt>
                <c:pt idx="28782">
                  <c:v>15</c:v>
                </c:pt>
                <c:pt idx="28783">
                  <c:v>14</c:v>
                </c:pt>
                <c:pt idx="28784">
                  <c:v>16.5</c:v>
                </c:pt>
                <c:pt idx="28785">
                  <c:v>18</c:v>
                </c:pt>
                <c:pt idx="28786">
                  <c:v>17</c:v>
                </c:pt>
                <c:pt idx="28787">
                  <c:v>18</c:v>
                </c:pt>
                <c:pt idx="28788">
                  <c:v>18.5</c:v>
                </c:pt>
                <c:pt idx="28789">
                  <c:v>18</c:v>
                </c:pt>
                <c:pt idx="28790">
                  <c:v>16</c:v>
                </c:pt>
                <c:pt idx="28791">
                  <c:v>17.5</c:v>
                </c:pt>
                <c:pt idx="28792">
                  <c:v>16</c:v>
                </c:pt>
                <c:pt idx="28793">
                  <c:v>14</c:v>
                </c:pt>
                <c:pt idx="28794">
                  <c:v>13</c:v>
                </c:pt>
                <c:pt idx="28795">
                  <c:v>13.5</c:v>
                </c:pt>
                <c:pt idx="28796">
                  <c:v>15.5</c:v>
                </c:pt>
                <c:pt idx="28797">
                  <c:v>15.5</c:v>
                </c:pt>
                <c:pt idx="28798">
                  <c:v>14.5</c:v>
                </c:pt>
                <c:pt idx="28799">
                  <c:v>16</c:v>
                </c:pt>
                <c:pt idx="28800">
                  <c:v>14</c:v>
                </c:pt>
                <c:pt idx="28801">
                  <c:v>12</c:v>
                </c:pt>
                <c:pt idx="28802">
                  <c:v>12</c:v>
                </c:pt>
                <c:pt idx="28803">
                  <c:v>10.5</c:v>
                </c:pt>
                <c:pt idx="28804">
                  <c:v>11</c:v>
                </c:pt>
                <c:pt idx="28805">
                  <c:v>12</c:v>
                </c:pt>
                <c:pt idx="28806">
                  <c:v>11.5</c:v>
                </c:pt>
                <c:pt idx="28807">
                  <c:v>12.5</c:v>
                </c:pt>
                <c:pt idx="28808">
                  <c:v>11</c:v>
                </c:pt>
                <c:pt idx="28809">
                  <c:v>7.5</c:v>
                </c:pt>
                <c:pt idx="28810">
                  <c:v>5</c:v>
                </c:pt>
                <c:pt idx="28811">
                  <c:v>4.5</c:v>
                </c:pt>
                <c:pt idx="28812">
                  <c:v>6.5</c:v>
                </c:pt>
                <c:pt idx="28813">
                  <c:v>6</c:v>
                </c:pt>
                <c:pt idx="28814">
                  <c:v>6.5</c:v>
                </c:pt>
                <c:pt idx="28815">
                  <c:v>7</c:v>
                </c:pt>
                <c:pt idx="28816">
                  <c:v>7.5</c:v>
                </c:pt>
                <c:pt idx="28817">
                  <c:v>7.5</c:v>
                </c:pt>
                <c:pt idx="28818">
                  <c:v>8</c:v>
                </c:pt>
                <c:pt idx="28819">
                  <c:v>8.5</c:v>
                </c:pt>
                <c:pt idx="28820">
                  <c:v>7.5</c:v>
                </c:pt>
                <c:pt idx="28821">
                  <c:v>7</c:v>
                </c:pt>
                <c:pt idx="28822">
                  <c:v>6</c:v>
                </c:pt>
                <c:pt idx="28823">
                  <c:v>4</c:v>
                </c:pt>
                <c:pt idx="28824">
                  <c:v>4</c:v>
                </c:pt>
                <c:pt idx="28825">
                  <c:v>7.5</c:v>
                </c:pt>
                <c:pt idx="28826">
                  <c:v>9</c:v>
                </c:pt>
                <c:pt idx="28827">
                  <c:v>11.5</c:v>
                </c:pt>
                <c:pt idx="28828">
                  <c:v>11</c:v>
                </c:pt>
                <c:pt idx="28829">
                  <c:v>7.5</c:v>
                </c:pt>
                <c:pt idx="28830">
                  <c:v>7</c:v>
                </c:pt>
                <c:pt idx="28831">
                  <c:v>9.5</c:v>
                </c:pt>
                <c:pt idx="28832">
                  <c:v>9.5</c:v>
                </c:pt>
                <c:pt idx="28833">
                  <c:v>8</c:v>
                </c:pt>
                <c:pt idx="28834">
                  <c:v>5.5</c:v>
                </c:pt>
                <c:pt idx="28835">
                  <c:v>5</c:v>
                </c:pt>
                <c:pt idx="28836">
                  <c:v>5</c:v>
                </c:pt>
                <c:pt idx="28837">
                  <c:v>5</c:v>
                </c:pt>
                <c:pt idx="28838">
                  <c:v>3.5</c:v>
                </c:pt>
                <c:pt idx="28839">
                  <c:v>3.5</c:v>
                </c:pt>
                <c:pt idx="28840">
                  <c:v>3</c:v>
                </c:pt>
                <c:pt idx="28841">
                  <c:v>5</c:v>
                </c:pt>
                <c:pt idx="28842">
                  <c:v>5.5</c:v>
                </c:pt>
                <c:pt idx="28843">
                  <c:v>5.5</c:v>
                </c:pt>
                <c:pt idx="28844">
                  <c:v>4</c:v>
                </c:pt>
                <c:pt idx="28845">
                  <c:v>2.5</c:v>
                </c:pt>
                <c:pt idx="28846">
                  <c:v>3.5</c:v>
                </c:pt>
                <c:pt idx="28847">
                  <c:v>4.5</c:v>
                </c:pt>
                <c:pt idx="28848">
                  <c:v>2</c:v>
                </c:pt>
                <c:pt idx="28849">
                  <c:v>-1</c:v>
                </c:pt>
                <c:pt idx="28850">
                  <c:v>-1</c:v>
                </c:pt>
                <c:pt idx="28851">
                  <c:v>-1.5</c:v>
                </c:pt>
                <c:pt idx="28852">
                  <c:v>-2.5</c:v>
                </c:pt>
                <c:pt idx="28853">
                  <c:v>-2.5</c:v>
                </c:pt>
                <c:pt idx="28854">
                  <c:v>-1.5</c:v>
                </c:pt>
                <c:pt idx="28855">
                  <c:v>0.5</c:v>
                </c:pt>
                <c:pt idx="28856">
                  <c:v>1.5</c:v>
                </c:pt>
                <c:pt idx="28857">
                  <c:v>3.5</c:v>
                </c:pt>
                <c:pt idx="28858">
                  <c:v>4.5</c:v>
                </c:pt>
                <c:pt idx="28859">
                  <c:v>5.5</c:v>
                </c:pt>
                <c:pt idx="28860">
                  <c:v>5.5</c:v>
                </c:pt>
                <c:pt idx="28861">
                  <c:v>6</c:v>
                </c:pt>
                <c:pt idx="28862">
                  <c:v>6</c:v>
                </c:pt>
                <c:pt idx="28863">
                  <c:v>7</c:v>
                </c:pt>
                <c:pt idx="28864">
                  <c:v>8.5</c:v>
                </c:pt>
                <c:pt idx="28865">
                  <c:v>8</c:v>
                </c:pt>
                <c:pt idx="28866">
                  <c:v>9</c:v>
                </c:pt>
                <c:pt idx="28867">
                  <c:v>9</c:v>
                </c:pt>
                <c:pt idx="28868">
                  <c:v>10</c:v>
                </c:pt>
                <c:pt idx="28869">
                  <c:v>11</c:v>
                </c:pt>
                <c:pt idx="28870">
                  <c:v>10</c:v>
                </c:pt>
                <c:pt idx="28871">
                  <c:v>7.5</c:v>
                </c:pt>
                <c:pt idx="28872">
                  <c:v>5</c:v>
                </c:pt>
                <c:pt idx="28873">
                  <c:v>3.5</c:v>
                </c:pt>
                <c:pt idx="28874">
                  <c:v>4.5</c:v>
                </c:pt>
                <c:pt idx="28875">
                  <c:v>4</c:v>
                </c:pt>
                <c:pt idx="28876">
                  <c:v>3</c:v>
                </c:pt>
                <c:pt idx="28877">
                  <c:v>3</c:v>
                </c:pt>
                <c:pt idx="28878">
                  <c:v>4</c:v>
                </c:pt>
                <c:pt idx="28879">
                  <c:v>4</c:v>
                </c:pt>
                <c:pt idx="28880">
                  <c:v>3.5</c:v>
                </c:pt>
                <c:pt idx="28881">
                  <c:v>4</c:v>
                </c:pt>
                <c:pt idx="28882">
                  <c:v>6</c:v>
                </c:pt>
                <c:pt idx="28883">
                  <c:v>8</c:v>
                </c:pt>
                <c:pt idx="28884">
                  <c:v>9.5</c:v>
                </c:pt>
                <c:pt idx="28885">
                  <c:v>9.5</c:v>
                </c:pt>
                <c:pt idx="28886">
                  <c:v>10</c:v>
                </c:pt>
                <c:pt idx="28887">
                  <c:v>10.5</c:v>
                </c:pt>
                <c:pt idx="28888">
                  <c:v>9.5</c:v>
                </c:pt>
                <c:pt idx="28889">
                  <c:v>9</c:v>
                </c:pt>
                <c:pt idx="28890">
                  <c:v>9</c:v>
                </c:pt>
                <c:pt idx="28891">
                  <c:v>9.5</c:v>
                </c:pt>
                <c:pt idx="28892">
                  <c:v>11</c:v>
                </c:pt>
                <c:pt idx="28893">
                  <c:v>8</c:v>
                </c:pt>
                <c:pt idx="28894">
                  <c:v>6.5</c:v>
                </c:pt>
                <c:pt idx="28895">
                  <c:v>7</c:v>
                </c:pt>
                <c:pt idx="28896">
                  <c:v>9.5</c:v>
                </c:pt>
                <c:pt idx="28897">
                  <c:v>10</c:v>
                </c:pt>
                <c:pt idx="28898">
                  <c:v>10</c:v>
                </c:pt>
                <c:pt idx="28899">
                  <c:v>10.5</c:v>
                </c:pt>
                <c:pt idx="28900">
                  <c:v>10.5</c:v>
                </c:pt>
                <c:pt idx="28901">
                  <c:v>10.5</c:v>
                </c:pt>
                <c:pt idx="28902">
                  <c:v>8.5</c:v>
                </c:pt>
                <c:pt idx="28903">
                  <c:v>10</c:v>
                </c:pt>
                <c:pt idx="28904">
                  <c:v>11.5</c:v>
                </c:pt>
                <c:pt idx="28905">
                  <c:v>11</c:v>
                </c:pt>
                <c:pt idx="28906">
                  <c:v>9.5</c:v>
                </c:pt>
                <c:pt idx="28907">
                  <c:v>8.5</c:v>
                </c:pt>
                <c:pt idx="28908">
                  <c:v>9.5</c:v>
                </c:pt>
                <c:pt idx="28909">
                  <c:v>12</c:v>
                </c:pt>
                <c:pt idx="28910">
                  <c:v>11.5</c:v>
                </c:pt>
                <c:pt idx="28911">
                  <c:v>11.5</c:v>
                </c:pt>
                <c:pt idx="28912">
                  <c:v>13</c:v>
                </c:pt>
                <c:pt idx="28913">
                  <c:v>13.5</c:v>
                </c:pt>
                <c:pt idx="28914">
                  <c:v>14</c:v>
                </c:pt>
                <c:pt idx="28915">
                  <c:v>13.5</c:v>
                </c:pt>
                <c:pt idx="28916">
                  <c:v>14</c:v>
                </c:pt>
                <c:pt idx="28917">
                  <c:v>14</c:v>
                </c:pt>
                <c:pt idx="28918">
                  <c:v>13.5</c:v>
                </c:pt>
                <c:pt idx="28919">
                  <c:v>14.5</c:v>
                </c:pt>
                <c:pt idx="28920">
                  <c:v>12</c:v>
                </c:pt>
                <c:pt idx="28921">
                  <c:v>10.5</c:v>
                </c:pt>
                <c:pt idx="28922">
                  <c:v>10</c:v>
                </c:pt>
                <c:pt idx="28923">
                  <c:v>8</c:v>
                </c:pt>
                <c:pt idx="28924">
                  <c:v>7</c:v>
                </c:pt>
                <c:pt idx="28925">
                  <c:v>10.5</c:v>
                </c:pt>
                <c:pt idx="28926">
                  <c:v>12</c:v>
                </c:pt>
                <c:pt idx="28927">
                  <c:v>15</c:v>
                </c:pt>
                <c:pt idx="28928">
                  <c:v>16.5</c:v>
                </c:pt>
                <c:pt idx="28929">
                  <c:v>16.5</c:v>
                </c:pt>
                <c:pt idx="28930">
                  <c:v>15.5</c:v>
                </c:pt>
                <c:pt idx="28931">
                  <c:v>15.5</c:v>
                </c:pt>
                <c:pt idx="28932">
                  <c:v>15</c:v>
                </c:pt>
                <c:pt idx="28933">
                  <c:v>12</c:v>
                </c:pt>
                <c:pt idx="28934">
                  <c:v>12</c:v>
                </c:pt>
                <c:pt idx="28935">
                  <c:v>13</c:v>
                </c:pt>
                <c:pt idx="28936">
                  <c:v>13.5</c:v>
                </c:pt>
                <c:pt idx="28937">
                  <c:v>16</c:v>
                </c:pt>
                <c:pt idx="28938">
                  <c:v>17</c:v>
                </c:pt>
                <c:pt idx="28939">
                  <c:v>17</c:v>
                </c:pt>
                <c:pt idx="28940">
                  <c:v>16.5</c:v>
                </c:pt>
                <c:pt idx="28941">
                  <c:v>15</c:v>
                </c:pt>
                <c:pt idx="28942">
                  <c:v>15</c:v>
                </c:pt>
                <c:pt idx="28943">
                  <c:v>15.5</c:v>
                </c:pt>
                <c:pt idx="28944">
                  <c:v>17</c:v>
                </c:pt>
                <c:pt idx="28945">
                  <c:v>15.5</c:v>
                </c:pt>
                <c:pt idx="28946">
                  <c:v>15.5</c:v>
                </c:pt>
                <c:pt idx="28947">
                  <c:v>14.5</c:v>
                </c:pt>
                <c:pt idx="28948">
                  <c:v>16</c:v>
                </c:pt>
                <c:pt idx="28949">
                  <c:v>15.5</c:v>
                </c:pt>
                <c:pt idx="28950">
                  <c:v>17</c:v>
                </c:pt>
                <c:pt idx="28951">
                  <c:v>15.5</c:v>
                </c:pt>
                <c:pt idx="28952">
                  <c:v>17.5</c:v>
                </c:pt>
                <c:pt idx="28953">
                  <c:v>17</c:v>
                </c:pt>
                <c:pt idx="28954">
                  <c:v>16.5</c:v>
                </c:pt>
                <c:pt idx="28955">
                  <c:v>14</c:v>
                </c:pt>
                <c:pt idx="28956">
                  <c:v>16</c:v>
                </c:pt>
                <c:pt idx="28957">
                  <c:v>16.5</c:v>
                </c:pt>
                <c:pt idx="28958">
                  <c:v>15.5</c:v>
                </c:pt>
                <c:pt idx="28959">
                  <c:v>16.5</c:v>
                </c:pt>
                <c:pt idx="28960">
                  <c:v>11</c:v>
                </c:pt>
                <c:pt idx="28961">
                  <c:v>13</c:v>
                </c:pt>
                <c:pt idx="28962">
                  <c:v>15.5</c:v>
                </c:pt>
                <c:pt idx="28963">
                  <c:v>18</c:v>
                </c:pt>
                <c:pt idx="28964">
                  <c:v>18.5</c:v>
                </c:pt>
                <c:pt idx="28965">
                  <c:v>18</c:v>
                </c:pt>
                <c:pt idx="28966">
                  <c:v>16.5</c:v>
                </c:pt>
                <c:pt idx="28967">
                  <c:v>17.5</c:v>
                </c:pt>
                <c:pt idx="28968">
                  <c:v>17.5</c:v>
                </c:pt>
                <c:pt idx="28969">
                  <c:v>18</c:v>
                </c:pt>
                <c:pt idx="28970">
                  <c:v>17.5</c:v>
                </c:pt>
                <c:pt idx="28971">
                  <c:v>16.5</c:v>
                </c:pt>
                <c:pt idx="28972">
                  <c:v>18.5</c:v>
                </c:pt>
                <c:pt idx="28973">
                  <c:v>16.5</c:v>
                </c:pt>
                <c:pt idx="28974">
                  <c:v>15.5</c:v>
                </c:pt>
                <c:pt idx="28975">
                  <c:v>16</c:v>
                </c:pt>
                <c:pt idx="28976">
                  <c:v>15.5</c:v>
                </c:pt>
                <c:pt idx="28977">
                  <c:v>16</c:v>
                </c:pt>
                <c:pt idx="28978">
                  <c:v>17.5</c:v>
                </c:pt>
                <c:pt idx="28979">
                  <c:v>19</c:v>
                </c:pt>
                <c:pt idx="28980">
                  <c:v>20.5</c:v>
                </c:pt>
                <c:pt idx="28981">
                  <c:v>22</c:v>
                </c:pt>
                <c:pt idx="28982">
                  <c:v>21.5</c:v>
                </c:pt>
                <c:pt idx="28983">
                  <c:v>21.5</c:v>
                </c:pt>
                <c:pt idx="28984">
                  <c:v>21.5</c:v>
                </c:pt>
                <c:pt idx="28985">
                  <c:v>19</c:v>
                </c:pt>
                <c:pt idx="28986">
                  <c:v>20.5</c:v>
                </c:pt>
                <c:pt idx="28987">
                  <c:v>22</c:v>
                </c:pt>
                <c:pt idx="28988">
                  <c:v>23</c:v>
                </c:pt>
                <c:pt idx="28989">
                  <c:v>22.5</c:v>
                </c:pt>
                <c:pt idx="28990">
                  <c:v>21.5</c:v>
                </c:pt>
                <c:pt idx="28991">
                  <c:v>20.5</c:v>
                </c:pt>
                <c:pt idx="28992">
                  <c:v>21</c:v>
                </c:pt>
                <c:pt idx="28993">
                  <c:v>22.5</c:v>
                </c:pt>
                <c:pt idx="28994">
                  <c:v>23.5</c:v>
                </c:pt>
                <c:pt idx="28995">
                  <c:v>25</c:v>
                </c:pt>
                <c:pt idx="28996">
                  <c:v>25</c:v>
                </c:pt>
                <c:pt idx="28997">
                  <c:v>27</c:v>
                </c:pt>
                <c:pt idx="28998">
                  <c:v>26.5</c:v>
                </c:pt>
                <c:pt idx="28999">
                  <c:v>25.5</c:v>
                </c:pt>
                <c:pt idx="29000">
                  <c:v>20.5</c:v>
                </c:pt>
                <c:pt idx="29001">
                  <c:v>21.5</c:v>
                </c:pt>
                <c:pt idx="29002">
                  <c:v>21</c:v>
                </c:pt>
                <c:pt idx="29003">
                  <c:v>22</c:v>
                </c:pt>
                <c:pt idx="29004">
                  <c:v>22.5</c:v>
                </c:pt>
                <c:pt idx="29005">
                  <c:v>25</c:v>
                </c:pt>
                <c:pt idx="29006">
                  <c:v>23</c:v>
                </c:pt>
                <c:pt idx="29007">
                  <c:v>22.5</c:v>
                </c:pt>
                <c:pt idx="29008">
                  <c:v>22.5</c:v>
                </c:pt>
                <c:pt idx="29009">
                  <c:v>21.5</c:v>
                </c:pt>
                <c:pt idx="29010">
                  <c:v>22.5</c:v>
                </c:pt>
                <c:pt idx="29011">
                  <c:v>23.5</c:v>
                </c:pt>
                <c:pt idx="29012">
                  <c:v>23.5</c:v>
                </c:pt>
                <c:pt idx="29013">
                  <c:v>25</c:v>
                </c:pt>
                <c:pt idx="29014">
                  <c:v>25.5</c:v>
                </c:pt>
                <c:pt idx="29015">
                  <c:v>25</c:v>
                </c:pt>
                <c:pt idx="29016">
                  <c:v>24</c:v>
                </c:pt>
                <c:pt idx="29017">
                  <c:v>26</c:v>
                </c:pt>
                <c:pt idx="29018">
                  <c:v>25.5</c:v>
                </c:pt>
                <c:pt idx="29019">
                  <c:v>24.5</c:v>
                </c:pt>
                <c:pt idx="29020">
                  <c:v>24</c:v>
                </c:pt>
                <c:pt idx="29021">
                  <c:v>25</c:v>
                </c:pt>
                <c:pt idx="29022">
                  <c:v>22.5</c:v>
                </c:pt>
                <c:pt idx="29023">
                  <c:v>23</c:v>
                </c:pt>
                <c:pt idx="29024">
                  <c:v>23.5</c:v>
                </c:pt>
                <c:pt idx="29025">
                  <c:v>26.5</c:v>
                </c:pt>
                <c:pt idx="29026">
                  <c:v>26.5</c:v>
                </c:pt>
                <c:pt idx="29027">
                  <c:v>25.5</c:v>
                </c:pt>
                <c:pt idx="29028">
                  <c:v>25</c:v>
                </c:pt>
                <c:pt idx="29029">
                  <c:v>26</c:v>
                </c:pt>
                <c:pt idx="29030">
                  <c:v>23.5</c:v>
                </c:pt>
                <c:pt idx="29031">
                  <c:v>23</c:v>
                </c:pt>
                <c:pt idx="29032">
                  <c:v>20.5</c:v>
                </c:pt>
                <c:pt idx="29033">
                  <c:v>22.5</c:v>
                </c:pt>
                <c:pt idx="29034">
                  <c:v>24.5</c:v>
                </c:pt>
                <c:pt idx="29035">
                  <c:v>25.5</c:v>
                </c:pt>
                <c:pt idx="29036">
                  <c:v>26.5</c:v>
                </c:pt>
                <c:pt idx="29037">
                  <c:v>27.5</c:v>
                </c:pt>
                <c:pt idx="29038">
                  <c:v>28.5</c:v>
                </c:pt>
                <c:pt idx="29039">
                  <c:v>29.5</c:v>
                </c:pt>
                <c:pt idx="29040">
                  <c:v>29.5</c:v>
                </c:pt>
                <c:pt idx="29041">
                  <c:v>30.5</c:v>
                </c:pt>
                <c:pt idx="29042">
                  <c:v>31</c:v>
                </c:pt>
                <c:pt idx="29043">
                  <c:v>28.5</c:v>
                </c:pt>
                <c:pt idx="29044">
                  <c:v>29</c:v>
                </c:pt>
                <c:pt idx="29045">
                  <c:v>31.5</c:v>
                </c:pt>
                <c:pt idx="29046">
                  <c:v>30.5</c:v>
                </c:pt>
                <c:pt idx="29047">
                  <c:v>29.5</c:v>
                </c:pt>
                <c:pt idx="29048">
                  <c:v>27</c:v>
                </c:pt>
                <c:pt idx="29049">
                  <c:v>27</c:v>
                </c:pt>
                <c:pt idx="29050">
                  <c:v>26.5</c:v>
                </c:pt>
                <c:pt idx="29051">
                  <c:v>27</c:v>
                </c:pt>
                <c:pt idx="29052">
                  <c:v>28.5</c:v>
                </c:pt>
                <c:pt idx="29053">
                  <c:v>28.5</c:v>
                </c:pt>
                <c:pt idx="29054">
                  <c:v>28.5</c:v>
                </c:pt>
                <c:pt idx="29055">
                  <c:v>29.5</c:v>
                </c:pt>
                <c:pt idx="29056">
                  <c:v>30.5</c:v>
                </c:pt>
                <c:pt idx="29057">
                  <c:v>31</c:v>
                </c:pt>
                <c:pt idx="29058">
                  <c:v>31.5</c:v>
                </c:pt>
                <c:pt idx="29059">
                  <c:v>28</c:v>
                </c:pt>
                <c:pt idx="29060">
                  <c:v>26.5</c:v>
                </c:pt>
                <c:pt idx="29061">
                  <c:v>26</c:v>
                </c:pt>
                <c:pt idx="29062">
                  <c:v>27.5</c:v>
                </c:pt>
                <c:pt idx="29063">
                  <c:v>29</c:v>
                </c:pt>
                <c:pt idx="29064">
                  <c:v>29.5</c:v>
                </c:pt>
                <c:pt idx="29065">
                  <c:v>29</c:v>
                </c:pt>
                <c:pt idx="29066">
                  <c:v>28.5</c:v>
                </c:pt>
                <c:pt idx="29067">
                  <c:v>31.5</c:v>
                </c:pt>
                <c:pt idx="29068">
                  <c:v>33.5</c:v>
                </c:pt>
                <c:pt idx="29069">
                  <c:v>34</c:v>
                </c:pt>
                <c:pt idx="29070">
                  <c:v>33</c:v>
                </c:pt>
                <c:pt idx="29071">
                  <c:v>34.5</c:v>
                </c:pt>
                <c:pt idx="29072">
                  <c:v>36</c:v>
                </c:pt>
                <c:pt idx="29073">
                  <c:v>32</c:v>
                </c:pt>
                <c:pt idx="29074">
                  <c:v>30</c:v>
                </c:pt>
                <c:pt idx="29075">
                  <c:v>30.5</c:v>
                </c:pt>
                <c:pt idx="29076">
                  <c:v>32.5</c:v>
                </c:pt>
                <c:pt idx="29077">
                  <c:v>34</c:v>
                </c:pt>
                <c:pt idx="29078">
                  <c:v>33.5</c:v>
                </c:pt>
                <c:pt idx="29079">
                  <c:v>31</c:v>
                </c:pt>
                <c:pt idx="29080">
                  <c:v>26</c:v>
                </c:pt>
                <c:pt idx="29081">
                  <c:v>25.5</c:v>
                </c:pt>
                <c:pt idx="29082">
                  <c:v>28</c:v>
                </c:pt>
                <c:pt idx="29083">
                  <c:v>29.5</c:v>
                </c:pt>
                <c:pt idx="29084">
                  <c:v>29.5</c:v>
                </c:pt>
                <c:pt idx="29085">
                  <c:v>29.5</c:v>
                </c:pt>
                <c:pt idx="29086">
                  <c:v>29</c:v>
                </c:pt>
                <c:pt idx="29087">
                  <c:v>29</c:v>
                </c:pt>
                <c:pt idx="29088">
                  <c:v>29</c:v>
                </c:pt>
                <c:pt idx="29089">
                  <c:v>29.5</c:v>
                </c:pt>
                <c:pt idx="29090">
                  <c:v>30</c:v>
                </c:pt>
                <c:pt idx="29091">
                  <c:v>23.5</c:v>
                </c:pt>
                <c:pt idx="29092">
                  <c:v>23.5</c:v>
                </c:pt>
                <c:pt idx="29093">
                  <c:v>24</c:v>
                </c:pt>
                <c:pt idx="29094">
                  <c:v>26.5</c:v>
                </c:pt>
                <c:pt idx="29095">
                  <c:v>27.5</c:v>
                </c:pt>
                <c:pt idx="29096">
                  <c:v>23.5</c:v>
                </c:pt>
                <c:pt idx="29097">
                  <c:v>21.5</c:v>
                </c:pt>
                <c:pt idx="29098">
                  <c:v>20</c:v>
                </c:pt>
                <c:pt idx="29099">
                  <c:v>21</c:v>
                </c:pt>
                <c:pt idx="29100">
                  <c:v>20</c:v>
                </c:pt>
                <c:pt idx="29101">
                  <c:v>15.5</c:v>
                </c:pt>
                <c:pt idx="29102">
                  <c:v>18</c:v>
                </c:pt>
                <c:pt idx="29103">
                  <c:v>18</c:v>
                </c:pt>
                <c:pt idx="29104">
                  <c:v>19</c:v>
                </c:pt>
                <c:pt idx="29105">
                  <c:v>20</c:v>
                </c:pt>
                <c:pt idx="29106">
                  <c:v>21</c:v>
                </c:pt>
                <c:pt idx="29107">
                  <c:v>20</c:v>
                </c:pt>
                <c:pt idx="29108">
                  <c:v>20</c:v>
                </c:pt>
                <c:pt idx="29109">
                  <c:v>21</c:v>
                </c:pt>
                <c:pt idx="29110">
                  <c:v>23</c:v>
                </c:pt>
                <c:pt idx="29111">
                  <c:v>21.5</c:v>
                </c:pt>
                <c:pt idx="29112">
                  <c:v>21</c:v>
                </c:pt>
                <c:pt idx="29113">
                  <c:v>21</c:v>
                </c:pt>
                <c:pt idx="29114">
                  <c:v>18.5</c:v>
                </c:pt>
                <c:pt idx="29115">
                  <c:v>17</c:v>
                </c:pt>
                <c:pt idx="29116">
                  <c:v>16.5</c:v>
                </c:pt>
                <c:pt idx="29117">
                  <c:v>16.5</c:v>
                </c:pt>
                <c:pt idx="29118">
                  <c:v>17</c:v>
                </c:pt>
                <c:pt idx="29119">
                  <c:v>18</c:v>
                </c:pt>
                <c:pt idx="29120">
                  <c:v>19</c:v>
                </c:pt>
                <c:pt idx="29121">
                  <c:v>20</c:v>
                </c:pt>
                <c:pt idx="29122">
                  <c:v>21.5</c:v>
                </c:pt>
                <c:pt idx="29123">
                  <c:v>22</c:v>
                </c:pt>
                <c:pt idx="29124">
                  <c:v>21</c:v>
                </c:pt>
                <c:pt idx="29125">
                  <c:v>21.5</c:v>
                </c:pt>
                <c:pt idx="29126">
                  <c:v>21.5</c:v>
                </c:pt>
                <c:pt idx="29127">
                  <c:v>21.5</c:v>
                </c:pt>
                <c:pt idx="29128">
                  <c:v>23</c:v>
                </c:pt>
                <c:pt idx="29129">
                  <c:v>24</c:v>
                </c:pt>
                <c:pt idx="29130">
                  <c:v>24</c:v>
                </c:pt>
                <c:pt idx="29131">
                  <c:v>24.5</c:v>
                </c:pt>
                <c:pt idx="29132">
                  <c:v>24.5</c:v>
                </c:pt>
                <c:pt idx="29133">
                  <c:v>25.5</c:v>
                </c:pt>
                <c:pt idx="29134">
                  <c:v>24.5</c:v>
                </c:pt>
                <c:pt idx="29135">
                  <c:v>25</c:v>
                </c:pt>
                <c:pt idx="29136">
                  <c:v>25</c:v>
                </c:pt>
                <c:pt idx="29137">
                  <c:v>21.5</c:v>
                </c:pt>
                <c:pt idx="29138">
                  <c:v>20</c:v>
                </c:pt>
                <c:pt idx="29139">
                  <c:v>18.5</c:v>
                </c:pt>
                <c:pt idx="29140">
                  <c:v>20</c:v>
                </c:pt>
                <c:pt idx="29141">
                  <c:v>20</c:v>
                </c:pt>
                <c:pt idx="29142">
                  <c:v>22</c:v>
                </c:pt>
                <c:pt idx="29143">
                  <c:v>21.5</c:v>
                </c:pt>
                <c:pt idx="29144">
                  <c:v>21.5</c:v>
                </c:pt>
                <c:pt idx="29145">
                  <c:v>21.5</c:v>
                </c:pt>
                <c:pt idx="29146">
                  <c:v>22</c:v>
                </c:pt>
                <c:pt idx="29147">
                  <c:v>19.5</c:v>
                </c:pt>
                <c:pt idx="29148">
                  <c:v>17.5</c:v>
                </c:pt>
                <c:pt idx="29149">
                  <c:v>16</c:v>
                </c:pt>
                <c:pt idx="29150">
                  <c:v>15</c:v>
                </c:pt>
                <c:pt idx="29151">
                  <c:v>14</c:v>
                </c:pt>
                <c:pt idx="29152">
                  <c:v>17</c:v>
                </c:pt>
                <c:pt idx="29153">
                  <c:v>17.5</c:v>
                </c:pt>
                <c:pt idx="29154">
                  <c:v>16.5</c:v>
                </c:pt>
                <c:pt idx="29155">
                  <c:v>14.5</c:v>
                </c:pt>
                <c:pt idx="29156">
                  <c:v>15.5</c:v>
                </c:pt>
                <c:pt idx="29157">
                  <c:v>14</c:v>
                </c:pt>
                <c:pt idx="29158">
                  <c:v>14.5</c:v>
                </c:pt>
                <c:pt idx="29159">
                  <c:v>13</c:v>
                </c:pt>
                <c:pt idx="29160">
                  <c:v>12.5</c:v>
                </c:pt>
                <c:pt idx="29161">
                  <c:v>11.5</c:v>
                </c:pt>
                <c:pt idx="29162">
                  <c:v>12.5</c:v>
                </c:pt>
                <c:pt idx="29163">
                  <c:v>12.5</c:v>
                </c:pt>
                <c:pt idx="29164">
                  <c:v>13</c:v>
                </c:pt>
                <c:pt idx="29165">
                  <c:v>13.5</c:v>
                </c:pt>
                <c:pt idx="29166">
                  <c:v>9</c:v>
                </c:pt>
                <c:pt idx="29167">
                  <c:v>7.5</c:v>
                </c:pt>
                <c:pt idx="29168">
                  <c:v>9</c:v>
                </c:pt>
                <c:pt idx="29169">
                  <c:v>11</c:v>
                </c:pt>
                <c:pt idx="29170">
                  <c:v>13</c:v>
                </c:pt>
                <c:pt idx="29171">
                  <c:v>13.5</c:v>
                </c:pt>
                <c:pt idx="29172">
                  <c:v>16</c:v>
                </c:pt>
                <c:pt idx="29173">
                  <c:v>12.5</c:v>
                </c:pt>
                <c:pt idx="29174">
                  <c:v>9.5</c:v>
                </c:pt>
                <c:pt idx="29175">
                  <c:v>10</c:v>
                </c:pt>
                <c:pt idx="29176">
                  <c:v>11</c:v>
                </c:pt>
                <c:pt idx="29177">
                  <c:v>11</c:v>
                </c:pt>
                <c:pt idx="29178">
                  <c:v>11.5</c:v>
                </c:pt>
                <c:pt idx="29179">
                  <c:v>12</c:v>
                </c:pt>
                <c:pt idx="29180">
                  <c:v>12</c:v>
                </c:pt>
                <c:pt idx="29181">
                  <c:v>12.5</c:v>
                </c:pt>
                <c:pt idx="29182">
                  <c:v>13</c:v>
                </c:pt>
                <c:pt idx="29183">
                  <c:v>14</c:v>
                </c:pt>
                <c:pt idx="29184">
                  <c:v>13.5</c:v>
                </c:pt>
                <c:pt idx="29185">
                  <c:v>14</c:v>
                </c:pt>
                <c:pt idx="29186">
                  <c:v>13</c:v>
                </c:pt>
                <c:pt idx="29187">
                  <c:v>13</c:v>
                </c:pt>
                <c:pt idx="29188">
                  <c:v>11.5</c:v>
                </c:pt>
                <c:pt idx="29189">
                  <c:v>7</c:v>
                </c:pt>
                <c:pt idx="29190">
                  <c:v>6.5</c:v>
                </c:pt>
                <c:pt idx="29191">
                  <c:v>8</c:v>
                </c:pt>
                <c:pt idx="29192">
                  <c:v>10.5</c:v>
                </c:pt>
                <c:pt idx="29193">
                  <c:v>10.5</c:v>
                </c:pt>
                <c:pt idx="29194">
                  <c:v>8</c:v>
                </c:pt>
                <c:pt idx="29195">
                  <c:v>7</c:v>
                </c:pt>
                <c:pt idx="29196">
                  <c:v>7</c:v>
                </c:pt>
                <c:pt idx="29197">
                  <c:v>9.5</c:v>
                </c:pt>
                <c:pt idx="29198">
                  <c:v>9.5</c:v>
                </c:pt>
                <c:pt idx="29199">
                  <c:v>6</c:v>
                </c:pt>
                <c:pt idx="29200">
                  <c:v>6.5</c:v>
                </c:pt>
                <c:pt idx="29201">
                  <c:v>7.5</c:v>
                </c:pt>
                <c:pt idx="29202">
                  <c:v>10</c:v>
                </c:pt>
                <c:pt idx="29203">
                  <c:v>11</c:v>
                </c:pt>
                <c:pt idx="29204">
                  <c:v>11</c:v>
                </c:pt>
                <c:pt idx="29205">
                  <c:v>10.5</c:v>
                </c:pt>
                <c:pt idx="29206">
                  <c:v>9.5</c:v>
                </c:pt>
                <c:pt idx="29207">
                  <c:v>9</c:v>
                </c:pt>
                <c:pt idx="29208">
                  <c:v>8.5</c:v>
                </c:pt>
                <c:pt idx="29209">
                  <c:v>8</c:v>
                </c:pt>
                <c:pt idx="29210">
                  <c:v>7.5</c:v>
                </c:pt>
                <c:pt idx="29211">
                  <c:v>7.5</c:v>
                </c:pt>
                <c:pt idx="29212">
                  <c:v>7.5</c:v>
                </c:pt>
                <c:pt idx="29213">
                  <c:v>6.5</c:v>
                </c:pt>
                <c:pt idx="29214">
                  <c:v>5</c:v>
                </c:pt>
                <c:pt idx="29215">
                  <c:v>5.5</c:v>
                </c:pt>
                <c:pt idx="29216">
                  <c:v>5</c:v>
                </c:pt>
                <c:pt idx="29217">
                  <c:v>4.5</c:v>
                </c:pt>
                <c:pt idx="29218">
                  <c:v>3.5</c:v>
                </c:pt>
                <c:pt idx="29219">
                  <c:v>2.5</c:v>
                </c:pt>
                <c:pt idx="29220">
                  <c:v>3.5</c:v>
                </c:pt>
                <c:pt idx="29221">
                  <c:v>3</c:v>
                </c:pt>
                <c:pt idx="29222">
                  <c:v>3</c:v>
                </c:pt>
                <c:pt idx="29223">
                  <c:v>4</c:v>
                </c:pt>
                <c:pt idx="29224">
                  <c:v>4.5</c:v>
                </c:pt>
                <c:pt idx="29225">
                  <c:v>4</c:v>
                </c:pt>
                <c:pt idx="29226">
                  <c:v>4.5</c:v>
                </c:pt>
                <c:pt idx="29227">
                  <c:v>6.5</c:v>
                </c:pt>
                <c:pt idx="29228">
                  <c:v>6.5</c:v>
                </c:pt>
                <c:pt idx="29229">
                  <c:v>7</c:v>
                </c:pt>
                <c:pt idx="29230">
                  <c:v>7</c:v>
                </c:pt>
                <c:pt idx="29231">
                  <c:v>5.5</c:v>
                </c:pt>
                <c:pt idx="29232">
                  <c:v>5.5</c:v>
                </c:pt>
                <c:pt idx="29233">
                  <c:v>7.5</c:v>
                </c:pt>
                <c:pt idx="29234">
                  <c:v>9.5</c:v>
                </c:pt>
                <c:pt idx="29235">
                  <c:v>10</c:v>
                </c:pt>
                <c:pt idx="29236">
                  <c:v>7</c:v>
                </c:pt>
                <c:pt idx="29237">
                  <c:v>2.5</c:v>
                </c:pt>
                <c:pt idx="29238">
                  <c:v>2</c:v>
                </c:pt>
                <c:pt idx="29239">
                  <c:v>2</c:v>
                </c:pt>
                <c:pt idx="29240">
                  <c:v>0.5</c:v>
                </c:pt>
                <c:pt idx="29241">
                  <c:v>-0.5</c:v>
                </c:pt>
                <c:pt idx="29242">
                  <c:v>2.5</c:v>
                </c:pt>
                <c:pt idx="29243">
                  <c:v>2</c:v>
                </c:pt>
                <c:pt idx="29244">
                  <c:v>1.5</c:v>
                </c:pt>
                <c:pt idx="29245">
                  <c:v>1</c:v>
                </c:pt>
                <c:pt idx="29246">
                  <c:v>2.5</c:v>
                </c:pt>
                <c:pt idx="29247">
                  <c:v>3</c:v>
                </c:pt>
                <c:pt idx="29248">
                  <c:v>3</c:v>
                </c:pt>
                <c:pt idx="29249">
                  <c:v>4</c:v>
                </c:pt>
                <c:pt idx="29250">
                  <c:v>7.5</c:v>
                </c:pt>
                <c:pt idx="29251">
                  <c:v>8.5</c:v>
                </c:pt>
                <c:pt idx="29252">
                  <c:v>9.5</c:v>
                </c:pt>
                <c:pt idx="29253">
                  <c:v>7.5</c:v>
                </c:pt>
                <c:pt idx="29254">
                  <c:v>4.5</c:v>
                </c:pt>
                <c:pt idx="29255">
                  <c:v>4.5</c:v>
                </c:pt>
                <c:pt idx="29256">
                  <c:v>4</c:v>
                </c:pt>
                <c:pt idx="29257">
                  <c:v>4.5</c:v>
                </c:pt>
                <c:pt idx="29258">
                  <c:v>6</c:v>
                </c:pt>
                <c:pt idx="29259">
                  <c:v>7.5</c:v>
                </c:pt>
                <c:pt idx="29260">
                  <c:v>6.5</c:v>
                </c:pt>
                <c:pt idx="29261">
                  <c:v>6.5</c:v>
                </c:pt>
                <c:pt idx="29262">
                  <c:v>7</c:v>
                </c:pt>
                <c:pt idx="29263">
                  <c:v>5</c:v>
                </c:pt>
                <c:pt idx="29264">
                  <c:v>2.5</c:v>
                </c:pt>
                <c:pt idx="29265">
                  <c:v>2</c:v>
                </c:pt>
                <c:pt idx="29266">
                  <c:v>2</c:v>
                </c:pt>
                <c:pt idx="29267">
                  <c:v>2</c:v>
                </c:pt>
                <c:pt idx="29268">
                  <c:v>2</c:v>
                </c:pt>
                <c:pt idx="29269">
                  <c:v>2.5</c:v>
                </c:pt>
                <c:pt idx="29270">
                  <c:v>6.5</c:v>
                </c:pt>
                <c:pt idx="29271">
                  <c:v>6.5</c:v>
                </c:pt>
                <c:pt idx="29272">
                  <c:v>7.5</c:v>
                </c:pt>
                <c:pt idx="29273">
                  <c:v>7</c:v>
                </c:pt>
                <c:pt idx="29274">
                  <c:v>7.5</c:v>
                </c:pt>
                <c:pt idx="29275">
                  <c:v>8</c:v>
                </c:pt>
                <c:pt idx="29276">
                  <c:v>10</c:v>
                </c:pt>
                <c:pt idx="29277">
                  <c:v>10</c:v>
                </c:pt>
                <c:pt idx="29278">
                  <c:v>12</c:v>
                </c:pt>
                <c:pt idx="29279">
                  <c:v>8.5</c:v>
                </c:pt>
                <c:pt idx="29280">
                  <c:v>12</c:v>
                </c:pt>
                <c:pt idx="29281">
                  <c:v>11</c:v>
                </c:pt>
                <c:pt idx="29282">
                  <c:v>12</c:v>
                </c:pt>
                <c:pt idx="29283">
                  <c:v>10</c:v>
                </c:pt>
                <c:pt idx="29284">
                  <c:v>5.5</c:v>
                </c:pt>
                <c:pt idx="29285">
                  <c:v>9.5</c:v>
                </c:pt>
                <c:pt idx="29286">
                  <c:v>10.5</c:v>
                </c:pt>
                <c:pt idx="29287">
                  <c:v>12</c:v>
                </c:pt>
                <c:pt idx="29288">
                  <c:v>11.5</c:v>
                </c:pt>
                <c:pt idx="29289">
                  <c:v>11</c:v>
                </c:pt>
                <c:pt idx="29290">
                  <c:v>10.5</c:v>
                </c:pt>
                <c:pt idx="29291">
                  <c:v>11.5</c:v>
                </c:pt>
                <c:pt idx="29292">
                  <c:v>13.5</c:v>
                </c:pt>
                <c:pt idx="29293">
                  <c:v>13.5</c:v>
                </c:pt>
                <c:pt idx="29294">
                  <c:v>12.5</c:v>
                </c:pt>
                <c:pt idx="29295">
                  <c:v>11</c:v>
                </c:pt>
                <c:pt idx="29296">
                  <c:v>11</c:v>
                </c:pt>
                <c:pt idx="29297">
                  <c:v>13.5</c:v>
                </c:pt>
                <c:pt idx="29298">
                  <c:v>14</c:v>
                </c:pt>
                <c:pt idx="29299">
                  <c:v>12.5</c:v>
                </c:pt>
                <c:pt idx="29300">
                  <c:v>13.5</c:v>
                </c:pt>
                <c:pt idx="29301">
                  <c:v>13</c:v>
                </c:pt>
                <c:pt idx="29302">
                  <c:v>12</c:v>
                </c:pt>
                <c:pt idx="29303">
                  <c:v>11.5</c:v>
                </c:pt>
                <c:pt idx="29304">
                  <c:v>10</c:v>
                </c:pt>
                <c:pt idx="29305">
                  <c:v>10.5</c:v>
                </c:pt>
                <c:pt idx="29306">
                  <c:v>12</c:v>
                </c:pt>
                <c:pt idx="29307">
                  <c:v>10.5</c:v>
                </c:pt>
                <c:pt idx="29308">
                  <c:v>12.5</c:v>
                </c:pt>
                <c:pt idx="29309">
                  <c:v>12</c:v>
                </c:pt>
                <c:pt idx="29310">
                  <c:v>10.5</c:v>
                </c:pt>
                <c:pt idx="29311">
                  <c:v>11</c:v>
                </c:pt>
                <c:pt idx="29312">
                  <c:v>10.5</c:v>
                </c:pt>
                <c:pt idx="29313">
                  <c:v>11.5</c:v>
                </c:pt>
                <c:pt idx="29314">
                  <c:v>14</c:v>
                </c:pt>
                <c:pt idx="29315">
                  <c:v>13</c:v>
                </c:pt>
                <c:pt idx="29316">
                  <c:v>13.5</c:v>
                </c:pt>
                <c:pt idx="29317">
                  <c:v>12.5</c:v>
                </c:pt>
                <c:pt idx="29318">
                  <c:v>12</c:v>
                </c:pt>
                <c:pt idx="29319">
                  <c:v>11.5</c:v>
                </c:pt>
                <c:pt idx="29320">
                  <c:v>12</c:v>
                </c:pt>
                <c:pt idx="29321">
                  <c:v>14</c:v>
                </c:pt>
                <c:pt idx="29322">
                  <c:v>14</c:v>
                </c:pt>
                <c:pt idx="29323">
                  <c:v>14</c:v>
                </c:pt>
                <c:pt idx="29324">
                  <c:v>14</c:v>
                </c:pt>
                <c:pt idx="29325">
                  <c:v>11.5</c:v>
                </c:pt>
                <c:pt idx="29326">
                  <c:v>13</c:v>
                </c:pt>
                <c:pt idx="29327">
                  <c:v>14</c:v>
                </c:pt>
                <c:pt idx="29328">
                  <c:v>12.5</c:v>
                </c:pt>
                <c:pt idx="29329">
                  <c:v>15</c:v>
                </c:pt>
                <c:pt idx="29330">
                  <c:v>15.5</c:v>
                </c:pt>
                <c:pt idx="29331">
                  <c:v>15.5</c:v>
                </c:pt>
                <c:pt idx="29332">
                  <c:v>15</c:v>
                </c:pt>
                <c:pt idx="29333">
                  <c:v>13</c:v>
                </c:pt>
                <c:pt idx="29334">
                  <c:v>13.5</c:v>
                </c:pt>
                <c:pt idx="29335">
                  <c:v>14</c:v>
                </c:pt>
                <c:pt idx="29336">
                  <c:v>15</c:v>
                </c:pt>
                <c:pt idx="29337">
                  <c:v>15.5</c:v>
                </c:pt>
                <c:pt idx="29338">
                  <c:v>17.5</c:v>
                </c:pt>
                <c:pt idx="29339">
                  <c:v>16.5</c:v>
                </c:pt>
                <c:pt idx="29340">
                  <c:v>16</c:v>
                </c:pt>
                <c:pt idx="29341">
                  <c:v>18</c:v>
                </c:pt>
                <c:pt idx="29342">
                  <c:v>18.5</c:v>
                </c:pt>
                <c:pt idx="29343">
                  <c:v>20.5</c:v>
                </c:pt>
                <c:pt idx="29344">
                  <c:v>22.5</c:v>
                </c:pt>
                <c:pt idx="29345">
                  <c:v>23.5</c:v>
                </c:pt>
                <c:pt idx="29346">
                  <c:v>22</c:v>
                </c:pt>
                <c:pt idx="29347">
                  <c:v>21</c:v>
                </c:pt>
                <c:pt idx="29348">
                  <c:v>21.5</c:v>
                </c:pt>
                <c:pt idx="29349">
                  <c:v>22</c:v>
                </c:pt>
                <c:pt idx="29350">
                  <c:v>23</c:v>
                </c:pt>
                <c:pt idx="29351">
                  <c:v>23.5</c:v>
                </c:pt>
                <c:pt idx="29352">
                  <c:v>22</c:v>
                </c:pt>
                <c:pt idx="29353">
                  <c:v>20</c:v>
                </c:pt>
                <c:pt idx="29354">
                  <c:v>17.5</c:v>
                </c:pt>
                <c:pt idx="29355">
                  <c:v>19</c:v>
                </c:pt>
                <c:pt idx="29356">
                  <c:v>18</c:v>
                </c:pt>
                <c:pt idx="29357">
                  <c:v>19</c:v>
                </c:pt>
                <c:pt idx="29358">
                  <c:v>17</c:v>
                </c:pt>
                <c:pt idx="29359">
                  <c:v>22</c:v>
                </c:pt>
                <c:pt idx="29360">
                  <c:v>24.5</c:v>
                </c:pt>
                <c:pt idx="29361">
                  <c:v>25.5</c:v>
                </c:pt>
                <c:pt idx="29362">
                  <c:v>26.5</c:v>
                </c:pt>
                <c:pt idx="29363">
                  <c:v>26</c:v>
                </c:pt>
                <c:pt idx="29364">
                  <c:v>23.5</c:v>
                </c:pt>
                <c:pt idx="29365">
                  <c:v>21.5</c:v>
                </c:pt>
                <c:pt idx="29366">
                  <c:v>21</c:v>
                </c:pt>
                <c:pt idx="29367">
                  <c:v>20</c:v>
                </c:pt>
                <c:pt idx="29368">
                  <c:v>20</c:v>
                </c:pt>
                <c:pt idx="29369">
                  <c:v>21.5</c:v>
                </c:pt>
                <c:pt idx="29370">
                  <c:v>20.5</c:v>
                </c:pt>
                <c:pt idx="29371">
                  <c:v>21.5</c:v>
                </c:pt>
                <c:pt idx="29372">
                  <c:v>18</c:v>
                </c:pt>
                <c:pt idx="29373">
                  <c:v>21.5</c:v>
                </c:pt>
                <c:pt idx="29374">
                  <c:v>23.5</c:v>
                </c:pt>
                <c:pt idx="29375">
                  <c:v>23.5</c:v>
                </c:pt>
                <c:pt idx="29376">
                  <c:v>23</c:v>
                </c:pt>
                <c:pt idx="29377">
                  <c:v>25</c:v>
                </c:pt>
                <c:pt idx="29378">
                  <c:v>24.5</c:v>
                </c:pt>
                <c:pt idx="29379">
                  <c:v>24.5</c:v>
                </c:pt>
                <c:pt idx="29380">
                  <c:v>26</c:v>
                </c:pt>
                <c:pt idx="29381">
                  <c:v>21.5</c:v>
                </c:pt>
                <c:pt idx="29382">
                  <c:v>23</c:v>
                </c:pt>
                <c:pt idx="29383">
                  <c:v>24.5</c:v>
                </c:pt>
                <c:pt idx="29384">
                  <c:v>26.5</c:v>
                </c:pt>
                <c:pt idx="29385">
                  <c:v>27</c:v>
                </c:pt>
                <c:pt idx="29386">
                  <c:v>25</c:v>
                </c:pt>
                <c:pt idx="29387">
                  <c:v>25</c:v>
                </c:pt>
                <c:pt idx="29388">
                  <c:v>25</c:v>
                </c:pt>
                <c:pt idx="29389">
                  <c:v>25.5</c:v>
                </c:pt>
                <c:pt idx="29390">
                  <c:v>26.5</c:v>
                </c:pt>
                <c:pt idx="29391">
                  <c:v>26.5</c:v>
                </c:pt>
                <c:pt idx="29392">
                  <c:v>23.5</c:v>
                </c:pt>
                <c:pt idx="29393">
                  <c:v>22.5</c:v>
                </c:pt>
                <c:pt idx="29394">
                  <c:v>21.5</c:v>
                </c:pt>
                <c:pt idx="29395">
                  <c:v>22</c:v>
                </c:pt>
                <c:pt idx="29396">
                  <c:v>22.5</c:v>
                </c:pt>
                <c:pt idx="29397">
                  <c:v>24</c:v>
                </c:pt>
                <c:pt idx="29398">
                  <c:v>24.5</c:v>
                </c:pt>
                <c:pt idx="29399">
                  <c:v>24</c:v>
                </c:pt>
                <c:pt idx="29400">
                  <c:v>24.5</c:v>
                </c:pt>
                <c:pt idx="29401">
                  <c:v>26</c:v>
                </c:pt>
                <c:pt idx="29402">
                  <c:v>21.5</c:v>
                </c:pt>
                <c:pt idx="29403">
                  <c:v>23</c:v>
                </c:pt>
                <c:pt idx="29404">
                  <c:v>25.5</c:v>
                </c:pt>
                <c:pt idx="29405">
                  <c:v>27</c:v>
                </c:pt>
                <c:pt idx="29406">
                  <c:v>26.5</c:v>
                </c:pt>
                <c:pt idx="29407">
                  <c:v>26</c:v>
                </c:pt>
                <c:pt idx="29408">
                  <c:v>26.5</c:v>
                </c:pt>
                <c:pt idx="29409">
                  <c:v>27</c:v>
                </c:pt>
                <c:pt idx="29410">
                  <c:v>28.5</c:v>
                </c:pt>
                <c:pt idx="29411">
                  <c:v>28.5</c:v>
                </c:pt>
                <c:pt idx="29412">
                  <c:v>27</c:v>
                </c:pt>
                <c:pt idx="29413">
                  <c:v>26.5</c:v>
                </c:pt>
                <c:pt idx="29414">
                  <c:v>28</c:v>
                </c:pt>
                <c:pt idx="29415">
                  <c:v>29.5</c:v>
                </c:pt>
                <c:pt idx="29416">
                  <c:v>27.5</c:v>
                </c:pt>
                <c:pt idx="29417">
                  <c:v>26</c:v>
                </c:pt>
                <c:pt idx="29418">
                  <c:v>27</c:v>
                </c:pt>
                <c:pt idx="29419">
                  <c:v>28.5</c:v>
                </c:pt>
                <c:pt idx="29420">
                  <c:v>30.5</c:v>
                </c:pt>
                <c:pt idx="29421">
                  <c:v>31.5</c:v>
                </c:pt>
                <c:pt idx="29422">
                  <c:v>31.5</c:v>
                </c:pt>
                <c:pt idx="29423">
                  <c:v>31</c:v>
                </c:pt>
                <c:pt idx="29424">
                  <c:v>28</c:v>
                </c:pt>
                <c:pt idx="29425">
                  <c:v>26</c:v>
                </c:pt>
                <c:pt idx="29426">
                  <c:v>28.5</c:v>
                </c:pt>
                <c:pt idx="29427">
                  <c:v>29</c:v>
                </c:pt>
                <c:pt idx="29428">
                  <c:v>27.5</c:v>
                </c:pt>
                <c:pt idx="29429">
                  <c:v>27.5</c:v>
                </c:pt>
                <c:pt idx="29430">
                  <c:v>29.5</c:v>
                </c:pt>
                <c:pt idx="29431">
                  <c:v>29</c:v>
                </c:pt>
                <c:pt idx="29432">
                  <c:v>29.5</c:v>
                </c:pt>
                <c:pt idx="29433">
                  <c:v>31.5</c:v>
                </c:pt>
                <c:pt idx="29434">
                  <c:v>32</c:v>
                </c:pt>
                <c:pt idx="29435">
                  <c:v>26.5</c:v>
                </c:pt>
                <c:pt idx="29436">
                  <c:v>27</c:v>
                </c:pt>
                <c:pt idx="29437">
                  <c:v>29</c:v>
                </c:pt>
                <c:pt idx="29438">
                  <c:v>30.5</c:v>
                </c:pt>
                <c:pt idx="29439">
                  <c:v>30</c:v>
                </c:pt>
                <c:pt idx="29440">
                  <c:v>29.5</c:v>
                </c:pt>
                <c:pt idx="29441">
                  <c:v>30.5</c:v>
                </c:pt>
                <c:pt idx="29442">
                  <c:v>32</c:v>
                </c:pt>
                <c:pt idx="29443">
                  <c:v>33.5</c:v>
                </c:pt>
                <c:pt idx="29444">
                  <c:v>32.5</c:v>
                </c:pt>
                <c:pt idx="29445">
                  <c:v>33</c:v>
                </c:pt>
                <c:pt idx="29446">
                  <c:v>33.5</c:v>
                </c:pt>
                <c:pt idx="29447">
                  <c:v>32</c:v>
                </c:pt>
                <c:pt idx="29448">
                  <c:v>28.5</c:v>
                </c:pt>
                <c:pt idx="29449">
                  <c:v>28.5</c:v>
                </c:pt>
                <c:pt idx="29450">
                  <c:v>30</c:v>
                </c:pt>
                <c:pt idx="29451">
                  <c:v>32.5</c:v>
                </c:pt>
                <c:pt idx="29452">
                  <c:v>33</c:v>
                </c:pt>
                <c:pt idx="29453">
                  <c:v>33.5</c:v>
                </c:pt>
                <c:pt idx="29454">
                  <c:v>31.5</c:v>
                </c:pt>
                <c:pt idx="29455">
                  <c:v>23.5</c:v>
                </c:pt>
                <c:pt idx="29456">
                  <c:v>22</c:v>
                </c:pt>
                <c:pt idx="29457">
                  <c:v>24</c:v>
                </c:pt>
                <c:pt idx="29458">
                  <c:v>26</c:v>
                </c:pt>
                <c:pt idx="29459">
                  <c:v>26.5</c:v>
                </c:pt>
                <c:pt idx="29460">
                  <c:v>27</c:v>
                </c:pt>
                <c:pt idx="29461">
                  <c:v>27.5</c:v>
                </c:pt>
                <c:pt idx="29462">
                  <c:v>29</c:v>
                </c:pt>
                <c:pt idx="29463">
                  <c:v>26.5</c:v>
                </c:pt>
                <c:pt idx="29464">
                  <c:v>23.5</c:v>
                </c:pt>
                <c:pt idx="29465">
                  <c:v>24.5</c:v>
                </c:pt>
                <c:pt idx="29466">
                  <c:v>26</c:v>
                </c:pt>
                <c:pt idx="29467">
                  <c:v>27</c:v>
                </c:pt>
                <c:pt idx="29468">
                  <c:v>27.5</c:v>
                </c:pt>
                <c:pt idx="29469">
                  <c:v>27</c:v>
                </c:pt>
                <c:pt idx="29470">
                  <c:v>27.5</c:v>
                </c:pt>
                <c:pt idx="29471">
                  <c:v>28</c:v>
                </c:pt>
                <c:pt idx="29472">
                  <c:v>28</c:v>
                </c:pt>
                <c:pt idx="29473">
                  <c:v>24.5</c:v>
                </c:pt>
                <c:pt idx="29474">
                  <c:v>24</c:v>
                </c:pt>
                <c:pt idx="29475">
                  <c:v>26</c:v>
                </c:pt>
                <c:pt idx="29476">
                  <c:v>26.5</c:v>
                </c:pt>
                <c:pt idx="29477">
                  <c:v>23.5</c:v>
                </c:pt>
                <c:pt idx="29478">
                  <c:v>23.5</c:v>
                </c:pt>
                <c:pt idx="29479">
                  <c:v>24</c:v>
                </c:pt>
                <c:pt idx="29480">
                  <c:v>23.5</c:v>
                </c:pt>
                <c:pt idx="29481">
                  <c:v>22</c:v>
                </c:pt>
                <c:pt idx="29482">
                  <c:v>24.5</c:v>
                </c:pt>
                <c:pt idx="29483">
                  <c:v>24.5</c:v>
                </c:pt>
                <c:pt idx="29484">
                  <c:v>25</c:v>
                </c:pt>
                <c:pt idx="29485">
                  <c:v>26</c:v>
                </c:pt>
                <c:pt idx="29486">
                  <c:v>26.5</c:v>
                </c:pt>
                <c:pt idx="29487">
                  <c:v>25</c:v>
                </c:pt>
                <c:pt idx="29488">
                  <c:v>24</c:v>
                </c:pt>
                <c:pt idx="29489">
                  <c:v>24</c:v>
                </c:pt>
                <c:pt idx="29490">
                  <c:v>22</c:v>
                </c:pt>
                <c:pt idx="29491">
                  <c:v>22</c:v>
                </c:pt>
                <c:pt idx="29492">
                  <c:v>22.5</c:v>
                </c:pt>
                <c:pt idx="29493">
                  <c:v>23.5</c:v>
                </c:pt>
                <c:pt idx="29494">
                  <c:v>25.5</c:v>
                </c:pt>
                <c:pt idx="29495">
                  <c:v>25</c:v>
                </c:pt>
                <c:pt idx="29496">
                  <c:v>24.5</c:v>
                </c:pt>
                <c:pt idx="29497">
                  <c:v>22.5</c:v>
                </c:pt>
                <c:pt idx="29498">
                  <c:v>22</c:v>
                </c:pt>
                <c:pt idx="29499">
                  <c:v>23</c:v>
                </c:pt>
                <c:pt idx="29500">
                  <c:v>23</c:v>
                </c:pt>
                <c:pt idx="29501">
                  <c:v>23</c:v>
                </c:pt>
                <c:pt idx="29502">
                  <c:v>23</c:v>
                </c:pt>
                <c:pt idx="29503">
                  <c:v>20</c:v>
                </c:pt>
                <c:pt idx="29504">
                  <c:v>18</c:v>
                </c:pt>
                <c:pt idx="29505">
                  <c:v>18.5</c:v>
                </c:pt>
                <c:pt idx="29506">
                  <c:v>17</c:v>
                </c:pt>
                <c:pt idx="29507">
                  <c:v>16.5</c:v>
                </c:pt>
                <c:pt idx="29508">
                  <c:v>17.5</c:v>
                </c:pt>
                <c:pt idx="29509">
                  <c:v>18.5</c:v>
                </c:pt>
                <c:pt idx="29510">
                  <c:v>21</c:v>
                </c:pt>
                <c:pt idx="29511">
                  <c:v>18</c:v>
                </c:pt>
                <c:pt idx="29512">
                  <c:v>16.5</c:v>
                </c:pt>
                <c:pt idx="29513">
                  <c:v>18.5</c:v>
                </c:pt>
                <c:pt idx="29514">
                  <c:v>18.5</c:v>
                </c:pt>
                <c:pt idx="29515">
                  <c:v>19</c:v>
                </c:pt>
                <c:pt idx="29516">
                  <c:v>18.5</c:v>
                </c:pt>
                <c:pt idx="29517">
                  <c:v>19</c:v>
                </c:pt>
                <c:pt idx="29518">
                  <c:v>19</c:v>
                </c:pt>
                <c:pt idx="29519">
                  <c:v>16.5</c:v>
                </c:pt>
                <c:pt idx="29520">
                  <c:v>17</c:v>
                </c:pt>
                <c:pt idx="29521">
                  <c:v>16.5</c:v>
                </c:pt>
                <c:pt idx="29522">
                  <c:v>17.5</c:v>
                </c:pt>
                <c:pt idx="29523">
                  <c:v>15</c:v>
                </c:pt>
                <c:pt idx="29524">
                  <c:v>15</c:v>
                </c:pt>
                <c:pt idx="29525">
                  <c:v>13.5</c:v>
                </c:pt>
                <c:pt idx="29526">
                  <c:v>12</c:v>
                </c:pt>
                <c:pt idx="29527">
                  <c:v>12.5</c:v>
                </c:pt>
                <c:pt idx="29528">
                  <c:v>13</c:v>
                </c:pt>
                <c:pt idx="29529">
                  <c:v>16</c:v>
                </c:pt>
                <c:pt idx="29530">
                  <c:v>16</c:v>
                </c:pt>
                <c:pt idx="29531">
                  <c:v>13.5</c:v>
                </c:pt>
                <c:pt idx="29532">
                  <c:v>11.5</c:v>
                </c:pt>
                <c:pt idx="29533">
                  <c:v>8.5</c:v>
                </c:pt>
                <c:pt idx="29534">
                  <c:v>9.5</c:v>
                </c:pt>
                <c:pt idx="29535">
                  <c:v>11</c:v>
                </c:pt>
                <c:pt idx="29536">
                  <c:v>10</c:v>
                </c:pt>
                <c:pt idx="29537">
                  <c:v>7.5</c:v>
                </c:pt>
                <c:pt idx="29538">
                  <c:v>7</c:v>
                </c:pt>
                <c:pt idx="29539">
                  <c:v>7</c:v>
                </c:pt>
                <c:pt idx="29540">
                  <c:v>8</c:v>
                </c:pt>
                <c:pt idx="29541">
                  <c:v>9.5</c:v>
                </c:pt>
                <c:pt idx="29542">
                  <c:v>12.5</c:v>
                </c:pt>
                <c:pt idx="29543">
                  <c:v>15.5</c:v>
                </c:pt>
                <c:pt idx="29544">
                  <c:v>14.5</c:v>
                </c:pt>
                <c:pt idx="29545">
                  <c:v>15</c:v>
                </c:pt>
                <c:pt idx="29546">
                  <c:v>13</c:v>
                </c:pt>
                <c:pt idx="29547">
                  <c:v>13</c:v>
                </c:pt>
                <c:pt idx="29548">
                  <c:v>12</c:v>
                </c:pt>
                <c:pt idx="29549">
                  <c:v>12</c:v>
                </c:pt>
                <c:pt idx="29550">
                  <c:v>9</c:v>
                </c:pt>
                <c:pt idx="29551">
                  <c:v>10</c:v>
                </c:pt>
                <c:pt idx="29552">
                  <c:v>11</c:v>
                </c:pt>
                <c:pt idx="29553">
                  <c:v>9.5</c:v>
                </c:pt>
                <c:pt idx="29554">
                  <c:v>8.5</c:v>
                </c:pt>
                <c:pt idx="29555">
                  <c:v>6</c:v>
                </c:pt>
                <c:pt idx="29556">
                  <c:v>5</c:v>
                </c:pt>
                <c:pt idx="29557">
                  <c:v>4.5</c:v>
                </c:pt>
                <c:pt idx="29558">
                  <c:v>4</c:v>
                </c:pt>
                <c:pt idx="29559">
                  <c:v>4</c:v>
                </c:pt>
                <c:pt idx="29560">
                  <c:v>6.5</c:v>
                </c:pt>
                <c:pt idx="29561">
                  <c:v>9</c:v>
                </c:pt>
                <c:pt idx="29562">
                  <c:v>10</c:v>
                </c:pt>
                <c:pt idx="29563">
                  <c:v>10</c:v>
                </c:pt>
                <c:pt idx="29564">
                  <c:v>8</c:v>
                </c:pt>
                <c:pt idx="29565">
                  <c:v>8</c:v>
                </c:pt>
                <c:pt idx="29566">
                  <c:v>6.5</c:v>
                </c:pt>
                <c:pt idx="29567">
                  <c:v>4</c:v>
                </c:pt>
                <c:pt idx="29568">
                  <c:v>4</c:v>
                </c:pt>
                <c:pt idx="29569">
                  <c:v>3</c:v>
                </c:pt>
                <c:pt idx="29570">
                  <c:v>1.5</c:v>
                </c:pt>
                <c:pt idx="29571">
                  <c:v>1.5</c:v>
                </c:pt>
                <c:pt idx="29572">
                  <c:v>2</c:v>
                </c:pt>
                <c:pt idx="29573">
                  <c:v>2.5</c:v>
                </c:pt>
                <c:pt idx="29574">
                  <c:v>5.5</c:v>
                </c:pt>
                <c:pt idx="29575">
                  <c:v>7</c:v>
                </c:pt>
                <c:pt idx="29576">
                  <c:v>8</c:v>
                </c:pt>
                <c:pt idx="29577">
                  <c:v>6</c:v>
                </c:pt>
                <c:pt idx="29578">
                  <c:v>5.5</c:v>
                </c:pt>
                <c:pt idx="29579">
                  <c:v>6.5</c:v>
                </c:pt>
                <c:pt idx="29580">
                  <c:v>8</c:v>
                </c:pt>
                <c:pt idx="29581">
                  <c:v>6.5</c:v>
                </c:pt>
                <c:pt idx="29582">
                  <c:v>6</c:v>
                </c:pt>
                <c:pt idx="29583">
                  <c:v>6.5</c:v>
                </c:pt>
                <c:pt idx="29584">
                  <c:v>6</c:v>
                </c:pt>
                <c:pt idx="29585">
                  <c:v>6</c:v>
                </c:pt>
                <c:pt idx="29586">
                  <c:v>6</c:v>
                </c:pt>
                <c:pt idx="29587">
                  <c:v>4.5</c:v>
                </c:pt>
                <c:pt idx="29588">
                  <c:v>3</c:v>
                </c:pt>
                <c:pt idx="29589">
                  <c:v>4</c:v>
                </c:pt>
                <c:pt idx="29590">
                  <c:v>4.5</c:v>
                </c:pt>
                <c:pt idx="29591">
                  <c:v>4</c:v>
                </c:pt>
                <c:pt idx="29592">
                  <c:v>4.5</c:v>
                </c:pt>
                <c:pt idx="29593">
                  <c:v>3.5</c:v>
                </c:pt>
                <c:pt idx="29594">
                  <c:v>5.5</c:v>
                </c:pt>
                <c:pt idx="29595">
                  <c:v>6.5</c:v>
                </c:pt>
                <c:pt idx="29596">
                  <c:v>6</c:v>
                </c:pt>
                <c:pt idx="29597">
                  <c:v>4</c:v>
                </c:pt>
                <c:pt idx="29598">
                  <c:v>3</c:v>
                </c:pt>
                <c:pt idx="29599">
                  <c:v>3.5</c:v>
                </c:pt>
                <c:pt idx="29600">
                  <c:v>4.5</c:v>
                </c:pt>
                <c:pt idx="29601">
                  <c:v>4</c:v>
                </c:pt>
                <c:pt idx="29602">
                  <c:v>3.5</c:v>
                </c:pt>
                <c:pt idx="29603">
                  <c:v>3</c:v>
                </c:pt>
                <c:pt idx="29604">
                  <c:v>3.5</c:v>
                </c:pt>
                <c:pt idx="29605">
                  <c:v>5</c:v>
                </c:pt>
                <c:pt idx="29606">
                  <c:v>6</c:v>
                </c:pt>
                <c:pt idx="29607">
                  <c:v>7.5</c:v>
                </c:pt>
                <c:pt idx="29608">
                  <c:v>10.5</c:v>
                </c:pt>
                <c:pt idx="29609">
                  <c:v>10.5</c:v>
                </c:pt>
                <c:pt idx="29610">
                  <c:v>10</c:v>
                </c:pt>
                <c:pt idx="29611">
                  <c:v>9</c:v>
                </c:pt>
                <c:pt idx="29612">
                  <c:v>8.5</c:v>
                </c:pt>
                <c:pt idx="29613">
                  <c:v>8</c:v>
                </c:pt>
                <c:pt idx="29614">
                  <c:v>8</c:v>
                </c:pt>
                <c:pt idx="29615">
                  <c:v>7</c:v>
                </c:pt>
                <c:pt idx="29616">
                  <c:v>7</c:v>
                </c:pt>
                <c:pt idx="29617">
                  <c:v>6</c:v>
                </c:pt>
                <c:pt idx="29618">
                  <c:v>3</c:v>
                </c:pt>
                <c:pt idx="29619">
                  <c:v>0.5</c:v>
                </c:pt>
                <c:pt idx="29620">
                  <c:v>2.5</c:v>
                </c:pt>
                <c:pt idx="29621">
                  <c:v>5.5</c:v>
                </c:pt>
                <c:pt idx="29622">
                  <c:v>6</c:v>
                </c:pt>
                <c:pt idx="29623">
                  <c:v>6</c:v>
                </c:pt>
                <c:pt idx="29624">
                  <c:v>8</c:v>
                </c:pt>
                <c:pt idx="29625">
                  <c:v>9</c:v>
                </c:pt>
                <c:pt idx="29626">
                  <c:v>9.5</c:v>
                </c:pt>
                <c:pt idx="29627">
                  <c:v>9.5</c:v>
                </c:pt>
                <c:pt idx="29628">
                  <c:v>10</c:v>
                </c:pt>
                <c:pt idx="29629">
                  <c:v>9</c:v>
                </c:pt>
                <c:pt idx="29630">
                  <c:v>9</c:v>
                </c:pt>
                <c:pt idx="29631">
                  <c:v>8.5</c:v>
                </c:pt>
                <c:pt idx="29632">
                  <c:v>7</c:v>
                </c:pt>
                <c:pt idx="29633">
                  <c:v>8</c:v>
                </c:pt>
                <c:pt idx="29634">
                  <c:v>10</c:v>
                </c:pt>
                <c:pt idx="29635">
                  <c:v>10</c:v>
                </c:pt>
                <c:pt idx="29636">
                  <c:v>7</c:v>
                </c:pt>
                <c:pt idx="29637">
                  <c:v>7.5</c:v>
                </c:pt>
                <c:pt idx="29638">
                  <c:v>6.5</c:v>
                </c:pt>
                <c:pt idx="29639">
                  <c:v>3</c:v>
                </c:pt>
                <c:pt idx="29640">
                  <c:v>2</c:v>
                </c:pt>
                <c:pt idx="29641">
                  <c:v>2</c:v>
                </c:pt>
                <c:pt idx="29642">
                  <c:v>3</c:v>
                </c:pt>
                <c:pt idx="29643">
                  <c:v>3.5</c:v>
                </c:pt>
                <c:pt idx="29644">
                  <c:v>5</c:v>
                </c:pt>
                <c:pt idx="29645">
                  <c:v>5.5</c:v>
                </c:pt>
                <c:pt idx="29646">
                  <c:v>6.5</c:v>
                </c:pt>
                <c:pt idx="29647">
                  <c:v>7.5</c:v>
                </c:pt>
                <c:pt idx="29648">
                  <c:v>7.5</c:v>
                </c:pt>
                <c:pt idx="29649">
                  <c:v>7.5</c:v>
                </c:pt>
                <c:pt idx="29650">
                  <c:v>7</c:v>
                </c:pt>
                <c:pt idx="29651">
                  <c:v>7.5</c:v>
                </c:pt>
                <c:pt idx="29652">
                  <c:v>9.5</c:v>
                </c:pt>
                <c:pt idx="29653">
                  <c:v>10.5</c:v>
                </c:pt>
                <c:pt idx="29654">
                  <c:v>9.5</c:v>
                </c:pt>
                <c:pt idx="29655">
                  <c:v>9.5</c:v>
                </c:pt>
                <c:pt idx="29656">
                  <c:v>7</c:v>
                </c:pt>
                <c:pt idx="29657">
                  <c:v>7.5</c:v>
                </c:pt>
                <c:pt idx="29658">
                  <c:v>9</c:v>
                </c:pt>
                <c:pt idx="29659">
                  <c:v>8.5</c:v>
                </c:pt>
                <c:pt idx="29660">
                  <c:v>10</c:v>
                </c:pt>
                <c:pt idx="29661">
                  <c:v>10</c:v>
                </c:pt>
                <c:pt idx="29662">
                  <c:v>12</c:v>
                </c:pt>
                <c:pt idx="29663">
                  <c:v>11.5</c:v>
                </c:pt>
                <c:pt idx="29664">
                  <c:v>11.5</c:v>
                </c:pt>
                <c:pt idx="29665">
                  <c:v>11.5</c:v>
                </c:pt>
                <c:pt idx="29666">
                  <c:v>11</c:v>
                </c:pt>
                <c:pt idx="29667">
                  <c:v>11</c:v>
                </c:pt>
                <c:pt idx="29668">
                  <c:v>12</c:v>
                </c:pt>
                <c:pt idx="29669">
                  <c:v>13</c:v>
                </c:pt>
                <c:pt idx="29670">
                  <c:v>13</c:v>
                </c:pt>
                <c:pt idx="29671">
                  <c:v>12.5</c:v>
                </c:pt>
                <c:pt idx="29672">
                  <c:v>13.5</c:v>
                </c:pt>
                <c:pt idx="29673">
                  <c:v>15.5</c:v>
                </c:pt>
                <c:pt idx="29674">
                  <c:v>14.5</c:v>
                </c:pt>
                <c:pt idx="29675">
                  <c:v>13.5</c:v>
                </c:pt>
                <c:pt idx="29676">
                  <c:v>12.5</c:v>
                </c:pt>
                <c:pt idx="29677">
                  <c:v>13</c:v>
                </c:pt>
                <c:pt idx="29678">
                  <c:v>14</c:v>
                </c:pt>
                <c:pt idx="29679">
                  <c:v>12.5</c:v>
                </c:pt>
                <c:pt idx="29680">
                  <c:v>14</c:v>
                </c:pt>
                <c:pt idx="29681">
                  <c:v>15</c:v>
                </c:pt>
                <c:pt idx="29682">
                  <c:v>15.5</c:v>
                </c:pt>
                <c:pt idx="29683">
                  <c:v>13.5</c:v>
                </c:pt>
                <c:pt idx="29684">
                  <c:v>12</c:v>
                </c:pt>
                <c:pt idx="29685">
                  <c:v>12.5</c:v>
                </c:pt>
                <c:pt idx="29686">
                  <c:v>13</c:v>
                </c:pt>
                <c:pt idx="29687">
                  <c:v>14</c:v>
                </c:pt>
                <c:pt idx="29688">
                  <c:v>13</c:v>
                </c:pt>
                <c:pt idx="29689">
                  <c:v>15</c:v>
                </c:pt>
                <c:pt idx="29690">
                  <c:v>15.5</c:v>
                </c:pt>
                <c:pt idx="29691">
                  <c:v>14</c:v>
                </c:pt>
                <c:pt idx="29692">
                  <c:v>15</c:v>
                </c:pt>
                <c:pt idx="29693">
                  <c:v>17</c:v>
                </c:pt>
                <c:pt idx="29694">
                  <c:v>18</c:v>
                </c:pt>
                <c:pt idx="29695">
                  <c:v>17</c:v>
                </c:pt>
                <c:pt idx="29696">
                  <c:v>16</c:v>
                </c:pt>
                <c:pt idx="29697">
                  <c:v>15.5</c:v>
                </c:pt>
                <c:pt idx="29698">
                  <c:v>13</c:v>
                </c:pt>
                <c:pt idx="29699">
                  <c:v>14</c:v>
                </c:pt>
                <c:pt idx="29700">
                  <c:v>14.5</c:v>
                </c:pt>
                <c:pt idx="29701">
                  <c:v>16</c:v>
                </c:pt>
                <c:pt idx="29702">
                  <c:v>15</c:v>
                </c:pt>
                <c:pt idx="29703">
                  <c:v>15</c:v>
                </c:pt>
                <c:pt idx="29704">
                  <c:v>16.5</c:v>
                </c:pt>
                <c:pt idx="29705">
                  <c:v>14.5</c:v>
                </c:pt>
                <c:pt idx="29706">
                  <c:v>16</c:v>
                </c:pt>
                <c:pt idx="29707">
                  <c:v>16.5</c:v>
                </c:pt>
                <c:pt idx="29708">
                  <c:v>18</c:v>
                </c:pt>
                <c:pt idx="29709">
                  <c:v>18.5</c:v>
                </c:pt>
                <c:pt idx="29710">
                  <c:v>19</c:v>
                </c:pt>
                <c:pt idx="29711">
                  <c:v>19.5</c:v>
                </c:pt>
                <c:pt idx="29712">
                  <c:v>20</c:v>
                </c:pt>
                <c:pt idx="29713">
                  <c:v>19.5</c:v>
                </c:pt>
                <c:pt idx="29714">
                  <c:v>15.5</c:v>
                </c:pt>
                <c:pt idx="29715">
                  <c:v>20</c:v>
                </c:pt>
                <c:pt idx="29716">
                  <c:v>21</c:v>
                </c:pt>
                <c:pt idx="29717">
                  <c:v>17</c:v>
                </c:pt>
                <c:pt idx="29718">
                  <c:v>20.5</c:v>
                </c:pt>
                <c:pt idx="29719">
                  <c:v>22</c:v>
                </c:pt>
                <c:pt idx="29720">
                  <c:v>23</c:v>
                </c:pt>
                <c:pt idx="29721">
                  <c:v>20</c:v>
                </c:pt>
                <c:pt idx="29722">
                  <c:v>19</c:v>
                </c:pt>
                <c:pt idx="29723">
                  <c:v>23</c:v>
                </c:pt>
                <c:pt idx="29724">
                  <c:v>25</c:v>
                </c:pt>
                <c:pt idx="29725">
                  <c:v>25.5</c:v>
                </c:pt>
                <c:pt idx="29726">
                  <c:v>24</c:v>
                </c:pt>
                <c:pt idx="29727">
                  <c:v>23</c:v>
                </c:pt>
                <c:pt idx="29728">
                  <c:v>20.5</c:v>
                </c:pt>
                <c:pt idx="29729">
                  <c:v>21</c:v>
                </c:pt>
                <c:pt idx="29730">
                  <c:v>19</c:v>
                </c:pt>
                <c:pt idx="29731">
                  <c:v>21.5</c:v>
                </c:pt>
                <c:pt idx="29732">
                  <c:v>23</c:v>
                </c:pt>
                <c:pt idx="29733">
                  <c:v>22</c:v>
                </c:pt>
                <c:pt idx="29734">
                  <c:v>21</c:v>
                </c:pt>
                <c:pt idx="29735">
                  <c:v>21.5</c:v>
                </c:pt>
                <c:pt idx="29736">
                  <c:v>19.5</c:v>
                </c:pt>
                <c:pt idx="29737">
                  <c:v>21</c:v>
                </c:pt>
                <c:pt idx="29738">
                  <c:v>20.5</c:v>
                </c:pt>
                <c:pt idx="29739">
                  <c:v>21.5</c:v>
                </c:pt>
                <c:pt idx="29740">
                  <c:v>23</c:v>
                </c:pt>
                <c:pt idx="29741">
                  <c:v>23</c:v>
                </c:pt>
                <c:pt idx="29742">
                  <c:v>22</c:v>
                </c:pt>
                <c:pt idx="29743">
                  <c:v>23</c:v>
                </c:pt>
                <c:pt idx="29744">
                  <c:v>25</c:v>
                </c:pt>
                <c:pt idx="29745">
                  <c:v>25.5</c:v>
                </c:pt>
                <c:pt idx="29746">
                  <c:v>26</c:v>
                </c:pt>
                <c:pt idx="29747">
                  <c:v>27.5</c:v>
                </c:pt>
                <c:pt idx="29748">
                  <c:v>27.5</c:v>
                </c:pt>
                <c:pt idx="29749">
                  <c:v>27.5</c:v>
                </c:pt>
                <c:pt idx="29750">
                  <c:v>25.5</c:v>
                </c:pt>
                <c:pt idx="29751">
                  <c:v>25</c:v>
                </c:pt>
                <c:pt idx="29752">
                  <c:v>26.5</c:v>
                </c:pt>
                <c:pt idx="29753">
                  <c:v>27.5</c:v>
                </c:pt>
                <c:pt idx="29754">
                  <c:v>27</c:v>
                </c:pt>
                <c:pt idx="29755">
                  <c:v>25.5</c:v>
                </c:pt>
                <c:pt idx="29756">
                  <c:v>26.5</c:v>
                </c:pt>
                <c:pt idx="29757">
                  <c:v>28</c:v>
                </c:pt>
                <c:pt idx="29758">
                  <c:v>29.5</c:v>
                </c:pt>
                <c:pt idx="29759">
                  <c:v>28.5</c:v>
                </c:pt>
                <c:pt idx="29760">
                  <c:v>26</c:v>
                </c:pt>
                <c:pt idx="29761">
                  <c:v>28.5</c:v>
                </c:pt>
                <c:pt idx="29762">
                  <c:v>30</c:v>
                </c:pt>
                <c:pt idx="29763">
                  <c:v>32</c:v>
                </c:pt>
                <c:pt idx="29764">
                  <c:v>33.5</c:v>
                </c:pt>
                <c:pt idx="29765">
                  <c:v>30.5</c:v>
                </c:pt>
                <c:pt idx="29766">
                  <c:v>32</c:v>
                </c:pt>
                <c:pt idx="29767">
                  <c:v>31.5</c:v>
                </c:pt>
                <c:pt idx="29768">
                  <c:v>31</c:v>
                </c:pt>
                <c:pt idx="29769">
                  <c:v>32</c:v>
                </c:pt>
                <c:pt idx="29770">
                  <c:v>30.5</c:v>
                </c:pt>
                <c:pt idx="29771">
                  <c:v>31.5</c:v>
                </c:pt>
                <c:pt idx="29772">
                  <c:v>31</c:v>
                </c:pt>
                <c:pt idx="29773">
                  <c:v>26.5</c:v>
                </c:pt>
                <c:pt idx="29774">
                  <c:v>25.5</c:v>
                </c:pt>
                <c:pt idx="29775">
                  <c:v>29</c:v>
                </c:pt>
                <c:pt idx="29776">
                  <c:v>29.5</c:v>
                </c:pt>
                <c:pt idx="29777">
                  <c:v>30</c:v>
                </c:pt>
                <c:pt idx="29778">
                  <c:v>29.5</c:v>
                </c:pt>
                <c:pt idx="29779">
                  <c:v>29</c:v>
                </c:pt>
                <c:pt idx="29780">
                  <c:v>29.5</c:v>
                </c:pt>
                <c:pt idx="29781">
                  <c:v>29.5</c:v>
                </c:pt>
                <c:pt idx="29782">
                  <c:v>27</c:v>
                </c:pt>
                <c:pt idx="29783">
                  <c:v>27</c:v>
                </c:pt>
                <c:pt idx="29784">
                  <c:v>28.5</c:v>
                </c:pt>
                <c:pt idx="29785">
                  <c:v>30.5</c:v>
                </c:pt>
                <c:pt idx="29786">
                  <c:v>31</c:v>
                </c:pt>
                <c:pt idx="29787">
                  <c:v>32</c:v>
                </c:pt>
                <c:pt idx="29788">
                  <c:v>33</c:v>
                </c:pt>
                <c:pt idx="29789">
                  <c:v>31.5</c:v>
                </c:pt>
                <c:pt idx="29790">
                  <c:v>31.5</c:v>
                </c:pt>
                <c:pt idx="29791">
                  <c:v>30.5</c:v>
                </c:pt>
                <c:pt idx="29792">
                  <c:v>32.5</c:v>
                </c:pt>
                <c:pt idx="29793">
                  <c:v>32</c:v>
                </c:pt>
                <c:pt idx="29794">
                  <c:v>31.5</c:v>
                </c:pt>
                <c:pt idx="29795">
                  <c:v>31.5</c:v>
                </c:pt>
                <c:pt idx="29796">
                  <c:v>30</c:v>
                </c:pt>
                <c:pt idx="29797">
                  <c:v>29</c:v>
                </c:pt>
                <c:pt idx="29798">
                  <c:v>31</c:v>
                </c:pt>
                <c:pt idx="29799">
                  <c:v>32</c:v>
                </c:pt>
                <c:pt idx="29800">
                  <c:v>31.5</c:v>
                </c:pt>
                <c:pt idx="29801">
                  <c:v>30.5</c:v>
                </c:pt>
                <c:pt idx="29802">
                  <c:v>31.5</c:v>
                </c:pt>
                <c:pt idx="29803">
                  <c:v>32</c:v>
                </c:pt>
                <c:pt idx="29804">
                  <c:v>34</c:v>
                </c:pt>
                <c:pt idx="29805">
                  <c:v>34.5</c:v>
                </c:pt>
                <c:pt idx="29806">
                  <c:v>35</c:v>
                </c:pt>
                <c:pt idx="29807">
                  <c:v>31.5</c:v>
                </c:pt>
                <c:pt idx="29808">
                  <c:v>33</c:v>
                </c:pt>
                <c:pt idx="29809">
                  <c:v>34</c:v>
                </c:pt>
                <c:pt idx="29810">
                  <c:v>32.5</c:v>
                </c:pt>
                <c:pt idx="29811">
                  <c:v>31.5</c:v>
                </c:pt>
                <c:pt idx="29812">
                  <c:v>28</c:v>
                </c:pt>
                <c:pt idx="29813">
                  <c:v>26.5</c:v>
                </c:pt>
                <c:pt idx="29814">
                  <c:v>28.5</c:v>
                </c:pt>
                <c:pt idx="29815">
                  <c:v>28</c:v>
                </c:pt>
                <c:pt idx="29816">
                  <c:v>27</c:v>
                </c:pt>
                <c:pt idx="29817">
                  <c:v>25.5</c:v>
                </c:pt>
                <c:pt idx="29818">
                  <c:v>27.5</c:v>
                </c:pt>
                <c:pt idx="29819">
                  <c:v>27</c:v>
                </c:pt>
                <c:pt idx="29820">
                  <c:v>27.5</c:v>
                </c:pt>
                <c:pt idx="29821">
                  <c:v>25</c:v>
                </c:pt>
                <c:pt idx="29822">
                  <c:v>24.5</c:v>
                </c:pt>
                <c:pt idx="29823">
                  <c:v>25.5</c:v>
                </c:pt>
                <c:pt idx="29824">
                  <c:v>27</c:v>
                </c:pt>
                <c:pt idx="29825">
                  <c:v>26.5</c:v>
                </c:pt>
                <c:pt idx="29826">
                  <c:v>24</c:v>
                </c:pt>
                <c:pt idx="29827">
                  <c:v>24.5</c:v>
                </c:pt>
                <c:pt idx="29828">
                  <c:v>26</c:v>
                </c:pt>
                <c:pt idx="29829">
                  <c:v>25</c:v>
                </c:pt>
                <c:pt idx="29830">
                  <c:v>26</c:v>
                </c:pt>
                <c:pt idx="29831">
                  <c:v>27</c:v>
                </c:pt>
                <c:pt idx="29832">
                  <c:v>28</c:v>
                </c:pt>
                <c:pt idx="29833">
                  <c:v>28.5</c:v>
                </c:pt>
                <c:pt idx="29834">
                  <c:v>26.5</c:v>
                </c:pt>
                <c:pt idx="29835">
                  <c:v>25.5</c:v>
                </c:pt>
                <c:pt idx="29836">
                  <c:v>27.5</c:v>
                </c:pt>
                <c:pt idx="29837">
                  <c:v>28.5</c:v>
                </c:pt>
                <c:pt idx="29838">
                  <c:v>27</c:v>
                </c:pt>
                <c:pt idx="29839">
                  <c:v>24</c:v>
                </c:pt>
                <c:pt idx="29840">
                  <c:v>22</c:v>
                </c:pt>
                <c:pt idx="29841">
                  <c:v>23.5</c:v>
                </c:pt>
                <c:pt idx="29842">
                  <c:v>24</c:v>
                </c:pt>
                <c:pt idx="29843">
                  <c:v>19</c:v>
                </c:pt>
                <c:pt idx="29844">
                  <c:v>18.5</c:v>
                </c:pt>
                <c:pt idx="29845">
                  <c:v>19</c:v>
                </c:pt>
                <c:pt idx="29846">
                  <c:v>20.5</c:v>
                </c:pt>
                <c:pt idx="29847">
                  <c:v>22.5</c:v>
                </c:pt>
                <c:pt idx="29848">
                  <c:v>23.5</c:v>
                </c:pt>
                <c:pt idx="29849">
                  <c:v>25</c:v>
                </c:pt>
                <c:pt idx="29850">
                  <c:v>23</c:v>
                </c:pt>
                <c:pt idx="29851">
                  <c:v>23</c:v>
                </c:pt>
                <c:pt idx="29852">
                  <c:v>24</c:v>
                </c:pt>
                <c:pt idx="29853">
                  <c:v>24</c:v>
                </c:pt>
                <c:pt idx="29854">
                  <c:v>21</c:v>
                </c:pt>
                <c:pt idx="29855">
                  <c:v>21</c:v>
                </c:pt>
                <c:pt idx="29856">
                  <c:v>19.5</c:v>
                </c:pt>
                <c:pt idx="29857">
                  <c:v>18.5</c:v>
                </c:pt>
                <c:pt idx="29858">
                  <c:v>17.5</c:v>
                </c:pt>
                <c:pt idx="29859">
                  <c:v>18.5</c:v>
                </c:pt>
                <c:pt idx="29860">
                  <c:v>19.5</c:v>
                </c:pt>
                <c:pt idx="29861">
                  <c:v>20.5</c:v>
                </c:pt>
                <c:pt idx="29862">
                  <c:v>16.5</c:v>
                </c:pt>
                <c:pt idx="29863">
                  <c:v>15.5</c:v>
                </c:pt>
                <c:pt idx="29864">
                  <c:v>17</c:v>
                </c:pt>
                <c:pt idx="29865">
                  <c:v>18.5</c:v>
                </c:pt>
                <c:pt idx="29866">
                  <c:v>20</c:v>
                </c:pt>
                <c:pt idx="29867">
                  <c:v>18.5</c:v>
                </c:pt>
                <c:pt idx="29868">
                  <c:v>19.5</c:v>
                </c:pt>
                <c:pt idx="29869">
                  <c:v>21.5</c:v>
                </c:pt>
                <c:pt idx="29870">
                  <c:v>23.5</c:v>
                </c:pt>
                <c:pt idx="29871">
                  <c:v>23.5</c:v>
                </c:pt>
                <c:pt idx="29872">
                  <c:v>22</c:v>
                </c:pt>
                <c:pt idx="29873">
                  <c:v>21.5</c:v>
                </c:pt>
                <c:pt idx="29874">
                  <c:v>20.5</c:v>
                </c:pt>
                <c:pt idx="29875">
                  <c:v>20.5</c:v>
                </c:pt>
                <c:pt idx="29876">
                  <c:v>20.5</c:v>
                </c:pt>
                <c:pt idx="29877">
                  <c:v>21</c:v>
                </c:pt>
                <c:pt idx="29878">
                  <c:v>21.5</c:v>
                </c:pt>
                <c:pt idx="29879">
                  <c:v>22.5</c:v>
                </c:pt>
                <c:pt idx="29880">
                  <c:v>21</c:v>
                </c:pt>
                <c:pt idx="29881">
                  <c:v>20.5</c:v>
                </c:pt>
                <c:pt idx="29882">
                  <c:v>20</c:v>
                </c:pt>
                <c:pt idx="29883">
                  <c:v>19.5</c:v>
                </c:pt>
                <c:pt idx="29884">
                  <c:v>16</c:v>
                </c:pt>
                <c:pt idx="29885">
                  <c:v>15</c:v>
                </c:pt>
                <c:pt idx="29886">
                  <c:v>15</c:v>
                </c:pt>
                <c:pt idx="29887">
                  <c:v>13.5</c:v>
                </c:pt>
                <c:pt idx="29888">
                  <c:v>13</c:v>
                </c:pt>
                <c:pt idx="29889">
                  <c:v>10.5</c:v>
                </c:pt>
                <c:pt idx="29890">
                  <c:v>10</c:v>
                </c:pt>
                <c:pt idx="29891">
                  <c:v>10.5</c:v>
                </c:pt>
                <c:pt idx="29892">
                  <c:v>11</c:v>
                </c:pt>
                <c:pt idx="29893">
                  <c:v>12</c:v>
                </c:pt>
                <c:pt idx="29894">
                  <c:v>11</c:v>
                </c:pt>
                <c:pt idx="29895">
                  <c:v>11</c:v>
                </c:pt>
                <c:pt idx="29896">
                  <c:v>12.5</c:v>
                </c:pt>
                <c:pt idx="29897">
                  <c:v>12</c:v>
                </c:pt>
                <c:pt idx="29898">
                  <c:v>13.5</c:v>
                </c:pt>
                <c:pt idx="29899">
                  <c:v>13.5</c:v>
                </c:pt>
                <c:pt idx="29900">
                  <c:v>12</c:v>
                </c:pt>
                <c:pt idx="29901">
                  <c:v>11</c:v>
                </c:pt>
                <c:pt idx="29902">
                  <c:v>10.5</c:v>
                </c:pt>
                <c:pt idx="29903">
                  <c:v>10</c:v>
                </c:pt>
                <c:pt idx="29904">
                  <c:v>10.5</c:v>
                </c:pt>
                <c:pt idx="29905">
                  <c:v>11</c:v>
                </c:pt>
                <c:pt idx="29906">
                  <c:v>11</c:v>
                </c:pt>
                <c:pt idx="29907">
                  <c:v>8</c:v>
                </c:pt>
                <c:pt idx="29908">
                  <c:v>6.5</c:v>
                </c:pt>
                <c:pt idx="29909">
                  <c:v>6</c:v>
                </c:pt>
                <c:pt idx="29910">
                  <c:v>8.5</c:v>
                </c:pt>
                <c:pt idx="29911">
                  <c:v>9.5</c:v>
                </c:pt>
                <c:pt idx="29912">
                  <c:v>11.5</c:v>
                </c:pt>
                <c:pt idx="29913">
                  <c:v>12</c:v>
                </c:pt>
                <c:pt idx="29914">
                  <c:v>9</c:v>
                </c:pt>
                <c:pt idx="29915">
                  <c:v>6.5</c:v>
                </c:pt>
                <c:pt idx="29916">
                  <c:v>6</c:v>
                </c:pt>
                <c:pt idx="29917">
                  <c:v>6</c:v>
                </c:pt>
                <c:pt idx="29918">
                  <c:v>7</c:v>
                </c:pt>
                <c:pt idx="29919">
                  <c:v>6</c:v>
                </c:pt>
                <c:pt idx="29920">
                  <c:v>5</c:v>
                </c:pt>
                <c:pt idx="29921">
                  <c:v>6</c:v>
                </c:pt>
                <c:pt idx="29922">
                  <c:v>7</c:v>
                </c:pt>
                <c:pt idx="29923">
                  <c:v>7</c:v>
                </c:pt>
                <c:pt idx="29924">
                  <c:v>7.5</c:v>
                </c:pt>
                <c:pt idx="29925">
                  <c:v>8.5</c:v>
                </c:pt>
                <c:pt idx="29926">
                  <c:v>7.5</c:v>
                </c:pt>
                <c:pt idx="29927">
                  <c:v>9</c:v>
                </c:pt>
                <c:pt idx="29928">
                  <c:v>8.5</c:v>
                </c:pt>
                <c:pt idx="29929">
                  <c:v>9</c:v>
                </c:pt>
                <c:pt idx="29930">
                  <c:v>12</c:v>
                </c:pt>
                <c:pt idx="29931">
                  <c:v>10.5</c:v>
                </c:pt>
                <c:pt idx="29932">
                  <c:v>7.5</c:v>
                </c:pt>
                <c:pt idx="29933">
                  <c:v>7</c:v>
                </c:pt>
                <c:pt idx="29934">
                  <c:v>6.5</c:v>
                </c:pt>
                <c:pt idx="29935">
                  <c:v>7</c:v>
                </c:pt>
                <c:pt idx="29936">
                  <c:v>5</c:v>
                </c:pt>
                <c:pt idx="29937">
                  <c:v>6</c:v>
                </c:pt>
                <c:pt idx="29938">
                  <c:v>6</c:v>
                </c:pt>
                <c:pt idx="29939">
                  <c:v>6</c:v>
                </c:pt>
                <c:pt idx="29940">
                  <c:v>6.5</c:v>
                </c:pt>
                <c:pt idx="29941">
                  <c:v>7.5</c:v>
                </c:pt>
                <c:pt idx="29942">
                  <c:v>6.5</c:v>
                </c:pt>
                <c:pt idx="29943">
                  <c:v>6.5</c:v>
                </c:pt>
                <c:pt idx="29944">
                  <c:v>5.5</c:v>
                </c:pt>
                <c:pt idx="29945">
                  <c:v>7</c:v>
                </c:pt>
                <c:pt idx="29946">
                  <c:v>8.5</c:v>
                </c:pt>
                <c:pt idx="29947">
                  <c:v>9.5</c:v>
                </c:pt>
                <c:pt idx="29948">
                  <c:v>7</c:v>
                </c:pt>
                <c:pt idx="29949">
                  <c:v>6.5</c:v>
                </c:pt>
                <c:pt idx="29950">
                  <c:v>6.5</c:v>
                </c:pt>
                <c:pt idx="29951">
                  <c:v>8.5</c:v>
                </c:pt>
                <c:pt idx="29952">
                  <c:v>10</c:v>
                </c:pt>
                <c:pt idx="29953">
                  <c:v>9.5</c:v>
                </c:pt>
                <c:pt idx="29954">
                  <c:v>9</c:v>
                </c:pt>
                <c:pt idx="29955">
                  <c:v>12</c:v>
                </c:pt>
                <c:pt idx="29956">
                  <c:v>9.5</c:v>
                </c:pt>
                <c:pt idx="29957">
                  <c:v>9</c:v>
                </c:pt>
                <c:pt idx="29958">
                  <c:v>9</c:v>
                </c:pt>
                <c:pt idx="29959">
                  <c:v>6.5</c:v>
                </c:pt>
                <c:pt idx="29960">
                  <c:v>6.5</c:v>
                </c:pt>
                <c:pt idx="29961">
                  <c:v>7</c:v>
                </c:pt>
                <c:pt idx="29962">
                  <c:v>5.5</c:v>
                </c:pt>
                <c:pt idx="29963">
                  <c:v>6</c:v>
                </c:pt>
                <c:pt idx="29964">
                  <c:v>6</c:v>
                </c:pt>
                <c:pt idx="29965">
                  <c:v>5</c:v>
                </c:pt>
                <c:pt idx="29966">
                  <c:v>4.5</c:v>
                </c:pt>
                <c:pt idx="29967">
                  <c:v>5.5</c:v>
                </c:pt>
                <c:pt idx="29968">
                  <c:v>7</c:v>
                </c:pt>
                <c:pt idx="29969">
                  <c:v>7.5</c:v>
                </c:pt>
                <c:pt idx="29970">
                  <c:v>8</c:v>
                </c:pt>
                <c:pt idx="29971">
                  <c:v>8.5</c:v>
                </c:pt>
                <c:pt idx="29972">
                  <c:v>7</c:v>
                </c:pt>
                <c:pt idx="29973">
                  <c:v>6.5</c:v>
                </c:pt>
                <c:pt idx="29974">
                  <c:v>6.5</c:v>
                </c:pt>
                <c:pt idx="29975">
                  <c:v>4.5</c:v>
                </c:pt>
                <c:pt idx="29976">
                  <c:v>4.5</c:v>
                </c:pt>
                <c:pt idx="29977">
                  <c:v>5.5</c:v>
                </c:pt>
                <c:pt idx="29978">
                  <c:v>7</c:v>
                </c:pt>
                <c:pt idx="29979">
                  <c:v>6.5</c:v>
                </c:pt>
                <c:pt idx="29980">
                  <c:v>4.5</c:v>
                </c:pt>
                <c:pt idx="29981">
                  <c:v>3.5</c:v>
                </c:pt>
                <c:pt idx="29982">
                  <c:v>3</c:v>
                </c:pt>
                <c:pt idx="29983">
                  <c:v>2</c:v>
                </c:pt>
                <c:pt idx="29984">
                  <c:v>0.5</c:v>
                </c:pt>
                <c:pt idx="29985">
                  <c:v>2</c:v>
                </c:pt>
                <c:pt idx="29986">
                  <c:v>3</c:v>
                </c:pt>
                <c:pt idx="29987">
                  <c:v>4.5</c:v>
                </c:pt>
                <c:pt idx="29988">
                  <c:v>5.5</c:v>
                </c:pt>
                <c:pt idx="29989">
                  <c:v>3</c:v>
                </c:pt>
                <c:pt idx="29990">
                  <c:v>1</c:v>
                </c:pt>
                <c:pt idx="29991">
                  <c:v>1</c:v>
                </c:pt>
                <c:pt idx="29992">
                  <c:v>1.5</c:v>
                </c:pt>
                <c:pt idx="29993">
                  <c:v>1.5</c:v>
                </c:pt>
                <c:pt idx="29994">
                  <c:v>0.5</c:v>
                </c:pt>
                <c:pt idx="29995">
                  <c:v>2.5</c:v>
                </c:pt>
                <c:pt idx="29996">
                  <c:v>5.5</c:v>
                </c:pt>
                <c:pt idx="29997">
                  <c:v>3.5</c:v>
                </c:pt>
                <c:pt idx="29998">
                  <c:v>2</c:v>
                </c:pt>
                <c:pt idx="29999">
                  <c:v>0</c:v>
                </c:pt>
                <c:pt idx="30000">
                  <c:v>-0.5</c:v>
                </c:pt>
                <c:pt idx="30001">
                  <c:v>0</c:v>
                </c:pt>
                <c:pt idx="30002">
                  <c:v>1</c:v>
                </c:pt>
                <c:pt idx="30003">
                  <c:v>2</c:v>
                </c:pt>
                <c:pt idx="30004">
                  <c:v>4.5</c:v>
                </c:pt>
                <c:pt idx="30005">
                  <c:v>5</c:v>
                </c:pt>
                <c:pt idx="30006">
                  <c:v>6.5</c:v>
                </c:pt>
                <c:pt idx="30007">
                  <c:v>7</c:v>
                </c:pt>
                <c:pt idx="30008">
                  <c:v>7</c:v>
                </c:pt>
                <c:pt idx="30009">
                  <c:v>6.5</c:v>
                </c:pt>
                <c:pt idx="30010">
                  <c:v>8.5</c:v>
                </c:pt>
                <c:pt idx="30011">
                  <c:v>11.5</c:v>
                </c:pt>
                <c:pt idx="30012">
                  <c:v>11</c:v>
                </c:pt>
                <c:pt idx="30013">
                  <c:v>13.5</c:v>
                </c:pt>
                <c:pt idx="30014">
                  <c:v>15</c:v>
                </c:pt>
                <c:pt idx="30015">
                  <c:v>12.5</c:v>
                </c:pt>
                <c:pt idx="30016">
                  <c:v>8.5</c:v>
                </c:pt>
                <c:pt idx="30017">
                  <c:v>6</c:v>
                </c:pt>
                <c:pt idx="30018">
                  <c:v>5.5</c:v>
                </c:pt>
                <c:pt idx="30019">
                  <c:v>8</c:v>
                </c:pt>
                <c:pt idx="30020">
                  <c:v>9</c:v>
                </c:pt>
                <c:pt idx="30021">
                  <c:v>9</c:v>
                </c:pt>
                <c:pt idx="30022">
                  <c:v>9</c:v>
                </c:pt>
                <c:pt idx="30023">
                  <c:v>8</c:v>
                </c:pt>
                <c:pt idx="30024">
                  <c:v>11.5</c:v>
                </c:pt>
                <c:pt idx="30025">
                  <c:v>12.5</c:v>
                </c:pt>
                <c:pt idx="30026">
                  <c:v>15.5</c:v>
                </c:pt>
                <c:pt idx="30027">
                  <c:v>17</c:v>
                </c:pt>
                <c:pt idx="30028">
                  <c:v>16.5</c:v>
                </c:pt>
                <c:pt idx="30029">
                  <c:v>16</c:v>
                </c:pt>
                <c:pt idx="30030">
                  <c:v>15.5</c:v>
                </c:pt>
                <c:pt idx="30031">
                  <c:v>14</c:v>
                </c:pt>
                <c:pt idx="30032">
                  <c:v>13</c:v>
                </c:pt>
                <c:pt idx="30033">
                  <c:v>12.5</c:v>
                </c:pt>
                <c:pt idx="30034">
                  <c:v>15</c:v>
                </c:pt>
                <c:pt idx="30035">
                  <c:v>12.5</c:v>
                </c:pt>
                <c:pt idx="30036">
                  <c:v>15</c:v>
                </c:pt>
                <c:pt idx="30037">
                  <c:v>15</c:v>
                </c:pt>
                <c:pt idx="30038">
                  <c:v>15</c:v>
                </c:pt>
                <c:pt idx="30039">
                  <c:v>13</c:v>
                </c:pt>
                <c:pt idx="30040">
                  <c:v>11</c:v>
                </c:pt>
                <c:pt idx="30041">
                  <c:v>7</c:v>
                </c:pt>
                <c:pt idx="30042">
                  <c:v>8</c:v>
                </c:pt>
                <c:pt idx="30043">
                  <c:v>10</c:v>
                </c:pt>
                <c:pt idx="30044">
                  <c:v>11</c:v>
                </c:pt>
                <c:pt idx="30045">
                  <c:v>10.5</c:v>
                </c:pt>
                <c:pt idx="30046">
                  <c:v>12.5</c:v>
                </c:pt>
                <c:pt idx="30047">
                  <c:v>14</c:v>
                </c:pt>
                <c:pt idx="30048">
                  <c:v>14</c:v>
                </c:pt>
                <c:pt idx="30049">
                  <c:v>13</c:v>
                </c:pt>
                <c:pt idx="30050">
                  <c:v>13</c:v>
                </c:pt>
                <c:pt idx="30051">
                  <c:v>16</c:v>
                </c:pt>
                <c:pt idx="30052">
                  <c:v>17</c:v>
                </c:pt>
                <c:pt idx="30053">
                  <c:v>17</c:v>
                </c:pt>
                <c:pt idx="30054">
                  <c:v>18</c:v>
                </c:pt>
                <c:pt idx="30055">
                  <c:v>19</c:v>
                </c:pt>
                <c:pt idx="30056">
                  <c:v>19.5</c:v>
                </c:pt>
                <c:pt idx="30057">
                  <c:v>20</c:v>
                </c:pt>
                <c:pt idx="30058">
                  <c:v>16.5</c:v>
                </c:pt>
                <c:pt idx="30059">
                  <c:v>16</c:v>
                </c:pt>
                <c:pt idx="30060">
                  <c:v>16</c:v>
                </c:pt>
                <c:pt idx="30061">
                  <c:v>15</c:v>
                </c:pt>
                <c:pt idx="30062">
                  <c:v>14.5</c:v>
                </c:pt>
                <c:pt idx="30063">
                  <c:v>15.5</c:v>
                </c:pt>
                <c:pt idx="30064">
                  <c:v>16.5</c:v>
                </c:pt>
                <c:pt idx="30065">
                  <c:v>16.5</c:v>
                </c:pt>
                <c:pt idx="30066">
                  <c:v>17</c:v>
                </c:pt>
                <c:pt idx="30067">
                  <c:v>13.5</c:v>
                </c:pt>
                <c:pt idx="30068">
                  <c:v>17</c:v>
                </c:pt>
                <c:pt idx="30069">
                  <c:v>17.5</c:v>
                </c:pt>
                <c:pt idx="30070">
                  <c:v>16</c:v>
                </c:pt>
                <c:pt idx="30071">
                  <c:v>18.5</c:v>
                </c:pt>
                <c:pt idx="30072">
                  <c:v>19.5</c:v>
                </c:pt>
                <c:pt idx="30073">
                  <c:v>21</c:v>
                </c:pt>
                <c:pt idx="30074">
                  <c:v>21.5</c:v>
                </c:pt>
                <c:pt idx="30075">
                  <c:v>21.5</c:v>
                </c:pt>
                <c:pt idx="30076">
                  <c:v>22</c:v>
                </c:pt>
                <c:pt idx="30077">
                  <c:v>22</c:v>
                </c:pt>
                <c:pt idx="30078">
                  <c:v>22.5</c:v>
                </c:pt>
                <c:pt idx="30079">
                  <c:v>22.5</c:v>
                </c:pt>
                <c:pt idx="30080">
                  <c:v>22</c:v>
                </c:pt>
                <c:pt idx="30081">
                  <c:v>20.5</c:v>
                </c:pt>
                <c:pt idx="30082">
                  <c:v>20.5</c:v>
                </c:pt>
                <c:pt idx="30083">
                  <c:v>22</c:v>
                </c:pt>
                <c:pt idx="30084">
                  <c:v>21.5</c:v>
                </c:pt>
                <c:pt idx="30085">
                  <c:v>19.5</c:v>
                </c:pt>
                <c:pt idx="30086">
                  <c:v>19.5</c:v>
                </c:pt>
                <c:pt idx="30087">
                  <c:v>18.5</c:v>
                </c:pt>
                <c:pt idx="30088">
                  <c:v>18.5</c:v>
                </c:pt>
                <c:pt idx="30089">
                  <c:v>21</c:v>
                </c:pt>
                <c:pt idx="30090">
                  <c:v>22.5</c:v>
                </c:pt>
                <c:pt idx="30091">
                  <c:v>24</c:v>
                </c:pt>
                <c:pt idx="30092">
                  <c:v>17.5</c:v>
                </c:pt>
                <c:pt idx="30093">
                  <c:v>20</c:v>
                </c:pt>
                <c:pt idx="30094">
                  <c:v>22.5</c:v>
                </c:pt>
                <c:pt idx="30095">
                  <c:v>20</c:v>
                </c:pt>
                <c:pt idx="30096">
                  <c:v>21.5</c:v>
                </c:pt>
                <c:pt idx="30097">
                  <c:v>24.5</c:v>
                </c:pt>
                <c:pt idx="30098">
                  <c:v>26.5</c:v>
                </c:pt>
                <c:pt idx="30099">
                  <c:v>28.5</c:v>
                </c:pt>
                <c:pt idx="30100">
                  <c:v>29</c:v>
                </c:pt>
                <c:pt idx="30101">
                  <c:v>26</c:v>
                </c:pt>
                <c:pt idx="30102">
                  <c:v>18.5</c:v>
                </c:pt>
                <c:pt idx="30103">
                  <c:v>22</c:v>
                </c:pt>
                <c:pt idx="30104">
                  <c:v>23.5</c:v>
                </c:pt>
                <c:pt idx="30105">
                  <c:v>26</c:v>
                </c:pt>
                <c:pt idx="30106">
                  <c:v>27</c:v>
                </c:pt>
                <c:pt idx="30107">
                  <c:v>23</c:v>
                </c:pt>
                <c:pt idx="30108">
                  <c:v>24</c:v>
                </c:pt>
                <c:pt idx="30109">
                  <c:v>21.5</c:v>
                </c:pt>
                <c:pt idx="30110">
                  <c:v>22</c:v>
                </c:pt>
                <c:pt idx="30111">
                  <c:v>25</c:v>
                </c:pt>
                <c:pt idx="30112">
                  <c:v>25.5</c:v>
                </c:pt>
                <c:pt idx="30113">
                  <c:v>25.5</c:v>
                </c:pt>
                <c:pt idx="30114">
                  <c:v>26.5</c:v>
                </c:pt>
                <c:pt idx="30115">
                  <c:v>25.5</c:v>
                </c:pt>
                <c:pt idx="30116">
                  <c:v>27</c:v>
                </c:pt>
                <c:pt idx="30117">
                  <c:v>25.5</c:v>
                </c:pt>
                <c:pt idx="30118">
                  <c:v>28.5</c:v>
                </c:pt>
                <c:pt idx="30119">
                  <c:v>30</c:v>
                </c:pt>
                <c:pt idx="30120">
                  <c:v>31.5</c:v>
                </c:pt>
                <c:pt idx="30121">
                  <c:v>32</c:v>
                </c:pt>
                <c:pt idx="30122">
                  <c:v>32</c:v>
                </c:pt>
                <c:pt idx="30123">
                  <c:v>31.5</c:v>
                </c:pt>
                <c:pt idx="30124">
                  <c:v>31.5</c:v>
                </c:pt>
                <c:pt idx="30125">
                  <c:v>30.5</c:v>
                </c:pt>
                <c:pt idx="30126">
                  <c:v>32</c:v>
                </c:pt>
                <c:pt idx="30127">
                  <c:v>32.5</c:v>
                </c:pt>
                <c:pt idx="30128">
                  <c:v>34.5</c:v>
                </c:pt>
                <c:pt idx="30129">
                  <c:v>33.5</c:v>
                </c:pt>
                <c:pt idx="30130">
                  <c:v>34.5</c:v>
                </c:pt>
                <c:pt idx="30131">
                  <c:v>33</c:v>
                </c:pt>
                <c:pt idx="30132">
                  <c:v>27</c:v>
                </c:pt>
                <c:pt idx="30133">
                  <c:v>27.5</c:v>
                </c:pt>
                <c:pt idx="30134">
                  <c:v>28.5</c:v>
                </c:pt>
                <c:pt idx="30135">
                  <c:v>29.5</c:v>
                </c:pt>
                <c:pt idx="30136">
                  <c:v>30</c:v>
                </c:pt>
                <c:pt idx="30137">
                  <c:v>30.5</c:v>
                </c:pt>
                <c:pt idx="30138">
                  <c:v>28</c:v>
                </c:pt>
                <c:pt idx="30139">
                  <c:v>26.5</c:v>
                </c:pt>
                <c:pt idx="30140">
                  <c:v>27</c:v>
                </c:pt>
                <c:pt idx="30141">
                  <c:v>27.5</c:v>
                </c:pt>
                <c:pt idx="30142">
                  <c:v>28</c:v>
                </c:pt>
                <c:pt idx="30143">
                  <c:v>28.5</c:v>
                </c:pt>
                <c:pt idx="30144">
                  <c:v>28</c:v>
                </c:pt>
                <c:pt idx="30145">
                  <c:v>26</c:v>
                </c:pt>
                <c:pt idx="30146">
                  <c:v>26</c:v>
                </c:pt>
                <c:pt idx="30147">
                  <c:v>29.5</c:v>
                </c:pt>
                <c:pt idx="30148">
                  <c:v>28</c:v>
                </c:pt>
                <c:pt idx="30149">
                  <c:v>29.5</c:v>
                </c:pt>
                <c:pt idx="30150">
                  <c:v>31</c:v>
                </c:pt>
                <c:pt idx="30151">
                  <c:v>30.5</c:v>
                </c:pt>
                <c:pt idx="30152">
                  <c:v>28.5</c:v>
                </c:pt>
                <c:pt idx="30153">
                  <c:v>26.5</c:v>
                </c:pt>
                <c:pt idx="30154">
                  <c:v>25</c:v>
                </c:pt>
                <c:pt idx="30155">
                  <c:v>27</c:v>
                </c:pt>
                <c:pt idx="30156">
                  <c:v>28.5</c:v>
                </c:pt>
                <c:pt idx="30157">
                  <c:v>26.5</c:v>
                </c:pt>
                <c:pt idx="30158">
                  <c:v>23.5</c:v>
                </c:pt>
                <c:pt idx="30159">
                  <c:v>25</c:v>
                </c:pt>
                <c:pt idx="30160">
                  <c:v>26.5</c:v>
                </c:pt>
                <c:pt idx="30161">
                  <c:v>27.5</c:v>
                </c:pt>
                <c:pt idx="30162">
                  <c:v>28</c:v>
                </c:pt>
                <c:pt idx="30163">
                  <c:v>30</c:v>
                </c:pt>
                <c:pt idx="30164">
                  <c:v>31</c:v>
                </c:pt>
                <c:pt idx="30165">
                  <c:v>31.5</c:v>
                </c:pt>
                <c:pt idx="30166">
                  <c:v>32</c:v>
                </c:pt>
                <c:pt idx="30167">
                  <c:v>30.5</c:v>
                </c:pt>
                <c:pt idx="30168">
                  <c:v>29</c:v>
                </c:pt>
                <c:pt idx="30169">
                  <c:v>31</c:v>
                </c:pt>
                <c:pt idx="30170">
                  <c:v>31.5</c:v>
                </c:pt>
                <c:pt idx="30171">
                  <c:v>30.5</c:v>
                </c:pt>
                <c:pt idx="30172">
                  <c:v>26.5</c:v>
                </c:pt>
                <c:pt idx="30173">
                  <c:v>26.5</c:v>
                </c:pt>
                <c:pt idx="30174">
                  <c:v>24</c:v>
                </c:pt>
                <c:pt idx="30175">
                  <c:v>23</c:v>
                </c:pt>
                <c:pt idx="30176">
                  <c:v>22</c:v>
                </c:pt>
                <c:pt idx="30177">
                  <c:v>24.5</c:v>
                </c:pt>
                <c:pt idx="30178">
                  <c:v>26</c:v>
                </c:pt>
                <c:pt idx="30179">
                  <c:v>26</c:v>
                </c:pt>
                <c:pt idx="30180">
                  <c:v>26</c:v>
                </c:pt>
                <c:pt idx="30181">
                  <c:v>27.5</c:v>
                </c:pt>
                <c:pt idx="30182">
                  <c:v>28</c:v>
                </c:pt>
                <c:pt idx="30183">
                  <c:v>29.5</c:v>
                </c:pt>
                <c:pt idx="30184">
                  <c:v>29.5</c:v>
                </c:pt>
                <c:pt idx="30185">
                  <c:v>29</c:v>
                </c:pt>
                <c:pt idx="30186">
                  <c:v>27.5</c:v>
                </c:pt>
                <c:pt idx="30187">
                  <c:v>26</c:v>
                </c:pt>
                <c:pt idx="30188">
                  <c:v>24.5</c:v>
                </c:pt>
                <c:pt idx="30189">
                  <c:v>26</c:v>
                </c:pt>
                <c:pt idx="30190">
                  <c:v>27</c:v>
                </c:pt>
                <c:pt idx="30191">
                  <c:v>25.5</c:v>
                </c:pt>
                <c:pt idx="30192">
                  <c:v>27.5</c:v>
                </c:pt>
                <c:pt idx="30193">
                  <c:v>26.5</c:v>
                </c:pt>
                <c:pt idx="30194">
                  <c:v>25.5</c:v>
                </c:pt>
                <c:pt idx="30195">
                  <c:v>26</c:v>
                </c:pt>
                <c:pt idx="30196">
                  <c:v>24</c:v>
                </c:pt>
                <c:pt idx="30197">
                  <c:v>26.5</c:v>
                </c:pt>
                <c:pt idx="30198">
                  <c:v>26.5</c:v>
                </c:pt>
                <c:pt idx="30199">
                  <c:v>26</c:v>
                </c:pt>
                <c:pt idx="30200">
                  <c:v>27</c:v>
                </c:pt>
                <c:pt idx="30201">
                  <c:v>26.5</c:v>
                </c:pt>
                <c:pt idx="30202">
                  <c:v>26.5</c:v>
                </c:pt>
                <c:pt idx="30203">
                  <c:v>27.5</c:v>
                </c:pt>
                <c:pt idx="30204">
                  <c:v>28</c:v>
                </c:pt>
                <c:pt idx="30205">
                  <c:v>27</c:v>
                </c:pt>
                <c:pt idx="30206">
                  <c:v>24</c:v>
                </c:pt>
                <c:pt idx="30207">
                  <c:v>22.5</c:v>
                </c:pt>
                <c:pt idx="30208">
                  <c:v>20</c:v>
                </c:pt>
                <c:pt idx="30209">
                  <c:v>20.5</c:v>
                </c:pt>
                <c:pt idx="30210">
                  <c:v>21</c:v>
                </c:pt>
                <c:pt idx="30211">
                  <c:v>22</c:v>
                </c:pt>
                <c:pt idx="30212">
                  <c:v>23</c:v>
                </c:pt>
                <c:pt idx="30213">
                  <c:v>23.5</c:v>
                </c:pt>
                <c:pt idx="30214">
                  <c:v>22</c:v>
                </c:pt>
                <c:pt idx="30215">
                  <c:v>24</c:v>
                </c:pt>
                <c:pt idx="30216">
                  <c:v>24</c:v>
                </c:pt>
                <c:pt idx="30217">
                  <c:v>23</c:v>
                </c:pt>
                <c:pt idx="30218">
                  <c:v>19.5</c:v>
                </c:pt>
                <c:pt idx="30219">
                  <c:v>19</c:v>
                </c:pt>
                <c:pt idx="30220">
                  <c:v>20.5</c:v>
                </c:pt>
                <c:pt idx="30221">
                  <c:v>22</c:v>
                </c:pt>
                <c:pt idx="30222">
                  <c:v>20</c:v>
                </c:pt>
                <c:pt idx="30223">
                  <c:v>21.5</c:v>
                </c:pt>
                <c:pt idx="30224">
                  <c:v>21.5</c:v>
                </c:pt>
                <c:pt idx="30225">
                  <c:v>20</c:v>
                </c:pt>
                <c:pt idx="30226">
                  <c:v>17</c:v>
                </c:pt>
                <c:pt idx="30227">
                  <c:v>16.5</c:v>
                </c:pt>
                <c:pt idx="30228">
                  <c:v>16</c:v>
                </c:pt>
                <c:pt idx="30229">
                  <c:v>17</c:v>
                </c:pt>
                <c:pt idx="30230">
                  <c:v>17</c:v>
                </c:pt>
                <c:pt idx="30231">
                  <c:v>18</c:v>
                </c:pt>
                <c:pt idx="30232">
                  <c:v>19</c:v>
                </c:pt>
                <c:pt idx="30233">
                  <c:v>18</c:v>
                </c:pt>
                <c:pt idx="30234">
                  <c:v>19</c:v>
                </c:pt>
                <c:pt idx="30235">
                  <c:v>17</c:v>
                </c:pt>
                <c:pt idx="30236">
                  <c:v>16.5</c:v>
                </c:pt>
                <c:pt idx="30237">
                  <c:v>18.5</c:v>
                </c:pt>
                <c:pt idx="30238">
                  <c:v>19.5</c:v>
                </c:pt>
                <c:pt idx="30239">
                  <c:v>18.5</c:v>
                </c:pt>
                <c:pt idx="30240">
                  <c:v>15</c:v>
                </c:pt>
                <c:pt idx="30241">
                  <c:v>14.5</c:v>
                </c:pt>
                <c:pt idx="30242">
                  <c:v>15.5</c:v>
                </c:pt>
                <c:pt idx="30243">
                  <c:v>17.5</c:v>
                </c:pt>
                <c:pt idx="30244">
                  <c:v>19</c:v>
                </c:pt>
                <c:pt idx="30245">
                  <c:v>20</c:v>
                </c:pt>
                <c:pt idx="30246">
                  <c:v>17.5</c:v>
                </c:pt>
                <c:pt idx="30247">
                  <c:v>18</c:v>
                </c:pt>
                <c:pt idx="30248">
                  <c:v>19</c:v>
                </c:pt>
                <c:pt idx="30249">
                  <c:v>18</c:v>
                </c:pt>
                <c:pt idx="30250">
                  <c:v>18.5</c:v>
                </c:pt>
                <c:pt idx="30251">
                  <c:v>18</c:v>
                </c:pt>
                <c:pt idx="30252">
                  <c:v>16.5</c:v>
                </c:pt>
                <c:pt idx="30253">
                  <c:v>16.5</c:v>
                </c:pt>
                <c:pt idx="30254">
                  <c:v>18</c:v>
                </c:pt>
                <c:pt idx="30255">
                  <c:v>15</c:v>
                </c:pt>
                <c:pt idx="30256">
                  <c:v>10.5</c:v>
                </c:pt>
                <c:pt idx="30257">
                  <c:v>10</c:v>
                </c:pt>
                <c:pt idx="30258">
                  <c:v>11.5</c:v>
                </c:pt>
                <c:pt idx="30259">
                  <c:v>12</c:v>
                </c:pt>
                <c:pt idx="30260">
                  <c:v>12.5</c:v>
                </c:pt>
                <c:pt idx="30261">
                  <c:v>13.5</c:v>
                </c:pt>
                <c:pt idx="30262">
                  <c:v>11</c:v>
                </c:pt>
                <c:pt idx="30263">
                  <c:v>10.5</c:v>
                </c:pt>
                <c:pt idx="30264">
                  <c:v>11</c:v>
                </c:pt>
                <c:pt idx="30265">
                  <c:v>14</c:v>
                </c:pt>
                <c:pt idx="30266">
                  <c:v>13.5</c:v>
                </c:pt>
                <c:pt idx="30267">
                  <c:v>11</c:v>
                </c:pt>
                <c:pt idx="30268">
                  <c:v>9</c:v>
                </c:pt>
                <c:pt idx="30269">
                  <c:v>8.5</c:v>
                </c:pt>
                <c:pt idx="30270">
                  <c:v>8.5</c:v>
                </c:pt>
                <c:pt idx="30271">
                  <c:v>10</c:v>
                </c:pt>
                <c:pt idx="30272">
                  <c:v>9.5</c:v>
                </c:pt>
                <c:pt idx="30273">
                  <c:v>8</c:v>
                </c:pt>
                <c:pt idx="30274">
                  <c:v>7.5</c:v>
                </c:pt>
                <c:pt idx="30275">
                  <c:v>7</c:v>
                </c:pt>
                <c:pt idx="30276">
                  <c:v>8.5</c:v>
                </c:pt>
                <c:pt idx="30277">
                  <c:v>8</c:v>
                </c:pt>
                <c:pt idx="30278">
                  <c:v>6</c:v>
                </c:pt>
                <c:pt idx="30279">
                  <c:v>6.5</c:v>
                </c:pt>
                <c:pt idx="30280">
                  <c:v>7</c:v>
                </c:pt>
                <c:pt idx="30281">
                  <c:v>7</c:v>
                </c:pt>
                <c:pt idx="30282">
                  <c:v>6</c:v>
                </c:pt>
                <c:pt idx="30283">
                  <c:v>7</c:v>
                </c:pt>
                <c:pt idx="30284">
                  <c:v>7.5</c:v>
                </c:pt>
                <c:pt idx="30285">
                  <c:v>5</c:v>
                </c:pt>
                <c:pt idx="30286">
                  <c:v>3.5</c:v>
                </c:pt>
                <c:pt idx="30287">
                  <c:v>5</c:v>
                </c:pt>
                <c:pt idx="30288">
                  <c:v>7</c:v>
                </c:pt>
                <c:pt idx="30289">
                  <c:v>7</c:v>
                </c:pt>
                <c:pt idx="30290">
                  <c:v>8</c:v>
                </c:pt>
                <c:pt idx="30291">
                  <c:v>8</c:v>
                </c:pt>
                <c:pt idx="30292">
                  <c:v>10.5</c:v>
                </c:pt>
                <c:pt idx="30293">
                  <c:v>11.5</c:v>
                </c:pt>
                <c:pt idx="30294">
                  <c:v>10</c:v>
                </c:pt>
                <c:pt idx="30295">
                  <c:v>9.5</c:v>
                </c:pt>
                <c:pt idx="30296">
                  <c:v>7</c:v>
                </c:pt>
                <c:pt idx="30297">
                  <c:v>10</c:v>
                </c:pt>
                <c:pt idx="30298">
                  <c:v>8.5</c:v>
                </c:pt>
                <c:pt idx="30299">
                  <c:v>7</c:v>
                </c:pt>
                <c:pt idx="30300">
                  <c:v>6.5</c:v>
                </c:pt>
                <c:pt idx="30301">
                  <c:v>7.5</c:v>
                </c:pt>
                <c:pt idx="30302">
                  <c:v>6</c:v>
                </c:pt>
                <c:pt idx="30303">
                  <c:v>7</c:v>
                </c:pt>
                <c:pt idx="30304">
                  <c:v>8</c:v>
                </c:pt>
                <c:pt idx="30305">
                  <c:v>7.5</c:v>
                </c:pt>
                <c:pt idx="30306">
                  <c:v>8.5</c:v>
                </c:pt>
                <c:pt idx="30307">
                  <c:v>6</c:v>
                </c:pt>
                <c:pt idx="30308">
                  <c:v>4</c:v>
                </c:pt>
                <c:pt idx="30309">
                  <c:v>4.5</c:v>
                </c:pt>
                <c:pt idx="30310">
                  <c:v>4</c:v>
                </c:pt>
                <c:pt idx="30311">
                  <c:v>2.5</c:v>
                </c:pt>
                <c:pt idx="30312">
                  <c:v>2.5</c:v>
                </c:pt>
                <c:pt idx="30313">
                  <c:v>3.5</c:v>
                </c:pt>
                <c:pt idx="30314">
                  <c:v>3.5</c:v>
                </c:pt>
                <c:pt idx="30315">
                  <c:v>3.5</c:v>
                </c:pt>
                <c:pt idx="30316">
                  <c:v>5.5</c:v>
                </c:pt>
                <c:pt idx="30317">
                  <c:v>6</c:v>
                </c:pt>
                <c:pt idx="30318">
                  <c:v>4</c:v>
                </c:pt>
                <c:pt idx="30319">
                  <c:v>2.5</c:v>
                </c:pt>
                <c:pt idx="30320">
                  <c:v>2</c:v>
                </c:pt>
                <c:pt idx="30321">
                  <c:v>2</c:v>
                </c:pt>
                <c:pt idx="30322">
                  <c:v>2.5</c:v>
                </c:pt>
                <c:pt idx="30323">
                  <c:v>4</c:v>
                </c:pt>
                <c:pt idx="30324">
                  <c:v>3.5</c:v>
                </c:pt>
                <c:pt idx="30325">
                  <c:v>4.5</c:v>
                </c:pt>
                <c:pt idx="30326">
                  <c:v>7</c:v>
                </c:pt>
                <c:pt idx="30327">
                  <c:v>7.5</c:v>
                </c:pt>
                <c:pt idx="30328">
                  <c:v>8</c:v>
                </c:pt>
                <c:pt idx="30329">
                  <c:v>6</c:v>
                </c:pt>
                <c:pt idx="30330">
                  <c:v>3</c:v>
                </c:pt>
                <c:pt idx="30331">
                  <c:v>3</c:v>
                </c:pt>
                <c:pt idx="30332">
                  <c:v>4.5</c:v>
                </c:pt>
                <c:pt idx="30333">
                  <c:v>7.5</c:v>
                </c:pt>
                <c:pt idx="30334">
                  <c:v>7</c:v>
                </c:pt>
                <c:pt idx="30335">
                  <c:v>6.5</c:v>
                </c:pt>
                <c:pt idx="30336">
                  <c:v>6</c:v>
                </c:pt>
                <c:pt idx="30337">
                  <c:v>5</c:v>
                </c:pt>
                <c:pt idx="30338">
                  <c:v>3.5</c:v>
                </c:pt>
                <c:pt idx="30339">
                  <c:v>4.5</c:v>
                </c:pt>
                <c:pt idx="30340">
                  <c:v>3.5</c:v>
                </c:pt>
                <c:pt idx="30341">
                  <c:v>6</c:v>
                </c:pt>
                <c:pt idx="30342">
                  <c:v>7.5</c:v>
                </c:pt>
                <c:pt idx="30343">
                  <c:v>7</c:v>
                </c:pt>
                <c:pt idx="30344">
                  <c:v>7</c:v>
                </c:pt>
                <c:pt idx="30345">
                  <c:v>7.5</c:v>
                </c:pt>
                <c:pt idx="30346">
                  <c:v>8</c:v>
                </c:pt>
                <c:pt idx="30347">
                  <c:v>9</c:v>
                </c:pt>
                <c:pt idx="30348">
                  <c:v>7.5</c:v>
                </c:pt>
                <c:pt idx="30349">
                  <c:v>8.5</c:v>
                </c:pt>
                <c:pt idx="30350">
                  <c:v>7.5</c:v>
                </c:pt>
                <c:pt idx="30351">
                  <c:v>4</c:v>
                </c:pt>
                <c:pt idx="30352">
                  <c:v>5</c:v>
                </c:pt>
                <c:pt idx="30353">
                  <c:v>7</c:v>
                </c:pt>
                <c:pt idx="30354">
                  <c:v>7.5</c:v>
                </c:pt>
                <c:pt idx="30355">
                  <c:v>6.5</c:v>
                </c:pt>
                <c:pt idx="30356">
                  <c:v>6.5</c:v>
                </c:pt>
                <c:pt idx="30357">
                  <c:v>7</c:v>
                </c:pt>
                <c:pt idx="30358">
                  <c:v>8</c:v>
                </c:pt>
                <c:pt idx="30359">
                  <c:v>8</c:v>
                </c:pt>
                <c:pt idx="30360">
                  <c:v>8</c:v>
                </c:pt>
                <c:pt idx="30361">
                  <c:v>7.5</c:v>
                </c:pt>
                <c:pt idx="30362">
                  <c:v>7.5</c:v>
                </c:pt>
                <c:pt idx="30363">
                  <c:v>7.5</c:v>
                </c:pt>
                <c:pt idx="30364">
                  <c:v>6.5</c:v>
                </c:pt>
                <c:pt idx="30365">
                  <c:v>5.5</c:v>
                </c:pt>
                <c:pt idx="30366">
                  <c:v>4.5</c:v>
                </c:pt>
                <c:pt idx="30367">
                  <c:v>3.5</c:v>
                </c:pt>
                <c:pt idx="30368">
                  <c:v>3.5</c:v>
                </c:pt>
                <c:pt idx="30369">
                  <c:v>5</c:v>
                </c:pt>
                <c:pt idx="30370">
                  <c:v>4</c:v>
                </c:pt>
                <c:pt idx="30371">
                  <c:v>4</c:v>
                </c:pt>
                <c:pt idx="30372">
                  <c:v>5</c:v>
                </c:pt>
                <c:pt idx="30373">
                  <c:v>3.5</c:v>
                </c:pt>
                <c:pt idx="30374">
                  <c:v>5.5</c:v>
                </c:pt>
                <c:pt idx="30375">
                  <c:v>9</c:v>
                </c:pt>
                <c:pt idx="30376">
                  <c:v>11.5</c:v>
                </c:pt>
                <c:pt idx="30377">
                  <c:v>10.5</c:v>
                </c:pt>
                <c:pt idx="30378">
                  <c:v>8.5</c:v>
                </c:pt>
                <c:pt idx="30379">
                  <c:v>7.5</c:v>
                </c:pt>
                <c:pt idx="30380">
                  <c:v>8.5</c:v>
                </c:pt>
                <c:pt idx="30381">
                  <c:v>8.5</c:v>
                </c:pt>
                <c:pt idx="30382">
                  <c:v>9.5</c:v>
                </c:pt>
                <c:pt idx="30383">
                  <c:v>10</c:v>
                </c:pt>
                <c:pt idx="30384">
                  <c:v>10.5</c:v>
                </c:pt>
                <c:pt idx="30385">
                  <c:v>11.5</c:v>
                </c:pt>
                <c:pt idx="30386">
                  <c:v>11.5</c:v>
                </c:pt>
                <c:pt idx="30387">
                  <c:v>10.5</c:v>
                </c:pt>
                <c:pt idx="30388">
                  <c:v>7</c:v>
                </c:pt>
                <c:pt idx="30389">
                  <c:v>6</c:v>
                </c:pt>
                <c:pt idx="30390">
                  <c:v>6.5</c:v>
                </c:pt>
                <c:pt idx="30391">
                  <c:v>8</c:v>
                </c:pt>
                <c:pt idx="30392">
                  <c:v>11.5</c:v>
                </c:pt>
                <c:pt idx="30393">
                  <c:v>13.5</c:v>
                </c:pt>
                <c:pt idx="30394">
                  <c:v>13</c:v>
                </c:pt>
                <c:pt idx="30395">
                  <c:v>12.5</c:v>
                </c:pt>
                <c:pt idx="30396">
                  <c:v>12</c:v>
                </c:pt>
                <c:pt idx="30397">
                  <c:v>11.5</c:v>
                </c:pt>
                <c:pt idx="30398">
                  <c:v>11</c:v>
                </c:pt>
                <c:pt idx="30399">
                  <c:v>11</c:v>
                </c:pt>
                <c:pt idx="30400">
                  <c:v>10.5</c:v>
                </c:pt>
                <c:pt idx="30401">
                  <c:v>14</c:v>
                </c:pt>
                <c:pt idx="30402">
                  <c:v>16.5</c:v>
                </c:pt>
                <c:pt idx="30403">
                  <c:v>16</c:v>
                </c:pt>
                <c:pt idx="30404">
                  <c:v>15</c:v>
                </c:pt>
                <c:pt idx="30405">
                  <c:v>16</c:v>
                </c:pt>
                <c:pt idx="30406">
                  <c:v>15.5</c:v>
                </c:pt>
                <c:pt idx="30407">
                  <c:v>16</c:v>
                </c:pt>
                <c:pt idx="30408">
                  <c:v>13</c:v>
                </c:pt>
                <c:pt idx="30409">
                  <c:v>10</c:v>
                </c:pt>
                <c:pt idx="30410">
                  <c:v>11</c:v>
                </c:pt>
                <c:pt idx="30411">
                  <c:v>10</c:v>
                </c:pt>
                <c:pt idx="30412">
                  <c:v>11.5</c:v>
                </c:pt>
                <c:pt idx="30413">
                  <c:v>13</c:v>
                </c:pt>
                <c:pt idx="30414">
                  <c:v>13.5</c:v>
                </c:pt>
                <c:pt idx="30415">
                  <c:v>12.5</c:v>
                </c:pt>
                <c:pt idx="30416">
                  <c:v>12</c:v>
                </c:pt>
                <c:pt idx="30417">
                  <c:v>12.5</c:v>
                </c:pt>
                <c:pt idx="30418">
                  <c:v>11</c:v>
                </c:pt>
                <c:pt idx="30419">
                  <c:v>11</c:v>
                </c:pt>
                <c:pt idx="30420">
                  <c:v>12</c:v>
                </c:pt>
                <c:pt idx="30421">
                  <c:v>13.5</c:v>
                </c:pt>
                <c:pt idx="30422">
                  <c:v>17</c:v>
                </c:pt>
                <c:pt idx="30423">
                  <c:v>17</c:v>
                </c:pt>
                <c:pt idx="30424">
                  <c:v>17.5</c:v>
                </c:pt>
                <c:pt idx="30425">
                  <c:v>19</c:v>
                </c:pt>
                <c:pt idx="30426">
                  <c:v>19.5</c:v>
                </c:pt>
                <c:pt idx="30427">
                  <c:v>18.5</c:v>
                </c:pt>
                <c:pt idx="30428">
                  <c:v>17</c:v>
                </c:pt>
                <c:pt idx="30429">
                  <c:v>17.5</c:v>
                </c:pt>
                <c:pt idx="30430">
                  <c:v>16.5</c:v>
                </c:pt>
                <c:pt idx="30431">
                  <c:v>20</c:v>
                </c:pt>
                <c:pt idx="30432">
                  <c:v>22.5</c:v>
                </c:pt>
                <c:pt idx="30433">
                  <c:v>23</c:v>
                </c:pt>
                <c:pt idx="30434">
                  <c:v>22.5</c:v>
                </c:pt>
                <c:pt idx="30435">
                  <c:v>23</c:v>
                </c:pt>
                <c:pt idx="30436">
                  <c:v>21</c:v>
                </c:pt>
                <c:pt idx="30437">
                  <c:v>20</c:v>
                </c:pt>
                <c:pt idx="30438">
                  <c:v>20</c:v>
                </c:pt>
                <c:pt idx="30439">
                  <c:v>16.5</c:v>
                </c:pt>
                <c:pt idx="30440">
                  <c:v>17</c:v>
                </c:pt>
                <c:pt idx="30441">
                  <c:v>17</c:v>
                </c:pt>
                <c:pt idx="30442">
                  <c:v>19</c:v>
                </c:pt>
                <c:pt idx="30443">
                  <c:v>18.5</c:v>
                </c:pt>
                <c:pt idx="30444">
                  <c:v>19</c:v>
                </c:pt>
                <c:pt idx="30445">
                  <c:v>21.5</c:v>
                </c:pt>
                <c:pt idx="30446">
                  <c:v>22.5</c:v>
                </c:pt>
                <c:pt idx="30447">
                  <c:v>24</c:v>
                </c:pt>
                <c:pt idx="30448">
                  <c:v>23</c:v>
                </c:pt>
                <c:pt idx="30449">
                  <c:v>20.5</c:v>
                </c:pt>
                <c:pt idx="30450">
                  <c:v>20.5</c:v>
                </c:pt>
                <c:pt idx="30451">
                  <c:v>23</c:v>
                </c:pt>
                <c:pt idx="30452">
                  <c:v>24</c:v>
                </c:pt>
                <c:pt idx="30453">
                  <c:v>26</c:v>
                </c:pt>
                <c:pt idx="30454">
                  <c:v>24</c:v>
                </c:pt>
                <c:pt idx="30455">
                  <c:v>23.5</c:v>
                </c:pt>
                <c:pt idx="30456">
                  <c:v>24.5</c:v>
                </c:pt>
                <c:pt idx="30457">
                  <c:v>25.5</c:v>
                </c:pt>
                <c:pt idx="30458">
                  <c:v>26.5</c:v>
                </c:pt>
                <c:pt idx="30459">
                  <c:v>26</c:v>
                </c:pt>
                <c:pt idx="30460">
                  <c:v>25.5</c:v>
                </c:pt>
                <c:pt idx="30461">
                  <c:v>23</c:v>
                </c:pt>
                <c:pt idx="30462">
                  <c:v>25</c:v>
                </c:pt>
                <c:pt idx="30463">
                  <c:v>26</c:v>
                </c:pt>
                <c:pt idx="30464">
                  <c:v>27</c:v>
                </c:pt>
                <c:pt idx="30465">
                  <c:v>24</c:v>
                </c:pt>
                <c:pt idx="30466">
                  <c:v>24.5</c:v>
                </c:pt>
                <c:pt idx="30467">
                  <c:v>19.5</c:v>
                </c:pt>
                <c:pt idx="30468">
                  <c:v>20.5</c:v>
                </c:pt>
                <c:pt idx="30469">
                  <c:v>21</c:v>
                </c:pt>
                <c:pt idx="30470">
                  <c:v>21.5</c:v>
                </c:pt>
                <c:pt idx="30471">
                  <c:v>24.5</c:v>
                </c:pt>
                <c:pt idx="30472">
                  <c:v>25</c:v>
                </c:pt>
                <c:pt idx="30473">
                  <c:v>22</c:v>
                </c:pt>
                <c:pt idx="30474">
                  <c:v>23.5</c:v>
                </c:pt>
                <c:pt idx="30475">
                  <c:v>22</c:v>
                </c:pt>
                <c:pt idx="30476">
                  <c:v>21.5</c:v>
                </c:pt>
                <c:pt idx="30477">
                  <c:v>23.5</c:v>
                </c:pt>
                <c:pt idx="30478">
                  <c:v>25.5</c:v>
                </c:pt>
                <c:pt idx="30479">
                  <c:v>26.5</c:v>
                </c:pt>
                <c:pt idx="30480">
                  <c:v>28</c:v>
                </c:pt>
                <c:pt idx="30481">
                  <c:v>29</c:v>
                </c:pt>
                <c:pt idx="30482">
                  <c:v>30</c:v>
                </c:pt>
                <c:pt idx="30483">
                  <c:v>30</c:v>
                </c:pt>
                <c:pt idx="30484">
                  <c:v>31</c:v>
                </c:pt>
                <c:pt idx="30485">
                  <c:v>33.5</c:v>
                </c:pt>
                <c:pt idx="30486">
                  <c:v>34</c:v>
                </c:pt>
                <c:pt idx="30487">
                  <c:v>33.5</c:v>
                </c:pt>
                <c:pt idx="30488">
                  <c:v>35</c:v>
                </c:pt>
                <c:pt idx="30489">
                  <c:v>35.5</c:v>
                </c:pt>
                <c:pt idx="30490">
                  <c:v>35.5</c:v>
                </c:pt>
                <c:pt idx="30491">
                  <c:v>32.5</c:v>
                </c:pt>
                <c:pt idx="30492">
                  <c:v>27.5</c:v>
                </c:pt>
                <c:pt idx="30493">
                  <c:v>25.5</c:v>
                </c:pt>
                <c:pt idx="30494">
                  <c:v>26.5</c:v>
                </c:pt>
                <c:pt idx="30495">
                  <c:v>28</c:v>
                </c:pt>
                <c:pt idx="30496">
                  <c:v>26.5</c:v>
                </c:pt>
                <c:pt idx="30497">
                  <c:v>24</c:v>
                </c:pt>
                <c:pt idx="30498">
                  <c:v>23.5</c:v>
                </c:pt>
                <c:pt idx="30499">
                  <c:v>25</c:v>
                </c:pt>
                <c:pt idx="30500">
                  <c:v>25.5</c:v>
                </c:pt>
                <c:pt idx="30501">
                  <c:v>27</c:v>
                </c:pt>
                <c:pt idx="30502">
                  <c:v>28</c:v>
                </c:pt>
                <c:pt idx="30503">
                  <c:v>27.5</c:v>
                </c:pt>
                <c:pt idx="30504">
                  <c:v>26</c:v>
                </c:pt>
                <c:pt idx="30505">
                  <c:v>26.5</c:v>
                </c:pt>
                <c:pt idx="30506">
                  <c:v>26</c:v>
                </c:pt>
                <c:pt idx="30507">
                  <c:v>27</c:v>
                </c:pt>
                <c:pt idx="30508">
                  <c:v>28.5</c:v>
                </c:pt>
                <c:pt idx="30509">
                  <c:v>29.5</c:v>
                </c:pt>
                <c:pt idx="30510">
                  <c:v>30</c:v>
                </c:pt>
                <c:pt idx="30511">
                  <c:v>28.5</c:v>
                </c:pt>
                <c:pt idx="30512">
                  <c:v>26</c:v>
                </c:pt>
                <c:pt idx="30513">
                  <c:v>27</c:v>
                </c:pt>
                <c:pt idx="30514">
                  <c:v>28.5</c:v>
                </c:pt>
                <c:pt idx="30515">
                  <c:v>27.5</c:v>
                </c:pt>
                <c:pt idx="30516">
                  <c:v>29</c:v>
                </c:pt>
                <c:pt idx="30517">
                  <c:v>29</c:v>
                </c:pt>
                <c:pt idx="30518">
                  <c:v>30</c:v>
                </c:pt>
                <c:pt idx="30519">
                  <c:v>29</c:v>
                </c:pt>
                <c:pt idx="30520">
                  <c:v>24.5</c:v>
                </c:pt>
                <c:pt idx="30521">
                  <c:v>26.5</c:v>
                </c:pt>
                <c:pt idx="30522">
                  <c:v>28</c:v>
                </c:pt>
                <c:pt idx="30523">
                  <c:v>29</c:v>
                </c:pt>
                <c:pt idx="30524">
                  <c:v>30</c:v>
                </c:pt>
                <c:pt idx="30525">
                  <c:v>30</c:v>
                </c:pt>
                <c:pt idx="30526">
                  <c:v>30.5</c:v>
                </c:pt>
                <c:pt idx="30527">
                  <c:v>30</c:v>
                </c:pt>
                <c:pt idx="30528">
                  <c:v>32.5</c:v>
                </c:pt>
                <c:pt idx="30529">
                  <c:v>33.5</c:v>
                </c:pt>
                <c:pt idx="30530">
                  <c:v>32</c:v>
                </c:pt>
                <c:pt idx="30531">
                  <c:v>28.5</c:v>
                </c:pt>
                <c:pt idx="30532">
                  <c:v>29</c:v>
                </c:pt>
                <c:pt idx="30533">
                  <c:v>31</c:v>
                </c:pt>
                <c:pt idx="30534">
                  <c:v>32.5</c:v>
                </c:pt>
                <c:pt idx="30535">
                  <c:v>32</c:v>
                </c:pt>
                <c:pt idx="30536">
                  <c:v>31.5</c:v>
                </c:pt>
                <c:pt idx="30537">
                  <c:v>31.5</c:v>
                </c:pt>
                <c:pt idx="30538">
                  <c:v>31.5</c:v>
                </c:pt>
                <c:pt idx="30539">
                  <c:v>31.5</c:v>
                </c:pt>
                <c:pt idx="30540">
                  <c:v>30.5</c:v>
                </c:pt>
                <c:pt idx="30541">
                  <c:v>30</c:v>
                </c:pt>
                <c:pt idx="30542">
                  <c:v>31.5</c:v>
                </c:pt>
                <c:pt idx="30543">
                  <c:v>30.5</c:v>
                </c:pt>
                <c:pt idx="30544">
                  <c:v>32.5</c:v>
                </c:pt>
                <c:pt idx="30545">
                  <c:v>33.5</c:v>
                </c:pt>
                <c:pt idx="30546">
                  <c:v>34</c:v>
                </c:pt>
                <c:pt idx="30547">
                  <c:v>34</c:v>
                </c:pt>
                <c:pt idx="30548">
                  <c:v>32.5</c:v>
                </c:pt>
                <c:pt idx="30549">
                  <c:v>31</c:v>
                </c:pt>
                <c:pt idx="30550">
                  <c:v>33</c:v>
                </c:pt>
                <c:pt idx="30551">
                  <c:v>35.5</c:v>
                </c:pt>
                <c:pt idx="30552">
                  <c:v>34</c:v>
                </c:pt>
                <c:pt idx="30553">
                  <c:v>34.5</c:v>
                </c:pt>
                <c:pt idx="30554">
                  <c:v>34</c:v>
                </c:pt>
                <c:pt idx="30555">
                  <c:v>34</c:v>
                </c:pt>
                <c:pt idx="30556">
                  <c:v>35.5</c:v>
                </c:pt>
                <c:pt idx="30557">
                  <c:v>32</c:v>
                </c:pt>
                <c:pt idx="30558">
                  <c:v>32.5</c:v>
                </c:pt>
                <c:pt idx="30559">
                  <c:v>31</c:v>
                </c:pt>
                <c:pt idx="30560">
                  <c:v>32</c:v>
                </c:pt>
                <c:pt idx="30561">
                  <c:v>32</c:v>
                </c:pt>
                <c:pt idx="30562">
                  <c:v>30.5</c:v>
                </c:pt>
                <c:pt idx="30563">
                  <c:v>28.5</c:v>
                </c:pt>
                <c:pt idx="30564">
                  <c:v>29.5</c:v>
                </c:pt>
                <c:pt idx="30565">
                  <c:v>28</c:v>
                </c:pt>
                <c:pt idx="30566">
                  <c:v>28</c:v>
                </c:pt>
                <c:pt idx="30567">
                  <c:v>25</c:v>
                </c:pt>
                <c:pt idx="30568">
                  <c:v>25.5</c:v>
                </c:pt>
                <c:pt idx="30569">
                  <c:v>26</c:v>
                </c:pt>
                <c:pt idx="30570">
                  <c:v>26</c:v>
                </c:pt>
                <c:pt idx="30571">
                  <c:v>27</c:v>
                </c:pt>
                <c:pt idx="30572">
                  <c:v>27.5</c:v>
                </c:pt>
                <c:pt idx="30573">
                  <c:v>28</c:v>
                </c:pt>
                <c:pt idx="30574">
                  <c:v>28</c:v>
                </c:pt>
                <c:pt idx="30575">
                  <c:v>24.5</c:v>
                </c:pt>
                <c:pt idx="30576">
                  <c:v>21.5</c:v>
                </c:pt>
                <c:pt idx="30577">
                  <c:v>21</c:v>
                </c:pt>
                <c:pt idx="30578">
                  <c:v>22</c:v>
                </c:pt>
                <c:pt idx="30579">
                  <c:v>22.5</c:v>
                </c:pt>
                <c:pt idx="30580">
                  <c:v>19.5</c:v>
                </c:pt>
                <c:pt idx="30581">
                  <c:v>19.5</c:v>
                </c:pt>
                <c:pt idx="30582">
                  <c:v>19.5</c:v>
                </c:pt>
                <c:pt idx="30583">
                  <c:v>20</c:v>
                </c:pt>
                <c:pt idx="30584">
                  <c:v>20.5</c:v>
                </c:pt>
                <c:pt idx="30585">
                  <c:v>20</c:v>
                </c:pt>
                <c:pt idx="30586">
                  <c:v>18.5</c:v>
                </c:pt>
                <c:pt idx="30587">
                  <c:v>14</c:v>
                </c:pt>
                <c:pt idx="30588">
                  <c:v>14.5</c:v>
                </c:pt>
                <c:pt idx="30589">
                  <c:v>16.5</c:v>
                </c:pt>
                <c:pt idx="30590">
                  <c:v>18</c:v>
                </c:pt>
                <c:pt idx="30591">
                  <c:v>18.5</c:v>
                </c:pt>
                <c:pt idx="30592">
                  <c:v>18</c:v>
                </c:pt>
                <c:pt idx="30593">
                  <c:v>18.5</c:v>
                </c:pt>
                <c:pt idx="30594">
                  <c:v>15.5</c:v>
                </c:pt>
                <c:pt idx="30595">
                  <c:v>15</c:v>
                </c:pt>
                <c:pt idx="30596">
                  <c:v>15</c:v>
                </c:pt>
                <c:pt idx="30597">
                  <c:v>13.5</c:v>
                </c:pt>
                <c:pt idx="30598">
                  <c:v>13.5</c:v>
                </c:pt>
                <c:pt idx="30599">
                  <c:v>16</c:v>
                </c:pt>
                <c:pt idx="30600">
                  <c:v>15.5</c:v>
                </c:pt>
                <c:pt idx="30601">
                  <c:v>17.5</c:v>
                </c:pt>
                <c:pt idx="30602">
                  <c:v>18</c:v>
                </c:pt>
                <c:pt idx="30603">
                  <c:v>18</c:v>
                </c:pt>
                <c:pt idx="30604">
                  <c:v>18.5</c:v>
                </c:pt>
                <c:pt idx="30605">
                  <c:v>20</c:v>
                </c:pt>
                <c:pt idx="30606">
                  <c:v>19.5</c:v>
                </c:pt>
                <c:pt idx="30607">
                  <c:v>20</c:v>
                </c:pt>
                <c:pt idx="30608">
                  <c:v>19.5</c:v>
                </c:pt>
                <c:pt idx="30609">
                  <c:v>20</c:v>
                </c:pt>
                <c:pt idx="30610">
                  <c:v>16.5</c:v>
                </c:pt>
                <c:pt idx="30611">
                  <c:v>16</c:v>
                </c:pt>
                <c:pt idx="30612">
                  <c:v>15.5</c:v>
                </c:pt>
                <c:pt idx="30613">
                  <c:v>15</c:v>
                </c:pt>
                <c:pt idx="30614">
                  <c:v>16</c:v>
                </c:pt>
                <c:pt idx="30615">
                  <c:v>14</c:v>
                </c:pt>
                <c:pt idx="30616">
                  <c:v>13</c:v>
                </c:pt>
                <c:pt idx="30617">
                  <c:v>8</c:v>
                </c:pt>
                <c:pt idx="30618">
                  <c:v>12</c:v>
                </c:pt>
                <c:pt idx="30619">
                  <c:v>13</c:v>
                </c:pt>
                <c:pt idx="30620">
                  <c:v>15</c:v>
                </c:pt>
                <c:pt idx="30621">
                  <c:v>11</c:v>
                </c:pt>
                <c:pt idx="30622">
                  <c:v>11</c:v>
                </c:pt>
                <c:pt idx="30623">
                  <c:v>11.5</c:v>
                </c:pt>
                <c:pt idx="30624">
                  <c:v>11</c:v>
                </c:pt>
                <c:pt idx="30625">
                  <c:v>11</c:v>
                </c:pt>
                <c:pt idx="30626">
                  <c:v>11.5</c:v>
                </c:pt>
                <c:pt idx="30627">
                  <c:v>12</c:v>
                </c:pt>
                <c:pt idx="30628">
                  <c:v>11.5</c:v>
                </c:pt>
                <c:pt idx="30629">
                  <c:v>12</c:v>
                </c:pt>
                <c:pt idx="30630">
                  <c:v>12</c:v>
                </c:pt>
                <c:pt idx="30631">
                  <c:v>11.5</c:v>
                </c:pt>
                <c:pt idx="30632">
                  <c:v>8.5</c:v>
                </c:pt>
                <c:pt idx="30633">
                  <c:v>9</c:v>
                </c:pt>
                <c:pt idx="30634">
                  <c:v>9.5</c:v>
                </c:pt>
                <c:pt idx="30635">
                  <c:v>9</c:v>
                </c:pt>
                <c:pt idx="30636">
                  <c:v>5.5</c:v>
                </c:pt>
                <c:pt idx="30637">
                  <c:v>4.5</c:v>
                </c:pt>
                <c:pt idx="30638">
                  <c:v>7</c:v>
                </c:pt>
                <c:pt idx="30639">
                  <c:v>9</c:v>
                </c:pt>
                <c:pt idx="30640">
                  <c:v>11</c:v>
                </c:pt>
                <c:pt idx="30641">
                  <c:v>12.5</c:v>
                </c:pt>
                <c:pt idx="30642">
                  <c:v>12</c:v>
                </c:pt>
                <c:pt idx="30643">
                  <c:v>14</c:v>
                </c:pt>
                <c:pt idx="30644">
                  <c:v>14.5</c:v>
                </c:pt>
                <c:pt idx="30645">
                  <c:v>11.5</c:v>
                </c:pt>
                <c:pt idx="30646">
                  <c:v>9.5</c:v>
                </c:pt>
                <c:pt idx="30647">
                  <c:v>10</c:v>
                </c:pt>
                <c:pt idx="30648">
                  <c:v>10.5</c:v>
                </c:pt>
                <c:pt idx="30649">
                  <c:v>11.5</c:v>
                </c:pt>
                <c:pt idx="30650">
                  <c:v>10.5</c:v>
                </c:pt>
                <c:pt idx="30651">
                  <c:v>7</c:v>
                </c:pt>
                <c:pt idx="30652">
                  <c:v>6.5</c:v>
                </c:pt>
                <c:pt idx="30653">
                  <c:v>7</c:v>
                </c:pt>
                <c:pt idx="30654">
                  <c:v>7.5</c:v>
                </c:pt>
                <c:pt idx="30655">
                  <c:v>8</c:v>
                </c:pt>
                <c:pt idx="30656">
                  <c:v>7</c:v>
                </c:pt>
                <c:pt idx="30657">
                  <c:v>7</c:v>
                </c:pt>
                <c:pt idx="30658">
                  <c:v>5</c:v>
                </c:pt>
                <c:pt idx="30659">
                  <c:v>5</c:v>
                </c:pt>
                <c:pt idx="30660">
                  <c:v>7</c:v>
                </c:pt>
                <c:pt idx="30661">
                  <c:v>7.5</c:v>
                </c:pt>
                <c:pt idx="30662">
                  <c:v>7</c:v>
                </c:pt>
                <c:pt idx="30663">
                  <c:v>8</c:v>
                </c:pt>
                <c:pt idx="30664">
                  <c:v>9.5</c:v>
                </c:pt>
                <c:pt idx="30665">
                  <c:v>7</c:v>
                </c:pt>
                <c:pt idx="30666">
                  <c:v>6.5</c:v>
                </c:pt>
                <c:pt idx="30667">
                  <c:v>5</c:v>
                </c:pt>
                <c:pt idx="30668">
                  <c:v>5.5</c:v>
                </c:pt>
                <c:pt idx="30669">
                  <c:v>7</c:v>
                </c:pt>
                <c:pt idx="30670">
                  <c:v>7.5</c:v>
                </c:pt>
                <c:pt idx="30671">
                  <c:v>6.5</c:v>
                </c:pt>
                <c:pt idx="30672">
                  <c:v>3</c:v>
                </c:pt>
                <c:pt idx="30673">
                  <c:v>1.5</c:v>
                </c:pt>
                <c:pt idx="30674">
                  <c:v>2</c:v>
                </c:pt>
                <c:pt idx="30675">
                  <c:v>3</c:v>
                </c:pt>
                <c:pt idx="30676">
                  <c:v>2</c:v>
                </c:pt>
                <c:pt idx="30677">
                  <c:v>2.5</c:v>
                </c:pt>
                <c:pt idx="30678">
                  <c:v>3.5</c:v>
                </c:pt>
                <c:pt idx="30679">
                  <c:v>4.5</c:v>
                </c:pt>
                <c:pt idx="30680">
                  <c:v>6</c:v>
                </c:pt>
                <c:pt idx="30681">
                  <c:v>8</c:v>
                </c:pt>
                <c:pt idx="30682">
                  <c:v>11.5</c:v>
                </c:pt>
                <c:pt idx="30683">
                  <c:v>10</c:v>
                </c:pt>
                <c:pt idx="30684">
                  <c:v>9</c:v>
                </c:pt>
                <c:pt idx="30685">
                  <c:v>10</c:v>
                </c:pt>
                <c:pt idx="30686">
                  <c:v>11.5</c:v>
                </c:pt>
                <c:pt idx="30687">
                  <c:v>12.5</c:v>
                </c:pt>
                <c:pt idx="30688">
                  <c:v>10.5</c:v>
                </c:pt>
                <c:pt idx="30689">
                  <c:v>10.5</c:v>
                </c:pt>
                <c:pt idx="30690">
                  <c:v>9.5</c:v>
                </c:pt>
                <c:pt idx="30691">
                  <c:v>7</c:v>
                </c:pt>
                <c:pt idx="30692">
                  <c:v>4.5</c:v>
                </c:pt>
                <c:pt idx="30693">
                  <c:v>4.5</c:v>
                </c:pt>
                <c:pt idx="30694">
                  <c:v>6.5</c:v>
                </c:pt>
                <c:pt idx="30695">
                  <c:v>8</c:v>
                </c:pt>
                <c:pt idx="30696">
                  <c:v>9</c:v>
                </c:pt>
                <c:pt idx="30697">
                  <c:v>9</c:v>
                </c:pt>
                <c:pt idx="30698">
                  <c:v>9</c:v>
                </c:pt>
                <c:pt idx="30699">
                  <c:v>8.5</c:v>
                </c:pt>
                <c:pt idx="30700">
                  <c:v>8</c:v>
                </c:pt>
                <c:pt idx="30701">
                  <c:v>9</c:v>
                </c:pt>
                <c:pt idx="30702">
                  <c:v>10</c:v>
                </c:pt>
                <c:pt idx="30703">
                  <c:v>11</c:v>
                </c:pt>
                <c:pt idx="30704">
                  <c:v>12</c:v>
                </c:pt>
                <c:pt idx="30705">
                  <c:v>12</c:v>
                </c:pt>
                <c:pt idx="30706">
                  <c:v>12</c:v>
                </c:pt>
                <c:pt idx="30707">
                  <c:v>12</c:v>
                </c:pt>
                <c:pt idx="30708">
                  <c:v>11.5</c:v>
                </c:pt>
                <c:pt idx="30709">
                  <c:v>10</c:v>
                </c:pt>
                <c:pt idx="30710">
                  <c:v>10</c:v>
                </c:pt>
                <c:pt idx="30711">
                  <c:v>9.5</c:v>
                </c:pt>
                <c:pt idx="30712">
                  <c:v>10</c:v>
                </c:pt>
                <c:pt idx="30713">
                  <c:v>9.5</c:v>
                </c:pt>
                <c:pt idx="30714">
                  <c:v>9.5</c:v>
                </c:pt>
                <c:pt idx="30715">
                  <c:v>9.5</c:v>
                </c:pt>
                <c:pt idx="30716">
                  <c:v>9</c:v>
                </c:pt>
                <c:pt idx="30717">
                  <c:v>8.5</c:v>
                </c:pt>
                <c:pt idx="30718">
                  <c:v>8.5</c:v>
                </c:pt>
                <c:pt idx="30719">
                  <c:v>7</c:v>
                </c:pt>
                <c:pt idx="30720">
                  <c:v>7</c:v>
                </c:pt>
                <c:pt idx="30721">
                  <c:v>7.5</c:v>
                </c:pt>
                <c:pt idx="30722">
                  <c:v>7</c:v>
                </c:pt>
                <c:pt idx="30723">
                  <c:v>7</c:v>
                </c:pt>
                <c:pt idx="30724">
                  <c:v>7</c:v>
                </c:pt>
                <c:pt idx="30725">
                  <c:v>6</c:v>
                </c:pt>
                <c:pt idx="30726">
                  <c:v>5</c:v>
                </c:pt>
                <c:pt idx="30727">
                  <c:v>7</c:v>
                </c:pt>
                <c:pt idx="30728">
                  <c:v>8.5</c:v>
                </c:pt>
                <c:pt idx="30729">
                  <c:v>8</c:v>
                </c:pt>
                <c:pt idx="30730">
                  <c:v>8.5</c:v>
                </c:pt>
                <c:pt idx="30731">
                  <c:v>8.5</c:v>
                </c:pt>
                <c:pt idx="30732">
                  <c:v>7</c:v>
                </c:pt>
                <c:pt idx="30733">
                  <c:v>6</c:v>
                </c:pt>
                <c:pt idx="30734">
                  <c:v>7</c:v>
                </c:pt>
                <c:pt idx="30735">
                  <c:v>7</c:v>
                </c:pt>
                <c:pt idx="30736">
                  <c:v>6</c:v>
                </c:pt>
                <c:pt idx="30737">
                  <c:v>7</c:v>
                </c:pt>
                <c:pt idx="30738">
                  <c:v>7.5</c:v>
                </c:pt>
                <c:pt idx="30739">
                  <c:v>9</c:v>
                </c:pt>
                <c:pt idx="30740">
                  <c:v>12</c:v>
                </c:pt>
                <c:pt idx="30741">
                  <c:v>10</c:v>
                </c:pt>
                <c:pt idx="30742">
                  <c:v>8</c:v>
                </c:pt>
                <c:pt idx="30743">
                  <c:v>8.5</c:v>
                </c:pt>
                <c:pt idx="30744">
                  <c:v>8</c:v>
                </c:pt>
                <c:pt idx="30745">
                  <c:v>7.5</c:v>
                </c:pt>
                <c:pt idx="30746">
                  <c:v>11</c:v>
                </c:pt>
                <c:pt idx="30747">
                  <c:v>10.5</c:v>
                </c:pt>
                <c:pt idx="30748">
                  <c:v>10.5</c:v>
                </c:pt>
                <c:pt idx="30749">
                  <c:v>12</c:v>
                </c:pt>
                <c:pt idx="30750">
                  <c:v>12</c:v>
                </c:pt>
                <c:pt idx="30751">
                  <c:v>12</c:v>
                </c:pt>
                <c:pt idx="30752">
                  <c:v>11.5</c:v>
                </c:pt>
                <c:pt idx="30753">
                  <c:v>12.5</c:v>
                </c:pt>
                <c:pt idx="30754">
                  <c:v>12</c:v>
                </c:pt>
                <c:pt idx="30755">
                  <c:v>12</c:v>
                </c:pt>
                <c:pt idx="30756">
                  <c:v>12.5</c:v>
                </c:pt>
                <c:pt idx="30757">
                  <c:v>13.5</c:v>
                </c:pt>
                <c:pt idx="30758">
                  <c:v>13.5</c:v>
                </c:pt>
                <c:pt idx="30759">
                  <c:v>12.5</c:v>
                </c:pt>
                <c:pt idx="30760">
                  <c:v>14</c:v>
                </c:pt>
                <c:pt idx="30761">
                  <c:v>13.5</c:v>
                </c:pt>
                <c:pt idx="30762">
                  <c:v>15.5</c:v>
                </c:pt>
                <c:pt idx="30763">
                  <c:v>16</c:v>
                </c:pt>
                <c:pt idx="30764">
                  <c:v>16</c:v>
                </c:pt>
                <c:pt idx="30765">
                  <c:v>15.5</c:v>
                </c:pt>
                <c:pt idx="30766">
                  <c:v>11.5</c:v>
                </c:pt>
                <c:pt idx="30767">
                  <c:v>7.5</c:v>
                </c:pt>
                <c:pt idx="30768">
                  <c:v>9</c:v>
                </c:pt>
                <c:pt idx="30769">
                  <c:v>11</c:v>
                </c:pt>
                <c:pt idx="30770">
                  <c:v>13</c:v>
                </c:pt>
                <c:pt idx="30771">
                  <c:v>12</c:v>
                </c:pt>
                <c:pt idx="30772">
                  <c:v>14</c:v>
                </c:pt>
                <c:pt idx="30773">
                  <c:v>11.5</c:v>
                </c:pt>
                <c:pt idx="30774">
                  <c:v>11</c:v>
                </c:pt>
                <c:pt idx="30775">
                  <c:v>8</c:v>
                </c:pt>
                <c:pt idx="30776">
                  <c:v>10</c:v>
                </c:pt>
                <c:pt idx="30777">
                  <c:v>11.5</c:v>
                </c:pt>
                <c:pt idx="30778">
                  <c:v>12.5</c:v>
                </c:pt>
                <c:pt idx="30779">
                  <c:v>14</c:v>
                </c:pt>
                <c:pt idx="30780">
                  <c:v>16.5</c:v>
                </c:pt>
                <c:pt idx="30781">
                  <c:v>15.5</c:v>
                </c:pt>
                <c:pt idx="30782">
                  <c:v>15</c:v>
                </c:pt>
                <c:pt idx="30783">
                  <c:v>16</c:v>
                </c:pt>
                <c:pt idx="30784">
                  <c:v>16</c:v>
                </c:pt>
                <c:pt idx="30785">
                  <c:v>18</c:v>
                </c:pt>
                <c:pt idx="30786">
                  <c:v>19</c:v>
                </c:pt>
                <c:pt idx="30787">
                  <c:v>20</c:v>
                </c:pt>
                <c:pt idx="30788">
                  <c:v>18.5</c:v>
                </c:pt>
                <c:pt idx="30789">
                  <c:v>19</c:v>
                </c:pt>
                <c:pt idx="30790">
                  <c:v>20</c:v>
                </c:pt>
                <c:pt idx="30791">
                  <c:v>20.5</c:v>
                </c:pt>
                <c:pt idx="30792">
                  <c:v>19</c:v>
                </c:pt>
                <c:pt idx="30793">
                  <c:v>19.5</c:v>
                </c:pt>
                <c:pt idx="30794">
                  <c:v>18.5</c:v>
                </c:pt>
                <c:pt idx="30795">
                  <c:v>18</c:v>
                </c:pt>
                <c:pt idx="30796">
                  <c:v>17</c:v>
                </c:pt>
                <c:pt idx="30797">
                  <c:v>16</c:v>
                </c:pt>
                <c:pt idx="30798">
                  <c:v>14</c:v>
                </c:pt>
                <c:pt idx="30799">
                  <c:v>15.5</c:v>
                </c:pt>
                <c:pt idx="30800">
                  <c:v>16</c:v>
                </c:pt>
                <c:pt idx="30801">
                  <c:v>18.5</c:v>
                </c:pt>
                <c:pt idx="30802">
                  <c:v>20</c:v>
                </c:pt>
                <c:pt idx="30803">
                  <c:v>21</c:v>
                </c:pt>
                <c:pt idx="30804">
                  <c:v>21</c:v>
                </c:pt>
                <c:pt idx="30805">
                  <c:v>20</c:v>
                </c:pt>
                <c:pt idx="30806">
                  <c:v>19</c:v>
                </c:pt>
                <c:pt idx="30807">
                  <c:v>19.5</c:v>
                </c:pt>
                <c:pt idx="30808">
                  <c:v>21.5</c:v>
                </c:pt>
                <c:pt idx="30809">
                  <c:v>22.5</c:v>
                </c:pt>
                <c:pt idx="30810">
                  <c:v>22</c:v>
                </c:pt>
                <c:pt idx="30811">
                  <c:v>19</c:v>
                </c:pt>
                <c:pt idx="30812">
                  <c:v>20.5</c:v>
                </c:pt>
                <c:pt idx="30813">
                  <c:v>21</c:v>
                </c:pt>
                <c:pt idx="30814">
                  <c:v>16.5</c:v>
                </c:pt>
                <c:pt idx="30815">
                  <c:v>19</c:v>
                </c:pt>
                <c:pt idx="30816">
                  <c:v>19.5</c:v>
                </c:pt>
                <c:pt idx="30817">
                  <c:v>18</c:v>
                </c:pt>
                <c:pt idx="30818">
                  <c:v>18</c:v>
                </c:pt>
                <c:pt idx="30819">
                  <c:v>19</c:v>
                </c:pt>
                <c:pt idx="30820">
                  <c:v>19.5</c:v>
                </c:pt>
                <c:pt idx="30821">
                  <c:v>21</c:v>
                </c:pt>
                <c:pt idx="30822">
                  <c:v>22.5</c:v>
                </c:pt>
                <c:pt idx="30823">
                  <c:v>23.5</c:v>
                </c:pt>
                <c:pt idx="30824">
                  <c:v>23</c:v>
                </c:pt>
                <c:pt idx="30825">
                  <c:v>21</c:v>
                </c:pt>
                <c:pt idx="30826">
                  <c:v>20.5</c:v>
                </c:pt>
                <c:pt idx="30827">
                  <c:v>21.5</c:v>
                </c:pt>
                <c:pt idx="30828">
                  <c:v>24</c:v>
                </c:pt>
                <c:pt idx="30829">
                  <c:v>26</c:v>
                </c:pt>
                <c:pt idx="30830">
                  <c:v>28.5</c:v>
                </c:pt>
                <c:pt idx="30831">
                  <c:v>30</c:v>
                </c:pt>
                <c:pt idx="30832">
                  <c:v>19.5</c:v>
                </c:pt>
                <c:pt idx="30833">
                  <c:v>19</c:v>
                </c:pt>
                <c:pt idx="30834">
                  <c:v>17</c:v>
                </c:pt>
                <c:pt idx="30835">
                  <c:v>22</c:v>
                </c:pt>
                <c:pt idx="30836">
                  <c:v>24</c:v>
                </c:pt>
                <c:pt idx="30837">
                  <c:v>24.5</c:v>
                </c:pt>
                <c:pt idx="30838">
                  <c:v>23.5</c:v>
                </c:pt>
                <c:pt idx="30839">
                  <c:v>22.5</c:v>
                </c:pt>
                <c:pt idx="30840">
                  <c:v>24.5</c:v>
                </c:pt>
                <c:pt idx="30841">
                  <c:v>26</c:v>
                </c:pt>
                <c:pt idx="30842">
                  <c:v>22</c:v>
                </c:pt>
                <c:pt idx="30843">
                  <c:v>27</c:v>
                </c:pt>
                <c:pt idx="30844">
                  <c:v>28.5</c:v>
                </c:pt>
                <c:pt idx="30845">
                  <c:v>29.5</c:v>
                </c:pt>
                <c:pt idx="30846">
                  <c:v>30</c:v>
                </c:pt>
                <c:pt idx="30847">
                  <c:v>30</c:v>
                </c:pt>
                <c:pt idx="30848">
                  <c:v>29.5</c:v>
                </c:pt>
                <c:pt idx="30849">
                  <c:v>30</c:v>
                </c:pt>
                <c:pt idx="30850">
                  <c:v>31</c:v>
                </c:pt>
                <c:pt idx="30851">
                  <c:v>27.5</c:v>
                </c:pt>
                <c:pt idx="30852">
                  <c:v>29</c:v>
                </c:pt>
                <c:pt idx="30853">
                  <c:v>27.5</c:v>
                </c:pt>
                <c:pt idx="30854">
                  <c:v>25</c:v>
                </c:pt>
                <c:pt idx="30855">
                  <c:v>26</c:v>
                </c:pt>
                <c:pt idx="30856">
                  <c:v>27.5</c:v>
                </c:pt>
                <c:pt idx="30857">
                  <c:v>25.5</c:v>
                </c:pt>
                <c:pt idx="30858">
                  <c:v>26.5</c:v>
                </c:pt>
                <c:pt idx="30859">
                  <c:v>29</c:v>
                </c:pt>
                <c:pt idx="30860">
                  <c:v>30.5</c:v>
                </c:pt>
                <c:pt idx="30861">
                  <c:v>28.5</c:v>
                </c:pt>
                <c:pt idx="30862">
                  <c:v>26</c:v>
                </c:pt>
                <c:pt idx="30863">
                  <c:v>26</c:v>
                </c:pt>
                <c:pt idx="30864">
                  <c:v>23.5</c:v>
                </c:pt>
                <c:pt idx="30865">
                  <c:v>24</c:v>
                </c:pt>
                <c:pt idx="30866">
                  <c:v>25</c:v>
                </c:pt>
                <c:pt idx="30867">
                  <c:v>25.5</c:v>
                </c:pt>
                <c:pt idx="30868">
                  <c:v>26</c:v>
                </c:pt>
                <c:pt idx="30869">
                  <c:v>25</c:v>
                </c:pt>
                <c:pt idx="30870">
                  <c:v>26</c:v>
                </c:pt>
                <c:pt idx="30871">
                  <c:v>26</c:v>
                </c:pt>
                <c:pt idx="30872">
                  <c:v>26.5</c:v>
                </c:pt>
                <c:pt idx="30873">
                  <c:v>25.5</c:v>
                </c:pt>
                <c:pt idx="30874">
                  <c:v>26.5</c:v>
                </c:pt>
                <c:pt idx="30875">
                  <c:v>27</c:v>
                </c:pt>
                <c:pt idx="30876">
                  <c:v>27.5</c:v>
                </c:pt>
                <c:pt idx="30877">
                  <c:v>28</c:v>
                </c:pt>
                <c:pt idx="30878">
                  <c:v>29</c:v>
                </c:pt>
                <c:pt idx="30879">
                  <c:v>29</c:v>
                </c:pt>
                <c:pt idx="30880">
                  <c:v>31</c:v>
                </c:pt>
                <c:pt idx="30881">
                  <c:v>31</c:v>
                </c:pt>
                <c:pt idx="30882">
                  <c:v>26.5</c:v>
                </c:pt>
                <c:pt idx="30883">
                  <c:v>26</c:v>
                </c:pt>
                <c:pt idx="30884">
                  <c:v>27</c:v>
                </c:pt>
                <c:pt idx="30885">
                  <c:v>28.5</c:v>
                </c:pt>
                <c:pt idx="30886">
                  <c:v>29</c:v>
                </c:pt>
                <c:pt idx="30887">
                  <c:v>29.5</c:v>
                </c:pt>
                <c:pt idx="30888">
                  <c:v>28.5</c:v>
                </c:pt>
                <c:pt idx="30889">
                  <c:v>30</c:v>
                </c:pt>
                <c:pt idx="30890">
                  <c:v>30.5</c:v>
                </c:pt>
                <c:pt idx="30891">
                  <c:v>31</c:v>
                </c:pt>
                <c:pt idx="30892">
                  <c:v>32</c:v>
                </c:pt>
                <c:pt idx="30893">
                  <c:v>33.5</c:v>
                </c:pt>
                <c:pt idx="30894">
                  <c:v>34</c:v>
                </c:pt>
                <c:pt idx="30895">
                  <c:v>36</c:v>
                </c:pt>
                <c:pt idx="30896">
                  <c:v>34.5</c:v>
                </c:pt>
                <c:pt idx="30897">
                  <c:v>30.5</c:v>
                </c:pt>
                <c:pt idx="30898">
                  <c:v>30</c:v>
                </c:pt>
                <c:pt idx="30899">
                  <c:v>28</c:v>
                </c:pt>
                <c:pt idx="30900">
                  <c:v>30.5</c:v>
                </c:pt>
                <c:pt idx="30901">
                  <c:v>31.5</c:v>
                </c:pt>
                <c:pt idx="30902">
                  <c:v>31</c:v>
                </c:pt>
                <c:pt idx="30903">
                  <c:v>27</c:v>
                </c:pt>
                <c:pt idx="30904">
                  <c:v>27</c:v>
                </c:pt>
                <c:pt idx="30905">
                  <c:v>28</c:v>
                </c:pt>
                <c:pt idx="30906">
                  <c:v>26.5</c:v>
                </c:pt>
                <c:pt idx="30907">
                  <c:v>28</c:v>
                </c:pt>
                <c:pt idx="30908">
                  <c:v>29.5</c:v>
                </c:pt>
                <c:pt idx="30909">
                  <c:v>27</c:v>
                </c:pt>
                <c:pt idx="30910">
                  <c:v>26</c:v>
                </c:pt>
                <c:pt idx="30911">
                  <c:v>28.5</c:v>
                </c:pt>
                <c:pt idx="30912">
                  <c:v>30.5</c:v>
                </c:pt>
                <c:pt idx="30913">
                  <c:v>30</c:v>
                </c:pt>
                <c:pt idx="30914">
                  <c:v>28</c:v>
                </c:pt>
                <c:pt idx="30915">
                  <c:v>28</c:v>
                </c:pt>
                <c:pt idx="30916">
                  <c:v>29.5</c:v>
                </c:pt>
                <c:pt idx="30917">
                  <c:v>30</c:v>
                </c:pt>
                <c:pt idx="30918">
                  <c:v>29.5</c:v>
                </c:pt>
                <c:pt idx="30919">
                  <c:v>25.5</c:v>
                </c:pt>
                <c:pt idx="30920">
                  <c:v>25</c:v>
                </c:pt>
                <c:pt idx="30921">
                  <c:v>23.5</c:v>
                </c:pt>
                <c:pt idx="30922">
                  <c:v>25.5</c:v>
                </c:pt>
                <c:pt idx="30923">
                  <c:v>26</c:v>
                </c:pt>
                <c:pt idx="30924">
                  <c:v>24</c:v>
                </c:pt>
                <c:pt idx="30925">
                  <c:v>24</c:v>
                </c:pt>
                <c:pt idx="30926">
                  <c:v>25.5</c:v>
                </c:pt>
                <c:pt idx="30927">
                  <c:v>26</c:v>
                </c:pt>
                <c:pt idx="30928">
                  <c:v>23</c:v>
                </c:pt>
                <c:pt idx="30929">
                  <c:v>21</c:v>
                </c:pt>
                <c:pt idx="30930">
                  <c:v>22</c:v>
                </c:pt>
                <c:pt idx="30931">
                  <c:v>21.5</c:v>
                </c:pt>
                <c:pt idx="30932">
                  <c:v>21</c:v>
                </c:pt>
                <c:pt idx="30933">
                  <c:v>22.5</c:v>
                </c:pt>
                <c:pt idx="30934">
                  <c:v>22.5</c:v>
                </c:pt>
                <c:pt idx="30935">
                  <c:v>23.5</c:v>
                </c:pt>
                <c:pt idx="30936">
                  <c:v>22.5</c:v>
                </c:pt>
                <c:pt idx="30937">
                  <c:v>19.5</c:v>
                </c:pt>
                <c:pt idx="30938">
                  <c:v>19.5</c:v>
                </c:pt>
                <c:pt idx="30939">
                  <c:v>21.5</c:v>
                </c:pt>
                <c:pt idx="30940">
                  <c:v>22</c:v>
                </c:pt>
                <c:pt idx="30941">
                  <c:v>23</c:v>
                </c:pt>
                <c:pt idx="30942">
                  <c:v>23</c:v>
                </c:pt>
                <c:pt idx="30943">
                  <c:v>21</c:v>
                </c:pt>
                <c:pt idx="30944">
                  <c:v>21</c:v>
                </c:pt>
                <c:pt idx="30945">
                  <c:v>21.5</c:v>
                </c:pt>
                <c:pt idx="30946">
                  <c:v>21.5</c:v>
                </c:pt>
                <c:pt idx="30947">
                  <c:v>21.5</c:v>
                </c:pt>
                <c:pt idx="30948">
                  <c:v>19.5</c:v>
                </c:pt>
                <c:pt idx="30949">
                  <c:v>19.5</c:v>
                </c:pt>
                <c:pt idx="30950">
                  <c:v>18</c:v>
                </c:pt>
                <c:pt idx="30951">
                  <c:v>16</c:v>
                </c:pt>
                <c:pt idx="30952">
                  <c:v>16.5</c:v>
                </c:pt>
                <c:pt idx="30953">
                  <c:v>17</c:v>
                </c:pt>
                <c:pt idx="30954">
                  <c:v>17.5</c:v>
                </c:pt>
                <c:pt idx="30955">
                  <c:v>17</c:v>
                </c:pt>
                <c:pt idx="30956">
                  <c:v>17</c:v>
                </c:pt>
                <c:pt idx="30957">
                  <c:v>17.5</c:v>
                </c:pt>
                <c:pt idx="30958">
                  <c:v>20</c:v>
                </c:pt>
                <c:pt idx="30959">
                  <c:v>21</c:v>
                </c:pt>
                <c:pt idx="30960">
                  <c:v>21.5</c:v>
                </c:pt>
                <c:pt idx="30961">
                  <c:v>20</c:v>
                </c:pt>
                <c:pt idx="30962">
                  <c:v>22</c:v>
                </c:pt>
                <c:pt idx="30963">
                  <c:v>22</c:v>
                </c:pt>
                <c:pt idx="30964">
                  <c:v>22</c:v>
                </c:pt>
                <c:pt idx="30965">
                  <c:v>22</c:v>
                </c:pt>
                <c:pt idx="30966">
                  <c:v>17</c:v>
                </c:pt>
                <c:pt idx="30967">
                  <c:v>13</c:v>
                </c:pt>
                <c:pt idx="30968">
                  <c:v>12</c:v>
                </c:pt>
                <c:pt idx="30969">
                  <c:v>12.5</c:v>
                </c:pt>
                <c:pt idx="30970">
                  <c:v>13.5</c:v>
                </c:pt>
                <c:pt idx="30971">
                  <c:v>12.5</c:v>
                </c:pt>
                <c:pt idx="30972">
                  <c:v>13.5</c:v>
                </c:pt>
                <c:pt idx="30973">
                  <c:v>15</c:v>
                </c:pt>
                <c:pt idx="30974">
                  <c:v>15</c:v>
                </c:pt>
                <c:pt idx="30975">
                  <c:v>15</c:v>
                </c:pt>
                <c:pt idx="30976">
                  <c:v>15.5</c:v>
                </c:pt>
                <c:pt idx="30977">
                  <c:v>14</c:v>
                </c:pt>
                <c:pt idx="30978">
                  <c:v>12.5</c:v>
                </c:pt>
                <c:pt idx="30979">
                  <c:v>14</c:v>
                </c:pt>
                <c:pt idx="30980">
                  <c:v>14</c:v>
                </c:pt>
                <c:pt idx="30981">
                  <c:v>14.5</c:v>
                </c:pt>
                <c:pt idx="30982">
                  <c:v>12.5</c:v>
                </c:pt>
                <c:pt idx="30983">
                  <c:v>12</c:v>
                </c:pt>
                <c:pt idx="30984">
                  <c:v>12</c:v>
                </c:pt>
                <c:pt idx="30985">
                  <c:v>12</c:v>
                </c:pt>
                <c:pt idx="30986">
                  <c:v>12.5</c:v>
                </c:pt>
                <c:pt idx="30987">
                  <c:v>15.5</c:v>
                </c:pt>
                <c:pt idx="30988">
                  <c:v>16</c:v>
                </c:pt>
                <c:pt idx="30989">
                  <c:v>14</c:v>
                </c:pt>
                <c:pt idx="30990">
                  <c:v>13.5</c:v>
                </c:pt>
                <c:pt idx="30991">
                  <c:v>12</c:v>
                </c:pt>
                <c:pt idx="30992">
                  <c:v>10.5</c:v>
                </c:pt>
                <c:pt idx="30993">
                  <c:v>8</c:v>
                </c:pt>
                <c:pt idx="30994">
                  <c:v>7.5</c:v>
                </c:pt>
                <c:pt idx="30995">
                  <c:v>7.5</c:v>
                </c:pt>
                <c:pt idx="30996">
                  <c:v>5.5</c:v>
                </c:pt>
                <c:pt idx="30997">
                  <c:v>5.5</c:v>
                </c:pt>
                <c:pt idx="30998">
                  <c:v>6</c:v>
                </c:pt>
                <c:pt idx="30999">
                  <c:v>6.5</c:v>
                </c:pt>
                <c:pt idx="31000">
                  <c:v>7.5</c:v>
                </c:pt>
                <c:pt idx="31001">
                  <c:v>9</c:v>
                </c:pt>
                <c:pt idx="31002">
                  <c:v>8.5</c:v>
                </c:pt>
                <c:pt idx="31003">
                  <c:v>8.5</c:v>
                </c:pt>
                <c:pt idx="31004">
                  <c:v>8</c:v>
                </c:pt>
                <c:pt idx="31005">
                  <c:v>8</c:v>
                </c:pt>
                <c:pt idx="31006">
                  <c:v>7.5</c:v>
                </c:pt>
                <c:pt idx="31007">
                  <c:v>8.5</c:v>
                </c:pt>
                <c:pt idx="31008">
                  <c:v>9</c:v>
                </c:pt>
                <c:pt idx="31009">
                  <c:v>11</c:v>
                </c:pt>
                <c:pt idx="31010">
                  <c:v>10</c:v>
                </c:pt>
                <c:pt idx="31011">
                  <c:v>8.5</c:v>
                </c:pt>
                <c:pt idx="31012">
                  <c:v>9.5</c:v>
                </c:pt>
                <c:pt idx="31013">
                  <c:v>9.5</c:v>
                </c:pt>
                <c:pt idx="31014">
                  <c:v>8</c:v>
                </c:pt>
                <c:pt idx="31015">
                  <c:v>5</c:v>
                </c:pt>
                <c:pt idx="31016">
                  <c:v>4.5</c:v>
                </c:pt>
                <c:pt idx="31017">
                  <c:v>4.5</c:v>
                </c:pt>
                <c:pt idx="31018">
                  <c:v>6</c:v>
                </c:pt>
                <c:pt idx="31019">
                  <c:v>6</c:v>
                </c:pt>
                <c:pt idx="31020">
                  <c:v>5.5</c:v>
                </c:pt>
                <c:pt idx="31021">
                  <c:v>4.5</c:v>
                </c:pt>
                <c:pt idx="31022">
                  <c:v>7.5</c:v>
                </c:pt>
                <c:pt idx="31023">
                  <c:v>8.5</c:v>
                </c:pt>
                <c:pt idx="31024">
                  <c:v>5.5</c:v>
                </c:pt>
                <c:pt idx="31025">
                  <c:v>5.5</c:v>
                </c:pt>
                <c:pt idx="31026">
                  <c:v>7</c:v>
                </c:pt>
                <c:pt idx="31027">
                  <c:v>7</c:v>
                </c:pt>
                <c:pt idx="31028">
                  <c:v>6</c:v>
                </c:pt>
                <c:pt idx="31029">
                  <c:v>7</c:v>
                </c:pt>
                <c:pt idx="31030">
                  <c:v>5</c:v>
                </c:pt>
                <c:pt idx="31031">
                  <c:v>6.5</c:v>
                </c:pt>
                <c:pt idx="31032">
                  <c:v>7</c:v>
                </c:pt>
                <c:pt idx="31033">
                  <c:v>9</c:v>
                </c:pt>
                <c:pt idx="31034">
                  <c:v>10.5</c:v>
                </c:pt>
                <c:pt idx="31035">
                  <c:v>10.5</c:v>
                </c:pt>
                <c:pt idx="31036">
                  <c:v>10.5</c:v>
                </c:pt>
                <c:pt idx="31037">
                  <c:v>9.5</c:v>
                </c:pt>
                <c:pt idx="31038">
                  <c:v>6.5</c:v>
                </c:pt>
                <c:pt idx="31039">
                  <c:v>7.5</c:v>
                </c:pt>
                <c:pt idx="31040">
                  <c:v>7</c:v>
                </c:pt>
              </c:numCache>
            </c:numRef>
          </c:yVal>
          <c:smooth val="0"/>
          <c:extLst>
            <c:ext xmlns:c16="http://schemas.microsoft.com/office/drawing/2014/chart" uri="{C3380CC4-5D6E-409C-BE32-E72D297353CC}">
              <c16:uniqueId val="{00000001-67A9-41DF-83A3-0507AE82D2FB}"/>
            </c:ext>
          </c:extLst>
        </c:ser>
        <c:ser>
          <c:idx val="2"/>
          <c:order val="1"/>
          <c:tx>
            <c:strRef>
              <c:f>BorettoRCP45!$C$2</c:f>
              <c:strCache>
                <c:ptCount val="1"/>
                <c:pt idx="0">
                  <c:v>Twat_sim</c:v>
                </c:pt>
              </c:strCache>
            </c:strRef>
          </c:tx>
          <c:marker>
            <c:symbol val="none"/>
          </c:marker>
          <c:xVal>
            <c:numRef>
              <c:f>BorettoRCP45!$A$3:$A$32873</c:f>
              <c:numCache>
                <c:formatCode>m/d/yyyy</c:formatCode>
                <c:ptCount val="32871"/>
                <c:pt idx="0">
                  <c:v>42370</c:v>
                </c:pt>
                <c:pt idx="1">
                  <c:v>42371</c:v>
                </c:pt>
                <c:pt idx="2">
                  <c:v>42372</c:v>
                </c:pt>
                <c:pt idx="3">
                  <c:v>42373</c:v>
                </c:pt>
                <c:pt idx="4">
                  <c:v>42374</c:v>
                </c:pt>
                <c:pt idx="5">
                  <c:v>42375</c:v>
                </c:pt>
                <c:pt idx="6">
                  <c:v>42376</c:v>
                </c:pt>
                <c:pt idx="7">
                  <c:v>42377</c:v>
                </c:pt>
                <c:pt idx="8">
                  <c:v>42378</c:v>
                </c:pt>
                <c:pt idx="9">
                  <c:v>42379</c:v>
                </c:pt>
                <c:pt idx="10">
                  <c:v>42380</c:v>
                </c:pt>
                <c:pt idx="11">
                  <c:v>42381</c:v>
                </c:pt>
                <c:pt idx="12">
                  <c:v>42382</c:v>
                </c:pt>
                <c:pt idx="13">
                  <c:v>42383</c:v>
                </c:pt>
                <c:pt idx="14">
                  <c:v>42384</c:v>
                </c:pt>
                <c:pt idx="15">
                  <c:v>42385</c:v>
                </c:pt>
                <c:pt idx="16">
                  <c:v>42386</c:v>
                </c:pt>
                <c:pt idx="17">
                  <c:v>42387</c:v>
                </c:pt>
                <c:pt idx="18">
                  <c:v>42388</c:v>
                </c:pt>
                <c:pt idx="19">
                  <c:v>42389</c:v>
                </c:pt>
                <c:pt idx="20">
                  <c:v>42390</c:v>
                </c:pt>
                <c:pt idx="21">
                  <c:v>42391</c:v>
                </c:pt>
                <c:pt idx="22">
                  <c:v>42392</c:v>
                </c:pt>
                <c:pt idx="23">
                  <c:v>42393</c:v>
                </c:pt>
                <c:pt idx="24">
                  <c:v>42394</c:v>
                </c:pt>
                <c:pt idx="25">
                  <c:v>42395</c:v>
                </c:pt>
                <c:pt idx="26">
                  <c:v>42396</c:v>
                </c:pt>
                <c:pt idx="27">
                  <c:v>42397</c:v>
                </c:pt>
                <c:pt idx="28">
                  <c:v>42398</c:v>
                </c:pt>
                <c:pt idx="29">
                  <c:v>42399</c:v>
                </c:pt>
                <c:pt idx="30">
                  <c:v>42400</c:v>
                </c:pt>
                <c:pt idx="31">
                  <c:v>42401</c:v>
                </c:pt>
                <c:pt idx="32">
                  <c:v>42402</c:v>
                </c:pt>
                <c:pt idx="33">
                  <c:v>42403</c:v>
                </c:pt>
                <c:pt idx="34">
                  <c:v>42404</c:v>
                </c:pt>
                <c:pt idx="35">
                  <c:v>42405</c:v>
                </c:pt>
                <c:pt idx="36">
                  <c:v>42406</c:v>
                </c:pt>
                <c:pt idx="37">
                  <c:v>42407</c:v>
                </c:pt>
                <c:pt idx="38">
                  <c:v>42408</c:v>
                </c:pt>
                <c:pt idx="39">
                  <c:v>42409</c:v>
                </c:pt>
                <c:pt idx="40">
                  <c:v>42410</c:v>
                </c:pt>
                <c:pt idx="41">
                  <c:v>42411</c:v>
                </c:pt>
                <c:pt idx="42">
                  <c:v>42412</c:v>
                </c:pt>
                <c:pt idx="43">
                  <c:v>42413</c:v>
                </c:pt>
                <c:pt idx="44">
                  <c:v>42414</c:v>
                </c:pt>
                <c:pt idx="45">
                  <c:v>42415</c:v>
                </c:pt>
                <c:pt idx="46">
                  <c:v>42416</c:v>
                </c:pt>
                <c:pt idx="47">
                  <c:v>42417</c:v>
                </c:pt>
                <c:pt idx="48">
                  <c:v>42418</c:v>
                </c:pt>
                <c:pt idx="49">
                  <c:v>42419</c:v>
                </c:pt>
                <c:pt idx="50">
                  <c:v>42420</c:v>
                </c:pt>
                <c:pt idx="51">
                  <c:v>42421</c:v>
                </c:pt>
                <c:pt idx="52">
                  <c:v>42422</c:v>
                </c:pt>
                <c:pt idx="53">
                  <c:v>42423</c:v>
                </c:pt>
                <c:pt idx="54">
                  <c:v>42424</c:v>
                </c:pt>
                <c:pt idx="55">
                  <c:v>42425</c:v>
                </c:pt>
                <c:pt idx="56">
                  <c:v>42426</c:v>
                </c:pt>
                <c:pt idx="57">
                  <c:v>42427</c:v>
                </c:pt>
                <c:pt idx="58">
                  <c:v>42428</c:v>
                </c:pt>
                <c:pt idx="59">
                  <c:v>42429</c:v>
                </c:pt>
                <c:pt idx="60">
                  <c:v>42430</c:v>
                </c:pt>
                <c:pt idx="61">
                  <c:v>42431</c:v>
                </c:pt>
                <c:pt idx="62">
                  <c:v>42432</c:v>
                </c:pt>
                <c:pt idx="63">
                  <c:v>42433</c:v>
                </c:pt>
                <c:pt idx="64">
                  <c:v>42434</c:v>
                </c:pt>
                <c:pt idx="65">
                  <c:v>42435</c:v>
                </c:pt>
                <c:pt idx="66">
                  <c:v>42436</c:v>
                </c:pt>
                <c:pt idx="67">
                  <c:v>42437</c:v>
                </c:pt>
                <c:pt idx="68">
                  <c:v>42438</c:v>
                </c:pt>
                <c:pt idx="69">
                  <c:v>42439</c:v>
                </c:pt>
                <c:pt idx="70">
                  <c:v>42440</c:v>
                </c:pt>
                <c:pt idx="71">
                  <c:v>42441</c:v>
                </c:pt>
                <c:pt idx="72">
                  <c:v>42442</c:v>
                </c:pt>
                <c:pt idx="73">
                  <c:v>42443</c:v>
                </c:pt>
                <c:pt idx="74">
                  <c:v>42444</c:v>
                </c:pt>
                <c:pt idx="75">
                  <c:v>42445</c:v>
                </c:pt>
                <c:pt idx="76">
                  <c:v>42446</c:v>
                </c:pt>
                <c:pt idx="77">
                  <c:v>42447</c:v>
                </c:pt>
                <c:pt idx="78">
                  <c:v>42448</c:v>
                </c:pt>
                <c:pt idx="79">
                  <c:v>42449</c:v>
                </c:pt>
                <c:pt idx="80">
                  <c:v>42450</c:v>
                </c:pt>
                <c:pt idx="81">
                  <c:v>42451</c:v>
                </c:pt>
                <c:pt idx="82">
                  <c:v>42452</c:v>
                </c:pt>
                <c:pt idx="83">
                  <c:v>42453</c:v>
                </c:pt>
                <c:pt idx="84">
                  <c:v>42454</c:v>
                </c:pt>
                <c:pt idx="85">
                  <c:v>42455</c:v>
                </c:pt>
                <c:pt idx="86">
                  <c:v>42456</c:v>
                </c:pt>
                <c:pt idx="87">
                  <c:v>42457</c:v>
                </c:pt>
                <c:pt idx="88">
                  <c:v>42458</c:v>
                </c:pt>
                <c:pt idx="89">
                  <c:v>42459</c:v>
                </c:pt>
                <c:pt idx="90">
                  <c:v>42460</c:v>
                </c:pt>
                <c:pt idx="91">
                  <c:v>42461</c:v>
                </c:pt>
                <c:pt idx="92">
                  <c:v>42462</c:v>
                </c:pt>
                <c:pt idx="93">
                  <c:v>42463</c:v>
                </c:pt>
                <c:pt idx="94">
                  <c:v>42464</c:v>
                </c:pt>
                <c:pt idx="95">
                  <c:v>42465</c:v>
                </c:pt>
                <c:pt idx="96">
                  <c:v>42466</c:v>
                </c:pt>
                <c:pt idx="97">
                  <c:v>42467</c:v>
                </c:pt>
                <c:pt idx="98">
                  <c:v>42468</c:v>
                </c:pt>
                <c:pt idx="99">
                  <c:v>42469</c:v>
                </c:pt>
                <c:pt idx="100">
                  <c:v>42470</c:v>
                </c:pt>
                <c:pt idx="101">
                  <c:v>42471</c:v>
                </c:pt>
                <c:pt idx="102">
                  <c:v>42472</c:v>
                </c:pt>
                <c:pt idx="103">
                  <c:v>42473</c:v>
                </c:pt>
                <c:pt idx="104">
                  <c:v>42474</c:v>
                </c:pt>
                <c:pt idx="105">
                  <c:v>42475</c:v>
                </c:pt>
                <c:pt idx="106">
                  <c:v>42476</c:v>
                </c:pt>
                <c:pt idx="107">
                  <c:v>42477</c:v>
                </c:pt>
                <c:pt idx="108">
                  <c:v>42478</c:v>
                </c:pt>
                <c:pt idx="109">
                  <c:v>42479</c:v>
                </c:pt>
                <c:pt idx="110">
                  <c:v>42480</c:v>
                </c:pt>
                <c:pt idx="111">
                  <c:v>42481</c:v>
                </c:pt>
                <c:pt idx="112">
                  <c:v>42482</c:v>
                </c:pt>
                <c:pt idx="113">
                  <c:v>42483</c:v>
                </c:pt>
                <c:pt idx="114">
                  <c:v>42484</c:v>
                </c:pt>
                <c:pt idx="115">
                  <c:v>42485</c:v>
                </c:pt>
                <c:pt idx="116">
                  <c:v>42486</c:v>
                </c:pt>
                <c:pt idx="117">
                  <c:v>42487</c:v>
                </c:pt>
                <c:pt idx="118">
                  <c:v>42488</c:v>
                </c:pt>
                <c:pt idx="119">
                  <c:v>42489</c:v>
                </c:pt>
                <c:pt idx="120">
                  <c:v>42490</c:v>
                </c:pt>
                <c:pt idx="121">
                  <c:v>42491</c:v>
                </c:pt>
                <c:pt idx="122">
                  <c:v>42492</c:v>
                </c:pt>
                <c:pt idx="123">
                  <c:v>42493</c:v>
                </c:pt>
                <c:pt idx="124">
                  <c:v>42494</c:v>
                </c:pt>
                <c:pt idx="125">
                  <c:v>42495</c:v>
                </c:pt>
                <c:pt idx="126">
                  <c:v>42496</c:v>
                </c:pt>
                <c:pt idx="127">
                  <c:v>42497</c:v>
                </c:pt>
                <c:pt idx="128">
                  <c:v>42498</c:v>
                </c:pt>
                <c:pt idx="129">
                  <c:v>42499</c:v>
                </c:pt>
                <c:pt idx="130">
                  <c:v>42500</c:v>
                </c:pt>
                <c:pt idx="131">
                  <c:v>42501</c:v>
                </c:pt>
                <c:pt idx="132">
                  <c:v>42502</c:v>
                </c:pt>
                <c:pt idx="133">
                  <c:v>42503</c:v>
                </c:pt>
                <c:pt idx="134">
                  <c:v>42504</c:v>
                </c:pt>
                <c:pt idx="135">
                  <c:v>42505</c:v>
                </c:pt>
                <c:pt idx="136">
                  <c:v>42506</c:v>
                </c:pt>
                <c:pt idx="137">
                  <c:v>42507</c:v>
                </c:pt>
                <c:pt idx="138">
                  <c:v>42508</c:v>
                </c:pt>
                <c:pt idx="139">
                  <c:v>42509</c:v>
                </c:pt>
                <c:pt idx="140">
                  <c:v>42510</c:v>
                </c:pt>
                <c:pt idx="141">
                  <c:v>42511</c:v>
                </c:pt>
                <c:pt idx="142">
                  <c:v>42512</c:v>
                </c:pt>
                <c:pt idx="143">
                  <c:v>42513</c:v>
                </c:pt>
                <c:pt idx="144">
                  <c:v>42514</c:v>
                </c:pt>
                <c:pt idx="145">
                  <c:v>42515</c:v>
                </c:pt>
                <c:pt idx="146">
                  <c:v>42516</c:v>
                </c:pt>
                <c:pt idx="147">
                  <c:v>42517</c:v>
                </c:pt>
                <c:pt idx="148">
                  <c:v>42518</c:v>
                </c:pt>
                <c:pt idx="149">
                  <c:v>42519</c:v>
                </c:pt>
                <c:pt idx="150">
                  <c:v>42520</c:v>
                </c:pt>
                <c:pt idx="151">
                  <c:v>42521</c:v>
                </c:pt>
                <c:pt idx="152">
                  <c:v>42522</c:v>
                </c:pt>
                <c:pt idx="153">
                  <c:v>42523</c:v>
                </c:pt>
                <c:pt idx="154">
                  <c:v>42524</c:v>
                </c:pt>
                <c:pt idx="155">
                  <c:v>42525</c:v>
                </c:pt>
                <c:pt idx="156">
                  <c:v>42526</c:v>
                </c:pt>
                <c:pt idx="157">
                  <c:v>42527</c:v>
                </c:pt>
                <c:pt idx="158">
                  <c:v>42528</c:v>
                </c:pt>
                <c:pt idx="159">
                  <c:v>42529</c:v>
                </c:pt>
                <c:pt idx="160">
                  <c:v>42530</c:v>
                </c:pt>
                <c:pt idx="161">
                  <c:v>42531</c:v>
                </c:pt>
                <c:pt idx="162">
                  <c:v>42532</c:v>
                </c:pt>
                <c:pt idx="163">
                  <c:v>42533</c:v>
                </c:pt>
                <c:pt idx="164">
                  <c:v>42534</c:v>
                </c:pt>
                <c:pt idx="165">
                  <c:v>42535</c:v>
                </c:pt>
                <c:pt idx="166">
                  <c:v>42536</c:v>
                </c:pt>
                <c:pt idx="167">
                  <c:v>42537</c:v>
                </c:pt>
                <c:pt idx="168">
                  <c:v>42538</c:v>
                </c:pt>
                <c:pt idx="169">
                  <c:v>42539</c:v>
                </c:pt>
                <c:pt idx="170">
                  <c:v>42540</c:v>
                </c:pt>
                <c:pt idx="171">
                  <c:v>42541</c:v>
                </c:pt>
                <c:pt idx="172">
                  <c:v>42542</c:v>
                </c:pt>
                <c:pt idx="173">
                  <c:v>42543</c:v>
                </c:pt>
                <c:pt idx="174">
                  <c:v>42544</c:v>
                </c:pt>
                <c:pt idx="175">
                  <c:v>42545</c:v>
                </c:pt>
                <c:pt idx="176">
                  <c:v>42546</c:v>
                </c:pt>
                <c:pt idx="177">
                  <c:v>42547</c:v>
                </c:pt>
                <c:pt idx="178">
                  <c:v>42548</c:v>
                </c:pt>
                <c:pt idx="179">
                  <c:v>42549</c:v>
                </c:pt>
                <c:pt idx="180">
                  <c:v>42550</c:v>
                </c:pt>
                <c:pt idx="181">
                  <c:v>42551</c:v>
                </c:pt>
                <c:pt idx="182">
                  <c:v>42552</c:v>
                </c:pt>
                <c:pt idx="183">
                  <c:v>42553</c:v>
                </c:pt>
                <c:pt idx="184">
                  <c:v>42554</c:v>
                </c:pt>
                <c:pt idx="185">
                  <c:v>42555</c:v>
                </c:pt>
                <c:pt idx="186">
                  <c:v>42556</c:v>
                </c:pt>
                <c:pt idx="187">
                  <c:v>42557</c:v>
                </c:pt>
                <c:pt idx="188">
                  <c:v>42558</c:v>
                </c:pt>
                <c:pt idx="189">
                  <c:v>42559</c:v>
                </c:pt>
                <c:pt idx="190">
                  <c:v>42560</c:v>
                </c:pt>
                <c:pt idx="191">
                  <c:v>42561</c:v>
                </c:pt>
                <c:pt idx="192">
                  <c:v>42562</c:v>
                </c:pt>
                <c:pt idx="193">
                  <c:v>42563</c:v>
                </c:pt>
                <c:pt idx="194">
                  <c:v>42564</c:v>
                </c:pt>
                <c:pt idx="195">
                  <c:v>42565</c:v>
                </c:pt>
                <c:pt idx="196">
                  <c:v>42566</c:v>
                </c:pt>
                <c:pt idx="197">
                  <c:v>42567</c:v>
                </c:pt>
                <c:pt idx="198">
                  <c:v>42568</c:v>
                </c:pt>
                <c:pt idx="199">
                  <c:v>42569</c:v>
                </c:pt>
                <c:pt idx="200">
                  <c:v>42570</c:v>
                </c:pt>
                <c:pt idx="201">
                  <c:v>42571</c:v>
                </c:pt>
                <c:pt idx="202">
                  <c:v>42572</c:v>
                </c:pt>
                <c:pt idx="203">
                  <c:v>42573</c:v>
                </c:pt>
                <c:pt idx="204">
                  <c:v>42574</c:v>
                </c:pt>
                <c:pt idx="205">
                  <c:v>42575</c:v>
                </c:pt>
                <c:pt idx="206">
                  <c:v>42576</c:v>
                </c:pt>
                <c:pt idx="207">
                  <c:v>42577</c:v>
                </c:pt>
                <c:pt idx="208">
                  <c:v>42578</c:v>
                </c:pt>
                <c:pt idx="209">
                  <c:v>42579</c:v>
                </c:pt>
                <c:pt idx="210">
                  <c:v>42580</c:v>
                </c:pt>
                <c:pt idx="211">
                  <c:v>42581</c:v>
                </c:pt>
                <c:pt idx="212">
                  <c:v>42582</c:v>
                </c:pt>
                <c:pt idx="213">
                  <c:v>42583</c:v>
                </c:pt>
                <c:pt idx="214">
                  <c:v>42584</c:v>
                </c:pt>
                <c:pt idx="215">
                  <c:v>42585</c:v>
                </c:pt>
                <c:pt idx="216">
                  <c:v>42586</c:v>
                </c:pt>
                <c:pt idx="217">
                  <c:v>42587</c:v>
                </c:pt>
                <c:pt idx="218">
                  <c:v>42588</c:v>
                </c:pt>
                <c:pt idx="219">
                  <c:v>42589</c:v>
                </c:pt>
                <c:pt idx="220">
                  <c:v>42590</c:v>
                </c:pt>
                <c:pt idx="221">
                  <c:v>42591</c:v>
                </c:pt>
                <c:pt idx="222">
                  <c:v>42592</c:v>
                </c:pt>
                <c:pt idx="223">
                  <c:v>42593</c:v>
                </c:pt>
                <c:pt idx="224">
                  <c:v>42594</c:v>
                </c:pt>
                <c:pt idx="225">
                  <c:v>42595</c:v>
                </c:pt>
                <c:pt idx="226">
                  <c:v>42596</c:v>
                </c:pt>
                <c:pt idx="227">
                  <c:v>42597</c:v>
                </c:pt>
                <c:pt idx="228">
                  <c:v>42598</c:v>
                </c:pt>
                <c:pt idx="229">
                  <c:v>42599</c:v>
                </c:pt>
                <c:pt idx="230">
                  <c:v>42600</c:v>
                </c:pt>
                <c:pt idx="231">
                  <c:v>42601</c:v>
                </c:pt>
                <c:pt idx="232">
                  <c:v>42602</c:v>
                </c:pt>
                <c:pt idx="233">
                  <c:v>42603</c:v>
                </c:pt>
                <c:pt idx="234">
                  <c:v>42604</c:v>
                </c:pt>
                <c:pt idx="235">
                  <c:v>42605</c:v>
                </c:pt>
                <c:pt idx="236">
                  <c:v>42606</c:v>
                </c:pt>
                <c:pt idx="237">
                  <c:v>42607</c:v>
                </c:pt>
                <c:pt idx="238">
                  <c:v>42608</c:v>
                </c:pt>
                <c:pt idx="239">
                  <c:v>42609</c:v>
                </c:pt>
                <c:pt idx="240">
                  <c:v>42610</c:v>
                </c:pt>
                <c:pt idx="241">
                  <c:v>42611</c:v>
                </c:pt>
                <c:pt idx="242">
                  <c:v>42612</c:v>
                </c:pt>
                <c:pt idx="243">
                  <c:v>42613</c:v>
                </c:pt>
                <c:pt idx="244">
                  <c:v>42614</c:v>
                </c:pt>
                <c:pt idx="245">
                  <c:v>42615</c:v>
                </c:pt>
                <c:pt idx="246">
                  <c:v>42616</c:v>
                </c:pt>
                <c:pt idx="247">
                  <c:v>42617</c:v>
                </c:pt>
                <c:pt idx="248">
                  <c:v>42618</c:v>
                </c:pt>
                <c:pt idx="249">
                  <c:v>42619</c:v>
                </c:pt>
                <c:pt idx="250">
                  <c:v>42620</c:v>
                </c:pt>
                <c:pt idx="251">
                  <c:v>42621</c:v>
                </c:pt>
                <c:pt idx="252">
                  <c:v>42622</c:v>
                </c:pt>
                <c:pt idx="253">
                  <c:v>42623</c:v>
                </c:pt>
                <c:pt idx="254">
                  <c:v>42624</c:v>
                </c:pt>
                <c:pt idx="255">
                  <c:v>42625</c:v>
                </c:pt>
                <c:pt idx="256">
                  <c:v>42626</c:v>
                </c:pt>
                <c:pt idx="257">
                  <c:v>42627</c:v>
                </c:pt>
                <c:pt idx="258">
                  <c:v>42628</c:v>
                </c:pt>
                <c:pt idx="259">
                  <c:v>42629</c:v>
                </c:pt>
                <c:pt idx="260">
                  <c:v>42630</c:v>
                </c:pt>
                <c:pt idx="261">
                  <c:v>42631</c:v>
                </c:pt>
                <c:pt idx="262">
                  <c:v>42632</c:v>
                </c:pt>
                <c:pt idx="263">
                  <c:v>42633</c:v>
                </c:pt>
                <c:pt idx="264">
                  <c:v>42634</c:v>
                </c:pt>
                <c:pt idx="265">
                  <c:v>42635</c:v>
                </c:pt>
                <c:pt idx="266">
                  <c:v>42636</c:v>
                </c:pt>
                <c:pt idx="267">
                  <c:v>42637</c:v>
                </c:pt>
                <c:pt idx="268">
                  <c:v>42638</c:v>
                </c:pt>
                <c:pt idx="269">
                  <c:v>42639</c:v>
                </c:pt>
                <c:pt idx="270">
                  <c:v>42640</c:v>
                </c:pt>
                <c:pt idx="271">
                  <c:v>42641</c:v>
                </c:pt>
                <c:pt idx="272">
                  <c:v>42642</c:v>
                </c:pt>
                <c:pt idx="273">
                  <c:v>42643</c:v>
                </c:pt>
                <c:pt idx="274">
                  <c:v>42644</c:v>
                </c:pt>
                <c:pt idx="275">
                  <c:v>42645</c:v>
                </c:pt>
                <c:pt idx="276">
                  <c:v>42646</c:v>
                </c:pt>
                <c:pt idx="277">
                  <c:v>42647</c:v>
                </c:pt>
                <c:pt idx="278">
                  <c:v>42648</c:v>
                </c:pt>
                <c:pt idx="279">
                  <c:v>42649</c:v>
                </c:pt>
                <c:pt idx="280">
                  <c:v>42650</c:v>
                </c:pt>
                <c:pt idx="281">
                  <c:v>42651</c:v>
                </c:pt>
                <c:pt idx="282">
                  <c:v>42652</c:v>
                </c:pt>
                <c:pt idx="283">
                  <c:v>42653</c:v>
                </c:pt>
                <c:pt idx="284">
                  <c:v>42654</c:v>
                </c:pt>
                <c:pt idx="285">
                  <c:v>42655</c:v>
                </c:pt>
                <c:pt idx="286">
                  <c:v>42656</c:v>
                </c:pt>
                <c:pt idx="287">
                  <c:v>42657</c:v>
                </c:pt>
                <c:pt idx="288">
                  <c:v>42658</c:v>
                </c:pt>
                <c:pt idx="289">
                  <c:v>42659</c:v>
                </c:pt>
                <c:pt idx="290">
                  <c:v>42660</c:v>
                </c:pt>
                <c:pt idx="291">
                  <c:v>42661</c:v>
                </c:pt>
                <c:pt idx="292">
                  <c:v>42662</c:v>
                </c:pt>
                <c:pt idx="293">
                  <c:v>42663</c:v>
                </c:pt>
                <c:pt idx="294">
                  <c:v>42664</c:v>
                </c:pt>
                <c:pt idx="295">
                  <c:v>42665</c:v>
                </c:pt>
                <c:pt idx="296">
                  <c:v>42666</c:v>
                </c:pt>
                <c:pt idx="297">
                  <c:v>42667</c:v>
                </c:pt>
                <c:pt idx="298">
                  <c:v>42668</c:v>
                </c:pt>
                <c:pt idx="299">
                  <c:v>42669</c:v>
                </c:pt>
                <c:pt idx="300">
                  <c:v>42670</c:v>
                </c:pt>
                <c:pt idx="301">
                  <c:v>42671</c:v>
                </c:pt>
                <c:pt idx="302">
                  <c:v>42672</c:v>
                </c:pt>
                <c:pt idx="303">
                  <c:v>42673</c:v>
                </c:pt>
                <c:pt idx="304">
                  <c:v>42674</c:v>
                </c:pt>
                <c:pt idx="305">
                  <c:v>42675</c:v>
                </c:pt>
                <c:pt idx="306">
                  <c:v>42676</c:v>
                </c:pt>
                <c:pt idx="307">
                  <c:v>42677</c:v>
                </c:pt>
                <c:pt idx="308">
                  <c:v>42678</c:v>
                </c:pt>
                <c:pt idx="309">
                  <c:v>42679</c:v>
                </c:pt>
                <c:pt idx="310">
                  <c:v>42680</c:v>
                </c:pt>
                <c:pt idx="311">
                  <c:v>42681</c:v>
                </c:pt>
                <c:pt idx="312">
                  <c:v>42682</c:v>
                </c:pt>
                <c:pt idx="313">
                  <c:v>42683</c:v>
                </c:pt>
                <c:pt idx="314">
                  <c:v>42684</c:v>
                </c:pt>
                <c:pt idx="315">
                  <c:v>42685</c:v>
                </c:pt>
                <c:pt idx="316">
                  <c:v>42686</c:v>
                </c:pt>
                <c:pt idx="317">
                  <c:v>42687</c:v>
                </c:pt>
                <c:pt idx="318">
                  <c:v>42688</c:v>
                </c:pt>
                <c:pt idx="319">
                  <c:v>42689</c:v>
                </c:pt>
                <c:pt idx="320">
                  <c:v>42690</c:v>
                </c:pt>
                <c:pt idx="321">
                  <c:v>42691</c:v>
                </c:pt>
                <c:pt idx="322">
                  <c:v>42692</c:v>
                </c:pt>
                <c:pt idx="323">
                  <c:v>42693</c:v>
                </c:pt>
                <c:pt idx="324">
                  <c:v>42694</c:v>
                </c:pt>
                <c:pt idx="325">
                  <c:v>42695</c:v>
                </c:pt>
                <c:pt idx="326">
                  <c:v>42696</c:v>
                </c:pt>
                <c:pt idx="327">
                  <c:v>42697</c:v>
                </c:pt>
                <c:pt idx="328">
                  <c:v>42698</c:v>
                </c:pt>
                <c:pt idx="329">
                  <c:v>42699</c:v>
                </c:pt>
                <c:pt idx="330">
                  <c:v>42700</c:v>
                </c:pt>
                <c:pt idx="331">
                  <c:v>42701</c:v>
                </c:pt>
                <c:pt idx="332">
                  <c:v>42702</c:v>
                </c:pt>
                <c:pt idx="333">
                  <c:v>42703</c:v>
                </c:pt>
                <c:pt idx="334">
                  <c:v>42704</c:v>
                </c:pt>
                <c:pt idx="335">
                  <c:v>42705</c:v>
                </c:pt>
                <c:pt idx="336">
                  <c:v>42706</c:v>
                </c:pt>
                <c:pt idx="337">
                  <c:v>42707</c:v>
                </c:pt>
                <c:pt idx="338">
                  <c:v>42708</c:v>
                </c:pt>
                <c:pt idx="339">
                  <c:v>42709</c:v>
                </c:pt>
                <c:pt idx="340">
                  <c:v>42710</c:v>
                </c:pt>
                <c:pt idx="341">
                  <c:v>42711</c:v>
                </c:pt>
                <c:pt idx="342">
                  <c:v>42712</c:v>
                </c:pt>
                <c:pt idx="343">
                  <c:v>42713</c:v>
                </c:pt>
                <c:pt idx="344">
                  <c:v>42714</c:v>
                </c:pt>
                <c:pt idx="345">
                  <c:v>42715</c:v>
                </c:pt>
                <c:pt idx="346">
                  <c:v>42716</c:v>
                </c:pt>
                <c:pt idx="347">
                  <c:v>42717</c:v>
                </c:pt>
                <c:pt idx="348">
                  <c:v>42718</c:v>
                </c:pt>
                <c:pt idx="349">
                  <c:v>42719</c:v>
                </c:pt>
                <c:pt idx="350">
                  <c:v>42720</c:v>
                </c:pt>
                <c:pt idx="351">
                  <c:v>42721</c:v>
                </c:pt>
                <c:pt idx="352">
                  <c:v>42722</c:v>
                </c:pt>
                <c:pt idx="353">
                  <c:v>42723</c:v>
                </c:pt>
                <c:pt idx="354">
                  <c:v>42724</c:v>
                </c:pt>
                <c:pt idx="355">
                  <c:v>42725</c:v>
                </c:pt>
                <c:pt idx="356">
                  <c:v>42726</c:v>
                </c:pt>
                <c:pt idx="357">
                  <c:v>42727</c:v>
                </c:pt>
                <c:pt idx="358">
                  <c:v>42728</c:v>
                </c:pt>
                <c:pt idx="359">
                  <c:v>42729</c:v>
                </c:pt>
                <c:pt idx="360">
                  <c:v>42730</c:v>
                </c:pt>
                <c:pt idx="361">
                  <c:v>42731</c:v>
                </c:pt>
                <c:pt idx="362">
                  <c:v>42732</c:v>
                </c:pt>
                <c:pt idx="363">
                  <c:v>42733</c:v>
                </c:pt>
                <c:pt idx="364">
                  <c:v>42734</c:v>
                </c:pt>
                <c:pt idx="365">
                  <c:v>42735</c:v>
                </c:pt>
                <c:pt idx="366">
                  <c:v>42736</c:v>
                </c:pt>
                <c:pt idx="367">
                  <c:v>42737</c:v>
                </c:pt>
                <c:pt idx="368">
                  <c:v>42738</c:v>
                </c:pt>
                <c:pt idx="369">
                  <c:v>42739</c:v>
                </c:pt>
                <c:pt idx="370">
                  <c:v>42740</c:v>
                </c:pt>
                <c:pt idx="371">
                  <c:v>42741</c:v>
                </c:pt>
                <c:pt idx="372">
                  <c:v>42742</c:v>
                </c:pt>
                <c:pt idx="373">
                  <c:v>42743</c:v>
                </c:pt>
                <c:pt idx="374">
                  <c:v>42744</c:v>
                </c:pt>
                <c:pt idx="375">
                  <c:v>42745</c:v>
                </c:pt>
                <c:pt idx="376">
                  <c:v>42746</c:v>
                </c:pt>
                <c:pt idx="377">
                  <c:v>42747</c:v>
                </c:pt>
                <c:pt idx="378">
                  <c:v>42748</c:v>
                </c:pt>
                <c:pt idx="379">
                  <c:v>42749</c:v>
                </c:pt>
                <c:pt idx="380">
                  <c:v>42750</c:v>
                </c:pt>
                <c:pt idx="381">
                  <c:v>42751</c:v>
                </c:pt>
                <c:pt idx="382">
                  <c:v>42752</c:v>
                </c:pt>
                <c:pt idx="383">
                  <c:v>42753</c:v>
                </c:pt>
                <c:pt idx="384">
                  <c:v>42754</c:v>
                </c:pt>
                <c:pt idx="385">
                  <c:v>42755</c:v>
                </c:pt>
                <c:pt idx="386">
                  <c:v>42756</c:v>
                </c:pt>
                <c:pt idx="387">
                  <c:v>42757</c:v>
                </c:pt>
                <c:pt idx="388">
                  <c:v>42758</c:v>
                </c:pt>
                <c:pt idx="389">
                  <c:v>42759</c:v>
                </c:pt>
                <c:pt idx="390">
                  <c:v>42760</c:v>
                </c:pt>
                <c:pt idx="391">
                  <c:v>42761</c:v>
                </c:pt>
                <c:pt idx="392">
                  <c:v>42762</c:v>
                </c:pt>
                <c:pt idx="393">
                  <c:v>42763</c:v>
                </c:pt>
                <c:pt idx="394">
                  <c:v>42764</c:v>
                </c:pt>
                <c:pt idx="395">
                  <c:v>42765</c:v>
                </c:pt>
                <c:pt idx="396">
                  <c:v>42766</c:v>
                </c:pt>
                <c:pt idx="397">
                  <c:v>42767</c:v>
                </c:pt>
                <c:pt idx="398">
                  <c:v>42768</c:v>
                </c:pt>
                <c:pt idx="399">
                  <c:v>42769</c:v>
                </c:pt>
                <c:pt idx="400">
                  <c:v>42770</c:v>
                </c:pt>
                <c:pt idx="401">
                  <c:v>42771</c:v>
                </c:pt>
                <c:pt idx="402">
                  <c:v>42772</c:v>
                </c:pt>
                <c:pt idx="403">
                  <c:v>42773</c:v>
                </c:pt>
                <c:pt idx="404">
                  <c:v>42774</c:v>
                </c:pt>
                <c:pt idx="405">
                  <c:v>42775</c:v>
                </c:pt>
                <c:pt idx="406">
                  <c:v>42776</c:v>
                </c:pt>
                <c:pt idx="407">
                  <c:v>42777</c:v>
                </c:pt>
                <c:pt idx="408">
                  <c:v>42778</c:v>
                </c:pt>
                <c:pt idx="409">
                  <c:v>42779</c:v>
                </c:pt>
                <c:pt idx="410">
                  <c:v>42780</c:v>
                </c:pt>
                <c:pt idx="411">
                  <c:v>42781</c:v>
                </c:pt>
                <c:pt idx="412">
                  <c:v>42782</c:v>
                </c:pt>
                <c:pt idx="413">
                  <c:v>42783</c:v>
                </c:pt>
                <c:pt idx="414">
                  <c:v>42784</c:v>
                </c:pt>
                <c:pt idx="415">
                  <c:v>42785</c:v>
                </c:pt>
                <c:pt idx="416">
                  <c:v>42786</c:v>
                </c:pt>
                <c:pt idx="417">
                  <c:v>42787</c:v>
                </c:pt>
                <c:pt idx="418">
                  <c:v>42788</c:v>
                </c:pt>
                <c:pt idx="419">
                  <c:v>42789</c:v>
                </c:pt>
                <c:pt idx="420">
                  <c:v>42790</c:v>
                </c:pt>
                <c:pt idx="421">
                  <c:v>42791</c:v>
                </c:pt>
                <c:pt idx="422">
                  <c:v>42792</c:v>
                </c:pt>
                <c:pt idx="423">
                  <c:v>42793</c:v>
                </c:pt>
                <c:pt idx="424">
                  <c:v>42794</c:v>
                </c:pt>
                <c:pt idx="425">
                  <c:v>42795</c:v>
                </c:pt>
                <c:pt idx="426">
                  <c:v>42796</c:v>
                </c:pt>
                <c:pt idx="427">
                  <c:v>42797</c:v>
                </c:pt>
                <c:pt idx="428">
                  <c:v>42798</c:v>
                </c:pt>
                <c:pt idx="429">
                  <c:v>42799</c:v>
                </c:pt>
                <c:pt idx="430">
                  <c:v>42800</c:v>
                </c:pt>
                <c:pt idx="431">
                  <c:v>42801</c:v>
                </c:pt>
                <c:pt idx="432">
                  <c:v>42802</c:v>
                </c:pt>
                <c:pt idx="433">
                  <c:v>42803</c:v>
                </c:pt>
                <c:pt idx="434">
                  <c:v>42804</c:v>
                </c:pt>
                <c:pt idx="435">
                  <c:v>42805</c:v>
                </c:pt>
                <c:pt idx="436">
                  <c:v>42806</c:v>
                </c:pt>
                <c:pt idx="437">
                  <c:v>42807</c:v>
                </c:pt>
                <c:pt idx="438">
                  <c:v>42808</c:v>
                </c:pt>
                <c:pt idx="439">
                  <c:v>42809</c:v>
                </c:pt>
                <c:pt idx="440">
                  <c:v>42810</c:v>
                </c:pt>
                <c:pt idx="441">
                  <c:v>42811</c:v>
                </c:pt>
                <c:pt idx="442">
                  <c:v>42812</c:v>
                </c:pt>
                <c:pt idx="443">
                  <c:v>42813</c:v>
                </c:pt>
                <c:pt idx="444">
                  <c:v>42814</c:v>
                </c:pt>
                <c:pt idx="445">
                  <c:v>42815</c:v>
                </c:pt>
                <c:pt idx="446">
                  <c:v>42816</c:v>
                </c:pt>
                <c:pt idx="447">
                  <c:v>42817</c:v>
                </c:pt>
                <c:pt idx="448">
                  <c:v>42818</c:v>
                </c:pt>
                <c:pt idx="449">
                  <c:v>42819</c:v>
                </c:pt>
                <c:pt idx="450">
                  <c:v>42820</c:v>
                </c:pt>
                <c:pt idx="451">
                  <c:v>42821</c:v>
                </c:pt>
                <c:pt idx="452">
                  <c:v>42822</c:v>
                </c:pt>
                <c:pt idx="453">
                  <c:v>42823</c:v>
                </c:pt>
                <c:pt idx="454">
                  <c:v>42824</c:v>
                </c:pt>
                <c:pt idx="455">
                  <c:v>42825</c:v>
                </c:pt>
                <c:pt idx="456">
                  <c:v>42826</c:v>
                </c:pt>
                <c:pt idx="457">
                  <c:v>42827</c:v>
                </c:pt>
                <c:pt idx="458">
                  <c:v>42828</c:v>
                </c:pt>
                <c:pt idx="459">
                  <c:v>42829</c:v>
                </c:pt>
                <c:pt idx="460">
                  <c:v>42830</c:v>
                </c:pt>
                <c:pt idx="461">
                  <c:v>42831</c:v>
                </c:pt>
                <c:pt idx="462">
                  <c:v>42832</c:v>
                </c:pt>
                <c:pt idx="463">
                  <c:v>42833</c:v>
                </c:pt>
                <c:pt idx="464">
                  <c:v>42834</c:v>
                </c:pt>
                <c:pt idx="465">
                  <c:v>42835</c:v>
                </c:pt>
                <c:pt idx="466">
                  <c:v>42836</c:v>
                </c:pt>
                <c:pt idx="467">
                  <c:v>42837</c:v>
                </c:pt>
                <c:pt idx="468">
                  <c:v>42838</c:v>
                </c:pt>
                <c:pt idx="469">
                  <c:v>42839</c:v>
                </c:pt>
                <c:pt idx="470">
                  <c:v>42840</c:v>
                </c:pt>
                <c:pt idx="471">
                  <c:v>42841</c:v>
                </c:pt>
                <c:pt idx="472">
                  <c:v>42842</c:v>
                </c:pt>
                <c:pt idx="473">
                  <c:v>42843</c:v>
                </c:pt>
                <c:pt idx="474">
                  <c:v>42844</c:v>
                </c:pt>
                <c:pt idx="475">
                  <c:v>42845</c:v>
                </c:pt>
                <c:pt idx="476">
                  <c:v>42846</c:v>
                </c:pt>
                <c:pt idx="477">
                  <c:v>42847</c:v>
                </c:pt>
                <c:pt idx="478">
                  <c:v>42848</c:v>
                </c:pt>
                <c:pt idx="479">
                  <c:v>42849</c:v>
                </c:pt>
                <c:pt idx="480">
                  <c:v>42850</c:v>
                </c:pt>
                <c:pt idx="481">
                  <c:v>42851</c:v>
                </c:pt>
                <c:pt idx="482">
                  <c:v>42852</c:v>
                </c:pt>
                <c:pt idx="483">
                  <c:v>42853</c:v>
                </c:pt>
                <c:pt idx="484">
                  <c:v>42854</c:v>
                </c:pt>
                <c:pt idx="485">
                  <c:v>42855</c:v>
                </c:pt>
                <c:pt idx="486">
                  <c:v>42856</c:v>
                </c:pt>
                <c:pt idx="487">
                  <c:v>42857</c:v>
                </c:pt>
                <c:pt idx="488">
                  <c:v>42858</c:v>
                </c:pt>
                <c:pt idx="489">
                  <c:v>42859</c:v>
                </c:pt>
                <c:pt idx="490">
                  <c:v>42860</c:v>
                </c:pt>
                <c:pt idx="491">
                  <c:v>42861</c:v>
                </c:pt>
                <c:pt idx="492">
                  <c:v>42862</c:v>
                </c:pt>
                <c:pt idx="493">
                  <c:v>42863</c:v>
                </c:pt>
                <c:pt idx="494">
                  <c:v>42864</c:v>
                </c:pt>
                <c:pt idx="495">
                  <c:v>42865</c:v>
                </c:pt>
                <c:pt idx="496">
                  <c:v>42866</c:v>
                </c:pt>
                <c:pt idx="497">
                  <c:v>42867</c:v>
                </c:pt>
                <c:pt idx="498">
                  <c:v>42868</c:v>
                </c:pt>
                <c:pt idx="499">
                  <c:v>42869</c:v>
                </c:pt>
                <c:pt idx="500">
                  <c:v>42870</c:v>
                </c:pt>
                <c:pt idx="501">
                  <c:v>42871</c:v>
                </c:pt>
                <c:pt idx="502">
                  <c:v>42872</c:v>
                </c:pt>
                <c:pt idx="503">
                  <c:v>42873</c:v>
                </c:pt>
                <c:pt idx="504">
                  <c:v>42874</c:v>
                </c:pt>
                <c:pt idx="505">
                  <c:v>42875</c:v>
                </c:pt>
                <c:pt idx="506">
                  <c:v>42876</c:v>
                </c:pt>
                <c:pt idx="507">
                  <c:v>42877</c:v>
                </c:pt>
                <c:pt idx="508">
                  <c:v>42878</c:v>
                </c:pt>
                <c:pt idx="509">
                  <c:v>42879</c:v>
                </c:pt>
                <c:pt idx="510">
                  <c:v>42880</c:v>
                </c:pt>
                <c:pt idx="511">
                  <c:v>42881</c:v>
                </c:pt>
                <c:pt idx="512">
                  <c:v>42882</c:v>
                </c:pt>
                <c:pt idx="513">
                  <c:v>42883</c:v>
                </c:pt>
                <c:pt idx="514">
                  <c:v>42884</c:v>
                </c:pt>
                <c:pt idx="515">
                  <c:v>42885</c:v>
                </c:pt>
                <c:pt idx="516">
                  <c:v>42886</c:v>
                </c:pt>
                <c:pt idx="517">
                  <c:v>42887</c:v>
                </c:pt>
                <c:pt idx="518">
                  <c:v>42888</c:v>
                </c:pt>
                <c:pt idx="519">
                  <c:v>42889</c:v>
                </c:pt>
                <c:pt idx="520">
                  <c:v>42890</c:v>
                </c:pt>
                <c:pt idx="521">
                  <c:v>42891</c:v>
                </c:pt>
                <c:pt idx="522">
                  <c:v>42892</c:v>
                </c:pt>
                <c:pt idx="523">
                  <c:v>42893</c:v>
                </c:pt>
                <c:pt idx="524">
                  <c:v>42894</c:v>
                </c:pt>
                <c:pt idx="525">
                  <c:v>42895</c:v>
                </c:pt>
                <c:pt idx="526">
                  <c:v>42896</c:v>
                </c:pt>
                <c:pt idx="527">
                  <c:v>42897</c:v>
                </c:pt>
                <c:pt idx="528">
                  <c:v>42898</c:v>
                </c:pt>
                <c:pt idx="529">
                  <c:v>42899</c:v>
                </c:pt>
                <c:pt idx="530">
                  <c:v>42900</c:v>
                </c:pt>
                <c:pt idx="531">
                  <c:v>42901</c:v>
                </c:pt>
                <c:pt idx="532">
                  <c:v>42902</c:v>
                </c:pt>
                <c:pt idx="533">
                  <c:v>42903</c:v>
                </c:pt>
                <c:pt idx="534">
                  <c:v>42904</c:v>
                </c:pt>
                <c:pt idx="535">
                  <c:v>42905</c:v>
                </c:pt>
                <c:pt idx="536">
                  <c:v>42906</c:v>
                </c:pt>
                <c:pt idx="537">
                  <c:v>42907</c:v>
                </c:pt>
                <c:pt idx="538">
                  <c:v>42908</c:v>
                </c:pt>
                <c:pt idx="539">
                  <c:v>42909</c:v>
                </c:pt>
                <c:pt idx="540">
                  <c:v>42910</c:v>
                </c:pt>
                <c:pt idx="541">
                  <c:v>42911</c:v>
                </c:pt>
                <c:pt idx="542">
                  <c:v>42912</c:v>
                </c:pt>
                <c:pt idx="543">
                  <c:v>42913</c:v>
                </c:pt>
                <c:pt idx="544">
                  <c:v>42914</c:v>
                </c:pt>
                <c:pt idx="545">
                  <c:v>42915</c:v>
                </c:pt>
                <c:pt idx="546">
                  <c:v>42916</c:v>
                </c:pt>
                <c:pt idx="547">
                  <c:v>42917</c:v>
                </c:pt>
                <c:pt idx="548">
                  <c:v>42918</c:v>
                </c:pt>
                <c:pt idx="549">
                  <c:v>42919</c:v>
                </c:pt>
                <c:pt idx="550">
                  <c:v>42920</c:v>
                </c:pt>
                <c:pt idx="551">
                  <c:v>42921</c:v>
                </c:pt>
                <c:pt idx="552">
                  <c:v>42922</c:v>
                </c:pt>
                <c:pt idx="553">
                  <c:v>42923</c:v>
                </c:pt>
                <c:pt idx="554">
                  <c:v>42924</c:v>
                </c:pt>
                <c:pt idx="555">
                  <c:v>42925</c:v>
                </c:pt>
                <c:pt idx="556">
                  <c:v>42926</c:v>
                </c:pt>
                <c:pt idx="557">
                  <c:v>42927</c:v>
                </c:pt>
                <c:pt idx="558">
                  <c:v>42928</c:v>
                </c:pt>
                <c:pt idx="559">
                  <c:v>42929</c:v>
                </c:pt>
                <c:pt idx="560">
                  <c:v>42930</c:v>
                </c:pt>
                <c:pt idx="561">
                  <c:v>42931</c:v>
                </c:pt>
                <c:pt idx="562">
                  <c:v>42932</c:v>
                </c:pt>
                <c:pt idx="563">
                  <c:v>42933</c:v>
                </c:pt>
                <c:pt idx="564">
                  <c:v>42934</c:v>
                </c:pt>
                <c:pt idx="565">
                  <c:v>42935</c:v>
                </c:pt>
                <c:pt idx="566">
                  <c:v>42936</c:v>
                </c:pt>
                <c:pt idx="567">
                  <c:v>42937</c:v>
                </c:pt>
                <c:pt idx="568">
                  <c:v>42938</c:v>
                </c:pt>
                <c:pt idx="569">
                  <c:v>42939</c:v>
                </c:pt>
                <c:pt idx="570">
                  <c:v>42940</c:v>
                </c:pt>
                <c:pt idx="571">
                  <c:v>42941</c:v>
                </c:pt>
                <c:pt idx="572">
                  <c:v>42942</c:v>
                </c:pt>
                <c:pt idx="573">
                  <c:v>42943</c:v>
                </c:pt>
                <c:pt idx="574">
                  <c:v>42944</c:v>
                </c:pt>
                <c:pt idx="575">
                  <c:v>42945</c:v>
                </c:pt>
                <c:pt idx="576">
                  <c:v>42946</c:v>
                </c:pt>
                <c:pt idx="577">
                  <c:v>42947</c:v>
                </c:pt>
                <c:pt idx="578">
                  <c:v>42948</c:v>
                </c:pt>
                <c:pt idx="579">
                  <c:v>42949</c:v>
                </c:pt>
                <c:pt idx="580">
                  <c:v>42950</c:v>
                </c:pt>
                <c:pt idx="581">
                  <c:v>42951</c:v>
                </c:pt>
                <c:pt idx="582">
                  <c:v>42952</c:v>
                </c:pt>
                <c:pt idx="583">
                  <c:v>42953</c:v>
                </c:pt>
                <c:pt idx="584">
                  <c:v>42954</c:v>
                </c:pt>
                <c:pt idx="585">
                  <c:v>42955</c:v>
                </c:pt>
                <c:pt idx="586">
                  <c:v>42956</c:v>
                </c:pt>
                <c:pt idx="587">
                  <c:v>42957</c:v>
                </c:pt>
                <c:pt idx="588">
                  <c:v>42958</c:v>
                </c:pt>
                <c:pt idx="589">
                  <c:v>42959</c:v>
                </c:pt>
                <c:pt idx="590">
                  <c:v>42960</c:v>
                </c:pt>
                <c:pt idx="591">
                  <c:v>42961</c:v>
                </c:pt>
                <c:pt idx="592">
                  <c:v>42962</c:v>
                </c:pt>
                <c:pt idx="593">
                  <c:v>42963</c:v>
                </c:pt>
                <c:pt idx="594">
                  <c:v>42964</c:v>
                </c:pt>
                <c:pt idx="595">
                  <c:v>42965</c:v>
                </c:pt>
                <c:pt idx="596">
                  <c:v>42966</c:v>
                </c:pt>
                <c:pt idx="597">
                  <c:v>42967</c:v>
                </c:pt>
                <c:pt idx="598">
                  <c:v>42968</c:v>
                </c:pt>
                <c:pt idx="599">
                  <c:v>42969</c:v>
                </c:pt>
                <c:pt idx="600">
                  <c:v>42970</c:v>
                </c:pt>
                <c:pt idx="601">
                  <c:v>42971</c:v>
                </c:pt>
                <c:pt idx="602">
                  <c:v>42972</c:v>
                </c:pt>
                <c:pt idx="603">
                  <c:v>42973</c:v>
                </c:pt>
                <c:pt idx="604">
                  <c:v>42974</c:v>
                </c:pt>
                <c:pt idx="605">
                  <c:v>42975</c:v>
                </c:pt>
                <c:pt idx="606">
                  <c:v>42976</c:v>
                </c:pt>
                <c:pt idx="607">
                  <c:v>42977</c:v>
                </c:pt>
                <c:pt idx="608">
                  <c:v>42978</c:v>
                </c:pt>
                <c:pt idx="609">
                  <c:v>42979</c:v>
                </c:pt>
                <c:pt idx="610">
                  <c:v>42980</c:v>
                </c:pt>
                <c:pt idx="611">
                  <c:v>42981</c:v>
                </c:pt>
                <c:pt idx="612">
                  <c:v>42982</c:v>
                </c:pt>
                <c:pt idx="613">
                  <c:v>42983</c:v>
                </c:pt>
                <c:pt idx="614">
                  <c:v>42984</c:v>
                </c:pt>
                <c:pt idx="615">
                  <c:v>42985</c:v>
                </c:pt>
                <c:pt idx="616">
                  <c:v>42986</c:v>
                </c:pt>
                <c:pt idx="617">
                  <c:v>42987</c:v>
                </c:pt>
                <c:pt idx="618">
                  <c:v>42988</c:v>
                </c:pt>
                <c:pt idx="619">
                  <c:v>42989</c:v>
                </c:pt>
                <c:pt idx="620">
                  <c:v>42990</c:v>
                </c:pt>
                <c:pt idx="621">
                  <c:v>42991</c:v>
                </c:pt>
                <c:pt idx="622">
                  <c:v>42992</c:v>
                </c:pt>
                <c:pt idx="623">
                  <c:v>42993</c:v>
                </c:pt>
                <c:pt idx="624">
                  <c:v>42994</c:v>
                </c:pt>
                <c:pt idx="625">
                  <c:v>42995</c:v>
                </c:pt>
                <c:pt idx="626">
                  <c:v>42996</c:v>
                </c:pt>
                <c:pt idx="627">
                  <c:v>42997</c:v>
                </c:pt>
                <c:pt idx="628">
                  <c:v>42998</c:v>
                </c:pt>
                <c:pt idx="629">
                  <c:v>42999</c:v>
                </c:pt>
                <c:pt idx="630">
                  <c:v>43000</c:v>
                </c:pt>
                <c:pt idx="631">
                  <c:v>43001</c:v>
                </c:pt>
                <c:pt idx="632">
                  <c:v>43002</c:v>
                </c:pt>
                <c:pt idx="633">
                  <c:v>43003</c:v>
                </c:pt>
                <c:pt idx="634">
                  <c:v>43004</c:v>
                </c:pt>
                <c:pt idx="635">
                  <c:v>43005</c:v>
                </c:pt>
                <c:pt idx="636">
                  <c:v>43006</c:v>
                </c:pt>
                <c:pt idx="637">
                  <c:v>43007</c:v>
                </c:pt>
                <c:pt idx="638">
                  <c:v>43008</c:v>
                </c:pt>
                <c:pt idx="639">
                  <c:v>43009</c:v>
                </c:pt>
                <c:pt idx="640">
                  <c:v>43010</c:v>
                </c:pt>
                <c:pt idx="641">
                  <c:v>43011</c:v>
                </c:pt>
                <c:pt idx="642">
                  <c:v>43012</c:v>
                </c:pt>
                <c:pt idx="643">
                  <c:v>43013</c:v>
                </c:pt>
                <c:pt idx="644">
                  <c:v>43014</c:v>
                </c:pt>
                <c:pt idx="645">
                  <c:v>43015</c:v>
                </c:pt>
                <c:pt idx="646">
                  <c:v>43016</c:v>
                </c:pt>
                <c:pt idx="647">
                  <c:v>43017</c:v>
                </c:pt>
                <c:pt idx="648">
                  <c:v>43018</c:v>
                </c:pt>
                <c:pt idx="649">
                  <c:v>43019</c:v>
                </c:pt>
                <c:pt idx="650">
                  <c:v>43020</c:v>
                </c:pt>
                <c:pt idx="651">
                  <c:v>43021</c:v>
                </c:pt>
                <c:pt idx="652">
                  <c:v>43022</c:v>
                </c:pt>
                <c:pt idx="653">
                  <c:v>43023</c:v>
                </c:pt>
                <c:pt idx="654">
                  <c:v>43024</c:v>
                </c:pt>
                <c:pt idx="655">
                  <c:v>43025</c:v>
                </c:pt>
                <c:pt idx="656">
                  <c:v>43026</c:v>
                </c:pt>
                <c:pt idx="657">
                  <c:v>43027</c:v>
                </c:pt>
                <c:pt idx="658">
                  <c:v>43028</c:v>
                </c:pt>
                <c:pt idx="659">
                  <c:v>43029</c:v>
                </c:pt>
                <c:pt idx="660">
                  <c:v>43030</c:v>
                </c:pt>
                <c:pt idx="661">
                  <c:v>43031</c:v>
                </c:pt>
                <c:pt idx="662">
                  <c:v>43032</c:v>
                </c:pt>
                <c:pt idx="663">
                  <c:v>43033</c:v>
                </c:pt>
                <c:pt idx="664">
                  <c:v>43034</c:v>
                </c:pt>
                <c:pt idx="665">
                  <c:v>43035</c:v>
                </c:pt>
                <c:pt idx="666">
                  <c:v>43036</c:v>
                </c:pt>
                <c:pt idx="667">
                  <c:v>43037</c:v>
                </c:pt>
                <c:pt idx="668">
                  <c:v>43038</c:v>
                </c:pt>
                <c:pt idx="669">
                  <c:v>43039</c:v>
                </c:pt>
                <c:pt idx="670">
                  <c:v>43040</c:v>
                </c:pt>
                <c:pt idx="671">
                  <c:v>43041</c:v>
                </c:pt>
                <c:pt idx="672">
                  <c:v>43042</c:v>
                </c:pt>
                <c:pt idx="673">
                  <c:v>43043</c:v>
                </c:pt>
                <c:pt idx="674">
                  <c:v>43044</c:v>
                </c:pt>
                <c:pt idx="675">
                  <c:v>43045</c:v>
                </c:pt>
                <c:pt idx="676">
                  <c:v>43046</c:v>
                </c:pt>
                <c:pt idx="677">
                  <c:v>43047</c:v>
                </c:pt>
                <c:pt idx="678">
                  <c:v>43048</c:v>
                </c:pt>
                <c:pt idx="679">
                  <c:v>43049</c:v>
                </c:pt>
                <c:pt idx="680">
                  <c:v>43050</c:v>
                </c:pt>
                <c:pt idx="681">
                  <c:v>43051</c:v>
                </c:pt>
                <c:pt idx="682">
                  <c:v>43052</c:v>
                </c:pt>
                <c:pt idx="683">
                  <c:v>43053</c:v>
                </c:pt>
                <c:pt idx="684">
                  <c:v>43054</c:v>
                </c:pt>
                <c:pt idx="685">
                  <c:v>43055</c:v>
                </c:pt>
                <c:pt idx="686">
                  <c:v>43056</c:v>
                </c:pt>
                <c:pt idx="687">
                  <c:v>43057</c:v>
                </c:pt>
                <c:pt idx="688">
                  <c:v>43058</c:v>
                </c:pt>
                <c:pt idx="689">
                  <c:v>43059</c:v>
                </c:pt>
                <c:pt idx="690">
                  <c:v>43060</c:v>
                </c:pt>
                <c:pt idx="691">
                  <c:v>43061</c:v>
                </c:pt>
                <c:pt idx="692">
                  <c:v>43062</c:v>
                </c:pt>
                <c:pt idx="693">
                  <c:v>43063</c:v>
                </c:pt>
                <c:pt idx="694">
                  <c:v>43064</c:v>
                </c:pt>
                <c:pt idx="695">
                  <c:v>43065</c:v>
                </c:pt>
                <c:pt idx="696">
                  <c:v>43066</c:v>
                </c:pt>
                <c:pt idx="697">
                  <c:v>43067</c:v>
                </c:pt>
                <c:pt idx="698">
                  <c:v>43068</c:v>
                </c:pt>
                <c:pt idx="699">
                  <c:v>43069</c:v>
                </c:pt>
                <c:pt idx="700">
                  <c:v>43070</c:v>
                </c:pt>
                <c:pt idx="701">
                  <c:v>43071</c:v>
                </c:pt>
                <c:pt idx="702">
                  <c:v>43072</c:v>
                </c:pt>
                <c:pt idx="703">
                  <c:v>43073</c:v>
                </c:pt>
                <c:pt idx="704">
                  <c:v>43074</c:v>
                </c:pt>
                <c:pt idx="705">
                  <c:v>43075</c:v>
                </c:pt>
                <c:pt idx="706">
                  <c:v>43076</c:v>
                </c:pt>
                <c:pt idx="707">
                  <c:v>43077</c:v>
                </c:pt>
                <c:pt idx="708">
                  <c:v>43078</c:v>
                </c:pt>
                <c:pt idx="709">
                  <c:v>43079</c:v>
                </c:pt>
                <c:pt idx="710">
                  <c:v>43080</c:v>
                </c:pt>
                <c:pt idx="711">
                  <c:v>43081</c:v>
                </c:pt>
                <c:pt idx="712">
                  <c:v>43082</c:v>
                </c:pt>
                <c:pt idx="713">
                  <c:v>43083</c:v>
                </c:pt>
                <c:pt idx="714">
                  <c:v>43084</c:v>
                </c:pt>
                <c:pt idx="715">
                  <c:v>43085</c:v>
                </c:pt>
                <c:pt idx="716">
                  <c:v>43086</c:v>
                </c:pt>
                <c:pt idx="717">
                  <c:v>43087</c:v>
                </c:pt>
                <c:pt idx="718">
                  <c:v>43088</c:v>
                </c:pt>
                <c:pt idx="719">
                  <c:v>43089</c:v>
                </c:pt>
                <c:pt idx="720">
                  <c:v>43090</c:v>
                </c:pt>
                <c:pt idx="721">
                  <c:v>43091</c:v>
                </c:pt>
                <c:pt idx="722">
                  <c:v>43092</c:v>
                </c:pt>
                <c:pt idx="723">
                  <c:v>43093</c:v>
                </c:pt>
                <c:pt idx="724">
                  <c:v>43094</c:v>
                </c:pt>
                <c:pt idx="725">
                  <c:v>43095</c:v>
                </c:pt>
                <c:pt idx="726">
                  <c:v>43096</c:v>
                </c:pt>
                <c:pt idx="727">
                  <c:v>43097</c:v>
                </c:pt>
                <c:pt idx="728">
                  <c:v>43098</c:v>
                </c:pt>
                <c:pt idx="729">
                  <c:v>43099</c:v>
                </c:pt>
                <c:pt idx="730">
                  <c:v>43100</c:v>
                </c:pt>
                <c:pt idx="731">
                  <c:v>43101</c:v>
                </c:pt>
                <c:pt idx="732">
                  <c:v>43102</c:v>
                </c:pt>
                <c:pt idx="733">
                  <c:v>43103</c:v>
                </c:pt>
                <c:pt idx="734">
                  <c:v>43104</c:v>
                </c:pt>
                <c:pt idx="735">
                  <c:v>43105</c:v>
                </c:pt>
                <c:pt idx="736">
                  <c:v>43106</c:v>
                </c:pt>
                <c:pt idx="737">
                  <c:v>43107</c:v>
                </c:pt>
                <c:pt idx="738">
                  <c:v>43108</c:v>
                </c:pt>
                <c:pt idx="739">
                  <c:v>43109</c:v>
                </c:pt>
                <c:pt idx="740">
                  <c:v>43110</c:v>
                </c:pt>
                <c:pt idx="741">
                  <c:v>43111</c:v>
                </c:pt>
                <c:pt idx="742">
                  <c:v>43112</c:v>
                </c:pt>
                <c:pt idx="743">
                  <c:v>43113</c:v>
                </c:pt>
                <c:pt idx="744">
                  <c:v>43114</c:v>
                </c:pt>
                <c:pt idx="745">
                  <c:v>43115</c:v>
                </c:pt>
                <c:pt idx="746">
                  <c:v>43116</c:v>
                </c:pt>
                <c:pt idx="747">
                  <c:v>43117</c:v>
                </c:pt>
                <c:pt idx="748">
                  <c:v>43118</c:v>
                </c:pt>
                <c:pt idx="749">
                  <c:v>43119</c:v>
                </c:pt>
                <c:pt idx="750">
                  <c:v>43120</c:v>
                </c:pt>
                <c:pt idx="751">
                  <c:v>43121</c:v>
                </c:pt>
                <c:pt idx="752">
                  <c:v>43122</c:v>
                </c:pt>
                <c:pt idx="753">
                  <c:v>43123</c:v>
                </c:pt>
                <c:pt idx="754">
                  <c:v>43124</c:v>
                </c:pt>
                <c:pt idx="755">
                  <c:v>43125</c:v>
                </c:pt>
                <c:pt idx="756">
                  <c:v>43126</c:v>
                </c:pt>
                <c:pt idx="757">
                  <c:v>43127</c:v>
                </c:pt>
                <c:pt idx="758">
                  <c:v>43128</c:v>
                </c:pt>
                <c:pt idx="759">
                  <c:v>43129</c:v>
                </c:pt>
                <c:pt idx="760">
                  <c:v>43130</c:v>
                </c:pt>
                <c:pt idx="761">
                  <c:v>43131</c:v>
                </c:pt>
                <c:pt idx="762">
                  <c:v>43132</c:v>
                </c:pt>
                <c:pt idx="763">
                  <c:v>43133</c:v>
                </c:pt>
                <c:pt idx="764">
                  <c:v>43134</c:v>
                </c:pt>
                <c:pt idx="765">
                  <c:v>43135</c:v>
                </c:pt>
                <c:pt idx="766">
                  <c:v>43136</c:v>
                </c:pt>
                <c:pt idx="767">
                  <c:v>43137</c:v>
                </c:pt>
                <c:pt idx="768">
                  <c:v>43138</c:v>
                </c:pt>
                <c:pt idx="769">
                  <c:v>43139</c:v>
                </c:pt>
                <c:pt idx="770">
                  <c:v>43140</c:v>
                </c:pt>
                <c:pt idx="771">
                  <c:v>43141</c:v>
                </c:pt>
                <c:pt idx="772">
                  <c:v>43142</c:v>
                </c:pt>
                <c:pt idx="773">
                  <c:v>43143</c:v>
                </c:pt>
                <c:pt idx="774">
                  <c:v>43144</c:v>
                </c:pt>
                <c:pt idx="775">
                  <c:v>43145</c:v>
                </c:pt>
                <c:pt idx="776">
                  <c:v>43146</c:v>
                </c:pt>
                <c:pt idx="777">
                  <c:v>43147</c:v>
                </c:pt>
                <c:pt idx="778">
                  <c:v>43148</c:v>
                </c:pt>
                <c:pt idx="779">
                  <c:v>43149</c:v>
                </c:pt>
                <c:pt idx="780">
                  <c:v>43150</c:v>
                </c:pt>
                <c:pt idx="781">
                  <c:v>43151</c:v>
                </c:pt>
                <c:pt idx="782">
                  <c:v>43152</c:v>
                </c:pt>
                <c:pt idx="783">
                  <c:v>43153</c:v>
                </c:pt>
                <c:pt idx="784">
                  <c:v>43154</c:v>
                </c:pt>
                <c:pt idx="785">
                  <c:v>43155</c:v>
                </c:pt>
                <c:pt idx="786">
                  <c:v>43156</c:v>
                </c:pt>
                <c:pt idx="787">
                  <c:v>43157</c:v>
                </c:pt>
                <c:pt idx="788">
                  <c:v>43158</c:v>
                </c:pt>
                <c:pt idx="789">
                  <c:v>43159</c:v>
                </c:pt>
                <c:pt idx="790">
                  <c:v>43160</c:v>
                </c:pt>
                <c:pt idx="791">
                  <c:v>43161</c:v>
                </c:pt>
                <c:pt idx="792">
                  <c:v>43162</c:v>
                </c:pt>
                <c:pt idx="793">
                  <c:v>43163</c:v>
                </c:pt>
                <c:pt idx="794">
                  <c:v>43164</c:v>
                </c:pt>
                <c:pt idx="795">
                  <c:v>43165</c:v>
                </c:pt>
                <c:pt idx="796">
                  <c:v>43166</c:v>
                </c:pt>
                <c:pt idx="797">
                  <c:v>43167</c:v>
                </c:pt>
                <c:pt idx="798">
                  <c:v>43168</c:v>
                </c:pt>
                <c:pt idx="799">
                  <c:v>43169</c:v>
                </c:pt>
                <c:pt idx="800">
                  <c:v>43170</c:v>
                </c:pt>
                <c:pt idx="801">
                  <c:v>43171</c:v>
                </c:pt>
                <c:pt idx="802">
                  <c:v>43172</c:v>
                </c:pt>
                <c:pt idx="803">
                  <c:v>43173</c:v>
                </c:pt>
                <c:pt idx="804">
                  <c:v>43174</c:v>
                </c:pt>
                <c:pt idx="805">
                  <c:v>43175</c:v>
                </c:pt>
                <c:pt idx="806">
                  <c:v>43176</c:v>
                </c:pt>
                <c:pt idx="807">
                  <c:v>43177</c:v>
                </c:pt>
                <c:pt idx="808">
                  <c:v>43178</c:v>
                </c:pt>
                <c:pt idx="809">
                  <c:v>43179</c:v>
                </c:pt>
                <c:pt idx="810">
                  <c:v>43180</c:v>
                </c:pt>
                <c:pt idx="811">
                  <c:v>43181</c:v>
                </c:pt>
                <c:pt idx="812">
                  <c:v>43182</c:v>
                </c:pt>
                <c:pt idx="813">
                  <c:v>43183</c:v>
                </c:pt>
                <c:pt idx="814">
                  <c:v>43184</c:v>
                </c:pt>
                <c:pt idx="815">
                  <c:v>43185</c:v>
                </c:pt>
                <c:pt idx="816">
                  <c:v>43186</c:v>
                </c:pt>
                <c:pt idx="817">
                  <c:v>43187</c:v>
                </c:pt>
                <c:pt idx="818">
                  <c:v>43188</c:v>
                </c:pt>
                <c:pt idx="819">
                  <c:v>43189</c:v>
                </c:pt>
                <c:pt idx="820">
                  <c:v>43190</c:v>
                </c:pt>
                <c:pt idx="821">
                  <c:v>43191</c:v>
                </c:pt>
                <c:pt idx="822">
                  <c:v>43192</c:v>
                </c:pt>
                <c:pt idx="823">
                  <c:v>43193</c:v>
                </c:pt>
                <c:pt idx="824">
                  <c:v>43194</c:v>
                </c:pt>
                <c:pt idx="825">
                  <c:v>43195</c:v>
                </c:pt>
                <c:pt idx="826">
                  <c:v>43196</c:v>
                </c:pt>
                <c:pt idx="827">
                  <c:v>43197</c:v>
                </c:pt>
                <c:pt idx="828">
                  <c:v>43198</c:v>
                </c:pt>
                <c:pt idx="829">
                  <c:v>43199</c:v>
                </c:pt>
                <c:pt idx="830">
                  <c:v>43200</c:v>
                </c:pt>
                <c:pt idx="831">
                  <c:v>43201</c:v>
                </c:pt>
                <c:pt idx="832">
                  <c:v>43202</c:v>
                </c:pt>
                <c:pt idx="833">
                  <c:v>43203</c:v>
                </c:pt>
                <c:pt idx="834">
                  <c:v>43204</c:v>
                </c:pt>
                <c:pt idx="835">
                  <c:v>43205</c:v>
                </c:pt>
                <c:pt idx="836">
                  <c:v>43206</c:v>
                </c:pt>
                <c:pt idx="837">
                  <c:v>43207</c:v>
                </c:pt>
                <c:pt idx="838">
                  <c:v>43208</c:v>
                </c:pt>
                <c:pt idx="839">
                  <c:v>43209</c:v>
                </c:pt>
                <c:pt idx="840">
                  <c:v>43210</c:v>
                </c:pt>
                <c:pt idx="841">
                  <c:v>43211</c:v>
                </c:pt>
                <c:pt idx="842">
                  <c:v>43212</c:v>
                </c:pt>
                <c:pt idx="843">
                  <c:v>43213</c:v>
                </c:pt>
                <c:pt idx="844">
                  <c:v>43214</c:v>
                </c:pt>
                <c:pt idx="845">
                  <c:v>43215</c:v>
                </c:pt>
                <c:pt idx="846">
                  <c:v>43216</c:v>
                </c:pt>
                <c:pt idx="847">
                  <c:v>43217</c:v>
                </c:pt>
                <c:pt idx="848">
                  <c:v>43218</c:v>
                </c:pt>
                <c:pt idx="849">
                  <c:v>43219</c:v>
                </c:pt>
                <c:pt idx="850">
                  <c:v>43220</c:v>
                </c:pt>
                <c:pt idx="851">
                  <c:v>43221</c:v>
                </c:pt>
                <c:pt idx="852">
                  <c:v>43222</c:v>
                </c:pt>
                <c:pt idx="853">
                  <c:v>43223</c:v>
                </c:pt>
                <c:pt idx="854">
                  <c:v>43224</c:v>
                </c:pt>
                <c:pt idx="855">
                  <c:v>43225</c:v>
                </c:pt>
                <c:pt idx="856">
                  <c:v>43226</c:v>
                </c:pt>
                <c:pt idx="857">
                  <c:v>43227</c:v>
                </c:pt>
                <c:pt idx="858">
                  <c:v>43228</c:v>
                </c:pt>
                <c:pt idx="859">
                  <c:v>43229</c:v>
                </c:pt>
                <c:pt idx="860">
                  <c:v>43230</c:v>
                </c:pt>
                <c:pt idx="861">
                  <c:v>43231</c:v>
                </c:pt>
                <c:pt idx="862">
                  <c:v>43232</c:v>
                </c:pt>
                <c:pt idx="863">
                  <c:v>43233</c:v>
                </c:pt>
                <c:pt idx="864">
                  <c:v>43234</c:v>
                </c:pt>
                <c:pt idx="865">
                  <c:v>43235</c:v>
                </c:pt>
                <c:pt idx="866">
                  <c:v>43236</c:v>
                </c:pt>
                <c:pt idx="867">
                  <c:v>43237</c:v>
                </c:pt>
                <c:pt idx="868">
                  <c:v>43238</c:v>
                </c:pt>
                <c:pt idx="869">
                  <c:v>43239</c:v>
                </c:pt>
                <c:pt idx="870">
                  <c:v>43240</c:v>
                </c:pt>
                <c:pt idx="871">
                  <c:v>43241</c:v>
                </c:pt>
                <c:pt idx="872">
                  <c:v>43242</c:v>
                </c:pt>
                <c:pt idx="873">
                  <c:v>43243</c:v>
                </c:pt>
                <c:pt idx="874">
                  <c:v>43244</c:v>
                </c:pt>
                <c:pt idx="875">
                  <c:v>43245</c:v>
                </c:pt>
                <c:pt idx="876">
                  <c:v>43246</c:v>
                </c:pt>
                <c:pt idx="877">
                  <c:v>43247</c:v>
                </c:pt>
                <c:pt idx="878">
                  <c:v>43248</c:v>
                </c:pt>
                <c:pt idx="879">
                  <c:v>43249</c:v>
                </c:pt>
                <c:pt idx="880">
                  <c:v>43250</c:v>
                </c:pt>
                <c:pt idx="881">
                  <c:v>43251</c:v>
                </c:pt>
                <c:pt idx="882">
                  <c:v>43252</c:v>
                </c:pt>
                <c:pt idx="883">
                  <c:v>43253</c:v>
                </c:pt>
                <c:pt idx="884">
                  <c:v>43254</c:v>
                </c:pt>
                <c:pt idx="885">
                  <c:v>43255</c:v>
                </c:pt>
                <c:pt idx="886">
                  <c:v>43256</c:v>
                </c:pt>
                <c:pt idx="887">
                  <c:v>43257</c:v>
                </c:pt>
                <c:pt idx="888">
                  <c:v>43258</c:v>
                </c:pt>
                <c:pt idx="889">
                  <c:v>43259</c:v>
                </c:pt>
                <c:pt idx="890">
                  <c:v>43260</c:v>
                </c:pt>
                <c:pt idx="891">
                  <c:v>43261</c:v>
                </c:pt>
                <c:pt idx="892">
                  <c:v>43262</c:v>
                </c:pt>
                <c:pt idx="893">
                  <c:v>43263</c:v>
                </c:pt>
                <c:pt idx="894">
                  <c:v>43264</c:v>
                </c:pt>
                <c:pt idx="895">
                  <c:v>43265</c:v>
                </c:pt>
                <c:pt idx="896">
                  <c:v>43266</c:v>
                </c:pt>
                <c:pt idx="897">
                  <c:v>43267</c:v>
                </c:pt>
                <c:pt idx="898">
                  <c:v>43268</c:v>
                </c:pt>
                <c:pt idx="899">
                  <c:v>43269</c:v>
                </c:pt>
                <c:pt idx="900">
                  <c:v>43270</c:v>
                </c:pt>
                <c:pt idx="901">
                  <c:v>43271</c:v>
                </c:pt>
                <c:pt idx="902">
                  <c:v>43272</c:v>
                </c:pt>
                <c:pt idx="903">
                  <c:v>43273</c:v>
                </c:pt>
                <c:pt idx="904">
                  <c:v>43274</c:v>
                </c:pt>
                <c:pt idx="905">
                  <c:v>43275</c:v>
                </c:pt>
                <c:pt idx="906">
                  <c:v>43276</c:v>
                </c:pt>
                <c:pt idx="907">
                  <c:v>43277</c:v>
                </c:pt>
                <c:pt idx="908">
                  <c:v>43278</c:v>
                </c:pt>
                <c:pt idx="909">
                  <c:v>43279</c:v>
                </c:pt>
                <c:pt idx="910">
                  <c:v>43280</c:v>
                </c:pt>
                <c:pt idx="911">
                  <c:v>43281</c:v>
                </c:pt>
                <c:pt idx="912">
                  <c:v>43282</c:v>
                </c:pt>
                <c:pt idx="913">
                  <c:v>43283</c:v>
                </c:pt>
                <c:pt idx="914">
                  <c:v>43284</c:v>
                </c:pt>
                <c:pt idx="915">
                  <c:v>43285</c:v>
                </c:pt>
                <c:pt idx="916">
                  <c:v>43286</c:v>
                </c:pt>
                <c:pt idx="917">
                  <c:v>43287</c:v>
                </c:pt>
                <c:pt idx="918">
                  <c:v>43288</c:v>
                </c:pt>
                <c:pt idx="919">
                  <c:v>43289</c:v>
                </c:pt>
                <c:pt idx="920">
                  <c:v>43290</c:v>
                </c:pt>
                <c:pt idx="921">
                  <c:v>43291</c:v>
                </c:pt>
                <c:pt idx="922">
                  <c:v>43292</c:v>
                </c:pt>
                <c:pt idx="923">
                  <c:v>43293</c:v>
                </c:pt>
                <c:pt idx="924">
                  <c:v>43294</c:v>
                </c:pt>
                <c:pt idx="925">
                  <c:v>43295</c:v>
                </c:pt>
                <c:pt idx="926">
                  <c:v>43296</c:v>
                </c:pt>
                <c:pt idx="927">
                  <c:v>43297</c:v>
                </c:pt>
                <c:pt idx="928">
                  <c:v>43298</c:v>
                </c:pt>
                <c:pt idx="929">
                  <c:v>43299</c:v>
                </c:pt>
                <c:pt idx="930">
                  <c:v>43300</c:v>
                </c:pt>
                <c:pt idx="931">
                  <c:v>43301</c:v>
                </c:pt>
                <c:pt idx="932">
                  <c:v>43302</c:v>
                </c:pt>
                <c:pt idx="933">
                  <c:v>43303</c:v>
                </c:pt>
                <c:pt idx="934">
                  <c:v>43304</c:v>
                </c:pt>
                <c:pt idx="935">
                  <c:v>43305</c:v>
                </c:pt>
                <c:pt idx="936">
                  <c:v>43306</c:v>
                </c:pt>
                <c:pt idx="937">
                  <c:v>43307</c:v>
                </c:pt>
                <c:pt idx="938">
                  <c:v>43308</c:v>
                </c:pt>
                <c:pt idx="939">
                  <c:v>43309</c:v>
                </c:pt>
                <c:pt idx="940">
                  <c:v>43310</c:v>
                </c:pt>
                <c:pt idx="941">
                  <c:v>43311</c:v>
                </c:pt>
                <c:pt idx="942">
                  <c:v>43312</c:v>
                </c:pt>
                <c:pt idx="943">
                  <c:v>43313</c:v>
                </c:pt>
                <c:pt idx="944">
                  <c:v>43314</c:v>
                </c:pt>
                <c:pt idx="945">
                  <c:v>43315</c:v>
                </c:pt>
                <c:pt idx="946">
                  <c:v>43316</c:v>
                </c:pt>
                <c:pt idx="947">
                  <c:v>43317</c:v>
                </c:pt>
                <c:pt idx="948">
                  <c:v>43318</c:v>
                </c:pt>
                <c:pt idx="949">
                  <c:v>43319</c:v>
                </c:pt>
                <c:pt idx="950">
                  <c:v>43320</c:v>
                </c:pt>
                <c:pt idx="951">
                  <c:v>43321</c:v>
                </c:pt>
                <c:pt idx="952">
                  <c:v>43322</c:v>
                </c:pt>
                <c:pt idx="953">
                  <c:v>43323</c:v>
                </c:pt>
                <c:pt idx="954">
                  <c:v>43324</c:v>
                </c:pt>
                <c:pt idx="955">
                  <c:v>43325</c:v>
                </c:pt>
                <c:pt idx="956">
                  <c:v>43326</c:v>
                </c:pt>
                <c:pt idx="957">
                  <c:v>43327</c:v>
                </c:pt>
                <c:pt idx="958">
                  <c:v>43328</c:v>
                </c:pt>
                <c:pt idx="959">
                  <c:v>43329</c:v>
                </c:pt>
                <c:pt idx="960">
                  <c:v>43330</c:v>
                </c:pt>
                <c:pt idx="961">
                  <c:v>43331</c:v>
                </c:pt>
                <c:pt idx="962">
                  <c:v>43332</c:v>
                </c:pt>
                <c:pt idx="963">
                  <c:v>43333</c:v>
                </c:pt>
                <c:pt idx="964">
                  <c:v>43334</c:v>
                </c:pt>
                <c:pt idx="965">
                  <c:v>43335</c:v>
                </c:pt>
                <c:pt idx="966">
                  <c:v>43336</c:v>
                </c:pt>
                <c:pt idx="967">
                  <c:v>43337</c:v>
                </c:pt>
                <c:pt idx="968">
                  <c:v>43338</c:v>
                </c:pt>
                <c:pt idx="969">
                  <c:v>43339</c:v>
                </c:pt>
                <c:pt idx="970">
                  <c:v>43340</c:v>
                </c:pt>
                <c:pt idx="971">
                  <c:v>43341</c:v>
                </c:pt>
                <c:pt idx="972">
                  <c:v>43342</c:v>
                </c:pt>
                <c:pt idx="973">
                  <c:v>43343</c:v>
                </c:pt>
                <c:pt idx="974">
                  <c:v>43344</c:v>
                </c:pt>
                <c:pt idx="975">
                  <c:v>43345</c:v>
                </c:pt>
                <c:pt idx="976">
                  <c:v>43346</c:v>
                </c:pt>
                <c:pt idx="977">
                  <c:v>43347</c:v>
                </c:pt>
                <c:pt idx="978">
                  <c:v>43348</c:v>
                </c:pt>
                <c:pt idx="979">
                  <c:v>43349</c:v>
                </c:pt>
                <c:pt idx="980">
                  <c:v>43350</c:v>
                </c:pt>
                <c:pt idx="981">
                  <c:v>43351</c:v>
                </c:pt>
                <c:pt idx="982">
                  <c:v>43352</c:v>
                </c:pt>
                <c:pt idx="983">
                  <c:v>43353</c:v>
                </c:pt>
                <c:pt idx="984">
                  <c:v>43354</c:v>
                </c:pt>
                <c:pt idx="985">
                  <c:v>43355</c:v>
                </c:pt>
                <c:pt idx="986">
                  <c:v>43356</c:v>
                </c:pt>
                <c:pt idx="987">
                  <c:v>43357</c:v>
                </c:pt>
                <c:pt idx="988">
                  <c:v>43358</c:v>
                </c:pt>
                <c:pt idx="989">
                  <c:v>43359</c:v>
                </c:pt>
                <c:pt idx="990">
                  <c:v>43360</c:v>
                </c:pt>
                <c:pt idx="991">
                  <c:v>43361</c:v>
                </c:pt>
                <c:pt idx="992">
                  <c:v>43362</c:v>
                </c:pt>
                <c:pt idx="993">
                  <c:v>43363</c:v>
                </c:pt>
                <c:pt idx="994">
                  <c:v>43364</c:v>
                </c:pt>
                <c:pt idx="995">
                  <c:v>43365</c:v>
                </c:pt>
                <c:pt idx="996">
                  <c:v>43366</c:v>
                </c:pt>
                <c:pt idx="997">
                  <c:v>43367</c:v>
                </c:pt>
                <c:pt idx="998">
                  <c:v>43368</c:v>
                </c:pt>
                <c:pt idx="999">
                  <c:v>43369</c:v>
                </c:pt>
                <c:pt idx="1000">
                  <c:v>43370</c:v>
                </c:pt>
                <c:pt idx="1001">
                  <c:v>43371</c:v>
                </c:pt>
                <c:pt idx="1002">
                  <c:v>43372</c:v>
                </c:pt>
                <c:pt idx="1003">
                  <c:v>43373</c:v>
                </c:pt>
                <c:pt idx="1004">
                  <c:v>43374</c:v>
                </c:pt>
                <c:pt idx="1005">
                  <c:v>43375</c:v>
                </c:pt>
                <c:pt idx="1006">
                  <c:v>43376</c:v>
                </c:pt>
                <c:pt idx="1007">
                  <c:v>43377</c:v>
                </c:pt>
                <c:pt idx="1008">
                  <c:v>43378</c:v>
                </c:pt>
                <c:pt idx="1009">
                  <c:v>43379</c:v>
                </c:pt>
                <c:pt idx="1010">
                  <c:v>43380</c:v>
                </c:pt>
                <c:pt idx="1011">
                  <c:v>43381</c:v>
                </c:pt>
                <c:pt idx="1012">
                  <c:v>43382</c:v>
                </c:pt>
                <c:pt idx="1013">
                  <c:v>43383</c:v>
                </c:pt>
                <c:pt idx="1014">
                  <c:v>43384</c:v>
                </c:pt>
                <c:pt idx="1015">
                  <c:v>43385</c:v>
                </c:pt>
                <c:pt idx="1016">
                  <c:v>43386</c:v>
                </c:pt>
                <c:pt idx="1017">
                  <c:v>43387</c:v>
                </c:pt>
                <c:pt idx="1018">
                  <c:v>43388</c:v>
                </c:pt>
                <c:pt idx="1019">
                  <c:v>43389</c:v>
                </c:pt>
                <c:pt idx="1020">
                  <c:v>43390</c:v>
                </c:pt>
                <c:pt idx="1021">
                  <c:v>43391</c:v>
                </c:pt>
                <c:pt idx="1022">
                  <c:v>43392</c:v>
                </c:pt>
                <c:pt idx="1023">
                  <c:v>43393</c:v>
                </c:pt>
                <c:pt idx="1024">
                  <c:v>43394</c:v>
                </c:pt>
                <c:pt idx="1025">
                  <c:v>43395</c:v>
                </c:pt>
                <c:pt idx="1026">
                  <c:v>43396</c:v>
                </c:pt>
                <c:pt idx="1027">
                  <c:v>43397</c:v>
                </c:pt>
                <c:pt idx="1028">
                  <c:v>43398</c:v>
                </c:pt>
                <c:pt idx="1029">
                  <c:v>43399</c:v>
                </c:pt>
                <c:pt idx="1030">
                  <c:v>43400</c:v>
                </c:pt>
                <c:pt idx="1031">
                  <c:v>43401</c:v>
                </c:pt>
                <c:pt idx="1032">
                  <c:v>43402</c:v>
                </c:pt>
                <c:pt idx="1033">
                  <c:v>43403</c:v>
                </c:pt>
                <c:pt idx="1034">
                  <c:v>43404</c:v>
                </c:pt>
                <c:pt idx="1035">
                  <c:v>43405</c:v>
                </c:pt>
                <c:pt idx="1036">
                  <c:v>43406</c:v>
                </c:pt>
                <c:pt idx="1037">
                  <c:v>43407</c:v>
                </c:pt>
                <c:pt idx="1038">
                  <c:v>43408</c:v>
                </c:pt>
                <c:pt idx="1039">
                  <c:v>43409</c:v>
                </c:pt>
                <c:pt idx="1040">
                  <c:v>43410</c:v>
                </c:pt>
                <c:pt idx="1041">
                  <c:v>43411</c:v>
                </c:pt>
                <c:pt idx="1042">
                  <c:v>43412</c:v>
                </c:pt>
                <c:pt idx="1043">
                  <c:v>43413</c:v>
                </c:pt>
                <c:pt idx="1044">
                  <c:v>43414</c:v>
                </c:pt>
                <c:pt idx="1045">
                  <c:v>43415</c:v>
                </c:pt>
                <c:pt idx="1046">
                  <c:v>43416</c:v>
                </c:pt>
                <c:pt idx="1047">
                  <c:v>43417</c:v>
                </c:pt>
                <c:pt idx="1048">
                  <c:v>43418</c:v>
                </c:pt>
                <c:pt idx="1049">
                  <c:v>43419</c:v>
                </c:pt>
                <c:pt idx="1050">
                  <c:v>43420</c:v>
                </c:pt>
                <c:pt idx="1051">
                  <c:v>43421</c:v>
                </c:pt>
                <c:pt idx="1052">
                  <c:v>43422</c:v>
                </c:pt>
                <c:pt idx="1053">
                  <c:v>43423</c:v>
                </c:pt>
                <c:pt idx="1054">
                  <c:v>43424</c:v>
                </c:pt>
                <c:pt idx="1055">
                  <c:v>43425</c:v>
                </c:pt>
                <c:pt idx="1056">
                  <c:v>43426</c:v>
                </c:pt>
                <c:pt idx="1057">
                  <c:v>43427</c:v>
                </c:pt>
                <c:pt idx="1058">
                  <c:v>43428</c:v>
                </c:pt>
                <c:pt idx="1059">
                  <c:v>43429</c:v>
                </c:pt>
                <c:pt idx="1060">
                  <c:v>43430</c:v>
                </c:pt>
                <c:pt idx="1061">
                  <c:v>43431</c:v>
                </c:pt>
                <c:pt idx="1062">
                  <c:v>43432</c:v>
                </c:pt>
                <c:pt idx="1063">
                  <c:v>43433</c:v>
                </c:pt>
                <c:pt idx="1064">
                  <c:v>43434</c:v>
                </c:pt>
                <c:pt idx="1065">
                  <c:v>43435</c:v>
                </c:pt>
                <c:pt idx="1066">
                  <c:v>43436</c:v>
                </c:pt>
                <c:pt idx="1067">
                  <c:v>43437</c:v>
                </c:pt>
                <c:pt idx="1068">
                  <c:v>43438</c:v>
                </c:pt>
                <c:pt idx="1069">
                  <c:v>43439</c:v>
                </c:pt>
                <c:pt idx="1070">
                  <c:v>43440</c:v>
                </c:pt>
                <c:pt idx="1071">
                  <c:v>43441</c:v>
                </c:pt>
                <c:pt idx="1072">
                  <c:v>43442</c:v>
                </c:pt>
                <c:pt idx="1073">
                  <c:v>43443</c:v>
                </c:pt>
                <c:pt idx="1074">
                  <c:v>43444</c:v>
                </c:pt>
                <c:pt idx="1075">
                  <c:v>43445</c:v>
                </c:pt>
                <c:pt idx="1076">
                  <c:v>43446</c:v>
                </c:pt>
                <c:pt idx="1077">
                  <c:v>43447</c:v>
                </c:pt>
                <c:pt idx="1078">
                  <c:v>43448</c:v>
                </c:pt>
                <c:pt idx="1079">
                  <c:v>43449</c:v>
                </c:pt>
                <c:pt idx="1080">
                  <c:v>43450</c:v>
                </c:pt>
                <c:pt idx="1081">
                  <c:v>43451</c:v>
                </c:pt>
                <c:pt idx="1082">
                  <c:v>43452</c:v>
                </c:pt>
                <c:pt idx="1083">
                  <c:v>43453</c:v>
                </c:pt>
                <c:pt idx="1084">
                  <c:v>43454</c:v>
                </c:pt>
                <c:pt idx="1085">
                  <c:v>43455</c:v>
                </c:pt>
                <c:pt idx="1086">
                  <c:v>43456</c:v>
                </c:pt>
                <c:pt idx="1087">
                  <c:v>43457</c:v>
                </c:pt>
                <c:pt idx="1088">
                  <c:v>43458</c:v>
                </c:pt>
                <c:pt idx="1089">
                  <c:v>43459</c:v>
                </c:pt>
                <c:pt idx="1090">
                  <c:v>43460</c:v>
                </c:pt>
                <c:pt idx="1091">
                  <c:v>43461</c:v>
                </c:pt>
                <c:pt idx="1092">
                  <c:v>43462</c:v>
                </c:pt>
                <c:pt idx="1093">
                  <c:v>43463</c:v>
                </c:pt>
                <c:pt idx="1094">
                  <c:v>43464</c:v>
                </c:pt>
                <c:pt idx="1095">
                  <c:v>43465</c:v>
                </c:pt>
                <c:pt idx="1096">
                  <c:v>43466</c:v>
                </c:pt>
                <c:pt idx="1097">
                  <c:v>43467</c:v>
                </c:pt>
                <c:pt idx="1098">
                  <c:v>43468</c:v>
                </c:pt>
                <c:pt idx="1099">
                  <c:v>43469</c:v>
                </c:pt>
                <c:pt idx="1100">
                  <c:v>43470</c:v>
                </c:pt>
                <c:pt idx="1101">
                  <c:v>43471</c:v>
                </c:pt>
                <c:pt idx="1102">
                  <c:v>43472</c:v>
                </c:pt>
                <c:pt idx="1103">
                  <c:v>43473</c:v>
                </c:pt>
                <c:pt idx="1104">
                  <c:v>43474</c:v>
                </c:pt>
                <c:pt idx="1105">
                  <c:v>43475</c:v>
                </c:pt>
                <c:pt idx="1106">
                  <c:v>43476</c:v>
                </c:pt>
                <c:pt idx="1107">
                  <c:v>43477</c:v>
                </c:pt>
                <c:pt idx="1108">
                  <c:v>43478</c:v>
                </c:pt>
                <c:pt idx="1109">
                  <c:v>43479</c:v>
                </c:pt>
                <c:pt idx="1110">
                  <c:v>43480</c:v>
                </c:pt>
                <c:pt idx="1111">
                  <c:v>43481</c:v>
                </c:pt>
                <c:pt idx="1112">
                  <c:v>43482</c:v>
                </c:pt>
                <c:pt idx="1113">
                  <c:v>43483</c:v>
                </c:pt>
                <c:pt idx="1114">
                  <c:v>43484</c:v>
                </c:pt>
                <c:pt idx="1115">
                  <c:v>43485</c:v>
                </c:pt>
                <c:pt idx="1116">
                  <c:v>43486</c:v>
                </c:pt>
                <c:pt idx="1117">
                  <c:v>43487</c:v>
                </c:pt>
                <c:pt idx="1118">
                  <c:v>43488</c:v>
                </c:pt>
                <c:pt idx="1119">
                  <c:v>43489</c:v>
                </c:pt>
                <c:pt idx="1120">
                  <c:v>43490</c:v>
                </c:pt>
                <c:pt idx="1121">
                  <c:v>43491</c:v>
                </c:pt>
                <c:pt idx="1122">
                  <c:v>43492</c:v>
                </c:pt>
                <c:pt idx="1123">
                  <c:v>43493</c:v>
                </c:pt>
                <c:pt idx="1124">
                  <c:v>43494</c:v>
                </c:pt>
                <c:pt idx="1125">
                  <c:v>43495</c:v>
                </c:pt>
                <c:pt idx="1126">
                  <c:v>43496</c:v>
                </c:pt>
                <c:pt idx="1127">
                  <c:v>43497</c:v>
                </c:pt>
                <c:pt idx="1128">
                  <c:v>43498</c:v>
                </c:pt>
                <c:pt idx="1129">
                  <c:v>43499</c:v>
                </c:pt>
                <c:pt idx="1130">
                  <c:v>43500</c:v>
                </c:pt>
                <c:pt idx="1131">
                  <c:v>43501</c:v>
                </c:pt>
                <c:pt idx="1132">
                  <c:v>43502</c:v>
                </c:pt>
                <c:pt idx="1133">
                  <c:v>43503</c:v>
                </c:pt>
                <c:pt idx="1134">
                  <c:v>43504</c:v>
                </c:pt>
                <c:pt idx="1135">
                  <c:v>43505</c:v>
                </c:pt>
                <c:pt idx="1136">
                  <c:v>43506</c:v>
                </c:pt>
                <c:pt idx="1137">
                  <c:v>43507</c:v>
                </c:pt>
                <c:pt idx="1138">
                  <c:v>43508</c:v>
                </c:pt>
                <c:pt idx="1139">
                  <c:v>43509</c:v>
                </c:pt>
                <c:pt idx="1140">
                  <c:v>43510</c:v>
                </c:pt>
                <c:pt idx="1141">
                  <c:v>43511</c:v>
                </c:pt>
                <c:pt idx="1142">
                  <c:v>43512</c:v>
                </c:pt>
                <c:pt idx="1143">
                  <c:v>43513</c:v>
                </c:pt>
                <c:pt idx="1144">
                  <c:v>43514</c:v>
                </c:pt>
                <c:pt idx="1145">
                  <c:v>43515</c:v>
                </c:pt>
                <c:pt idx="1146">
                  <c:v>43516</c:v>
                </c:pt>
                <c:pt idx="1147">
                  <c:v>43517</c:v>
                </c:pt>
                <c:pt idx="1148">
                  <c:v>43518</c:v>
                </c:pt>
                <c:pt idx="1149">
                  <c:v>43519</c:v>
                </c:pt>
                <c:pt idx="1150">
                  <c:v>43520</c:v>
                </c:pt>
                <c:pt idx="1151">
                  <c:v>43521</c:v>
                </c:pt>
                <c:pt idx="1152">
                  <c:v>43522</c:v>
                </c:pt>
                <c:pt idx="1153">
                  <c:v>43523</c:v>
                </c:pt>
                <c:pt idx="1154">
                  <c:v>43524</c:v>
                </c:pt>
                <c:pt idx="1155">
                  <c:v>43525</c:v>
                </c:pt>
                <c:pt idx="1156">
                  <c:v>43526</c:v>
                </c:pt>
                <c:pt idx="1157">
                  <c:v>43527</c:v>
                </c:pt>
                <c:pt idx="1158">
                  <c:v>43528</c:v>
                </c:pt>
                <c:pt idx="1159">
                  <c:v>43529</c:v>
                </c:pt>
                <c:pt idx="1160">
                  <c:v>43530</c:v>
                </c:pt>
                <c:pt idx="1161">
                  <c:v>43531</c:v>
                </c:pt>
                <c:pt idx="1162">
                  <c:v>43532</c:v>
                </c:pt>
                <c:pt idx="1163">
                  <c:v>43533</c:v>
                </c:pt>
                <c:pt idx="1164">
                  <c:v>43534</c:v>
                </c:pt>
                <c:pt idx="1165">
                  <c:v>43535</c:v>
                </c:pt>
                <c:pt idx="1166">
                  <c:v>43536</c:v>
                </c:pt>
                <c:pt idx="1167">
                  <c:v>43537</c:v>
                </c:pt>
                <c:pt idx="1168">
                  <c:v>43538</c:v>
                </c:pt>
                <c:pt idx="1169">
                  <c:v>43539</c:v>
                </c:pt>
                <c:pt idx="1170">
                  <c:v>43540</c:v>
                </c:pt>
                <c:pt idx="1171">
                  <c:v>43541</c:v>
                </c:pt>
                <c:pt idx="1172">
                  <c:v>43542</c:v>
                </c:pt>
                <c:pt idx="1173">
                  <c:v>43543</c:v>
                </c:pt>
                <c:pt idx="1174">
                  <c:v>43544</c:v>
                </c:pt>
                <c:pt idx="1175">
                  <c:v>43545</c:v>
                </c:pt>
                <c:pt idx="1176">
                  <c:v>43546</c:v>
                </c:pt>
                <c:pt idx="1177">
                  <c:v>43547</c:v>
                </c:pt>
                <c:pt idx="1178">
                  <c:v>43548</c:v>
                </c:pt>
                <c:pt idx="1179">
                  <c:v>43549</c:v>
                </c:pt>
                <c:pt idx="1180">
                  <c:v>43550</c:v>
                </c:pt>
                <c:pt idx="1181">
                  <c:v>43551</c:v>
                </c:pt>
                <c:pt idx="1182">
                  <c:v>43552</c:v>
                </c:pt>
                <c:pt idx="1183">
                  <c:v>43553</c:v>
                </c:pt>
                <c:pt idx="1184">
                  <c:v>43554</c:v>
                </c:pt>
                <c:pt idx="1185">
                  <c:v>43555</c:v>
                </c:pt>
                <c:pt idx="1186">
                  <c:v>43556</c:v>
                </c:pt>
                <c:pt idx="1187">
                  <c:v>43557</c:v>
                </c:pt>
                <c:pt idx="1188">
                  <c:v>43558</c:v>
                </c:pt>
                <c:pt idx="1189">
                  <c:v>43559</c:v>
                </c:pt>
                <c:pt idx="1190">
                  <c:v>43560</c:v>
                </c:pt>
                <c:pt idx="1191">
                  <c:v>43561</c:v>
                </c:pt>
                <c:pt idx="1192">
                  <c:v>43562</c:v>
                </c:pt>
                <c:pt idx="1193">
                  <c:v>43563</c:v>
                </c:pt>
                <c:pt idx="1194">
                  <c:v>43564</c:v>
                </c:pt>
                <c:pt idx="1195">
                  <c:v>43565</c:v>
                </c:pt>
                <c:pt idx="1196">
                  <c:v>43566</c:v>
                </c:pt>
                <c:pt idx="1197">
                  <c:v>43567</c:v>
                </c:pt>
                <c:pt idx="1198">
                  <c:v>43568</c:v>
                </c:pt>
                <c:pt idx="1199">
                  <c:v>43569</c:v>
                </c:pt>
                <c:pt idx="1200">
                  <c:v>43570</c:v>
                </c:pt>
                <c:pt idx="1201">
                  <c:v>43571</c:v>
                </c:pt>
                <c:pt idx="1202">
                  <c:v>43572</c:v>
                </c:pt>
                <c:pt idx="1203">
                  <c:v>43573</c:v>
                </c:pt>
                <c:pt idx="1204">
                  <c:v>43574</c:v>
                </c:pt>
                <c:pt idx="1205">
                  <c:v>43575</c:v>
                </c:pt>
                <c:pt idx="1206">
                  <c:v>43576</c:v>
                </c:pt>
                <c:pt idx="1207">
                  <c:v>43577</c:v>
                </c:pt>
                <c:pt idx="1208">
                  <c:v>43578</c:v>
                </c:pt>
                <c:pt idx="1209">
                  <c:v>43579</c:v>
                </c:pt>
                <c:pt idx="1210">
                  <c:v>43580</c:v>
                </c:pt>
                <c:pt idx="1211">
                  <c:v>43581</c:v>
                </c:pt>
                <c:pt idx="1212">
                  <c:v>43582</c:v>
                </c:pt>
                <c:pt idx="1213">
                  <c:v>43583</c:v>
                </c:pt>
                <c:pt idx="1214">
                  <c:v>43584</c:v>
                </c:pt>
                <c:pt idx="1215">
                  <c:v>43585</c:v>
                </c:pt>
                <c:pt idx="1216">
                  <c:v>43586</c:v>
                </c:pt>
                <c:pt idx="1217">
                  <c:v>43587</c:v>
                </c:pt>
                <c:pt idx="1218">
                  <c:v>43588</c:v>
                </c:pt>
                <c:pt idx="1219">
                  <c:v>43589</c:v>
                </c:pt>
                <c:pt idx="1220">
                  <c:v>43590</c:v>
                </c:pt>
                <c:pt idx="1221">
                  <c:v>43591</c:v>
                </c:pt>
                <c:pt idx="1222">
                  <c:v>43592</c:v>
                </c:pt>
                <c:pt idx="1223">
                  <c:v>43593</c:v>
                </c:pt>
                <c:pt idx="1224">
                  <c:v>43594</c:v>
                </c:pt>
                <c:pt idx="1225">
                  <c:v>43595</c:v>
                </c:pt>
                <c:pt idx="1226">
                  <c:v>43596</c:v>
                </c:pt>
                <c:pt idx="1227">
                  <c:v>43597</c:v>
                </c:pt>
                <c:pt idx="1228">
                  <c:v>43598</c:v>
                </c:pt>
                <c:pt idx="1229">
                  <c:v>43599</c:v>
                </c:pt>
                <c:pt idx="1230">
                  <c:v>43600</c:v>
                </c:pt>
                <c:pt idx="1231">
                  <c:v>43601</c:v>
                </c:pt>
                <c:pt idx="1232">
                  <c:v>43602</c:v>
                </c:pt>
                <c:pt idx="1233">
                  <c:v>43603</c:v>
                </c:pt>
                <c:pt idx="1234">
                  <c:v>43604</c:v>
                </c:pt>
                <c:pt idx="1235">
                  <c:v>43605</c:v>
                </c:pt>
                <c:pt idx="1236">
                  <c:v>43606</c:v>
                </c:pt>
                <c:pt idx="1237">
                  <c:v>43607</c:v>
                </c:pt>
                <c:pt idx="1238">
                  <c:v>43608</c:v>
                </c:pt>
                <c:pt idx="1239">
                  <c:v>43609</c:v>
                </c:pt>
                <c:pt idx="1240">
                  <c:v>43610</c:v>
                </c:pt>
                <c:pt idx="1241">
                  <c:v>43611</c:v>
                </c:pt>
                <c:pt idx="1242">
                  <c:v>43612</c:v>
                </c:pt>
                <c:pt idx="1243">
                  <c:v>43613</c:v>
                </c:pt>
                <c:pt idx="1244">
                  <c:v>43614</c:v>
                </c:pt>
                <c:pt idx="1245">
                  <c:v>43615</c:v>
                </c:pt>
                <c:pt idx="1246">
                  <c:v>43616</c:v>
                </c:pt>
                <c:pt idx="1247">
                  <c:v>43617</c:v>
                </c:pt>
                <c:pt idx="1248">
                  <c:v>43618</c:v>
                </c:pt>
                <c:pt idx="1249">
                  <c:v>43619</c:v>
                </c:pt>
                <c:pt idx="1250">
                  <c:v>43620</c:v>
                </c:pt>
                <c:pt idx="1251">
                  <c:v>43621</c:v>
                </c:pt>
                <c:pt idx="1252">
                  <c:v>43622</c:v>
                </c:pt>
                <c:pt idx="1253">
                  <c:v>43623</c:v>
                </c:pt>
                <c:pt idx="1254">
                  <c:v>43624</c:v>
                </c:pt>
                <c:pt idx="1255">
                  <c:v>43625</c:v>
                </c:pt>
                <c:pt idx="1256">
                  <c:v>43626</c:v>
                </c:pt>
                <c:pt idx="1257">
                  <c:v>43627</c:v>
                </c:pt>
                <c:pt idx="1258">
                  <c:v>43628</c:v>
                </c:pt>
                <c:pt idx="1259">
                  <c:v>43629</c:v>
                </c:pt>
                <c:pt idx="1260">
                  <c:v>43630</c:v>
                </c:pt>
                <c:pt idx="1261">
                  <c:v>43631</c:v>
                </c:pt>
                <c:pt idx="1262">
                  <c:v>43632</c:v>
                </c:pt>
                <c:pt idx="1263">
                  <c:v>43633</c:v>
                </c:pt>
                <c:pt idx="1264">
                  <c:v>43634</c:v>
                </c:pt>
                <c:pt idx="1265">
                  <c:v>43635</c:v>
                </c:pt>
                <c:pt idx="1266">
                  <c:v>43636</c:v>
                </c:pt>
                <c:pt idx="1267">
                  <c:v>43637</c:v>
                </c:pt>
                <c:pt idx="1268">
                  <c:v>43638</c:v>
                </c:pt>
                <c:pt idx="1269">
                  <c:v>43639</c:v>
                </c:pt>
                <c:pt idx="1270">
                  <c:v>43640</c:v>
                </c:pt>
                <c:pt idx="1271">
                  <c:v>43641</c:v>
                </c:pt>
                <c:pt idx="1272">
                  <c:v>43642</c:v>
                </c:pt>
                <c:pt idx="1273">
                  <c:v>43643</c:v>
                </c:pt>
                <c:pt idx="1274">
                  <c:v>43644</c:v>
                </c:pt>
                <c:pt idx="1275">
                  <c:v>43645</c:v>
                </c:pt>
                <c:pt idx="1276">
                  <c:v>43646</c:v>
                </c:pt>
                <c:pt idx="1277">
                  <c:v>43647</c:v>
                </c:pt>
                <c:pt idx="1278">
                  <c:v>43648</c:v>
                </c:pt>
                <c:pt idx="1279">
                  <c:v>43649</c:v>
                </c:pt>
                <c:pt idx="1280">
                  <c:v>43650</c:v>
                </c:pt>
                <c:pt idx="1281">
                  <c:v>43651</c:v>
                </c:pt>
                <c:pt idx="1282">
                  <c:v>43652</c:v>
                </c:pt>
                <c:pt idx="1283">
                  <c:v>43653</c:v>
                </c:pt>
                <c:pt idx="1284">
                  <c:v>43654</c:v>
                </c:pt>
                <c:pt idx="1285">
                  <c:v>43655</c:v>
                </c:pt>
                <c:pt idx="1286">
                  <c:v>43656</c:v>
                </c:pt>
                <c:pt idx="1287">
                  <c:v>43657</c:v>
                </c:pt>
                <c:pt idx="1288">
                  <c:v>43658</c:v>
                </c:pt>
                <c:pt idx="1289">
                  <c:v>43659</c:v>
                </c:pt>
                <c:pt idx="1290">
                  <c:v>43660</c:v>
                </c:pt>
                <c:pt idx="1291">
                  <c:v>43661</c:v>
                </c:pt>
                <c:pt idx="1292">
                  <c:v>43662</c:v>
                </c:pt>
                <c:pt idx="1293">
                  <c:v>43663</c:v>
                </c:pt>
                <c:pt idx="1294">
                  <c:v>43664</c:v>
                </c:pt>
                <c:pt idx="1295">
                  <c:v>43665</c:v>
                </c:pt>
                <c:pt idx="1296">
                  <c:v>43666</c:v>
                </c:pt>
                <c:pt idx="1297">
                  <c:v>43667</c:v>
                </c:pt>
                <c:pt idx="1298">
                  <c:v>43668</c:v>
                </c:pt>
                <c:pt idx="1299">
                  <c:v>43669</c:v>
                </c:pt>
                <c:pt idx="1300">
                  <c:v>43670</c:v>
                </c:pt>
                <c:pt idx="1301">
                  <c:v>43671</c:v>
                </c:pt>
                <c:pt idx="1302">
                  <c:v>43672</c:v>
                </c:pt>
                <c:pt idx="1303">
                  <c:v>43673</c:v>
                </c:pt>
                <c:pt idx="1304">
                  <c:v>43674</c:v>
                </c:pt>
                <c:pt idx="1305">
                  <c:v>43675</c:v>
                </c:pt>
                <c:pt idx="1306">
                  <c:v>43676</c:v>
                </c:pt>
                <c:pt idx="1307">
                  <c:v>43677</c:v>
                </c:pt>
                <c:pt idx="1308">
                  <c:v>43678</c:v>
                </c:pt>
                <c:pt idx="1309">
                  <c:v>43679</c:v>
                </c:pt>
                <c:pt idx="1310">
                  <c:v>43680</c:v>
                </c:pt>
                <c:pt idx="1311">
                  <c:v>43681</c:v>
                </c:pt>
                <c:pt idx="1312">
                  <c:v>43682</c:v>
                </c:pt>
                <c:pt idx="1313">
                  <c:v>43683</c:v>
                </c:pt>
                <c:pt idx="1314">
                  <c:v>43684</c:v>
                </c:pt>
                <c:pt idx="1315">
                  <c:v>43685</c:v>
                </c:pt>
                <c:pt idx="1316">
                  <c:v>43686</c:v>
                </c:pt>
                <c:pt idx="1317">
                  <c:v>43687</c:v>
                </c:pt>
                <c:pt idx="1318">
                  <c:v>43688</c:v>
                </c:pt>
                <c:pt idx="1319">
                  <c:v>43689</c:v>
                </c:pt>
                <c:pt idx="1320">
                  <c:v>43690</c:v>
                </c:pt>
                <c:pt idx="1321">
                  <c:v>43691</c:v>
                </c:pt>
                <c:pt idx="1322">
                  <c:v>43692</c:v>
                </c:pt>
                <c:pt idx="1323">
                  <c:v>43693</c:v>
                </c:pt>
                <c:pt idx="1324">
                  <c:v>43694</c:v>
                </c:pt>
                <c:pt idx="1325">
                  <c:v>43695</c:v>
                </c:pt>
                <c:pt idx="1326">
                  <c:v>43696</c:v>
                </c:pt>
                <c:pt idx="1327">
                  <c:v>43697</c:v>
                </c:pt>
                <c:pt idx="1328">
                  <c:v>43698</c:v>
                </c:pt>
                <c:pt idx="1329">
                  <c:v>43699</c:v>
                </c:pt>
                <c:pt idx="1330">
                  <c:v>43700</c:v>
                </c:pt>
                <c:pt idx="1331">
                  <c:v>43701</c:v>
                </c:pt>
                <c:pt idx="1332">
                  <c:v>43702</c:v>
                </c:pt>
                <c:pt idx="1333">
                  <c:v>43703</c:v>
                </c:pt>
                <c:pt idx="1334">
                  <c:v>43704</c:v>
                </c:pt>
                <c:pt idx="1335">
                  <c:v>43705</c:v>
                </c:pt>
                <c:pt idx="1336">
                  <c:v>43706</c:v>
                </c:pt>
                <c:pt idx="1337">
                  <c:v>43707</c:v>
                </c:pt>
                <c:pt idx="1338">
                  <c:v>43708</c:v>
                </c:pt>
                <c:pt idx="1339">
                  <c:v>43709</c:v>
                </c:pt>
                <c:pt idx="1340">
                  <c:v>43710</c:v>
                </c:pt>
                <c:pt idx="1341">
                  <c:v>43711</c:v>
                </c:pt>
                <c:pt idx="1342">
                  <c:v>43712</c:v>
                </c:pt>
                <c:pt idx="1343">
                  <c:v>43713</c:v>
                </c:pt>
                <c:pt idx="1344">
                  <c:v>43714</c:v>
                </c:pt>
                <c:pt idx="1345">
                  <c:v>43715</c:v>
                </c:pt>
                <c:pt idx="1346">
                  <c:v>43716</c:v>
                </c:pt>
                <c:pt idx="1347">
                  <c:v>43717</c:v>
                </c:pt>
                <c:pt idx="1348">
                  <c:v>43718</c:v>
                </c:pt>
                <c:pt idx="1349">
                  <c:v>43719</c:v>
                </c:pt>
                <c:pt idx="1350">
                  <c:v>43720</c:v>
                </c:pt>
                <c:pt idx="1351">
                  <c:v>43721</c:v>
                </c:pt>
                <c:pt idx="1352">
                  <c:v>43722</c:v>
                </c:pt>
                <c:pt idx="1353">
                  <c:v>43723</c:v>
                </c:pt>
                <c:pt idx="1354">
                  <c:v>43724</c:v>
                </c:pt>
                <c:pt idx="1355">
                  <c:v>43725</c:v>
                </c:pt>
                <c:pt idx="1356">
                  <c:v>43726</c:v>
                </c:pt>
                <c:pt idx="1357">
                  <c:v>43727</c:v>
                </c:pt>
                <c:pt idx="1358">
                  <c:v>43728</c:v>
                </c:pt>
                <c:pt idx="1359">
                  <c:v>43729</c:v>
                </c:pt>
                <c:pt idx="1360">
                  <c:v>43730</c:v>
                </c:pt>
                <c:pt idx="1361">
                  <c:v>43731</c:v>
                </c:pt>
                <c:pt idx="1362">
                  <c:v>43732</c:v>
                </c:pt>
                <c:pt idx="1363">
                  <c:v>43733</c:v>
                </c:pt>
                <c:pt idx="1364">
                  <c:v>43734</c:v>
                </c:pt>
                <c:pt idx="1365">
                  <c:v>43735</c:v>
                </c:pt>
                <c:pt idx="1366">
                  <c:v>43736</c:v>
                </c:pt>
                <c:pt idx="1367">
                  <c:v>43737</c:v>
                </c:pt>
                <c:pt idx="1368">
                  <c:v>43738</c:v>
                </c:pt>
                <c:pt idx="1369">
                  <c:v>43739</c:v>
                </c:pt>
                <c:pt idx="1370">
                  <c:v>43740</c:v>
                </c:pt>
                <c:pt idx="1371">
                  <c:v>43741</c:v>
                </c:pt>
                <c:pt idx="1372">
                  <c:v>43742</c:v>
                </c:pt>
                <c:pt idx="1373">
                  <c:v>43743</c:v>
                </c:pt>
                <c:pt idx="1374">
                  <c:v>43744</c:v>
                </c:pt>
                <c:pt idx="1375">
                  <c:v>43745</c:v>
                </c:pt>
                <c:pt idx="1376">
                  <c:v>43746</c:v>
                </c:pt>
                <c:pt idx="1377">
                  <c:v>43747</c:v>
                </c:pt>
                <c:pt idx="1378">
                  <c:v>43748</c:v>
                </c:pt>
                <c:pt idx="1379">
                  <c:v>43749</c:v>
                </c:pt>
                <c:pt idx="1380">
                  <c:v>43750</c:v>
                </c:pt>
                <c:pt idx="1381">
                  <c:v>43751</c:v>
                </c:pt>
                <c:pt idx="1382">
                  <c:v>43752</c:v>
                </c:pt>
                <c:pt idx="1383">
                  <c:v>43753</c:v>
                </c:pt>
                <c:pt idx="1384">
                  <c:v>43754</c:v>
                </c:pt>
                <c:pt idx="1385">
                  <c:v>43755</c:v>
                </c:pt>
                <c:pt idx="1386">
                  <c:v>43756</c:v>
                </c:pt>
                <c:pt idx="1387">
                  <c:v>43757</c:v>
                </c:pt>
                <c:pt idx="1388">
                  <c:v>43758</c:v>
                </c:pt>
                <c:pt idx="1389">
                  <c:v>43759</c:v>
                </c:pt>
                <c:pt idx="1390">
                  <c:v>43760</c:v>
                </c:pt>
                <c:pt idx="1391">
                  <c:v>43761</c:v>
                </c:pt>
                <c:pt idx="1392">
                  <c:v>43762</c:v>
                </c:pt>
                <c:pt idx="1393">
                  <c:v>43763</c:v>
                </c:pt>
                <c:pt idx="1394">
                  <c:v>43764</c:v>
                </c:pt>
                <c:pt idx="1395">
                  <c:v>43765</c:v>
                </c:pt>
                <c:pt idx="1396">
                  <c:v>43766</c:v>
                </c:pt>
                <c:pt idx="1397">
                  <c:v>43767</c:v>
                </c:pt>
                <c:pt idx="1398">
                  <c:v>43768</c:v>
                </c:pt>
                <c:pt idx="1399">
                  <c:v>43769</c:v>
                </c:pt>
                <c:pt idx="1400">
                  <c:v>43770</c:v>
                </c:pt>
                <c:pt idx="1401">
                  <c:v>43771</c:v>
                </c:pt>
                <c:pt idx="1402">
                  <c:v>43772</c:v>
                </c:pt>
                <c:pt idx="1403">
                  <c:v>43773</c:v>
                </c:pt>
                <c:pt idx="1404">
                  <c:v>43774</c:v>
                </c:pt>
                <c:pt idx="1405">
                  <c:v>43775</c:v>
                </c:pt>
                <c:pt idx="1406">
                  <c:v>43776</c:v>
                </c:pt>
                <c:pt idx="1407">
                  <c:v>43777</c:v>
                </c:pt>
                <c:pt idx="1408">
                  <c:v>43778</c:v>
                </c:pt>
                <c:pt idx="1409">
                  <c:v>43779</c:v>
                </c:pt>
                <c:pt idx="1410">
                  <c:v>43780</c:v>
                </c:pt>
                <c:pt idx="1411">
                  <c:v>43781</c:v>
                </c:pt>
                <c:pt idx="1412">
                  <c:v>43782</c:v>
                </c:pt>
                <c:pt idx="1413">
                  <c:v>43783</c:v>
                </c:pt>
                <c:pt idx="1414">
                  <c:v>43784</c:v>
                </c:pt>
                <c:pt idx="1415">
                  <c:v>43785</c:v>
                </c:pt>
                <c:pt idx="1416">
                  <c:v>43786</c:v>
                </c:pt>
                <c:pt idx="1417">
                  <c:v>43787</c:v>
                </c:pt>
                <c:pt idx="1418">
                  <c:v>43788</c:v>
                </c:pt>
                <c:pt idx="1419">
                  <c:v>43789</c:v>
                </c:pt>
                <c:pt idx="1420">
                  <c:v>43790</c:v>
                </c:pt>
                <c:pt idx="1421">
                  <c:v>43791</c:v>
                </c:pt>
                <c:pt idx="1422">
                  <c:v>43792</c:v>
                </c:pt>
                <c:pt idx="1423">
                  <c:v>43793</c:v>
                </c:pt>
                <c:pt idx="1424">
                  <c:v>43794</c:v>
                </c:pt>
                <c:pt idx="1425">
                  <c:v>43795</c:v>
                </c:pt>
                <c:pt idx="1426">
                  <c:v>43796</c:v>
                </c:pt>
                <c:pt idx="1427">
                  <c:v>43797</c:v>
                </c:pt>
                <c:pt idx="1428">
                  <c:v>43798</c:v>
                </c:pt>
                <c:pt idx="1429">
                  <c:v>43799</c:v>
                </c:pt>
                <c:pt idx="1430">
                  <c:v>43800</c:v>
                </c:pt>
                <c:pt idx="1431">
                  <c:v>43801</c:v>
                </c:pt>
                <c:pt idx="1432">
                  <c:v>43802</c:v>
                </c:pt>
                <c:pt idx="1433">
                  <c:v>43803</c:v>
                </c:pt>
                <c:pt idx="1434">
                  <c:v>43804</c:v>
                </c:pt>
                <c:pt idx="1435">
                  <c:v>43805</c:v>
                </c:pt>
                <c:pt idx="1436">
                  <c:v>43806</c:v>
                </c:pt>
                <c:pt idx="1437">
                  <c:v>43807</c:v>
                </c:pt>
                <c:pt idx="1438">
                  <c:v>43808</c:v>
                </c:pt>
                <c:pt idx="1439">
                  <c:v>43809</c:v>
                </c:pt>
                <c:pt idx="1440">
                  <c:v>43810</c:v>
                </c:pt>
                <c:pt idx="1441">
                  <c:v>43811</c:v>
                </c:pt>
                <c:pt idx="1442">
                  <c:v>43812</c:v>
                </c:pt>
                <c:pt idx="1443">
                  <c:v>43813</c:v>
                </c:pt>
                <c:pt idx="1444">
                  <c:v>43814</c:v>
                </c:pt>
                <c:pt idx="1445">
                  <c:v>43815</c:v>
                </c:pt>
                <c:pt idx="1446">
                  <c:v>43816</c:v>
                </c:pt>
                <c:pt idx="1447">
                  <c:v>43817</c:v>
                </c:pt>
                <c:pt idx="1448">
                  <c:v>43818</c:v>
                </c:pt>
                <c:pt idx="1449">
                  <c:v>43819</c:v>
                </c:pt>
                <c:pt idx="1450">
                  <c:v>43820</c:v>
                </c:pt>
                <c:pt idx="1451">
                  <c:v>43821</c:v>
                </c:pt>
                <c:pt idx="1452">
                  <c:v>43822</c:v>
                </c:pt>
                <c:pt idx="1453">
                  <c:v>43823</c:v>
                </c:pt>
                <c:pt idx="1454">
                  <c:v>43824</c:v>
                </c:pt>
                <c:pt idx="1455">
                  <c:v>43825</c:v>
                </c:pt>
                <c:pt idx="1456">
                  <c:v>43826</c:v>
                </c:pt>
                <c:pt idx="1457">
                  <c:v>43827</c:v>
                </c:pt>
                <c:pt idx="1458">
                  <c:v>43828</c:v>
                </c:pt>
                <c:pt idx="1459">
                  <c:v>43829</c:v>
                </c:pt>
                <c:pt idx="1460">
                  <c:v>43830</c:v>
                </c:pt>
                <c:pt idx="1461">
                  <c:v>43831</c:v>
                </c:pt>
                <c:pt idx="1462">
                  <c:v>43832</c:v>
                </c:pt>
                <c:pt idx="1463">
                  <c:v>43833</c:v>
                </c:pt>
                <c:pt idx="1464">
                  <c:v>43834</c:v>
                </c:pt>
                <c:pt idx="1465">
                  <c:v>43835</c:v>
                </c:pt>
                <c:pt idx="1466">
                  <c:v>43836</c:v>
                </c:pt>
                <c:pt idx="1467">
                  <c:v>43837</c:v>
                </c:pt>
                <c:pt idx="1468">
                  <c:v>43838</c:v>
                </c:pt>
                <c:pt idx="1469">
                  <c:v>43839</c:v>
                </c:pt>
                <c:pt idx="1470">
                  <c:v>43840</c:v>
                </c:pt>
                <c:pt idx="1471">
                  <c:v>43841</c:v>
                </c:pt>
                <c:pt idx="1472">
                  <c:v>43842</c:v>
                </c:pt>
                <c:pt idx="1473">
                  <c:v>43843</c:v>
                </c:pt>
                <c:pt idx="1474">
                  <c:v>43844</c:v>
                </c:pt>
                <c:pt idx="1475">
                  <c:v>43845</c:v>
                </c:pt>
                <c:pt idx="1476">
                  <c:v>43846</c:v>
                </c:pt>
                <c:pt idx="1477">
                  <c:v>43847</c:v>
                </c:pt>
                <c:pt idx="1478">
                  <c:v>43848</c:v>
                </c:pt>
                <c:pt idx="1479">
                  <c:v>43849</c:v>
                </c:pt>
                <c:pt idx="1480">
                  <c:v>43850</c:v>
                </c:pt>
                <c:pt idx="1481">
                  <c:v>43851</c:v>
                </c:pt>
                <c:pt idx="1482">
                  <c:v>43852</c:v>
                </c:pt>
                <c:pt idx="1483">
                  <c:v>43853</c:v>
                </c:pt>
                <c:pt idx="1484">
                  <c:v>43854</c:v>
                </c:pt>
                <c:pt idx="1485">
                  <c:v>43855</c:v>
                </c:pt>
                <c:pt idx="1486">
                  <c:v>43856</c:v>
                </c:pt>
                <c:pt idx="1487">
                  <c:v>43857</c:v>
                </c:pt>
                <c:pt idx="1488">
                  <c:v>43858</c:v>
                </c:pt>
                <c:pt idx="1489">
                  <c:v>43859</c:v>
                </c:pt>
                <c:pt idx="1490">
                  <c:v>43860</c:v>
                </c:pt>
                <c:pt idx="1491">
                  <c:v>43861</c:v>
                </c:pt>
                <c:pt idx="1492">
                  <c:v>43862</c:v>
                </c:pt>
                <c:pt idx="1493">
                  <c:v>43863</c:v>
                </c:pt>
                <c:pt idx="1494">
                  <c:v>43864</c:v>
                </c:pt>
                <c:pt idx="1495">
                  <c:v>43865</c:v>
                </c:pt>
                <c:pt idx="1496">
                  <c:v>43866</c:v>
                </c:pt>
                <c:pt idx="1497">
                  <c:v>43867</c:v>
                </c:pt>
                <c:pt idx="1498">
                  <c:v>43868</c:v>
                </c:pt>
                <c:pt idx="1499">
                  <c:v>43869</c:v>
                </c:pt>
                <c:pt idx="1500">
                  <c:v>43870</c:v>
                </c:pt>
                <c:pt idx="1501">
                  <c:v>43871</c:v>
                </c:pt>
                <c:pt idx="1502">
                  <c:v>43872</c:v>
                </c:pt>
                <c:pt idx="1503">
                  <c:v>43873</c:v>
                </c:pt>
                <c:pt idx="1504">
                  <c:v>43874</c:v>
                </c:pt>
                <c:pt idx="1505">
                  <c:v>43875</c:v>
                </c:pt>
                <c:pt idx="1506">
                  <c:v>43876</c:v>
                </c:pt>
                <c:pt idx="1507">
                  <c:v>43877</c:v>
                </c:pt>
                <c:pt idx="1508">
                  <c:v>43878</c:v>
                </c:pt>
                <c:pt idx="1509">
                  <c:v>43879</c:v>
                </c:pt>
                <c:pt idx="1510">
                  <c:v>43880</c:v>
                </c:pt>
                <c:pt idx="1511">
                  <c:v>43881</c:v>
                </c:pt>
                <c:pt idx="1512">
                  <c:v>43882</c:v>
                </c:pt>
                <c:pt idx="1513">
                  <c:v>43883</c:v>
                </c:pt>
                <c:pt idx="1514">
                  <c:v>43884</c:v>
                </c:pt>
                <c:pt idx="1515">
                  <c:v>43885</c:v>
                </c:pt>
                <c:pt idx="1516">
                  <c:v>43886</c:v>
                </c:pt>
                <c:pt idx="1517">
                  <c:v>43887</c:v>
                </c:pt>
                <c:pt idx="1518">
                  <c:v>43888</c:v>
                </c:pt>
                <c:pt idx="1519">
                  <c:v>43889</c:v>
                </c:pt>
                <c:pt idx="1520">
                  <c:v>43890</c:v>
                </c:pt>
                <c:pt idx="1521">
                  <c:v>43891</c:v>
                </c:pt>
                <c:pt idx="1522">
                  <c:v>43892</c:v>
                </c:pt>
                <c:pt idx="1523">
                  <c:v>43893</c:v>
                </c:pt>
                <c:pt idx="1524">
                  <c:v>43894</c:v>
                </c:pt>
                <c:pt idx="1525">
                  <c:v>43895</c:v>
                </c:pt>
                <c:pt idx="1526">
                  <c:v>43896</c:v>
                </c:pt>
                <c:pt idx="1527">
                  <c:v>43897</c:v>
                </c:pt>
                <c:pt idx="1528">
                  <c:v>43898</c:v>
                </c:pt>
                <c:pt idx="1529">
                  <c:v>43899</c:v>
                </c:pt>
                <c:pt idx="1530">
                  <c:v>43900</c:v>
                </c:pt>
                <c:pt idx="1531">
                  <c:v>43901</c:v>
                </c:pt>
                <c:pt idx="1532">
                  <c:v>43902</c:v>
                </c:pt>
                <c:pt idx="1533">
                  <c:v>43903</c:v>
                </c:pt>
                <c:pt idx="1534">
                  <c:v>43904</c:v>
                </c:pt>
                <c:pt idx="1535">
                  <c:v>43905</c:v>
                </c:pt>
                <c:pt idx="1536">
                  <c:v>43906</c:v>
                </c:pt>
                <c:pt idx="1537">
                  <c:v>43907</c:v>
                </c:pt>
                <c:pt idx="1538">
                  <c:v>43908</c:v>
                </c:pt>
                <c:pt idx="1539">
                  <c:v>43909</c:v>
                </c:pt>
                <c:pt idx="1540">
                  <c:v>43910</c:v>
                </c:pt>
                <c:pt idx="1541">
                  <c:v>43911</c:v>
                </c:pt>
                <c:pt idx="1542">
                  <c:v>43912</c:v>
                </c:pt>
                <c:pt idx="1543">
                  <c:v>43913</c:v>
                </c:pt>
                <c:pt idx="1544">
                  <c:v>43914</c:v>
                </c:pt>
                <c:pt idx="1545">
                  <c:v>43915</c:v>
                </c:pt>
                <c:pt idx="1546">
                  <c:v>43916</c:v>
                </c:pt>
                <c:pt idx="1547">
                  <c:v>43917</c:v>
                </c:pt>
                <c:pt idx="1548">
                  <c:v>43918</c:v>
                </c:pt>
                <c:pt idx="1549">
                  <c:v>43919</c:v>
                </c:pt>
                <c:pt idx="1550">
                  <c:v>43920</c:v>
                </c:pt>
                <c:pt idx="1551">
                  <c:v>43921</c:v>
                </c:pt>
                <c:pt idx="1552">
                  <c:v>43922</c:v>
                </c:pt>
                <c:pt idx="1553">
                  <c:v>43923</c:v>
                </c:pt>
                <c:pt idx="1554">
                  <c:v>43924</c:v>
                </c:pt>
                <c:pt idx="1555">
                  <c:v>43925</c:v>
                </c:pt>
                <c:pt idx="1556">
                  <c:v>43926</c:v>
                </c:pt>
                <c:pt idx="1557">
                  <c:v>43927</c:v>
                </c:pt>
                <c:pt idx="1558">
                  <c:v>43928</c:v>
                </c:pt>
                <c:pt idx="1559">
                  <c:v>43929</c:v>
                </c:pt>
                <c:pt idx="1560">
                  <c:v>43930</c:v>
                </c:pt>
                <c:pt idx="1561">
                  <c:v>43931</c:v>
                </c:pt>
                <c:pt idx="1562">
                  <c:v>43932</c:v>
                </c:pt>
                <c:pt idx="1563">
                  <c:v>43933</c:v>
                </c:pt>
                <c:pt idx="1564">
                  <c:v>43934</c:v>
                </c:pt>
                <c:pt idx="1565">
                  <c:v>43935</c:v>
                </c:pt>
                <c:pt idx="1566">
                  <c:v>43936</c:v>
                </c:pt>
                <c:pt idx="1567">
                  <c:v>43937</c:v>
                </c:pt>
                <c:pt idx="1568">
                  <c:v>43938</c:v>
                </c:pt>
                <c:pt idx="1569">
                  <c:v>43939</c:v>
                </c:pt>
                <c:pt idx="1570">
                  <c:v>43940</c:v>
                </c:pt>
                <c:pt idx="1571">
                  <c:v>43941</c:v>
                </c:pt>
                <c:pt idx="1572">
                  <c:v>43942</c:v>
                </c:pt>
                <c:pt idx="1573">
                  <c:v>43943</c:v>
                </c:pt>
                <c:pt idx="1574">
                  <c:v>43944</c:v>
                </c:pt>
                <c:pt idx="1575">
                  <c:v>43945</c:v>
                </c:pt>
                <c:pt idx="1576">
                  <c:v>43946</c:v>
                </c:pt>
                <c:pt idx="1577">
                  <c:v>43947</c:v>
                </c:pt>
                <c:pt idx="1578">
                  <c:v>43948</c:v>
                </c:pt>
                <c:pt idx="1579">
                  <c:v>43949</c:v>
                </c:pt>
                <c:pt idx="1580">
                  <c:v>43950</c:v>
                </c:pt>
                <c:pt idx="1581">
                  <c:v>43951</c:v>
                </c:pt>
                <c:pt idx="1582">
                  <c:v>43952</c:v>
                </c:pt>
                <c:pt idx="1583">
                  <c:v>43953</c:v>
                </c:pt>
                <c:pt idx="1584">
                  <c:v>43954</c:v>
                </c:pt>
                <c:pt idx="1585">
                  <c:v>43955</c:v>
                </c:pt>
                <c:pt idx="1586">
                  <c:v>43956</c:v>
                </c:pt>
                <c:pt idx="1587">
                  <c:v>43957</c:v>
                </c:pt>
                <c:pt idx="1588">
                  <c:v>43958</c:v>
                </c:pt>
                <c:pt idx="1589">
                  <c:v>43959</c:v>
                </c:pt>
                <c:pt idx="1590">
                  <c:v>43960</c:v>
                </c:pt>
                <c:pt idx="1591">
                  <c:v>43961</c:v>
                </c:pt>
                <c:pt idx="1592">
                  <c:v>43962</c:v>
                </c:pt>
                <c:pt idx="1593">
                  <c:v>43963</c:v>
                </c:pt>
                <c:pt idx="1594">
                  <c:v>43964</c:v>
                </c:pt>
                <c:pt idx="1595">
                  <c:v>43965</c:v>
                </c:pt>
                <c:pt idx="1596">
                  <c:v>43966</c:v>
                </c:pt>
                <c:pt idx="1597">
                  <c:v>43967</c:v>
                </c:pt>
                <c:pt idx="1598">
                  <c:v>43968</c:v>
                </c:pt>
                <c:pt idx="1599">
                  <c:v>43969</c:v>
                </c:pt>
                <c:pt idx="1600">
                  <c:v>43970</c:v>
                </c:pt>
                <c:pt idx="1601">
                  <c:v>43971</c:v>
                </c:pt>
                <c:pt idx="1602">
                  <c:v>43972</c:v>
                </c:pt>
                <c:pt idx="1603">
                  <c:v>43973</c:v>
                </c:pt>
                <c:pt idx="1604">
                  <c:v>43974</c:v>
                </c:pt>
                <c:pt idx="1605">
                  <c:v>43975</c:v>
                </c:pt>
                <c:pt idx="1606">
                  <c:v>43976</c:v>
                </c:pt>
                <c:pt idx="1607">
                  <c:v>43977</c:v>
                </c:pt>
                <c:pt idx="1608">
                  <c:v>43978</c:v>
                </c:pt>
                <c:pt idx="1609">
                  <c:v>43979</c:v>
                </c:pt>
                <c:pt idx="1610">
                  <c:v>43980</c:v>
                </c:pt>
                <c:pt idx="1611">
                  <c:v>43981</c:v>
                </c:pt>
                <c:pt idx="1612">
                  <c:v>43982</c:v>
                </c:pt>
                <c:pt idx="1613">
                  <c:v>43983</c:v>
                </c:pt>
                <c:pt idx="1614">
                  <c:v>43984</c:v>
                </c:pt>
                <c:pt idx="1615">
                  <c:v>43985</c:v>
                </c:pt>
                <c:pt idx="1616">
                  <c:v>43986</c:v>
                </c:pt>
                <c:pt idx="1617">
                  <c:v>43987</c:v>
                </c:pt>
                <c:pt idx="1618">
                  <c:v>43988</c:v>
                </c:pt>
                <c:pt idx="1619">
                  <c:v>43989</c:v>
                </c:pt>
                <c:pt idx="1620">
                  <c:v>43990</c:v>
                </c:pt>
                <c:pt idx="1621">
                  <c:v>43991</c:v>
                </c:pt>
                <c:pt idx="1622">
                  <c:v>43992</c:v>
                </c:pt>
                <c:pt idx="1623">
                  <c:v>43993</c:v>
                </c:pt>
                <c:pt idx="1624">
                  <c:v>43994</c:v>
                </c:pt>
                <c:pt idx="1625">
                  <c:v>43995</c:v>
                </c:pt>
                <c:pt idx="1626">
                  <c:v>43996</c:v>
                </c:pt>
                <c:pt idx="1627">
                  <c:v>43997</c:v>
                </c:pt>
                <c:pt idx="1628">
                  <c:v>43998</c:v>
                </c:pt>
                <c:pt idx="1629">
                  <c:v>43999</c:v>
                </c:pt>
                <c:pt idx="1630">
                  <c:v>44000</c:v>
                </c:pt>
                <c:pt idx="1631">
                  <c:v>44001</c:v>
                </c:pt>
                <c:pt idx="1632">
                  <c:v>44002</c:v>
                </c:pt>
                <c:pt idx="1633">
                  <c:v>44003</c:v>
                </c:pt>
                <c:pt idx="1634">
                  <c:v>44004</c:v>
                </c:pt>
                <c:pt idx="1635">
                  <c:v>44005</c:v>
                </c:pt>
                <c:pt idx="1636">
                  <c:v>44006</c:v>
                </c:pt>
                <c:pt idx="1637">
                  <c:v>44007</c:v>
                </c:pt>
                <c:pt idx="1638">
                  <c:v>44008</c:v>
                </c:pt>
                <c:pt idx="1639">
                  <c:v>44009</c:v>
                </c:pt>
                <c:pt idx="1640">
                  <c:v>44010</c:v>
                </c:pt>
                <c:pt idx="1641">
                  <c:v>44011</c:v>
                </c:pt>
                <c:pt idx="1642">
                  <c:v>44012</c:v>
                </c:pt>
                <c:pt idx="1643">
                  <c:v>44013</c:v>
                </c:pt>
                <c:pt idx="1644">
                  <c:v>44014</c:v>
                </c:pt>
                <c:pt idx="1645">
                  <c:v>44015</c:v>
                </c:pt>
                <c:pt idx="1646">
                  <c:v>44016</c:v>
                </c:pt>
                <c:pt idx="1647">
                  <c:v>44017</c:v>
                </c:pt>
                <c:pt idx="1648">
                  <c:v>44018</c:v>
                </c:pt>
                <c:pt idx="1649">
                  <c:v>44019</c:v>
                </c:pt>
                <c:pt idx="1650">
                  <c:v>44020</c:v>
                </c:pt>
                <c:pt idx="1651">
                  <c:v>44021</c:v>
                </c:pt>
                <c:pt idx="1652">
                  <c:v>44022</c:v>
                </c:pt>
                <c:pt idx="1653">
                  <c:v>44023</c:v>
                </c:pt>
                <c:pt idx="1654">
                  <c:v>44024</c:v>
                </c:pt>
                <c:pt idx="1655">
                  <c:v>44025</c:v>
                </c:pt>
                <c:pt idx="1656">
                  <c:v>44026</c:v>
                </c:pt>
                <c:pt idx="1657">
                  <c:v>44027</c:v>
                </c:pt>
                <c:pt idx="1658">
                  <c:v>44028</c:v>
                </c:pt>
                <c:pt idx="1659">
                  <c:v>44029</c:v>
                </c:pt>
                <c:pt idx="1660">
                  <c:v>44030</c:v>
                </c:pt>
                <c:pt idx="1661">
                  <c:v>44031</c:v>
                </c:pt>
                <c:pt idx="1662">
                  <c:v>44032</c:v>
                </c:pt>
                <c:pt idx="1663">
                  <c:v>44033</c:v>
                </c:pt>
                <c:pt idx="1664">
                  <c:v>44034</c:v>
                </c:pt>
                <c:pt idx="1665">
                  <c:v>44035</c:v>
                </c:pt>
                <c:pt idx="1666">
                  <c:v>44036</c:v>
                </c:pt>
                <c:pt idx="1667">
                  <c:v>44037</c:v>
                </c:pt>
                <c:pt idx="1668">
                  <c:v>44038</c:v>
                </c:pt>
                <c:pt idx="1669">
                  <c:v>44039</c:v>
                </c:pt>
                <c:pt idx="1670">
                  <c:v>44040</c:v>
                </c:pt>
                <c:pt idx="1671">
                  <c:v>44041</c:v>
                </c:pt>
                <c:pt idx="1672">
                  <c:v>44042</c:v>
                </c:pt>
                <c:pt idx="1673">
                  <c:v>44043</c:v>
                </c:pt>
                <c:pt idx="1674">
                  <c:v>44044</c:v>
                </c:pt>
                <c:pt idx="1675">
                  <c:v>44045</c:v>
                </c:pt>
                <c:pt idx="1676">
                  <c:v>44046</c:v>
                </c:pt>
                <c:pt idx="1677">
                  <c:v>44047</c:v>
                </c:pt>
                <c:pt idx="1678">
                  <c:v>44048</c:v>
                </c:pt>
                <c:pt idx="1679">
                  <c:v>44049</c:v>
                </c:pt>
                <c:pt idx="1680">
                  <c:v>44050</c:v>
                </c:pt>
                <c:pt idx="1681">
                  <c:v>44051</c:v>
                </c:pt>
                <c:pt idx="1682">
                  <c:v>44052</c:v>
                </c:pt>
                <c:pt idx="1683">
                  <c:v>44053</c:v>
                </c:pt>
                <c:pt idx="1684">
                  <c:v>44054</c:v>
                </c:pt>
                <c:pt idx="1685">
                  <c:v>44055</c:v>
                </c:pt>
                <c:pt idx="1686">
                  <c:v>44056</c:v>
                </c:pt>
                <c:pt idx="1687">
                  <c:v>44057</c:v>
                </c:pt>
                <c:pt idx="1688">
                  <c:v>44058</c:v>
                </c:pt>
                <c:pt idx="1689">
                  <c:v>44059</c:v>
                </c:pt>
                <c:pt idx="1690">
                  <c:v>44060</c:v>
                </c:pt>
                <c:pt idx="1691">
                  <c:v>44061</c:v>
                </c:pt>
                <c:pt idx="1692">
                  <c:v>44062</c:v>
                </c:pt>
                <c:pt idx="1693">
                  <c:v>44063</c:v>
                </c:pt>
                <c:pt idx="1694">
                  <c:v>44064</c:v>
                </c:pt>
                <c:pt idx="1695">
                  <c:v>44065</c:v>
                </c:pt>
                <c:pt idx="1696">
                  <c:v>44066</c:v>
                </c:pt>
                <c:pt idx="1697">
                  <c:v>44067</c:v>
                </c:pt>
                <c:pt idx="1698">
                  <c:v>44068</c:v>
                </c:pt>
                <c:pt idx="1699">
                  <c:v>44069</c:v>
                </c:pt>
                <c:pt idx="1700">
                  <c:v>44070</c:v>
                </c:pt>
                <c:pt idx="1701">
                  <c:v>44071</c:v>
                </c:pt>
                <c:pt idx="1702">
                  <c:v>44072</c:v>
                </c:pt>
                <c:pt idx="1703">
                  <c:v>44073</c:v>
                </c:pt>
                <c:pt idx="1704">
                  <c:v>44074</c:v>
                </c:pt>
                <c:pt idx="1705">
                  <c:v>44075</c:v>
                </c:pt>
                <c:pt idx="1706">
                  <c:v>44076</c:v>
                </c:pt>
                <c:pt idx="1707">
                  <c:v>44077</c:v>
                </c:pt>
                <c:pt idx="1708">
                  <c:v>44078</c:v>
                </c:pt>
                <c:pt idx="1709">
                  <c:v>44079</c:v>
                </c:pt>
                <c:pt idx="1710">
                  <c:v>44080</c:v>
                </c:pt>
                <c:pt idx="1711">
                  <c:v>44081</c:v>
                </c:pt>
                <c:pt idx="1712">
                  <c:v>44082</c:v>
                </c:pt>
                <c:pt idx="1713">
                  <c:v>44083</c:v>
                </c:pt>
                <c:pt idx="1714">
                  <c:v>44084</c:v>
                </c:pt>
                <c:pt idx="1715">
                  <c:v>44085</c:v>
                </c:pt>
                <c:pt idx="1716">
                  <c:v>44086</c:v>
                </c:pt>
                <c:pt idx="1717">
                  <c:v>44087</c:v>
                </c:pt>
                <c:pt idx="1718">
                  <c:v>44088</c:v>
                </c:pt>
                <c:pt idx="1719">
                  <c:v>44089</c:v>
                </c:pt>
                <c:pt idx="1720">
                  <c:v>44090</c:v>
                </c:pt>
                <c:pt idx="1721">
                  <c:v>44091</c:v>
                </c:pt>
                <c:pt idx="1722">
                  <c:v>44092</c:v>
                </c:pt>
                <c:pt idx="1723">
                  <c:v>44093</c:v>
                </c:pt>
                <c:pt idx="1724">
                  <c:v>44094</c:v>
                </c:pt>
                <c:pt idx="1725">
                  <c:v>44095</c:v>
                </c:pt>
                <c:pt idx="1726">
                  <c:v>44096</c:v>
                </c:pt>
                <c:pt idx="1727">
                  <c:v>44097</c:v>
                </c:pt>
                <c:pt idx="1728">
                  <c:v>44098</c:v>
                </c:pt>
                <c:pt idx="1729">
                  <c:v>44099</c:v>
                </c:pt>
                <c:pt idx="1730">
                  <c:v>44100</c:v>
                </c:pt>
                <c:pt idx="1731">
                  <c:v>44101</c:v>
                </c:pt>
                <c:pt idx="1732">
                  <c:v>44102</c:v>
                </c:pt>
                <c:pt idx="1733">
                  <c:v>44103</c:v>
                </c:pt>
                <c:pt idx="1734">
                  <c:v>44104</c:v>
                </c:pt>
                <c:pt idx="1735">
                  <c:v>44105</c:v>
                </c:pt>
                <c:pt idx="1736">
                  <c:v>44106</c:v>
                </c:pt>
                <c:pt idx="1737">
                  <c:v>44107</c:v>
                </c:pt>
                <c:pt idx="1738">
                  <c:v>44108</c:v>
                </c:pt>
                <c:pt idx="1739">
                  <c:v>44109</c:v>
                </c:pt>
                <c:pt idx="1740">
                  <c:v>44110</c:v>
                </c:pt>
                <c:pt idx="1741">
                  <c:v>44111</c:v>
                </c:pt>
                <c:pt idx="1742">
                  <c:v>44112</c:v>
                </c:pt>
                <c:pt idx="1743">
                  <c:v>44113</c:v>
                </c:pt>
                <c:pt idx="1744">
                  <c:v>44114</c:v>
                </c:pt>
                <c:pt idx="1745">
                  <c:v>44115</c:v>
                </c:pt>
                <c:pt idx="1746">
                  <c:v>44116</c:v>
                </c:pt>
                <c:pt idx="1747">
                  <c:v>44117</c:v>
                </c:pt>
                <c:pt idx="1748">
                  <c:v>44118</c:v>
                </c:pt>
                <c:pt idx="1749">
                  <c:v>44119</c:v>
                </c:pt>
                <c:pt idx="1750">
                  <c:v>44120</c:v>
                </c:pt>
                <c:pt idx="1751">
                  <c:v>44121</c:v>
                </c:pt>
                <c:pt idx="1752">
                  <c:v>44122</c:v>
                </c:pt>
                <c:pt idx="1753">
                  <c:v>44123</c:v>
                </c:pt>
                <c:pt idx="1754">
                  <c:v>44124</c:v>
                </c:pt>
                <c:pt idx="1755">
                  <c:v>44125</c:v>
                </c:pt>
                <c:pt idx="1756">
                  <c:v>44126</c:v>
                </c:pt>
                <c:pt idx="1757">
                  <c:v>44127</c:v>
                </c:pt>
                <c:pt idx="1758">
                  <c:v>44128</c:v>
                </c:pt>
                <c:pt idx="1759">
                  <c:v>44129</c:v>
                </c:pt>
                <c:pt idx="1760">
                  <c:v>44130</c:v>
                </c:pt>
                <c:pt idx="1761">
                  <c:v>44131</c:v>
                </c:pt>
                <c:pt idx="1762">
                  <c:v>44132</c:v>
                </c:pt>
                <c:pt idx="1763">
                  <c:v>44133</c:v>
                </c:pt>
                <c:pt idx="1764">
                  <c:v>44134</c:v>
                </c:pt>
                <c:pt idx="1765">
                  <c:v>44135</c:v>
                </c:pt>
                <c:pt idx="1766">
                  <c:v>44136</c:v>
                </c:pt>
                <c:pt idx="1767">
                  <c:v>44137</c:v>
                </c:pt>
                <c:pt idx="1768">
                  <c:v>44138</c:v>
                </c:pt>
                <c:pt idx="1769">
                  <c:v>44139</c:v>
                </c:pt>
                <c:pt idx="1770">
                  <c:v>44140</c:v>
                </c:pt>
                <c:pt idx="1771">
                  <c:v>44141</c:v>
                </c:pt>
                <c:pt idx="1772">
                  <c:v>44142</c:v>
                </c:pt>
                <c:pt idx="1773">
                  <c:v>44143</c:v>
                </c:pt>
                <c:pt idx="1774">
                  <c:v>44144</c:v>
                </c:pt>
                <c:pt idx="1775">
                  <c:v>44145</c:v>
                </c:pt>
                <c:pt idx="1776">
                  <c:v>44146</c:v>
                </c:pt>
                <c:pt idx="1777">
                  <c:v>44147</c:v>
                </c:pt>
                <c:pt idx="1778">
                  <c:v>44148</c:v>
                </c:pt>
                <c:pt idx="1779">
                  <c:v>44149</c:v>
                </c:pt>
                <c:pt idx="1780">
                  <c:v>44150</c:v>
                </c:pt>
                <c:pt idx="1781">
                  <c:v>44151</c:v>
                </c:pt>
                <c:pt idx="1782">
                  <c:v>44152</c:v>
                </c:pt>
                <c:pt idx="1783">
                  <c:v>44153</c:v>
                </c:pt>
                <c:pt idx="1784">
                  <c:v>44154</c:v>
                </c:pt>
                <c:pt idx="1785">
                  <c:v>44155</c:v>
                </c:pt>
                <c:pt idx="1786">
                  <c:v>44156</c:v>
                </c:pt>
                <c:pt idx="1787">
                  <c:v>44157</c:v>
                </c:pt>
                <c:pt idx="1788">
                  <c:v>44158</c:v>
                </c:pt>
                <c:pt idx="1789">
                  <c:v>44159</c:v>
                </c:pt>
                <c:pt idx="1790">
                  <c:v>44160</c:v>
                </c:pt>
                <c:pt idx="1791">
                  <c:v>44161</c:v>
                </c:pt>
                <c:pt idx="1792">
                  <c:v>44162</c:v>
                </c:pt>
                <c:pt idx="1793">
                  <c:v>44163</c:v>
                </c:pt>
                <c:pt idx="1794">
                  <c:v>44164</c:v>
                </c:pt>
                <c:pt idx="1795">
                  <c:v>44165</c:v>
                </c:pt>
                <c:pt idx="1796">
                  <c:v>44166</c:v>
                </c:pt>
                <c:pt idx="1797">
                  <c:v>44167</c:v>
                </c:pt>
                <c:pt idx="1798">
                  <c:v>44168</c:v>
                </c:pt>
                <c:pt idx="1799">
                  <c:v>44169</c:v>
                </c:pt>
                <c:pt idx="1800">
                  <c:v>44170</c:v>
                </c:pt>
                <c:pt idx="1801">
                  <c:v>44171</c:v>
                </c:pt>
                <c:pt idx="1802">
                  <c:v>44172</c:v>
                </c:pt>
                <c:pt idx="1803">
                  <c:v>44173</c:v>
                </c:pt>
                <c:pt idx="1804">
                  <c:v>44174</c:v>
                </c:pt>
                <c:pt idx="1805">
                  <c:v>44175</c:v>
                </c:pt>
                <c:pt idx="1806">
                  <c:v>44176</c:v>
                </c:pt>
                <c:pt idx="1807">
                  <c:v>44177</c:v>
                </c:pt>
                <c:pt idx="1808">
                  <c:v>44178</c:v>
                </c:pt>
                <c:pt idx="1809">
                  <c:v>44179</c:v>
                </c:pt>
                <c:pt idx="1810">
                  <c:v>44180</c:v>
                </c:pt>
                <c:pt idx="1811">
                  <c:v>44181</c:v>
                </c:pt>
                <c:pt idx="1812">
                  <c:v>44182</c:v>
                </c:pt>
                <c:pt idx="1813">
                  <c:v>44183</c:v>
                </c:pt>
                <c:pt idx="1814">
                  <c:v>44184</c:v>
                </c:pt>
                <c:pt idx="1815">
                  <c:v>44185</c:v>
                </c:pt>
                <c:pt idx="1816">
                  <c:v>44186</c:v>
                </c:pt>
                <c:pt idx="1817">
                  <c:v>44187</c:v>
                </c:pt>
                <c:pt idx="1818">
                  <c:v>44188</c:v>
                </c:pt>
                <c:pt idx="1819">
                  <c:v>44189</c:v>
                </c:pt>
                <c:pt idx="1820">
                  <c:v>44190</c:v>
                </c:pt>
                <c:pt idx="1821">
                  <c:v>44191</c:v>
                </c:pt>
                <c:pt idx="1822">
                  <c:v>44192</c:v>
                </c:pt>
                <c:pt idx="1823">
                  <c:v>44193</c:v>
                </c:pt>
                <c:pt idx="1824">
                  <c:v>44194</c:v>
                </c:pt>
                <c:pt idx="1825">
                  <c:v>44195</c:v>
                </c:pt>
                <c:pt idx="1826">
                  <c:v>44196</c:v>
                </c:pt>
                <c:pt idx="1827">
                  <c:v>44197</c:v>
                </c:pt>
                <c:pt idx="1828">
                  <c:v>44198</c:v>
                </c:pt>
                <c:pt idx="1829">
                  <c:v>44199</c:v>
                </c:pt>
                <c:pt idx="1830">
                  <c:v>44200</c:v>
                </c:pt>
                <c:pt idx="1831">
                  <c:v>44201</c:v>
                </c:pt>
                <c:pt idx="1832">
                  <c:v>44202</c:v>
                </c:pt>
                <c:pt idx="1833">
                  <c:v>44203</c:v>
                </c:pt>
                <c:pt idx="1834">
                  <c:v>44204</c:v>
                </c:pt>
                <c:pt idx="1835">
                  <c:v>44205</c:v>
                </c:pt>
                <c:pt idx="1836">
                  <c:v>44206</c:v>
                </c:pt>
                <c:pt idx="1837">
                  <c:v>44207</c:v>
                </c:pt>
                <c:pt idx="1838">
                  <c:v>44208</c:v>
                </c:pt>
                <c:pt idx="1839">
                  <c:v>44209</c:v>
                </c:pt>
                <c:pt idx="1840">
                  <c:v>44210</c:v>
                </c:pt>
                <c:pt idx="1841">
                  <c:v>44211</c:v>
                </c:pt>
                <c:pt idx="1842">
                  <c:v>44212</c:v>
                </c:pt>
                <c:pt idx="1843">
                  <c:v>44213</c:v>
                </c:pt>
                <c:pt idx="1844">
                  <c:v>44214</c:v>
                </c:pt>
                <c:pt idx="1845">
                  <c:v>44215</c:v>
                </c:pt>
                <c:pt idx="1846">
                  <c:v>44216</c:v>
                </c:pt>
                <c:pt idx="1847">
                  <c:v>44217</c:v>
                </c:pt>
                <c:pt idx="1848">
                  <c:v>44218</c:v>
                </c:pt>
                <c:pt idx="1849">
                  <c:v>44219</c:v>
                </c:pt>
                <c:pt idx="1850">
                  <c:v>44220</c:v>
                </c:pt>
                <c:pt idx="1851">
                  <c:v>44221</c:v>
                </c:pt>
                <c:pt idx="1852">
                  <c:v>44222</c:v>
                </c:pt>
                <c:pt idx="1853">
                  <c:v>44223</c:v>
                </c:pt>
                <c:pt idx="1854">
                  <c:v>44224</c:v>
                </c:pt>
                <c:pt idx="1855">
                  <c:v>44225</c:v>
                </c:pt>
                <c:pt idx="1856">
                  <c:v>44226</c:v>
                </c:pt>
                <c:pt idx="1857">
                  <c:v>44227</c:v>
                </c:pt>
                <c:pt idx="1858">
                  <c:v>44228</c:v>
                </c:pt>
                <c:pt idx="1859">
                  <c:v>44229</c:v>
                </c:pt>
                <c:pt idx="1860">
                  <c:v>44230</c:v>
                </c:pt>
                <c:pt idx="1861">
                  <c:v>44231</c:v>
                </c:pt>
                <c:pt idx="1862">
                  <c:v>44232</c:v>
                </c:pt>
                <c:pt idx="1863">
                  <c:v>44233</c:v>
                </c:pt>
                <c:pt idx="1864">
                  <c:v>44234</c:v>
                </c:pt>
                <c:pt idx="1865">
                  <c:v>44235</c:v>
                </c:pt>
                <c:pt idx="1866">
                  <c:v>44236</c:v>
                </c:pt>
                <c:pt idx="1867">
                  <c:v>44237</c:v>
                </c:pt>
                <c:pt idx="1868">
                  <c:v>44238</c:v>
                </c:pt>
                <c:pt idx="1869">
                  <c:v>44239</c:v>
                </c:pt>
                <c:pt idx="1870">
                  <c:v>44240</c:v>
                </c:pt>
                <c:pt idx="1871">
                  <c:v>44241</c:v>
                </c:pt>
                <c:pt idx="1872">
                  <c:v>44242</c:v>
                </c:pt>
                <c:pt idx="1873">
                  <c:v>44243</c:v>
                </c:pt>
                <c:pt idx="1874">
                  <c:v>44244</c:v>
                </c:pt>
                <c:pt idx="1875">
                  <c:v>44245</c:v>
                </c:pt>
                <c:pt idx="1876">
                  <c:v>44246</c:v>
                </c:pt>
                <c:pt idx="1877">
                  <c:v>44247</c:v>
                </c:pt>
                <c:pt idx="1878">
                  <c:v>44248</c:v>
                </c:pt>
                <c:pt idx="1879">
                  <c:v>44249</c:v>
                </c:pt>
                <c:pt idx="1880">
                  <c:v>44250</c:v>
                </c:pt>
                <c:pt idx="1881">
                  <c:v>44251</c:v>
                </c:pt>
                <c:pt idx="1882">
                  <c:v>44252</c:v>
                </c:pt>
                <c:pt idx="1883">
                  <c:v>44253</c:v>
                </c:pt>
                <c:pt idx="1884">
                  <c:v>44254</c:v>
                </c:pt>
                <c:pt idx="1885">
                  <c:v>44255</c:v>
                </c:pt>
                <c:pt idx="1886">
                  <c:v>44256</c:v>
                </c:pt>
                <c:pt idx="1887">
                  <c:v>44257</c:v>
                </c:pt>
                <c:pt idx="1888">
                  <c:v>44258</c:v>
                </c:pt>
                <c:pt idx="1889">
                  <c:v>44259</c:v>
                </c:pt>
                <c:pt idx="1890">
                  <c:v>44260</c:v>
                </c:pt>
                <c:pt idx="1891">
                  <c:v>44261</c:v>
                </c:pt>
                <c:pt idx="1892">
                  <c:v>44262</c:v>
                </c:pt>
                <c:pt idx="1893">
                  <c:v>44263</c:v>
                </c:pt>
                <c:pt idx="1894">
                  <c:v>44264</c:v>
                </c:pt>
                <c:pt idx="1895">
                  <c:v>44265</c:v>
                </c:pt>
                <c:pt idx="1896">
                  <c:v>44266</c:v>
                </c:pt>
                <c:pt idx="1897">
                  <c:v>44267</c:v>
                </c:pt>
                <c:pt idx="1898">
                  <c:v>44268</c:v>
                </c:pt>
                <c:pt idx="1899">
                  <c:v>44269</c:v>
                </c:pt>
                <c:pt idx="1900">
                  <c:v>44270</c:v>
                </c:pt>
                <c:pt idx="1901">
                  <c:v>44271</c:v>
                </c:pt>
                <c:pt idx="1902">
                  <c:v>44272</c:v>
                </c:pt>
                <c:pt idx="1903">
                  <c:v>44273</c:v>
                </c:pt>
                <c:pt idx="1904">
                  <c:v>44274</c:v>
                </c:pt>
                <c:pt idx="1905">
                  <c:v>44275</c:v>
                </c:pt>
                <c:pt idx="1906">
                  <c:v>44276</c:v>
                </c:pt>
                <c:pt idx="1907">
                  <c:v>44277</c:v>
                </c:pt>
                <c:pt idx="1908">
                  <c:v>44278</c:v>
                </c:pt>
                <c:pt idx="1909">
                  <c:v>44279</c:v>
                </c:pt>
                <c:pt idx="1910">
                  <c:v>44280</c:v>
                </c:pt>
                <c:pt idx="1911">
                  <c:v>44281</c:v>
                </c:pt>
                <c:pt idx="1912">
                  <c:v>44282</c:v>
                </c:pt>
                <c:pt idx="1913">
                  <c:v>44283</c:v>
                </c:pt>
                <c:pt idx="1914">
                  <c:v>44284</c:v>
                </c:pt>
                <c:pt idx="1915">
                  <c:v>44285</c:v>
                </c:pt>
                <c:pt idx="1916">
                  <c:v>44286</c:v>
                </c:pt>
                <c:pt idx="1917">
                  <c:v>44287</c:v>
                </c:pt>
                <c:pt idx="1918">
                  <c:v>44288</c:v>
                </c:pt>
                <c:pt idx="1919">
                  <c:v>44289</c:v>
                </c:pt>
                <c:pt idx="1920">
                  <c:v>44290</c:v>
                </c:pt>
                <c:pt idx="1921">
                  <c:v>44291</c:v>
                </c:pt>
                <c:pt idx="1922">
                  <c:v>44292</c:v>
                </c:pt>
                <c:pt idx="1923">
                  <c:v>44293</c:v>
                </c:pt>
                <c:pt idx="1924">
                  <c:v>44294</c:v>
                </c:pt>
                <c:pt idx="1925">
                  <c:v>44295</c:v>
                </c:pt>
                <c:pt idx="1926">
                  <c:v>44296</c:v>
                </c:pt>
                <c:pt idx="1927">
                  <c:v>44297</c:v>
                </c:pt>
                <c:pt idx="1928">
                  <c:v>44298</c:v>
                </c:pt>
                <c:pt idx="1929">
                  <c:v>44299</c:v>
                </c:pt>
                <c:pt idx="1930">
                  <c:v>44300</c:v>
                </c:pt>
                <c:pt idx="1931">
                  <c:v>44301</c:v>
                </c:pt>
                <c:pt idx="1932">
                  <c:v>44302</c:v>
                </c:pt>
                <c:pt idx="1933">
                  <c:v>44303</c:v>
                </c:pt>
                <c:pt idx="1934">
                  <c:v>44304</c:v>
                </c:pt>
                <c:pt idx="1935">
                  <c:v>44305</c:v>
                </c:pt>
                <c:pt idx="1936">
                  <c:v>44306</c:v>
                </c:pt>
                <c:pt idx="1937">
                  <c:v>44307</c:v>
                </c:pt>
                <c:pt idx="1938">
                  <c:v>44308</c:v>
                </c:pt>
                <c:pt idx="1939">
                  <c:v>44309</c:v>
                </c:pt>
                <c:pt idx="1940">
                  <c:v>44310</c:v>
                </c:pt>
                <c:pt idx="1941">
                  <c:v>44311</c:v>
                </c:pt>
                <c:pt idx="1942">
                  <c:v>44312</c:v>
                </c:pt>
                <c:pt idx="1943">
                  <c:v>44313</c:v>
                </c:pt>
                <c:pt idx="1944">
                  <c:v>44314</c:v>
                </c:pt>
                <c:pt idx="1945">
                  <c:v>44315</c:v>
                </c:pt>
                <c:pt idx="1946">
                  <c:v>44316</c:v>
                </c:pt>
                <c:pt idx="1947">
                  <c:v>44317</c:v>
                </c:pt>
                <c:pt idx="1948">
                  <c:v>44318</c:v>
                </c:pt>
                <c:pt idx="1949">
                  <c:v>44319</c:v>
                </c:pt>
                <c:pt idx="1950">
                  <c:v>44320</c:v>
                </c:pt>
                <c:pt idx="1951">
                  <c:v>44321</c:v>
                </c:pt>
                <c:pt idx="1952">
                  <c:v>44322</c:v>
                </c:pt>
                <c:pt idx="1953">
                  <c:v>44323</c:v>
                </c:pt>
                <c:pt idx="1954">
                  <c:v>44324</c:v>
                </c:pt>
                <c:pt idx="1955">
                  <c:v>44325</c:v>
                </c:pt>
                <c:pt idx="1956">
                  <c:v>44326</c:v>
                </c:pt>
                <c:pt idx="1957">
                  <c:v>44327</c:v>
                </c:pt>
                <c:pt idx="1958">
                  <c:v>44328</c:v>
                </c:pt>
                <c:pt idx="1959">
                  <c:v>44329</c:v>
                </c:pt>
                <c:pt idx="1960">
                  <c:v>44330</c:v>
                </c:pt>
                <c:pt idx="1961">
                  <c:v>44331</c:v>
                </c:pt>
                <c:pt idx="1962">
                  <c:v>44332</c:v>
                </c:pt>
                <c:pt idx="1963">
                  <c:v>44333</c:v>
                </c:pt>
                <c:pt idx="1964">
                  <c:v>44334</c:v>
                </c:pt>
                <c:pt idx="1965">
                  <c:v>44335</c:v>
                </c:pt>
                <c:pt idx="1966">
                  <c:v>44336</c:v>
                </c:pt>
                <c:pt idx="1967">
                  <c:v>44337</c:v>
                </c:pt>
                <c:pt idx="1968">
                  <c:v>44338</c:v>
                </c:pt>
                <c:pt idx="1969">
                  <c:v>44339</c:v>
                </c:pt>
                <c:pt idx="1970">
                  <c:v>44340</c:v>
                </c:pt>
                <c:pt idx="1971">
                  <c:v>44341</c:v>
                </c:pt>
                <c:pt idx="1972">
                  <c:v>44342</c:v>
                </c:pt>
                <c:pt idx="1973">
                  <c:v>44343</c:v>
                </c:pt>
                <c:pt idx="1974">
                  <c:v>44344</c:v>
                </c:pt>
                <c:pt idx="1975">
                  <c:v>44345</c:v>
                </c:pt>
                <c:pt idx="1976">
                  <c:v>44346</c:v>
                </c:pt>
                <c:pt idx="1977">
                  <c:v>44347</c:v>
                </c:pt>
                <c:pt idx="1978">
                  <c:v>44348</c:v>
                </c:pt>
                <c:pt idx="1979">
                  <c:v>44349</c:v>
                </c:pt>
                <c:pt idx="1980">
                  <c:v>44350</c:v>
                </c:pt>
                <c:pt idx="1981">
                  <c:v>44351</c:v>
                </c:pt>
                <c:pt idx="1982">
                  <c:v>44352</c:v>
                </c:pt>
                <c:pt idx="1983">
                  <c:v>44353</c:v>
                </c:pt>
                <c:pt idx="1984">
                  <c:v>44354</c:v>
                </c:pt>
                <c:pt idx="1985">
                  <c:v>44355</c:v>
                </c:pt>
                <c:pt idx="1986">
                  <c:v>44356</c:v>
                </c:pt>
                <c:pt idx="1987">
                  <c:v>44357</c:v>
                </c:pt>
                <c:pt idx="1988">
                  <c:v>44358</c:v>
                </c:pt>
                <c:pt idx="1989">
                  <c:v>44359</c:v>
                </c:pt>
                <c:pt idx="1990">
                  <c:v>44360</c:v>
                </c:pt>
                <c:pt idx="1991">
                  <c:v>44361</c:v>
                </c:pt>
                <c:pt idx="1992">
                  <c:v>44362</c:v>
                </c:pt>
                <c:pt idx="1993">
                  <c:v>44363</c:v>
                </c:pt>
                <c:pt idx="1994">
                  <c:v>44364</c:v>
                </c:pt>
                <c:pt idx="1995">
                  <c:v>44365</c:v>
                </c:pt>
                <c:pt idx="1996">
                  <c:v>44366</c:v>
                </c:pt>
                <c:pt idx="1997">
                  <c:v>44367</c:v>
                </c:pt>
                <c:pt idx="1998">
                  <c:v>44368</c:v>
                </c:pt>
                <c:pt idx="1999">
                  <c:v>44369</c:v>
                </c:pt>
                <c:pt idx="2000">
                  <c:v>44370</c:v>
                </c:pt>
                <c:pt idx="2001">
                  <c:v>44371</c:v>
                </c:pt>
                <c:pt idx="2002">
                  <c:v>44372</c:v>
                </c:pt>
                <c:pt idx="2003">
                  <c:v>44373</c:v>
                </c:pt>
                <c:pt idx="2004">
                  <c:v>44374</c:v>
                </c:pt>
                <c:pt idx="2005">
                  <c:v>44375</c:v>
                </c:pt>
                <c:pt idx="2006">
                  <c:v>44376</c:v>
                </c:pt>
                <c:pt idx="2007">
                  <c:v>44377</c:v>
                </c:pt>
                <c:pt idx="2008">
                  <c:v>44378</c:v>
                </c:pt>
                <c:pt idx="2009">
                  <c:v>44379</c:v>
                </c:pt>
                <c:pt idx="2010">
                  <c:v>44380</c:v>
                </c:pt>
                <c:pt idx="2011">
                  <c:v>44381</c:v>
                </c:pt>
                <c:pt idx="2012">
                  <c:v>44382</c:v>
                </c:pt>
                <c:pt idx="2013">
                  <c:v>44383</c:v>
                </c:pt>
                <c:pt idx="2014">
                  <c:v>44384</c:v>
                </c:pt>
                <c:pt idx="2015">
                  <c:v>44385</c:v>
                </c:pt>
                <c:pt idx="2016">
                  <c:v>44386</c:v>
                </c:pt>
                <c:pt idx="2017">
                  <c:v>44387</c:v>
                </c:pt>
                <c:pt idx="2018">
                  <c:v>44388</c:v>
                </c:pt>
                <c:pt idx="2019">
                  <c:v>44389</c:v>
                </c:pt>
                <c:pt idx="2020">
                  <c:v>44390</c:v>
                </c:pt>
                <c:pt idx="2021">
                  <c:v>44391</c:v>
                </c:pt>
                <c:pt idx="2022">
                  <c:v>44392</c:v>
                </c:pt>
                <c:pt idx="2023">
                  <c:v>44393</c:v>
                </c:pt>
                <c:pt idx="2024">
                  <c:v>44394</c:v>
                </c:pt>
                <c:pt idx="2025">
                  <c:v>44395</c:v>
                </c:pt>
                <c:pt idx="2026">
                  <c:v>44396</c:v>
                </c:pt>
                <c:pt idx="2027">
                  <c:v>44397</c:v>
                </c:pt>
                <c:pt idx="2028">
                  <c:v>44398</c:v>
                </c:pt>
                <c:pt idx="2029">
                  <c:v>44399</c:v>
                </c:pt>
                <c:pt idx="2030">
                  <c:v>44400</c:v>
                </c:pt>
                <c:pt idx="2031">
                  <c:v>44401</c:v>
                </c:pt>
                <c:pt idx="2032">
                  <c:v>44402</c:v>
                </c:pt>
                <c:pt idx="2033">
                  <c:v>44403</c:v>
                </c:pt>
                <c:pt idx="2034">
                  <c:v>44404</c:v>
                </c:pt>
                <c:pt idx="2035">
                  <c:v>44405</c:v>
                </c:pt>
                <c:pt idx="2036">
                  <c:v>44406</c:v>
                </c:pt>
                <c:pt idx="2037">
                  <c:v>44407</c:v>
                </c:pt>
                <c:pt idx="2038">
                  <c:v>44408</c:v>
                </c:pt>
                <c:pt idx="2039">
                  <c:v>44409</c:v>
                </c:pt>
                <c:pt idx="2040">
                  <c:v>44410</c:v>
                </c:pt>
                <c:pt idx="2041">
                  <c:v>44411</c:v>
                </c:pt>
                <c:pt idx="2042">
                  <c:v>44412</c:v>
                </c:pt>
                <c:pt idx="2043">
                  <c:v>44413</c:v>
                </c:pt>
                <c:pt idx="2044">
                  <c:v>44414</c:v>
                </c:pt>
                <c:pt idx="2045">
                  <c:v>44415</c:v>
                </c:pt>
                <c:pt idx="2046">
                  <c:v>44416</c:v>
                </c:pt>
                <c:pt idx="2047">
                  <c:v>44417</c:v>
                </c:pt>
                <c:pt idx="2048">
                  <c:v>44418</c:v>
                </c:pt>
                <c:pt idx="2049">
                  <c:v>44419</c:v>
                </c:pt>
                <c:pt idx="2050">
                  <c:v>44420</c:v>
                </c:pt>
                <c:pt idx="2051">
                  <c:v>44421</c:v>
                </c:pt>
                <c:pt idx="2052">
                  <c:v>44422</c:v>
                </c:pt>
                <c:pt idx="2053">
                  <c:v>44423</c:v>
                </c:pt>
                <c:pt idx="2054">
                  <c:v>44424</c:v>
                </c:pt>
                <c:pt idx="2055">
                  <c:v>44425</c:v>
                </c:pt>
                <c:pt idx="2056">
                  <c:v>44426</c:v>
                </c:pt>
                <c:pt idx="2057">
                  <c:v>44427</c:v>
                </c:pt>
                <c:pt idx="2058">
                  <c:v>44428</c:v>
                </c:pt>
                <c:pt idx="2059">
                  <c:v>44429</c:v>
                </c:pt>
                <c:pt idx="2060">
                  <c:v>44430</c:v>
                </c:pt>
                <c:pt idx="2061">
                  <c:v>44431</c:v>
                </c:pt>
                <c:pt idx="2062">
                  <c:v>44432</c:v>
                </c:pt>
                <c:pt idx="2063">
                  <c:v>44433</c:v>
                </c:pt>
                <c:pt idx="2064">
                  <c:v>44434</c:v>
                </c:pt>
                <c:pt idx="2065">
                  <c:v>44435</c:v>
                </c:pt>
                <c:pt idx="2066">
                  <c:v>44436</c:v>
                </c:pt>
                <c:pt idx="2067">
                  <c:v>44437</c:v>
                </c:pt>
                <c:pt idx="2068">
                  <c:v>44438</c:v>
                </c:pt>
                <c:pt idx="2069">
                  <c:v>44439</c:v>
                </c:pt>
                <c:pt idx="2070">
                  <c:v>44440</c:v>
                </c:pt>
                <c:pt idx="2071">
                  <c:v>44441</c:v>
                </c:pt>
                <c:pt idx="2072">
                  <c:v>44442</c:v>
                </c:pt>
                <c:pt idx="2073">
                  <c:v>44443</c:v>
                </c:pt>
                <c:pt idx="2074">
                  <c:v>44444</c:v>
                </c:pt>
                <c:pt idx="2075">
                  <c:v>44445</c:v>
                </c:pt>
                <c:pt idx="2076">
                  <c:v>44446</c:v>
                </c:pt>
                <c:pt idx="2077">
                  <c:v>44447</c:v>
                </c:pt>
                <c:pt idx="2078">
                  <c:v>44448</c:v>
                </c:pt>
                <c:pt idx="2079">
                  <c:v>44449</c:v>
                </c:pt>
                <c:pt idx="2080">
                  <c:v>44450</c:v>
                </c:pt>
                <c:pt idx="2081">
                  <c:v>44451</c:v>
                </c:pt>
                <c:pt idx="2082">
                  <c:v>44452</c:v>
                </c:pt>
                <c:pt idx="2083">
                  <c:v>44453</c:v>
                </c:pt>
                <c:pt idx="2084">
                  <c:v>44454</c:v>
                </c:pt>
                <c:pt idx="2085">
                  <c:v>44455</c:v>
                </c:pt>
                <c:pt idx="2086">
                  <c:v>44456</c:v>
                </c:pt>
                <c:pt idx="2087">
                  <c:v>44457</c:v>
                </c:pt>
                <c:pt idx="2088">
                  <c:v>44458</c:v>
                </c:pt>
                <c:pt idx="2089">
                  <c:v>44459</c:v>
                </c:pt>
                <c:pt idx="2090">
                  <c:v>44460</c:v>
                </c:pt>
                <c:pt idx="2091">
                  <c:v>44461</c:v>
                </c:pt>
                <c:pt idx="2092">
                  <c:v>44462</c:v>
                </c:pt>
                <c:pt idx="2093">
                  <c:v>44463</c:v>
                </c:pt>
                <c:pt idx="2094">
                  <c:v>44464</c:v>
                </c:pt>
                <c:pt idx="2095">
                  <c:v>44465</c:v>
                </c:pt>
                <c:pt idx="2096">
                  <c:v>44466</c:v>
                </c:pt>
                <c:pt idx="2097">
                  <c:v>44467</c:v>
                </c:pt>
                <c:pt idx="2098">
                  <c:v>44468</c:v>
                </c:pt>
                <c:pt idx="2099">
                  <c:v>44469</c:v>
                </c:pt>
                <c:pt idx="2100">
                  <c:v>44470</c:v>
                </c:pt>
                <c:pt idx="2101">
                  <c:v>44471</c:v>
                </c:pt>
                <c:pt idx="2102">
                  <c:v>44472</c:v>
                </c:pt>
                <c:pt idx="2103">
                  <c:v>44473</c:v>
                </c:pt>
                <c:pt idx="2104">
                  <c:v>44474</c:v>
                </c:pt>
                <c:pt idx="2105">
                  <c:v>44475</c:v>
                </c:pt>
                <c:pt idx="2106">
                  <c:v>44476</c:v>
                </c:pt>
                <c:pt idx="2107">
                  <c:v>44477</c:v>
                </c:pt>
                <c:pt idx="2108">
                  <c:v>44478</c:v>
                </c:pt>
                <c:pt idx="2109">
                  <c:v>44479</c:v>
                </c:pt>
                <c:pt idx="2110">
                  <c:v>44480</c:v>
                </c:pt>
                <c:pt idx="2111">
                  <c:v>44481</c:v>
                </c:pt>
                <c:pt idx="2112">
                  <c:v>44482</c:v>
                </c:pt>
                <c:pt idx="2113">
                  <c:v>44483</c:v>
                </c:pt>
                <c:pt idx="2114">
                  <c:v>44484</c:v>
                </c:pt>
                <c:pt idx="2115">
                  <c:v>44485</c:v>
                </c:pt>
                <c:pt idx="2116">
                  <c:v>44486</c:v>
                </c:pt>
                <c:pt idx="2117">
                  <c:v>44487</c:v>
                </c:pt>
                <c:pt idx="2118">
                  <c:v>44488</c:v>
                </c:pt>
                <c:pt idx="2119">
                  <c:v>44489</c:v>
                </c:pt>
                <c:pt idx="2120">
                  <c:v>44490</c:v>
                </c:pt>
                <c:pt idx="2121">
                  <c:v>44491</c:v>
                </c:pt>
                <c:pt idx="2122">
                  <c:v>44492</c:v>
                </c:pt>
                <c:pt idx="2123">
                  <c:v>44493</c:v>
                </c:pt>
                <c:pt idx="2124">
                  <c:v>44494</c:v>
                </c:pt>
                <c:pt idx="2125">
                  <c:v>44495</c:v>
                </c:pt>
                <c:pt idx="2126">
                  <c:v>44496</c:v>
                </c:pt>
                <c:pt idx="2127">
                  <c:v>44497</c:v>
                </c:pt>
                <c:pt idx="2128">
                  <c:v>44498</c:v>
                </c:pt>
                <c:pt idx="2129">
                  <c:v>44499</c:v>
                </c:pt>
                <c:pt idx="2130">
                  <c:v>44500</c:v>
                </c:pt>
                <c:pt idx="2131">
                  <c:v>44501</c:v>
                </c:pt>
                <c:pt idx="2132">
                  <c:v>44502</c:v>
                </c:pt>
                <c:pt idx="2133">
                  <c:v>44503</c:v>
                </c:pt>
                <c:pt idx="2134">
                  <c:v>44504</c:v>
                </c:pt>
                <c:pt idx="2135">
                  <c:v>44505</c:v>
                </c:pt>
                <c:pt idx="2136">
                  <c:v>44506</c:v>
                </c:pt>
                <c:pt idx="2137">
                  <c:v>44507</c:v>
                </c:pt>
                <c:pt idx="2138">
                  <c:v>44508</c:v>
                </c:pt>
                <c:pt idx="2139">
                  <c:v>44509</c:v>
                </c:pt>
                <c:pt idx="2140">
                  <c:v>44510</c:v>
                </c:pt>
                <c:pt idx="2141">
                  <c:v>44511</c:v>
                </c:pt>
                <c:pt idx="2142">
                  <c:v>44512</c:v>
                </c:pt>
                <c:pt idx="2143">
                  <c:v>44513</c:v>
                </c:pt>
                <c:pt idx="2144">
                  <c:v>44514</c:v>
                </c:pt>
                <c:pt idx="2145">
                  <c:v>44515</c:v>
                </c:pt>
                <c:pt idx="2146">
                  <c:v>44516</c:v>
                </c:pt>
                <c:pt idx="2147">
                  <c:v>44517</c:v>
                </c:pt>
                <c:pt idx="2148">
                  <c:v>44518</c:v>
                </c:pt>
                <c:pt idx="2149">
                  <c:v>44519</c:v>
                </c:pt>
                <c:pt idx="2150">
                  <c:v>44520</c:v>
                </c:pt>
                <c:pt idx="2151">
                  <c:v>44521</c:v>
                </c:pt>
                <c:pt idx="2152">
                  <c:v>44522</c:v>
                </c:pt>
                <c:pt idx="2153">
                  <c:v>44523</c:v>
                </c:pt>
                <c:pt idx="2154">
                  <c:v>44524</c:v>
                </c:pt>
                <c:pt idx="2155">
                  <c:v>44525</c:v>
                </c:pt>
                <c:pt idx="2156">
                  <c:v>44526</c:v>
                </c:pt>
                <c:pt idx="2157">
                  <c:v>44527</c:v>
                </c:pt>
                <c:pt idx="2158">
                  <c:v>44528</c:v>
                </c:pt>
                <c:pt idx="2159">
                  <c:v>44529</c:v>
                </c:pt>
                <c:pt idx="2160">
                  <c:v>44530</c:v>
                </c:pt>
                <c:pt idx="2161">
                  <c:v>44531</c:v>
                </c:pt>
                <c:pt idx="2162">
                  <c:v>44532</c:v>
                </c:pt>
                <c:pt idx="2163">
                  <c:v>44533</c:v>
                </c:pt>
                <c:pt idx="2164">
                  <c:v>44534</c:v>
                </c:pt>
                <c:pt idx="2165">
                  <c:v>44535</c:v>
                </c:pt>
                <c:pt idx="2166">
                  <c:v>44536</c:v>
                </c:pt>
                <c:pt idx="2167">
                  <c:v>44537</c:v>
                </c:pt>
                <c:pt idx="2168">
                  <c:v>44538</c:v>
                </c:pt>
                <c:pt idx="2169">
                  <c:v>44539</c:v>
                </c:pt>
                <c:pt idx="2170">
                  <c:v>44540</c:v>
                </c:pt>
                <c:pt idx="2171">
                  <c:v>44541</c:v>
                </c:pt>
                <c:pt idx="2172">
                  <c:v>44542</c:v>
                </c:pt>
                <c:pt idx="2173">
                  <c:v>44543</c:v>
                </c:pt>
                <c:pt idx="2174">
                  <c:v>44544</c:v>
                </c:pt>
                <c:pt idx="2175">
                  <c:v>44545</c:v>
                </c:pt>
                <c:pt idx="2176">
                  <c:v>44546</c:v>
                </c:pt>
                <c:pt idx="2177">
                  <c:v>44547</c:v>
                </c:pt>
                <c:pt idx="2178">
                  <c:v>44548</c:v>
                </c:pt>
                <c:pt idx="2179">
                  <c:v>44549</c:v>
                </c:pt>
                <c:pt idx="2180">
                  <c:v>44550</c:v>
                </c:pt>
                <c:pt idx="2181">
                  <c:v>44551</c:v>
                </c:pt>
                <c:pt idx="2182">
                  <c:v>44552</c:v>
                </c:pt>
                <c:pt idx="2183">
                  <c:v>44553</c:v>
                </c:pt>
                <c:pt idx="2184">
                  <c:v>44554</c:v>
                </c:pt>
                <c:pt idx="2185">
                  <c:v>44555</c:v>
                </c:pt>
                <c:pt idx="2186">
                  <c:v>44556</c:v>
                </c:pt>
                <c:pt idx="2187">
                  <c:v>44557</c:v>
                </c:pt>
                <c:pt idx="2188">
                  <c:v>44558</c:v>
                </c:pt>
                <c:pt idx="2189">
                  <c:v>44559</c:v>
                </c:pt>
                <c:pt idx="2190">
                  <c:v>44560</c:v>
                </c:pt>
                <c:pt idx="2191">
                  <c:v>44561</c:v>
                </c:pt>
                <c:pt idx="2192">
                  <c:v>44562</c:v>
                </c:pt>
                <c:pt idx="2193">
                  <c:v>44563</c:v>
                </c:pt>
                <c:pt idx="2194">
                  <c:v>44564</c:v>
                </c:pt>
                <c:pt idx="2195">
                  <c:v>44565</c:v>
                </c:pt>
                <c:pt idx="2196">
                  <c:v>44566</c:v>
                </c:pt>
                <c:pt idx="2197">
                  <c:v>44567</c:v>
                </c:pt>
                <c:pt idx="2198">
                  <c:v>44568</c:v>
                </c:pt>
                <c:pt idx="2199">
                  <c:v>44569</c:v>
                </c:pt>
                <c:pt idx="2200">
                  <c:v>44570</c:v>
                </c:pt>
                <c:pt idx="2201">
                  <c:v>44571</c:v>
                </c:pt>
                <c:pt idx="2202">
                  <c:v>44572</c:v>
                </c:pt>
                <c:pt idx="2203">
                  <c:v>44573</c:v>
                </c:pt>
                <c:pt idx="2204">
                  <c:v>44574</c:v>
                </c:pt>
                <c:pt idx="2205">
                  <c:v>44575</c:v>
                </c:pt>
                <c:pt idx="2206">
                  <c:v>44576</c:v>
                </c:pt>
                <c:pt idx="2207">
                  <c:v>44577</c:v>
                </c:pt>
                <c:pt idx="2208">
                  <c:v>44578</c:v>
                </c:pt>
                <c:pt idx="2209">
                  <c:v>44579</c:v>
                </c:pt>
                <c:pt idx="2210">
                  <c:v>44580</c:v>
                </c:pt>
                <c:pt idx="2211">
                  <c:v>44581</c:v>
                </c:pt>
                <c:pt idx="2212">
                  <c:v>44582</c:v>
                </c:pt>
                <c:pt idx="2213">
                  <c:v>44583</c:v>
                </c:pt>
                <c:pt idx="2214">
                  <c:v>44584</c:v>
                </c:pt>
                <c:pt idx="2215">
                  <c:v>44585</c:v>
                </c:pt>
                <c:pt idx="2216">
                  <c:v>44586</c:v>
                </c:pt>
                <c:pt idx="2217">
                  <c:v>44587</c:v>
                </c:pt>
                <c:pt idx="2218">
                  <c:v>44588</c:v>
                </c:pt>
                <c:pt idx="2219">
                  <c:v>44589</c:v>
                </c:pt>
                <c:pt idx="2220">
                  <c:v>44590</c:v>
                </c:pt>
                <c:pt idx="2221">
                  <c:v>44591</c:v>
                </c:pt>
                <c:pt idx="2222">
                  <c:v>44592</c:v>
                </c:pt>
                <c:pt idx="2223">
                  <c:v>44593</c:v>
                </c:pt>
                <c:pt idx="2224">
                  <c:v>44594</c:v>
                </c:pt>
                <c:pt idx="2225">
                  <c:v>44595</c:v>
                </c:pt>
                <c:pt idx="2226">
                  <c:v>44596</c:v>
                </c:pt>
                <c:pt idx="2227">
                  <c:v>44597</c:v>
                </c:pt>
                <c:pt idx="2228">
                  <c:v>44598</c:v>
                </c:pt>
                <c:pt idx="2229">
                  <c:v>44599</c:v>
                </c:pt>
                <c:pt idx="2230">
                  <c:v>44600</c:v>
                </c:pt>
                <c:pt idx="2231">
                  <c:v>44601</c:v>
                </c:pt>
                <c:pt idx="2232">
                  <c:v>44602</c:v>
                </c:pt>
                <c:pt idx="2233">
                  <c:v>44603</c:v>
                </c:pt>
                <c:pt idx="2234">
                  <c:v>44604</c:v>
                </c:pt>
                <c:pt idx="2235">
                  <c:v>44605</c:v>
                </c:pt>
                <c:pt idx="2236">
                  <c:v>44606</c:v>
                </c:pt>
                <c:pt idx="2237">
                  <c:v>44607</c:v>
                </c:pt>
                <c:pt idx="2238">
                  <c:v>44608</c:v>
                </c:pt>
                <c:pt idx="2239">
                  <c:v>44609</c:v>
                </c:pt>
                <c:pt idx="2240">
                  <c:v>44610</c:v>
                </c:pt>
                <c:pt idx="2241">
                  <c:v>44611</c:v>
                </c:pt>
                <c:pt idx="2242">
                  <c:v>44612</c:v>
                </c:pt>
                <c:pt idx="2243">
                  <c:v>44613</c:v>
                </c:pt>
                <c:pt idx="2244">
                  <c:v>44614</c:v>
                </c:pt>
                <c:pt idx="2245">
                  <c:v>44615</c:v>
                </c:pt>
                <c:pt idx="2246">
                  <c:v>44616</c:v>
                </c:pt>
                <c:pt idx="2247">
                  <c:v>44617</c:v>
                </c:pt>
                <c:pt idx="2248">
                  <c:v>44618</c:v>
                </c:pt>
                <c:pt idx="2249">
                  <c:v>44619</c:v>
                </c:pt>
                <c:pt idx="2250">
                  <c:v>44620</c:v>
                </c:pt>
                <c:pt idx="2251">
                  <c:v>44621</c:v>
                </c:pt>
                <c:pt idx="2252">
                  <c:v>44622</c:v>
                </c:pt>
                <c:pt idx="2253">
                  <c:v>44623</c:v>
                </c:pt>
                <c:pt idx="2254">
                  <c:v>44624</c:v>
                </c:pt>
                <c:pt idx="2255">
                  <c:v>44625</c:v>
                </c:pt>
                <c:pt idx="2256">
                  <c:v>44626</c:v>
                </c:pt>
                <c:pt idx="2257">
                  <c:v>44627</c:v>
                </c:pt>
                <c:pt idx="2258">
                  <c:v>44628</c:v>
                </c:pt>
                <c:pt idx="2259">
                  <c:v>44629</c:v>
                </c:pt>
                <c:pt idx="2260">
                  <c:v>44630</c:v>
                </c:pt>
                <c:pt idx="2261">
                  <c:v>44631</c:v>
                </c:pt>
                <c:pt idx="2262">
                  <c:v>44632</c:v>
                </c:pt>
                <c:pt idx="2263">
                  <c:v>44633</c:v>
                </c:pt>
                <c:pt idx="2264">
                  <c:v>44634</c:v>
                </c:pt>
                <c:pt idx="2265">
                  <c:v>44635</c:v>
                </c:pt>
                <c:pt idx="2266">
                  <c:v>44636</c:v>
                </c:pt>
                <c:pt idx="2267">
                  <c:v>44637</c:v>
                </c:pt>
                <c:pt idx="2268">
                  <c:v>44638</c:v>
                </c:pt>
                <c:pt idx="2269">
                  <c:v>44639</c:v>
                </c:pt>
                <c:pt idx="2270">
                  <c:v>44640</c:v>
                </c:pt>
                <c:pt idx="2271">
                  <c:v>44641</c:v>
                </c:pt>
                <c:pt idx="2272">
                  <c:v>44642</c:v>
                </c:pt>
                <c:pt idx="2273">
                  <c:v>44643</c:v>
                </c:pt>
                <c:pt idx="2274">
                  <c:v>44644</c:v>
                </c:pt>
                <c:pt idx="2275">
                  <c:v>44645</c:v>
                </c:pt>
                <c:pt idx="2276">
                  <c:v>44646</c:v>
                </c:pt>
                <c:pt idx="2277">
                  <c:v>44647</c:v>
                </c:pt>
                <c:pt idx="2278">
                  <c:v>44648</c:v>
                </c:pt>
                <c:pt idx="2279">
                  <c:v>44649</c:v>
                </c:pt>
                <c:pt idx="2280">
                  <c:v>44650</c:v>
                </c:pt>
                <c:pt idx="2281">
                  <c:v>44651</c:v>
                </c:pt>
                <c:pt idx="2282">
                  <c:v>44652</c:v>
                </c:pt>
                <c:pt idx="2283">
                  <c:v>44653</c:v>
                </c:pt>
                <c:pt idx="2284">
                  <c:v>44654</c:v>
                </c:pt>
                <c:pt idx="2285">
                  <c:v>44655</c:v>
                </c:pt>
                <c:pt idx="2286">
                  <c:v>44656</c:v>
                </c:pt>
                <c:pt idx="2287">
                  <c:v>44657</c:v>
                </c:pt>
                <c:pt idx="2288">
                  <c:v>44658</c:v>
                </c:pt>
                <c:pt idx="2289">
                  <c:v>44659</c:v>
                </c:pt>
                <c:pt idx="2290">
                  <c:v>44660</c:v>
                </c:pt>
                <c:pt idx="2291">
                  <c:v>44661</c:v>
                </c:pt>
                <c:pt idx="2292">
                  <c:v>44662</c:v>
                </c:pt>
                <c:pt idx="2293">
                  <c:v>44663</c:v>
                </c:pt>
                <c:pt idx="2294">
                  <c:v>44664</c:v>
                </c:pt>
                <c:pt idx="2295">
                  <c:v>44665</c:v>
                </c:pt>
                <c:pt idx="2296">
                  <c:v>44666</c:v>
                </c:pt>
                <c:pt idx="2297">
                  <c:v>44667</c:v>
                </c:pt>
                <c:pt idx="2298">
                  <c:v>44668</c:v>
                </c:pt>
                <c:pt idx="2299">
                  <c:v>44669</c:v>
                </c:pt>
                <c:pt idx="2300">
                  <c:v>44670</c:v>
                </c:pt>
                <c:pt idx="2301">
                  <c:v>44671</c:v>
                </c:pt>
                <c:pt idx="2302">
                  <c:v>44672</c:v>
                </c:pt>
                <c:pt idx="2303">
                  <c:v>44673</c:v>
                </c:pt>
                <c:pt idx="2304">
                  <c:v>44674</c:v>
                </c:pt>
                <c:pt idx="2305">
                  <c:v>44675</c:v>
                </c:pt>
                <c:pt idx="2306">
                  <c:v>44676</c:v>
                </c:pt>
                <c:pt idx="2307">
                  <c:v>44677</c:v>
                </c:pt>
                <c:pt idx="2308">
                  <c:v>44678</c:v>
                </c:pt>
                <c:pt idx="2309">
                  <c:v>44679</c:v>
                </c:pt>
                <c:pt idx="2310">
                  <c:v>44680</c:v>
                </c:pt>
                <c:pt idx="2311">
                  <c:v>44681</c:v>
                </c:pt>
                <c:pt idx="2312">
                  <c:v>44682</c:v>
                </c:pt>
                <c:pt idx="2313">
                  <c:v>44683</c:v>
                </c:pt>
                <c:pt idx="2314">
                  <c:v>44684</c:v>
                </c:pt>
                <c:pt idx="2315">
                  <c:v>44685</c:v>
                </c:pt>
                <c:pt idx="2316">
                  <c:v>44686</c:v>
                </c:pt>
                <c:pt idx="2317">
                  <c:v>44687</c:v>
                </c:pt>
                <c:pt idx="2318">
                  <c:v>44688</c:v>
                </c:pt>
                <c:pt idx="2319">
                  <c:v>44689</c:v>
                </c:pt>
                <c:pt idx="2320">
                  <c:v>44690</c:v>
                </c:pt>
                <c:pt idx="2321">
                  <c:v>44691</c:v>
                </c:pt>
                <c:pt idx="2322">
                  <c:v>44692</c:v>
                </c:pt>
                <c:pt idx="2323">
                  <c:v>44693</c:v>
                </c:pt>
                <c:pt idx="2324">
                  <c:v>44694</c:v>
                </c:pt>
                <c:pt idx="2325">
                  <c:v>44695</c:v>
                </c:pt>
                <c:pt idx="2326">
                  <c:v>44696</c:v>
                </c:pt>
                <c:pt idx="2327">
                  <c:v>44697</c:v>
                </c:pt>
                <c:pt idx="2328">
                  <c:v>44698</c:v>
                </c:pt>
                <c:pt idx="2329">
                  <c:v>44699</c:v>
                </c:pt>
                <c:pt idx="2330">
                  <c:v>44700</c:v>
                </c:pt>
                <c:pt idx="2331">
                  <c:v>44701</c:v>
                </c:pt>
                <c:pt idx="2332">
                  <c:v>44702</c:v>
                </c:pt>
                <c:pt idx="2333">
                  <c:v>44703</c:v>
                </c:pt>
                <c:pt idx="2334">
                  <c:v>44704</c:v>
                </c:pt>
                <c:pt idx="2335">
                  <c:v>44705</c:v>
                </c:pt>
                <c:pt idx="2336">
                  <c:v>44706</c:v>
                </c:pt>
                <c:pt idx="2337">
                  <c:v>44707</c:v>
                </c:pt>
                <c:pt idx="2338">
                  <c:v>44708</c:v>
                </c:pt>
                <c:pt idx="2339">
                  <c:v>44709</c:v>
                </c:pt>
                <c:pt idx="2340">
                  <c:v>44710</c:v>
                </c:pt>
                <c:pt idx="2341">
                  <c:v>44711</c:v>
                </c:pt>
                <c:pt idx="2342">
                  <c:v>44712</c:v>
                </c:pt>
                <c:pt idx="2343">
                  <c:v>44713</c:v>
                </c:pt>
                <c:pt idx="2344">
                  <c:v>44714</c:v>
                </c:pt>
                <c:pt idx="2345">
                  <c:v>44715</c:v>
                </c:pt>
                <c:pt idx="2346">
                  <c:v>44716</c:v>
                </c:pt>
                <c:pt idx="2347">
                  <c:v>44717</c:v>
                </c:pt>
                <c:pt idx="2348">
                  <c:v>44718</c:v>
                </c:pt>
                <c:pt idx="2349">
                  <c:v>44719</c:v>
                </c:pt>
                <c:pt idx="2350">
                  <c:v>44720</c:v>
                </c:pt>
                <c:pt idx="2351">
                  <c:v>44721</c:v>
                </c:pt>
                <c:pt idx="2352">
                  <c:v>44722</c:v>
                </c:pt>
                <c:pt idx="2353">
                  <c:v>44723</c:v>
                </c:pt>
                <c:pt idx="2354">
                  <c:v>44724</c:v>
                </c:pt>
                <c:pt idx="2355">
                  <c:v>44725</c:v>
                </c:pt>
                <c:pt idx="2356">
                  <c:v>44726</c:v>
                </c:pt>
                <c:pt idx="2357">
                  <c:v>44727</c:v>
                </c:pt>
                <c:pt idx="2358">
                  <c:v>44728</c:v>
                </c:pt>
                <c:pt idx="2359">
                  <c:v>44729</c:v>
                </c:pt>
                <c:pt idx="2360">
                  <c:v>44730</c:v>
                </c:pt>
                <c:pt idx="2361">
                  <c:v>44731</c:v>
                </c:pt>
                <c:pt idx="2362">
                  <c:v>44732</c:v>
                </c:pt>
                <c:pt idx="2363">
                  <c:v>44733</c:v>
                </c:pt>
                <c:pt idx="2364">
                  <c:v>44734</c:v>
                </c:pt>
                <c:pt idx="2365">
                  <c:v>44735</c:v>
                </c:pt>
                <c:pt idx="2366">
                  <c:v>44736</c:v>
                </c:pt>
                <c:pt idx="2367">
                  <c:v>44737</c:v>
                </c:pt>
                <c:pt idx="2368">
                  <c:v>44738</c:v>
                </c:pt>
                <c:pt idx="2369">
                  <c:v>44739</c:v>
                </c:pt>
                <c:pt idx="2370">
                  <c:v>44740</c:v>
                </c:pt>
                <c:pt idx="2371">
                  <c:v>44741</c:v>
                </c:pt>
                <c:pt idx="2372">
                  <c:v>44742</c:v>
                </c:pt>
                <c:pt idx="2373">
                  <c:v>44743</c:v>
                </c:pt>
                <c:pt idx="2374">
                  <c:v>44744</c:v>
                </c:pt>
                <c:pt idx="2375">
                  <c:v>44745</c:v>
                </c:pt>
                <c:pt idx="2376">
                  <c:v>44746</c:v>
                </c:pt>
                <c:pt idx="2377">
                  <c:v>44747</c:v>
                </c:pt>
                <c:pt idx="2378">
                  <c:v>44748</c:v>
                </c:pt>
                <c:pt idx="2379">
                  <c:v>44749</c:v>
                </c:pt>
                <c:pt idx="2380">
                  <c:v>44750</c:v>
                </c:pt>
                <c:pt idx="2381">
                  <c:v>44751</c:v>
                </c:pt>
                <c:pt idx="2382">
                  <c:v>44752</c:v>
                </c:pt>
                <c:pt idx="2383">
                  <c:v>44753</c:v>
                </c:pt>
                <c:pt idx="2384">
                  <c:v>44754</c:v>
                </c:pt>
                <c:pt idx="2385">
                  <c:v>44755</c:v>
                </c:pt>
                <c:pt idx="2386">
                  <c:v>44756</c:v>
                </c:pt>
                <c:pt idx="2387">
                  <c:v>44757</c:v>
                </c:pt>
                <c:pt idx="2388">
                  <c:v>44758</c:v>
                </c:pt>
                <c:pt idx="2389">
                  <c:v>44759</c:v>
                </c:pt>
                <c:pt idx="2390">
                  <c:v>44760</c:v>
                </c:pt>
                <c:pt idx="2391">
                  <c:v>44761</c:v>
                </c:pt>
                <c:pt idx="2392">
                  <c:v>44762</c:v>
                </c:pt>
                <c:pt idx="2393">
                  <c:v>44763</c:v>
                </c:pt>
                <c:pt idx="2394">
                  <c:v>44764</c:v>
                </c:pt>
                <c:pt idx="2395">
                  <c:v>44765</c:v>
                </c:pt>
                <c:pt idx="2396">
                  <c:v>44766</c:v>
                </c:pt>
                <c:pt idx="2397">
                  <c:v>44767</c:v>
                </c:pt>
                <c:pt idx="2398">
                  <c:v>44768</c:v>
                </c:pt>
                <c:pt idx="2399">
                  <c:v>44769</c:v>
                </c:pt>
                <c:pt idx="2400">
                  <c:v>44770</c:v>
                </c:pt>
                <c:pt idx="2401">
                  <c:v>44771</c:v>
                </c:pt>
                <c:pt idx="2402">
                  <c:v>44772</c:v>
                </c:pt>
                <c:pt idx="2403">
                  <c:v>44773</c:v>
                </c:pt>
                <c:pt idx="2404">
                  <c:v>44774</c:v>
                </c:pt>
                <c:pt idx="2405">
                  <c:v>44775</c:v>
                </c:pt>
                <c:pt idx="2406">
                  <c:v>44776</c:v>
                </c:pt>
                <c:pt idx="2407">
                  <c:v>44777</c:v>
                </c:pt>
                <c:pt idx="2408">
                  <c:v>44778</c:v>
                </c:pt>
                <c:pt idx="2409">
                  <c:v>44779</c:v>
                </c:pt>
                <c:pt idx="2410">
                  <c:v>44780</c:v>
                </c:pt>
                <c:pt idx="2411">
                  <c:v>44781</c:v>
                </c:pt>
                <c:pt idx="2412">
                  <c:v>44782</c:v>
                </c:pt>
                <c:pt idx="2413">
                  <c:v>44783</c:v>
                </c:pt>
                <c:pt idx="2414">
                  <c:v>44784</c:v>
                </c:pt>
                <c:pt idx="2415">
                  <c:v>44785</c:v>
                </c:pt>
                <c:pt idx="2416">
                  <c:v>44786</c:v>
                </c:pt>
                <c:pt idx="2417">
                  <c:v>44787</c:v>
                </c:pt>
                <c:pt idx="2418">
                  <c:v>44788</c:v>
                </c:pt>
                <c:pt idx="2419">
                  <c:v>44789</c:v>
                </c:pt>
                <c:pt idx="2420">
                  <c:v>44790</c:v>
                </c:pt>
                <c:pt idx="2421">
                  <c:v>44791</c:v>
                </c:pt>
                <c:pt idx="2422">
                  <c:v>44792</c:v>
                </c:pt>
                <c:pt idx="2423">
                  <c:v>44793</c:v>
                </c:pt>
                <c:pt idx="2424">
                  <c:v>44794</c:v>
                </c:pt>
                <c:pt idx="2425">
                  <c:v>44795</c:v>
                </c:pt>
                <c:pt idx="2426">
                  <c:v>44796</c:v>
                </c:pt>
                <c:pt idx="2427">
                  <c:v>44797</c:v>
                </c:pt>
                <c:pt idx="2428">
                  <c:v>44798</c:v>
                </c:pt>
                <c:pt idx="2429">
                  <c:v>44799</c:v>
                </c:pt>
                <c:pt idx="2430">
                  <c:v>44800</c:v>
                </c:pt>
                <c:pt idx="2431">
                  <c:v>44801</c:v>
                </c:pt>
                <c:pt idx="2432">
                  <c:v>44802</c:v>
                </c:pt>
                <c:pt idx="2433">
                  <c:v>44803</c:v>
                </c:pt>
                <c:pt idx="2434">
                  <c:v>44804</c:v>
                </c:pt>
                <c:pt idx="2435">
                  <c:v>44805</c:v>
                </c:pt>
                <c:pt idx="2436">
                  <c:v>44806</c:v>
                </c:pt>
                <c:pt idx="2437">
                  <c:v>44807</c:v>
                </c:pt>
                <c:pt idx="2438">
                  <c:v>44808</c:v>
                </c:pt>
                <c:pt idx="2439">
                  <c:v>44809</c:v>
                </c:pt>
                <c:pt idx="2440">
                  <c:v>44810</c:v>
                </c:pt>
                <c:pt idx="2441">
                  <c:v>44811</c:v>
                </c:pt>
                <c:pt idx="2442">
                  <c:v>44812</c:v>
                </c:pt>
                <c:pt idx="2443">
                  <c:v>44813</c:v>
                </c:pt>
                <c:pt idx="2444">
                  <c:v>44814</c:v>
                </c:pt>
                <c:pt idx="2445">
                  <c:v>44815</c:v>
                </c:pt>
                <c:pt idx="2446">
                  <c:v>44816</c:v>
                </c:pt>
                <c:pt idx="2447">
                  <c:v>44817</c:v>
                </c:pt>
                <c:pt idx="2448">
                  <c:v>44818</c:v>
                </c:pt>
                <c:pt idx="2449">
                  <c:v>44819</c:v>
                </c:pt>
                <c:pt idx="2450">
                  <c:v>44820</c:v>
                </c:pt>
                <c:pt idx="2451">
                  <c:v>44821</c:v>
                </c:pt>
                <c:pt idx="2452">
                  <c:v>44822</c:v>
                </c:pt>
                <c:pt idx="2453">
                  <c:v>44823</c:v>
                </c:pt>
                <c:pt idx="2454">
                  <c:v>44824</c:v>
                </c:pt>
                <c:pt idx="2455">
                  <c:v>44825</c:v>
                </c:pt>
                <c:pt idx="2456">
                  <c:v>44826</c:v>
                </c:pt>
                <c:pt idx="2457">
                  <c:v>44827</c:v>
                </c:pt>
                <c:pt idx="2458">
                  <c:v>44828</c:v>
                </c:pt>
                <c:pt idx="2459">
                  <c:v>44829</c:v>
                </c:pt>
                <c:pt idx="2460">
                  <c:v>44830</c:v>
                </c:pt>
                <c:pt idx="2461">
                  <c:v>44831</c:v>
                </c:pt>
                <c:pt idx="2462">
                  <c:v>44832</c:v>
                </c:pt>
                <c:pt idx="2463">
                  <c:v>44833</c:v>
                </c:pt>
                <c:pt idx="2464">
                  <c:v>44834</c:v>
                </c:pt>
                <c:pt idx="2465">
                  <c:v>44835</c:v>
                </c:pt>
                <c:pt idx="2466">
                  <c:v>44836</c:v>
                </c:pt>
                <c:pt idx="2467">
                  <c:v>44837</c:v>
                </c:pt>
                <c:pt idx="2468">
                  <c:v>44838</c:v>
                </c:pt>
                <c:pt idx="2469">
                  <c:v>44839</c:v>
                </c:pt>
                <c:pt idx="2470">
                  <c:v>44840</c:v>
                </c:pt>
                <c:pt idx="2471">
                  <c:v>44841</c:v>
                </c:pt>
                <c:pt idx="2472">
                  <c:v>44842</c:v>
                </c:pt>
                <c:pt idx="2473">
                  <c:v>44843</c:v>
                </c:pt>
                <c:pt idx="2474">
                  <c:v>44844</c:v>
                </c:pt>
                <c:pt idx="2475">
                  <c:v>44845</c:v>
                </c:pt>
                <c:pt idx="2476">
                  <c:v>44846</c:v>
                </c:pt>
                <c:pt idx="2477">
                  <c:v>44847</c:v>
                </c:pt>
                <c:pt idx="2478">
                  <c:v>44848</c:v>
                </c:pt>
                <c:pt idx="2479">
                  <c:v>44849</c:v>
                </c:pt>
                <c:pt idx="2480">
                  <c:v>44850</c:v>
                </c:pt>
                <c:pt idx="2481">
                  <c:v>44851</c:v>
                </c:pt>
                <c:pt idx="2482">
                  <c:v>44852</c:v>
                </c:pt>
                <c:pt idx="2483">
                  <c:v>44853</c:v>
                </c:pt>
                <c:pt idx="2484">
                  <c:v>44854</c:v>
                </c:pt>
                <c:pt idx="2485">
                  <c:v>44855</c:v>
                </c:pt>
                <c:pt idx="2486">
                  <c:v>44856</c:v>
                </c:pt>
                <c:pt idx="2487">
                  <c:v>44857</c:v>
                </c:pt>
                <c:pt idx="2488">
                  <c:v>44858</c:v>
                </c:pt>
                <c:pt idx="2489">
                  <c:v>44859</c:v>
                </c:pt>
                <c:pt idx="2490">
                  <c:v>44860</c:v>
                </c:pt>
                <c:pt idx="2491">
                  <c:v>44861</c:v>
                </c:pt>
                <c:pt idx="2492">
                  <c:v>44862</c:v>
                </c:pt>
                <c:pt idx="2493">
                  <c:v>44863</c:v>
                </c:pt>
                <c:pt idx="2494">
                  <c:v>44864</c:v>
                </c:pt>
                <c:pt idx="2495">
                  <c:v>44865</c:v>
                </c:pt>
                <c:pt idx="2496">
                  <c:v>44866</c:v>
                </c:pt>
                <c:pt idx="2497">
                  <c:v>44867</c:v>
                </c:pt>
                <c:pt idx="2498">
                  <c:v>44868</c:v>
                </c:pt>
                <c:pt idx="2499">
                  <c:v>44869</c:v>
                </c:pt>
                <c:pt idx="2500">
                  <c:v>44870</c:v>
                </c:pt>
                <c:pt idx="2501">
                  <c:v>44871</c:v>
                </c:pt>
                <c:pt idx="2502">
                  <c:v>44872</c:v>
                </c:pt>
                <c:pt idx="2503">
                  <c:v>44873</c:v>
                </c:pt>
                <c:pt idx="2504">
                  <c:v>44874</c:v>
                </c:pt>
                <c:pt idx="2505">
                  <c:v>44875</c:v>
                </c:pt>
                <c:pt idx="2506">
                  <c:v>44876</c:v>
                </c:pt>
                <c:pt idx="2507">
                  <c:v>44877</c:v>
                </c:pt>
                <c:pt idx="2508">
                  <c:v>44878</c:v>
                </c:pt>
                <c:pt idx="2509">
                  <c:v>44879</c:v>
                </c:pt>
                <c:pt idx="2510">
                  <c:v>44880</c:v>
                </c:pt>
                <c:pt idx="2511">
                  <c:v>44881</c:v>
                </c:pt>
                <c:pt idx="2512">
                  <c:v>44882</c:v>
                </c:pt>
                <c:pt idx="2513">
                  <c:v>44883</c:v>
                </c:pt>
                <c:pt idx="2514">
                  <c:v>44884</c:v>
                </c:pt>
                <c:pt idx="2515">
                  <c:v>44885</c:v>
                </c:pt>
                <c:pt idx="2516">
                  <c:v>44886</c:v>
                </c:pt>
                <c:pt idx="2517">
                  <c:v>44887</c:v>
                </c:pt>
                <c:pt idx="2518">
                  <c:v>44888</c:v>
                </c:pt>
                <c:pt idx="2519">
                  <c:v>44889</c:v>
                </c:pt>
                <c:pt idx="2520">
                  <c:v>44890</c:v>
                </c:pt>
                <c:pt idx="2521">
                  <c:v>44891</c:v>
                </c:pt>
                <c:pt idx="2522">
                  <c:v>44892</c:v>
                </c:pt>
                <c:pt idx="2523">
                  <c:v>44893</c:v>
                </c:pt>
                <c:pt idx="2524">
                  <c:v>44894</c:v>
                </c:pt>
                <c:pt idx="2525">
                  <c:v>44895</c:v>
                </c:pt>
                <c:pt idx="2526">
                  <c:v>44896</c:v>
                </c:pt>
                <c:pt idx="2527">
                  <c:v>44897</c:v>
                </c:pt>
                <c:pt idx="2528">
                  <c:v>44898</c:v>
                </c:pt>
                <c:pt idx="2529">
                  <c:v>44899</c:v>
                </c:pt>
                <c:pt idx="2530">
                  <c:v>44900</c:v>
                </c:pt>
                <c:pt idx="2531">
                  <c:v>44901</c:v>
                </c:pt>
                <c:pt idx="2532">
                  <c:v>44902</c:v>
                </c:pt>
                <c:pt idx="2533">
                  <c:v>44903</c:v>
                </c:pt>
                <c:pt idx="2534">
                  <c:v>44904</c:v>
                </c:pt>
                <c:pt idx="2535">
                  <c:v>44905</c:v>
                </c:pt>
                <c:pt idx="2536">
                  <c:v>44906</c:v>
                </c:pt>
                <c:pt idx="2537">
                  <c:v>44907</c:v>
                </c:pt>
                <c:pt idx="2538">
                  <c:v>44908</c:v>
                </c:pt>
                <c:pt idx="2539">
                  <c:v>44909</c:v>
                </c:pt>
                <c:pt idx="2540">
                  <c:v>44910</c:v>
                </c:pt>
                <c:pt idx="2541">
                  <c:v>44911</c:v>
                </c:pt>
                <c:pt idx="2542">
                  <c:v>44912</c:v>
                </c:pt>
                <c:pt idx="2543">
                  <c:v>44913</c:v>
                </c:pt>
                <c:pt idx="2544">
                  <c:v>44914</c:v>
                </c:pt>
                <c:pt idx="2545">
                  <c:v>44915</c:v>
                </c:pt>
                <c:pt idx="2546">
                  <c:v>44916</c:v>
                </c:pt>
                <c:pt idx="2547">
                  <c:v>44917</c:v>
                </c:pt>
                <c:pt idx="2548">
                  <c:v>44918</c:v>
                </c:pt>
                <c:pt idx="2549">
                  <c:v>44919</c:v>
                </c:pt>
                <c:pt idx="2550">
                  <c:v>44920</c:v>
                </c:pt>
                <c:pt idx="2551">
                  <c:v>44921</c:v>
                </c:pt>
                <c:pt idx="2552">
                  <c:v>44922</c:v>
                </c:pt>
                <c:pt idx="2553">
                  <c:v>44923</c:v>
                </c:pt>
                <c:pt idx="2554">
                  <c:v>44924</c:v>
                </c:pt>
                <c:pt idx="2555">
                  <c:v>44925</c:v>
                </c:pt>
                <c:pt idx="2556">
                  <c:v>44926</c:v>
                </c:pt>
                <c:pt idx="2557">
                  <c:v>44927</c:v>
                </c:pt>
                <c:pt idx="2558">
                  <c:v>44928</c:v>
                </c:pt>
                <c:pt idx="2559">
                  <c:v>44929</c:v>
                </c:pt>
                <c:pt idx="2560">
                  <c:v>44930</c:v>
                </c:pt>
                <c:pt idx="2561">
                  <c:v>44931</c:v>
                </c:pt>
                <c:pt idx="2562">
                  <c:v>44932</c:v>
                </c:pt>
                <c:pt idx="2563">
                  <c:v>44933</c:v>
                </c:pt>
                <c:pt idx="2564">
                  <c:v>44934</c:v>
                </c:pt>
                <c:pt idx="2565">
                  <c:v>44935</c:v>
                </c:pt>
                <c:pt idx="2566">
                  <c:v>44936</c:v>
                </c:pt>
                <c:pt idx="2567">
                  <c:v>44937</c:v>
                </c:pt>
                <c:pt idx="2568">
                  <c:v>44938</c:v>
                </c:pt>
                <c:pt idx="2569">
                  <c:v>44939</c:v>
                </c:pt>
                <c:pt idx="2570">
                  <c:v>44940</c:v>
                </c:pt>
                <c:pt idx="2571">
                  <c:v>44941</c:v>
                </c:pt>
                <c:pt idx="2572">
                  <c:v>44942</c:v>
                </c:pt>
                <c:pt idx="2573">
                  <c:v>44943</c:v>
                </c:pt>
                <c:pt idx="2574">
                  <c:v>44944</c:v>
                </c:pt>
                <c:pt idx="2575">
                  <c:v>44945</c:v>
                </c:pt>
                <c:pt idx="2576">
                  <c:v>44946</c:v>
                </c:pt>
                <c:pt idx="2577">
                  <c:v>44947</c:v>
                </c:pt>
                <c:pt idx="2578">
                  <c:v>44948</c:v>
                </c:pt>
                <c:pt idx="2579">
                  <c:v>44949</c:v>
                </c:pt>
                <c:pt idx="2580">
                  <c:v>44950</c:v>
                </c:pt>
                <c:pt idx="2581">
                  <c:v>44951</c:v>
                </c:pt>
                <c:pt idx="2582">
                  <c:v>44952</c:v>
                </c:pt>
                <c:pt idx="2583">
                  <c:v>44953</c:v>
                </c:pt>
                <c:pt idx="2584">
                  <c:v>44954</c:v>
                </c:pt>
                <c:pt idx="2585">
                  <c:v>44955</c:v>
                </c:pt>
                <c:pt idx="2586">
                  <c:v>44956</c:v>
                </c:pt>
                <c:pt idx="2587">
                  <c:v>44957</c:v>
                </c:pt>
                <c:pt idx="2588">
                  <c:v>44958</c:v>
                </c:pt>
                <c:pt idx="2589">
                  <c:v>44959</c:v>
                </c:pt>
                <c:pt idx="2590">
                  <c:v>44960</c:v>
                </c:pt>
                <c:pt idx="2591">
                  <c:v>44961</c:v>
                </c:pt>
                <c:pt idx="2592">
                  <c:v>44962</c:v>
                </c:pt>
                <c:pt idx="2593">
                  <c:v>44963</c:v>
                </c:pt>
                <c:pt idx="2594">
                  <c:v>44964</c:v>
                </c:pt>
                <c:pt idx="2595">
                  <c:v>44965</c:v>
                </c:pt>
                <c:pt idx="2596">
                  <c:v>44966</c:v>
                </c:pt>
                <c:pt idx="2597">
                  <c:v>44967</c:v>
                </c:pt>
                <c:pt idx="2598">
                  <c:v>44968</c:v>
                </c:pt>
                <c:pt idx="2599">
                  <c:v>44969</c:v>
                </c:pt>
                <c:pt idx="2600">
                  <c:v>44970</c:v>
                </c:pt>
                <c:pt idx="2601">
                  <c:v>44971</c:v>
                </c:pt>
                <c:pt idx="2602">
                  <c:v>44972</c:v>
                </c:pt>
                <c:pt idx="2603">
                  <c:v>44973</c:v>
                </c:pt>
                <c:pt idx="2604">
                  <c:v>44974</c:v>
                </c:pt>
                <c:pt idx="2605">
                  <c:v>44975</c:v>
                </c:pt>
                <c:pt idx="2606">
                  <c:v>44976</c:v>
                </c:pt>
                <c:pt idx="2607">
                  <c:v>44977</c:v>
                </c:pt>
                <c:pt idx="2608">
                  <c:v>44978</c:v>
                </c:pt>
                <c:pt idx="2609">
                  <c:v>44979</c:v>
                </c:pt>
                <c:pt idx="2610">
                  <c:v>44980</c:v>
                </c:pt>
                <c:pt idx="2611">
                  <c:v>44981</c:v>
                </c:pt>
                <c:pt idx="2612">
                  <c:v>44982</c:v>
                </c:pt>
                <c:pt idx="2613">
                  <c:v>44983</c:v>
                </c:pt>
                <c:pt idx="2614">
                  <c:v>44984</c:v>
                </c:pt>
                <c:pt idx="2615">
                  <c:v>44985</c:v>
                </c:pt>
                <c:pt idx="2616">
                  <c:v>44986</c:v>
                </c:pt>
                <c:pt idx="2617">
                  <c:v>44987</c:v>
                </c:pt>
                <c:pt idx="2618">
                  <c:v>44988</c:v>
                </c:pt>
                <c:pt idx="2619">
                  <c:v>44989</c:v>
                </c:pt>
                <c:pt idx="2620">
                  <c:v>44990</c:v>
                </c:pt>
                <c:pt idx="2621">
                  <c:v>44991</c:v>
                </c:pt>
                <c:pt idx="2622">
                  <c:v>44992</c:v>
                </c:pt>
                <c:pt idx="2623">
                  <c:v>44993</c:v>
                </c:pt>
                <c:pt idx="2624">
                  <c:v>44994</c:v>
                </c:pt>
                <c:pt idx="2625">
                  <c:v>44995</c:v>
                </c:pt>
                <c:pt idx="2626">
                  <c:v>44996</c:v>
                </c:pt>
                <c:pt idx="2627">
                  <c:v>44997</c:v>
                </c:pt>
                <c:pt idx="2628">
                  <c:v>44998</c:v>
                </c:pt>
                <c:pt idx="2629">
                  <c:v>44999</c:v>
                </c:pt>
                <c:pt idx="2630">
                  <c:v>45000</c:v>
                </c:pt>
                <c:pt idx="2631">
                  <c:v>45001</c:v>
                </c:pt>
                <c:pt idx="2632">
                  <c:v>45002</c:v>
                </c:pt>
                <c:pt idx="2633">
                  <c:v>45003</c:v>
                </c:pt>
                <c:pt idx="2634">
                  <c:v>45004</c:v>
                </c:pt>
                <c:pt idx="2635">
                  <c:v>45005</c:v>
                </c:pt>
                <c:pt idx="2636">
                  <c:v>45006</c:v>
                </c:pt>
                <c:pt idx="2637">
                  <c:v>45007</c:v>
                </c:pt>
                <c:pt idx="2638">
                  <c:v>45008</c:v>
                </c:pt>
                <c:pt idx="2639">
                  <c:v>45009</c:v>
                </c:pt>
                <c:pt idx="2640">
                  <c:v>45010</c:v>
                </c:pt>
                <c:pt idx="2641">
                  <c:v>45011</c:v>
                </c:pt>
                <c:pt idx="2642">
                  <c:v>45012</c:v>
                </c:pt>
                <c:pt idx="2643">
                  <c:v>45013</c:v>
                </c:pt>
                <c:pt idx="2644">
                  <c:v>45014</c:v>
                </c:pt>
                <c:pt idx="2645">
                  <c:v>45015</c:v>
                </c:pt>
                <c:pt idx="2646">
                  <c:v>45016</c:v>
                </c:pt>
                <c:pt idx="2647">
                  <c:v>45017</c:v>
                </c:pt>
                <c:pt idx="2648">
                  <c:v>45018</c:v>
                </c:pt>
                <c:pt idx="2649">
                  <c:v>45019</c:v>
                </c:pt>
                <c:pt idx="2650">
                  <c:v>45020</c:v>
                </c:pt>
                <c:pt idx="2651">
                  <c:v>45021</c:v>
                </c:pt>
                <c:pt idx="2652">
                  <c:v>45022</c:v>
                </c:pt>
                <c:pt idx="2653">
                  <c:v>45023</c:v>
                </c:pt>
                <c:pt idx="2654">
                  <c:v>45024</c:v>
                </c:pt>
                <c:pt idx="2655">
                  <c:v>45025</c:v>
                </c:pt>
                <c:pt idx="2656">
                  <c:v>45026</c:v>
                </c:pt>
                <c:pt idx="2657">
                  <c:v>45027</c:v>
                </c:pt>
                <c:pt idx="2658">
                  <c:v>45028</c:v>
                </c:pt>
                <c:pt idx="2659">
                  <c:v>45029</c:v>
                </c:pt>
                <c:pt idx="2660">
                  <c:v>45030</c:v>
                </c:pt>
                <c:pt idx="2661">
                  <c:v>45031</c:v>
                </c:pt>
                <c:pt idx="2662">
                  <c:v>45032</c:v>
                </c:pt>
                <c:pt idx="2663">
                  <c:v>45033</c:v>
                </c:pt>
                <c:pt idx="2664">
                  <c:v>45034</c:v>
                </c:pt>
                <c:pt idx="2665">
                  <c:v>45035</c:v>
                </c:pt>
                <c:pt idx="2666">
                  <c:v>45036</c:v>
                </c:pt>
                <c:pt idx="2667">
                  <c:v>45037</c:v>
                </c:pt>
                <c:pt idx="2668">
                  <c:v>45038</c:v>
                </c:pt>
                <c:pt idx="2669">
                  <c:v>45039</c:v>
                </c:pt>
                <c:pt idx="2670">
                  <c:v>45040</c:v>
                </c:pt>
                <c:pt idx="2671">
                  <c:v>45041</c:v>
                </c:pt>
                <c:pt idx="2672">
                  <c:v>45042</c:v>
                </c:pt>
                <c:pt idx="2673">
                  <c:v>45043</c:v>
                </c:pt>
                <c:pt idx="2674">
                  <c:v>45044</c:v>
                </c:pt>
                <c:pt idx="2675">
                  <c:v>45045</c:v>
                </c:pt>
                <c:pt idx="2676">
                  <c:v>45046</c:v>
                </c:pt>
                <c:pt idx="2677">
                  <c:v>45047</c:v>
                </c:pt>
                <c:pt idx="2678">
                  <c:v>45048</c:v>
                </c:pt>
                <c:pt idx="2679">
                  <c:v>45049</c:v>
                </c:pt>
                <c:pt idx="2680">
                  <c:v>45050</c:v>
                </c:pt>
                <c:pt idx="2681">
                  <c:v>45051</c:v>
                </c:pt>
                <c:pt idx="2682">
                  <c:v>45052</c:v>
                </c:pt>
                <c:pt idx="2683">
                  <c:v>45053</c:v>
                </c:pt>
                <c:pt idx="2684">
                  <c:v>45054</c:v>
                </c:pt>
                <c:pt idx="2685">
                  <c:v>45055</c:v>
                </c:pt>
                <c:pt idx="2686">
                  <c:v>45056</c:v>
                </c:pt>
                <c:pt idx="2687">
                  <c:v>45057</c:v>
                </c:pt>
                <c:pt idx="2688">
                  <c:v>45058</c:v>
                </c:pt>
                <c:pt idx="2689">
                  <c:v>45059</c:v>
                </c:pt>
                <c:pt idx="2690">
                  <c:v>45060</c:v>
                </c:pt>
                <c:pt idx="2691">
                  <c:v>45061</c:v>
                </c:pt>
                <c:pt idx="2692">
                  <c:v>45062</c:v>
                </c:pt>
                <c:pt idx="2693">
                  <c:v>45063</c:v>
                </c:pt>
                <c:pt idx="2694">
                  <c:v>45064</c:v>
                </c:pt>
                <c:pt idx="2695">
                  <c:v>45065</c:v>
                </c:pt>
                <c:pt idx="2696">
                  <c:v>45066</c:v>
                </c:pt>
                <c:pt idx="2697">
                  <c:v>45067</c:v>
                </c:pt>
                <c:pt idx="2698">
                  <c:v>45068</c:v>
                </c:pt>
                <c:pt idx="2699">
                  <c:v>45069</c:v>
                </c:pt>
                <c:pt idx="2700">
                  <c:v>45070</c:v>
                </c:pt>
                <c:pt idx="2701">
                  <c:v>45071</c:v>
                </c:pt>
                <c:pt idx="2702">
                  <c:v>45072</c:v>
                </c:pt>
                <c:pt idx="2703">
                  <c:v>45073</c:v>
                </c:pt>
                <c:pt idx="2704">
                  <c:v>45074</c:v>
                </c:pt>
                <c:pt idx="2705">
                  <c:v>45075</c:v>
                </c:pt>
                <c:pt idx="2706">
                  <c:v>45076</c:v>
                </c:pt>
                <c:pt idx="2707">
                  <c:v>45077</c:v>
                </c:pt>
                <c:pt idx="2708">
                  <c:v>45078</c:v>
                </c:pt>
                <c:pt idx="2709">
                  <c:v>45079</c:v>
                </c:pt>
                <c:pt idx="2710">
                  <c:v>45080</c:v>
                </c:pt>
                <c:pt idx="2711">
                  <c:v>45081</c:v>
                </c:pt>
                <c:pt idx="2712">
                  <c:v>45082</c:v>
                </c:pt>
                <c:pt idx="2713">
                  <c:v>45083</c:v>
                </c:pt>
                <c:pt idx="2714">
                  <c:v>45084</c:v>
                </c:pt>
                <c:pt idx="2715">
                  <c:v>45085</c:v>
                </c:pt>
                <c:pt idx="2716">
                  <c:v>45086</c:v>
                </c:pt>
                <c:pt idx="2717">
                  <c:v>45087</c:v>
                </c:pt>
                <c:pt idx="2718">
                  <c:v>45088</c:v>
                </c:pt>
                <c:pt idx="2719">
                  <c:v>45089</c:v>
                </c:pt>
                <c:pt idx="2720">
                  <c:v>45090</c:v>
                </c:pt>
                <c:pt idx="2721">
                  <c:v>45091</c:v>
                </c:pt>
                <c:pt idx="2722">
                  <c:v>45092</c:v>
                </c:pt>
                <c:pt idx="2723">
                  <c:v>45093</c:v>
                </c:pt>
                <c:pt idx="2724">
                  <c:v>45094</c:v>
                </c:pt>
                <c:pt idx="2725">
                  <c:v>45095</c:v>
                </c:pt>
                <c:pt idx="2726">
                  <c:v>45096</c:v>
                </c:pt>
                <c:pt idx="2727">
                  <c:v>45097</c:v>
                </c:pt>
                <c:pt idx="2728">
                  <c:v>45098</c:v>
                </c:pt>
                <c:pt idx="2729">
                  <c:v>45099</c:v>
                </c:pt>
                <c:pt idx="2730">
                  <c:v>45100</c:v>
                </c:pt>
                <c:pt idx="2731">
                  <c:v>45101</c:v>
                </c:pt>
                <c:pt idx="2732">
                  <c:v>45102</c:v>
                </c:pt>
                <c:pt idx="2733">
                  <c:v>45103</c:v>
                </c:pt>
                <c:pt idx="2734">
                  <c:v>45104</c:v>
                </c:pt>
                <c:pt idx="2735">
                  <c:v>45105</c:v>
                </c:pt>
                <c:pt idx="2736">
                  <c:v>45106</c:v>
                </c:pt>
                <c:pt idx="2737">
                  <c:v>45107</c:v>
                </c:pt>
                <c:pt idx="2738">
                  <c:v>45108</c:v>
                </c:pt>
                <c:pt idx="2739">
                  <c:v>45109</c:v>
                </c:pt>
                <c:pt idx="2740">
                  <c:v>45110</c:v>
                </c:pt>
                <c:pt idx="2741">
                  <c:v>45111</c:v>
                </c:pt>
                <c:pt idx="2742">
                  <c:v>45112</c:v>
                </c:pt>
                <c:pt idx="2743">
                  <c:v>45113</c:v>
                </c:pt>
                <c:pt idx="2744">
                  <c:v>45114</c:v>
                </c:pt>
                <c:pt idx="2745">
                  <c:v>45115</c:v>
                </c:pt>
                <c:pt idx="2746">
                  <c:v>45116</c:v>
                </c:pt>
                <c:pt idx="2747">
                  <c:v>45117</c:v>
                </c:pt>
                <c:pt idx="2748">
                  <c:v>45118</c:v>
                </c:pt>
                <c:pt idx="2749">
                  <c:v>45119</c:v>
                </c:pt>
                <c:pt idx="2750">
                  <c:v>45120</c:v>
                </c:pt>
                <c:pt idx="2751">
                  <c:v>45121</c:v>
                </c:pt>
                <c:pt idx="2752">
                  <c:v>45122</c:v>
                </c:pt>
                <c:pt idx="2753">
                  <c:v>45123</c:v>
                </c:pt>
                <c:pt idx="2754">
                  <c:v>45124</c:v>
                </c:pt>
                <c:pt idx="2755">
                  <c:v>45125</c:v>
                </c:pt>
                <c:pt idx="2756">
                  <c:v>45126</c:v>
                </c:pt>
                <c:pt idx="2757">
                  <c:v>45127</c:v>
                </c:pt>
                <c:pt idx="2758">
                  <c:v>45128</c:v>
                </c:pt>
                <c:pt idx="2759">
                  <c:v>45129</c:v>
                </c:pt>
                <c:pt idx="2760">
                  <c:v>45130</c:v>
                </c:pt>
                <c:pt idx="2761">
                  <c:v>45131</c:v>
                </c:pt>
                <c:pt idx="2762">
                  <c:v>45132</c:v>
                </c:pt>
                <c:pt idx="2763">
                  <c:v>45133</c:v>
                </c:pt>
                <c:pt idx="2764">
                  <c:v>45134</c:v>
                </c:pt>
                <c:pt idx="2765">
                  <c:v>45135</c:v>
                </c:pt>
                <c:pt idx="2766">
                  <c:v>45136</c:v>
                </c:pt>
                <c:pt idx="2767">
                  <c:v>45137</c:v>
                </c:pt>
                <c:pt idx="2768">
                  <c:v>45138</c:v>
                </c:pt>
                <c:pt idx="2769">
                  <c:v>45139</c:v>
                </c:pt>
                <c:pt idx="2770">
                  <c:v>45140</c:v>
                </c:pt>
                <c:pt idx="2771">
                  <c:v>45141</c:v>
                </c:pt>
                <c:pt idx="2772">
                  <c:v>45142</c:v>
                </c:pt>
                <c:pt idx="2773">
                  <c:v>45143</c:v>
                </c:pt>
                <c:pt idx="2774">
                  <c:v>45144</c:v>
                </c:pt>
                <c:pt idx="2775">
                  <c:v>45145</c:v>
                </c:pt>
                <c:pt idx="2776">
                  <c:v>45146</c:v>
                </c:pt>
                <c:pt idx="2777">
                  <c:v>45147</c:v>
                </c:pt>
                <c:pt idx="2778">
                  <c:v>45148</c:v>
                </c:pt>
                <c:pt idx="2779">
                  <c:v>45149</c:v>
                </c:pt>
                <c:pt idx="2780">
                  <c:v>45150</c:v>
                </c:pt>
                <c:pt idx="2781">
                  <c:v>45151</c:v>
                </c:pt>
                <c:pt idx="2782">
                  <c:v>45152</c:v>
                </c:pt>
                <c:pt idx="2783">
                  <c:v>45153</c:v>
                </c:pt>
                <c:pt idx="2784">
                  <c:v>45154</c:v>
                </c:pt>
                <c:pt idx="2785">
                  <c:v>45155</c:v>
                </c:pt>
                <c:pt idx="2786">
                  <c:v>45156</c:v>
                </c:pt>
                <c:pt idx="2787">
                  <c:v>45157</c:v>
                </c:pt>
                <c:pt idx="2788">
                  <c:v>45158</c:v>
                </c:pt>
                <c:pt idx="2789">
                  <c:v>45159</c:v>
                </c:pt>
                <c:pt idx="2790">
                  <c:v>45160</c:v>
                </c:pt>
                <c:pt idx="2791">
                  <c:v>45161</c:v>
                </c:pt>
                <c:pt idx="2792">
                  <c:v>45162</c:v>
                </c:pt>
                <c:pt idx="2793">
                  <c:v>45163</c:v>
                </c:pt>
                <c:pt idx="2794">
                  <c:v>45164</c:v>
                </c:pt>
                <c:pt idx="2795">
                  <c:v>45165</c:v>
                </c:pt>
                <c:pt idx="2796">
                  <c:v>45166</c:v>
                </c:pt>
                <c:pt idx="2797">
                  <c:v>45167</c:v>
                </c:pt>
                <c:pt idx="2798">
                  <c:v>45168</c:v>
                </c:pt>
                <c:pt idx="2799">
                  <c:v>45169</c:v>
                </c:pt>
                <c:pt idx="2800">
                  <c:v>45170</c:v>
                </c:pt>
                <c:pt idx="2801">
                  <c:v>45171</c:v>
                </c:pt>
                <c:pt idx="2802">
                  <c:v>45172</c:v>
                </c:pt>
                <c:pt idx="2803">
                  <c:v>45173</c:v>
                </c:pt>
                <c:pt idx="2804">
                  <c:v>45174</c:v>
                </c:pt>
                <c:pt idx="2805">
                  <c:v>45175</c:v>
                </c:pt>
                <c:pt idx="2806">
                  <c:v>45176</c:v>
                </c:pt>
                <c:pt idx="2807">
                  <c:v>45177</c:v>
                </c:pt>
                <c:pt idx="2808">
                  <c:v>45178</c:v>
                </c:pt>
                <c:pt idx="2809">
                  <c:v>45179</c:v>
                </c:pt>
                <c:pt idx="2810">
                  <c:v>45180</c:v>
                </c:pt>
                <c:pt idx="2811">
                  <c:v>45181</c:v>
                </c:pt>
                <c:pt idx="2812">
                  <c:v>45182</c:v>
                </c:pt>
                <c:pt idx="2813">
                  <c:v>45183</c:v>
                </c:pt>
                <c:pt idx="2814">
                  <c:v>45184</c:v>
                </c:pt>
                <c:pt idx="2815">
                  <c:v>45185</c:v>
                </c:pt>
                <c:pt idx="2816">
                  <c:v>45186</c:v>
                </c:pt>
                <c:pt idx="2817">
                  <c:v>45187</c:v>
                </c:pt>
                <c:pt idx="2818">
                  <c:v>45188</c:v>
                </c:pt>
                <c:pt idx="2819">
                  <c:v>45189</c:v>
                </c:pt>
                <c:pt idx="2820">
                  <c:v>45190</c:v>
                </c:pt>
                <c:pt idx="2821">
                  <c:v>45191</c:v>
                </c:pt>
                <c:pt idx="2822">
                  <c:v>45192</c:v>
                </c:pt>
                <c:pt idx="2823">
                  <c:v>45193</c:v>
                </c:pt>
                <c:pt idx="2824">
                  <c:v>45194</c:v>
                </c:pt>
                <c:pt idx="2825">
                  <c:v>45195</c:v>
                </c:pt>
                <c:pt idx="2826">
                  <c:v>45196</c:v>
                </c:pt>
                <c:pt idx="2827">
                  <c:v>45197</c:v>
                </c:pt>
                <c:pt idx="2828">
                  <c:v>45198</c:v>
                </c:pt>
                <c:pt idx="2829">
                  <c:v>45199</c:v>
                </c:pt>
                <c:pt idx="2830">
                  <c:v>45200</c:v>
                </c:pt>
                <c:pt idx="2831">
                  <c:v>45201</c:v>
                </c:pt>
                <c:pt idx="2832">
                  <c:v>45202</c:v>
                </c:pt>
                <c:pt idx="2833">
                  <c:v>45203</c:v>
                </c:pt>
                <c:pt idx="2834">
                  <c:v>45204</c:v>
                </c:pt>
                <c:pt idx="2835">
                  <c:v>45205</c:v>
                </c:pt>
                <c:pt idx="2836">
                  <c:v>45206</c:v>
                </c:pt>
                <c:pt idx="2837">
                  <c:v>45207</c:v>
                </c:pt>
                <c:pt idx="2838">
                  <c:v>45208</c:v>
                </c:pt>
                <c:pt idx="2839">
                  <c:v>45209</c:v>
                </c:pt>
                <c:pt idx="2840">
                  <c:v>45210</c:v>
                </c:pt>
                <c:pt idx="2841">
                  <c:v>45211</c:v>
                </c:pt>
                <c:pt idx="2842">
                  <c:v>45212</c:v>
                </c:pt>
                <c:pt idx="2843">
                  <c:v>45213</c:v>
                </c:pt>
                <c:pt idx="2844">
                  <c:v>45214</c:v>
                </c:pt>
                <c:pt idx="2845">
                  <c:v>45215</c:v>
                </c:pt>
                <c:pt idx="2846">
                  <c:v>45216</c:v>
                </c:pt>
                <c:pt idx="2847">
                  <c:v>45217</c:v>
                </c:pt>
                <c:pt idx="2848">
                  <c:v>45218</c:v>
                </c:pt>
                <c:pt idx="2849">
                  <c:v>45219</c:v>
                </c:pt>
                <c:pt idx="2850">
                  <c:v>45220</c:v>
                </c:pt>
                <c:pt idx="2851">
                  <c:v>45221</c:v>
                </c:pt>
                <c:pt idx="2852">
                  <c:v>45222</c:v>
                </c:pt>
                <c:pt idx="2853">
                  <c:v>45223</c:v>
                </c:pt>
                <c:pt idx="2854">
                  <c:v>45224</c:v>
                </c:pt>
                <c:pt idx="2855">
                  <c:v>45225</c:v>
                </c:pt>
                <c:pt idx="2856">
                  <c:v>45226</c:v>
                </c:pt>
                <c:pt idx="2857">
                  <c:v>45227</c:v>
                </c:pt>
                <c:pt idx="2858">
                  <c:v>45228</c:v>
                </c:pt>
                <c:pt idx="2859">
                  <c:v>45229</c:v>
                </c:pt>
                <c:pt idx="2860">
                  <c:v>45230</c:v>
                </c:pt>
                <c:pt idx="2861">
                  <c:v>45231</c:v>
                </c:pt>
                <c:pt idx="2862">
                  <c:v>45232</c:v>
                </c:pt>
                <c:pt idx="2863">
                  <c:v>45233</c:v>
                </c:pt>
                <c:pt idx="2864">
                  <c:v>45234</c:v>
                </c:pt>
                <c:pt idx="2865">
                  <c:v>45235</c:v>
                </c:pt>
                <c:pt idx="2866">
                  <c:v>45236</c:v>
                </c:pt>
                <c:pt idx="2867">
                  <c:v>45237</c:v>
                </c:pt>
                <c:pt idx="2868">
                  <c:v>45238</c:v>
                </c:pt>
                <c:pt idx="2869">
                  <c:v>45239</c:v>
                </c:pt>
                <c:pt idx="2870">
                  <c:v>45240</c:v>
                </c:pt>
                <c:pt idx="2871">
                  <c:v>45241</c:v>
                </c:pt>
                <c:pt idx="2872">
                  <c:v>45242</c:v>
                </c:pt>
                <c:pt idx="2873">
                  <c:v>45243</c:v>
                </c:pt>
                <c:pt idx="2874">
                  <c:v>45244</c:v>
                </c:pt>
                <c:pt idx="2875">
                  <c:v>45245</c:v>
                </c:pt>
                <c:pt idx="2876">
                  <c:v>45246</c:v>
                </c:pt>
                <c:pt idx="2877">
                  <c:v>45247</c:v>
                </c:pt>
                <c:pt idx="2878">
                  <c:v>45248</c:v>
                </c:pt>
                <c:pt idx="2879">
                  <c:v>45249</c:v>
                </c:pt>
                <c:pt idx="2880">
                  <c:v>45250</c:v>
                </c:pt>
                <c:pt idx="2881">
                  <c:v>45251</c:v>
                </c:pt>
                <c:pt idx="2882">
                  <c:v>45252</c:v>
                </c:pt>
                <c:pt idx="2883">
                  <c:v>45253</c:v>
                </c:pt>
                <c:pt idx="2884">
                  <c:v>45254</c:v>
                </c:pt>
                <c:pt idx="2885">
                  <c:v>45255</c:v>
                </c:pt>
                <c:pt idx="2886">
                  <c:v>45256</c:v>
                </c:pt>
                <c:pt idx="2887">
                  <c:v>45257</c:v>
                </c:pt>
                <c:pt idx="2888">
                  <c:v>45258</c:v>
                </c:pt>
                <c:pt idx="2889">
                  <c:v>45259</c:v>
                </c:pt>
                <c:pt idx="2890">
                  <c:v>45260</c:v>
                </c:pt>
                <c:pt idx="2891">
                  <c:v>45261</c:v>
                </c:pt>
                <c:pt idx="2892">
                  <c:v>45262</c:v>
                </c:pt>
                <c:pt idx="2893">
                  <c:v>45263</c:v>
                </c:pt>
                <c:pt idx="2894">
                  <c:v>45264</c:v>
                </c:pt>
                <c:pt idx="2895">
                  <c:v>45265</c:v>
                </c:pt>
                <c:pt idx="2896">
                  <c:v>45266</c:v>
                </c:pt>
                <c:pt idx="2897">
                  <c:v>45267</c:v>
                </c:pt>
                <c:pt idx="2898">
                  <c:v>45268</c:v>
                </c:pt>
                <c:pt idx="2899">
                  <c:v>45269</c:v>
                </c:pt>
                <c:pt idx="2900">
                  <c:v>45270</c:v>
                </c:pt>
                <c:pt idx="2901">
                  <c:v>45271</c:v>
                </c:pt>
                <c:pt idx="2902">
                  <c:v>45272</c:v>
                </c:pt>
                <c:pt idx="2903">
                  <c:v>45273</c:v>
                </c:pt>
                <c:pt idx="2904">
                  <c:v>45274</c:v>
                </c:pt>
                <c:pt idx="2905">
                  <c:v>45275</c:v>
                </c:pt>
                <c:pt idx="2906">
                  <c:v>45276</c:v>
                </c:pt>
                <c:pt idx="2907">
                  <c:v>45277</c:v>
                </c:pt>
                <c:pt idx="2908">
                  <c:v>45278</c:v>
                </c:pt>
                <c:pt idx="2909">
                  <c:v>45279</c:v>
                </c:pt>
                <c:pt idx="2910">
                  <c:v>45280</c:v>
                </c:pt>
                <c:pt idx="2911">
                  <c:v>45281</c:v>
                </c:pt>
                <c:pt idx="2912">
                  <c:v>45282</c:v>
                </c:pt>
                <c:pt idx="2913">
                  <c:v>45283</c:v>
                </c:pt>
                <c:pt idx="2914">
                  <c:v>45284</c:v>
                </c:pt>
                <c:pt idx="2915">
                  <c:v>45285</c:v>
                </c:pt>
                <c:pt idx="2916">
                  <c:v>45286</c:v>
                </c:pt>
                <c:pt idx="2917">
                  <c:v>45287</c:v>
                </c:pt>
                <c:pt idx="2918">
                  <c:v>45288</c:v>
                </c:pt>
                <c:pt idx="2919">
                  <c:v>45289</c:v>
                </c:pt>
                <c:pt idx="2920">
                  <c:v>45290</c:v>
                </c:pt>
                <c:pt idx="2921">
                  <c:v>45291</c:v>
                </c:pt>
                <c:pt idx="2922">
                  <c:v>45292</c:v>
                </c:pt>
                <c:pt idx="2923">
                  <c:v>45293</c:v>
                </c:pt>
                <c:pt idx="2924">
                  <c:v>45294</c:v>
                </c:pt>
                <c:pt idx="2925">
                  <c:v>45295</c:v>
                </c:pt>
                <c:pt idx="2926">
                  <c:v>45296</c:v>
                </c:pt>
                <c:pt idx="2927">
                  <c:v>45297</c:v>
                </c:pt>
                <c:pt idx="2928">
                  <c:v>45298</c:v>
                </c:pt>
                <c:pt idx="2929">
                  <c:v>45299</c:v>
                </c:pt>
                <c:pt idx="2930">
                  <c:v>45300</c:v>
                </c:pt>
                <c:pt idx="2931">
                  <c:v>45301</c:v>
                </c:pt>
                <c:pt idx="2932">
                  <c:v>45302</c:v>
                </c:pt>
                <c:pt idx="2933">
                  <c:v>45303</c:v>
                </c:pt>
                <c:pt idx="2934">
                  <c:v>45304</c:v>
                </c:pt>
                <c:pt idx="2935">
                  <c:v>45305</c:v>
                </c:pt>
                <c:pt idx="2936">
                  <c:v>45306</c:v>
                </c:pt>
                <c:pt idx="2937">
                  <c:v>45307</c:v>
                </c:pt>
                <c:pt idx="2938">
                  <c:v>45308</c:v>
                </c:pt>
                <c:pt idx="2939">
                  <c:v>45309</c:v>
                </c:pt>
                <c:pt idx="2940">
                  <c:v>45310</c:v>
                </c:pt>
                <c:pt idx="2941">
                  <c:v>45311</c:v>
                </c:pt>
                <c:pt idx="2942">
                  <c:v>45312</c:v>
                </c:pt>
                <c:pt idx="2943">
                  <c:v>45313</c:v>
                </c:pt>
                <c:pt idx="2944">
                  <c:v>45314</c:v>
                </c:pt>
                <c:pt idx="2945">
                  <c:v>45315</c:v>
                </c:pt>
                <c:pt idx="2946">
                  <c:v>45316</c:v>
                </c:pt>
                <c:pt idx="2947">
                  <c:v>45317</c:v>
                </c:pt>
                <c:pt idx="2948">
                  <c:v>45318</c:v>
                </c:pt>
                <c:pt idx="2949">
                  <c:v>45319</c:v>
                </c:pt>
                <c:pt idx="2950">
                  <c:v>45320</c:v>
                </c:pt>
                <c:pt idx="2951">
                  <c:v>45321</c:v>
                </c:pt>
                <c:pt idx="2952">
                  <c:v>45322</c:v>
                </c:pt>
                <c:pt idx="2953">
                  <c:v>45323</c:v>
                </c:pt>
                <c:pt idx="2954">
                  <c:v>45324</c:v>
                </c:pt>
                <c:pt idx="2955">
                  <c:v>45325</c:v>
                </c:pt>
                <c:pt idx="2956">
                  <c:v>45326</c:v>
                </c:pt>
                <c:pt idx="2957">
                  <c:v>45327</c:v>
                </c:pt>
                <c:pt idx="2958">
                  <c:v>45328</c:v>
                </c:pt>
                <c:pt idx="2959">
                  <c:v>45329</c:v>
                </c:pt>
                <c:pt idx="2960">
                  <c:v>45330</c:v>
                </c:pt>
                <c:pt idx="2961">
                  <c:v>45331</c:v>
                </c:pt>
                <c:pt idx="2962">
                  <c:v>45332</c:v>
                </c:pt>
                <c:pt idx="2963">
                  <c:v>45333</c:v>
                </c:pt>
                <c:pt idx="2964">
                  <c:v>45334</c:v>
                </c:pt>
                <c:pt idx="2965">
                  <c:v>45335</c:v>
                </c:pt>
                <c:pt idx="2966">
                  <c:v>45336</c:v>
                </c:pt>
                <c:pt idx="2967">
                  <c:v>45337</c:v>
                </c:pt>
                <c:pt idx="2968">
                  <c:v>45338</c:v>
                </c:pt>
                <c:pt idx="2969">
                  <c:v>45339</c:v>
                </c:pt>
                <c:pt idx="2970">
                  <c:v>45340</c:v>
                </c:pt>
                <c:pt idx="2971">
                  <c:v>45341</c:v>
                </c:pt>
                <c:pt idx="2972">
                  <c:v>45342</c:v>
                </c:pt>
                <c:pt idx="2973">
                  <c:v>45343</c:v>
                </c:pt>
                <c:pt idx="2974">
                  <c:v>45344</c:v>
                </c:pt>
                <c:pt idx="2975">
                  <c:v>45345</c:v>
                </c:pt>
                <c:pt idx="2976">
                  <c:v>45346</c:v>
                </c:pt>
                <c:pt idx="2977">
                  <c:v>45347</c:v>
                </c:pt>
                <c:pt idx="2978">
                  <c:v>45348</c:v>
                </c:pt>
                <c:pt idx="2979">
                  <c:v>45349</c:v>
                </c:pt>
                <c:pt idx="2980">
                  <c:v>45350</c:v>
                </c:pt>
                <c:pt idx="2981">
                  <c:v>45351</c:v>
                </c:pt>
                <c:pt idx="2982">
                  <c:v>45352</c:v>
                </c:pt>
                <c:pt idx="2983">
                  <c:v>45353</c:v>
                </c:pt>
                <c:pt idx="2984">
                  <c:v>45354</c:v>
                </c:pt>
                <c:pt idx="2985">
                  <c:v>45355</c:v>
                </c:pt>
                <c:pt idx="2986">
                  <c:v>45356</c:v>
                </c:pt>
                <c:pt idx="2987">
                  <c:v>45357</c:v>
                </c:pt>
                <c:pt idx="2988">
                  <c:v>45358</c:v>
                </c:pt>
                <c:pt idx="2989">
                  <c:v>45359</c:v>
                </c:pt>
                <c:pt idx="2990">
                  <c:v>45360</c:v>
                </c:pt>
                <c:pt idx="2991">
                  <c:v>45361</c:v>
                </c:pt>
                <c:pt idx="2992">
                  <c:v>45362</c:v>
                </c:pt>
                <c:pt idx="2993">
                  <c:v>45363</c:v>
                </c:pt>
                <c:pt idx="2994">
                  <c:v>45364</c:v>
                </c:pt>
                <c:pt idx="2995">
                  <c:v>45365</c:v>
                </c:pt>
                <c:pt idx="2996">
                  <c:v>45366</c:v>
                </c:pt>
                <c:pt idx="2997">
                  <c:v>45367</c:v>
                </c:pt>
                <c:pt idx="2998">
                  <c:v>45368</c:v>
                </c:pt>
                <c:pt idx="2999">
                  <c:v>45369</c:v>
                </c:pt>
                <c:pt idx="3000">
                  <c:v>45370</c:v>
                </c:pt>
                <c:pt idx="3001">
                  <c:v>45371</c:v>
                </c:pt>
                <c:pt idx="3002">
                  <c:v>45372</c:v>
                </c:pt>
                <c:pt idx="3003">
                  <c:v>45373</c:v>
                </c:pt>
                <c:pt idx="3004">
                  <c:v>45374</c:v>
                </c:pt>
                <c:pt idx="3005">
                  <c:v>45375</c:v>
                </c:pt>
                <c:pt idx="3006">
                  <c:v>45376</c:v>
                </c:pt>
                <c:pt idx="3007">
                  <c:v>45377</c:v>
                </c:pt>
                <c:pt idx="3008">
                  <c:v>45378</c:v>
                </c:pt>
                <c:pt idx="3009">
                  <c:v>45379</c:v>
                </c:pt>
                <c:pt idx="3010">
                  <c:v>45380</c:v>
                </c:pt>
                <c:pt idx="3011">
                  <c:v>45381</c:v>
                </c:pt>
                <c:pt idx="3012">
                  <c:v>45382</c:v>
                </c:pt>
                <c:pt idx="3013">
                  <c:v>45383</c:v>
                </c:pt>
                <c:pt idx="3014">
                  <c:v>45384</c:v>
                </c:pt>
                <c:pt idx="3015">
                  <c:v>45385</c:v>
                </c:pt>
                <c:pt idx="3016">
                  <c:v>45386</c:v>
                </c:pt>
                <c:pt idx="3017">
                  <c:v>45387</c:v>
                </c:pt>
                <c:pt idx="3018">
                  <c:v>45388</c:v>
                </c:pt>
                <c:pt idx="3019">
                  <c:v>45389</c:v>
                </c:pt>
                <c:pt idx="3020">
                  <c:v>45390</c:v>
                </c:pt>
                <c:pt idx="3021">
                  <c:v>45391</c:v>
                </c:pt>
                <c:pt idx="3022">
                  <c:v>45392</c:v>
                </c:pt>
                <c:pt idx="3023">
                  <c:v>45393</c:v>
                </c:pt>
                <c:pt idx="3024">
                  <c:v>45394</c:v>
                </c:pt>
                <c:pt idx="3025">
                  <c:v>45395</c:v>
                </c:pt>
                <c:pt idx="3026">
                  <c:v>45396</c:v>
                </c:pt>
                <c:pt idx="3027">
                  <c:v>45397</c:v>
                </c:pt>
                <c:pt idx="3028">
                  <c:v>45398</c:v>
                </c:pt>
                <c:pt idx="3029">
                  <c:v>45399</c:v>
                </c:pt>
                <c:pt idx="3030">
                  <c:v>45400</c:v>
                </c:pt>
                <c:pt idx="3031">
                  <c:v>45401</c:v>
                </c:pt>
                <c:pt idx="3032">
                  <c:v>45402</c:v>
                </c:pt>
                <c:pt idx="3033">
                  <c:v>45403</c:v>
                </c:pt>
                <c:pt idx="3034">
                  <c:v>45404</c:v>
                </c:pt>
                <c:pt idx="3035">
                  <c:v>45405</c:v>
                </c:pt>
                <c:pt idx="3036">
                  <c:v>45406</c:v>
                </c:pt>
                <c:pt idx="3037">
                  <c:v>45407</c:v>
                </c:pt>
                <c:pt idx="3038">
                  <c:v>45408</c:v>
                </c:pt>
                <c:pt idx="3039">
                  <c:v>45409</c:v>
                </c:pt>
                <c:pt idx="3040">
                  <c:v>45410</c:v>
                </c:pt>
                <c:pt idx="3041">
                  <c:v>45411</c:v>
                </c:pt>
                <c:pt idx="3042">
                  <c:v>45412</c:v>
                </c:pt>
                <c:pt idx="3043">
                  <c:v>45413</c:v>
                </c:pt>
                <c:pt idx="3044">
                  <c:v>45414</c:v>
                </c:pt>
                <c:pt idx="3045">
                  <c:v>45415</c:v>
                </c:pt>
                <c:pt idx="3046">
                  <c:v>45416</c:v>
                </c:pt>
                <c:pt idx="3047">
                  <c:v>45417</c:v>
                </c:pt>
                <c:pt idx="3048">
                  <c:v>45418</c:v>
                </c:pt>
                <c:pt idx="3049">
                  <c:v>45419</c:v>
                </c:pt>
                <c:pt idx="3050">
                  <c:v>45420</c:v>
                </c:pt>
                <c:pt idx="3051">
                  <c:v>45421</c:v>
                </c:pt>
                <c:pt idx="3052">
                  <c:v>45422</c:v>
                </c:pt>
                <c:pt idx="3053">
                  <c:v>45423</c:v>
                </c:pt>
                <c:pt idx="3054">
                  <c:v>45424</c:v>
                </c:pt>
                <c:pt idx="3055">
                  <c:v>45425</c:v>
                </c:pt>
                <c:pt idx="3056">
                  <c:v>45426</c:v>
                </c:pt>
                <c:pt idx="3057">
                  <c:v>45427</c:v>
                </c:pt>
                <c:pt idx="3058">
                  <c:v>45428</c:v>
                </c:pt>
                <c:pt idx="3059">
                  <c:v>45429</c:v>
                </c:pt>
                <c:pt idx="3060">
                  <c:v>45430</c:v>
                </c:pt>
                <c:pt idx="3061">
                  <c:v>45431</c:v>
                </c:pt>
                <c:pt idx="3062">
                  <c:v>45432</c:v>
                </c:pt>
                <c:pt idx="3063">
                  <c:v>45433</c:v>
                </c:pt>
                <c:pt idx="3064">
                  <c:v>45434</c:v>
                </c:pt>
                <c:pt idx="3065">
                  <c:v>45435</c:v>
                </c:pt>
                <c:pt idx="3066">
                  <c:v>45436</c:v>
                </c:pt>
                <c:pt idx="3067">
                  <c:v>45437</c:v>
                </c:pt>
                <c:pt idx="3068">
                  <c:v>45438</c:v>
                </c:pt>
                <c:pt idx="3069">
                  <c:v>45439</c:v>
                </c:pt>
                <c:pt idx="3070">
                  <c:v>45440</c:v>
                </c:pt>
                <c:pt idx="3071">
                  <c:v>45441</c:v>
                </c:pt>
                <c:pt idx="3072">
                  <c:v>45442</c:v>
                </c:pt>
                <c:pt idx="3073">
                  <c:v>45443</c:v>
                </c:pt>
                <c:pt idx="3074">
                  <c:v>45444</c:v>
                </c:pt>
                <c:pt idx="3075">
                  <c:v>45445</c:v>
                </c:pt>
                <c:pt idx="3076">
                  <c:v>45446</c:v>
                </c:pt>
                <c:pt idx="3077">
                  <c:v>45447</c:v>
                </c:pt>
                <c:pt idx="3078">
                  <c:v>45448</c:v>
                </c:pt>
                <c:pt idx="3079">
                  <c:v>45449</c:v>
                </c:pt>
                <c:pt idx="3080">
                  <c:v>45450</c:v>
                </c:pt>
                <c:pt idx="3081">
                  <c:v>45451</c:v>
                </c:pt>
                <c:pt idx="3082">
                  <c:v>45452</c:v>
                </c:pt>
                <c:pt idx="3083">
                  <c:v>45453</c:v>
                </c:pt>
                <c:pt idx="3084">
                  <c:v>45454</c:v>
                </c:pt>
                <c:pt idx="3085">
                  <c:v>45455</c:v>
                </c:pt>
                <c:pt idx="3086">
                  <c:v>45456</c:v>
                </c:pt>
                <c:pt idx="3087">
                  <c:v>45457</c:v>
                </c:pt>
                <c:pt idx="3088">
                  <c:v>45458</c:v>
                </c:pt>
                <c:pt idx="3089">
                  <c:v>45459</c:v>
                </c:pt>
                <c:pt idx="3090">
                  <c:v>45460</c:v>
                </c:pt>
                <c:pt idx="3091">
                  <c:v>45461</c:v>
                </c:pt>
                <c:pt idx="3092">
                  <c:v>45462</c:v>
                </c:pt>
                <c:pt idx="3093">
                  <c:v>45463</c:v>
                </c:pt>
                <c:pt idx="3094">
                  <c:v>45464</c:v>
                </c:pt>
                <c:pt idx="3095">
                  <c:v>45465</c:v>
                </c:pt>
                <c:pt idx="3096">
                  <c:v>45466</c:v>
                </c:pt>
                <c:pt idx="3097">
                  <c:v>45467</c:v>
                </c:pt>
                <c:pt idx="3098">
                  <c:v>45468</c:v>
                </c:pt>
                <c:pt idx="3099">
                  <c:v>45469</c:v>
                </c:pt>
                <c:pt idx="3100">
                  <c:v>45470</c:v>
                </c:pt>
                <c:pt idx="3101">
                  <c:v>45471</c:v>
                </c:pt>
                <c:pt idx="3102">
                  <c:v>45472</c:v>
                </c:pt>
                <c:pt idx="3103">
                  <c:v>45473</c:v>
                </c:pt>
                <c:pt idx="3104">
                  <c:v>45474</c:v>
                </c:pt>
                <c:pt idx="3105">
                  <c:v>45475</c:v>
                </c:pt>
                <c:pt idx="3106">
                  <c:v>45476</c:v>
                </c:pt>
                <c:pt idx="3107">
                  <c:v>45477</c:v>
                </c:pt>
                <c:pt idx="3108">
                  <c:v>45478</c:v>
                </c:pt>
                <c:pt idx="3109">
                  <c:v>45479</c:v>
                </c:pt>
                <c:pt idx="3110">
                  <c:v>45480</c:v>
                </c:pt>
                <c:pt idx="3111">
                  <c:v>45481</c:v>
                </c:pt>
                <c:pt idx="3112">
                  <c:v>45482</c:v>
                </c:pt>
                <c:pt idx="3113">
                  <c:v>45483</c:v>
                </c:pt>
                <c:pt idx="3114">
                  <c:v>45484</c:v>
                </c:pt>
                <c:pt idx="3115">
                  <c:v>45485</c:v>
                </c:pt>
                <c:pt idx="3116">
                  <c:v>45486</c:v>
                </c:pt>
                <c:pt idx="3117">
                  <c:v>45487</c:v>
                </c:pt>
                <c:pt idx="3118">
                  <c:v>45488</c:v>
                </c:pt>
                <c:pt idx="3119">
                  <c:v>45489</c:v>
                </c:pt>
                <c:pt idx="3120">
                  <c:v>45490</c:v>
                </c:pt>
                <c:pt idx="3121">
                  <c:v>45491</c:v>
                </c:pt>
                <c:pt idx="3122">
                  <c:v>45492</c:v>
                </c:pt>
                <c:pt idx="3123">
                  <c:v>45493</c:v>
                </c:pt>
                <c:pt idx="3124">
                  <c:v>45494</c:v>
                </c:pt>
                <c:pt idx="3125">
                  <c:v>45495</c:v>
                </c:pt>
                <c:pt idx="3126">
                  <c:v>45496</c:v>
                </c:pt>
                <c:pt idx="3127">
                  <c:v>45497</c:v>
                </c:pt>
                <c:pt idx="3128">
                  <c:v>45498</c:v>
                </c:pt>
                <c:pt idx="3129">
                  <c:v>45499</c:v>
                </c:pt>
                <c:pt idx="3130">
                  <c:v>45500</c:v>
                </c:pt>
                <c:pt idx="3131">
                  <c:v>45501</c:v>
                </c:pt>
                <c:pt idx="3132">
                  <c:v>45502</c:v>
                </c:pt>
                <c:pt idx="3133">
                  <c:v>45503</c:v>
                </c:pt>
                <c:pt idx="3134">
                  <c:v>45504</c:v>
                </c:pt>
                <c:pt idx="3135">
                  <c:v>45505</c:v>
                </c:pt>
                <c:pt idx="3136">
                  <c:v>45506</c:v>
                </c:pt>
                <c:pt idx="3137">
                  <c:v>45507</c:v>
                </c:pt>
                <c:pt idx="3138">
                  <c:v>45508</c:v>
                </c:pt>
                <c:pt idx="3139">
                  <c:v>45509</c:v>
                </c:pt>
                <c:pt idx="3140">
                  <c:v>45510</c:v>
                </c:pt>
                <c:pt idx="3141">
                  <c:v>45511</c:v>
                </c:pt>
                <c:pt idx="3142">
                  <c:v>45512</c:v>
                </c:pt>
                <c:pt idx="3143">
                  <c:v>45513</c:v>
                </c:pt>
                <c:pt idx="3144">
                  <c:v>45514</c:v>
                </c:pt>
                <c:pt idx="3145">
                  <c:v>45515</c:v>
                </c:pt>
                <c:pt idx="3146">
                  <c:v>45516</c:v>
                </c:pt>
                <c:pt idx="3147">
                  <c:v>45517</c:v>
                </c:pt>
                <c:pt idx="3148">
                  <c:v>45518</c:v>
                </c:pt>
                <c:pt idx="3149">
                  <c:v>45519</c:v>
                </c:pt>
                <c:pt idx="3150">
                  <c:v>45520</c:v>
                </c:pt>
                <c:pt idx="3151">
                  <c:v>45521</c:v>
                </c:pt>
                <c:pt idx="3152">
                  <c:v>45522</c:v>
                </c:pt>
                <c:pt idx="3153">
                  <c:v>45523</c:v>
                </c:pt>
                <c:pt idx="3154">
                  <c:v>45524</c:v>
                </c:pt>
                <c:pt idx="3155">
                  <c:v>45525</c:v>
                </c:pt>
                <c:pt idx="3156">
                  <c:v>45526</c:v>
                </c:pt>
                <c:pt idx="3157">
                  <c:v>45527</c:v>
                </c:pt>
                <c:pt idx="3158">
                  <c:v>45528</c:v>
                </c:pt>
                <c:pt idx="3159">
                  <c:v>45529</c:v>
                </c:pt>
                <c:pt idx="3160">
                  <c:v>45530</c:v>
                </c:pt>
                <c:pt idx="3161">
                  <c:v>45531</c:v>
                </c:pt>
                <c:pt idx="3162">
                  <c:v>45532</c:v>
                </c:pt>
                <c:pt idx="3163">
                  <c:v>45533</c:v>
                </c:pt>
                <c:pt idx="3164">
                  <c:v>45534</c:v>
                </c:pt>
                <c:pt idx="3165">
                  <c:v>45535</c:v>
                </c:pt>
                <c:pt idx="3166">
                  <c:v>45536</c:v>
                </c:pt>
                <c:pt idx="3167">
                  <c:v>45537</c:v>
                </c:pt>
                <c:pt idx="3168">
                  <c:v>45538</c:v>
                </c:pt>
                <c:pt idx="3169">
                  <c:v>45539</c:v>
                </c:pt>
                <c:pt idx="3170">
                  <c:v>45540</c:v>
                </c:pt>
                <c:pt idx="3171">
                  <c:v>45541</c:v>
                </c:pt>
                <c:pt idx="3172">
                  <c:v>45542</c:v>
                </c:pt>
                <c:pt idx="3173">
                  <c:v>45543</c:v>
                </c:pt>
                <c:pt idx="3174">
                  <c:v>45544</c:v>
                </c:pt>
                <c:pt idx="3175">
                  <c:v>45545</c:v>
                </c:pt>
                <c:pt idx="3176">
                  <c:v>45546</c:v>
                </c:pt>
                <c:pt idx="3177">
                  <c:v>45547</c:v>
                </c:pt>
                <c:pt idx="3178">
                  <c:v>45548</c:v>
                </c:pt>
                <c:pt idx="3179">
                  <c:v>45549</c:v>
                </c:pt>
                <c:pt idx="3180">
                  <c:v>45550</c:v>
                </c:pt>
                <c:pt idx="3181">
                  <c:v>45551</c:v>
                </c:pt>
                <c:pt idx="3182">
                  <c:v>45552</c:v>
                </c:pt>
                <c:pt idx="3183">
                  <c:v>45553</c:v>
                </c:pt>
                <c:pt idx="3184">
                  <c:v>45554</c:v>
                </c:pt>
                <c:pt idx="3185">
                  <c:v>45555</c:v>
                </c:pt>
                <c:pt idx="3186">
                  <c:v>45556</c:v>
                </c:pt>
                <c:pt idx="3187">
                  <c:v>45557</c:v>
                </c:pt>
                <c:pt idx="3188">
                  <c:v>45558</c:v>
                </c:pt>
                <c:pt idx="3189">
                  <c:v>45559</c:v>
                </c:pt>
                <c:pt idx="3190">
                  <c:v>45560</c:v>
                </c:pt>
                <c:pt idx="3191">
                  <c:v>45561</c:v>
                </c:pt>
                <c:pt idx="3192">
                  <c:v>45562</c:v>
                </c:pt>
                <c:pt idx="3193">
                  <c:v>45563</c:v>
                </c:pt>
                <c:pt idx="3194">
                  <c:v>45564</c:v>
                </c:pt>
                <c:pt idx="3195">
                  <c:v>45565</c:v>
                </c:pt>
                <c:pt idx="3196">
                  <c:v>45566</c:v>
                </c:pt>
                <c:pt idx="3197">
                  <c:v>45567</c:v>
                </c:pt>
                <c:pt idx="3198">
                  <c:v>45568</c:v>
                </c:pt>
                <c:pt idx="3199">
                  <c:v>45569</c:v>
                </c:pt>
                <c:pt idx="3200">
                  <c:v>45570</c:v>
                </c:pt>
                <c:pt idx="3201">
                  <c:v>45571</c:v>
                </c:pt>
                <c:pt idx="3202">
                  <c:v>45572</c:v>
                </c:pt>
                <c:pt idx="3203">
                  <c:v>45573</c:v>
                </c:pt>
                <c:pt idx="3204">
                  <c:v>45574</c:v>
                </c:pt>
                <c:pt idx="3205">
                  <c:v>45575</c:v>
                </c:pt>
                <c:pt idx="3206">
                  <c:v>45576</c:v>
                </c:pt>
                <c:pt idx="3207">
                  <c:v>45577</c:v>
                </c:pt>
                <c:pt idx="3208">
                  <c:v>45578</c:v>
                </c:pt>
                <c:pt idx="3209">
                  <c:v>45579</c:v>
                </c:pt>
                <c:pt idx="3210">
                  <c:v>45580</c:v>
                </c:pt>
                <c:pt idx="3211">
                  <c:v>45581</c:v>
                </c:pt>
                <c:pt idx="3212">
                  <c:v>45582</c:v>
                </c:pt>
                <c:pt idx="3213">
                  <c:v>45583</c:v>
                </c:pt>
                <c:pt idx="3214">
                  <c:v>45584</c:v>
                </c:pt>
                <c:pt idx="3215">
                  <c:v>45585</c:v>
                </c:pt>
                <c:pt idx="3216">
                  <c:v>45586</c:v>
                </c:pt>
                <c:pt idx="3217">
                  <c:v>45587</c:v>
                </c:pt>
                <c:pt idx="3218">
                  <c:v>45588</c:v>
                </c:pt>
                <c:pt idx="3219">
                  <c:v>45589</c:v>
                </c:pt>
                <c:pt idx="3220">
                  <c:v>45590</c:v>
                </c:pt>
                <c:pt idx="3221">
                  <c:v>45591</c:v>
                </c:pt>
                <c:pt idx="3222">
                  <c:v>45592</c:v>
                </c:pt>
                <c:pt idx="3223">
                  <c:v>45593</c:v>
                </c:pt>
                <c:pt idx="3224">
                  <c:v>45594</c:v>
                </c:pt>
                <c:pt idx="3225">
                  <c:v>45595</c:v>
                </c:pt>
                <c:pt idx="3226">
                  <c:v>45596</c:v>
                </c:pt>
                <c:pt idx="3227">
                  <c:v>45597</c:v>
                </c:pt>
                <c:pt idx="3228">
                  <c:v>45598</c:v>
                </c:pt>
                <c:pt idx="3229">
                  <c:v>45599</c:v>
                </c:pt>
                <c:pt idx="3230">
                  <c:v>45600</c:v>
                </c:pt>
                <c:pt idx="3231">
                  <c:v>45601</c:v>
                </c:pt>
                <c:pt idx="3232">
                  <c:v>45602</c:v>
                </c:pt>
                <c:pt idx="3233">
                  <c:v>45603</c:v>
                </c:pt>
                <c:pt idx="3234">
                  <c:v>45604</c:v>
                </c:pt>
                <c:pt idx="3235">
                  <c:v>45605</c:v>
                </c:pt>
                <c:pt idx="3236">
                  <c:v>45606</c:v>
                </c:pt>
                <c:pt idx="3237">
                  <c:v>45607</c:v>
                </c:pt>
                <c:pt idx="3238">
                  <c:v>45608</c:v>
                </c:pt>
                <c:pt idx="3239">
                  <c:v>45609</c:v>
                </c:pt>
                <c:pt idx="3240">
                  <c:v>45610</c:v>
                </c:pt>
                <c:pt idx="3241">
                  <c:v>45611</c:v>
                </c:pt>
                <c:pt idx="3242">
                  <c:v>45612</c:v>
                </c:pt>
                <c:pt idx="3243">
                  <c:v>45613</c:v>
                </c:pt>
                <c:pt idx="3244">
                  <c:v>45614</c:v>
                </c:pt>
                <c:pt idx="3245">
                  <c:v>45615</c:v>
                </c:pt>
                <c:pt idx="3246">
                  <c:v>45616</c:v>
                </c:pt>
                <c:pt idx="3247">
                  <c:v>45617</c:v>
                </c:pt>
                <c:pt idx="3248">
                  <c:v>45618</c:v>
                </c:pt>
                <c:pt idx="3249">
                  <c:v>45619</c:v>
                </c:pt>
                <c:pt idx="3250">
                  <c:v>45620</c:v>
                </c:pt>
                <c:pt idx="3251">
                  <c:v>45621</c:v>
                </c:pt>
                <c:pt idx="3252">
                  <c:v>45622</c:v>
                </c:pt>
                <c:pt idx="3253">
                  <c:v>45623</c:v>
                </c:pt>
                <c:pt idx="3254">
                  <c:v>45624</c:v>
                </c:pt>
                <c:pt idx="3255">
                  <c:v>45625</c:v>
                </c:pt>
                <c:pt idx="3256">
                  <c:v>45626</c:v>
                </c:pt>
                <c:pt idx="3257">
                  <c:v>45627</c:v>
                </c:pt>
                <c:pt idx="3258">
                  <c:v>45628</c:v>
                </c:pt>
                <c:pt idx="3259">
                  <c:v>45629</c:v>
                </c:pt>
                <c:pt idx="3260">
                  <c:v>45630</c:v>
                </c:pt>
                <c:pt idx="3261">
                  <c:v>45631</c:v>
                </c:pt>
                <c:pt idx="3262">
                  <c:v>45632</c:v>
                </c:pt>
                <c:pt idx="3263">
                  <c:v>45633</c:v>
                </c:pt>
                <c:pt idx="3264">
                  <c:v>45634</c:v>
                </c:pt>
                <c:pt idx="3265">
                  <c:v>45635</c:v>
                </c:pt>
                <c:pt idx="3266">
                  <c:v>45636</c:v>
                </c:pt>
                <c:pt idx="3267">
                  <c:v>45637</c:v>
                </c:pt>
                <c:pt idx="3268">
                  <c:v>45638</c:v>
                </c:pt>
                <c:pt idx="3269">
                  <c:v>45639</c:v>
                </c:pt>
                <c:pt idx="3270">
                  <c:v>45640</c:v>
                </c:pt>
                <c:pt idx="3271">
                  <c:v>45641</c:v>
                </c:pt>
                <c:pt idx="3272">
                  <c:v>45642</c:v>
                </c:pt>
                <c:pt idx="3273">
                  <c:v>45643</c:v>
                </c:pt>
                <c:pt idx="3274">
                  <c:v>45644</c:v>
                </c:pt>
                <c:pt idx="3275">
                  <c:v>45645</c:v>
                </c:pt>
                <c:pt idx="3276">
                  <c:v>45646</c:v>
                </c:pt>
                <c:pt idx="3277">
                  <c:v>45647</c:v>
                </c:pt>
                <c:pt idx="3278">
                  <c:v>45648</c:v>
                </c:pt>
                <c:pt idx="3279">
                  <c:v>45649</c:v>
                </c:pt>
                <c:pt idx="3280">
                  <c:v>45650</c:v>
                </c:pt>
                <c:pt idx="3281">
                  <c:v>45651</c:v>
                </c:pt>
                <c:pt idx="3282">
                  <c:v>45652</c:v>
                </c:pt>
                <c:pt idx="3283">
                  <c:v>45653</c:v>
                </c:pt>
                <c:pt idx="3284">
                  <c:v>45654</c:v>
                </c:pt>
                <c:pt idx="3285">
                  <c:v>45655</c:v>
                </c:pt>
                <c:pt idx="3286">
                  <c:v>45656</c:v>
                </c:pt>
                <c:pt idx="3287">
                  <c:v>45657</c:v>
                </c:pt>
                <c:pt idx="3288">
                  <c:v>45658</c:v>
                </c:pt>
                <c:pt idx="3289">
                  <c:v>45659</c:v>
                </c:pt>
                <c:pt idx="3290">
                  <c:v>45660</c:v>
                </c:pt>
                <c:pt idx="3291">
                  <c:v>45661</c:v>
                </c:pt>
                <c:pt idx="3292">
                  <c:v>45662</c:v>
                </c:pt>
                <c:pt idx="3293">
                  <c:v>45663</c:v>
                </c:pt>
                <c:pt idx="3294">
                  <c:v>45664</c:v>
                </c:pt>
                <c:pt idx="3295">
                  <c:v>45665</c:v>
                </c:pt>
                <c:pt idx="3296">
                  <c:v>45666</c:v>
                </c:pt>
                <c:pt idx="3297">
                  <c:v>45667</c:v>
                </c:pt>
                <c:pt idx="3298">
                  <c:v>45668</c:v>
                </c:pt>
                <c:pt idx="3299">
                  <c:v>45669</c:v>
                </c:pt>
                <c:pt idx="3300">
                  <c:v>45670</c:v>
                </c:pt>
                <c:pt idx="3301">
                  <c:v>45671</c:v>
                </c:pt>
                <c:pt idx="3302">
                  <c:v>45672</c:v>
                </c:pt>
                <c:pt idx="3303">
                  <c:v>45673</c:v>
                </c:pt>
                <c:pt idx="3304">
                  <c:v>45674</c:v>
                </c:pt>
                <c:pt idx="3305">
                  <c:v>45675</c:v>
                </c:pt>
                <c:pt idx="3306">
                  <c:v>45676</c:v>
                </c:pt>
                <c:pt idx="3307">
                  <c:v>45677</c:v>
                </c:pt>
                <c:pt idx="3308">
                  <c:v>45678</c:v>
                </c:pt>
                <c:pt idx="3309">
                  <c:v>45679</c:v>
                </c:pt>
                <c:pt idx="3310">
                  <c:v>45680</c:v>
                </c:pt>
                <c:pt idx="3311">
                  <c:v>45681</c:v>
                </c:pt>
                <c:pt idx="3312">
                  <c:v>45682</c:v>
                </c:pt>
                <c:pt idx="3313">
                  <c:v>45683</c:v>
                </c:pt>
                <c:pt idx="3314">
                  <c:v>45684</c:v>
                </c:pt>
                <c:pt idx="3315">
                  <c:v>45685</c:v>
                </c:pt>
                <c:pt idx="3316">
                  <c:v>45686</c:v>
                </c:pt>
                <c:pt idx="3317">
                  <c:v>45687</c:v>
                </c:pt>
                <c:pt idx="3318">
                  <c:v>45688</c:v>
                </c:pt>
                <c:pt idx="3319">
                  <c:v>45689</c:v>
                </c:pt>
                <c:pt idx="3320">
                  <c:v>45690</c:v>
                </c:pt>
                <c:pt idx="3321">
                  <c:v>45691</c:v>
                </c:pt>
                <c:pt idx="3322">
                  <c:v>45692</c:v>
                </c:pt>
                <c:pt idx="3323">
                  <c:v>45693</c:v>
                </c:pt>
                <c:pt idx="3324">
                  <c:v>45694</c:v>
                </c:pt>
                <c:pt idx="3325">
                  <c:v>45695</c:v>
                </c:pt>
                <c:pt idx="3326">
                  <c:v>45696</c:v>
                </c:pt>
                <c:pt idx="3327">
                  <c:v>45697</c:v>
                </c:pt>
                <c:pt idx="3328">
                  <c:v>45698</c:v>
                </c:pt>
                <c:pt idx="3329">
                  <c:v>45699</c:v>
                </c:pt>
                <c:pt idx="3330">
                  <c:v>45700</c:v>
                </c:pt>
                <c:pt idx="3331">
                  <c:v>45701</c:v>
                </c:pt>
                <c:pt idx="3332">
                  <c:v>45702</c:v>
                </c:pt>
                <c:pt idx="3333">
                  <c:v>45703</c:v>
                </c:pt>
                <c:pt idx="3334">
                  <c:v>45704</c:v>
                </c:pt>
                <c:pt idx="3335">
                  <c:v>45705</c:v>
                </c:pt>
                <c:pt idx="3336">
                  <c:v>45706</c:v>
                </c:pt>
                <c:pt idx="3337">
                  <c:v>45707</c:v>
                </c:pt>
                <c:pt idx="3338">
                  <c:v>45708</c:v>
                </c:pt>
                <c:pt idx="3339">
                  <c:v>45709</c:v>
                </c:pt>
                <c:pt idx="3340">
                  <c:v>45710</c:v>
                </c:pt>
                <c:pt idx="3341">
                  <c:v>45711</c:v>
                </c:pt>
                <c:pt idx="3342">
                  <c:v>45712</c:v>
                </c:pt>
                <c:pt idx="3343">
                  <c:v>45713</c:v>
                </c:pt>
                <c:pt idx="3344">
                  <c:v>45714</c:v>
                </c:pt>
                <c:pt idx="3345">
                  <c:v>45715</c:v>
                </c:pt>
                <c:pt idx="3346">
                  <c:v>45716</c:v>
                </c:pt>
                <c:pt idx="3347">
                  <c:v>45717</c:v>
                </c:pt>
                <c:pt idx="3348">
                  <c:v>45718</c:v>
                </c:pt>
                <c:pt idx="3349">
                  <c:v>45719</c:v>
                </c:pt>
                <c:pt idx="3350">
                  <c:v>45720</c:v>
                </c:pt>
                <c:pt idx="3351">
                  <c:v>45721</c:v>
                </c:pt>
                <c:pt idx="3352">
                  <c:v>45722</c:v>
                </c:pt>
                <c:pt idx="3353">
                  <c:v>45723</c:v>
                </c:pt>
                <c:pt idx="3354">
                  <c:v>45724</c:v>
                </c:pt>
                <c:pt idx="3355">
                  <c:v>45725</c:v>
                </c:pt>
                <c:pt idx="3356">
                  <c:v>45726</c:v>
                </c:pt>
                <c:pt idx="3357">
                  <c:v>45727</c:v>
                </c:pt>
                <c:pt idx="3358">
                  <c:v>45728</c:v>
                </c:pt>
                <c:pt idx="3359">
                  <c:v>45729</c:v>
                </c:pt>
                <c:pt idx="3360">
                  <c:v>45730</c:v>
                </c:pt>
                <c:pt idx="3361">
                  <c:v>45731</c:v>
                </c:pt>
                <c:pt idx="3362">
                  <c:v>45732</c:v>
                </c:pt>
                <c:pt idx="3363">
                  <c:v>45733</c:v>
                </c:pt>
                <c:pt idx="3364">
                  <c:v>45734</c:v>
                </c:pt>
                <c:pt idx="3365">
                  <c:v>45735</c:v>
                </c:pt>
                <c:pt idx="3366">
                  <c:v>45736</c:v>
                </c:pt>
                <c:pt idx="3367">
                  <c:v>45737</c:v>
                </c:pt>
                <c:pt idx="3368">
                  <c:v>45738</c:v>
                </c:pt>
                <c:pt idx="3369">
                  <c:v>45739</c:v>
                </c:pt>
                <c:pt idx="3370">
                  <c:v>45740</c:v>
                </c:pt>
                <c:pt idx="3371">
                  <c:v>45741</c:v>
                </c:pt>
                <c:pt idx="3372">
                  <c:v>45742</c:v>
                </c:pt>
                <c:pt idx="3373">
                  <c:v>45743</c:v>
                </c:pt>
                <c:pt idx="3374">
                  <c:v>45744</c:v>
                </c:pt>
                <c:pt idx="3375">
                  <c:v>45745</c:v>
                </c:pt>
                <c:pt idx="3376">
                  <c:v>45746</c:v>
                </c:pt>
                <c:pt idx="3377">
                  <c:v>45747</c:v>
                </c:pt>
                <c:pt idx="3378">
                  <c:v>45748</c:v>
                </c:pt>
                <c:pt idx="3379">
                  <c:v>45749</c:v>
                </c:pt>
                <c:pt idx="3380">
                  <c:v>45750</c:v>
                </c:pt>
                <c:pt idx="3381">
                  <c:v>45751</c:v>
                </c:pt>
                <c:pt idx="3382">
                  <c:v>45752</c:v>
                </c:pt>
                <c:pt idx="3383">
                  <c:v>45753</c:v>
                </c:pt>
                <c:pt idx="3384">
                  <c:v>45754</c:v>
                </c:pt>
                <c:pt idx="3385">
                  <c:v>45755</c:v>
                </c:pt>
                <c:pt idx="3386">
                  <c:v>45756</c:v>
                </c:pt>
                <c:pt idx="3387">
                  <c:v>45757</c:v>
                </c:pt>
                <c:pt idx="3388">
                  <c:v>45758</c:v>
                </c:pt>
                <c:pt idx="3389">
                  <c:v>45759</c:v>
                </c:pt>
                <c:pt idx="3390">
                  <c:v>45760</c:v>
                </c:pt>
                <c:pt idx="3391">
                  <c:v>45761</c:v>
                </c:pt>
                <c:pt idx="3392">
                  <c:v>45762</c:v>
                </c:pt>
                <c:pt idx="3393">
                  <c:v>45763</c:v>
                </c:pt>
                <c:pt idx="3394">
                  <c:v>45764</c:v>
                </c:pt>
                <c:pt idx="3395">
                  <c:v>45765</c:v>
                </c:pt>
                <c:pt idx="3396">
                  <c:v>45766</c:v>
                </c:pt>
                <c:pt idx="3397">
                  <c:v>45767</c:v>
                </c:pt>
                <c:pt idx="3398">
                  <c:v>45768</c:v>
                </c:pt>
                <c:pt idx="3399">
                  <c:v>45769</c:v>
                </c:pt>
                <c:pt idx="3400">
                  <c:v>45770</c:v>
                </c:pt>
                <c:pt idx="3401">
                  <c:v>45771</c:v>
                </c:pt>
                <c:pt idx="3402">
                  <c:v>45772</c:v>
                </c:pt>
                <c:pt idx="3403">
                  <c:v>45773</c:v>
                </c:pt>
                <c:pt idx="3404">
                  <c:v>45774</c:v>
                </c:pt>
                <c:pt idx="3405">
                  <c:v>45775</c:v>
                </c:pt>
                <c:pt idx="3406">
                  <c:v>45776</c:v>
                </c:pt>
                <c:pt idx="3407">
                  <c:v>45777</c:v>
                </c:pt>
                <c:pt idx="3408">
                  <c:v>45778</c:v>
                </c:pt>
                <c:pt idx="3409">
                  <c:v>45779</c:v>
                </c:pt>
                <c:pt idx="3410">
                  <c:v>45780</c:v>
                </c:pt>
                <c:pt idx="3411">
                  <c:v>45781</c:v>
                </c:pt>
                <c:pt idx="3412">
                  <c:v>45782</c:v>
                </c:pt>
                <c:pt idx="3413">
                  <c:v>45783</c:v>
                </c:pt>
                <c:pt idx="3414">
                  <c:v>45784</c:v>
                </c:pt>
                <c:pt idx="3415">
                  <c:v>45785</c:v>
                </c:pt>
                <c:pt idx="3416">
                  <c:v>45786</c:v>
                </c:pt>
                <c:pt idx="3417">
                  <c:v>45787</c:v>
                </c:pt>
                <c:pt idx="3418">
                  <c:v>45788</c:v>
                </c:pt>
                <c:pt idx="3419">
                  <c:v>45789</c:v>
                </c:pt>
                <c:pt idx="3420">
                  <c:v>45790</c:v>
                </c:pt>
                <c:pt idx="3421">
                  <c:v>45791</c:v>
                </c:pt>
                <c:pt idx="3422">
                  <c:v>45792</c:v>
                </c:pt>
                <c:pt idx="3423">
                  <c:v>45793</c:v>
                </c:pt>
                <c:pt idx="3424">
                  <c:v>45794</c:v>
                </c:pt>
                <c:pt idx="3425">
                  <c:v>45795</c:v>
                </c:pt>
                <c:pt idx="3426">
                  <c:v>45796</c:v>
                </c:pt>
                <c:pt idx="3427">
                  <c:v>45797</c:v>
                </c:pt>
                <c:pt idx="3428">
                  <c:v>45798</c:v>
                </c:pt>
                <c:pt idx="3429">
                  <c:v>45799</c:v>
                </c:pt>
                <c:pt idx="3430">
                  <c:v>45800</c:v>
                </c:pt>
                <c:pt idx="3431">
                  <c:v>45801</c:v>
                </c:pt>
                <c:pt idx="3432">
                  <c:v>45802</c:v>
                </c:pt>
                <c:pt idx="3433">
                  <c:v>45803</c:v>
                </c:pt>
                <c:pt idx="3434">
                  <c:v>45804</c:v>
                </c:pt>
                <c:pt idx="3435">
                  <c:v>45805</c:v>
                </c:pt>
                <c:pt idx="3436">
                  <c:v>45806</c:v>
                </c:pt>
                <c:pt idx="3437">
                  <c:v>45807</c:v>
                </c:pt>
                <c:pt idx="3438">
                  <c:v>45808</c:v>
                </c:pt>
                <c:pt idx="3439">
                  <c:v>45809</c:v>
                </c:pt>
                <c:pt idx="3440">
                  <c:v>45810</c:v>
                </c:pt>
                <c:pt idx="3441">
                  <c:v>45811</c:v>
                </c:pt>
                <c:pt idx="3442">
                  <c:v>45812</c:v>
                </c:pt>
                <c:pt idx="3443">
                  <c:v>45813</c:v>
                </c:pt>
                <c:pt idx="3444">
                  <c:v>45814</c:v>
                </c:pt>
                <c:pt idx="3445">
                  <c:v>45815</c:v>
                </c:pt>
                <c:pt idx="3446">
                  <c:v>45816</c:v>
                </c:pt>
                <c:pt idx="3447">
                  <c:v>45817</c:v>
                </c:pt>
                <c:pt idx="3448">
                  <c:v>45818</c:v>
                </c:pt>
                <c:pt idx="3449">
                  <c:v>45819</c:v>
                </c:pt>
                <c:pt idx="3450">
                  <c:v>45820</c:v>
                </c:pt>
                <c:pt idx="3451">
                  <c:v>45821</c:v>
                </c:pt>
                <c:pt idx="3452">
                  <c:v>45822</c:v>
                </c:pt>
                <c:pt idx="3453">
                  <c:v>45823</c:v>
                </c:pt>
                <c:pt idx="3454">
                  <c:v>45824</c:v>
                </c:pt>
                <c:pt idx="3455">
                  <c:v>45825</c:v>
                </c:pt>
                <c:pt idx="3456">
                  <c:v>45826</c:v>
                </c:pt>
                <c:pt idx="3457">
                  <c:v>45827</c:v>
                </c:pt>
                <c:pt idx="3458">
                  <c:v>45828</c:v>
                </c:pt>
                <c:pt idx="3459">
                  <c:v>45829</c:v>
                </c:pt>
                <c:pt idx="3460">
                  <c:v>45830</c:v>
                </c:pt>
                <c:pt idx="3461">
                  <c:v>45831</c:v>
                </c:pt>
                <c:pt idx="3462">
                  <c:v>45832</c:v>
                </c:pt>
                <c:pt idx="3463">
                  <c:v>45833</c:v>
                </c:pt>
                <c:pt idx="3464">
                  <c:v>45834</c:v>
                </c:pt>
                <c:pt idx="3465">
                  <c:v>45835</c:v>
                </c:pt>
                <c:pt idx="3466">
                  <c:v>45836</c:v>
                </c:pt>
                <c:pt idx="3467">
                  <c:v>45837</c:v>
                </c:pt>
                <c:pt idx="3468">
                  <c:v>45838</c:v>
                </c:pt>
                <c:pt idx="3469">
                  <c:v>45839</c:v>
                </c:pt>
                <c:pt idx="3470">
                  <c:v>45840</c:v>
                </c:pt>
                <c:pt idx="3471">
                  <c:v>45841</c:v>
                </c:pt>
                <c:pt idx="3472">
                  <c:v>45842</c:v>
                </c:pt>
                <c:pt idx="3473">
                  <c:v>45843</c:v>
                </c:pt>
                <c:pt idx="3474">
                  <c:v>45844</c:v>
                </c:pt>
                <c:pt idx="3475">
                  <c:v>45845</c:v>
                </c:pt>
                <c:pt idx="3476">
                  <c:v>45846</c:v>
                </c:pt>
                <c:pt idx="3477">
                  <c:v>45847</c:v>
                </c:pt>
                <c:pt idx="3478">
                  <c:v>45848</c:v>
                </c:pt>
                <c:pt idx="3479">
                  <c:v>45849</c:v>
                </c:pt>
                <c:pt idx="3480">
                  <c:v>45850</c:v>
                </c:pt>
                <c:pt idx="3481">
                  <c:v>45851</c:v>
                </c:pt>
                <c:pt idx="3482">
                  <c:v>45852</c:v>
                </c:pt>
                <c:pt idx="3483">
                  <c:v>45853</c:v>
                </c:pt>
                <c:pt idx="3484">
                  <c:v>45854</c:v>
                </c:pt>
                <c:pt idx="3485">
                  <c:v>45855</c:v>
                </c:pt>
                <c:pt idx="3486">
                  <c:v>45856</c:v>
                </c:pt>
                <c:pt idx="3487">
                  <c:v>45857</c:v>
                </c:pt>
                <c:pt idx="3488">
                  <c:v>45858</c:v>
                </c:pt>
                <c:pt idx="3489">
                  <c:v>45859</c:v>
                </c:pt>
                <c:pt idx="3490">
                  <c:v>45860</c:v>
                </c:pt>
                <c:pt idx="3491">
                  <c:v>45861</c:v>
                </c:pt>
                <c:pt idx="3492">
                  <c:v>45862</c:v>
                </c:pt>
                <c:pt idx="3493">
                  <c:v>45863</c:v>
                </c:pt>
                <c:pt idx="3494">
                  <c:v>45864</c:v>
                </c:pt>
                <c:pt idx="3495">
                  <c:v>45865</c:v>
                </c:pt>
                <c:pt idx="3496">
                  <c:v>45866</c:v>
                </c:pt>
                <c:pt idx="3497">
                  <c:v>45867</c:v>
                </c:pt>
                <c:pt idx="3498">
                  <c:v>45868</c:v>
                </c:pt>
                <c:pt idx="3499">
                  <c:v>45869</c:v>
                </c:pt>
                <c:pt idx="3500">
                  <c:v>45870</c:v>
                </c:pt>
                <c:pt idx="3501">
                  <c:v>45871</c:v>
                </c:pt>
                <c:pt idx="3502">
                  <c:v>45872</c:v>
                </c:pt>
                <c:pt idx="3503">
                  <c:v>45873</c:v>
                </c:pt>
                <c:pt idx="3504">
                  <c:v>45874</c:v>
                </c:pt>
                <c:pt idx="3505">
                  <c:v>45875</c:v>
                </c:pt>
                <c:pt idx="3506">
                  <c:v>45876</c:v>
                </c:pt>
                <c:pt idx="3507">
                  <c:v>45877</c:v>
                </c:pt>
                <c:pt idx="3508">
                  <c:v>45878</c:v>
                </c:pt>
                <c:pt idx="3509">
                  <c:v>45879</c:v>
                </c:pt>
                <c:pt idx="3510">
                  <c:v>45880</c:v>
                </c:pt>
                <c:pt idx="3511">
                  <c:v>45881</c:v>
                </c:pt>
                <c:pt idx="3512">
                  <c:v>45882</c:v>
                </c:pt>
                <c:pt idx="3513">
                  <c:v>45883</c:v>
                </c:pt>
                <c:pt idx="3514">
                  <c:v>45884</c:v>
                </c:pt>
                <c:pt idx="3515">
                  <c:v>45885</c:v>
                </c:pt>
                <c:pt idx="3516">
                  <c:v>45886</c:v>
                </c:pt>
                <c:pt idx="3517">
                  <c:v>45887</c:v>
                </c:pt>
                <c:pt idx="3518">
                  <c:v>45888</c:v>
                </c:pt>
                <c:pt idx="3519">
                  <c:v>45889</c:v>
                </c:pt>
                <c:pt idx="3520">
                  <c:v>45890</c:v>
                </c:pt>
                <c:pt idx="3521">
                  <c:v>45891</c:v>
                </c:pt>
                <c:pt idx="3522">
                  <c:v>45892</c:v>
                </c:pt>
                <c:pt idx="3523">
                  <c:v>45893</c:v>
                </c:pt>
                <c:pt idx="3524">
                  <c:v>45894</c:v>
                </c:pt>
                <c:pt idx="3525">
                  <c:v>45895</c:v>
                </c:pt>
                <c:pt idx="3526">
                  <c:v>45896</c:v>
                </c:pt>
                <c:pt idx="3527">
                  <c:v>45897</c:v>
                </c:pt>
                <c:pt idx="3528">
                  <c:v>45898</c:v>
                </c:pt>
                <c:pt idx="3529">
                  <c:v>45899</c:v>
                </c:pt>
                <c:pt idx="3530">
                  <c:v>45900</c:v>
                </c:pt>
                <c:pt idx="3531">
                  <c:v>45901</c:v>
                </c:pt>
                <c:pt idx="3532">
                  <c:v>45902</c:v>
                </c:pt>
                <c:pt idx="3533">
                  <c:v>45903</c:v>
                </c:pt>
                <c:pt idx="3534">
                  <c:v>45904</c:v>
                </c:pt>
                <c:pt idx="3535">
                  <c:v>45905</c:v>
                </c:pt>
                <c:pt idx="3536">
                  <c:v>45906</c:v>
                </c:pt>
                <c:pt idx="3537">
                  <c:v>45907</c:v>
                </c:pt>
                <c:pt idx="3538">
                  <c:v>45908</c:v>
                </c:pt>
                <c:pt idx="3539">
                  <c:v>45909</c:v>
                </c:pt>
                <c:pt idx="3540">
                  <c:v>45910</c:v>
                </c:pt>
                <c:pt idx="3541">
                  <c:v>45911</c:v>
                </c:pt>
                <c:pt idx="3542">
                  <c:v>45912</c:v>
                </c:pt>
                <c:pt idx="3543">
                  <c:v>45913</c:v>
                </c:pt>
                <c:pt idx="3544">
                  <c:v>45914</c:v>
                </c:pt>
                <c:pt idx="3545">
                  <c:v>45915</c:v>
                </c:pt>
                <c:pt idx="3546">
                  <c:v>45916</c:v>
                </c:pt>
                <c:pt idx="3547">
                  <c:v>45917</c:v>
                </c:pt>
                <c:pt idx="3548">
                  <c:v>45918</c:v>
                </c:pt>
                <c:pt idx="3549">
                  <c:v>45919</c:v>
                </c:pt>
                <c:pt idx="3550">
                  <c:v>45920</c:v>
                </c:pt>
                <c:pt idx="3551">
                  <c:v>45921</c:v>
                </c:pt>
                <c:pt idx="3552">
                  <c:v>45922</c:v>
                </c:pt>
                <c:pt idx="3553">
                  <c:v>45923</c:v>
                </c:pt>
                <c:pt idx="3554">
                  <c:v>45924</c:v>
                </c:pt>
                <c:pt idx="3555">
                  <c:v>45925</c:v>
                </c:pt>
                <c:pt idx="3556">
                  <c:v>45926</c:v>
                </c:pt>
                <c:pt idx="3557">
                  <c:v>45927</c:v>
                </c:pt>
                <c:pt idx="3558">
                  <c:v>45928</c:v>
                </c:pt>
                <c:pt idx="3559">
                  <c:v>45929</c:v>
                </c:pt>
                <c:pt idx="3560">
                  <c:v>45930</c:v>
                </c:pt>
                <c:pt idx="3561">
                  <c:v>45931</c:v>
                </c:pt>
                <c:pt idx="3562">
                  <c:v>45932</c:v>
                </c:pt>
                <c:pt idx="3563">
                  <c:v>45933</c:v>
                </c:pt>
                <c:pt idx="3564">
                  <c:v>45934</c:v>
                </c:pt>
                <c:pt idx="3565">
                  <c:v>45935</c:v>
                </c:pt>
                <c:pt idx="3566">
                  <c:v>45936</c:v>
                </c:pt>
                <c:pt idx="3567">
                  <c:v>45937</c:v>
                </c:pt>
                <c:pt idx="3568">
                  <c:v>45938</c:v>
                </c:pt>
                <c:pt idx="3569">
                  <c:v>45939</c:v>
                </c:pt>
                <c:pt idx="3570">
                  <c:v>45940</c:v>
                </c:pt>
                <c:pt idx="3571">
                  <c:v>45941</c:v>
                </c:pt>
                <c:pt idx="3572">
                  <c:v>45942</c:v>
                </c:pt>
                <c:pt idx="3573">
                  <c:v>45943</c:v>
                </c:pt>
                <c:pt idx="3574">
                  <c:v>45944</c:v>
                </c:pt>
                <c:pt idx="3575">
                  <c:v>45945</c:v>
                </c:pt>
                <c:pt idx="3576">
                  <c:v>45946</c:v>
                </c:pt>
                <c:pt idx="3577">
                  <c:v>45947</c:v>
                </c:pt>
                <c:pt idx="3578">
                  <c:v>45948</c:v>
                </c:pt>
                <c:pt idx="3579">
                  <c:v>45949</c:v>
                </c:pt>
                <c:pt idx="3580">
                  <c:v>45950</c:v>
                </c:pt>
                <c:pt idx="3581">
                  <c:v>45951</c:v>
                </c:pt>
                <c:pt idx="3582">
                  <c:v>45952</c:v>
                </c:pt>
                <c:pt idx="3583">
                  <c:v>45953</c:v>
                </c:pt>
                <c:pt idx="3584">
                  <c:v>45954</c:v>
                </c:pt>
                <c:pt idx="3585">
                  <c:v>45955</c:v>
                </c:pt>
                <c:pt idx="3586">
                  <c:v>45956</c:v>
                </c:pt>
                <c:pt idx="3587">
                  <c:v>45957</c:v>
                </c:pt>
                <c:pt idx="3588">
                  <c:v>45958</c:v>
                </c:pt>
                <c:pt idx="3589">
                  <c:v>45959</c:v>
                </c:pt>
                <c:pt idx="3590">
                  <c:v>45960</c:v>
                </c:pt>
                <c:pt idx="3591">
                  <c:v>45961</c:v>
                </c:pt>
                <c:pt idx="3592">
                  <c:v>45962</c:v>
                </c:pt>
                <c:pt idx="3593">
                  <c:v>45963</c:v>
                </c:pt>
                <c:pt idx="3594">
                  <c:v>45964</c:v>
                </c:pt>
                <c:pt idx="3595">
                  <c:v>45965</c:v>
                </c:pt>
                <c:pt idx="3596">
                  <c:v>45966</c:v>
                </c:pt>
                <c:pt idx="3597">
                  <c:v>45967</c:v>
                </c:pt>
                <c:pt idx="3598">
                  <c:v>45968</c:v>
                </c:pt>
                <c:pt idx="3599">
                  <c:v>45969</c:v>
                </c:pt>
                <c:pt idx="3600">
                  <c:v>45970</c:v>
                </c:pt>
                <c:pt idx="3601">
                  <c:v>45971</c:v>
                </c:pt>
                <c:pt idx="3602">
                  <c:v>45972</c:v>
                </c:pt>
                <c:pt idx="3603">
                  <c:v>45973</c:v>
                </c:pt>
                <c:pt idx="3604">
                  <c:v>45974</c:v>
                </c:pt>
                <c:pt idx="3605">
                  <c:v>45975</c:v>
                </c:pt>
                <c:pt idx="3606">
                  <c:v>45976</c:v>
                </c:pt>
                <c:pt idx="3607">
                  <c:v>45977</c:v>
                </c:pt>
                <c:pt idx="3608">
                  <c:v>45978</c:v>
                </c:pt>
                <c:pt idx="3609">
                  <c:v>45979</c:v>
                </c:pt>
                <c:pt idx="3610">
                  <c:v>45980</c:v>
                </c:pt>
                <c:pt idx="3611">
                  <c:v>45981</c:v>
                </c:pt>
                <c:pt idx="3612">
                  <c:v>45982</c:v>
                </c:pt>
                <c:pt idx="3613">
                  <c:v>45983</c:v>
                </c:pt>
                <c:pt idx="3614">
                  <c:v>45984</c:v>
                </c:pt>
                <c:pt idx="3615">
                  <c:v>45985</c:v>
                </c:pt>
                <c:pt idx="3616">
                  <c:v>45986</c:v>
                </c:pt>
                <c:pt idx="3617">
                  <c:v>45987</c:v>
                </c:pt>
                <c:pt idx="3618">
                  <c:v>45988</c:v>
                </c:pt>
                <c:pt idx="3619">
                  <c:v>45989</c:v>
                </c:pt>
                <c:pt idx="3620">
                  <c:v>45990</c:v>
                </c:pt>
                <c:pt idx="3621">
                  <c:v>45991</c:v>
                </c:pt>
                <c:pt idx="3622">
                  <c:v>45992</c:v>
                </c:pt>
                <c:pt idx="3623">
                  <c:v>45993</c:v>
                </c:pt>
                <c:pt idx="3624">
                  <c:v>45994</c:v>
                </c:pt>
                <c:pt idx="3625">
                  <c:v>45995</c:v>
                </c:pt>
                <c:pt idx="3626">
                  <c:v>45996</c:v>
                </c:pt>
                <c:pt idx="3627">
                  <c:v>45997</c:v>
                </c:pt>
                <c:pt idx="3628">
                  <c:v>45998</c:v>
                </c:pt>
                <c:pt idx="3629">
                  <c:v>45999</c:v>
                </c:pt>
                <c:pt idx="3630">
                  <c:v>46000</c:v>
                </c:pt>
                <c:pt idx="3631">
                  <c:v>46001</c:v>
                </c:pt>
                <c:pt idx="3632">
                  <c:v>46002</c:v>
                </c:pt>
                <c:pt idx="3633">
                  <c:v>46003</c:v>
                </c:pt>
                <c:pt idx="3634">
                  <c:v>46004</c:v>
                </c:pt>
                <c:pt idx="3635">
                  <c:v>46005</c:v>
                </c:pt>
                <c:pt idx="3636">
                  <c:v>46006</c:v>
                </c:pt>
                <c:pt idx="3637">
                  <c:v>46007</c:v>
                </c:pt>
                <c:pt idx="3638">
                  <c:v>46008</c:v>
                </c:pt>
                <c:pt idx="3639">
                  <c:v>46009</c:v>
                </c:pt>
                <c:pt idx="3640">
                  <c:v>46010</c:v>
                </c:pt>
                <c:pt idx="3641">
                  <c:v>46011</c:v>
                </c:pt>
                <c:pt idx="3642">
                  <c:v>46012</c:v>
                </c:pt>
                <c:pt idx="3643">
                  <c:v>46013</c:v>
                </c:pt>
                <c:pt idx="3644">
                  <c:v>46014</c:v>
                </c:pt>
                <c:pt idx="3645">
                  <c:v>46015</c:v>
                </c:pt>
                <c:pt idx="3646">
                  <c:v>46016</c:v>
                </c:pt>
                <c:pt idx="3647">
                  <c:v>46017</c:v>
                </c:pt>
                <c:pt idx="3648">
                  <c:v>46018</c:v>
                </c:pt>
                <c:pt idx="3649">
                  <c:v>46019</c:v>
                </c:pt>
                <c:pt idx="3650">
                  <c:v>46020</c:v>
                </c:pt>
                <c:pt idx="3651">
                  <c:v>46021</c:v>
                </c:pt>
                <c:pt idx="3652">
                  <c:v>46022</c:v>
                </c:pt>
                <c:pt idx="3653">
                  <c:v>46023</c:v>
                </c:pt>
                <c:pt idx="3654">
                  <c:v>46024</c:v>
                </c:pt>
                <c:pt idx="3655">
                  <c:v>46025</c:v>
                </c:pt>
                <c:pt idx="3656">
                  <c:v>46026</c:v>
                </c:pt>
                <c:pt idx="3657">
                  <c:v>46027</c:v>
                </c:pt>
                <c:pt idx="3658">
                  <c:v>46028</c:v>
                </c:pt>
                <c:pt idx="3659">
                  <c:v>46029</c:v>
                </c:pt>
                <c:pt idx="3660">
                  <c:v>46030</c:v>
                </c:pt>
                <c:pt idx="3661">
                  <c:v>46031</c:v>
                </c:pt>
                <c:pt idx="3662">
                  <c:v>46032</c:v>
                </c:pt>
                <c:pt idx="3663">
                  <c:v>46033</c:v>
                </c:pt>
                <c:pt idx="3664">
                  <c:v>46034</c:v>
                </c:pt>
                <c:pt idx="3665">
                  <c:v>46035</c:v>
                </c:pt>
                <c:pt idx="3666">
                  <c:v>46036</c:v>
                </c:pt>
                <c:pt idx="3667">
                  <c:v>46037</c:v>
                </c:pt>
                <c:pt idx="3668">
                  <c:v>46038</c:v>
                </c:pt>
                <c:pt idx="3669">
                  <c:v>46039</c:v>
                </c:pt>
                <c:pt idx="3670">
                  <c:v>46040</c:v>
                </c:pt>
                <c:pt idx="3671">
                  <c:v>46041</c:v>
                </c:pt>
                <c:pt idx="3672">
                  <c:v>46042</c:v>
                </c:pt>
                <c:pt idx="3673">
                  <c:v>46043</c:v>
                </c:pt>
                <c:pt idx="3674">
                  <c:v>46044</c:v>
                </c:pt>
                <c:pt idx="3675">
                  <c:v>46045</c:v>
                </c:pt>
                <c:pt idx="3676">
                  <c:v>46046</c:v>
                </c:pt>
                <c:pt idx="3677">
                  <c:v>46047</c:v>
                </c:pt>
                <c:pt idx="3678">
                  <c:v>46048</c:v>
                </c:pt>
                <c:pt idx="3679">
                  <c:v>46049</c:v>
                </c:pt>
                <c:pt idx="3680">
                  <c:v>46050</c:v>
                </c:pt>
                <c:pt idx="3681">
                  <c:v>46051</c:v>
                </c:pt>
                <c:pt idx="3682">
                  <c:v>46052</c:v>
                </c:pt>
                <c:pt idx="3683">
                  <c:v>46053</c:v>
                </c:pt>
                <c:pt idx="3684">
                  <c:v>46054</c:v>
                </c:pt>
                <c:pt idx="3685">
                  <c:v>46055</c:v>
                </c:pt>
                <c:pt idx="3686">
                  <c:v>46056</c:v>
                </c:pt>
                <c:pt idx="3687">
                  <c:v>46057</c:v>
                </c:pt>
                <c:pt idx="3688">
                  <c:v>46058</c:v>
                </c:pt>
                <c:pt idx="3689">
                  <c:v>46059</c:v>
                </c:pt>
                <c:pt idx="3690">
                  <c:v>46060</c:v>
                </c:pt>
                <c:pt idx="3691">
                  <c:v>46061</c:v>
                </c:pt>
                <c:pt idx="3692">
                  <c:v>46062</c:v>
                </c:pt>
                <c:pt idx="3693">
                  <c:v>46063</c:v>
                </c:pt>
                <c:pt idx="3694">
                  <c:v>46064</c:v>
                </c:pt>
                <c:pt idx="3695">
                  <c:v>46065</c:v>
                </c:pt>
                <c:pt idx="3696">
                  <c:v>46066</c:v>
                </c:pt>
                <c:pt idx="3697">
                  <c:v>46067</c:v>
                </c:pt>
                <c:pt idx="3698">
                  <c:v>46068</c:v>
                </c:pt>
                <c:pt idx="3699">
                  <c:v>46069</c:v>
                </c:pt>
                <c:pt idx="3700">
                  <c:v>46070</c:v>
                </c:pt>
                <c:pt idx="3701">
                  <c:v>46071</c:v>
                </c:pt>
                <c:pt idx="3702">
                  <c:v>46072</c:v>
                </c:pt>
                <c:pt idx="3703">
                  <c:v>46073</c:v>
                </c:pt>
                <c:pt idx="3704">
                  <c:v>46074</c:v>
                </c:pt>
                <c:pt idx="3705">
                  <c:v>46075</c:v>
                </c:pt>
                <c:pt idx="3706">
                  <c:v>46076</c:v>
                </c:pt>
                <c:pt idx="3707">
                  <c:v>46077</c:v>
                </c:pt>
                <c:pt idx="3708">
                  <c:v>46078</c:v>
                </c:pt>
                <c:pt idx="3709">
                  <c:v>46079</c:v>
                </c:pt>
                <c:pt idx="3710">
                  <c:v>46080</c:v>
                </c:pt>
                <c:pt idx="3711">
                  <c:v>46081</c:v>
                </c:pt>
                <c:pt idx="3712">
                  <c:v>46082</c:v>
                </c:pt>
                <c:pt idx="3713">
                  <c:v>46083</c:v>
                </c:pt>
                <c:pt idx="3714">
                  <c:v>46084</c:v>
                </c:pt>
                <c:pt idx="3715">
                  <c:v>46085</c:v>
                </c:pt>
                <c:pt idx="3716">
                  <c:v>46086</c:v>
                </c:pt>
                <c:pt idx="3717">
                  <c:v>46087</c:v>
                </c:pt>
                <c:pt idx="3718">
                  <c:v>46088</c:v>
                </c:pt>
                <c:pt idx="3719">
                  <c:v>46089</c:v>
                </c:pt>
                <c:pt idx="3720">
                  <c:v>46090</c:v>
                </c:pt>
                <c:pt idx="3721">
                  <c:v>46091</c:v>
                </c:pt>
                <c:pt idx="3722">
                  <c:v>46092</c:v>
                </c:pt>
                <c:pt idx="3723">
                  <c:v>46093</c:v>
                </c:pt>
                <c:pt idx="3724">
                  <c:v>46094</c:v>
                </c:pt>
                <c:pt idx="3725">
                  <c:v>46095</c:v>
                </c:pt>
                <c:pt idx="3726">
                  <c:v>46096</c:v>
                </c:pt>
                <c:pt idx="3727">
                  <c:v>46097</c:v>
                </c:pt>
                <c:pt idx="3728">
                  <c:v>46098</c:v>
                </c:pt>
                <c:pt idx="3729">
                  <c:v>46099</c:v>
                </c:pt>
                <c:pt idx="3730">
                  <c:v>46100</c:v>
                </c:pt>
                <c:pt idx="3731">
                  <c:v>46101</c:v>
                </c:pt>
                <c:pt idx="3732">
                  <c:v>46102</c:v>
                </c:pt>
                <c:pt idx="3733">
                  <c:v>46103</c:v>
                </c:pt>
                <c:pt idx="3734">
                  <c:v>46104</c:v>
                </c:pt>
                <c:pt idx="3735">
                  <c:v>46105</c:v>
                </c:pt>
                <c:pt idx="3736">
                  <c:v>46106</c:v>
                </c:pt>
                <c:pt idx="3737">
                  <c:v>46107</c:v>
                </c:pt>
                <c:pt idx="3738">
                  <c:v>46108</c:v>
                </c:pt>
                <c:pt idx="3739">
                  <c:v>46109</c:v>
                </c:pt>
                <c:pt idx="3740">
                  <c:v>46110</c:v>
                </c:pt>
                <c:pt idx="3741">
                  <c:v>46111</c:v>
                </c:pt>
                <c:pt idx="3742">
                  <c:v>46112</c:v>
                </c:pt>
                <c:pt idx="3743">
                  <c:v>46113</c:v>
                </c:pt>
                <c:pt idx="3744">
                  <c:v>46114</c:v>
                </c:pt>
                <c:pt idx="3745">
                  <c:v>46115</c:v>
                </c:pt>
                <c:pt idx="3746">
                  <c:v>46116</c:v>
                </c:pt>
                <c:pt idx="3747">
                  <c:v>46117</c:v>
                </c:pt>
                <c:pt idx="3748">
                  <c:v>46118</c:v>
                </c:pt>
                <c:pt idx="3749">
                  <c:v>46119</c:v>
                </c:pt>
                <c:pt idx="3750">
                  <c:v>46120</c:v>
                </c:pt>
                <c:pt idx="3751">
                  <c:v>46121</c:v>
                </c:pt>
                <c:pt idx="3752">
                  <c:v>46122</c:v>
                </c:pt>
                <c:pt idx="3753">
                  <c:v>46123</c:v>
                </c:pt>
                <c:pt idx="3754">
                  <c:v>46124</c:v>
                </c:pt>
                <c:pt idx="3755">
                  <c:v>46125</c:v>
                </c:pt>
                <c:pt idx="3756">
                  <c:v>46126</c:v>
                </c:pt>
                <c:pt idx="3757">
                  <c:v>46127</c:v>
                </c:pt>
                <c:pt idx="3758">
                  <c:v>46128</c:v>
                </c:pt>
                <c:pt idx="3759">
                  <c:v>46129</c:v>
                </c:pt>
                <c:pt idx="3760">
                  <c:v>46130</c:v>
                </c:pt>
                <c:pt idx="3761">
                  <c:v>46131</c:v>
                </c:pt>
                <c:pt idx="3762">
                  <c:v>46132</c:v>
                </c:pt>
                <c:pt idx="3763">
                  <c:v>46133</c:v>
                </c:pt>
                <c:pt idx="3764">
                  <c:v>46134</c:v>
                </c:pt>
                <c:pt idx="3765">
                  <c:v>46135</c:v>
                </c:pt>
                <c:pt idx="3766">
                  <c:v>46136</c:v>
                </c:pt>
                <c:pt idx="3767">
                  <c:v>46137</c:v>
                </c:pt>
                <c:pt idx="3768">
                  <c:v>46138</c:v>
                </c:pt>
                <c:pt idx="3769">
                  <c:v>46139</c:v>
                </c:pt>
                <c:pt idx="3770">
                  <c:v>46140</c:v>
                </c:pt>
                <c:pt idx="3771">
                  <c:v>46141</c:v>
                </c:pt>
                <c:pt idx="3772">
                  <c:v>46142</c:v>
                </c:pt>
                <c:pt idx="3773">
                  <c:v>46143</c:v>
                </c:pt>
                <c:pt idx="3774">
                  <c:v>46144</c:v>
                </c:pt>
                <c:pt idx="3775">
                  <c:v>46145</c:v>
                </c:pt>
                <c:pt idx="3776">
                  <c:v>46146</c:v>
                </c:pt>
                <c:pt idx="3777">
                  <c:v>46147</c:v>
                </c:pt>
                <c:pt idx="3778">
                  <c:v>46148</c:v>
                </c:pt>
                <c:pt idx="3779">
                  <c:v>46149</c:v>
                </c:pt>
                <c:pt idx="3780">
                  <c:v>46150</c:v>
                </c:pt>
                <c:pt idx="3781">
                  <c:v>46151</c:v>
                </c:pt>
                <c:pt idx="3782">
                  <c:v>46152</c:v>
                </c:pt>
                <c:pt idx="3783">
                  <c:v>46153</c:v>
                </c:pt>
                <c:pt idx="3784">
                  <c:v>46154</c:v>
                </c:pt>
                <c:pt idx="3785">
                  <c:v>46155</c:v>
                </c:pt>
                <c:pt idx="3786">
                  <c:v>46156</c:v>
                </c:pt>
                <c:pt idx="3787">
                  <c:v>46157</c:v>
                </c:pt>
                <c:pt idx="3788">
                  <c:v>46158</c:v>
                </c:pt>
                <c:pt idx="3789">
                  <c:v>46159</c:v>
                </c:pt>
                <c:pt idx="3790">
                  <c:v>46160</c:v>
                </c:pt>
                <c:pt idx="3791">
                  <c:v>46161</c:v>
                </c:pt>
                <c:pt idx="3792">
                  <c:v>46162</c:v>
                </c:pt>
                <c:pt idx="3793">
                  <c:v>46163</c:v>
                </c:pt>
                <c:pt idx="3794">
                  <c:v>46164</c:v>
                </c:pt>
                <c:pt idx="3795">
                  <c:v>46165</c:v>
                </c:pt>
                <c:pt idx="3796">
                  <c:v>46166</c:v>
                </c:pt>
                <c:pt idx="3797">
                  <c:v>46167</c:v>
                </c:pt>
                <c:pt idx="3798">
                  <c:v>46168</c:v>
                </c:pt>
                <c:pt idx="3799">
                  <c:v>46169</c:v>
                </c:pt>
                <c:pt idx="3800">
                  <c:v>46170</c:v>
                </c:pt>
                <c:pt idx="3801">
                  <c:v>46171</c:v>
                </c:pt>
                <c:pt idx="3802">
                  <c:v>46172</c:v>
                </c:pt>
                <c:pt idx="3803">
                  <c:v>46173</c:v>
                </c:pt>
                <c:pt idx="3804">
                  <c:v>46174</c:v>
                </c:pt>
                <c:pt idx="3805">
                  <c:v>46175</c:v>
                </c:pt>
                <c:pt idx="3806">
                  <c:v>46176</c:v>
                </c:pt>
                <c:pt idx="3807">
                  <c:v>46177</c:v>
                </c:pt>
                <c:pt idx="3808">
                  <c:v>46178</c:v>
                </c:pt>
                <c:pt idx="3809">
                  <c:v>46179</c:v>
                </c:pt>
                <c:pt idx="3810">
                  <c:v>46180</c:v>
                </c:pt>
                <c:pt idx="3811">
                  <c:v>46181</c:v>
                </c:pt>
                <c:pt idx="3812">
                  <c:v>46182</c:v>
                </c:pt>
                <c:pt idx="3813">
                  <c:v>46183</c:v>
                </c:pt>
                <c:pt idx="3814">
                  <c:v>46184</c:v>
                </c:pt>
                <c:pt idx="3815">
                  <c:v>46185</c:v>
                </c:pt>
                <c:pt idx="3816">
                  <c:v>46186</c:v>
                </c:pt>
                <c:pt idx="3817">
                  <c:v>46187</c:v>
                </c:pt>
                <c:pt idx="3818">
                  <c:v>46188</c:v>
                </c:pt>
                <c:pt idx="3819">
                  <c:v>46189</c:v>
                </c:pt>
                <c:pt idx="3820">
                  <c:v>46190</c:v>
                </c:pt>
                <c:pt idx="3821">
                  <c:v>46191</c:v>
                </c:pt>
                <c:pt idx="3822">
                  <c:v>46192</c:v>
                </c:pt>
                <c:pt idx="3823">
                  <c:v>46193</c:v>
                </c:pt>
                <c:pt idx="3824">
                  <c:v>46194</c:v>
                </c:pt>
                <c:pt idx="3825">
                  <c:v>46195</c:v>
                </c:pt>
                <c:pt idx="3826">
                  <c:v>46196</c:v>
                </c:pt>
                <c:pt idx="3827">
                  <c:v>46197</c:v>
                </c:pt>
                <c:pt idx="3828">
                  <c:v>46198</c:v>
                </c:pt>
                <c:pt idx="3829">
                  <c:v>46199</c:v>
                </c:pt>
                <c:pt idx="3830">
                  <c:v>46200</c:v>
                </c:pt>
                <c:pt idx="3831">
                  <c:v>46201</c:v>
                </c:pt>
                <c:pt idx="3832">
                  <c:v>46202</c:v>
                </c:pt>
                <c:pt idx="3833">
                  <c:v>46203</c:v>
                </c:pt>
                <c:pt idx="3834">
                  <c:v>46204</c:v>
                </c:pt>
                <c:pt idx="3835">
                  <c:v>46205</c:v>
                </c:pt>
                <c:pt idx="3836">
                  <c:v>46206</c:v>
                </c:pt>
                <c:pt idx="3837">
                  <c:v>46207</c:v>
                </c:pt>
                <c:pt idx="3838">
                  <c:v>46208</c:v>
                </c:pt>
                <c:pt idx="3839">
                  <c:v>46209</c:v>
                </c:pt>
                <c:pt idx="3840">
                  <c:v>46210</c:v>
                </c:pt>
                <c:pt idx="3841">
                  <c:v>46211</c:v>
                </c:pt>
                <c:pt idx="3842">
                  <c:v>46212</c:v>
                </c:pt>
                <c:pt idx="3843">
                  <c:v>46213</c:v>
                </c:pt>
                <c:pt idx="3844">
                  <c:v>46214</c:v>
                </c:pt>
                <c:pt idx="3845">
                  <c:v>46215</c:v>
                </c:pt>
                <c:pt idx="3846">
                  <c:v>46216</c:v>
                </c:pt>
                <c:pt idx="3847">
                  <c:v>46217</c:v>
                </c:pt>
                <c:pt idx="3848">
                  <c:v>46218</c:v>
                </c:pt>
                <c:pt idx="3849">
                  <c:v>46219</c:v>
                </c:pt>
                <c:pt idx="3850">
                  <c:v>46220</c:v>
                </c:pt>
                <c:pt idx="3851">
                  <c:v>46221</c:v>
                </c:pt>
                <c:pt idx="3852">
                  <c:v>46222</c:v>
                </c:pt>
                <c:pt idx="3853">
                  <c:v>46223</c:v>
                </c:pt>
                <c:pt idx="3854">
                  <c:v>46224</c:v>
                </c:pt>
                <c:pt idx="3855">
                  <c:v>46225</c:v>
                </c:pt>
                <c:pt idx="3856">
                  <c:v>46226</c:v>
                </c:pt>
                <c:pt idx="3857">
                  <c:v>46227</c:v>
                </c:pt>
                <c:pt idx="3858">
                  <c:v>46228</c:v>
                </c:pt>
                <c:pt idx="3859">
                  <c:v>46229</c:v>
                </c:pt>
                <c:pt idx="3860">
                  <c:v>46230</c:v>
                </c:pt>
                <c:pt idx="3861">
                  <c:v>46231</c:v>
                </c:pt>
                <c:pt idx="3862">
                  <c:v>46232</c:v>
                </c:pt>
                <c:pt idx="3863">
                  <c:v>46233</c:v>
                </c:pt>
                <c:pt idx="3864">
                  <c:v>46234</c:v>
                </c:pt>
                <c:pt idx="3865">
                  <c:v>46235</c:v>
                </c:pt>
                <c:pt idx="3866">
                  <c:v>46236</c:v>
                </c:pt>
                <c:pt idx="3867">
                  <c:v>46237</c:v>
                </c:pt>
                <c:pt idx="3868">
                  <c:v>46238</c:v>
                </c:pt>
                <c:pt idx="3869">
                  <c:v>46239</c:v>
                </c:pt>
                <c:pt idx="3870">
                  <c:v>46240</c:v>
                </c:pt>
                <c:pt idx="3871">
                  <c:v>46241</c:v>
                </c:pt>
                <c:pt idx="3872">
                  <c:v>46242</c:v>
                </c:pt>
                <c:pt idx="3873">
                  <c:v>46243</c:v>
                </c:pt>
                <c:pt idx="3874">
                  <c:v>46244</c:v>
                </c:pt>
                <c:pt idx="3875">
                  <c:v>46245</c:v>
                </c:pt>
                <c:pt idx="3876">
                  <c:v>46246</c:v>
                </c:pt>
                <c:pt idx="3877">
                  <c:v>46247</c:v>
                </c:pt>
                <c:pt idx="3878">
                  <c:v>46248</c:v>
                </c:pt>
                <c:pt idx="3879">
                  <c:v>46249</c:v>
                </c:pt>
                <c:pt idx="3880">
                  <c:v>46250</c:v>
                </c:pt>
                <c:pt idx="3881">
                  <c:v>46251</c:v>
                </c:pt>
                <c:pt idx="3882">
                  <c:v>46252</c:v>
                </c:pt>
                <c:pt idx="3883">
                  <c:v>46253</c:v>
                </c:pt>
                <c:pt idx="3884">
                  <c:v>46254</c:v>
                </c:pt>
                <c:pt idx="3885">
                  <c:v>46255</c:v>
                </c:pt>
                <c:pt idx="3886">
                  <c:v>46256</c:v>
                </c:pt>
                <c:pt idx="3887">
                  <c:v>46257</c:v>
                </c:pt>
                <c:pt idx="3888">
                  <c:v>46258</c:v>
                </c:pt>
                <c:pt idx="3889">
                  <c:v>46259</c:v>
                </c:pt>
                <c:pt idx="3890">
                  <c:v>46260</c:v>
                </c:pt>
                <c:pt idx="3891">
                  <c:v>46261</c:v>
                </c:pt>
                <c:pt idx="3892">
                  <c:v>46262</c:v>
                </c:pt>
                <c:pt idx="3893">
                  <c:v>46263</c:v>
                </c:pt>
                <c:pt idx="3894">
                  <c:v>46264</c:v>
                </c:pt>
                <c:pt idx="3895">
                  <c:v>46265</c:v>
                </c:pt>
                <c:pt idx="3896">
                  <c:v>46266</c:v>
                </c:pt>
                <c:pt idx="3897">
                  <c:v>46267</c:v>
                </c:pt>
                <c:pt idx="3898">
                  <c:v>46268</c:v>
                </c:pt>
                <c:pt idx="3899">
                  <c:v>46269</c:v>
                </c:pt>
                <c:pt idx="3900">
                  <c:v>46270</c:v>
                </c:pt>
                <c:pt idx="3901">
                  <c:v>46271</c:v>
                </c:pt>
                <c:pt idx="3902">
                  <c:v>46272</c:v>
                </c:pt>
                <c:pt idx="3903">
                  <c:v>46273</c:v>
                </c:pt>
                <c:pt idx="3904">
                  <c:v>46274</c:v>
                </c:pt>
                <c:pt idx="3905">
                  <c:v>46275</c:v>
                </c:pt>
                <c:pt idx="3906">
                  <c:v>46276</c:v>
                </c:pt>
                <c:pt idx="3907">
                  <c:v>46277</c:v>
                </c:pt>
                <c:pt idx="3908">
                  <c:v>46278</c:v>
                </c:pt>
                <c:pt idx="3909">
                  <c:v>46279</c:v>
                </c:pt>
                <c:pt idx="3910">
                  <c:v>46280</c:v>
                </c:pt>
                <c:pt idx="3911">
                  <c:v>46281</c:v>
                </c:pt>
                <c:pt idx="3912">
                  <c:v>46282</c:v>
                </c:pt>
                <c:pt idx="3913">
                  <c:v>46283</c:v>
                </c:pt>
                <c:pt idx="3914">
                  <c:v>46284</c:v>
                </c:pt>
                <c:pt idx="3915">
                  <c:v>46285</c:v>
                </c:pt>
                <c:pt idx="3916">
                  <c:v>46286</c:v>
                </c:pt>
                <c:pt idx="3917">
                  <c:v>46287</c:v>
                </c:pt>
                <c:pt idx="3918">
                  <c:v>46288</c:v>
                </c:pt>
                <c:pt idx="3919">
                  <c:v>46289</c:v>
                </c:pt>
                <c:pt idx="3920">
                  <c:v>46290</c:v>
                </c:pt>
                <c:pt idx="3921">
                  <c:v>46291</c:v>
                </c:pt>
                <c:pt idx="3922">
                  <c:v>46292</c:v>
                </c:pt>
                <c:pt idx="3923">
                  <c:v>46293</c:v>
                </c:pt>
                <c:pt idx="3924">
                  <c:v>46294</c:v>
                </c:pt>
                <c:pt idx="3925">
                  <c:v>46295</c:v>
                </c:pt>
                <c:pt idx="3926">
                  <c:v>46296</c:v>
                </c:pt>
                <c:pt idx="3927">
                  <c:v>46297</c:v>
                </c:pt>
                <c:pt idx="3928">
                  <c:v>46298</c:v>
                </c:pt>
                <c:pt idx="3929">
                  <c:v>46299</c:v>
                </c:pt>
                <c:pt idx="3930">
                  <c:v>46300</c:v>
                </c:pt>
                <c:pt idx="3931">
                  <c:v>46301</c:v>
                </c:pt>
                <c:pt idx="3932">
                  <c:v>46302</c:v>
                </c:pt>
                <c:pt idx="3933">
                  <c:v>46303</c:v>
                </c:pt>
                <c:pt idx="3934">
                  <c:v>46304</c:v>
                </c:pt>
                <c:pt idx="3935">
                  <c:v>46305</c:v>
                </c:pt>
                <c:pt idx="3936">
                  <c:v>46306</c:v>
                </c:pt>
                <c:pt idx="3937">
                  <c:v>46307</c:v>
                </c:pt>
                <c:pt idx="3938">
                  <c:v>46308</c:v>
                </c:pt>
                <c:pt idx="3939">
                  <c:v>46309</c:v>
                </c:pt>
                <c:pt idx="3940">
                  <c:v>46310</c:v>
                </c:pt>
                <c:pt idx="3941">
                  <c:v>46311</c:v>
                </c:pt>
                <c:pt idx="3942">
                  <c:v>46312</c:v>
                </c:pt>
                <c:pt idx="3943">
                  <c:v>46313</c:v>
                </c:pt>
                <c:pt idx="3944">
                  <c:v>46314</c:v>
                </c:pt>
                <c:pt idx="3945">
                  <c:v>46315</c:v>
                </c:pt>
                <c:pt idx="3946">
                  <c:v>46316</c:v>
                </c:pt>
                <c:pt idx="3947">
                  <c:v>46317</c:v>
                </c:pt>
                <c:pt idx="3948">
                  <c:v>46318</c:v>
                </c:pt>
                <c:pt idx="3949">
                  <c:v>46319</c:v>
                </c:pt>
                <c:pt idx="3950">
                  <c:v>46320</c:v>
                </c:pt>
                <c:pt idx="3951">
                  <c:v>46321</c:v>
                </c:pt>
                <c:pt idx="3952">
                  <c:v>46322</c:v>
                </c:pt>
                <c:pt idx="3953">
                  <c:v>46323</c:v>
                </c:pt>
                <c:pt idx="3954">
                  <c:v>46324</c:v>
                </c:pt>
                <c:pt idx="3955">
                  <c:v>46325</c:v>
                </c:pt>
                <c:pt idx="3956">
                  <c:v>46326</c:v>
                </c:pt>
                <c:pt idx="3957">
                  <c:v>46327</c:v>
                </c:pt>
                <c:pt idx="3958">
                  <c:v>46328</c:v>
                </c:pt>
                <c:pt idx="3959">
                  <c:v>46329</c:v>
                </c:pt>
                <c:pt idx="3960">
                  <c:v>46330</c:v>
                </c:pt>
                <c:pt idx="3961">
                  <c:v>46331</c:v>
                </c:pt>
                <c:pt idx="3962">
                  <c:v>46332</c:v>
                </c:pt>
                <c:pt idx="3963">
                  <c:v>46333</c:v>
                </c:pt>
                <c:pt idx="3964">
                  <c:v>46334</c:v>
                </c:pt>
                <c:pt idx="3965">
                  <c:v>46335</c:v>
                </c:pt>
                <c:pt idx="3966">
                  <c:v>46336</c:v>
                </c:pt>
                <c:pt idx="3967">
                  <c:v>46337</c:v>
                </c:pt>
                <c:pt idx="3968">
                  <c:v>46338</c:v>
                </c:pt>
                <c:pt idx="3969">
                  <c:v>46339</c:v>
                </c:pt>
                <c:pt idx="3970">
                  <c:v>46340</c:v>
                </c:pt>
                <c:pt idx="3971">
                  <c:v>46341</c:v>
                </c:pt>
                <c:pt idx="3972">
                  <c:v>46342</c:v>
                </c:pt>
                <c:pt idx="3973">
                  <c:v>46343</c:v>
                </c:pt>
                <c:pt idx="3974">
                  <c:v>46344</c:v>
                </c:pt>
                <c:pt idx="3975">
                  <c:v>46345</c:v>
                </c:pt>
                <c:pt idx="3976">
                  <c:v>46346</c:v>
                </c:pt>
                <c:pt idx="3977">
                  <c:v>46347</c:v>
                </c:pt>
                <c:pt idx="3978">
                  <c:v>46348</c:v>
                </c:pt>
                <c:pt idx="3979">
                  <c:v>46349</c:v>
                </c:pt>
                <c:pt idx="3980">
                  <c:v>46350</c:v>
                </c:pt>
                <c:pt idx="3981">
                  <c:v>46351</c:v>
                </c:pt>
                <c:pt idx="3982">
                  <c:v>46352</c:v>
                </c:pt>
                <c:pt idx="3983">
                  <c:v>46353</c:v>
                </c:pt>
                <c:pt idx="3984">
                  <c:v>46354</c:v>
                </c:pt>
                <c:pt idx="3985">
                  <c:v>46355</c:v>
                </c:pt>
                <c:pt idx="3986">
                  <c:v>46356</c:v>
                </c:pt>
                <c:pt idx="3987">
                  <c:v>46357</c:v>
                </c:pt>
                <c:pt idx="3988">
                  <c:v>46358</c:v>
                </c:pt>
                <c:pt idx="3989">
                  <c:v>46359</c:v>
                </c:pt>
                <c:pt idx="3990">
                  <c:v>46360</c:v>
                </c:pt>
                <c:pt idx="3991">
                  <c:v>46361</c:v>
                </c:pt>
                <c:pt idx="3992">
                  <c:v>46362</c:v>
                </c:pt>
                <c:pt idx="3993">
                  <c:v>46363</c:v>
                </c:pt>
                <c:pt idx="3994">
                  <c:v>46364</c:v>
                </c:pt>
                <c:pt idx="3995">
                  <c:v>46365</c:v>
                </c:pt>
                <c:pt idx="3996">
                  <c:v>46366</c:v>
                </c:pt>
                <c:pt idx="3997">
                  <c:v>46367</c:v>
                </c:pt>
                <c:pt idx="3998">
                  <c:v>46368</c:v>
                </c:pt>
                <c:pt idx="3999">
                  <c:v>46369</c:v>
                </c:pt>
                <c:pt idx="4000">
                  <c:v>46370</c:v>
                </c:pt>
                <c:pt idx="4001">
                  <c:v>46371</c:v>
                </c:pt>
                <c:pt idx="4002">
                  <c:v>46372</c:v>
                </c:pt>
                <c:pt idx="4003">
                  <c:v>46373</c:v>
                </c:pt>
                <c:pt idx="4004">
                  <c:v>46374</c:v>
                </c:pt>
                <c:pt idx="4005">
                  <c:v>46375</c:v>
                </c:pt>
                <c:pt idx="4006">
                  <c:v>46376</c:v>
                </c:pt>
                <c:pt idx="4007">
                  <c:v>46377</c:v>
                </c:pt>
                <c:pt idx="4008">
                  <c:v>46378</c:v>
                </c:pt>
                <c:pt idx="4009">
                  <c:v>46379</c:v>
                </c:pt>
                <c:pt idx="4010">
                  <c:v>46380</c:v>
                </c:pt>
                <c:pt idx="4011">
                  <c:v>46381</c:v>
                </c:pt>
                <c:pt idx="4012">
                  <c:v>46382</c:v>
                </c:pt>
                <c:pt idx="4013">
                  <c:v>46383</c:v>
                </c:pt>
                <c:pt idx="4014">
                  <c:v>46384</c:v>
                </c:pt>
                <c:pt idx="4015">
                  <c:v>46385</c:v>
                </c:pt>
                <c:pt idx="4016">
                  <c:v>46386</c:v>
                </c:pt>
                <c:pt idx="4017">
                  <c:v>46387</c:v>
                </c:pt>
                <c:pt idx="4018">
                  <c:v>46388</c:v>
                </c:pt>
                <c:pt idx="4019">
                  <c:v>46389</c:v>
                </c:pt>
                <c:pt idx="4020">
                  <c:v>46390</c:v>
                </c:pt>
                <c:pt idx="4021">
                  <c:v>46391</c:v>
                </c:pt>
                <c:pt idx="4022">
                  <c:v>46392</c:v>
                </c:pt>
                <c:pt idx="4023">
                  <c:v>46393</c:v>
                </c:pt>
                <c:pt idx="4024">
                  <c:v>46394</c:v>
                </c:pt>
                <c:pt idx="4025">
                  <c:v>46395</c:v>
                </c:pt>
                <c:pt idx="4026">
                  <c:v>46396</c:v>
                </c:pt>
                <c:pt idx="4027">
                  <c:v>46397</c:v>
                </c:pt>
                <c:pt idx="4028">
                  <c:v>46398</c:v>
                </c:pt>
                <c:pt idx="4029">
                  <c:v>46399</c:v>
                </c:pt>
                <c:pt idx="4030">
                  <c:v>46400</c:v>
                </c:pt>
                <c:pt idx="4031">
                  <c:v>46401</c:v>
                </c:pt>
                <c:pt idx="4032">
                  <c:v>46402</c:v>
                </c:pt>
                <c:pt idx="4033">
                  <c:v>46403</c:v>
                </c:pt>
                <c:pt idx="4034">
                  <c:v>46404</c:v>
                </c:pt>
                <c:pt idx="4035">
                  <c:v>46405</c:v>
                </c:pt>
                <c:pt idx="4036">
                  <c:v>46406</c:v>
                </c:pt>
                <c:pt idx="4037">
                  <c:v>46407</c:v>
                </c:pt>
                <c:pt idx="4038">
                  <c:v>46408</c:v>
                </c:pt>
                <c:pt idx="4039">
                  <c:v>46409</c:v>
                </c:pt>
                <c:pt idx="4040">
                  <c:v>46410</c:v>
                </c:pt>
                <c:pt idx="4041">
                  <c:v>46411</c:v>
                </c:pt>
                <c:pt idx="4042">
                  <c:v>46412</c:v>
                </c:pt>
                <c:pt idx="4043">
                  <c:v>46413</c:v>
                </c:pt>
                <c:pt idx="4044">
                  <c:v>46414</c:v>
                </c:pt>
                <c:pt idx="4045">
                  <c:v>46415</c:v>
                </c:pt>
                <c:pt idx="4046">
                  <c:v>46416</c:v>
                </c:pt>
                <c:pt idx="4047">
                  <c:v>46417</c:v>
                </c:pt>
                <c:pt idx="4048">
                  <c:v>46418</c:v>
                </c:pt>
                <c:pt idx="4049">
                  <c:v>46419</c:v>
                </c:pt>
                <c:pt idx="4050">
                  <c:v>46420</c:v>
                </c:pt>
                <c:pt idx="4051">
                  <c:v>46421</c:v>
                </c:pt>
                <c:pt idx="4052">
                  <c:v>46422</c:v>
                </c:pt>
                <c:pt idx="4053">
                  <c:v>46423</c:v>
                </c:pt>
                <c:pt idx="4054">
                  <c:v>46424</c:v>
                </c:pt>
                <c:pt idx="4055">
                  <c:v>46425</c:v>
                </c:pt>
                <c:pt idx="4056">
                  <c:v>46426</c:v>
                </c:pt>
                <c:pt idx="4057">
                  <c:v>46427</c:v>
                </c:pt>
                <c:pt idx="4058">
                  <c:v>46428</c:v>
                </c:pt>
                <c:pt idx="4059">
                  <c:v>46429</c:v>
                </c:pt>
                <c:pt idx="4060">
                  <c:v>46430</c:v>
                </c:pt>
                <c:pt idx="4061">
                  <c:v>46431</c:v>
                </c:pt>
                <c:pt idx="4062">
                  <c:v>46432</c:v>
                </c:pt>
                <c:pt idx="4063">
                  <c:v>46433</c:v>
                </c:pt>
                <c:pt idx="4064">
                  <c:v>46434</c:v>
                </c:pt>
                <c:pt idx="4065">
                  <c:v>46435</c:v>
                </c:pt>
                <c:pt idx="4066">
                  <c:v>46436</c:v>
                </c:pt>
                <c:pt idx="4067">
                  <c:v>46437</c:v>
                </c:pt>
                <c:pt idx="4068">
                  <c:v>46438</c:v>
                </c:pt>
                <c:pt idx="4069">
                  <c:v>46439</c:v>
                </c:pt>
                <c:pt idx="4070">
                  <c:v>46440</c:v>
                </c:pt>
                <c:pt idx="4071">
                  <c:v>46441</c:v>
                </c:pt>
                <c:pt idx="4072">
                  <c:v>46442</c:v>
                </c:pt>
                <c:pt idx="4073">
                  <c:v>46443</c:v>
                </c:pt>
                <c:pt idx="4074">
                  <c:v>46444</c:v>
                </c:pt>
                <c:pt idx="4075">
                  <c:v>46445</c:v>
                </c:pt>
                <c:pt idx="4076">
                  <c:v>46446</c:v>
                </c:pt>
                <c:pt idx="4077">
                  <c:v>46447</c:v>
                </c:pt>
                <c:pt idx="4078">
                  <c:v>46448</c:v>
                </c:pt>
                <c:pt idx="4079">
                  <c:v>46449</c:v>
                </c:pt>
                <c:pt idx="4080">
                  <c:v>46450</c:v>
                </c:pt>
                <c:pt idx="4081">
                  <c:v>46451</c:v>
                </c:pt>
                <c:pt idx="4082">
                  <c:v>46452</c:v>
                </c:pt>
                <c:pt idx="4083">
                  <c:v>46453</c:v>
                </c:pt>
                <c:pt idx="4084">
                  <c:v>46454</c:v>
                </c:pt>
                <c:pt idx="4085">
                  <c:v>46455</c:v>
                </c:pt>
                <c:pt idx="4086">
                  <c:v>46456</c:v>
                </c:pt>
                <c:pt idx="4087">
                  <c:v>46457</c:v>
                </c:pt>
                <c:pt idx="4088">
                  <c:v>46458</c:v>
                </c:pt>
                <c:pt idx="4089">
                  <c:v>46459</c:v>
                </c:pt>
                <c:pt idx="4090">
                  <c:v>46460</c:v>
                </c:pt>
                <c:pt idx="4091">
                  <c:v>46461</c:v>
                </c:pt>
                <c:pt idx="4092">
                  <c:v>46462</c:v>
                </c:pt>
                <c:pt idx="4093">
                  <c:v>46463</c:v>
                </c:pt>
                <c:pt idx="4094">
                  <c:v>46464</c:v>
                </c:pt>
                <c:pt idx="4095">
                  <c:v>46465</c:v>
                </c:pt>
                <c:pt idx="4096">
                  <c:v>46466</c:v>
                </c:pt>
                <c:pt idx="4097">
                  <c:v>46467</c:v>
                </c:pt>
                <c:pt idx="4098">
                  <c:v>46468</c:v>
                </c:pt>
                <c:pt idx="4099">
                  <c:v>46469</c:v>
                </c:pt>
                <c:pt idx="4100">
                  <c:v>46470</c:v>
                </c:pt>
                <c:pt idx="4101">
                  <c:v>46471</c:v>
                </c:pt>
                <c:pt idx="4102">
                  <c:v>46472</c:v>
                </c:pt>
                <c:pt idx="4103">
                  <c:v>46473</c:v>
                </c:pt>
                <c:pt idx="4104">
                  <c:v>46474</c:v>
                </c:pt>
                <c:pt idx="4105">
                  <c:v>46475</c:v>
                </c:pt>
                <c:pt idx="4106">
                  <c:v>46476</c:v>
                </c:pt>
                <c:pt idx="4107">
                  <c:v>46477</c:v>
                </c:pt>
                <c:pt idx="4108">
                  <c:v>46478</c:v>
                </c:pt>
                <c:pt idx="4109">
                  <c:v>46479</c:v>
                </c:pt>
                <c:pt idx="4110">
                  <c:v>46480</c:v>
                </c:pt>
                <c:pt idx="4111">
                  <c:v>46481</c:v>
                </c:pt>
                <c:pt idx="4112">
                  <c:v>46482</c:v>
                </c:pt>
                <c:pt idx="4113">
                  <c:v>46483</c:v>
                </c:pt>
                <c:pt idx="4114">
                  <c:v>46484</c:v>
                </c:pt>
                <c:pt idx="4115">
                  <c:v>46485</c:v>
                </c:pt>
                <c:pt idx="4116">
                  <c:v>46486</c:v>
                </c:pt>
                <c:pt idx="4117">
                  <c:v>46487</c:v>
                </c:pt>
                <c:pt idx="4118">
                  <c:v>46488</c:v>
                </c:pt>
                <c:pt idx="4119">
                  <c:v>46489</c:v>
                </c:pt>
                <c:pt idx="4120">
                  <c:v>46490</c:v>
                </c:pt>
                <c:pt idx="4121">
                  <c:v>46491</c:v>
                </c:pt>
                <c:pt idx="4122">
                  <c:v>46492</c:v>
                </c:pt>
                <c:pt idx="4123">
                  <c:v>46493</c:v>
                </c:pt>
                <c:pt idx="4124">
                  <c:v>46494</c:v>
                </c:pt>
                <c:pt idx="4125">
                  <c:v>46495</c:v>
                </c:pt>
                <c:pt idx="4126">
                  <c:v>46496</c:v>
                </c:pt>
                <c:pt idx="4127">
                  <c:v>46497</c:v>
                </c:pt>
                <c:pt idx="4128">
                  <c:v>46498</c:v>
                </c:pt>
                <c:pt idx="4129">
                  <c:v>46499</c:v>
                </c:pt>
                <c:pt idx="4130">
                  <c:v>46500</c:v>
                </c:pt>
                <c:pt idx="4131">
                  <c:v>46501</c:v>
                </c:pt>
                <c:pt idx="4132">
                  <c:v>46502</c:v>
                </c:pt>
                <c:pt idx="4133">
                  <c:v>46503</c:v>
                </c:pt>
                <c:pt idx="4134">
                  <c:v>46504</c:v>
                </c:pt>
                <c:pt idx="4135">
                  <c:v>46505</c:v>
                </c:pt>
                <c:pt idx="4136">
                  <c:v>46506</c:v>
                </c:pt>
                <c:pt idx="4137">
                  <c:v>46507</c:v>
                </c:pt>
                <c:pt idx="4138">
                  <c:v>46508</c:v>
                </c:pt>
                <c:pt idx="4139">
                  <c:v>46509</c:v>
                </c:pt>
                <c:pt idx="4140">
                  <c:v>46510</c:v>
                </c:pt>
                <c:pt idx="4141">
                  <c:v>46511</c:v>
                </c:pt>
                <c:pt idx="4142">
                  <c:v>46512</c:v>
                </c:pt>
                <c:pt idx="4143">
                  <c:v>46513</c:v>
                </c:pt>
                <c:pt idx="4144">
                  <c:v>46514</c:v>
                </c:pt>
                <c:pt idx="4145">
                  <c:v>46515</c:v>
                </c:pt>
                <c:pt idx="4146">
                  <c:v>46516</c:v>
                </c:pt>
                <c:pt idx="4147">
                  <c:v>46517</c:v>
                </c:pt>
                <c:pt idx="4148">
                  <c:v>46518</c:v>
                </c:pt>
                <c:pt idx="4149">
                  <c:v>46519</c:v>
                </c:pt>
                <c:pt idx="4150">
                  <c:v>46520</c:v>
                </c:pt>
                <c:pt idx="4151">
                  <c:v>46521</c:v>
                </c:pt>
                <c:pt idx="4152">
                  <c:v>46522</c:v>
                </c:pt>
                <c:pt idx="4153">
                  <c:v>46523</c:v>
                </c:pt>
                <c:pt idx="4154">
                  <c:v>46524</c:v>
                </c:pt>
                <c:pt idx="4155">
                  <c:v>46525</c:v>
                </c:pt>
                <c:pt idx="4156">
                  <c:v>46526</c:v>
                </c:pt>
                <c:pt idx="4157">
                  <c:v>46527</c:v>
                </c:pt>
                <c:pt idx="4158">
                  <c:v>46528</c:v>
                </c:pt>
                <c:pt idx="4159">
                  <c:v>46529</c:v>
                </c:pt>
                <c:pt idx="4160">
                  <c:v>46530</c:v>
                </c:pt>
                <c:pt idx="4161">
                  <c:v>46531</c:v>
                </c:pt>
                <c:pt idx="4162">
                  <c:v>46532</c:v>
                </c:pt>
                <c:pt idx="4163">
                  <c:v>46533</c:v>
                </c:pt>
                <c:pt idx="4164">
                  <c:v>46534</c:v>
                </c:pt>
                <c:pt idx="4165">
                  <c:v>46535</c:v>
                </c:pt>
                <c:pt idx="4166">
                  <c:v>46536</c:v>
                </c:pt>
                <c:pt idx="4167">
                  <c:v>46537</c:v>
                </c:pt>
                <c:pt idx="4168">
                  <c:v>46538</c:v>
                </c:pt>
                <c:pt idx="4169">
                  <c:v>46539</c:v>
                </c:pt>
                <c:pt idx="4170">
                  <c:v>46540</c:v>
                </c:pt>
                <c:pt idx="4171">
                  <c:v>46541</c:v>
                </c:pt>
                <c:pt idx="4172">
                  <c:v>46542</c:v>
                </c:pt>
                <c:pt idx="4173">
                  <c:v>46543</c:v>
                </c:pt>
                <c:pt idx="4174">
                  <c:v>46544</c:v>
                </c:pt>
                <c:pt idx="4175">
                  <c:v>46545</c:v>
                </c:pt>
                <c:pt idx="4176">
                  <c:v>46546</c:v>
                </c:pt>
                <c:pt idx="4177">
                  <c:v>46547</c:v>
                </c:pt>
                <c:pt idx="4178">
                  <c:v>46548</c:v>
                </c:pt>
                <c:pt idx="4179">
                  <c:v>46549</c:v>
                </c:pt>
                <c:pt idx="4180">
                  <c:v>46550</c:v>
                </c:pt>
                <c:pt idx="4181">
                  <c:v>46551</c:v>
                </c:pt>
                <c:pt idx="4182">
                  <c:v>46552</c:v>
                </c:pt>
                <c:pt idx="4183">
                  <c:v>46553</c:v>
                </c:pt>
                <c:pt idx="4184">
                  <c:v>46554</c:v>
                </c:pt>
                <c:pt idx="4185">
                  <c:v>46555</c:v>
                </c:pt>
                <c:pt idx="4186">
                  <c:v>46556</c:v>
                </c:pt>
                <c:pt idx="4187">
                  <c:v>46557</c:v>
                </c:pt>
                <c:pt idx="4188">
                  <c:v>46558</c:v>
                </c:pt>
                <c:pt idx="4189">
                  <c:v>46559</c:v>
                </c:pt>
                <c:pt idx="4190">
                  <c:v>46560</c:v>
                </c:pt>
                <c:pt idx="4191">
                  <c:v>46561</c:v>
                </c:pt>
                <c:pt idx="4192">
                  <c:v>46562</c:v>
                </c:pt>
                <c:pt idx="4193">
                  <c:v>46563</c:v>
                </c:pt>
                <c:pt idx="4194">
                  <c:v>46564</c:v>
                </c:pt>
                <c:pt idx="4195">
                  <c:v>46565</c:v>
                </c:pt>
                <c:pt idx="4196">
                  <c:v>46566</c:v>
                </c:pt>
                <c:pt idx="4197">
                  <c:v>46567</c:v>
                </c:pt>
                <c:pt idx="4198">
                  <c:v>46568</c:v>
                </c:pt>
                <c:pt idx="4199">
                  <c:v>46569</c:v>
                </c:pt>
                <c:pt idx="4200">
                  <c:v>46570</c:v>
                </c:pt>
                <c:pt idx="4201">
                  <c:v>46571</c:v>
                </c:pt>
                <c:pt idx="4202">
                  <c:v>46572</c:v>
                </c:pt>
                <c:pt idx="4203">
                  <c:v>46573</c:v>
                </c:pt>
                <c:pt idx="4204">
                  <c:v>46574</c:v>
                </c:pt>
                <c:pt idx="4205">
                  <c:v>46575</c:v>
                </c:pt>
                <c:pt idx="4206">
                  <c:v>46576</c:v>
                </c:pt>
                <c:pt idx="4207">
                  <c:v>46577</c:v>
                </c:pt>
                <c:pt idx="4208">
                  <c:v>46578</c:v>
                </c:pt>
                <c:pt idx="4209">
                  <c:v>46579</c:v>
                </c:pt>
                <c:pt idx="4210">
                  <c:v>46580</c:v>
                </c:pt>
                <c:pt idx="4211">
                  <c:v>46581</c:v>
                </c:pt>
                <c:pt idx="4212">
                  <c:v>46582</c:v>
                </c:pt>
                <c:pt idx="4213">
                  <c:v>46583</c:v>
                </c:pt>
                <c:pt idx="4214">
                  <c:v>46584</c:v>
                </c:pt>
                <c:pt idx="4215">
                  <c:v>46585</c:v>
                </c:pt>
                <c:pt idx="4216">
                  <c:v>46586</c:v>
                </c:pt>
                <c:pt idx="4217">
                  <c:v>46587</c:v>
                </c:pt>
                <c:pt idx="4218">
                  <c:v>46588</c:v>
                </c:pt>
                <c:pt idx="4219">
                  <c:v>46589</c:v>
                </c:pt>
                <c:pt idx="4220">
                  <c:v>46590</c:v>
                </c:pt>
                <c:pt idx="4221">
                  <c:v>46591</c:v>
                </c:pt>
                <c:pt idx="4222">
                  <c:v>46592</c:v>
                </c:pt>
                <c:pt idx="4223">
                  <c:v>46593</c:v>
                </c:pt>
                <c:pt idx="4224">
                  <c:v>46594</c:v>
                </c:pt>
                <c:pt idx="4225">
                  <c:v>46595</c:v>
                </c:pt>
                <c:pt idx="4226">
                  <c:v>46596</c:v>
                </c:pt>
                <c:pt idx="4227">
                  <c:v>46597</c:v>
                </c:pt>
                <c:pt idx="4228">
                  <c:v>46598</c:v>
                </c:pt>
                <c:pt idx="4229">
                  <c:v>46599</c:v>
                </c:pt>
                <c:pt idx="4230">
                  <c:v>46600</c:v>
                </c:pt>
                <c:pt idx="4231">
                  <c:v>46601</c:v>
                </c:pt>
                <c:pt idx="4232">
                  <c:v>46602</c:v>
                </c:pt>
                <c:pt idx="4233">
                  <c:v>46603</c:v>
                </c:pt>
                <c:pt idx="4234">
                  <c:v>46604</c:v>
                </c:pt>
                <c:pt idx="4235">
                  <c:v>46605</c:v>
                </c:pt>
                <c:pt idx="4236">
                  <c:v>46606</c:v>
                </c:pt>
                <c:pt idx="4237">
                  <c:v>46607</c:v>
                </c:pt>
                <c:pt idx="4238">
                  <c:v>46608</c:v>
                </c:pt>
                <c:pt idx="4239">
                  <c:v>46609</c:v>
                </c:pt>
                <c:pt idx="4240">
                  <c:v>46610</c:v>
                </c:pt>
                <c:pt idx="4241">
                  <c:v>46611</c:v>
                </c:pt>
                <c:pt idx="4242">
                  <c:v>46612</c:v>
                </c:pt>
                <c:pt idx="4243">
                  <c:v>46613</c:v>
                </c:pt>
                <c:pt idx="4244">
                  <c:v>46614</c:v>
                </c:pt>
                <c:pt idx="4245">
                  <c:v>46615</c:v>
                </c:pt>
                <c:pt idx="4246">
                  <c:v>46616</c:v>
                </c:pt>
                <c:pt idx="4247">
                  <c:v>46617</c:v>
                </c:pt>
                <c:pt idx="4248">
                  <c:v>46618</c:v>
                </c:pt>
                <c:pt idx="4249">
                  <c:v>46619</c:v>
                </c:pt>
                <c:pt idx="4250">
                  <c:v>46620</c:v>
                </c:pt>
                <c:pt idx="4251">
                  <c:v>46621</c:v>
                </c:pt>
                <c:pt idx="4252">
                  <c:v>46622</c:v>
                </c:pt>
                <c:pt idx="4253">
                  <c:v>46623</c:v>
                </c:pt>
                <c:pt idx="4254">
                  <c:v>46624</c:v>
                </c:pt>
                <c:pt idx="4255">
                  <c:v>46625</c:v>
                </c:pt>
                <c:pt idx="4256">
                  <c:v>46626</c:v>
                </c:pt>
                <c:pt idx="4257">
                  <c:v>46627</c:v>
                </c:pt>
                <c:pt idx="4258">
                  <c:v>46628</c:v>
                </c:pt>
                <c:pt idx="4259">
                  <c:v>46629</c:v>
                </c:pt>
                <c:pt idx="4260">
                  <c:v>46630</c:v>
                </c:pt>
                <c:pt idx="4261">
                  <c:v>46631</c:v>
                </c:pt>
                <c:pt idx="4262">
                  <c:v>46632</c:v>
                </c:pt>
                <c:pt idx="4263">
                  <c:v>46633</c:v>
                </c:pt>
                <c:pt idx="4264">
                  <c:v>46634</c:v>
                </c:pt>
                <c:pt idx="4265">
                  <c:v>46635</c:v>
                </c:pt>
                <c:pt idx="4266">
                  <c:v>46636</c:v>
                </c:pt>
                <c:pt idx="4267">
                  <c:v>46637</c:v>
                </c:pt>
                <c:pt idx="4268">
                  <c:v>46638</c:v>
                </c:pt>
                <c:pt idx="4269">
                  <c:v>46639</c:v>
                </c:pt>
                <c:pt idx="4270">
                  <c:v>46640</c:v>
                </c:pt>
                <c:pt idx="4271">
                  <c:v>46641</c:v>
                </c:pt>
                <c:pt idx="4272">
                  <c:v>46642</c:v>
                </c:pt>
                <c:pt idx="4273">
                  <c:v>46643</c:v>
                </c:pt>
                <c:pt idx="4274">
                  <c:v>46644</c:v>
                </c:pt>
                <c:pt idx="4275">
                  <c:v>46645</c:v>
                </c:pt>
                <c:pt idx="4276">
                  <c:v>46646</c:v>
                </c:pt>
                <c:pt idx="4277">
                  <c:v>46647</c:v>
                </c:pt>
                <c:pt idx="4278">
                  <c:v>46648</c:v>
                </c:pt>
                <c:pt idx="4279">
                  <c:v>46649</c:v>
                </c:pt>
                <c:pt idx="4280">
                  <c:v>46650</c:v>
                </c:pt>
                <c:pt idx="4281">
                  <c:v>46651</c:v>
                </c:pt>
                <c:pt idx="4282">
                  <c:v>46652</c:v>
                </c:pt>
                <c:pt idx="4283">
                  <c:v>46653</c:v>
                </c:pt>
                <c:pt idx="4284">
                  <c:v>46654</c:v>
                </c:pt>
                <c:pt idx="4285">
                  <c:v>46655</c:v>
                </c:pt>
                <c:pt idx="4286">
                  <c:v>46656</c:v>
                </c:pt>
                <c:pt idx="4287">
                  <c:v>46657</c:v>
                </c:pt>
                <c:pt idx="4288">
                  <c:v>46658</c:v>
                </c:pt>
                <c:pt idx="4289">
                  <c:v>46659</c:v>
                </c:pt>
                <c:pt idx="4290">
                  <c:v>46660</c:v>
                </c:pt>
                <c:pt idx="4291">
                  <c:v>46661</c:v>
                </c:pt>
                <c:pt idx="4292">
                  <c:v>46662</c:v>
                </c:pt>
                <c:pt idx="4293">
                  <c:v>46663</c:v>
                </c:pt>
                <c:pt idx="4294">
                  <c:v>46664</c:v>
                </c:pt>
                <c:pt idx="4295">
                  <c:v>46665</c:v>
                </c:pt>
                <c:pt idx="4296">
                  <c:v>46666</c:v>
                </c:pt>
                <c:pt idx="4297">
                  <c:v>46667</c:v>
                </c:pt>
                <c:pt idx="4298">
                  <c:v>46668</c:v>
                </c:pt>
                <c:pt idx="4299">
                  <c:v>46669</c:v>
                </c:pt>
                <c:pt idx="4300">
                  <c:v>46670</c:v>
                </c:pt>
                <c:pt idx="4301">
                  <c:v>46671</c:v>
                </c:pt>
                <c:pt idx="4302">
                  <c:v>46672</c:v>
                </c:pt>
                <c:pt idx="4303">
                  <c:v>46673</c:v>
                </c:pt>
                <c:pt idx="4304">
                  <c:v>46674</c:v>
                </c:pt>
                <c:pt idx="4305">
                  <c:v>46675</c:v>
                </c:pt>
                <c:pt idx="4306">
                  <c:v>46676</c:v>
                </c:pt>
                <c:pt idx="4307">
                  <c:v>46677</c:v>
                </c:pt>
                <c:pt idx="4308">
                  <c:v>46678</c:v>
                </c:pt>
                <c:pt idx="4309">
                  <c:v>46679</c:v>
                </c:pt>
                <c:pt idx="4310">
                  <c:v>46680</c:v>
                </c:pt>
                <c:pt idx="4311">
                  <c:v>46681</c:v>
                </c:pt>
                <c:pt idx="4312">
                  <c:v>46682</c:v>
                </c:pt>
                <c:pt idx="4313">
                  <c:v>46683</c:v>
                </c:pt>
                <c:pt idx="4314">
                  <c:v>46684</c:v>
                </c:pt>
                <c:pt idx="4315">
                  <c:v>46685</c:v>
                </c:pt>
                <c:pt idx="4316">
                  <c:v>46686</c:v>
                </c:pt>
                <c:pt idx="4317">
                  <c:v>46687</c:v>
                </c:pt>
                <c:pt idx="4318">
                  <c:v>46688</c:v>
                </c:pt>
                <c:pt idx="4319">
                  <c:v>46689</c:v>
                </c:pt>
                <c:pt idx="4320">
                  <c:v>46690</c:v>
                </c:pt>
                <c:pt idx="4321">
                  <c:v>46691</c:v>
                </c:pt>
                <c:pt idx="4322">
                  <c:v>46692</c:v>
                </c:pt>
                <c:pt idx="4323">
                  <c:v>46693</c:v>
                </c:pt>
                <c:pt idx="4324">
                  <c:v>46694</c:v>
                </c:pt>
                <c:pt idx="4325">
                  <c:v>46695</c:v>
                </c:pt>
                <c:pt idx="4326">
                  <c:v>46696</c:v>
                </c:pt>
                <c:pt idx="4327">
                  <c:v>46697</c:v>
                </c:pt>
                <c:pt idx="4328">
                  <c:v>46698</c:v>
                </c:pt>
                <c:pt idx="4329">
                  <c:v>46699</c:v>
                </c:pt>
                <c:pt idx="4330">
                  <c:v>46700</c:v>
                </c:pt>
                <c:pt idx="4331">
                  <c:v>46701</c:v>
                </c:pt>
                <c:pt idx="4332">
                  <c:v>46702</c:v>
                </c:pt>
                <c:pt idx="4333">
                  <c:v>46703</c:v>
                </c:pt>
                <c:pt idx="4334">
                  <c:v>46704</c:v>
                </c:pt>
                <c:pt idx="4335">
                  <c:v>46705</c:v>
                </c:pt>
                <c:pt idx="4336">
                  <c:v>46706</c:v>
                </c:pt>
                <c:pt idx="4337">
                  <c:v>46707</c:v>
                </c:pt>
                <c:pt idx="4338">
                  <c:v>46708</c:v>
                </c:pt>
                <c:pt idx="4339">
                  <c:v>46709</c:v>
                </c:pt>
                <c:pt idx="4340">
                  <c:v>46710</c:v>
                </c:pt>
                <c:pt idx="4341">
                  <c:v>46711</c:v>
                </c:pt>
                <c:pt idx="4342">
                  <c:v>46712</c:v>
                </c:pt>
                <c:pt idx="4343">
                  <c:v>46713</c:v>
                </c:pt>
                <c:pt idx="4344">
                  <c:v>46714</c:v>
                </c:pt>
                <c:pt idx="4345">
                  <c:v>46715</c:v>
                </c:pt>
                <c:pt idx="4346">
                  <c:v>46716</c:v>
                </c:pt>
                <c:pt idx="4347">
                  <c:v>46717</c:v>
                </c:pt>
                <c:pt idx="4348">
                  <c:v>46718</c:v>
                </c:pt>
                <c:pt idx="4349">
                  <c:v>46719</c:v>
                </c:pt>
                <c:pt idx="4350">
                  <c:v>46720</c:v>
                </c:pt>
                <c:pt idx="4351">
                  <c:v>46721</c:v>
                </c:pt>
                <c:pt idx="4352">
                  <c:v>46722</c:v>
                </c:pt>
                <c:pt idx="4353">
                  <c:v>46723</c:v>
                </c:pt>
                <c:pt idx="4354">
                  <c:v>46724</c:v>
                </c:pt>
                <c:pt idx="4355">
                  <c:v>46725</c:v>
                </c:pt>
                <c:pt idx="4356">
                  <c:v>46726</c:v>
                </c:pt>
                <c:pt idx="4357">
                  <c:v>46727</c:v>
                </c:pt>
                <c:pt idx="4358">
                  <c:v>46728</c:v>
                </c:pt>
                <c:pt idx="4359">
                  <c:v>46729</c:v>
                </c:pt>
                <c:pt idx="4360">
                  <c:v>46730</c:v>
                </c:pt>
                <c:pt idx="4361">
                  <c:v>46731</c:v>
                </c:pt>
                <c:pt idx="4362">
                  <c:v>46732</c:v>
                </c:pt>
                <c:pt idx="4363">
                  <c:v>46733</c:v>
                </c:pt>
                <c:pt idx="4364">
                  <c:v>46734</c:v>
                </c:pt>
                <c:pt idx="4365">
                  <c:v>46735</c:v>
                </c:pt>
                <c:pt idx="4366">
                  <c:v>46736</c:v>
                </c:pt>
                <c:pt idx="4367">
                  <c:v>46737</c:v>
                </c:pt>
                <c:pt idx="4368">
                  <c:v>46738</c:v>
                </c:pt>
                <c:pt idx="4369">
                  <c:v>46739</c:v>
                </c:pt>
                <c:pt idx="4370">
                  <c:v>46740</c:v>
                </c:pt>
                <c:pt idx="4371">
                  <c:v>46741</c:v>
                </c:pt>
                <c:pt idx="4372">
                  <c:v>46742</c:v>
                </c:pt>
                <c:pt idx="4373">
                  <c:v>46743</c:v>
                </c:pt>
                <c:pt idx="4374">
                  <c:v>46744</c:v>
                </c:pt>
                <c:pt idx="4375">
                  <c:v>46745</c:v>
                </c:pt>
                <c:pt idx="4376">
                  <c:v>46746</c:v>
                </c:pt>
                <c:pt idx="4377">
                  <c:v>46747</c:v>
                </c:pt>
                <c:pt idx="4378">
                  <c:v>46748</c:v>
                </c:pt>
                <c:pt idx="4379">
                  <c:v>46749</c:v>
                </c:pt>
                <c:pt idx="4380">
                  <c:v>46750</c:v>
                </c:pt>
                <c:pt idx="4381">
                  <c:v>46751</c:v>
                </c:pt>
                <c:pt idx="4382">
                  <c:v>46752</c:v>
                </c:pt>
                <c:pt idx="4383">
                  <c:v>46753</c:v>
                </c:pt>
                <c:pt idx="4384">
                  <c:v>46754</c:v>
                </c:pt>
                <c:pt idx="4385">
                  <c:v>46755</c:v>
                </c:pt>
                <c:pt idx="4386">
                  <c:v>46756</c:v>
                </c:pt>
                <c:pt idx="4387">
                  <c:v>46757</c:v>
                </c:pt>
                <c:pt idx="4388">
                  <c:v>46758</c:v>
                </c:pt>
                <c:pt idx="4389">
                  <c:v>46759</c:v>
                </c:pt>
                <c:pt idx="4390">
                  <c:v>46760</c:v>
                </c:pt>
                <c:pt idx="4391">
                  <c:v>46761</c:v>
                </c:pt>
                <c:pt idx="4392">
                  <c:v>46762</c:v>
                </c:pt>
                <c:pt idx="4393">
                  <c:v>46763</c:v>
                </c:pt>
                <c:pt idx="4394">
                  <c:v>46764</c:v>
                </c:pt>
                <c:pt idx="4395">
                  <c:v>46765</c:v>
                </c:pt>
                <c:pt idx="4396">
                  <c:v>46766</c:v>
                </c:pt>
                <c:pt idx="4397">
                  <c:v>46767</c:v>
                </c:pt>
                <c:pt idx="4398">
                  <c:v>46768</c:v>
                </c:pt>
                <c:pt idx="4399">
                  <c:v>46769</c:v>
                </c:pt>
                <c:pt idx="4400">
                  <c:v>46770</c:v>
                </c:pt>
                <c:pt idx="4401">
                  <c:v>46771</c:v>
                </c:pt>
                <c:pt idx="4402">
                  <c:v>46772</c:v>
                </c:pt>
                <c:pt idx="4403">
                  <c:v>46773</c:v>
                </c:pt>
                <c:pt idx="4404">
                  <c:v>46774</c:v>
                </c:pt>
                <c:pt idx="4405">
                  <c:v>46775</c:v>
                </c:pt>
                <c:pt idx="4406">
                  <c:v>46776</c:v>
                </c:pt>
                <c:pt idx="4407">
                  <c:v>46777</c:v>
                </c:pt>
                <c:pt idx="4408">
                  <c:v>46778</c:v>
                </c:pt>
                <c:pt idx="4409">
                  <c:v>46779</c:v>
                </c:pt>
                <c:pt idx="4410">
                  <c:v>46780</c:v>
                </c:pt>
                <c:pt idx="4411">
                  <c:v>46781</c:v>
                </c:pt>
                <c:pt idx="4412">
                  <c:v>46782</c:v>
                </c:pt>
                <c:pt idx="4413">
                  <c:v>46783</c:v>
                </c:pt>
                <c:pt idx="4414">
                  <c:v>46784</c:v>
                </c:pt>
                <c:pt idx="4415">
                  <c:v>46785</c:v>
                </c:pt>
                <c:pt idx="4416">
                  <c:v>46786</c:v>
                </c:pt>
                <c:pt idx="4417">
                  <c:v>46787</c:v>
                </c:pt>
                <c:pt idx="4418">
                  <c:v>46788</c:v>
                </c:pt>
                <c:pt idx="4419">
                  <c:v>46789</c:v>
                </c:pt>
                <c:pt idx="4420">
                  <c:v>46790</c:v>
                </c:pt>
                <c:pt idx="4421">
                  <c:v>46791</c:v>
                </c:pt>
                <c:pt idx="4422">
                  <c:v>46792</c:v>
                </c:pt>
                <c:pt idx="4423">
                  <c:v>46793</c:v>
                </c:pt>
                <c:pt idx="4424">
                  <c:v>46794</c:v>
                </c:pt>
                <c:pt idx="4425">
                  <c:v>46795</c:v>
                </c:pt>
                <c:pt idx="4426">
                  <c:v>46796</c:v>
                </c:pt>
                <c:pt idx="4427">
                  <c:v>46797</c:v>
                </c:pt>
                <c:pt idx="4428">
                  <c:v>46798</c:v>
                </c:pt>
                <c:pt idx="4429">
                  <c:v>46799</c:v>
                </c:pt>
                <c:pt idx="4430">
                  <c:v>46800</c:v>
                </c:pt>
                <c:pt idx="4431">
                  <c:v>46801</c:v>
                </c:pt>
                <c:pt idx="4432">
                  <c:v>46802</c:v>
                </c:pt>
                <c:pt idx="4433">
                  <c:v>46803</c:v>
                </c:pt>
                <c:pt idx="4434">
                  <c:v>46804</c:v>
                </c:pt>
                <c:pt idx="4435">
                  <c:v>46805</c:v>
                </c:pt>
                <c:pt idx="4436">
                  <c:v>46806</c:v>
                </c:pt>
                <c:pt idx="4437">
                  <c:v>46807</c:v>
                </c:pt>
                <c:pt idx="4438">
                  <c:v>46808</c:v>
                </c:pt>
                <c:pt idx="4439">
                  <c:v>46809</c:v>
                </c:pt>
                <c:pt idx="4440">
                  <c:v>46810</c:v>
                </c:pt>
                <c:pt idx="4441">
                  <c:v>46811</c:v>
                </c:pt>
                <c:pt idx="4442">
                  <c:v>46812</c:v>
                </c:pt>
                <c:pt idx="4443">
                  <c:v>46813</c:v>
                </c:pt>
                <c:pt idx="4444">
                  <c:v>46814</c:v>
                </c:pt>
                <c:pt idx="4445">
                  <c:v>46815</c:v>
                </c:pt>
                <c:pt idx="4446">
                  <c:v>46816</c:v>
                </c:pt>
                <c:pt idx="4447">
                  <c:v>46817</c:v>
                </c:pt>
                <c:pt idx="4448">
                  <c:v>46818</c:v>
                </c:pt>
                <c:pt idx="4449">
                  <c:v>46819</c:v>
                </c:pt>
                <c:pt idx="4450">
                  <c:v>46820</c:v>
                </c:pt>
                <c:pt idx="4451">
                  <c:v>46821</c:v>
                </c:pt>
                <c:pt idx="4452">
                  <c:v>46822</c:v>
                </c:pt>
                <c:pt idx="4453">
                  <c:v>46823</c:v>
                </c:pt>
                <c:pt idx="4454">
                  <c:v>46824</c:v>
                </c:pt>
                <c:pt idx="4455">
                  <c:v>46825</c:v>
                </c:pt>
                <c:pt idx="4456">
                  <c:v>46826</c:v>
                </c:pt>
                <c:pt idx="4457">
                  <c:v>46827</c:v>
                </c:pt>
                <c:pt idx="4458">
                  <c:v>46828</c:v>
                </c:pt>
                <c:pt idx="4459">
                  <c:v>46829</c:v>
                </c:pt>
                <c:pt idx="4460">
                  <c:v>46830</c:v>
                </c:pt>
                <c:pt idx="4461">
                  <c:v>46831</c:v>
                </c:pt>
                <c:pt idx="4462">
                  <c:v>46832</c:v>
                </c:pt>
                <c:pt idx="4463">
                  <c:v>46833</c:v>
                </c:pt>
                <c:pt idx="4464">
                  <c:v>46834</c:v>
                </c:pt>
                <c:pt idx="4465">
                  <c:v>46835</c:v>
                </c:pt>
                <c:pt idx="4466">
                  <c:v>46836</c:v>
                </c:pt>
                <c:pt idx="4467">
                  <c:v>46837</c:v>
                </c:pt>
                <c:pt idx="4468">
                  <c:v>46838</c:v>
                </c:pt>
                <c:pt idx="4469">
                  <c:v>46839</c:v>
                </c:pt>
                <c:pt idx="4470">
                  <c:v>46840</c:v>
                </c:pt>
                <c:pt idx="4471">
                  <c:v>46841</c:v>
                </c:pt>
                <c:pt idx="4472">
                  <c:v>46842</c:v>
                </c:pt>
                <c:pt idx="4473">
                  <c:v>46843</c:v>
                </c:pt>
                <c:pt idx="4474">
                  <c:v>46844</c:v>
                </c:pt>
                <c:pt idx="4475">
                  <c:v>46845</c:v>
                </c:pt>
                <c:pt idx="4476">
                  <c:v>46846</c:v>
                </c:pt>
                <c:pt idx="4477">
                  <c:v>46847</c:v>
                </c:pt>
                <c:pt idx="4478">
                  <c:v>46848</c:v>
                </c:pt>
                <c:pt idx="4479">
                  <c:v>46849</c:v>
                </c:pt>
                <c:pt idx="4480">
                  <c:v>46850</c:v>
                </c:pt>
                <c:pt idx="4481">
                  <c:v>46851</c:v>
                </c:pt>
                <c:pt idx="4482">
                  <c:v>46852</c:v>
                </c:pt>
                <c:pt idx="4483">
                  <c:v>46853</c:v>
                </c:pt>
                <c:pt idx="4484">
                  <c:v>46854</c:v>
                </c:pt>
                <c:pt idx="4485">
                  <c:v>46855</c:v>
                </c:pt>
                <c:pt idx="4486">
                  <c:v>46856</c:v>
                </c:pt>
                <c:pt idx="4487">
                  <c:v>46857</c:v>
                </c:pt>
                <c:pt idx="4488">
                  <c:v>46858</c:v>
                </c:pt>
                <c:pt idx="4489">
                  <c:v>46859</c:v>
                </c:pt>
                <c:pt idx="4490">
                  <c:v>46860</c:v>
                </c:pt>
                <c:pt idx="4491">
                  <c:v>46861</c:v>
                </c:pt>
                <c:pt idx="4492">
                  <c:v>46862</c:v>
                </c:pt>
                <c:pt idx="4493">
                  <c:v>46863</c:v>
                </c:pt>
                <c:pt idx="4494">
                  <c:v>46864</c:v>
                </c:pt>
                <c:pt idx="4495">
                  <c:v>46865</c:v>
                </c:pt>
                <c:pt idx="4496">
                  <c:v>46866</c:v>
                </c:pt>
                <c:pt idx="4497">
                  <c:v>46867</c:v>
                </c:pt>
                <c:pt idx="4498">
                  <c:v>46868</c:v>
                </c:pt>
                <c:pt idx="4499">
                  <c:v>46869</c:v>
                </c:pt>
                <c:pt idx="4500">
                  <c:v>46870</c:v>
                </c:pt>
                <c:pt idx="4501">
                  <c:v>46871</c:v>
                </c:pt>
                <c:pt idx="4502">
                  <c:v>46872</c:v>
                </c:pt>
                <c:pt idx="4503">
                  <c:v>46873</c:v>
                </c:pt>
                <c:pt idx="4504">
                  <c:v>46874</c:v>
                </c:pt>
                <c:pt idx="4505">
                  <c:v>46875</c:v>
                </c:pt>
                <c:pt idx="4506">
                  <c:v>46876</c:v>
                </c:pt>
                <c:pt idx="4507">
                  <c:v>46877</c:v>
                </c:pt>
                <c:pt idx="4508">
                  <c:v>46878</c:v>
                </c:pt>
                <c:pt idx="4509">
                  <c:v>46879</c:v>
                </c:pt>
                <c:pt idx="4510">
                  <c:v>46880</c:v>
                </c:pt>
                <c:pt idx="4511">
                  <c:v>46881</c:v>
                </c:pt>
                <c:pt idx="4512">
                  <c:v>46882</c:v>
                </c:pt>
                <c:pt idx="4513">
                  <c:v>46883</c:v>
                </c:pt>
                <c:pt idx="4514">
                  <c:v>46884</c:v>
                </c:pt>
                <c:pt idx="4515">
                  <c:v>46885</c:v>
                </c:pt>
                <c:pt idx="4516">
                  <c:v>46886</c:v>
                </c:pt>
                <c:pt idx="4517">
                  <c:v>46887</c:v>
                </c:pt>
                <c:pt idx="4518">
                  <c:v>46888</c:v>
                </c:pt>
                <c:pt idx="4519">
                  <c:v>46889</c:v>
                </c:pt>
                <c:pt idx="4520">
                  <c:v>46890</c:v>
                </c:pt>
                <c:pt idx="4521">
                  <c:v>46891</c:v>
                </c:pt>
                <c:pt idx="4522">
                  <c:v>46892</c:v>
                </c:pt>
                <c:pt idx="4523">
                  <c:v>46893</c:v>
                </c:pt>
                <c:pt idx="4524">
                  <c:v>46894</c:v>
                </c:pt>
                <c:pt idx="4525">
                  <c:v>46895</c:v>
                </c:pt>
                <c:pt idx="4526">
                  <c:v>46896</c:v>
                </c:pt>
                <c:pt idx="4527">
                  <c:v>46897</c:v>
                </c:pt>
                <c:pt idx="4528">
                  <c:v>46898</c:v>
                </c:pt>
                <c:pt idx="4529">
                  <c:v>46899</c:v>
                </c:pt>
                <c:pt idx="4530">
                  <c:v>46900</c:v>
                </c:pt>
                <c:pt idx="4531">
                  <c:v>46901</c:v>
                </c:pt>
                <c:pt idx="4532">
                  <c:v>46902</c:v>
                </c:pt>
                <c:pt idx="4533">
                  <c:v>46903</c:v>
                </c:pt>
                <c:pt idx="4534">
                  <c:v>46904</c:v>
                </c:pt>
                <c:pt idx="4535">
                  <c:v>46905</c:v>
                </c:pt>
                <c:pt idx="4536">
                  <c:v>46906</c:v>
                </c:pt>
                <c:pt idx="4537">
                  <c:v>46907</c:v>
                </c:pt>
                <c:pt idx="4538">
                  <c:v>46908</c:v>
                </c:pt>
                <c:pt idx="4539">
                  <c:v>46909</c:v>
                </c:pt>
                <c:pt idx="4540">
                  <c:v>46910</c:v>
                </c:pt>
                <c:pt idx="4541">
                  <c:v>46911</c:v>
                </c:pt>
                <c:pt idx="4542">
                  <c:v>46912</c:v>
                </c:pt>
                <c:pt idx="4543">
                  <c:v>46913</c:v>
                </c:pt>
                <c:pt idx="4544">
                  <c:v>46914</c:v>
                </c:pt>
                <c:pt idx="4545">
                  <c:v>46915</c:v>
                </c:pt>
                <c:pt idx="4546">
                  <c:v>46916</c:v>
                </c:pt>
                <c:pt idx="4547">
                  <c:v>46917</c:v>
                </c:pt>
                <c:pt idx="4548">
                  <c:v>46918</c:v>
                </c:pt>
                <c:pt idx="4549">
                  <c:v>46919</c:v>
                </c:pt>
                <c:pt idx="4550">
                  <c:v>46920</c:v>
                </c:pt>
                <c:pt idx="4551">
                  <c:v>46921</c:v>
                </c:pt>
                <c:pt idx="4552">
                  <c:v>46922</c:v>
                </c:pt>
                <c:pt idx="4553">
                  <c:v>46923</c:v>
                </c:pt>
                <c:pt idx="4554">
                  <c:v>46924</c:v>
                </c:pt>
                <c:pt idx="4555">
                  <c:v>46925</c:v>
                </c:pt>
                <c:pt idx="4556">
                  <c:v>46926</c:v>
                </c:pt>
                <c:pt idx="4557">
                  <c:v>46927</c:v>
                </c:pt>
                <c:pt idx="4558">
                  <c:v>46928</c:v>
                </c:pt>
                <c:pt idx="4559">
                  <c:v>46929</c:v>
                </c:pt>
                <c:pt idx="4560">
                  <c:v>46930</c:v>
                </c:pt>
                <c:pt idx="4561">
                  <c:v>46931</c:v>
                </c:pt>
                <c:pt idx="4562">
                  <c:v>46932</c:v>
                </c:pt>
                <c:pt idx="4563">
                  <c:v>46933</c:v>
                </c:pt>
                <c:pt idx="4564">
                  <c:v>46934</c:v>
                </c:pt>
                <c:pt idx="4565">
                  <c:v>46935</c:v>
                </c:pt>
                <c:pt idx="4566">
                  <c:v>46936</c:v>
                </c:pt>
                <c:pt idx="4567">
                  <c:v>46937</c:v>
                </c:pt>
                <c:pt idx="4568">
                  <c:v>46938</c:v>
                </c:pt>
                <c:pt idx="4569">
                  <c:v>46939</c:v>
                </c:pt>
                <c:pt idx="4570">
                  <c:v>46940</c:v>
                </c:pt>
                <c:pt idx="4571">
                  <c:v>46941</c:v>
                </c:pt>
                <c:pt idx="4572">
                  <c:v>46942</c:v>
                </c:pt>
                <c:pt idx="4573">
                  <c:v>46943</c:v>
                </c:pt>
                <c:pt idx="4574">
                  <c:v>46944</c:v>
                </c:pt>
                <c:pt idx="4575">
                  <c:v>46945</c:v>
                </c:pt>
                <c:pt idx="4576">
                  <c:v>46946</c:v>
                </c:pt>
                <c:pt idx="4577">
                  <c:v>46947</c:v>
                </c:pt>
                <c:pt idx="4578">
                  <c:v>46948</c:v>
                </c:pt>
                <c:pt idx="4579">
                  <c:v>46949</c:v>
                </c:pt>
                <c:pt idx="4580">
                  <c:v>46950</c:v>
                </c:pt>
                <c:pt idx="4581">
                  <c:v>46951</c:v>
                </c:pt>
                <c:pt idx="4582">
                  <c:v>46952</c:v>
                </c:pt>
                <c:pt idx="4583">
                  <c:v>46953</c:v>
                </c:pt>
                <c:pt idx="4584">
                  <c:v>46954</c:v>
                </c:pt>
                <c:pt idx="4585">
                  <c:v>46955</c:v>
                </c:pt>
                <c:pt idx="4586">
                  <c:v>46956</c:v>
                </c:pt>
                <c:pt idx="4587">
                  <c:v>46957</c:v>
                </c:pt>
                <c:pt idx="4588">
                  <c:v>46958</c:v>
                </c:pt>
                <c:pt idx="4589">
                  <c:v>46959</c:v>
                </c:pt>
                <c:pt idx="4590">
                  <c:v>46960</c:v>
                </c:pt>
                <c:pt idx="4591">
                  <c:v>46961</c:v>
                </c:pt>
                <c:pt idx="4592">
                  <c:v>46962</c:v>
                </c:pt>
                <c:pt idx="4593">
                  <c:v>46963</c:v>
                </c:pt>
                <c:pt idx="4594">
                  <c:v>46964</c:v>
                </c:pt>
                <c:pt idx="4595">
                  <c:v>46965</c:v>
                </c:pt>
                <c:pt idx="4596">
                  <c:v>46966</c:v>
                </c:pt>
                <c:pt idx="4597">
                  <c:v>46967</c:v>
                </c:pt>
                <c:pt idx="4598">
                  <c:v>46968</c:v>
                </c:pt>
                <c:pt idx="4599">
                  <c:v>46969</c:v>
                </c:pt>
                <c:pt idx="4600">
                  <c:v>46970</c:v>
                </c:pt>
                <c:pt idx="4601">
                  <c:v>46971</c:v>
                </c:pt>
                <c:pt idx="4602">
                  <c:v>46972</c:v>
                </c:pt>
                <c:pt idx="4603">
                  <c:v>46973</c:v>
                </c:pt>
                <c:pt idx="4604">
                  <c:v>46974</c:v>
                </c:pt>
                <c:pt idx="4605">
                  <c:v>46975</c:v>
                </c:pt>
                <c:pt idx="4606">
                  <c:v>46976</c:v>
                </c:pt>
                <c:pt idx="4607">
                  <c:v>46977</c:v>
                </c:pt>
                <c:pt idx="4608">
                  <c:v>46978</c:v>
                </c:pt>
                <c:pt idx="4609">
                  <c:v>46979</c:v>
                </c:pt>
                <c:pt idx="4610">
                  <c:v>46980</c:v>
                </c:pt>
                <c:pt idx="4611">
                  <c:v>46981</c:v>
                </c:pt>
                <c:pt idx="4612">
                  <c:v>46982</c:v>
                </c:pt>
                <c:pt idx="4613">
                  <c:v>46983</c:v>
                </c:pt>
                <c:pt idx="4614">
                  <c:v>46984</c:v>
                </c:pt>
                <c:pt idx="4615">
                  <c:v>46985</c:v>
                </c:pt>
                <c:pt idx="4616">
                  <c:v>46986</c:v>
                </c:pt>
                <c:pt idx="4617">
                  <c:v>46987</c:v>
                </c:pt>
                <c:pt idx="4618">
                  <c:v>46988</c:v>
                </c:pt>
                <c:pt idx="4619">
                  <c:v>46989</c:v>
                </c:pt>
                <c:pt idx="4620">
                  <c:v>46990</c:v>
                </c:pt>
                <c:pt idx="4621">
                  <c:v>46991</c:v>
                </c:pt>
                <c:pt idx="4622">
                  <c:v>46992</c:v>
                </c:pt>
                <c:pt idx="4623">
                  <c:v>46993</c:v>
                </c:pt>
                <c:pt idx="4624">
                  <c:v>46994</c:v>
                </c:pt>
                <c:pt idx="4625">
                  <c:v>46995</c:v>
                </c:pt>
                <c:pt idx="4626">
                  <c:v>46996</c:v>
                </c:pt>
                <c:pt idx="4627">
                  <c:v>46997</c:v>
                </c:pt>
                <c:pt idx="4628">
                  <c:v>46998</c:v>
                </c:pt>
                <c:pt idx="4629">
                  <c:v>46999</c:v>
                </c:pt>
                <c:pt idx="4630">
                  <c:v>47000</c:v>
                </c:pt>
                <c:pt idx="4631">
                  <c:v>47001</c:v>
                </c:pt>
                <c:pt idx="4632">
                  <c:v>47002</c:v>
                </c:pt>
                <c:pt idx="4633">
                  <c:v>47003</c:v>
                </c:pt>
                <c:pt idx="4634">
                  <c:v>47004</c:v>
                </c:pt>
                <c:pt idx="4635">
                  <c:v>47005</c:v>
                </c:pt>
                <c:pt idx="4636">
                  <c:v>47006</c:v>
                </c:pt>
                <c:pt idx="4637">
                  <c:v>47007</c:v>
                </c:pt>
                <c:pt idx="4638">
                  <c:v>47008</c:v>
                </c:pt>
                <c:pt idx="4639">
                  <c:v>47009</c:v>
                </c:pt>
                <c:pt idx="4640">
                  <c:v>47010</c:v>
                </c:pt>
                <c:pt idx="4641">
                  <c:v>47011</c:v>
                </c:pt>
                <c:pt idx="4642">
                  <c:v>47012</c:v>
                </c:pt>
                <c:pt idx="4643">
                  <c:v>47013</c:v>
                </c:pt>
                <c:pt idx="4644">
                  <c:v>47014</c:v>
                </c:pt>
                <c:pt idx="4645">
                  <c:v>47015</c:v>
                </c:pt>
                <c:pt idx="4646">
                  <c:v>47016</c:v>
                </c:pt>
                <c:pt idx="4647">
                  <c:v>47017</c:v>
                </c:pt>
                <c:pt idx="4648">
                  <c:v>47018</c:v>
                </c:pt>
                <c:pt idx="4649">
                  <c:v>47019</c:v>
                </c:pt>
                <c:pt idx="4650">
                  <c:v>47020</c:v>
                </c:pt>
                <c:pt idx="4651">
                  <c:v>47021</c:v>
                </c:pt>
                <c:pt idx="4652">
                  <c:v>47022</c:v>
                </c:pt>
                <c:pt idx="4653">
                  <c:v>47023</c:v>
                </c:pt>
                <c:pt idx="4654">
                  <c:v>47024</c:v>
                </c:pt>
                <c:pt idx="4655">
                  <c:v>47025</c:v>
                </c:pt>
                <c:pt idx="4656">
                  <c:v>47026</c:v>
                </c:pt>
                <c:pt idx="4657">
                  <c:v>47027</c:v>
                </c:pt>
                <c:pt idx="4658">
                  <c:v>47028</c:v>
                </c:pt>
                <c:pt idx="4659">
                  <c:v>47029</c:v>
                </c:pt>
                <c:pt idx="4660">
                  <c:v>47030</c:v>
                </c:pt>
                <c:pt idx="4661">
                  <c:v>47031</c:v>
                </c:pt>
                <c:pt idx="4662">
                  <c:v>47032</c:v>
                </c:pt>
                <c:pt idx="4663">
                  <c:v>47033</c:v>
                </c:pt>
                <c:pt idx="4664">
                  <c:v>47034</c:v>
                </c:pt>
                <c:pt idx="4665">
                  <c:v>47035</c:v>
                </c:pt>
                <c:pt idx="4666">
                  <c:v>47036</c:v>
                </c:pt>
                <c:pt idx="4667">
                  <c:v>47037</c:v>
                </c:pt>
                <c:pt idx="4668">
                  <c:v>47038</c:v>
                </c:pt>
                <c:pt idx="4669">
                  <c:v>47039</c:v>
                </c:pt>
                <c:pt idx="4670">
                  <c:v>47040</c:v>
                </c:pt>
                <c:pt idx="4671">
                  <c:v>47041</c:v>
                </c:pt>
                <c:pt idx="4672">
                  <c:v>47042</c:v>
                </c:pt>
                <c:pt idx="4673">
                  <c:v>47043</c:v>
                </c:pt>
                <c:pt idx="4674">
                  <c:v>47044</c:v>
                </c:pt>
                <c:pt idx="4675">
                  <c:v>47045</c:v>
                </c:pt>
                <c:pt idx="4676">
                  <c:v>47046</c:v>
                </c:pt>
                <c:pt idx="4677">
                  <c:v>47047</c:v>
                </c:pt>
                <c:pt idx="4678">
                  <c:v>47048</c:v>
                </c:pt>
                <c:pt idx="4679">
                  <c:v>47049</c:v>
                </c:pt>
                <c:pt idx="4680">
                  <c:v>47050</c:v>
                </c:pt>
                <c:pt idx="4681">
                  <c:v>47051</c:v>
                </c:pt>
                <c:pt idx="4682">
                  <c:v>47052</c:v>
                </c:pt>
                <c:pt idx="4683">
                  <c:v>47053</c:v>
                </c:pt>
                <c:pt idx="4684">
                  <c:v>47054</c:v>
                </c:pt>
                <c:pt idx="4685">
                  <c:v>47055</c:v>
                </c:pt>
                <c:pt idx="4686">
                  <c:v>47056</c:v>
                </c:pt>
                <c:pt idx="4687">
                  <c:v>47057</c:v>
                </c:pt>
                <c:pt idx="4688">
                  <c:v>47058</c:v>
                </c:pt>
                <c:pt idx="4689">
                  <c:v>47059</c:v>
                </c:pt>
                <c:pt idx="4690">
                  <c:v>47060</c:v>
                </c:pt>
                <c:pt idx="4691">
                  <c:v>47061</c:v>
                </c:pt>
                <c:pt idx="4692">
                  <c:v>47062</c:v>
                </c:pt>
                <c:pt idx="4693">
                  <c:v>47063</c:v>
                </c:pt>
                <c:pt idx="4694">
                  <c:v>47064</c:v>
                </c:pt>
                <c:pt idx="4695">
                  <c:v>47065</c:v>
                </c:pt>
                <c:pt idx="4696">
                  <c:v>47066</c:v>
                </c:pt>
                <c:pt idx="4697">
                  <c:v>47067</c:v>
                </c:pt>
                <c:pt idx="4698">
                  <c:v>47068</c:v>
                </c:pt>
                <c:pt idx="4699">
                  <c:v>47069</c:v>
                </c:pt>
                <c:pt idx="4700">
                  <c:v>47070</c:v>
                </c:pt>
                <c:pt idx="4701">
                  <c:v>47071</c:v>
                </c:pt>
                <c:pt idx="4702">
                  <c:v>47072</c:v>
                </c:pt>
                <c:pt idx="4703">
                  <c:v>47073</c:v>
                </c:pt>
                <c:pt idx="4704">
                  <c:v>47074</c:v>
                </c:pt>
                <c:pt idx="4705">
                  <c:v>47075</c:v>
                </c:pt>
                <c:pt idx="4706">
                  <c:v>47076</c:v>
                </c:pt>
                <c:pt idx="4707">
                  <c:v>47077</c:v>
                </c:pt>
                <c:pt idx="4708">
                  <c:v>47078</c:v>
                </c:pt>
                <c:pt idx="4709">
                  <c:v>47079</c:v>
                </c:pt>
                <c:pt idx="4710">
                  <c:v>47080</c:v>
                </c:pt>
                <c:pt idx="4711">
                  <c:v>47081</c:v>
                </c:pt>
                <c:pt idx="4712">
                  <c:v>47082</c:v>
                </c:pt>
                <c:pt idx="4713">
                  <c:v>47083</c:v>
                </c:pt>
                <c:pt idx="4714">
                  <c:v>47084</c:v>
                </c:pt>
                <c:pt idx="4715">
                  <c:v>47085</c:v>
                </c:pt>
                <c:pt idx="4716">
                  <c:v>47086</c:v>
                </c:pt>
                <c:pt idx="4717">
                  <c:v>47087</c:v>
                </c:pt>
                <c:pt idx="4718">
                  <c:v>47088</c:v>
                </c:pt>
                <c:pt idx="4719">
                  <c:v>47089</c:v>
                </c:pt>
                <c:pt idx="4720">
                  <c:v>47090</c:v>
                </c:pt>
                <c:pt idx="4721">
                  <c:v>47091</c:v>
                </c:pt>
                <c:pt idx="4722">
                  <c:v>47092</c:v>
                </c:pt>
                <c:pt idx="4723">
                  <c:v>47093</c:v>
                </c:pt>
                <c:pt idx="4724">
                  <c:v>47094</c:v>
                </c:pt>
                <c:pt idx="4725">
                  <c:v>47095</c:v>
                </c:pt>
                <c:pt idx="4726">
                  <c:v>47096</c:v>
                </c:pt>
                <c:pt idx="4727">
                  <c:v>47097</c:v>
                </c:pt>
                <c:pt idx="4728">
                  <c:v>47098</c:v>
                </c:pt>
                <c:pt idx="4729">
                  <c:v>47099</c:v>
                </c:pt>
                <c:pt idx="4730">
                  <c:v>47100</c:v>
                </c:pt>
                <c:pt idx="4731">
                  <c:v>47101</c:v>
                </c:pt>
                <c:pt idx="4732">
                  <c:v>47102</c:v>
                </c:pt>
                <c:pt idx="4733">
                  <c:v>47103</c:v>
                </c:pt>
                <c:pt idx="4734">
                  <c:v>47104</c:v>
                </c:pt>
                <c:pt idx="4735">
                  <c:v>47105</c:v>
                </c:pt>
                <c:pt idx="4736">
                  <c:v>47106</c:v>
                </c:pt>
                <c:pt idx="4737">
                  <c:v>47107</c:v>
                </c:pt>
                <c:pt idx="4738">
                  <c:v>47108</c:v>
                </c:pt>
                <c:pt idx="4739">
                  <c:v>47109</c:v>
                </c:pt>
                <c:pt idx="4740">
                  <c:v>47110</c:v>
                </c:pt>
                <c:pt idx="4741">
                  <c:v>47111</c:v>
                </c:pt>
                <c:pt idx="4742">
                  <c:v>47112</c:v>
                </c:pt>
                <c:pt idx="4743">
                  <c:v>47113</c:v>
                </c:pt>
                <c:pt idx="4744">
                  <c:v>47114</c:v>
                </c:pt>
                <c:pt idx="4745">
                  <c:v>47115</c:v>
                </c:pt>
                <c:pt idx="4746">
                  <c:v>47116</c:v>
                </c:pt>
                <c:pt idx="4747">
                  <c:v>47117</c:v>
                </c:pt>
                <c:pt idx="4748">
                  <c:v>47118</c:v>
                </c:pt>
                <c:pt idx="4749">
                  <c:v>47119</c:v>
                </c:pt>
                <c:pt idx="4750">
                  <c:v>47120</c:v>
                </c:pt>
                <c:pt idx="4751">
                  <c:v>47121</c:v>
                </c:pt>
                <c:pt idx="4752">
                  <c:v>47122</c:v>
                </c:pt>
                <c:pt idx="4753">
                  <c:v>47123</c:v>
                </c:pt>
                <c:pt idx="4754">
                  <c:v>47124</c:v>
                </c:pt>
                <c:pt idx="4755">
                  <c:v>47125</c:v>
                </c:pt>
                <c:pt idx="4756">
                  <c:v>47126</c:v>
                </c:pt>
                <c:pt idx="4757">
                  <c:v>47127</c:v>
                </c:pt>
                <c:pt idx="4758">
                  <c:v>47128</c:v>
                </c:pt>
                <c:pt idx="4759">
                  <c:v>47129</c:v>
                </c:pt>
                <c:pt idx="4760">
                  <c:v>47130</c:v>
                </c:pt>
                <c:pt idx="4761">
                  <c:v>47131</c:v>
                </c:pt>
                <c:pt idx="4762">
                  <c:v>47132</c:v>
                </c:pt>
                <c:pt idx="4763">
                  <c:v>47133</c:v>
                </c:pt>
                <c:pt idx="4764">
                  <c:v>47134</c:v>
                </c:pt>
                <c:pt idx="4765">
                  <c:v>47135</c:v>
                </c:pt>
                <c:pt idx="4766">
                  <c:v>47136</c:v>
                </c:pt>
                <c:pt idx="4767">
                  <c:v>47137</c:v>
                </c:pt>
                <c:pt idx="4768">
                  <c:v>47138</c:v>
                </c:pt>
                <c:pt idx="4769">
                  <c:v>47139</c:v>
                </c:pt>
                <c:pt idx="4770">
                  <c:v>47140</c:v>
                </c:pt>
                <c:pt idx="4771">
                  <c:v>47141</c:v>
                </c:pt>
                <c:pt idx="4772">
                  <c:v>47142</c:v>
                </c:pt>
                <c:pt idx="4773">
                  <c:v>47143</c:v>
                </c:pt>
                <c:pt idx="4774">
                  <c:v>47144</c:v>
                </c:pt>
                <c:pt idx="4775">
                  <c:v>47145</c:v>
                </c:pt>
                <c:pt idx="4776">
                  <c:v>47146</c:v>
                </c:pt>
                <c:pt idx="4777">
                  <c:v>47147</c:v>
                </c:pt>
                <c:pt idx="4778">
                  <c:v>47148</c:v>
                </c:pt>
                <c:pt idx="4779">
                  <c:v>47149</c:v>
                </c:pt>
                <c:pt idx="4780">
                  <c:v>47150</c:v>
                </c:pt>
                <c:pt idx="4781">
                  <c:v>47151</c:v>
                </c:pt>
                <c:pt idx="4782">
                  <c:v>47152</c:v>
                </c:pt>
                <c:pt idx="4783">
                  <c:v>47153</c:v>
                </c:pt>
                <c:pt idx="4784">
                  <c:v>47154</c:v>
                </c:pt>
                <c:pt idx="4785">
                  <c:v>47155</c:v>
                </c:pt>
                <c:pt idx="4786">
                  <c:v>47156</c:v>
                </c:pt>
                <c:pt idx="4787">
                  <c:v>47157</c:v>
                </c:pt>
                <c:pt idx="4788">
                  <c:v>47158</c:v>
                </c:pt>
                <c:pt idx="4789">
                  <c:v>47159</c:v>
                </c:pt>
                <c:pt idx="4790">
                  <c:v>47160</c:v>
                </c:pt>
                <c:pt idx="4791">
                  <c:v>47161</c:v>
                </c:pt>
                <c:pt idx="4792">
                  <c:v>47162</c:v>
                </c:pt>
                <c:pt idx="4793">
                  <c:v>47163</c:v>
                </c:pt>
                <c:pt idx="4794">
                  <c:v>47164</c:v>
                </c:pt>
                <c:pt idx="4795">
                  <c:v>47165</c:v>
                </c:pt>
                <c:pt idx="4796">
                  <c:v>47166</c:v>
                </c:pt>
                <c:pt idx="4797">
                  <c:v>47167</c:v>
                </c:pt>
                <c:pt idx="4798">
                  <c:v>47168</c:v>
                </c:pt>
                <c:pt idx="4799">
                  <c:v>47169</c:v>
                </c:pt>
                <c:pt idx="4800">
                  <c:v>47170</c:v>
                </c:pt>
                <c:pt idx="4801">
                  <c:v>47171</c:v>
                </c:pt>
                <c:pt idx="4802">
                  <c:v>47172</c:v>
                </c:pt>
                <c:pt idx="4803">
                  <c:v>47173</c:v>
                </c:pt>
                <c:pt idx="4804">
                  <c:v>47174</c:v>
                </c:pt>
                <c:pt idx="4805">
                  <c:v>47175</c:v>
                </c:pt>
                <c:pt idx="4806">
                  <c:v>47176</c:v>
                </c:pt>
                <c:pt idx="4807">
                  <c:v>47177</c:v>
                </c:pt>
                <c:pt idx="4808">
                  <c:v>47178</c:v>
                </c:pt>
                <c:pt idx="4809">
                  <c:v>47179</c:v>
                </c:pt>
                <c:pt idx="4810">
                  <c:v>47180</c:v>
                </c:pt>
                <c:pt idx="4811">
                  <c:v>47181</c:v>
                </c:pt>
                <c:pt idx="4812">
                  <c:v>47182</c:v>
                </c:pt>
                <c:pt idx="4813">
                  <c:v>47183</c:v>
                </c:pt>
                <c:pt idx="4814">
                  <c:v>47184</c:v>
                </c:pt>
                <c:pt idx="4815">
                  <c:v>47185</c:v>
                </c:pt>
                <c:pt idx="4816">
                  <c:v>47186</c:v>
                </c:pt>
                <c:pt idx="4817">
                  <c:v>47187</c:v>
                </c:pt>
                <c:pt idx="4818">
                  <c:v>47188</c:v>
                </c:pt>
                <c:pt idx="4819">
                  <c:v>47189</c:v>
                </c:pt>
                <c:pt idx="4820">
                  <c:v>47190</c:v>
                </c:pt>
                <c:pt idx="4821">
                  <c:v>47191</c:v>
                </c:pt>
                <c:pt idx="4822">
                  <c:v>47192</c:v>
                </c:pt>
                <c:pt idx="4823">
                  <c:v>47193</c:v>
                </c:pt>
                <c:pt idx="4824">
                  <c:v>47194</c:v>
                </c:pt>
                <c:pt idx="4825">
                  <c:v>47195</c:v>
                </c:pt>
                <c:pt idx="4826">
                  <c:v>47196</c:v>
                </c:pt>
                <c:pt idx="4827">
                  <c:v>47197</c:v>
                </c:pt>
                <c:pt idx="4828">
                  <c:v>47198</c:v>
                </c:pt>
                <c:pt idx="4829">
                  <c:v>47199</c:v>
                </c:pt>
                <c:pt idx="4830">
                  <c:v>47200</c:v>
                </c:pt>
                <c:pt idx="4831">
                  <c:v>47201</c:v>
                </c:pt>
                <c:pt idx="4832">
                  <c:v>47202</c:v>
                </c:pt>
                <c:pt idx="4833">
                  <c:v>47203</c:v>
                </c:pt>
                <c:pt idx="4834">
                  <c:v>47204</c:v>
                </c:pt>
                <c:pt idx="4835">
                  <c:v>47205</c:v>
                </c:pt>
                <c:pt idx="4836">
                  <c:v>47206</c:v>
                </c:pt>
                <c:pt idx="4837">
                  <c:v>47207</c:v>
                </c:pt>
                <c:pt idx="4838">
                  <c:v>47208</c:v>
                </c:pt>
                <c:pt idx="4839">
                  <c:v>47209</c:v>
                </c:pt>
                <c:pt idx="4840">
                  <c:v>47210</c:v>
                </c:pt>
                <c:pt idx="4841">
                  <c:v>47211</c:v>
                </c:pt>
                <c:pt idx="4842">
                  <c:v>47212</c:v>
                </c:pt>
                <c:pt idx="4843">
                  <c:v>47213</c:v>
                </c:pt>
                <c:pt idx="4844">
                  <c:v>47214</c:v>
                </c:pt>
                <c:pt idx="4845">
                  <c:v>47215</c:v>
                </c:pt>
                <c:pt idx="4846">
                  <c:v>47216</c:v>
                </c:pt>
                <c:pt idx="4847">
                  <c:v>47217</c:v>
                </c:pt>
                <c:pt idx="4848">
                  <c:v>47218</c:v>
                </c:pt>
                <c:pt idx="4849">
                  <c:v>47219</c:v>
                </c:pt>
                <c:pt idx="4850">
                  <c:v>47220</c:v>
                </c:pt>
                <c:pt idx="4851">
                  <c:v>47221</c:v>
                </c:pt>
                <c:pt idx="4852">
                  <c:v>47222</c:v>
                </c:pt>
                <c:pt idx="4853">
                  <c:v>47223</c:v>
                </c:pt>
                <c:pt idx="4854">
                  <c:v>47224</c:v>
                </c:pt>
                <c:pt idx="4855">
                  <c:v>47225</c:v>
                </c:pt>
                <c:pt idx="4856">
                  <c:v>47226</c:v>
                </c:pt>
                <c:pt idx="4857">
                  <c:v>47227</c:v>
                </c:pt>
                <c:pt idx="4858">
                  <c:v>47228</c:v>
                </c:pt>
                <c:pt idx="4859">
                  <c:v>47229</c:v>
                </c:pt>
                <c:pt idx="4860">
                  <c:v>47230</c:v>
                </c:pt>
                <c:pt idx="4861">
                  <c:v>47231</c:v>
                </c:pt>
                <c:pt idx="4862">
                  <c:v>47232</c:v>
                </c:pt>
                <c:pt idx="4863">
                  <c:v>47233</c:v>
                </c:pt>
                <c:pt idx="4864">
                  <c:v>47234</c:v>
                </c:pt>
                <c:pt idx="4865">
                  <c:v>47235</c:v>
                </c:pt>
                <c:pt idx="4866">
                  <c:v>47236</c:v>
                </c:pt>
                <c:pt idx="4867">
                  <c:v>47237</c:v>
                </c:pt>
                <c:pt idx="4868">
                  <c:v>47238</c:v>
                </c:pt>
                <c:pt idx="4869">
                  <c:v>47239</c:v>
                </c:pt>
                <c:pt idx="4870">
                  <c:v>47240</c:v>
                </c:pt>
                <c:pt idx="4871">
                  <c:v>47241</c:v>
                </c:pt>
                <c:pt idx="4872">
                  <c:v>47242</c:v>
                </c:pt>
                <c:pt idx="4873">
                  <c:v>47243</c:v>
                </c:pt>
                <c:pt idx="4874">
                  <c:v>47244</c:v>
                </c:pt>
                <c:pt idx="4875">
                  <c:v>47245</c:v>
                </c:pt>
                <c:pt idx="4876">
                  <c:v>47246</c:v>
                </c:pt>
                <c:pt idx="4877">
                  <c:v>47247</c:v>
                </c:pt>
                <c:pt idx="4878">
                  <c:v>47248</c:v>
                </c:pt>
                <c:pt idx="4879">
                  <c:v>47249</c:v>
                </c:pt>
                <c:pt idx="4880">
                  <c:v>47250</c:v>
                </c:pt>
                <c:pt idx="4881">
                  <c:v>47251</c:v>
                </c:pt>
                <c:pt idx="4882">
                  <c:v>47252</c:v>
                </c:pt>
                <c:pt idx="4883">
                  <c:v>47253</c:v>
                </c:pt>
                <c:pt idx="4884">
                  <c:v>47254</c:v>
                </c:pt>
                <c:pt idx="4885">
                  <c:v>47255</c:v>
                </c:pt>
                <c:pt idx="4886">
                  <c:v>47256</c:v>
                </c:pt>
                <c:pt idx="4887">
                  <c:v>47257</c:v>
                </c:pt>
                <c:pt idx="4888">
                  <c:v>47258</c:v>
                </c:pt>
                <c:pt idx="4889">
                  <c:v>47259</c:v>
                </c:pt>
                <c:pt idx="4890">
                  <c:v>47260</c:v>
                </c:pt>
                <c:pt idx="4891">
                  <c:v>47261</c:v>
                </c:pt>
                <c:pt idx="4892">
                  <c:v>47262</c:v>
                </c:pt>
                <c:pt idx="4893">
                  <c:v>47263</c:v>
                </c:pt>
                <c:pt idx="4894">
                  <c:v>47264</c:v>
                </c:pt>
                <c:pt idx="4895">
                  <c:v>47265</c:v>
                </c:pt>
                <c:pt idx="4896">
                  <c:v>47266</c:v>
                </c:pt>
                <c:pt idx="4897">
                  <c:v>47267</c:v>
                </c:pt>
                <c:pt idx="4898">
                  <c:v>47268</c:v>
                </c:pt>
                <c:pt idx="4899">
                  <c:v>47269</c:v>
                </c:pt>
                <c:pt idx="4900">
                  <c:v>47270</c:v>
                </c:pt>
                <c:pt idx="4901">
                  <c:v>47271</c:v>
                </c:pt>
                <c:pt idx="4902">
                  <c:v>47272</c:v>
                </c:pt>
                <c:pt idx="4903">
                  <c:v>47273</c:v>
                </c:pt>
                <c:pt idx="4904">
                  <c:v>47274</c:v>
                </c:pt>
                <c:pt idx="4905">
                  <c:v>47275</c:v>
                </c:pt>
                <c:pt idx="4906">
                  <c:v>47276</c:v>
                </c:pt>
                <c:pt idx="4907">
                  <c:v>47277</c:v>
                </c:pt>
                <c:pt idx="4908">
                  <c:v>47278</c:v>
                </c:pt>
                <c:pt idx="4909">
                  <c:v>47279</c:v>
                </c:pt>
                <c:pt idx="4910">
                  <c:v>47280</c:v>
                </c:pt>
                <c:pt idx="4911">
                  <c:v>47281</c:v>
                </c:pt>
                <c:pt idx="4912">
                  <c:v>47282</c:v>
                </c:pt>
                <c:pt idx="4913">
                  <c:v>47283</c:v>
                </c:pt>
                <c:pt idx="4914">
                  <c:v>47284</c:v>
                </c:pt>
                <c:pt idx="4915">
                  <c:v>47285</c:v>
                </c:pt>
                <c:pt idx="4916">
                  <c:v>47286</c:v>
                </c:pt>
                <c:pt idx="4917">
                  <c:v>47287</c:v>
                </c:pt>
                <c:pt idx="4918">
                  <c:v>47288</c:v>
                </c:pt>
                <c:pt idx="4919">
                  <c:v>47289</c:v>
                </c:pt>
                <c:pt idx="4920">
                  <c:v>47290</c:v>
                </c:pt>
                <c:pt idx="4921">
                  <c:v>47291</c:v>
                </c:pt>
                <c:pt idx="4922">
                  <c:v>47292</c:v>
                </c:pt>
                <c:pt idx="4923">
                  <c:v>47293</c:v>
                </c:pt>
                <c:pt idx="4924">
                  <c:v>47294</c:v>
                </c:pt>
                <c:pt idx="4925">
                  <c:v>47295</c:v>
                </c:pt>
                <c:pt idx="4926">
                  <c:v>47296</c:v>
                </c:pt>
                <c:pt idx="4927">
                  <c:v>47297</c:v>
                </c:pt>
                <c:pt idx="4928">
                  <c:v>47298</c:v>
                </c:pt>
                <c:pt idx="4929">
                  <c:v>47299</c:v>
                </c:pt>
                <c:pt idx="4930">
                  <c:v>47300</c:v>
                </c:pt>
                <c:pt idx="4931">
                  <c:v>47301</c:v>
                </c:pt>
                <c:pt idx="4932">
                  <c:v>47302</c:v>
                </c:pt>
                <c:pt idx="4933">
                  <c:v>47303</c:v>
                </c:pt>
                <c:pt idx="4934">
                  <c:v>47304</c:v>
                </c:pt>
                <c:pt idx="4935">
                  <c:v>47305</c:v>
                </c:pt>
                <c:pt idx="4936">
                  <c:v>47306</c:v>
                </c:pt>
                <c:pt idx="4937">
                  <c:v>47307</c:v>
                </c:pt>
                <c:pt idx="4938">
                  <c:v>47308</c:v>
                </c:pt>
                <c:pt idx="4939">
                  <c:v>47309</c:v>
                </c:pt>
                <c:pt idx="4940">
                  <c:v>47310</c:v>
                </c:pt>
                <c:pt idx="4941">
                  <c:v>47311</c:v>
                </c:pt>
                <c:pt idx="4942">
                  <c:v>47312</c:v>
                </c:pt>
                <c:pt idx="4943">
                  <c:v>47313</c:v>
                </c:pt>
                <c:pt idx="4944">
                  <c:v>47314</c:v>
                </c:pt>
                <c:pt idx="4945">
                  <c:v>47315</c:v>
                </c:pt>
                <c:pt idx="4946">
                  <c:v>47316</c:v>
                </c:pt>
                <c:pt idx="4947">
                  <c:v>47317</c:v>
                </c:pt>
                <c:pt idx="4948">
                  <c:v>47318</c:v>
                </c:pt>
                <c:pt idx="4949">
                  <c:v>47319</c:v>
                </c:pt>
                <c:pt idx="4950">
                  <c:v>47320</c:v>
                </c:pt>
                <c:pt idx="4951">
                  <c:v>47321</c:v>
                </c:pt>
                <c:pt idx="4952">
                  <c:v>47322</c:v>
                </c:pt>
                <c:pt idx="4953">
                  <c:v>47323</c:v>
                </c:pt>
                <c:pt idx="4954">
                  <c:v>47324</c:v>
                </c:pt>
                <c:pt idx="4955">
                  <c:v>47325</c:v>
                </c:pt>
                <c:pt idx="4956">
                  <c:v>47326</c:v>
                </c:pt>
                <c:pt idx="4957">
                  <c:v>47327</c:v>
                </c:pt>
                <c:pt idx="4958">
                  <c:v>47328</c:v>
                </c:pt>
                <c:pt idx="4959">
                  <c:v>47329</c:v>
                </c:pt>
                <c:pt idx="4960">
                  <c:v>47330</c:v>
                </c:pt>
                <c:pt idx="4961">
                  <c:v>47331</c:v>
                </c:pt>
                <c:pt idx="4962">
                  <c:v>47332</c:v>
                </c:pt>
                <c:pt idx="4963">
                  <c:v>47333</c:v>
                </c:pt>
                <c:pt idx="4964">
                  <c:v>47334</c:v>
                </c:pt>
                <c:pt idx="4965">
                  <c:v>47335</c:v>
                </c:pt>
                <c:pt idx="4966">
                  <c:v>47336</c:v>
                </c:pt>
                <c:pt idx="4967">
                  <c:v>47337</c:v>
                </c:pt>
                <c:pt idx="4968">
                  <c:v>47338</c:v>
                </c:pt>
                <c:pt idx="4969">
                  <c:v>47339</c:v>
                </c:pt>
                <c:pt idx="4970">
                  <c:v>47340</c:v>
                </c:pt>
                <c:pt idx="4971">
                  <c:v>47341</c:v>
                </c:pt>
                <c:pt idx="4972">
                  <c:v>47342</c:v>
                </c:pt>
                <c:pt idx="4973">
                  <c:v>47343</c:v>
                </c:pt>
                <c:pt idx="4974">
                  <c:v>47344</c:v>
                </c:pt>
                <c:pt idx="4975">
                  <c:v>47345</c:v>
                </c:pt>
                <c:pt idx="4976">
                  <c:v>47346</c:v>
                </c:pt>
                <c:pt idx="4977">
                  <c:v>47347</c:v>
                </c:pt>
                <c:pt idx="4978">
                  <c:v>47348</c:v>
                </c:pt>
                <c:pt idx="4979">
                  <c:v>47349</c:v>
                </c:pt>
                <c:pt idx="4980">
                  <c:v>47350</c:v>
                </c:pt>
                <c:pt idx="4981">
                  <c:v>47351</c:v>
                </c:pt>
                <c:pt idx="4982">
                  <c:v>47352</c:v>
                </c:pt>
                <c:pt idx="4983">
                  <c:v>47353</c:v>
                </c:pt>
                <c:pt idx="4984">
                  <c:v>47354</c:v>
                </c:pt>
                <c:pt idx="4985">
                  <c:v>47355</c:v>
                </c:pt>
                <c:pt idx="4986">
                  <c:v>47356</c:v>
                </c:pt>
                <c:pt idx="4987">
                  <c:v>47357</c:v>
                </c:pt>
                <c:pt idx="4988">
                  <c:v>47358</c:v>
                </c:pt>
                <c:pt idx="4989">
                  <c:v>47359</c:v>
                </c:pt>
                <c:pt idx="4990">
                  <c:v>47360</c:v>
                </c:pt>
                <c:pt idx="4991">
                  <c:v>47361</c:v>
                </c:pt>
                <c:pt idx="4992">
                  <c:v>47362</c:v>
                </c:pt>
                <c:pt idx="4993">
                  <c:v>47363</c:v>
                </c:pt>
                <c:pt idx="4994">
                  <c:v>47364</c:v>
                </c:pt>
                <c:pt idx="4995">
                  <c:v>47365</c:v>
                </c:pt>
                <c:pt idx="4996">
                  <c:v>47366</c:v>
                </c:pt>
                <c:pt idx="4997">
                  <c:v>47367</c:v>
                </c:pt>
                <c:pt idx="4998">
                  <c:v>47368</c:v>
                </c:pt>
                <c:pt idx="4999">
                  <c:v>47369</c:v>
                </c:pt>
                <c:pt idx="5000">
                  <c:v>47370</c:v>
                </c:pt>
                <c:pt idx="5001">
                  <c:v>47371</c:v>
                </c:pt>
                <c:pt idx="5002">
                  <c:v>47372</c:v>
                </c:pt>
                <c:pt idx="5003">
                  <c:v>47373</c:v>
                </c:pt>
                <c:pt idx="5004">
                  <c:v>47374</c:v>
                </c:pt>
                <c:pt idx="5005">
                  <c:v>47375</c:v>
                </c:pt>
                <c:pt idx="5006">
                  <c:v>47376</c:v>
                </c:pt>
                <c:pt idx="5007">
                  <c:v>47377</c:v>
                </c:pt>
                <c:pt idx="5008">
                  <c:v>47378</c:v>
                </c:pt>
                <c:pt idx="5009">
                  <c:v>47379</c:v>
                </c:pt>
                <c:pt idx="5010">
                  <c:v>47380</c:v>
                </c:pt>
                <c:pt idx="5011">
                  <c:v>47381</c:v>
                </c:pt>
                <c:pt idx="5012">
                  <c:v>47382</c:v>
                </c:pt>
                <c:pt idx="5013">
                  <c:v>47383</c:v>
                </c:pt>
                <c:pt idx="5014">
                  <c:v>47384</c:v>
                </c:pt>
                <c:pt idx="5015">
                  <c:v>47385</c:v>
                </c:pt>
                <c:pt idx="5016">
                  <c:v>47386</c:v>
                </c:pt>
                <c:pt idx="5017">
                  <c:v>47387</c:v>
                </c:pt>
                <c:pt idx="5018">
                  <c:v>47388</c:v>
                </c:pt>
                <c:pt idx="5019">
                  <c:v>47389</c:v>
                </c:pt>
                <c:pt idx="5020">
                  <c:v>47390</c:v>
                </c:pt>
                <c:pt idx="5021">
                  <c:v>47391</c:v>
                </c:pt>
                <c:pt idx="5022">
                  <c:v>47392</c:v>
                </c:pt>
                <c:pt idx="5023">
                  <c:v>47393</c:v>
                </c:pt>
                <c:pt idx="5024">
                  <c:v>47394</c:v>
                </c:pt>
                <c:pt idx="5025">
                  <c:v>47395</c:v>
                </c:pt>
                <c:pt idx="5026">
                  <c:v>47396</c:v>
                </c:pt>
                <c:pt idx="5027">
                  <c:v>47397</c:v>
                </c:pt>
                <c:pt idx="5028">
                  <c:v>47398</c:v>
                </c:pt>
                <c:pt idx="5029">
                  <c:v>47399</c:v>
                </c:pt>
                <c:pt idx="5030">
                  <c:v>47400</c:v>
                </c:pt>
                <c:pt idx="5031">
                  <c:v>47401</c:v>
                </c:pt>
                <c:pt idx="5032">
                  <c:v>47402</c:v>
                </c:pt>
                <c:pt idx="5033">
                  <c:v>47403</c:v>
                </c:pt>
                <c:pt idx="5034">
                  <c:v>47404</c:v>
                </c:pt>
                <c:pt idx="5035">
                  <c:v>47405</c:v>
                </c:pt>
                <c:pt idx="5036">
                  <c:v>47406</c:v>
                </c:pt>
                <c:pt idx="5037">
                  <c:v>47407</c:v>
                </c:pt>
                <c:pt idx="5038">
                  <c:v>47408</c:v>
                </c:pt>
                <c:pt idx="5039">
                  <c:v>47409</c:v>
                </c:pt>
                <c:pt idx="5040">
                  <c:v>47410</c:v>
                </c:pt>
                <c:pt idx="5041">
                  <c:v>47411</c:v>
                </c:pt>
                <c:pt idx="5042">
                  <c:v>47412</c:v>
                </c:pt>
                <c:pt idx="5043">
                  <c:v>47413</c:v>
                </c:pt>
                <c:pt idx="5044">
                  <c:v>47414</c:v>
                </c:pt>
                <c:pt idx="5045">
                  <c:v>47415</c:v>
                </c:pt>
                <c:pt idx="5046">
                  <c:v>47416</c:v>
                </c:pt>
                <c:pt idx="5047">
                  <c:v>47417</c:v>
                </c:pt>
                <c:pt idx="5048">
                  <c:v>47418</c:v>
                </c:pt>
                <c:pt idx="5049">
                  <c:v>47419</c:v>
                </c:pt>
                <c:pt idx="5050">
                  <c:v>47420</c:v>
                </c:pt>
                <c:pt idx="5051">
                  <c:v>47421</c:v>
                </c:pt>
                <c:pt idx="5052">
                  <c:v>47422</c:v>
                </c:pt>
                <c:pt idx="5053">
                  <c:v>47423</c:v>
                </c:pt>
                <c:pt idx="5054">
                  <c:v>47424</c:v>
                </c:pt>
                <c:pt idx="5055">
                  <c:v>47425</c:v>
                </c:pt>
                <c:pt idx="5056">
                  <c:v>47426</c:v>
                </c:pt>
                <c:pt idx="5057">
                  <c:v>47427</c:v>
                </c:pt>
                <c:pt idx="5058">
                  <c:v>47428</c:v>
                </c:pt>
                <c:pt idx="5059">
                  <c:v>47429</c:v>
                </c:pt>
                <c:pt idx="5060">
                  <c:v>47430</c:v>
                </c:pt>
                <c:pt idx="5061">
                  <c:v>47431</c:v>
                </c:pt>
                <c:pt idx="5062">
                  <c:v>47432</c:v>
                </c:pt>
                <c:pt idx="5063">
                  <c:v>47433</c:v>
                </c:pt>
                <c:pt idx="5064">
                  <c:v>47434</c:v>
                </c:pt>
                <c:pt idx="5065">
                  <c:v>47435</c:v>
                </c:pt>
                <c:pt idx="5066">
                  <c:v>47436</c:v>
                </c:pt>
                <c:pt idx="5067">
                  <c:v>47437</c:v>
                </c:pt>
                <c:pt idx="5068">
                  <c:v>47438</c:v>
                </c:pt>
                <c:pt idx="5069">
                  <c:v>47439</c:v>
                </c:pt>
                <c:pt idx="5070">
                  <c:v>47440</c:v>
                </c:pt>
                <c:pt idx="5071">
                  <c:v>47441</c:v>
                </c:pt>
                <c:pt idx="5072">
                  <c:v>47442</c:v>
                </c:pt>
                <c:pt idx="5073">
                  <c:v>47443</c:v>
                </c:pt>
                <c:pt idx="5074">
                  <c:v>47444</c:v>
                </c:pt>
                <c:pt idx="5075">
                  <c:v>47445</c:v>
                </c:pt>
                <c:pt idx="5076">
                  <c:v>47446</c:v>
                </c:pt>
                <c:pt idx="5077">
                  <c:v>47447</c:v>
                </c:pt>
                <c:pt idx="5078">
                  <c:v>47448</c:v>
                </c:pt>
                <c:pt idx="5079">
                  <c:v>47449</c:v>
                </c:pt>
                <c:pt idx="5080">
                  <c:v>47450</c:v>
                </c:pt>
                <c:pt idx="5081">
                  <c:v>47451</c:v>
                </c:pt>
                <c:pt idx="5082">
                  <c:v>47452</c:v>
                </c:pt>
                <c:pt idx="5083">
                  <c:v>47453</c:v>
                </c:pt>
                <c:pt idx="5084">
                  <c:v>47454</c:v>
                </c:pt>
                <c:pt idx="5085">
                  <c:v>47455</c:v>
                </c:pt>
                <c:pt idx="5086">
                  <c:v>47456</c:v>
                </c:pt>
                <c:pt idx="5087">
                  <c:v>47457</c:v>
                </c:pt>
                <c:pt idx="5088">
                  <c:v>47458</c:v>
                </c:pt>
                <c:pt idx="5089">
                  <c:v>47459</c:v>
                </c:pt>
                <c:pt idx="5090">
                  <c:v>47460</c:v>
                </c:pt>
                <c:pt idx="5091">
                  <c:v>47461</c:v>
                </c:pt>
                <c:pt idx="5092">
                  <c:v>47462</c:v>
                </c:pt>
                <c:pt idx="5093">
                  <c:v>47463</c:v>
                </c:pt>
                <c:pt idx="5094">
                  <c:v>47464</c:v>
                </c:pt>
                <c:pt idx="5095">
                  <c:v>47465</c:v>
                </c:pt>
                <c:pt idx="5096">
                  <c:v>47466</c:v>
                </c:pt>
                <c:pt idx="5097">
                  <c:v>47467</c:v>
                </c:pt>
                <c:pt idx="5098">
                  <c:v>47468</c:v>
                </c:pt>
                <c:pt idx="5099">
                  <c:v>47469</c:v>
                </c:pt>
                <c:pt idx="5100">
                  <c:v>47470</c:v>
                </c:pt>
                <c:pt idx="5101">
                  <c:v>47471</c:v>
                </c:pt>
                <c:pt idx="5102">
                  <c:v>47472</c:v>
                </c:pt>
                <c:pt idx="5103">
                  <c:v>47473</c:v>
                </c:pt>
                <c:pt idx="5104">
                  <c:v>47474</c:v>
                </c:pt>
                <c:pt idx="5105">
                  <c:v>47475</c:v>
                </c:pt>
                <c:pt idx="5106">
                  <c:v>47476</c:v>
                </c:pt>
                <c:pt idx="5107">
                  <c:v>47477</c:v>
                </c:pt>
                <c:pt idx="5108">
                  <c:v>47478</c:v>
                </c:pt>
                <c:pt idx="5109">
                  <c:v>47479</c:v>
                </c:pt>
                <c:pt idx="5110">
                  <c:v>47480</c:v>
                </c:pt>
                <c:pt idx="5111">
                  <c:v>47481</c:v>
                </c:pt>
                <c:pt idx="5112">
                  <c:v>47482</c:v>
                </c:pt>
                <c:pt idx="5113">
                  <c:v>47483</c:v>
                </c:pt>
                <c:pt idx="5114">
                  <c:v>47484</c:v>
                </c:pt>
                <c:pt idx="5115">
                  <c:v>47485</c:v>
                </c:pt>
                <c:pt idx="5116">
                  <c:v>47486</c:v>
                </c:pt>
                <c:pt idx="5117">
                  <c:v>47487</c:v>
                </c:pt>
                <c:pt idx="5118">
                  <c:v>47488</c:v>
                </c:pt>
                <c:pt idx="5119">
                  <c:v>47489</c:v>
                </c:pt>
                <c:pt idx="5120">
                  <c:v>47490</c:v>
                </c:pt>
                <c:pt idx="5121">
                  <c:v>47491</c:v>
                </c:pt>
                <c:pt idx="5122">
                  <c:v>47492</c:v>
                </c:pt>
                <c:pt idx="5123">
                  <c:v>47493</c:v>
                </c:pt>
                <c:pt idx="5124">
                  <c:v>47494</c:v>
                </c:pt>
                <c:pt idx="5125">
                  <c:v>47495</c:v>
                </c:pt>
                <c:pt idx="5126">
                  <c:v>47496</c:v>
                </c:pt>
                <c:pt idx="5127">
                  <c:v>47497</c:v>
                </c:pt>
                <c:pt idx="5128">
                  <c:v>47498</c:v>
                </c:pt>
                <c:pt idx="5129">
                  <c:v>47499</c:v>
                </c:pt>
                <c:pt idx="5130">
                  <c:v>47500</c:v>
                </c:pt>
                <c:pt idx="5131">
                  <c:v>47501</c:v>
                </c:pt>
                <c:pt idx="5132">
                  <c:v>47502</c:v>
                </c:pt>
                <c:pt idx="5133">
                  <c:v>47503</c:v>
                </c:pt>
                <c:pt idx="5134">
                  <c:v>47504</c:v>
                </c:pt>
                <c:pt idx="5135">
                  <c:v>47505</c:v>
                </c:pt>
                <c:pt idx="5136">
                  <c:v>47506</c:v>
                </c:pt>
                <c:pt idx="5137">
                  <c:v>47507</c:v>
                </c:pt>
                <c:pt idx="5138">
                  <c:v>47508</c:v>
                </c:pt>
                <c:pt idx="5139">
                  <c:v>47509</c:v>
                </c:pt>
                <c:pt idx="5140">
                  <c:v>47510</c:v>
                </c:pt>
                <c:pt idx="5141">
                  <c:v>47511</c:v>
                </c:pt>
                <c:pt idx="5142">
                  <c:v>47512</c:v>
                </c:pt>
                <c:pt idx="5143">
                  <c:v>47513</c:v>
                </c:pt>
                <c:pt idx="5144">
                  <c:v>47514</c:v>
                </c:pt>
                <c:pt idx="5145">
                  <c:v>47515</c:v>
                </c:pt>
                <c:pt idx="5146">
                  <c:v>47516</c:v>
                </c:pt>
                <c:pt idx="5147">
                  <c:v>47517</c:v>
                </c:pt>
                <c:pt idx="5148">
                  <c:v>47518</c:v>
                </c:pt>
                <c:pt idx="5149">
                  <c:v>47519</c:v>
                </c:pt>
                <c:pt idx="5150">
                  <c:v>47520</c:v>
                </c:pt>
                <c:pt idx="5151">
                  <c:v>47521</c:v>
                </c:pt>
                <c:pt idx="5152">
                  <c:v>47522</c:v>
                </c:pt>
                <c:pt idx="5153">
                  <c:v>47523</c:v>
                </c:pt>
                <c:pt idx="5154">
                  <c:v>47524</c:v>
                </c:pt>
                <c:pt idx="5155">
                  <c:v>47525</c:v>
                </c:pt>
                <c:pt idx="5156">
                  <c:v>47526</c:v>
                </c:pt>
                <c:pt idx="5157">
                  <c:v>47527</c:v>
                </c:pt>
                <c:pt idx="5158">
                  <c:v>47528</c:v>
                </c:pt>
                <c:pt idx="5159">
                  <c:v>47529</c:v>
                </c:pt>
                <c:pt idx="5160">
                  <c:v>47530</c:v>
                </c:pt>
                <c:pt idx="5161">
                  <c:v>47531</c:v>
                </c:pt>
                <c:pt idx="5162">
                  <c:v>47532</c:v>
                </c:pt>
                <c:pt idx="5163">
                  <c:v>47533</c:v>
                </c:pt>
                <c:pt idx="5164">
                  <c:v>47534</c:v>
                </c:pt>
                <c:pt idx="5165">
                  <c:v>47535</c:v>
                </c:pt>
                <c:pt idx="5166">
                  <c:v>47536</c:v>
                </c:pt>
                <c:pt idx="5167">
                  <c:v>47537</c:v>
                </c:pt>
                <c:pt idx="5168">
                  <c:v>47538</c:v>
                </c:pt>
                <c:pt idx="5169">
                  <c:v>47539</c:v>
                </c:pt>
                <c:pt idx="5170">
                  <c:v>47540</c:v>
                </c:pt>
                <c:pt idx="5171">
                  <c:v>47541</c:v>
                </c:pt>
                <c:pt idx="5172">
                  <c:v>47542</c:v>
                </c:pt>
                <c:pt idx="5173">
                  <c:v>47543</c:v>
                </c:pt>
                <c:pt idx="5174">
                  <c:v>47544</c:v>
                </c:pt>
                <c:pt idx="5175">
                  <c:v>47545</c:v>
                </c:pt>
                <c:pt idx="5176">
                  <c:v>47546</c:v>
                </c:pt>
                <c:pt idx="5177">
                  <c:v>47547</c:v>
                </c:pt>
                <c:pt idx="5178">
                  <c:v>47548</c:v>
                </c:pt>
                <c:pt idx="5179">
                  <c:v>47549</c:v>
                </c:pt>
                <c:pt idx="5180">
                  <c:v>47550</c:v>
                </c:pt>
                <c:pt idx="5181">
                  <c:v>47551</c:v>
                </c:pt>
                <c:pt idx="5182">
                  <c:v>47552</c:v>
                </c:pt>
                <c:pt idx="5183">
                  <c:v>47553</c:v>
                </c:pt>
                <c:pt idx="5184">
                  <c:v>47554</c:v>
                </c:pt>
                <c:pt idx="5185">
                  <c:v>47555</c:v>
                </c:pt>
                <c:pt idx="5186">
                  <c:v>47556</c:v>
                </c:pt>
                <c:pt idx="5187">
                  <c:v>47557</c:v>
                </c:pt>
                <c:pt idx="5188">
                  <c:v>47558</c:v>
                </c:pt>
                <c:pt idx="5189">
                  <c:v>47559</c:v>
                </c:pt>
                <c:pt idx="5190">
                  <c:v>47560</c:v>
                </c:pt>
                <c:pt idx="5191">
                  <c:v>47561</c:v>
                </c:pt>
                <c:pt idx="5192">
                  <c:v>47562</c:v>
                </c:pt>
                <c:pt idx="5193">
                  <c:v>47563</c:v>
                </c:pt>
                <c:pt idx="5194">
                  <c:v>47564</c:v>
                </c:pt>
                <c:pt idx="5195">
                  <c:v>47565</c:v>
                </c:pt>
                <c:pt idx="5196">
                  <c:v>47566</c:v>
                </c:pt>
                <c:pt idx="5197">
                  <c:v>47567</c:v>
                </c:pt>
                <c:pt idx="5198">
                  <c:v>47568</c:v>
                </c:pt>
                <c:pt idx="5199">
                  <c:v>47569</c:v>
                </c:pt>
                <c:pt idx="5200">
                  <c:v>47570</c:v>
                </c:pt>
                <c:pt idx="5201">
                  <c:v>47571</c:v>
                </c:pt>
                <c:pt idx="5202">
                  <c:v>47572</c:v>
                </c:pt>
                <c:pt idx="5203">
                  <c:v>47573</c:v>
                </c:pt>
                <c:pt idx="5204">
                  <c:v>47574</c:v>
                </c:pt>
                <c:pt idx="5205">
                  <c:v>47575</c:v>
                </c:pt>
                <c:pt idx="5206">
                  <c:v>47576</c:v>
                </c:pt>
                <c:pt idx="5207">
                  <c:v>47577</c:v>
                </c:pt>
                <c:pt idx="5208">
                  <c:v>47578</c:v>
                </c:pt>
                <c:pt idx="5209">
                  <c:v>47579</c:v>
                </c:pt>
                <c:pt idx="5210">
                  <c:v>47580</c:v>
                </c:pt>
                <c:pt idx="5211">
                  <c:v>47581</c:v>
                </c:pt>
                <c:pt idx="5212">
                  <c:v>47582</c:v>
                </c:pt>
                <c:pt idx="5213">
                  <c:v>47583</c:v>
                </c:pt>
                <c:pt idx="5214">
                  <c:v>47584</c:v>
                </c:pt>
                <c:pt idx="5215">
                  <c:v>47585</c:v>
                </c:pt>
                <c:pt idx="5216">
                  <c:v>47586</c:v>
                </c:pt>
                <c:pt idx="5217">
                  <c:v>47587</c:v>
                </c:pt>
                <c:pt idx="5218">
                  <c:v>47588</c:v>
                </c:pt>
                <c:pt idx="5219">
                  <c:v>47589</c:v>
                </c:pt>
                <c:pt idx="5220">
                  <c:v>47590</c:v>
                </c:pt>
                <c:pt idx="5221">
                  <c:v>47591</c:v>
                </c:pt>
                <c:pt idx="5222">
                  <c:v>47592</c:v>
                </c:pt>
                <c:pt idx="5223">
                  <c:v>47593</c:v>
                </c:pt>
                <c:pt idx="5224">
                  <c:v>47594</c:v>
                </c:pt>
                <c:pt idx="5225">
                  <c:v>47595</c:v>
                </c:pt>
                <c:pt idx="5226">
                  <c:v>47596</c:v>
                </c:pt>
                <c:pt idx="5227">
                  <c:v>47597</c:v>
                </c:pt>
                <c:pt idx="5228">
                  <c:v>47598</c:v>
                </c:pt>
                <c:pt idx="5229">
                  <c:v>47599</c:v>
                </c:pt>
                <c:pt idx="5230">
                  <c:v>47600</c:v>
                </c:pt>
                <c:pt idx="5231">
                  <c:v>47601</c:v>
                </c:pt>
                <c:pt idx="5232">
                  <c:v>47602</c:v>
                </c:pt>
                <c:pt idx="5233">
                  <c:v>47603</c:v>
                </c:pt>
                <c:pt idx="5234">
                  <c:v>47604</c:v>
                </c:pt>
                <c:pt idx="5235">
                  <c:v>47605</c:v>
                </c:pt>
                <c:pt idx="5236">
                  <c:v>47606</c:v>
                </c:pt>
                <c:pt idx="5237">
                  <c:v>47607</c:v>
                </c:pt>
                <c:pt idx="5238">
                  <c:v>47608</c:v>
                </c:pt>
                <c:pt idx="5239">
                  <c:v>47609</c:v>
                </c:pt>
                <c:pt idx="5240">
                  <c:v>47610</c:v>
                </c:pt>
                <c:pt idx="5241">
                  <c:v>47611</c:v>
                </c:pt>
                <c:pt idx="5242">
                  <c:v>47612</c:v>
                </c:pt>
                <c:pt idx="5243">
                  <c:v>47613</c:v>
                </c:pt>
                <c:pt idx="5244">
                  <c:v>47614</c:v>
                </c:pt>
                <c:pt idx="5245">
                  <c:v>47615</c:v>
                </c:pt>
                <c:pt idx="5246">
                  <c:v>47616</c:v>
                </c:pt>
                <c:pt idx="5247">
                  <c:v>47617</c:v>
                </c:pt>
                <c:pt idx="5248">
                  <c:v>47618</c:v>
                </c:pt>
                <c:pt idx="5249">
                  <c:v>47619</c:v>
                </c:pt>
                <c:pt idx="5250">
                  <c:v>47620</c:v>
                </c:pt>
                <c:pt idx="5251">
                  <c:v>47621</c:v>
                </c:pt>
                <c:pt idx="5252">
                  <c:v>47622</c:v>
                </c:pt>
                <c:pt idx="5253">
                  <c:v>47623</c:v>
                </c:pt>
                <c:pt idx="5254">
                  <c:v>47624</c:v>
                </c:pt>
                <c:pt idx="5255">
                  <c:v>47625</c:v>
                </c:pt>
                <c:pt idx="5256">
                  <c:v>47626</c:v>
                </c:pt>
                <c:pt idx="5257">
                  <c:v>47627</c:v>
                </c:pt>
                <c:pt idx="5258">
                  <c:v>47628</c:v>
                </c:pt>
                <c:pt idx="5259">
                  <c:v>47629</c:v>
                </c:pt>
                <c:pt idx="5260">
                  <c:v>47630</c:v>
                </c:pt>
                <c:pt idx="5261">
                  <c:v>47631</c:v>
                </c:pt>
                <c:pt idx="5262">
                  <c:v>47632</c:v>
                </c:pt>
                <c:pt idx="5263">
                  <c:v>47633</c:v>
                </c:pt>
                <c:pt idx="5264">
                  <c:v>47634</c:v>
                </c:pt>
                <c:pt idx="5265">
                  <c:v>47635</c:v>
                </c:pt>
                <c:pt idx="5266">
                  <c:v>47636</c:v>
                </c:pt>
                <c:pt idx="5267">
                  <c:v>47637</c:v>
                </c:pt>
                <c:pt idx="5268">
                  <c:v>47638</c:v>
                </c:pt>
                <c:pt idx="5269">
                  <c:v>47639</c:v>
                </c:pt>
                <c:pt idx="5270">
                  <c:v>47640</c:v>
                </c:pt>
                <c:pt idx="5271">
                  <c:v>47641</c:v>
                </c:pt>
                <c:pt idx="5272">
                  <c:v>47642</c:v>
                </c:pt>
                <c:pt idx="5273">
                  <c:v>47643</c:v>
                </c:pt>
                <c:pt idx="5274">
                  <c:v>47644</c:v>
                </c:pt>
                <c:pt idx="5275">
                  <c:v>47645</c:v>
                </c:pt>
                <c:pt idx="5276">
                  <c:v>47646</c:v>
                </c:pt>
                <c:pt idx="5277">
                  <c:v>47647</c:v>
                </c:pt>
                <c:pt idx="5278">
                  <c:v>47648</c:v>
                </c:pt>
                <c:pt idx="5279">
                  <c:v>47649</c:v>
                </c:pt>
                <c:pt idx="5280">
                  <c:v>47650</c:v>
                </c:pt>
                <c:pt idx="5281">
                  <c:v>47651</c:v>
                </c:pt>
                <c:pt idx="5282">
                  <c:v>47652</c:v>
                </c:pt>
                <c:pt idx="5283">
                  <c:v>47653</c:v>
                </c:pt>
                <c:pt idx="5284">
                  <c:v>47654</c:v>
                </c:pt>
                <c:pt idx="5285">
                  <c:v>47655</c:v>
                </c:pt>
                <c:pt idx="5286">
                  <c:v>47656</c:v>
                </c:pt>
                <c:pt idx="5287">
                  <c:v>47657</c:v>
                </c:pt>
                <c:pt idx="5288">
                  <c:v>47658</c:v>
                </c:pt>
                <c:pt idx="5289">
                  <c:v>47659</c:v>
                </c:pt>
                <c:pt idx="5290">
                  <c:v>47660</c:v>
                </c:pt>
                <c:pt idx="5291">
                  <c:v>47661</c:v>
                </c:pt>
                <c:pt idx="5292">
                  <c:v>47662</c:v>
                </c:pt>
                <c:pt idx="5293">
                  <c:v>47663</c:v>
                </c:pt>
                <c:pt idx="5294">
                  <c:v>47664</c:v>
                </c:pt>
                <c:pt idx="5295">
                  <c:v>47665</c:v>
                </c:pt>
                <c:pt idx="5296">
                  <c:v>47666</c:v>
                </c:pt>
                <c:pt idx="5297">
                  <c:v>47667</c:v>
                </c:pt>
                <c:pt idx="5298">
                  <c:v>47668</c:v>
                </c:pt>
                <c:pt idx="5299">
                  <c:v>47669</c:v>
                </c:pt>
                <c:pt idx="5300">
                  <c:v>47670</c:v>
                </c:pt>
                <c:pt idx="5301">
                  <c:v>47671</c:v>
                </c:pt>
                <c:pt idx="5302">
                  <c:v>47672</c:v>
                </c:pt>
                <c:pt idx="5303">
                  <c:v>47673</c:v>
                </c:pt>
                <c:pt idx="5304">
                  <c:v>47674</c:v>
                </c:pt>
                <c:pt idx="5305">
                  <c:v>47675</c:v>
                </c:pt>
                <c:pt idx="5306">
                  <c:v>47676</c:v>
                </c:pt>
                <c:pt idx="5307">
                  <c:v>47677</c:v>
                </c:pt>
                <c:pt idx="5308">
                  <c:v>47678</c:v>
                </c:pt>
                <c:pt idx="5309">
                  <c:v>47679</c:v>
                </c:pt>
                <c:pt idx="5310">
                  <c:v>47680</c:v>
                </c:pt>
                <c:pt idx="5311">
                  <c:v>47681</c:v>
                </c:pt>
                <c:pt idx="5312">
                  <c:v>47682</c:v>
                </c:pt>
                <c:pt idx="5313">
                  <c:v>47683</c:v>
                </c:pt>
                <c:pt idx="5314">
                  <c:v>47684</c:v>
                </c:pt>
                <c:pt idx="5315">
                  <c:v>47685</c:v>
                </c:pt>
                <c:pt idx="5316">
                  <c:v>47686</c:v>
                </c:pt>
                <c:pt idx="5317">
                  <c:v>47687</c:v>
                </c:pt>
                <c:pt idx="5318">
                  <c:v>47688</c:v>
                </c:pt>
                <c:pt idx="5319">
                  <c:v>47689</c:v>
                </c:pt>
                <c:pt idx="5320">
                  <c:v>47690</c:v>
                </c:pt>
                <c:pt idx="5321">
                  <c:v>47691</c:v>
                </c:pt>
                <c:pt idx="5322">
                  <c:v>47692</c:v>
                </c:pt>
                <c:pt idx="5323">
                  <c:v>47693</c:v>
                </c:pt>
                <c:pt idx="5324">
                  <c:v>47694</c:v>
                </c:pt>
                <c:pt idx="5325">
                  <c:v>47695</c:v>
                </c:pt>
                <c:pt idx="5326">
                  <c:v>47696</c:v>
                </c:pt>
                <c:pt idx="5327">
                  <c:v>47697</c:v>
                </c:pt>
                <c:pt idx="5328">
                  <c:v>47698</c:v>
                </c:pt>
                <c:pt idx="5329">
                  <c:v>47699</c:v>
                </c:pt>
                <c:pt idx="5330">
                  <c:v>47700</c:v>
                </c:pt>
                <c:pt idx="5331">
                  <c:v>47701</c:v>
                </c:pt>
                <c:pt idx="5332">
                  <c:v>47702</c:v>
                </c:pt>
                <c:pt idx="5333">
                  <c:v>47703</c:v>
                </c:pt>
                <c:pt idx="5334">
                  <c:v>47704</c:v>
                </c:pt>
                <c:pt idx="5335">
                  <c:v>47705</c:v>
                </c:pt>
                <c:pt idx="5336">
                  <c:v>47706</c:v>
                </c:pt>
                <c:pt idx="5337">
                  <c:v>47707</c:v>
                </c:pt>
                <c:pt idx="5338">
                  <c:v>47708</c:v>
                </c:pt>
                <c:pt idx="5339">
                  <c:v>47709</c:v>
                </c:pt>
                <c:pt idx="5340">
                  <c:v>47710</c:v>
                </c:pt>
                <c:pt idx="5341">
                  <c:v>47711</c:v>
                </c:pt>
                <c:pt idx="5342">
                  <c:v>47712</c:v>
                </c:pt>
                <c:pt idx="5343">
                  <c:v>47713</c:v>
                </c:pt>
                <c:pt idx="5344">
                  <c:v>47714</c:v>
                </c:pt>
                <c:pt idx="5345">
                  <c:v>47715</c:v>
                </c:pt>
                <c:pt idx="5346">
                  <c:v>47716</c:v>
                </c:pt>
                <c:pt idx="5347">
                  <c:v>47717</c:v>
                </c:pt>
                <c:pt idx="5348">
                  <c:v>47718</c:v>
                </c:pt>
                <c:pt idx="5349">
                  <c:v>47719</c:v>
                </c:pt>
                <c:pt idx="5350">
                  <c:v>47720</c:v>
                </c:pt>
                <c:pt idx="5351">
                  <c:v>47721</c:v>
                </c:pt>
                <c:pt idx="5352">
                  <c:v>47722</c:v>
                </c:pt>
                <c:pt idx="5353">
                  <c:v>47723</c:v>
                </c:pt>
                <c:pt idx="5354">
                  <c:v>47724</c:v>
                </c:pt>
                <c:pt idx="5355">
                  <c:v>47725</c:v>
                </c:pt>
                <c:pt idx="5356">
                  <c:v>47726</c:v>
                </c:pt>
                <c:pt idx="5357">
                  <c:v>47727</c:v>
                </c:pt>
                <c:pt idx="5358">
                  <c:v>47728</c:v>
                </c:pt>
                <c:pt idx="5359">
                  <c:v>47729</c:v>
                </c:pt>
                <c:pt idx="5360">
                  <c:v>47730</c:v>
                </c:pt>
                <c:pt idx="5361">
                  <c:v>47731</c:v>
                </c:pt>
                <c:pt idx="5362">
                  <c:v>47732</c:v>
                </c:pt>
                <c:pt idx="5363">
                  <c:v>47733</c:v>
                </c:pt>
                <c:pt idx="5364">
                  <c:v>47734</c:v>
                </c:pt>
                <c:pt idx="5365">
                  <c:v>47735</c:v>
                </c:pt>
                <c:pt idx="5366">
                  <c:v>47736</c:v>
                </c:pt>
                <c:pt idx="5367">
                  <c:v>47737</c:v>
                </c:pt>
                <c:pt idx="5368">
                  <c:v>47738</c:v>
                </c:pt>
                <c:pt idx="5369">
                  <c:v>47739</c:v>
                </c:pt>
                <c:pt idx="5370">
                  <c:v>47740</c:v>
                </c:pt>
                <c:pt idx="5371">
                  <c:v>47741</c:v>
                </c:pt>
                <c:pt idx="5372">
                  <c:v>47742</c:v>
                </c:pt>
                <c:pt idx="5373">
                  <c:v>47743</c:v>
                </c:pt>
                <c:pt idx="5374">
                  <c:v>47744</c:v>
                </c:pt>
                <c:pt idx="5375">
                  <c:v>47745</c:v>
                </c:pt>
                <c:pt idx="5376">
                  <c:v>47746</c:v>
                </c:pt>
                <c:pt idx="5377">
                  <c:v>47747</c:v>
                </c:pt>
                <c:pt idx="5378">
                  <c:v>47748</c:v>
                </c:pt>
                <c:pt idx="5379">
                  <c:v>47749</c:v>
                </c:pt>
                <c:pt idx="5380">
                  <c:v>47750</c:v>
                </c:pt>
                <c:pt idx="5381">
                  <c:v>47751</c:v>
                </c:pt>
                <c:pt idx="5382">
                  <c:v>47752</c:v>
                </c:pt>
                <c:pt idx="5383">
                  <c:v>47753</c:v>
                </c:pt>
                <c:pt idx="5384">
                  <c:v>47754</c:v>
                </c:pt>
                <c:pt idx="5385">
                  <c:v>47755</c:v>
                </c:pt>
                <c:pt idx="5386">
                  <c:v>47756</c:v>
                </c:pt>
                <c:pt idx="5387">
                  <c:v>47757</c:v>
                </c:pt>
                <c:pt idx="5388">
                  <c:v>47758</c:v>
                </c:pt>
                <c:pt idx="5389">
                  <c:v>47759</c:v>
                </c:pt>
                <c:pt idx="5390">
                  <c:v>47760</c:v>
                </c:pt>
                <c:pt idx="5391">
                  <c:v>47761</c:v>
                </c:pt>
                <c:pt idx="5392">
                  <c:v>47762</c:v>
                </c:pt>
                <c:pt idx="5393">
                  <c:v>47763</c:v>
                </c:pt>
                <c:pt idx="5394">
                  <c:v>47764</c:v>
                </c:pt>
                <c:pt idx="5395">
                  <c:v>47765</c:v>
                </c:pt>
                <c:pt idx="5396">
                  <c:v>47766</c:v>
                </c:pt>
                <c:pt idx="5397">
                  <c:v>47767</c:v>
                </c:pt>
                <c:pt idx="5398">
                  <c:v>47768</c:v>
                </c:pt>
                <c:pt idx="5399">
                  <c:v>47769</c:v>
                </c:pt>
                <c:pt idx="5400">
                  <c:v>47770</c:v>
                </c:pt>
                <c:pt idx="5401">
                  <c:v>47771</c:v>
                </c:pt>
                <c:pt idx="5402">
                  <c:v>47772</c:v>
                </c:pt>
                <c:pt idx="5403">
                  <c:v>47773</c:v>
                </c:pt>
                <c:pt idx="5404">
                  <c:v>47774</c:v>
                </c:pt>
                <c:pt idx="5405">
                  <c:v>47775</c:v>
                </c:pt>
                <c:pt idx="5406">
                  <c:v>47776</c:v>
                </c:pt>
                <c:pt idx="5407">
                  <c:v>47777</c:v>
                </c:pt>
                <c:pt idx="5408">
                  <c:v>47778</c:v>
                </c:pt>
                <c:pt idx="5409">
                  <c:v>47779</c:v>
                </c:pt>
                <c:pt idx="5410">
                  <c:v>47780</c:v>
                </c:pt>
                <c:pt idx="5411">
                  <c:v>47781</c:v>
                </c:pt>
                <c:pt idx="5412">
                  <c:v>47782</c:v>
                </c:pt>
                <c:pt idx="5413">
                  <c:v>47783</c:v>
                </c:pt>
                <c:pt idx="5414">
                  <c:v>47784</c:v>
                </c:pt>
                <c:pt idx="5415">
                  <c:v>47785</c:v>
                </c:pt>
                <c:pt idx="5416">
                  <c:v>47786</c:v>
                </c:pt>
                <c:pt idx="5417">
                  <c:v>47787</c:v>
                </c:pt>
                <c:pt idx="5418">
                  <c:v>47788</c:v>
                </c:pt>
                <c:pt idx="5419">
                  <c:v>47789</c:v>
                </c:pt>
                <c:pt idx="5420">
                  <c:v>47790</c:v>
                </c:pt>
                <c:pt idx="5421">
                  <c:v>47791</c:v>
                </c:pt>
                <c:pt idx="5422">
                  <c:v>47792</c:v>
                </c:pt>
                <c:pt idx="5423">
                  <c:v>47793</c:v>
                </c:pt>
                <c:pt idx="5424">
                  <c:v>47794</c:v>
                </c:pt>
                <c:pt idx="5425">
                  <c:v>47795</c:v>
                </c:pt>
                <c:pt idx="5426">
                  <c:v>47796</c:v>
                </c:pt>
                <c:pt idx="5427">
                  <c:v>47797</c:v>
                </c:pt>
                <c:pt idx="5428">
                  <c:v>47798</c:v>
                </c:pt>
                <c:pt idx="5429">
                  <c:v>47799</c:v>
                </c:pt>
                <c:pt idx="5430">
                  <c:v>47800</c:v>
                </c:pt>
                <c:pt idx="5431">
                  <c:v>47801</c:v>
                </c:pt>
                <c:pt idx="5432">
                  <c:v>47802</c:v>
                </c:pt>
                <c:pt idx="5433">
                  <c:v>47803</c:v>
                </c:pt>
                <c:pt idx="5434">
                  <c:v>47804</c:v>
                </c:pt>
                <c:pt idx="5435">
                  <c:v>47805</c:v>
                </c:pt>
                <c:pt idx="5436">
                  <c:v>47806</c:v>
                </c:pt>
                <c:pt idx="5437">
                  <c:v>47807</c:v>
                </c:pt>
                <c:pt idx="5438">
                  <c:v>47808</c:v>
                </c:pt>
                <c:pt idx="5439">
                  <c:v>47809</c:v>
                </c:pt>
                <c:pt idx="5440">
                  <c:v>47810</c:v>
                </c:pt>
                <c:pt idx="5441">
                  <c:v>47811</c:v>
                </c:pt>
                <c:pt idx="5442">
                  <c:v>47812</c:v>
                </c:pt>
                <c:pt idx="5443">
                  <c:v>47813</c:v>
                </c:pt>
                <c:pt idx="5444">
                  <c:v>47814</c:v>
                </c:pt>
                <c:pt idx="5445">
                  <c:v>47815</c:v>
                </c:pt>
                <c:pt idx="5446">
                  <c:v>47816</c:v>
                </c:pt>
                <c:pt idx="5447">
                  <c:v>47817</c:v>
                </c:pt>
                <c:pt idx="5448">
                  <c:v>47818</c:v>
                </c:pt>
                <c:pt idx="5449">
                  <c:v>47819</c:v>
                </c:pt>
                <c:pt idx="5450">
                  <c:v>47820</c:v>
                </c:pt>
                <c:pt idx="5451">
                  <c:v>47821</c:v>
                </c:pt>
                <c:pt idx="5452">
                  <c:v>47822</c:v>
                </c:pt>
                <c:pt idx="5453">
                  <c:v>47823</c:v>
                </c:pt>
                <c:pt idx="5454">
                  <c:v>47824</c:v>
                </c:pt>
                <c:pt idx="5455">
                  <c:v>47825</c:v>
                </c:pt>
                <c:pt idx="5456">
                  <c:v>47826</c:v>
                </c:pt>
                <c:pt idx="5457">
                  <c:v>47827</c:v>
                </c:pt>
                <c:pt idx="5458">
                  <c:v>47828</c:v>
                </c:pt>
                <c:pt idx="5459">
                  <c:v>47829</c:v>
                </c:pt>
                <c:pt idx="5460">
                  <c:v>47830</c:v>
                </c:pt>
                <c:pt idx="5461">
                  <c:v>47831</c:v>
                </c:pt>
                <c:pt idx="5462">
                  <c:v>47832</c:v>
                </c:pt>
                <c:pt idx="5463">
                  <c:v>47833</c:v>
                </c:pt>
                <c:pt idx="5464">
                  <c:v>47834</c:v>
                </c:pt>
                <c:pt idx="5465">
                  <c:v>47835</c:v>
                </c:pt>
                <c:pt idx="5466">
                  <c:v>47836</c:v>
                </c:pt>
                <c:pt idx="5467">
                  <c:v>47837</c:v>
                </c:pt>
                <c:pt idx="5468">
                  <c:v>47838</c:v>
                </c:pt>
                <c:pt idx="5469">
                  <c:v>47839</c:v>
                </c:pt>
                <c:pt idx="5470">
                  <c:v>47840</c:v>
                </c:pt>
                <c:pt idx="5471">
                  <c:v>47841</c:v>
                </c:pt>
                <c:pt idx="5472">
                  <c:v>47842</c:v>
                </c:pt>
                <c:pt idx="5473">
                  <c:v>47843</c:v>
                </c:pt>
                <c:pt idx="5474">
                  <c:v>47844</c:v>
                </c:pt>
                <c:pt idx="5475">
                  <c:v>47845</c:v>
                </c:pt>
                <c:pt idx="5476">
                  <c:v>47846</c:v>
                </c:pt>
                <c:pt idx="5477">
                  <c:v>47847</c:v>
                </c:pt>
                <c:pt idx="5478">
                  <c:v>47848</c:v>
                </c:pt>
                <c:pt idx="5479">
                  <c:v>47849</c:v>
                </c:pt>
                <c:pt idx="5480">
                  <c:v>47850</c:v>
                </c:pt>
                <c:pt idx="5481">
                  <c:v>47851</c:v>
                </c:pt>
                <c:pt idx="5482">
                  <c:v>47852</c:v>
                </c:pt>
                <c:pt idx="5483">
                  <c:v>47853</c:v>
                </c:pt>
                <c:pt idx="5484">
                  <c:v>47854</c:v>
                </c:pt>
                <c:pt idx="5485">
                  <c:v>47855</c:v>
                </c:pt>
                <c:pt idx="5486">
                  <c:v>47856</c:v>
                </c:pt>
                <c:pt idx="5487">
                  <c:v>47857</c:v>
                </c:pt>
                <c:pt idx="5488">
                  <c:v>47858</c:v>
                </c:pt>
                <c:pt idx="5489">
                  <c:v>47859</c:v>
                </c:pt>
                <c:pt idx="5490">
                  <c:v>47860</c:v>
                </c:pt>
                <c:pt idx="5491">
                  <c:v>47861</c:v>
                </c:pt>
                <c:pt idx="5492">
                  <c:v>47862</c:v>
                </c:pt>
                <c:pt idx="5493">
                  <c:v>47863</c:v>
                </c:pt>
                <c:pt idx="5494">
                  <c:v>47864</c:v>
                </c:pt>
                <c:pt idx="5495">
                  <c:v>47865</c:v>
                </c:pt>
                <c:pt idx="5496">
                  <c:v>47866</c:v>
                </c:pt>
                <c:pt idx="5497">
                  <c:v>47867</c:v>
                </c:pt>
                <c:pt idx="5498">
                  <c:v>47868</c:v>
                </c:pt>
                <c:pt idx="5499">
                  <c:v>47869</c:v>
                </c:pt>
                <c:pt idx="5500">
                  <c:v>47870</c:v>
                </c:pt>
                <c:pt idx="5501">
                  <c:v>47871</c:v>
                </c:pt>
                <c:pt idx="5502">
                  <c:v>47872</c:v>
                </c:pt>
                <c:pt idx="5503">
                  <c:v>47873</c:v>
                </c:pt>
                <c:pt idx="5504">
                  <c:v>47874</c:v>
                </c:pt>
                <c:pt idx="5505">
                  <c:v>47875</c:v>
                </c:pt>
                <c:pt idx="5506">
                  <c:v>47876</c:v>
                </c:pt>
                <c:pt idx="5507">
                  <c:v>47877</c:v>
                </c:pt>
                <c:pt idx="5508">
                  <c:v>47878</c:v>
                </c:pt>
                <c:pt idx="5509">
                  <c:v>47879</c:v>
                </c:pt>
                <c:pt idx="5510">
                  <c:v>47880</c:v>
                </c:pt>
                <c:pt idx="5511">
                  <c:v>47881</c:v>
                </c:pt>
                <c:pt idx="5512">
                  <c:v>47882</c:v>
                </c:pt>
                <c:pt idx="5513">
                  <c:v>47883</c:v>
                </c:pt>
                <c:pt idx="5514">
                  <c:v>47884</c:v>
                </c:pt>
                <c:pt idx="5515">
                  <c:v>47885</c:v>
                </c:pt>
                <c:pt idx="5516">
                  <c:v>47886</c:v>
                </c:pt>
                <c:pt idx="5517">
                  <c:v>47887</c:v>
                </c:pt>
                <c:pt idx="5518">
                  <c:v>47888</c:v>
                </c:pt>
                <c:pt idx="5519">
                  <c:v>47889</c:v>
                </c:pt>
                <c:pt idx="5520">
                  <c:v>47890</c:v>
                </c:pt>
                <c:pt idx="5521">
                  <c:v>47891</c:v>
                </c:pt>
                <c:pt idx="5522">
                  <c:v>47892</c:v>
                </c:pt>
                <c:pt idx="5523">
                  <c:v>47893</c:v>
                </c:pt>
                <c:pt idx="5524">
                  <c:v>47894</c:v>
                </c:pt>
                <c:pt idx="5525">
                  <c:v>47895</c:v>
                </c:pt>
                <c:pt idx="5526">
                  <c:v>47896</c:v>
                </c:pt>
                <c:pt idx="5527">
                  <c:v>47897</c:v>
                </c:pt>
                <c:pt idx="5528">
                  <c:v>47898</c:v>
                </c:pt>
                <c:pt idx="5529">
                  <c:v>47899</c:v>
                </c:pt>
                <c:pt idx="5530">
                  <c:v>47900</c:v>
                </c:pt>
                <c:pt idx="5531">
                  <c:v>47901</c:v>
                </c:pt>
                <c:pt idx="5532">
                  <c:v>47902</c:v>
                </c:pt>
                <c:pt idx="5533">
                  <c:v>47903</c:v>
                </c:pt>
                <c:pt idx="5534">
                  <c:v>47904</c:v>
                </c:pt>
                <c:pt idx="5535">
                  <c:v>47905</c:v>
                </c:pt>
                <c:pt idx="5536">
                  <c:v>47906</c:v>
                </c:pt>
                <c:pt idx="5537">
                  <c:v>47907</c:v>
                </c:pt>
                <c:pt idx="5538">
                  <c:v>47908</c:v>
                </c:pt>
                <c:pt idx="5539">
                  <c:v>47909</c:v>
                </c:pt>
                <c:pt idx="5540">
                  <c:v>47910</c:v>
                </c:pt>
                <c:pt idx="5541">
                  <c:v>47911</c:v>
                </c:pt>
                <c:pt idx="5542">
                  <c:v>47912</c:v>
                </c:pt>
                <c:pt idx="5543">
                  <c:v>47913</c:v>
                </c:pt>
                <c:pt idx="5544">
                  <c:v>47914</c:v>
                </c:pt>
                <c:pt idx="5545">
                  <c:v>47915</c:v>
                </c:pt>
                <c:pt idx="5546">
                  <c:v>47916</c:v>
                </c:pt>
                <c:pt idx="5547">
                  <c:v>47917</c:v>
                </c:pt>
                <c:pt idx="5548">
                  <c:v>47918</c:v>
                </c:pt>
                <c:pt idx="5549">
                  <c:v>47919</c:v>
                </c:pt>
                <c:pt idx="5550">
                  <c:v>47920</c:v>
                </c:pt>
                <c:pt idx="5551">
                  <c:v>47921</c:v>
                </c:pt>
                <c:pt idx="5552">
                  <c:v>47922</c:v>
                </c:pt>
                <c:pt idx="5553">
                  <c:v>47923</c:v>
                </c:pt>
                <c:pt idx="5554">
                  <c:v>47924</c:v>
                </c:pt>
                <c:pt idx="5555">
                  <c:v>47925</c:v>
                </c:pt>
                <c:pt idx="5556">
                  <c:v>47926</c:v>
                </c:pt>
                <c:pt idx="5557">
                  <c:v>47927</c:v>
                </c:pt>
                <c:pt idx="5558">
                  <c:v>47928</c:v>
                </c:pt>
                <c:pt idx="5559">
                  <c:v>47929</c:v>
                </c:pt>
                <c:pt idx="5560">
                  <c:v>47930</c:v>
                </c:pt>
                <c:pt idx="5561">
                  <c:v>47931</c:v>
                </c:pt>
                <c:pt idx="5562">
                  <c:v>47932</c:v>
                </c:pt>
                <c:pt idx="5563">
                  <c:v>47933</c:v>
                </c:pt>
                <c:pt idx="5564">
                  <c:v>47934</c:v>
                </c:pt>
                <c:pt idx="5565">
                  <c:v>47935</c:v>
                </c:pt>
                <c:pt idx="5566">
                  <c:v>47936</c:v>
                </c:pt>
                <c:pt idx="5567">
                  <c:v>47937</c:v>
                </c:pt>
                <c:pt idx="5568">
                  <c:v>47938</c:v>
                </c:pt>
                <c:pt idx="5569">
                  <c:v>47939</c:v>
                </c:pt>
                <c:pt idx="5570">
                  <c:v>47940</c:v>
                </c:pt>
                <c:pt idx="5571">
                  <c:v>47941</c:v>
                </c:pt>
                <c:pt idx="5572">
                  <c:v>47942</c:v>
                </c:pt>
                <c:pt idx="5573">
                  <c:v>47943</c:v>
                </c:pt>
                <c:pt idx="5574">
                  <c:v>47944</c:v>
                </c:pt>
                <c:pt idx="5575">
                  <c:v>47945</c:v>
                </c:pt>
                <c:pt idx="5576">
                  <c:v>47946</c:v>
                </c:pt>
                <c:pt idx="5577">
                  <c:v>47947</c:v>
                </c:pt>
                <c:pt idx="5578">
                  <c:v>47948</c:v>
                </c:pt>
                <c:pt idx="5579">
                  <c:v>47949</c:v>
                </c:pt>
                <c:pt idx="5580">
                  <c:v>47950</c:v>
                </c:pt>
                <c:pt idx="5581">
                  <c:v>47951</c:v>
                </c:pt>
                <c:pt idx="5582">
                  <c:v>47952</c:v>
                </c:pt>
                <c:pt idx="5583">
                  <c:v>47953</c:v>
                </c:pt>
                <c:pt idx="5584">
                  <c:v>47954</c:v>
                </c:pt>
                <c:pt idx="5585">
                  <c:v>47955</c:v>
                </c:pt>
                <c:pt idx="5586">
                  <c:v>47956</c:v>
                </c:pt>
                <c:pt idx="5587">
                  <c:v>47957</c:v>
                </c:pt>
                <c:pt idx="5588">
                  <c:v>47958</c:v>
                </c:pt>
                <c:pt idx="5589">
                  <c:v>47959</c:v>
                </c:pt>
                <c:pt idx="5590">
                  <c:v>47960</c:v>
                </c:pt>
                <c:pt idx="5591">
                  <c:v>47961</c:v>
                </c:pt>
                <c:pt idx="5592">
                  <c:v>47962</c:v>
                </c:pt>
                <c:pt idx="5593">
                  <c:v>47963</c:v>
                </c:pt>
                <c:pt idx="5594">
                  <c:v>47964</c:v>
                </c:pt>
                <c:pt idx="5595">
                  <c:v>47965</c:v>
                </c:pt>
                <c:pt idx="5596">
                  <c:v>47966</c:v>
                </c:pt>
                <c:pt idx="5597">
                  <c:v>47967</c:v>
                </c:pt>
                <c:pt idx="5598">
                  <c:v>47968</c:v>
                </c:pt>
                <c:pt idx="5599">
                  <c:v>47969</c:v>
                </c:pt>
                <c:pt idx="5600">
                  <c:v>47970</c:v>
                </c:pt>
                <c:pt idx="5601">
                  <c:v>47971</c:v>
                </c:pt>
                <c:pt idx="5602">
                  <c:v>47972</c:v>
                </c:pt>
                <c:pt idx="5603">
                  <c:v>47973</c:v>
                </c:pt>
                <c:pt idx="5604">
                  <c:v>47974</c:v>
                </c:pt>
                <c:pt idx="5605">
                  <c:v>47975</c:v>
                </c:pt>
                <c:pt idx="5606">
                  <c:v>47976</c:v>
                </c:pt>
                <c:pt idx="5607">
                  <c:v>47977</c:v>
                </c:pt>
                <c:pt idx="5608">
                  <c:v>47978</c:v>
                </c:pt>
                <c:pt idx="5609">
                  <c:v>47979</c:v>
                </c:pt>
                <c:pt idx="5610">
                  <c:v>47980</c:v>
                </c:pt>
                <c:pt idx="5611">
                  <c:v>47981</c:v>
                </c:pt>
                <c:pt idx="5612">
                  <c:v>47982</c:v>
                </c:pt>
                <c:pt idx="5613">
                  <c:v>47983</c:v>
                </c:pt>
                <c:pt idx="5614">
                  <c:v>47984</c:v>
                </c:pt>
                <c:pt idx="5615">
                  <c:v>47985</c:v>
                </c:pt>
                <c:pt idx="5616">
                  <c:v>47986</c:v>
                </c:pt>
                <c:pt idx="5617">
                  <c:v>47987</c:v>
                </c:pt>
                <c:pt idx="5618">
                  <c:v>47988</c:v>
                </c:pt>
                <c:pt idx="5619">
                  <c:v>47989</c:v>
                </c:pt>
                <c:pt idx="5620">
                  <c:v>47990</c:v>
                </c:pt>
                <c:pt idx="5621">
                  <c:v>47991</c:v>
                </c:pt>
                <c:pt idx="5622">
                  <c:v>47992</c:v>
                </c:pt>
                <c:pt idx="5623">
                  <c:v>47993</c:v>
                </c:pt>
                <c:pt idx="5624">
                  <c:v>47994</c:v>
                </c:pt>
                <c:pt idx="5625">
                  <c:v>47995</c:v>
                </c:pt>
                <c:pt idx="5626">
                  <c:v>47996</c:v>
                </c:pt>
                <c:pt idx="5627">
                  <c:v>47997</c:v>
                </c:pt>
                <c:pt idx="5628">
                  <c:v>47998</c:v>
                </c:pt>
                <c:pt idx="5629">
                  <c:v>47999</c:v>
                </c:pt>
                <c:pt idx="5630">
                  <c:v>48000</c:v>
                </c:pt>
                <c:pt idx="5631">
                  <c:v>48001</c:v>
                </c:pt>
                <c:pt idx="5632">
                  <c:v>48002</c:v>
                </c:pt>
                <c:pt idx="5633">
                  <c:v>48003</c:v>
                </c:pt>
                <c:pt idx="5634">
                  <c:v>48004</c:v>
                </c:pt>
                <c:pt idx="5635">
                  <c:v>48005</c:v>
                </c:pt>
                <c:pt idx="5636">
                  <c:v>48006</c:v>
                </c:pt>
                <c:pt idx="5637">
                  <c:v>48007</c:v>
                </c:pt>
                <c:pt idx="5638">
                  <c:v>48008</c:v>
                </c:pt>
                <c:pt idx="5639">
                  <c:v>48009</c:v>
                </c:pt>
                <c:pt idx="5640">
                  <c:v>48010</c:v>
                </c:pt>
                <c:pt idx="5641">
                  <c:v>48011</c:v>
                </c:pt>
                <c:pt idx="5642">
                  <c:v>48012</c:v>
                </c:pt>
                <c:pt idx="5643">
                  <c:v>48013</c:v>
                </c:pt>
                <c:pt idx="5644">
                  <c:v>48014</c:v>
                </c:pt>
                <c:pt idx="5645">
                  <c:v>48015</c:v>
                </c:pt>
                <c:pt idx="5646">
                  <c:v>48016</c:v>
                </c:pt>
                <c:pt idx="5647">
                  <c:v>48017</c:v>
                </c:pt>
                <c:pt idx="5648">
                  <c:v>48018</c:v>
                </c:pt>
                <c:pt idx="5649">
                  <c:v>48019</c:v>
                </c:pt>
                <c:pt idx="5650">
                  <c:v>48020</c:v>
                </c:pt>
                <c:pt idx="5651">
                  <c:v>48021</c:v>
                </c:pt>
                <c:pt idx="5652">
                  <c:v>48022</c:v>
                </c:pt>
                <c:pt idx="5653">
                  <c:v>48023</c:v>
                </c:pt>
                <c:pt idx="5654">
                  <c:v>48024</c:v>
                </c:pt>
                <c:pt idx="5655">
                  <c:v>48025</c:v>
                </c:pt>
                <c:pt idx="5656">
                  <c:v>48026</c:v>
                </c:pt>
                <c:pt idx="5657">
                  <c:v>48027</c:v>
                </c:pt>
                <c:pt idx="5658">
                  <c:v>48028</c:v>
                </c:pt>
                <c:pt idx="5659">
                  <c:v>48029</c:v>
                </c:pt>
                <c:pt idx="5660">
                  <c:v>48030</c:v>
                </c:pt>
                <c:pt idx="5661">
                  <c:v>48031</c:v>
                </c:pt>
                <c:pt idx="5662">
                  <c:v>48032</c:v>
                </c:pt>
                <c:pt idx="5663">
                  <c:v>48033</c:v>
                </c:pt>
                <c:pt idx="5664">
                  <c:v>48034</c:v>
                </c:pt>
                <c:pt idx="5665">
                  <c:v>48035</c:v>
                </c:pt>
                <c:pt idx="5666">
                  <c:v>48036</c:v>
                </c:pt>
                <c:pt idx="5667">
                  <c:v>48037</c:v>
                </c:pt>
                <c:pt idx="5668">
                  <c:v>48038</c:v>
                </c:pt>
                <c:pt idx="5669">
                  <c:v>48039</c:v>
                </c:pt>
                <c:pt idx="5670">
                  <c:v>48040</c:v>
                </c:pt>
                <c:pt idx="5671">
                  <c:v>48041</c:v>
                </c:pt>
                <c:pt idx="5672">
                  <c:v>48042</c:v>
                </c:pt>
                <c:pt idx="5673">
                  <c:v>48043</c:v>
                </c:pt>
                <c:pt idx="5674">
                  <c:v>48044</c:v>
                </c:pt>
                <c:pt idx="5675">
                  <c:v>48045</c:v>
                </c:pt>
                <c:pt idx="5676">
                  <c:v>48046</c:v>
                </c:pt>
                <c:pt idx="5677">
                  <c:v>48047</c:v>
                </c:pt>
                <c:pt idx="5678">
                  <c:v>48048</c:v>
                </c:pt>
                <c:pt idx="5679">
                  <c:v>48049</c:v>
                </c:pt>
                <c:pt idx="5680">
                  <c:v>48050</c:v>
                </c:pt>
                <c:pt idx="5681">
                  <c:v>48051</c:v>
                </c:pt>
                <c:pt idx="5682">
                  <c:v>48052</c:v>
                </c:pt>
                <c:pt idx="5683">
                  <c:v>48053</c:v>
                </c:pt>
                <c:pt idx="5684">
                  <c:v>48054</c:v>
                </c:pt>
                <c:pt idx="5685">
                  <c:v>48055</c:v>
                </c:pt>
                <c:pt idx="5686">
                  <c:v>48056</c:v>
                </c:pt>
                <c:pt idx="5687">
                  <c:v>48057</c:v>
                </c:pt>
                <c:pt idx="5688">
                  <c:v>48058</c:v>
                </c:pt>
                <c:pt idx="5689">
                  <c:v>48059</c:v>
                </c:pt>
                <c:pt idx="5690">
                  <c:v>48060</c:v>
                </c:pt>
                <c:pt idx="5691">
                  <c:v>48061</c:v>
                </c:pt>
                <c:pt idx="5692">
                  <c:v>48062</c:v>
                </c:pt>
                <c:pt idx="5693">
                  <c:v>48063</c:v>
                </c:pt>
                <c:pt idx="5694">
                  <c:v>48064</c:v>
                </c:pt>
                <c:pt idx="5695">
                  <c:v>48065</c:v>
                </c:pt>
                <c:pt idx="5696">
                  <c:v>48066</c:v>
                </c:pt>
                <c:pt idx="5697">
                  <c:v>48067</c:v>
                </c:pt>
                <c:pt idx="5698">
                  <c:v>48068</c:v>
                </c:pt>
                <c:pt idx="5699">
                  <c:v>48069</c:v>
                </c:pt>
                <c:pt idx="5700">
                  <c:v>48070</c:v>
                </c:pt>
                <c:pt idx="5701">
                  <c:v>48071</c:v>
                </c:pt>
                <c:pt idx="5702">
                  <c:v>48072</c:v>
                </c:pt>
                <c:pt idx="5703">
                  <c:v>48073</c:v>
                </c:pt>
                <c:pt idx="5704">
                  <c:v>48074</c:v>
                </c:pt>
                <c:pt idx="5705">
                  <c:v>48075</c:v>
                </c:pt>
                <c:pt idx="5706">
                  <c:v>48076</c:v>
                </c:pt>
                <c:pt idx="5707">
                  <c:v>48077</c:v>
                </c:pt>
                <c:pt idx="5708">
                  <c:v>48078</c:v>
                </c:pt>
                <c:pt idx="5709">
                  <c:v>48079</c:v>
                </c:pt>
                <c:pt idx="5710">
                  <c:v>48080</c:v>
                </c:pt>
                <c:pt idx="5711">
                  <c:v>48081</c:v>
                </c:pt>
                <c:pt idx="5712">
                  <c:v>48082</c:v>
                </c:pt>
                <c:pt idx="5713">
                  <c:v>48083</c:v>
                </c:pt>
                <c:pt idx="5714">
                  <c:v>48084</c:v>
                </c:pt>
                <c:pt idx="5715">
                  <c:v>48085</c:v>
                </c:pt>
                <c:pt idx="5716">
                  <c:v>48086</c:v>
                </c:pt>
                <c:pt idx="5717">
                  <c:v>48087</c:v>
                </c:pt>
                <c:pt idx="5718">
                  <c:v>48088</c:v>
                </c:pt>
                <c:pt idx="5719">
                  <c:v>48089</c:v>
                </c:pt>
                <c:pt idx="5720">
                  <c:v>48090</c:v>
                </c:pt>
                <c:pt idx="5721">
                  <c:v>48091</c:v>
                </c:pt>
                <c:pt idx="5722">
                  <c:v>48092</c:v>
                </c:pt>
                <c:pt idx="5723">
                  <c:v>48093</c:v>
                </c:pt>
                <c:pt idx="5724">
                  <c:v>48094</c:v>
                </c:pt>
                <c:pt idx="5725">
                  <c:v>48095</c:v>
                </c:pt>
                <c:pt idx="5726">
                  <c:v>48096</c:v>
                </c:pt>
                <c:pt idx="5727">
                  <c:v>48097</c:v>
                </c:pt>
                <c:pt idx="5728">
                  <c:v>48098</c:v>
                </c:pt>
                <c:pt idx="5729">
                  <c:v>48099</c:v>
                </c:pt>
                <c:pt idx="5730">
                  <c:v>48100</c:v>
                </c:pt>
                <c:pt idx="5731">
                  <c:v>48101</c:v>
                </c:pt>
                <c:pt idx="5732">
                  <c:v>48102</c:v>
                </c:pt>
                <c:pt idx="5733">
                  <c:v>48103</c:v>
                </c:pt>
                <c:pt idx="5734">
                  <c:v>48104</c:v>
                </c:pt>
                <c:pt idx="5735">
                  <c:v>48105</c:v>
                </c:pt>
                <c:pt idx="5736">
                  <c:v>48106</c:v>
                </c:pt>
                <c:pt idx="5737">
                  <c:v>48107</c:v>
                </c:pt>
                <c:pt idx="5738">
                  <c:v>48108</c:v>
                </c:pt>
                <c:pt idx="5739">
                  <c:v>48109</c:v>
                </c:pt>
                <c:pt idx="5740">
                  <c:v>48110</c:v>
                </c:pt>
                <c:pt idx="5741">
                  <c:v>48111</c:v>
                </c:pt>
                <c:pt idx="5742">
                  <c:v>48112</c:v>
                </c:pt>
                <c:pt idx="5743">
                  <c:v>48113</c:v>
                </c:pt>
                <c:pt idx="5744">
                  <c:v>48114</c:v>
                </c:pt>
                <c:pt idx="5745">
                  <c:v>48115</c:v>
                </c:pt>
                <c:pt idx="5746">
                  <c:v>48116</c:v>
                </c:pt>
                <c:pt idx="5747">
                  <c:v>48117</c:v>
                </c:pt>
                <c:pt idx="5748">
                  <c:v>48118</c:v>
                </c:pt>
                <c:pt idx="5749">
                  <c:v>48119</c:v>
                </c:pt>
                <c:pt idx="5750">
                  <c:v>48120</c:v>
                </c:pt>
                <c:pt idx="5751">
                  <c:v>48121</c:v>
                </c:pt>
                <c:pt idx="5752">
                  <c:v>48122</c:v>
                </c:pt>
                <c:pt idx="5753">
                  <c:v>48123</c:v>
                </c:pt>
                <c:pt idx="5754">
                  <c:v>48124</c:v>
                </c:pt>
                <c:pt idx="5755">
                  <c:v>48125</c:v>
                </c:pt>
                <c:pt idx="5756">
                  <c:v>48126</c:v>
                </c:pt>
                <c:pt idx="5757">
                  <c:v>48127</c:v>
                </c:pt>
                <c:pt idx="5758">
                  <c:v>48128</c:v>
                </c:pt>
                <c:pt idx="5759">
                  <c:v>48129</c:v>
                </c:pt>
                <c:pt idx="5760">
                  <c:v>48130</c:v>
                </c:pt>
                <c:pt idx="5761">
                  <c:v>48131</c:v>
                </c:pt>
                <c:pt idx="5762">
                  <c:v>48132</c:v>
                </c:pt>
                <c:pt idx="5763">
                  <c:v>48133</c:v>
                </c:pt>
                <c:pt idx="5764">
                  <c:v>48134</c:v>
                </c:pt>
                <c:pt idx="5765">
                  <c:v>48135</c:v>
                </c:pt>
                <c:pt idx="5766">
                  <c:v>48136</c:v>
                </c:pt>
                <c:pt idx="5767">
                  <c:v>48137</c:v>
                </c:pt>
                <c:pt idx="5768">
                  <c:v>48138</c:v>
                </c:pt>
                <c:pt idx="5769">
                  <c:v>48139</c:v>
                </c:pt>
                <c:pt idx="5770">
                  <c:v>48140</c:v>
                </c:pt>
                <c:pt idx="5771">
                  <c:v>48141</c:v>
                </c:pt>
                <c:pt idx="5772">
                  <c:v>48142</c:v>
                </c:pt>
                <c:pt idx="5773">
                  <c:v>48143</c:v>
                </c:pt>
                <c:pt idx="5774">
                  <c:v>48144</c:v>
                </c:pt>
                <c:pt idx="5775">
                  <c:v>48145</c:v>
                </c:pt>
                <c:pt idx="5776">
                  <c:v>48146</c:v>
                </c:pt>
                <c:pt idx="5777">
                  <c:v>48147</c:v>
                </c:pt>
                <c:pt idx="5778">
                  <c:v>48148</c:v>
                </c:pt>
                <c:pt idx="5779">
                  <c:v>48149</c:v>
                </c:pt>
                <c:pt idx="5780">
                  <c:v>48150</c:v>
                </c:pt>
                <c:pt idx="5781">
                  <c:v>48151</c:v>
                </c:pt>
                <c:pt idx="5782">
                  <c:v>48152</c:v>
                </c:pt>
                <c:pt idx="5783">
                  <c:v>48153</c:v>
                </c:pt>
                <c:pt idx="5784">
                  <c:v>48154</c:v>
                </c:pt>
                <c:pt idx="5785">
                  <c:v>48155</c:v>
                </c:pt>
                <c:pt idx="5786">
                  <c:v>48156</c:v>
                </c:pt>
                <c:pt idx="5787">
                  <c:v>48157</c:v>
                </c:pt>
                <c:pt idx="5788">
                  <c:v>48158</c:v>
                </c:pt>
                <c:pt idx="5789">
                  <c:v>48159</c:v>
                </c:pt>
                <c:pt idx="5790">
                  <c:v>48160</c:v>
                </c:pt>
                <c:pt idx="5791">
                  <c:v>48161</c:v>
                </c:pt>
                <c:pt idx="5792">
                  <c:v>48162</c:v>
                </c:pt>
                <c:pt idx="5793">
                  <c:v>48163</c:v>
                </c:pt>
                <c:pt idx="5794">
                  <c:v>48164</c:v>
                </c:pt>
                <c:pt idx="5795">
                  <c:v>48165</c:v>
                </c:pt>
                <c:pt idx="5796">
                  <c:v>48166</c:v>
                </c:pt>
                <c:pt idx="5797">
                  <c:v>48167</c:v>
                </c:pt>
                <c:pt idx="5798">
                  <c:v>48168</c:v>
                </c:pt>
                <c:pt idx="5799">
                  <c:v>48169</c:v>
                </c:pt>
                <c:pt idx="5800">
                  <c:v>48170</c:v>
                </c:pt>
                <c:pt idx="5801">
                  <c:v>48171</c:v>
                </c:pt>
                <c:pt idx="5802">
                  <c:v>48172</c:v>
                </c:pt>
                <c:pt idx="5803">
                  <c:v>48173</c:v>
                </c:pt>
                <c:pt idx="5804">
                  <c:v>48174</c:v>
                </c:pt>
                <c:pt idx="5805">
                  <c:v>48175</c:v>
                </c:pt>
                <c:pt idx="5806">
                  <c:v>48176</c:v>
                </c:pt>
                <c:pt idx="5807">
                  <c:v>48177</c:v>
                </c:pt>
                <c:pt idx="5808">
                  <c:v>48178</c:v>
                </c:pt>
                <c:pt idx="5809">
                  <c:v>48179</c:v>
                </c:pt>
                <c:pt idx="5810">
                  <c:v>48180</c:v>
                </c:pt>
                <c:pt idx="5811">
                  <c:v>48181</c:v>
                </c:pt>
                <c:pt idx="5812">
                  <c:v>48182</c:v>
                </c:pt>
                <c:pt idx="5813">
                  <c:v>48183</c:v>
                </c:pt>
                <c:pt idx="5814">
                  <c:v>48184</c:v>
                </c:pt>
                <c:pt idx="5815">
                  <c:v>48185</c:v>
                </c:pt>
                <c:pt idx="5816">
                  <c:v>48186</c:v>
                </c:pt>
                <c:pt idx="5817">
                  <c:v>48187</c:v>
                </c:pt>
                <c:pt idx="5818">
                  <c:v>48188</c:v>
                </c:pt>
                <c:pt idx="5819">
                  <c:v>48189</c:v>
                </c:pt>
                <c:pt idx="5820">
                  <c:v>48190</c:v>
                </c:pt>
                <c:pt idx="5821">
                  <c:v>48191</c:v>
                </c:pt>
                <c:pt idx="5822">
                  <c:v>48192</c:v>
                </c:pt>
                <c:pt idx="5823">
                  <c:v>48193</c:v>
                </c:pt>
                <c:pt idx="5824">
                  <c:v>48194</c:v>
                </c:pt>
                <c:pt idx="5825">
                  <c:v>48195</c:v>
                </c:pt>
                <c:pt idx="5826">
                  <c:v>48196</c:v>
                </c:pt>
                <c:pt idx="5827">
                  <c:v>48197</c:v>
                </c:pt>
                <c:pt idx="5828">
                  <c:v>48198</c:v>
                </c:pt>
                <c:pt idx="5829">
                  <c:v>48199</c:v>
                </c:pt>
                <c:pt idx="5830">
                  <c:v>48200</c:v>
                </c:pt>
                <c:pt idx="5831">
                  <c:v>48201</c:v>
                </c:pt>
                <c:pt idx="5832">
                  <c:v>48202</c:v>
                </c:pt>
                <c:pt idx="5833">
                  <c:v>48203</c:v>
                </c:pt>
                <c:pt idx="5834">
                  <c:v>48204</c:v>
                </c:pt>
                <c:pt idx="5835">
                  <c:v>48205</c:v>
                </c:pt>
                <c:pt idx="5836">
                  <c:v>48206</c:v>
                </c:pt>
                <c:pt idx="5837">
                  <c:v>48207</c:v>
                </c:pt>
                <c:pt idx="5838">
                  <c:v>48208</c:v>
                </c:pt>
                <c:pt idx="5839">
                  <c:v>48209</c:v>
                </c:pt>
                <c:pt idx="5840">
                  <c:v>48210</c:v>
                </c:pt>
                <c:pt idx="5841">
                  <c:v>48211</c:v>
                </c:pt>
                <c:pt idx="5842">
                  <c:v>48212</c:v>
                </c:pt>
                <c:pt idx="5843">
                  <c:v>48213</c:v>
                </c:pt>
                <c:pt idx="5844">
                  <c:v>48214</c:v>
                </c:pt>
                <c:pt idx="5845">
                  <c:v>48215</c:v>
                </c:pt>
                <c:pt idx="5846">
                  <c:v>48216</c:v>
                </c:pt>
                <c:pt idx="5847">
                  <c:v>48217</c:v>
                </c:pt>
                <c:pt idx="5848">
                  <c:v>48218</c:v>
                </c:pt>
                <c:pt idx="5849">
                  <c:v>48219</c:v>
                </c:pt>
                <c:pt idx="5850">
                  <c:v>48220</c:v>
                </c:pt>
                <c:pt idx="5851">
                  <c:v>48221</c:v>
                </c:pt>
                <c:pt idx="5852">
                  <c:v>48222</c:v>
                </c:pt>
                <c:pt idx="5853">
                  <c:v>48223</c:v>
                </c:pt>
                <c:pt idx="5854">
                  <c:v>48224</c:v>
                </c:pt>
                <c:pt idx="5855">
                  <c:v>48225</c:v>
                </c:pt>
                <c:pt idx="5856">
                  <c:v>48226</c:v>
                </c:pt>
                <c:pt idx="5857">
                  <c:v>48227</c:v>
                </c:pt>
                <c:pt idx="5858">
                  <c:v>48228</c:v>
                </c:pt>
                <c:pt idx="5859">
                  <c:v>48229</c:v>
                </c:pt>
                <c:pt idx="5860">
                  <c:v>48230</c:v>
                </c:pt>
                <c:pt idx="5861">
                  <c:v>48231</c:v>
                </c:pt>
                <c:pt idx="5862">
                  <c:v>48232</c:v>
                </c:pt>
                <c:pt idx="5863">
                  <c:v>48233</c:v>
                </c:pt>
                <c:pt idx="5864">
                  <c:v>48234</c:v>
                </c:pt>
                <c:pt idx="5865">
                  <c:v>48235</c:v>
                </c:pt>
                <c:pt idx="5866">
                  <c:v>48236</c:v>
                </c:pt>
                <c:pt idx="5867">
                  <c:v>48237</c:v>
                </c:pt>
                <c:pt idx="5868">
                  <c:v>48238</c:v>
                </c:pt>
                <c:pt idx="5869">
                  <c:v>48239</c:v>
                </c:pt>
                <c:pt idx="5870">
                  <c:v>48240</c:v>
                </c:pt>
                <c:pt idx="5871">
                  <c:v>48241</c:v>
                </c:pt>
                <c:pt idx="5872">
                  <c:v>48242</c:v>
                </c:pt>
                <c:pt idx="5873">
                  <c:v>48243</c:v>
                </c:pt>
                <c:pt idx="5874">
                  <c:v>48244</c:v>
                </c:pt>
                <c:pt idx="5875">
                  <c:v>48245</c:v>
                </c:pt>
                <c:pt idx="5876">
                  <c:v>48246</c:v>
                </c:pt>
                <c:pt idx="5877">
                  <c:v>48247</c:v>
                </c:pt>
                <c:pt idx="5878">
                  <c:v>48248</c:v>
                </c:pt>
                <c:pt idx="5879">
                  <c:v>48249</c:v>
                </c:pt>
                <c:pt idx="5880">
                  <c:v>48250</c:v>
                </c:pt>
                <c:pt idx="5881">
                  <c:v>48251</c:v>
                </c:pt>
                <c:pt idx="5882">
                  <c:v>48252</c:v>
                </c:pt>
                <c:pt idx="5883">
                  <c:v>48253</c:v>
                </c:pt>
                <c:pt idx="5884">
                  <c:v>48254</c:v>
                </c:pt>
                <c:pt idx="5885">
                  <c:v>48255</c:v>
                </c:pt>
                <c:pt idx="5886">
                  <c:v>48256</c:v>
                </c:pt>
                <c:pt idx="5887">
                  <c:v>48257</c:v>
                </c:pt>
                <c:pt idx="5888">
                  <c:v>48258</c:v>
                </c:pt>
                <c:pt idx="5889">
                  <c:v>48259</c:v>
                </c:pt>
                <c:pt idx="5890">
                  <c:v>48260</c:v>
                </c:pt>
                <c:pt idx="5891">
                  <c:v>48261</c:v>
                </c:pt>
                <c:pt idx="5892">
                  <c:v>48262</c:v>
                </c:pt>
                <c:pt idx="5893">
                  <c:v>48263</c:v>
                </c:pt>
                <c:pt idx="5894">
                  <c:v>48264</c:v>
                </c:pt>
                <c:pt idx="5895">
                  <c:v>48265</c:v>
                </c:pt>
                <c:pt idx="5896">
                  <c:v>48266</c:v>
                </c:pt>
                <c:pt idx="5897">
                  <c:v>48267</c:v>
                </c:pt>
                <c:pt idx="5898">
                  <c:v>48268</c:v>
                </c:pt>
                <c:pt idx="5899">
                  <c:v>48269</c:v>
                </c:pt>
                <c:pt idx="5900">
                  <c:v>48270</c:v>
                </c:pt>
                <c:pt idx="5901">
                  <c:v>48271</c:v>
                </c:pt>
                <c:pt idx="5902">
                  <c:v>48272</c:v>
                </c:pt>
                <c:pt idx="5903">
                  <c:v>48273</c:v>
                </c:pt>
                <c:pt idx="5904">
                  <c:v>48274</c:v>
                </c:pt>
                <c:pt idx="5905">
                  <c:v>48275</c:v>
                </c:pt>
                <c:pt idx="5906">
                  <c:v>48276</c:v>
                </c:pt>
                <c:pt idx="5907">
                  <c:v>48277</c:v>
                </c:pt>
                <c:pt idx="5908">
                  <c:v>48278</c:v>
                </c:pt>
                <c:pt idx="5909">
                  <c:v>48279</c:v>
                </c:pt>
                <c:pt idx="5910">
                  <c:v>48280</c:v>
                </c:pt>
                <c:pt idx="5911">
                  <c:v>48281</c:v>
                </c:pt>
                <c:pt idx="5912">
                  <c:v>48282</c:v>
                </c:pt>
                <c:pt idx="5913">
                  <c:v>48283</c:v>
                </c:pt>
                <c:pt idx="5914">
                  <c:v>48284</c:v>
                </c:pt>
                <c:pt idx="5915">
                  <c:v>48285</c:v>
                </c:pt>
                <c:pt idx="5916">
                  <c:v>48286</c:v>
                </c:pt>
                <c:pt idx="5917">
                  <c:v>48287</c:v>
                </c:pt>
                <c:pt idx="5918">
                  <c:v>48288</c:v>
                </c:pt>
                <c:pt idx="5919">
                  <c:v>48289</c:v>
                </c:pt>
                <c:pt idx="5920">
                  <c:v>48290</c:v>
                </c:pt>
                <c:pt idx="5921">
                  <c:v>48291</c:v>
                </c:pt>
                <c:pt idx="5922">
                  <c:v>48292</c:v>
                </c:pt>
                <c:pt idx="5923">
                  <c:v>48293</c:v>
                </c:pt>
                <c:pt idx="5924">
                  <c:v>48294</c:v>
                </c:pt>
                <c:pt idx="5925">
                  <c:v>48295</c:v>
                </c:pt>
                <c:pt idx="5926">
                  <c:v>48296</c:v>
                </c:pt>
                <c:pt idx="5927">
                  <c:v>48297</c:v>
                </c:pt>
                <c:pt idx="5928">
                  <c:v>48298</c:v>
                </c:pt>
                <c:pt idx="5929">
                  <c:v>48299</c:v>
                </c:pt>
                <c:pt idx="5930">
                  <c:v>48300</c:v>
                </c:pt>
                <c:pt idx="5931">
                  <c:v>48301</c:v>
                </c:pt>
                <c:pt idx="5932">
                  <c:v>48302</c:v>
                </c:pt>
                <c:pt idx="5933">
                  <c:v>48303</c:v>
                </c:pt>
                <c:pt idx="5934">
                  <c:v>48304</c:v>
                </c:pt>
                <c:pt idx="5935">
                  <c:v>48305</c:v>
                </c:pt>
                <c:pt idx="5936">
                  <c:v>48306</c:v>
                </c:pt>
                <c:pt idx="5937">
                  <c:v>48307</c:v>
                </c:pt>
                <c:pt idx="5938">
                  <c:v>48308</c:v>
                </c:pt>
                <c:pt idx="5939">
                  <c:v>48309</c:v>
                </c:pt>
                <c:pt idx="5940">
                  <c:v>48310</c:v>
                </c:pt>
                <c:pt idx="5941">
                  <c:v>48311</c:v>
                </c:pt>
                <c:pt idx="5942">
                  <c:v>48312</c:v>
                </c:pt>
                <c:pt idx="5943">
                  <c:v>48313</c:v>
                </c:pt>
                <c:pt idx="5944">
                  <c:v>48314</c:v>
                </c:pt>
                <c:pt idx="5945">
                  <c:v>48315</c:v>
                </c:pt>
                <c:pt idx="5946">
                  <c:v>48316</c:v>
                </c:pt>
                <c:pt idx="5947">
                  <c:v>48317</c:v>
                </c:pt>
                <c:pt idx="5948">
                  <c:v>48318</c:v>
                </c:pt>
                <c:pt idx="5949">
                  <c:v>48319</c:v>
                </c:pt>
                <c:pt idx="5950">
                  <c:v>48320</c:v>
                </c:pt>
                <c:pt idx="5951">
                  <c:v>48321</c:v>
                </c:pt>
                <c:pt idx="5952">
                  <c:v>48322</c:v>
                </c:pt>
                <c:pt idx="5953">
                  <c:v>48323</c:v>
                </c:pt>
                <c:pt idx="5954">
                  <c:v>48324</c:v>
                </c:pt>
                <c:pt idx="5955">
                  <c:v>48325</c:v>
                </c:pt>
                <c:pt idx="5956">
                  <c:v>48326</c:v>
                </c:pt>
                <c:pt idx="5957">
                  <c:v>48327</c:v>
                </c:pt>
                <c:pt idx="5958">
                  <c:v>48328</c:v>
                </c:pt>
                <c:pt idx="5959">
                  <c:v>48329</c:v>
                </c:pt>
                <c:pt idx="5960">
                  <c:v>48330</c:v>
                </c:pt>
                <c:pt idx="5961">
                  <c:v>48331</c:v>
                </c:pt>
                <c:pt idx="5962">
                  <c:v>48332</c:v>
                </c:pt>
                <c:pt idx="5963">
                  <c:v>48333</c:v>
                </c:pt>
                <c:pt idx="5964">
                  <c:v>48334</c:v>
                </c:pt>
                <c:pt idx="5965">
                  <c:v>48335</c:v>
                </c:pt>
                <c:pt idx="5966">
                  <c:v>48336</c:v>
                </c:pt>
                <c:pt idx="5967">
                  <c:v>48337</c:v>
                </c:pt>
                <c:pt idx="5968">
                  <c:v>48338</c:v>
                </c:pt>
                <c:pt idx="5969">
                  <c:v>48339</c:v>
                </c:pt>
                <c:pt idx="5970">
                  <c:v>48340</c:v>
                </c:pt>
                <c:pt idx="5971">
                  <c:v>48341</c:v>
                </c:pt>
                <c:pt idx="5972">
                  <c:v>48342</c:v>
                </c:pt>
                <c:pt idx="5973">
                  <c:v>48343</c:v>
                </c:pt>
                <c:pt idx="5974">
                  <c:v>48344</c:v>
                </c:pt>
                <c:pt idx="5975">
                  <c:v>48345</c:v>
                </c:pt>
                <c:pt idx="5976">
                  <c:v>48346</c:v>
                </c:pt>
                <c:pt idx="5977">
                  <c:v>48347</c:v>
                </c:pt>
                <c:pt idx="5978">
                  <c:v>48348</c:v>
                </c:pt>
                <c:pt idx="5979">
                  <c:v>48349</c:v>
                </c:pt>
                <c:pt idx="5980">
                  <c:v>48350</c:v>
                </c:pt>
                <c:pt idx="5981">
                  <c:v>48351</c:v>
                </c:pt>
                <c:pt idx="5982">
                  <c:v>48352</c:v>
                </c:pt>
                <c:pt idx="5983">
                  <c:v>48353</c:v>
                </c:pt>
                <c:pt idx="5984">
                  <c:v>48354</c:v>
                </c:pt>
                <c:pt idx="5985">
                  <c:v>48355</c:v>
                </c:pt>
                <c:pt idx="5986">
                  <c:v>48356</c:v>
                </c:pt>
                <c:pt idx="5987">
                  <c:v>48357</c:v>
                </c:pt>
                <c:pt idx="5988">
                  <c:v>48358</c:v>
                </c:pt>
                <c:pt idx="5989">
                  <c:v>48359</c:v>
                </c:pt>
                <c:pt idx="5990">
                  <c:v>48360</c:v>
                </c:pt>
                <c:pt idx="5991">
                  <c:v>48361</c:v>
                </c:pt>
                <c:pt idx="5992">
                  <c:v>48362</c:v>
                </c:pt>
                <c:pt idx="5993">
                  <c:v>48363</c:v>
                </c:pt>
                <c:pt idx="5994">
                  <c:v>48364</c:v>
                </c:pt>
                <c:pt idx="5995">
                  <c:v>48365</c:v>
                </c:pt>
                <c:pt idx="5996">
                  <c:v>48366</c:v>
                </c:pt>
                <c:pt idx="5997">
                  <c:v>48367</c:v>
                </c:pt>
                <c:pt idx="5998">
                  <c:v>48368</c:v>
                </c:pt>
                <c:pt idx="5999">
                  <c:v>48369</c:v>
                </c:pt>
                <c:pt idx="6000">
                  <c:v>48370</c:v>
                </c:pt>
                <c:pt idx="6001">
                  <c:v>48371</c:v>
                </c:pt>
                <c:pt idx="6002">
                  <c:v>48372</c:v>
                </c:pt>
                <c:pt idx="6003">
                  <c:v>48373</c:v>
                </c:pt>
                <c:pt idx="6004">
                  <c:v>48374</c:v>
                </c:pt>
                <c:pt idx="6005">
                  <c:v>48375</c:v>
                </c:pt>
                <c:pt idx="6006">
                  <c:v>48376</c:v>
                </c:pt>
                <c:pt idx="6007">
                  <c:v>48377</c:v>
                </c:pt>
                <c:pt idx="6008">
                  <c:v>48378</c:v>
                </c:pt>
                <c:pt idx="6009">
                  <c:v>48379</c:v>
                </c:pt>
                <c:pt idx="6010">
                  <c:v>48380</c:v>
                </c:pt>
                <c:pt idx="6011">
                  <c:v>48381</c:v>
                </c:pt>
                <c:pt idx="6012">
                  <c:v>48382</c:v>
                </c:pt>
                <c:pt idx="6013">
                  <c:v>48383</c:v>
                </c:pt>
                <c:pt idx="6014">
                  <c:v>48384</c:v>
                </c:pt>
                <c:pt idx="6015">
                  <c:v>48385</c:v>
                </c:pt>
                <c:pt idx="6016">
                  <c:v>48386</c:v>
                </c:pt>
                <c:pt idx="6017">
                  <c:v>48387</c:v>
                </c:pt>
                <c:pt idx="6018">
                  <c:v>48388</c:v>
                </c:pt>
                <c:pt idx="6019">
                  <c:v>48389</c:v>
                </c:pt>
                <c:pt idx="6020">
                  <c:v>48390</c:v>
                </c:pt>
                <c:pt idx="6021">
                  <c:v>48391</c:v>
                </c:pt>
                <c:pt idx="6022">
                  <c:v>48392</c:v>
                </c:pt>
                <c:pt idx="6023">
                  <c:v>48393</c:v>
                </c:pt>
                <c:pt idx="6024">
                  <c:v>48394</c:v>
                </c:pt>
                <c:pt idx="6025">
                  <c:v>48395</c:v>
                </c:pt>
                <c:pt idx="6026">
                  <c:v>48396</c:v>
                </c:pt>
                <c:pt idx="6027">
                  <c:v>48397</c:v>
                </c:pt>
                <c:pt idx="6028">
                  <c:v>48398</c:v>
                </c:pt>
                <c:pt idx="6029">
                  <c:v>48399</c:v>
                </c:pt>
                <c:pt idx="6030">
                  <c:v>48400</c:v>
                </c:pt>
                <c:pt idx="6031">
                  <c:v>48401</c:v>
                </c:pt>
                <c:pt idx="6032">
                  <c:v>48402</c:v>
                </c:pt>
                <c:pt idx="6033">
                  <c:v>48403</c:v>
                </c:pt>
                <c:pt idx="6034">
                  <c:v>48404</c:v>
                </c:pt>
                <c:pt idx="6035">
                  <c:v>48405</c:v>
                </c:pt>
                <c:pt idx="6036">
                  <c:v>48406</c:v>
                </c:pt>
                <c:pt idx="6037">
                  <c:v>48407</c:v>
                </c:pt>
                <c:pt idx="6038">
                  <c:v>48408</c:v>
                </c:pt>
                <c:pt idx="6039">
                  <c:v>48409</c:v>
                </c:pt>
                <c:pt idx="6040">
                  <c:v>48410</c:v>
                </c:pt>
                <c:pt idx="6041">
                  <c:v>48411</c:v>
                </c:pt>
                <c:pt idx="6042">
                  <c:v>48412</c:v>
                </c:pt>
                <c:pt idx="6043">
                  <c:v>48413</c:v>
                </c:pt>
                <c:pt idx="6044">
                  <c:v>48414</c:v>
                </c:pt>
                <c:pt idx="6045">
                  <c:v>48415</c:v>
                </c:pt>
                <c:pt idx="6046">
                  <c:v>48416</c:v>
                </c:pt>
                <c:pt idx="6047">
                  <c:v>48417</c:v>
                </c:pt>
                <c:pt idx="6048">
                  <c:v>48418</c:v>
                </c:pt>
                <c:pt idx="6049">
                  <c:v>48419</c:v>
                </c:pt>
                <c:pt idx="6050">
                  <c:v>48420</c:v>
                </c:pt>
                <c:pt idx="6051">
                  <c:v>48421</c:v>
                </c:pt>
                <c:pt idx="6052">
                  <c:v>48422</c:v>
                </c:pt>
                <c:pt idx="6053">
                  <c:v>48423</c:v>
                </c:pt>
                <c:pt idx="6054">
                  <c:v>48424</c:v>
                </c:pt>
                <c:pt idx="6055">
                  <c:v>48425</c:v>
                </c:pt>
                <c:pt idx="6056">
                  <c:v>48426</c:v>
                </c:pt>
                <c:pt idx="6057">
                  <c:v>48427</c:v>
                </c:pt>
                <c:pt idx="6058">
                  <c:v>48428</c:v>
                </c:pt>
                <c:pt idx="6059">
                  <c:v>48429</c:v>
                </c:pt>
                <c:pt idx="6060">
                  <c:v>48430</c:v>
                </c:pt>
                <c:pt idx="6061">
                  <c:v>48431</c:v>
                </c:pt>
                <c:pt idx="6062">
                  <c:v>48432</c:v>
                </c:pt>
                <c:pt idx="6063">
                  <c:v>48433</c:v>
                </c:pt>
                <c:pt idx="6064">
                  <c:v>48434</c:v>
                </c:pt>
                <c:pt idx="6065">
                  <c:v>48435</c:v>
                </c:pt>
                <c:pt idx="6066">
                  <c:v>48436</c:v>
                </c:pt>
                <c:pt idx="6067">
                  <c:v>48437</c:v>
                </c:pt>
                <c:pt idx="6068">
                  <c:v>48438</c:v>
                </c:pt>
                <c:pt idx="6069">
                  <c:v>48439</c:v>
                </c:pt>
                <c:pt idx="6070">
                  <c:v>48440</c:v>
                </c:pt>
                <c:pt idx="6071">
                  <c:v>48441</c:v>
                </c:pt>
                <c:pt idx="6072">
                  <c:v>48442</c:v>
                </c:pt>
                <c:pt idx="6073">
                  <c:v>48443</c:v>
                </c:pt>
                <c:pt idx="6074">
                  <c:v>48444</c:v>
                </c:pt>
                <c:pt idx="6075">
                  <c:v>48445</c:v>
                </c:pt>
                <c:pt idx="6076">
                  <c:v>48446</c:v>
                </c:pt>
                <c:pt idx="6077">
                  <c:v>48447</c:v>
                </c:pt>
                <c:pt idx="6078">
                  <c:v>48448</c:v>
                </c:pt>
                <c:pt idx="6079">
                  <c:v>48449</c:v>
                </c:pt>
                <c:pt idx="6080">
                  <c:v>48450</c:v>
                </c:pt>
                <c:pt idx="6081">
                  <c:v>48451</c:v>
                </c:pt>
                <c:pt idx="6082">
                  <c:v>48452</c:v>
                </c:pt>
                <c:pt idx="6083">
                  <c:v>48453</c:v>
                </c:pt>
                <c:pt idx="6084">
                  <c:v>48454</c:v>
                </c:pt>
                <c:pt idx="6085">
                  <c:v>48455</c:v>
                </c:pt>
                <c:pt idx="6086">
                  <c:v>48456</c:v>
                </c:pt>
                <c:pt idx="6087">
                  <c:v>48457</c:v>
                </c:pt>
                <c:pt idx="6088">
                  <c:v>48458</c:v>
                </c:pt>
                <c:pt idx="6089">
                  <c:v>48459</c:v>
                </c:pt>
                <c:pt idx="6090">
                  <c:v>48460</c:v>
                </c:pt>
                <c:pt idx="6091">
                  <c:v>48461</c:v>
                </c:pt>
                <c:pt idx="6092">
                  <c:v>48462</c:v>
                </c:pt>
                <c:pt idx="6093">
                  <c:v>48463</c:v>
                </c:pt>
                <c:pt idx="6094">
                  <c:v>48464</c:v>
                </c:pt>
                <c:pt idx="6095">
                  <c:v>48465</c:v>
                </c:pt>
                <c:pt idx="6096">
                  <c:v>48466</c:v>
                </c:pt>
                <c:pt idx="6097">
                  <c:v>48467</c:v>
                </c:pt>
                <c:pt idx="6098">
                  <c:v>48468</c:v>
                </c:pt>
                <c:pt idx="6099">
                  <c:v>48469</c:v>
                </c:pt>
                <c:pt idx="6100">
                  <c:v>48470</c:v>
                </c:pt>
                <c:pt idx="6101">
                  <c:v>48471</c:v>
                </c:pt>
                <c:pt idx="6102">
                  <c:v>48472</c:v>
                </c:pt>
                <c:pt idx="6103">
                  <c:v>48473</c:v>
                </c:pt>
                <c:pt idx="6104">
                  <c:v>48474</c:v>
                </c:pt>
                <c:pt idx="6105">
                  <c:v>48475</c:v>
                </c:pt>
                <c:pt idx="6106">
                  <c:v>48476</c:v>
                </c:pt>
                <c:pt idx="6107">
                  <c:v>48477</c:v>
                </c:pt>
                <c:pt idx="6108">
                  <c:v>48478</c:v>
                </c:pt>
                <c:pt idx="6109">
                  <c:v>48479</c:v>
                </c:pt>
                <c:pt idx="6110">
                  <c:v>48480</c:v>
                </c:pt>
                <c:pt idx="6111">
                  <c:v>48481</c:v>
                </c:pt>
                <c:pt idx="6112">
                  <c:v>48482</c:v>
                </c:pt>
                <c:pt idx="6113">
                  <c:v>48483</c:v>
                </c:pt>
                <c:pt idx="6114">
                  <c:v>48484</c:v>
                </c:pt>
                <c:pt idx="6115">
                  <c:v>48485</c:v>
                </c:pt>
                <c:pt idx="6116">
                  <c:v>48486</c:v>
                </c:pt>
                <c:pt idx="6117">
                  <c:v>48487</c:v>
                </c:pt>
                <c:pt idx="6118">
                  <c:v>48488</c:v>
                </c:pt>
                <c:pt idx="6119">
                  <c:v>48489</c:v>
                </c:pt>
                <c:pt idx="6120">
                  <c:v>48490</c:v>
                </c:pt>
                <c:pt idx="6121">
                  <c:v>48491</c:v>
                </c:pt>
                <c:pt idx="6122">
                  <c:v>48492</c:v>
                </c:pt>
                <c:pt idx="6123">
                  <c:v>48493</c:v>
                </c:pt>
                <c:pt idx="6124">
                  <c:v>48494</c:v>
                </c:pt>
                <c:pt idx="6125">
                  <c:v>48495</c:v>
                </c:pt>
                <c:pt idx="6126">
                  <c:v>48496</c:v>
                </c:pt>
                <c:pt idx="6127">
                  <c:v>48497</c:v>
                </c:pt>
                <c:pt idx="6128">
                  <c:v>48498</c:v>
                </c:pt>
                <c:pt idx="6129">
                  <c:v>48499</c:v>
                </c:pt>
                <c:pt idx="6130">
                  <c:v>48500</c:v>
                </c:pt>
                <c:pt idx="6131">
                  <c:v>48501</c:v>
                </c:pt>
                <c:pt idx="6132">
                  <c:v>48502</c:v>
                </c:pt>
                <c:pt idx="6133">
                  <c:v>48503</c:v>
                </c:pt>
                <c:pt idx="6134">
                  <c:v>48504</c:v>
                </c:pt>
                <c:pt idx="6135">
                  <c:v>48505</c:v>
                </c:pt>
                <c:pt idx="6136">
                  <c:v>48506</c:v>
                </c:pt>
                <c:pt idx="6137">
                  <c:v>48507</c:v>
                </c:pt>
                <c:pt idx="6138">
                  <c:v>48508</c:v>
                </c:pt>
                <c:pt idx="6139">
                  <c:v>48509</c:v>
                </c:pt>
                <c:pt idx="6140">
                  <c:v>48510</c:v>
                </c:pt>
                <c:pt idx="6141">
                  <c:v>48511</c:v>
                </c:pt>
                <c:pt idx="6142">
                  <c:v>48512</c:v>
                </c:pt>
                <c:pt idx="6143">
                  <c:v>48513</c:v>
                </c:pt>
                <c:pt idx="6144">
                  <c:v>48514</c:v>
                </c:pt>
                <c:pt idx="6145">
                  <c:v>48515</c:v>
                </c:pt>
                <c:pt idx="6146">
                  <c:v>48516</c:v>
                </c:pt>
                <c:pt idx="6147">
                  <c:v>48517</c:v>
                </c:pt>
                <c:pt idx="6148">
                  <c:v>48518</c:v>
                </c:pt>
                <c:pt idx="6149">
                  <c:v>48519</c:v>
                </c:pt>
                <c:pt idx="6150">
                  <c:v>48520</c:v>
                </c:pt>
                <c:pt idx="6151">
                  <c:v>48521</c:v>
                </c:pt>
                <c:pt idx="6152">
                  <c:v>48522</c:v>
                </c:pt>
                <c:pt idx="6153">
                  <c:v>48523</c:v>
                </c:pt>
                <c:pt idx="6154">
                  <c:v>48524</c:v>
                </c:pt>
                <c:pt idx="6155">
                  <c:v>48525</c:v>
                </c:pt>
                <c:pt idx="6156">
                  <c:v>48526</c:v>
                </c:pt>
                <c:pt idx="6157">
                  <c:v>48527</c:v>
                </c:pt>
                <c:pt idx="6158">
                  <c:v>48528</c:v>
                </c:pt>
                <c:pt idx="6159">
                  <c:v>48529</c:v>
                </c:pt>
                <c:pt idx="6160">
                  <c:v>48530</c:v>
                </c:pt>
                <c:pt idx="6161">
                  <c:v>48531</c:v>
                </c:pt>
                <c:pt idx="6162">
                  <c:v>48532</c:v>
                </c:pt>
                <c:pt idx="6163">
                  <c:v>48533</c:v>
                </c:pt>
                <c:pt idx="6164">
                  <c:v>48534</c:v>
                </c:pt>
                <c:pt idx="6165">
                  <c:v>48535</c:v>
                </c:pt>
                <c:pt idx="6166">
                  <c:v>48536</c:v>
                </c:pt>
                <c:pt idx="6167">
                  <c:v>48537</c:v>
                </c:pt>
                <c:pt idx="6168">
                  <c:v>48538</c:v>
                </c:pt>
                <c:pt idx="6169">
                  <c:v>48539</c:v>
                </c:pt>
                <c:pt idx="6170">
                  <c:v>48540</c:v>
                </c:pt>
                <c:pt idx="6171">
                  <c:v>48541</c:v>
                </c:pt>
                <c:pt idx="6172">
                  <c:v>48542</c:v>
                </c:pt>
                <c:pt idx="6173">
                  <c:v>48543</c:v>
                </c:pt>
                <c:pt idx="6174">
                  <c:v>48544</c:v>
                </c:pt>
                <c:pt idx="6175">
                  <c:v>48545</c:v>
                </c:pt>
                <c:pt idx="6176">
                  <c:v>48546</c:v>
                </c:pt>
                <c:pt idx="6177">
                  <c:v>48547</c:v>
                </c:pt>
                <c:pt idx="6178">
                  <c:v>48548</c:v>
                </c:pt>
                <c:pt idx="6179">
                  <c:v>48549</c:v>
                </c:pt>
                <c:pt idx="6180">
                  <c:v>48550</c:v>
                </c:pt>
                <c:pt idx="6181">
                  <c:v>48551</c:v>
                </c:pt>
                <c:pt idx="6182">
                  <c:v>48552</c:v>
                </c:pt>
                <c:pt idx="6183">
                  <c:v>48553</c:v>
                </c:pt>
                <c:pt idx="6184">
                  <c:v>48554</c:v>
                </c:pt>
                <c:pt idx="6185">
                  <c:v>48555</c:v>
                </c:pt>
                <c:pt idx="6186">
                  <c:v>48556</c:v>
                </c:pt>
                <c:pt idx="6187">
                  <c:v>48557</c:v>
                </c:pt>
                <c:pt idx="6188">
                  <c:v>48558</c:v>
                </c:pt>
                <c:pt idx="6189">
                  <c:v>48559</c:v>
                </c:pt>
                <c:pt idx="6190">
                  <c:v>48560</c:v>
                </c:pt>
                <c:pt idx="6191">
                  <c:v>48561</c:v>
                </c:pt>
                <c:pt idx="6192">
                  <c:v>48562</c:v>
                </c:pt>
                <c:pt idx="6193">
                  <c:v>48563</c:v>
                </c:pt>
                <c:pt idx="6194">
                  <c:v>48564</c:v>
                </c:pt>
                <c:pt idx="6195">
                  <c:v>48565</c:v>
                </c:pt>
                <c:pt idx="6196">
                  <c:v>48566</c:v>
                </c:pt>
                <c:pt idx="6197">
                  <c:v>48567</c:v>
                </c:pt>
                <c:pt idx="6198">
                  <c:v>48568</c:v>
                </c:pt>
                <c:pt idx="6199">
                  <c:v>48569</c:v>
                </c:pt>
                <c:pt idx="6200">
                  <c:v>48570</c:v>
                </c:pt>
                <c:pt idx="6201">
                  <c:v>48571</c:v>
                </c:pt>
                <c:pt idx="6202">
                  <c:v>48572</c:v>
                </c:pt>
                <c:pt idx="6203">
                  <c:v>48573</c:v>
                </c:pt>
                <c:pt idx="6204">
                  <c:v>48574</c:v>
                </c:pt>
                <c:pt idx="6205">
                  <c:v>48575</c:v>
                </c:pt>
                <c:pt idx="6206">
                  <c:v>48576</c:v>
                </c:pt>
                <c:pt idx="6207">
                  <c:v>48577</c:v>
                </c:pt>
                <c:pt idx="6208">
                  <c:v>48578</c:v>
                </c:pt>
                <c:pt idx="6209">
                  <c:v>48579</c:v>
                </c:pt>
                <c:pt idx="6210">
                  <c:v>48580</c:v>
                </c:pt>
                <c:pt idx="6211">
                  <c:v>48581</c:v>
                </c:pt>
                <c:pt idx="6212">
                  <c:v>48582</c:v>
                </c:pt>
                <c:pt idx="6213">
                  <c:v>48583</c:v>
                </c:pt>
                <c:pt idx="6214">
                  <c:v>48584</c:v>
                </c:pt>
                <c:pt idx="6215">
                  <c:v>48585</c:v>
                </c:pt>
                <c:pt idx="6216">
                  <c:v>48586</c:v>
                </c:pt>
                <c:pt idx="6217">
                  <c:v>48587</c:v>
                </c:pt>
                <c:pt idx="6218">
                  <c:v>48588</c:v>
                </c:pt>
                <c:pt idx="6219">
                  <c:v>48589</c:v>
                </c:pt>
                <c:pt idx="6220">
                  <c:v>48590</c:v>
                </c:pt>
                <c:pt idx="6221">
                  <c:v>48591</c:v>
                </c:pt>
                <c:pt idx="6222">
                  <c:v>48592</c:v>
                </c:pt>
                <c:pt idx="6223">
                  <c:v>48593</c:v>
                </c:pt>
                <c:pt idx="6224">
                  <c:v>48594</c:v>
                </c:pt>
                <c:pt idx="6225">
                  <c:v>48595</c:v>
                </c:pt>
                <c:pt idx="6226">
                  <c:v>48596</c:v>
                </c:pt>
                <c:pt idx="6227">
                  <c:v>48597</c:v>
                </c:pt>
                <c:pt idx="6228">
                  <c:v>48598</c:v>
                </c:pt>
                <c:pt idx="6229">
                  <c:v>48599</c:v>
                </c:pt>
                <c:pt idx="6230">
                  <c:v>48600</c:v>
                </c:pt>
                <c:pt idx="6231">
                  <c:v>48601</c:v>
                </c:pt>
                <c:pt idx="6232">
                  <c:v>48602</c:v>
                </c:pt>
                <c:pt idx="6233">
                  <c:v>48603</c:v>
                </c:pt>
                <c:pt idx="6234">
                  <c:v>48604</c:v>
                </c:pt>
                <c:pt idx="6235">
                  <c:v>48605</c:v>
                </c:pt>
                <c:pt idx="6236">
                  <c:v>48606</c:v>
                </c:pt>
                <c:pt idx="6237">
                  <c:v>48607</c:v>
                </c:pt>
                <c:pt idx="6238">
                  <c:v>48608</c:v>
                </c:pt>
                <c:pt idx="6239">
                  <c:v>48609</c:v>
                </c:pt>
                <c:pt idx="6240">
                  <c:v>48610</c:v>
                </c:pt>
                <c:pt idx="6241">
                  <c:v>48611</c:v>
                </c:pt>
                <c:pt idx="6242">
                  <c:v>48612</c:v>
                </c:pt>
                <c:pt idx="6243">
                  <c:v>48613</c:v>
                </c:pt>
                <c:pt idx="6244">
                  <c:v>48614</c:v>
                </c:pt>
                <c:pt idx="6245">
                  <c:v>48615</c:v>
                </c:pt>
                <c:pt idx="6246">
                  <c:v>48616</c:v>
                </c:pt>
                <c:pt idx="6247">
                  <c:v>48617</c:v>
                </c:pt>
                <c:pt idx="6248">
                  <c:v>48618</c:v>
                </c:pt>
                <c:pt idx="6249">
                  <c:v>48619</c:v>
                </c:pt>
                <c:pt idx="6250">
                  <c:v>48620</c:v>
                </c:pt>
                <c:pt idx="6251">
                  <c:v>48621</c:v>
                </c:pt>
                <c:pt idx="6252">
                  <c:v>48622</c:v>
                </c:pt>
                <c:pt idx="6253">
                  <c:v>48623</c:v>
                </c:pt>
                <c:pt idx="6254">
                  <c:v>48624</c:v>
                </c:pt>
                <c:pt idx="6255">
                  <c:v>48625</c:v>
                </c:pt>
                <c:pt idx="6256">
                  <c:v>48626</c:v>
                </c:pt>
                <c:pt idx="6257">
                  <c:v>48627</c:v>
                </c:pt>
                <c:pt idx="6258">
                  <c:v>48628</c:v>
                </c:pt>
                <c:pt idx="6259">
                  <c:v>48629</c:v>
                </c:pt>
                <c:pt idx="6260">
                  <c:v>48630</c:v>
                </c:pt>
                <c:pt idx="6261">
                  <c:v>48631</c:v>
                </c:pt>
                <c:pt idx="6262">
                  <c:v>48632</c:v>
                </c:pt>
                <c:pt idx="6263">
                  <c:v>48633</c:v>
                </c:pt>
                <c:pt idx="6264">
                  <c:v>48634</c:v>
                </c:pt>
                <c:pt idx="6265">
                  <c:v>48635</c:v>
                </c:pt>
                <c:pt idx="6266">
                  <c:v>48636</c:v>
                </c:pt>
                <c:pt idx="6267">
                  <c:v>48637</c:v>
                </c:pt>
                <c:pt idx="6268">
                  <c:v>48638</c:v>
                </c:pt>
                <c:pt idx="6269">
                  <c:v>48639</c:v>
                </c:pt>
                <c:pt idx="6270">
                  <c:v>48640</c:v>
                </c:pt>
                <c:pt idx="6271">
                  <c:v>48641</c:v>
                </c:pt>
                <c:pt idx="6272">
                  <c:v>48642</c:v>
                </c:pt>
                <c:pt idx="6273">
                  <c:v>48643</c:v>
                </c:pt>
                <c:pt idx="6274">
                  <c:v>48644</c:v>
                </c:pt>
                <c:pt idx="6275">
                  <c:v>48645</c:v>
                </c:pt>
                <c:pt idx="6276">
                  <c:v>48646</c:v>
                </c:pt>
                <c:pt idx="6277">
                  <c:v>48647</c:v>
                </c:pt>
                <c:pt idx="6278">
                  <c:v>48648</c:v>
                </c:pt>
                <c:pt idx="6279">
                  <c:v>48649</c:v>
                </c:pt>
                <c:pt idx="6280">
                  <c:v>48650</c:v>
                </c:pt>
                <c:pt idx="6281">
                  <c:v>48651</c:v>
                </c:pt>
                <c:pt idx="6282">
                  <c:v>48652</c:v>
                </c:pt>
                <c:pt idx="6283">
                  <c:v>48653</c:v>
                </c:pt>
                <c:pt idx="6284">
                  <c:v>48654</c:v>
                </c:pt>
                <c:pt idx="6285">
                  <c:v>48655</c:v>
                </c:pt>
                <c:pt idx="6286">
                  <c:v>48656</c:v>
                </c:pt>
                <c:pt idx="6287">
                  <c:v>48657</c:v>
                </c:pt>
                <c:pt idx="6288">
                  <c:v>48658</c:v>
                </c:pt>
                <c:pt idx="6289">
                  <c:v>48659</c:v>
                </c:pt>
                <c:pt idx="6290">
                  <c:v>48660</c:v>
                </c:pt>
                <c:pt idx="6291">
                  <c:v>48661</c:v>
                </c:pt>
                <c:pt idx="6292">
                  <c:v>48662</c:v>
                </c:pt>
                <c:pt idx="6293">
                  <c:v>48663</c:v>
                </c:pt>
                <c:pt idx="6294">
                  <c:v>48664</c:v>
                </c:pt>
                <c:pt idx="6295">
                  <c:v>48665</c:v>
                </c:pt>
                <c:pt idx="6296">
                  <c:v>48666</c:v>
                </c:pt>
                <c:pt idx="6297">
                  <c:v>48667</c:v>
                </c:pt>
                <c:pt idx="6298">
                  <c:v>48668</c:v>
                </c:pt>
                <c:pt idx="6299">
                  <c:v>48669</c:v>
                </c:pt>
                <c:pt idx="6300">
                  <c:v>48670</c:v>
                </c:pt>
                <c:pt idx="6301">
                  <c:v>48671</c:v>
                </c:pt>
                <c:pt idx="6302">
                  <c:v>48672</c:v>
                </c:pt>
                <c:pt idx="6303">
                  <c:v>48673</c:v>
                </c:pt>
                <c:pt idx="6304">
                  <c:v>48674</c:v>
                </c:pt>
                <c:pt idx="6305">
                  <c:v>48675</c:v>
                </c:pt>
                <c:pt idx="6306">
                  <c:v>48676</c:v>
                </c:pt>
                <c:pt idx="6307">
                  <c:v>48677</c:v>
                </c:pt>
                <c:pt idx="6308">
                  <c:v>48678</c:v>
                </c:pt>
                <c:pt idx="6309">
                  <c:v>48679</c:v>
                </c:pt>
                <c:pt idx="6310">
                  <c:v>48680</c:v>
                </c:pt>
                <c:pt idx="6311">
                  <c:v>48681</c:v>
                </c:pt>
                <c:pt idx="6312">
                  <c:v>48682</c:v>
                </c:pt>
                <c:pt idx="6313">
                  <c:v>48683</c:v>
                </c:pt>
                <c:pt idx="6314">
                  <c:v>48684</c:v>
                </c:pt>
                <c:pt idx="6315">
                  <c:v>48685</c:v>
                </c:pt>
                <c:pt idx="6316">
                  <c:v>48686</c:v>
                </c:pt>
                <c:pt idx="6317">
                  <c:v>48687</c:v>
                </c:pt>
                <c:pt idx="6318">
                  <c:v>48688</c:v>
                </c:pt>
                <c:pt idx="6319">
                  <c:v>48689</c:v>
                </c:pt>
                <c:pt idx="6320">
                  <c:v>48690</c:v>
                </c:pt>
                <c:pt idx="6321">
                  <c:v>48691</c:v>
                </c:pt>
                <c:pt idx="6322">
                  <c:v>48692</c:v>
                </c:pt>
                <c:pt idx="6323">
                  <c:v>48693</c:v>
                </c:pt>
                <c:pt idx="6324">
                  <c:v>48694</c:v>
                </c:pt>
                <c:pt idx="6325">
                  <c:v>48695</c:v>
                </c:pt>
                <c:pt idx="6326">
                  <c:v>48696</c:v>
                </c:pt>
                <c:pt idx="6327">
                  <c:v>48697</c:v>
                </c:pt>
                <c:pt idx="6328">
                  <c:v>48698</c:v>
                </c:pt>
                <c:pt idx="6329">
                  <c:v>48699</c:v>
                </c:pt>
                <c:pt idx="6330">
                  <c:v>48700</c:v>
                </c:pt>
                <c:pt idx="6331">
                  <c:v>48701</c:v>
                </c:pt>
                <c:pt idx="6332">
                  <c:v>48702</c:v>
                </c:pt>
                <c:pt idx="6333">
                  <c:v>48703</c:v>
                </c:pt>
                <c:pt idx="6334">
                  <c:v>48704</c:v>
                </c:pt>
                <c:pt idx="6335">
                  <c:v>48705</c:v>
                </c:pt>
                <c:pt idx="6336">
                  <c:v>48706</c:v>
                </c:pt>
                <c:pt idx="6337">
                  <c:v>48707</c:v>
                </c:pt>
                <c:pt idx="6338">
                  <c:v>48708</c:v>
                </c:pt>
                <c:pt idx="6339">
                  <c:v>48709</c:v>
                </c:pt>
                <c:pt idx="6340">
                  <c:v>48710</c:v>
                </c:pt>
                <c:pt idx="6341">
                  <c:v>48711</c:v>
                </c:pt>
                <c:pt idx="6342">
                  <c:v>48712</c:v>
                </c:pt>
                <c:pt idx="6343">
                  <c:v>48713</c:v>
                </c:pt>
                <c:pt idx="6344">
                  <c:v>48714</c:v>
                </c:pt>
                <c:pt idx="6345">
                  <c:v>48715</c:v>
                </c:pt>
                <c:pt idx="6346">
                  <c:v>48716</c:v>
                </c:pt>
                <c:pt idx="6347">
                  <c:v>48717</c:v>
                </c:pt>
                <c:pt idx="6348">
                  <c:v>48718</c:v>
                </c:pt>
                <c:pt idx="6349">
                  <c:v>48719</c:v>
                </c:pt>
                <c:pt idx="6350">
                  <c:v>48720</c:v>
                </c:pt>
                <c:pt idx="6351">
                  <c:v>48721</c:v>
                </c:pt>
                <c:pt idx="6352">
                  <c:v>48722</c:v>
                </c:pt>
                <c:pt idx="6353">
                  <c:v>48723</c:v>
                </c:pt>
                <c:pt idx="6354">
                  <c:v>48724</c:v>
                </c:pt>
                <c:pt idx="6355">
                  <c:v>48725</c:v>
                </c:pt>
                <c:pt idx="6356">
                  <c:v>48726</c:v>
                </c:pt>
                <c:pt idx="6357">
                  <c:v>48727</c:v>
                </c:pt>
                <c:pt idx="6358">
                  <c:v>48728</c:v>
                </c:pt>
                <c:pt idx="6359">
                  <c:v>48729</c:v>
                </c:pt>
                <c:pt idx="6360">
                  <c:v>48730</c:v>
                </c:pt>
                <c:pt idx="6361">
                  <c:v>48731</c:v>
                </c:pt>
                <c:pt idx="6362">
                  <c:v>48732</c:v>
                </c:pt>
                <c:pt idx="6363">
                  <c:v>48733</c:v>
                </c:pt>
                <c:pt idx="6364">
                  <c:v>48734</c:v>
                </c:pt>
                <c:pt idx="6365">
                  <c:v>48735</c:v>
                </c:pt>
                <c:pt idx="6366">
                  <c:v>48736</c:v>
                </c:pt>
                <c:pt idx="6367">
                  <c:v>48737</c:v>
                </c:pt>
                <c:pt idx="6368">
                  <c:v>48738</c:v>
                </c:pt>
                <c:pt idx="6369">
                  <c:v>48739</c:v>
                </c:pt>
                <c:pt idx="6370">
                  <c:v>48740</c:v>
                </c:pt>
                <c:pt idx="6371">
                  <c:v>48741</c:v>
                </c:pt>
                <c:pt idx="6372">
                  <c:v>48742</c:v>
                </c:pt>
                <c:pt idx="6373">
                  <c:v>48743</c:v>
                </c:pt>
                <c:pt idx="6374">
                  <c:v>48744</c:v>
                </c:pt>
                <c:pt idx="6375">
                  <c:v>48745</c:v>
                </c:pt>
                <c:pt idx="6376">
                  <c:v>48746</c:v>
                </c:pt>
                <c:pt idx="6377">
                  <c:v>48747</c:v>
                </c:pt>
                <c:pt idx="6378">
                  <c:v>48748</c:v>
                </c:pt>
                <c:pt idx="6379">
                  <c:v>48749</c:v>
                </c:pt>
                <c:pt idx="6380">
                  <c:v>48750</c:v>
                </c:pt>
                <c:pt idx="6381">
                  <c:v>48751</c:v>
                </c:pt>
                <c:pt idx="6382">
                  <c:v>48752</c:v>
                </c:pt>
                <c:pt idx="6383">
                  <c:v>48753</c:v>
                </c:pt>
                <c:pt idx="6384">
                  <c:v>48754</c:v>
                </c:pt>
                <c:pt idx="6385">
                  <c:v>48755</c:v>
                </c:pt>
                <c:pt idx="6386">
                  <c:v>48756</c:v>
                </c:pt>
                <c:pt idx="6387">
                  <c:v>48757</c:v>
                </c:pt>
                <c:pt idx="6388">
                  <c:v>48758</c:v>
                </c:pt>
                <c:pt idx="6389">
                  <c:v>48759</c:v>
                </c:pt>
                <c:pt idx="6390">
                  <c:v>48760</c:v>
                </c:pt>
                <c:pt idx="6391">
                  <c:v>48761</c:v>
                </c:pt>
                <c:pt idx="6392">
                  <c:v>48762</c:v>
                </c:pt>
                <c:pt idx="6393">
                  <c:v>48763</c:v>
                </c:pt>
                <c:pt idx="6394">
                  <c:v>48764</c:v>
                </c:pt>
                <c:pt idx="6395">
                  <c:v>48765</c:v>
                </c:pt>
                <c:pt idx="6396">
                  <c:v>48766</c:v>
                </c:pt>
                <c:pt idx="6397">
                  <c:v>48767</c:v>
                </c:pt>
                <c:pt idx="6398">
                  <c:v>48768</c:v>
                </c:pt>
                <c:pt idx="6399">
                  <c:v>48769</c:v>
                </c:pt>
                <c:pt idx="6400">
                  <c:v>48770</c:v>
                </c:pt>
                <c:pt idx="6401">
                  <c:v>48771</c:v>
                </c:pt>
                <c:pt idx="6402">
                  <c:v>48772</c:v>
                </c:pt>
                <c:pt idx="6403">
                  <c:v>48773</c:v>
                </c:pt>
                <c:pt idx="6404">
                  <c:v>48774</c:v>
                </c:pt>
                <c:pt idx="6405">
                  <c:v>48775</c:v>
                </c:pt>
                <c:pt idx="6406">
                  <c:v>48776</c:v>
                </c:pt>
                <c:pt idx="6407">
                  <c:v>48777</c:v>
                </c:pt>
                <c:pt idx="6408">
                  <c:v>48778</c:v>
                </c:pt>
                <c:pt idx="6409">
                  <c:v>48779</c:v>
                </c:pt>
                <c:pt idx="6410">
                  <c:v>48780</c:v>
                </c:pt>
                <c:pt idx="6411">
                  <c:v>48781</c:v>
                </c:pt>
                <c:pt idx="6412">
                  <c:v>48782</c:v>
                </c:pt>
                <c:pt idx="6413">
                  <c:v>48783</c:v>
                </c:pt>
                <c:pt idx="6414">
                  <c:v>48784</c:v>
                </c:pt>
                <c:pt idx="6415">
                  <c:v>48785</c:v>
                </c:pt>
                <c:pt idx="6416">
                  <c:v>48786</c:v>
                </c:pt>
                <c:pt idx="6417">
                  <c:v>48787</c:v>
                </c:pt>
                <c:pt idx="6418">
                  <c:v>48788</c:v>
                </c:pt>
                <c:pt idx="6419">
                  <c:v>48789</c:v>
                </c:pt>
                <c:pt idx="6420">
                  <c:v>48790</c:v>
                </c:pt>
                <c:pt idx="6421">
                  <c:v>48791</c:v>
                </c:pt>
                <c:pt idx="6422">
                  <c:v>48792</c:v>
                </c:pt>
                <c:pt idx="6423">
                  <c:v>48793</c:v>
                </c:pt>
                <c:pt idx="6424">
                  <c:v>48794</c:v>
                </c:pt>
                <c:pt idx="6425">
                  <c:v>48795</c:v>
                </c:pt>
                <c:pt idx="6426">
                  <c:v>48796</c:v>
                </c:pt>
                <c:pt idx="6427">
                  <c:v>48797</c:v>
                </c:pt>
                <c:pt idx="6428">
                  <c:v>48798</c:v>
                </c:pt>
                <c:pt idx="6429">
                  <c:v>48799</c:v>
                </c:pt>
                <c:pt idx="6430">
                  <c:v>48800</c:v>
                </c:pt>
                <c:pt idx="6431">
                  <c:v>48801</c:v>
                </c:pt>
                <c:pt idx="6432">
                  <c:v>48802</c:v>
                </c:pt>
                <c:pt idx="6433">
                  <c:v>48803</c:v>
                </c:pt>
                <c:pt idx="6434">
                  <c:v>48804</c:v>
                </c:pt>
                <c:pt idx="6435">
                  <c:v>48805</c:v>
                </c:pt>
                <c:pt idx="6436">
                  <c:v>48806</c:v>
                </c:pt>
                <c:pt idx="6437">
                  <c:v>48807</c:v>
                </c:pt>
                <c:pt idx="6438">
                  <c:v>48808</c:v>
                </c:pt>
                <c:pt idx="6439">
                  <c:v>48809</c:v>
                </c:pt>
                <c:pt idx="6440">
                  <c:v>48810</c:v>
                </c:pt>
                <c:pt idx="6441">
                  <c:v>48811</c:v>
                </c:pt>
                <c:pt idx="6442">
                  <c:v>48812</c:v>
                </c:pt>
                <c:pt idx="6443">
                  <c:v>48813</c:v>
                </c:pt>
                <c:pt idx="6444">
                  <c:v>48814</c:v>
                </c:pt>
                <c:pt idx="6445">
                  <c:v>48815</c:v>
                </c:pt>
                <c:pt idx="6446">
                  <c:v>48816</c:v>
                </c:pt>
                <c:pt idx="6447">
                  <c:v>48817</c:v>
                </c:pt>
                <c:pt idx="6448">
                  <c:v>48818</c:v>
                </c:pt>
                <c:pt idx="6449">
                  <c:v>48819</c:v>
                </c:pt>
                <c:pt idx="6450">
                  <c:v>48820</c:v>
                </c:pt>
                <c:pt idx="6451">
                  <c:v>48821</c:v>
                </c:pt>
                <c:pt idx="6452">
                  <c:v>48822</c:v>
                </c:pt>
                <c:pt idx="6453">
                  <c:v>48823</c:v>
                </c:pt>
                <c:pt idx="6454">
                  <c:v>48824</c:v>
                </c:pt>
                <c:pt idx="6455">
                  <c:v>48825</c:v>
                </c:pt>
                <c:pt idx="6456">
                  <c:v>48826</c:v>
                </c:pt>
                <c:pt idx="6457">
                  <c:v>48827</c:v>
                </c:pt>
                <c:pt idx="6458">
                  <c:v>48828</c:v>
                </c:pt>
                <c:pt idx="6459">
                  <c:v>48829</c:v>
                </c:pt>
                <c:pt idx="6460">
                  <c:v>48830</c:v>
                </c:pt>
                <c:pt idx="6461">
                  <c:v>48831</c:v>
                </c:pt>
                <c:pt idx="6462">
                  <c:v>48832</c:v>
                </c:pt>
                <c:pt idx="6463">
                  <c:v>48833</c:v>
                </c:pt>
                <c:pt idx="6464">
                  <c:v>48834</c:v>
                </c:pt>
                <c:pt idx="6465">
                  <c:v>48835</c:v>
                </c:pt>
                <c:pt idx="6466">
                  <c:v>48836</c:v>
                </c:pt>
                <c:pt idx="6467">
                  <c:v>48837</c:v>
                </c:pt>
                <c:pt idx="6468">
                  <c:v>48838</c:v>
                </c:pt>
                <c:pt idx="6469">
                  <c:v>48839</c:v>
                </c:pt>
                <c:pt idx="6470">
                  <c:v>48840</c:v>
                </c:pt>
                <c:pt idx="6471">
                  <c:v>48841</c:v>
                </c:pt>
                <c:pt idx="6472">
                  <c:v>48842</c:v>
                </c:pt>
                <c:pt idx="6473">
                  <c:v>48843</c:v>
                </c:pt>
                <c:pt idx="6474">
                  <c:v>48844</c:v>
                </c:pt>
                <c:pt idx="6475">
                  <c:v>48845</c:v>
                </c:pt>
                <c:pt idx="6476">
                  <c:v>48846</c:v>
                </c:pt>
                <c:pt idx="6477">
                  <c:v>48847</c:v>
                </c:pt>
                <c:pt idx="6478">
                  <c:v>48848</c:v>
                </c:pt>
                <c:pt idx="6479">
                  <c:v>48849</c:v>
                </c:pt>
                <c:pt idx="6480">
                  <c:v>48850</c:v>
                </c:pt>
                <c:pt idx="6481">
                  <c:v>48851</c:v>
                </c:pt>
                <c:pt idx="6482">
                  <c:v>48852</c:v>
                </c:pt>
                <c:pt idx="6483">
                  <c:v>48853</c:v>
                </c:pt>
                <c:pt idx="6484">
                  <c:v>48854</c:v>
                </c:pt>
                <c:pt idx="6485">
                  <c:v>48855</c:v>
                </c:pt>
                <c:pt idx="6486">
                  <c:v>48856</c:v>
                </c:pt>
                <c:pt idx="6487">
                  <c:v>48857</c:v>
                </c:pt>
                <c:pt idx="6488">
                  <c:v>48858</c:v>
                </c:pt>
                <c:pt idx="6489">
                  <c:v>48859</c:v>
                </c:pt>
                <c:pt idx="6490">
                  <c:v>48860</c:v>
                </c:pt>
                <c:pt idx="6491">
                  <c:v>48861</c:v>
                </c:pt>
                <c:pt idx="6492">
                  <c:v>48862</c:v>
                </c:pt>
                <c:pt idx="6493">
                  <c:v>48863</c:v>
                </c:pt>
                <c:pt idx="6494">
                  <c:v>48864</c:v>
                </c:pt>
                <c:pt idx="6495">
                  <c:v>48865</c:v>
                </c:pt>
                <c:pt idx="6496">
                  <c:v>48866</c:v>
                </c:pt>
                <c:pt idx="6497">
                  <c:v>48867</c:v>
                </c:pt>
                <c:pt idx="6498">
                  <c:v>48868</c:v>
                </c:pt>
                <c:pt idx="6499">
                  <c:v>48869</c:v>
                </c:pt>
                <c:pt idx="6500">
                  <c:v>48870</c:v>
                </c:pt>
                <c:pt idx="6501">
                  <c:v>48871</c:v>
                </c:pt>
                <c:pt idx="6502">
                  <c:v>48872</c:v>
                </c:pt>
                <c:pt idx="6503">
                  <c:v>48873</c:v>
                </c:pt>
                <c:pt idx="6504">
                  <c:v>48874</c:v>
                </c:pt>
                <c:pt idx="6505">
                  <c:v>48875</c:v>
                </c:pt>
                <c:pt idx="6506">
                  <c:v>48876</c:v>
                </c:pt>
                <c:pt idx="6507">
                  <c:v>48877</c:v>
                </c:pt>
                <c:pt idx="6508">
                  <c:v>48878</c:v>
                </c:pt>
                <c:pt idx="6509">
                  <c:v>48879</c:v>
                </c:pt>
                <c:pt idx="6510">
                  <c:v>48880</c:v>
                </c:pt>
                <c:pt idx="6511">
                  <c:v>48881</c:v>
                </c:pt>
                <c:pt idx="6512">
                  <c:v>48882</c:v>
                </c:pt>
                <c:pt idx="6513">
                  <c:v>48883</c:v>
                </c:pt>
                <c:pt idx="6514">
                  <c:v>48884</c:v>
                </c:pt>
                <c:pt idx="6515">
                  <c:v>48885</c:v>
                </c:pt>
                <c:pt idx="6516">
                  <c:v>48886</c:v>
                </c:pt>
                <c:pt idx="6517">
                  <c:v>48887</c:v>
                </c:pt>
                <c:pt idx="6518">
                  <c:v>48888</c:v>
                </c:pt>
                <c:pt idx="6519">
                  <c:v>48889</c:v>
                </c:pt>
                <c:pt idx="6520">
                  <c:v>48890</c:v>
                </c:pt>
                <c:pt idx="6521">
                  <c:v>48891</c:v>
                </c:pt>
                <c:pt idx="6522">
                  <c:v>48892</c:v>
                </c:pt>
                <c:pt idx="6523">
                  <c:v>48893</c:v>
                </c:pt>
                <c:pt idx="6524">
                  <c:v>48894</c:v>
                </c:pt>
                <c:pt idx="6525">
                  <c:v>48895</c:v>
                </c:pt>
                <c:pt idx="6526">
                  <c:v>48896</c:v>
                </c:pt>
                <c:pt idx="6527">
                  <c:v>48897</c:v>
                </c:pt>
                <c:pt idx="6528">
                  <c:v>48898</c:v>
                </c:pt>
                <c:pt idx="6529">
                  <c:v>48899</c:v>
                </c:pt>
                <c:pt idx="6530">
                  <c:v>48900</c:v>
                </c:pt>
                <c:pt idx="6531">
                  <c:v>48901</c:v>
                </c:pt>
                <c:pt idx="6532">
                  <c:v>48902</c:v>
                </c:pt>
                <c:pt idx="6533">
                  <c:v>48903</c:v>
                </c:pt>
                <c:pt idx="6534">
                  <c:v>48904</c:v>
                </c:pt>
                <c:pt idx="6535">
                  <c:v>48905</c:v>
                </c:pt>
                <c:pt idx="6536">
                  <c:v>48906</c:v>
                </c:pt>
                <c:pt idx="6537">
                  <c:v>48907</c:v>
                </c:pt>
                <c:pt idx="6538">
                  <c:v>48908</c:v>
                </c:pt>
                <c:pt idx="6539">
                  <c:v>48909</c:v>
                </c:pt>
                <c:pt idx="6540">
                  <c:v>48910</c:v>
                </c:pt>
                <c:pt idx="6541">
                  <c:v>48911</c:v>
                </c:pt>
                <c:pt idx="6542">
                  <c:v>48912</c:v>
                </c:pt>
                <c:pt idx="6543">
                  <c:v>48913</c:v>
                </c:pt>
                <c:pt idx="6544">
                  <c:v>48914</c:v>
                </c:pt>
                <c:pt idx="6545">
                  <c:v>48915</c:v>
                </c:pt>
                <c:pt idx="6546">
                  <c:v>48916</c:v>
                </c:pt>
                <c:pt idx="6547">
                  <c:v>48917</c:v>
                </c:pt>
                <c:pt idx="6548">
                  <c:v>48918</c:v>
                </c:pt>
                <c:pt idx="6549">
                  <c:v>48919</c:v>
                </c:pt>
                <c:pt idx="6550">
                  <c:v>48920</c:v>
                </c:pt>
                <c:pt idx="6551">
                  <c:v>48921</c:v>
                </c:pt>
                <c:pt idx="6552">
                  <c:v>48922</c:v>
                </c:pt>
                <c:pt idx="6553">
                  <c:v>48923</c:v>
                </c:pt>
                <c:pt idx="6554">
                  <c:v>48924</c:v>
                </c:pt>
                <c:pt idx="6555">
                  <c:v>48925</c:v>
                </c:pt>
                <c:pt idx="6556">
                  <c:v>48926</c:v>
                </c:pt>
                <c:pt idx="6557">
                  <c:v>48927</c:v>
                </c:pt>
                <c:pt idx="6558">
                  <c:v>48928</c:v>
                </c:pt>
                <c:pt idx="6559">
                  <c:v>48929</c:v>
                </c:pt>
                <c:pt idx="6560">
                  <c:v>48930</c:v>
                </c:pt>
                <c:pt idx="6561">
                  <c:v>48931</c:v>
                </c:pt>
                <c:pt idx="6562">
                  <c:v>48932</c:v>
                </c:pt>
                <c:pt idx="6563">
                  <c:v>48933</c:v>
                </c:pt>
                <c:pt idx="6564">
                  <c:v>48934</c:v>
                </c:pt>
                <c:pt idx="6565">
                  <c:v>48935</c:v>
                </c:pt>
                <c:pt idx="6566">
                  <c:v>48936</c:v>
                </c:pt>
                <c:pt idx="6567">
                  <c:v>48937</c:v>
                </c:pt>
                <c:pt idx="6568">
                  <c:v>48938</c:v>
                </c:pt>
                <c:pt idx="6569">
                  <c:v>48939</c:v>
                </c:pt>
                <c:pt idx="6570">
                  <c:v>48940</c:v>
                </c:pt>
                <c:pt idx="6571">
                  <c:v>48941</c:v>
                </c:pt>
                <c:pt idx="6572">
                  <c:v>48942</c:v>
                </c:pt>
                <c:pt idx="6573">
                  <c:v>48943</c:v>
                </c:pt>
                <c:pt idx="6574">
                  <c:v>48944</c:v>
                </c:pt>
                <c:pt idx="6575">
                  <c:v>48945</c:v>
                </c:pt>
                <c:pt idx="6576">
                  <c:v>48946</c:v>
                </c:pt>
                <c:pt idx="6577">
                  <c:v>48947</c:v>
                </c:pt>
                <c:pt idx="6578">
                  <c:v>48948</c:v>
                </c:pt>
                <c:pt idx="6579">
                  <c:v>48949</c:v>
                </c:pt>
                <c:pt idx="6580">
                  <c:v>48950</c:v>
                </c:pt>
                <c:pt idx="6581">
                  <c:v>48951</c:v>
                </c:pt>
                <c:pt idx="6582">
                  <c:v>48952</c:v>
                </c:pt>
                <c:pt idx="6583">
                  <c:v>48953</c:v>
                </c:pt>
                <c:pt idx="6584">
                  <c:v>48954</c:v>
                </c:pt>
                <c:pt idx="6585">
                  <c:v>48955</c:v>
                </c:pt>
                <c:pt idx="6586">
                  <c:v>48956</c:v>
                </c:pt>
                <c:pt idx="6587">
                  <c:v>48957</c:v>
                </c:pt>
                <c:pt idx="6588">
                  <c:v>48958</c:v>
                </c:pt>
                <c:pt idx="6589">
                  <c:v>48959</c:v>
                </c:pt>
                <c:pt idx="6590">
                  <c:v>48960</c:v>
                </c:pt>
                <c:pt idx="6591">
                  <c:v>48961</c:v>
                </c:pt>
                <c:pt idx="6592">
                  <c:v>48962</c:v>
                </c:pt>
                <c:pt idx="6593">
                  <c:v>48963</c:v>
                </c:pt>
                <c:pt idx="6594">
                  <c:v>48964</c:v>
                </c:pt>
                <c:pt idx="6595">
                  <c:v>48965</c:v>
                </c:pt>
                <c:pt idx="6596">
                  <c:v>48966</c:v>
                </c:pt>
                <c:pt idx="6597">
                  <c:v>48967</c:v>
                </c:pt>
                <c:pt idx="6598">
                  <c:v>48968</c:v>
                </c:pt>
                <c:pt idx="6599">
                  <c:v>48969</c:v>
                </c:pt>
                <c:pt idx="6600">
                  <c:v>48970</c:v>
                </c:pt>
                <c:pt idx="6601">
                  <c:v>48971</c:v>
                </c:pt>
                <c:pt idx="6602">
                  <c:v>48972</c:v>
                </c:pt>
                <c:pt idx="6603">
                  <c:v>48973</c:v>
                </c:pt>
                <c:pt idx="6604">
                  <c:v>48974</c:v>
                </c:pt>
                <c:pt idx="6605">
                  <c:v>48975</c:v>
                </c:pt>
                <c:pt idx="6606">
                  <c:v>48976</c:v>
                </c:pt>
                <c:pt idx="6607">
                  <c:v>48977</c:v>
                </c:pt>
                <c:pt idx="6608">
                  <c:v>48978</c:v>
                </c:pt>
                <c:pt idx="6609">
                  <c:v>48979</c:v>
                </c:pt>
                <c:pt idx="6610">
                  <c:v>48980</c:v>
                </c:pt>
                <c:pt idx="6611">
                  <c:v>48981</c:v>
                </c:pt>
                <c:pt idx="6612">
                  <c:v>48982</c:v>
                </c:pt>
                <c:pt idx="6613">
                  <c:v>48983</c:v>
                </c:pt>
                <c:pt idx="6614">
                  <c:v>48984</c:v>
                </c:pt>
                <c:pt idx="6615">
                  <c:v>48985</c:v>
                </c:pt>
                <c:pt idx="6616">
                  <c:v>48986</c:v>
                </c:pt>
                <c:pt idx="6617">
                  <c:v>48987</c:v>
                </c:pt>
                <c:pt idx="6618">
                  <c:v>48988</c:v>
                </c:pt>
                <c:pt idx="6619">
                  <c:v>48989</c:v>
                </c:pt>
                <c:pt idx="6620">
                  <c:v>48990</c:v>
                </c:pt>
                <c:pt idx="6621">
                  <c:v>48991</c:v>
                </c:pt>
                <c:pt idx="6622">
                  <c:v>48992</c:v>
                </c:pt>
                <c:pt idx="6623">
                  <c:v>48993</c:v>
                </c:pt>
                <c:pt idx="6624">
                  <c:v>48994</c:v>
                </c:pt>
                <c:pt idx="6625">
                  <c:v>48995</c:v>
                </c:pt>
                <c:pt idx="6626">
                  <c:v>48996</c:v>
                </c:pt>
                <c:pt idx="6627">
                  <c:v>48997</c:v>
                </c:pt>
                <c:pt idx="6628">
                  <c:v>48998</c:v>
                </c:pt>
                <c:pt idx="6629">
                  <c:v>48999</c:v>
                </c:pt>
                <c:pt idx="6630">
                  <c:v>49000</c:v>
                </c:pt>
                <c:pt idx="6631">
                  <c:v>49001</c:v>
                </c:pt>
                <c:pt idx="6632">
                  <c:v>49002</c:v>
                </c:pt>
                <c:pt idx="6633">
                  <c:v>49003</c:v>
                </c:pt>
                <c:pt idx="6634">
                  <c:v>49004</c:v>
                </c:pt>
                <c:pt idx="6635">
                  <c:v>49005</c:v>
                </c:pt>
                <c:pt idx="6636">
                  <c:v>49006</c:v>
                </c:pt>
                <c:pt idx="6637">
                  <c:v>49007</c:v>
                </c:pt>
                <c:pt idx="6638">
                  <c:v>49008</c:v>
                </c:pt>
                <c:pt idx="6639">
                  <c:v>49009</c:v>
                </c:pt>
                <c:pt idx="6640">
                  <c:v>49010</c:v>
                </c:pt>
                <c:pt idx="6641">
                  <c:v>49011</c:v>
                </c:pt>
                <c:pt idx="6642">
                  <c:v>49012</c:v>
                </c:pt>
                <c:pt idx="6643">
                  <c:v>49013</c:v>
                </c:pt>
                <c:pt idx="6644">
                  <c:v>49014</c:v>
                </c:pt>
                <c:pt idx="6645">
                  <c:v>49015</c:v>
                </c:pt>
                <c:pt idx="6646">
                  <c:v>49016</c:v>
                </c:pt>
                <c:pt idx="6647">
                  <c:v>49017</c:v>
                </c:pt>
                <c:pt idx="6648">
                  <c:v>49018</c:v>
                </c:pt>
                <c:pt idx="6649">
                  <c:v>49019</c:v>
                </c:pt>
                <c:pt idx="6650">
                  <c:v>49020</c:v>
                </c:pt>
                <c:pt idx="6651">
                  <c:v>49021</c:v>
                </c:pt>
                <c:pt idx="6652">
                  <c:v>49022</c:v>
                </c:pt>
                <c:pt idx="6653">
                  <c:v>49023</c:v>
                </c:pt>
                <c:pt idx="6654">
                  <c:v>49024</c:v>
                </c:pt>
                <c:pt idx="6655">
                  <c:v>49025</c:v>
                </c:pt>
                <c:pt idx="6656">
                  <c:v>49026</c:v>
                </c:pt>
                <c:pt idx="6657">
                  <c:v>49027</c:v>
                </c:pt>
                <c:pt idx="6658">
                  <c:v>49028</c:v>
                </c:pt>
                <c:pt idx="6659">
                  <c:v>49029</c:v>
                </c:pt>
                <c:pt idx="6660">
                  <c:v>49030</c:v>
                </c:pt>
                <c:pt idx="6661">
                  <c:v>49031</c:v>
                </c:pt>
                <c:pt idx="6662">
                  <c:v>49032</c:v>
                </c:pt>
                <c:pt idx="6663">
                  <c:v>49033</c:v>
                </c:pt>
                <c:pt idx="6664">
                  <c:v>49034</c:v>
                </c:pt>
                <c:pt idx="6665">
                  <c:v>49035</c:v>
                </c:pt>
                <c:pt idx="6666">
                  <c:v>49036</c:v>
                </c:pt>
                <c:pt idx="6667">
                  <c:v>49037</c:v>
                </c:pt>
                <c:pt idx="6668">
                  <c:v>49038</c:v>
                </c:pt>
                <c:pt idx="6669">
                  <c:v>49039</c:v>
                </c:pt>
                <c:pt idx="6670">
                  <c:v>49040</c:v>
                </c:pt>
                <c:pt idx="6671">
                  <c:v>49041</c:v>
                </c:pt>
                <c:pt idx="6672">
                  <c:v>49042</c:v>
                </c:pt>
                <c:pt idx="6673">
                  <c:v>49043</c:v>
                </c:pt>
                <c:pt idx="6674">
                  <c:v>49044</c:v>
                </c:pt>
                <c:pt idx="6675">
                  <c:v>49045</c:v>
                </c:pt>
                <c:pt idx="6676">
                  <c:v>49046</c:v>
                </c:pt>
                <c:pt idx="6677">
                  <c:v>49047</c:v>
                </c:pt>
                <c:pt idx="6678">
                  <c:v>49048</c:v>
                </c:pt>
                <c:pt idx="6679">
                  <c:v>49049</c:v>
                </c:pt>
                <c:pt idx="6680">
                  <c:v>49050</c:v>
                </c:pt>
                <c:pt idx="6681">
                  <c:v>49051</c:v>
                </c:pt>
                <c:pt idx="6682">
                  <c:v>49052</c:v>
                </c:pt>
                <c:pt idx="6683">
                  <c:v>49053</c:v>
                </c:pt>
                <c:pt idx="6684">
                  <c:v>49054</c:v>
                </c:pt>
                <c:pt idx="6685">
                  <c:v>49055</c:v>
                </c:pt>
                <c:pt idx="6686">
                  <c:v>49056</c:v>
                </c:pt>
                <c:pt idx="6687">
                  <c:v>49057</c:v>
                </c:pt>
                <c:pt idx="6688">
                  <c:v>49058</c:v>
                </c:pt>
                <c:pt idx="6689">
                  <c:v>49059</c:v>
                </c:pt>
                <c:pt idx="6690">
                  <c:v>49060</c:v>
                </c:pt>
                <c:pt idx="6691">
                  <c:v>49061</c:v>
                </c:pt>
                <c:pt idx="6692">
                  <c:v>49062</c:v>
                </c:pt>
                <c:pt idx="6693">
                  <c:v>49063</c:v>
                </c:pt>
                <c:pt idx="6694">
                  <c:v>49064</c:v>
                </c:pt>
                <c:pt idx="6695">
                  <c:v>49065</c:v>
                </c:pt>
                <c:pt idx="6696">
                  <c:v>49066</c:v>
                </c:pt>
                <c:pt idx="6697">
                  <c:v>49067</c:v>
                </c:pt>
                <c:pt idx="6698">
                  <c:v>49068</c:v>
                </c:pt>
                <c:pt idx="6699">
                  <c:v>49069</c:v>
                </c:pt>
                <c:pt idx="6700">
                  <c:v>49070</c:v>
                </c:pt>
                <c:pt idx="6701">
                  <c:v>49071</c:v>
                </c:pt>
                <c:pt idx="6702">
                  <c:v>49072</c:v>
                </c:pt>
                <c:pt idx="6703">
                  <c:v>49073</c:v>
                </c:pt>
                <c:pt idx="6704">
                  <c:v>49074</c:v>
                </c:pt>
                <c:pt idx="6705">
                  <c:v>49075</c:v>
                </c:pt>
                <c:pt idx="6706">
                  <c:v>49076</c:v>
                </c:pt>
                <c:pt idx="6707">
                  <c:v>49077</c:v>
                </c:pt>
                <c:pt idx="6708">
                  <c:v>49078</c:v>
                </c:pt>
                <c:pt idx="6709">
                  <c:v>49079</c:v>
                </c:pt>
                <c:pt idx="6710">
                  <c:v>49080</c:v>
                </c:pt>
                <c:pt idx="6711">
                  <c:v>49081</c:v>
                </c:pt>
                <c:pt idx="6712">
                  <c:v>49082</c:v>
                </c:pt>
                <c:pt idx="6713">
                  <c:v>49083</c:v>
                </c:pt>
                <c:pt idx="6714">
                  <c:v>49084</c:v>
                </c:pt>
                <c:pt idx="6715">
                  <c:v>49085</c:v>
                </c:pt>
                <c:pt idx="6716">
                  <c:v>49086</c:v>
                </c:pt>
                <c:pt idx="6717">
                  <c:v>49087</c:v>
                </c:pt>
                <c:pt idx="6718">
                  <c:v>49088</c:v>
                </c:pt>
                <c:pt idx="6719">
                  <c:v>49089</c:v>
                </c:pt>
                <c:pt idx="6720">
                  <c:v>49090</c:v>
                </c:pt>
                <c:pt idx="6721">
                  <c:v>49091</c:v>
                </c:pt>
                <c:pt idx="6722">
                  <c:v>49092</c:v>
                </c:pt>
                <c:pt idx="6723">
                  <c:v>49093</c:v>
                </c:pt>
                <c:pt idx="6724">
                  <c:v>49094</c:v>
                </c:pt>
                <c:pt idx="6725">
                  <c:v>49095</c:v>
                </c:pt>
                <c:pt idx="6726">
                  <c:v>49096</c:v>
                </c:pt>
                <c:pt idx="6727">
                  <c:v>49097</c:v>
                </c:pt>
                <c:pt idx="6728">
                  <c:v>49098</c:v>
                </c:pt>
                <c:pt idx="6729">
                  <c:v>49099</c:v>
                </c:pt>
                <c:pt idx="6730">
                  <c:v>49100</c:v>
                </c:pt>
                <c:pt idx="6731">
                  <c:v>49101</c:v>
                </c:pt>
                <c:pt idx="6732">
                  <c:v>49102</c:v>
                </c:pt>
                <c:pt idx="6733">
                  <c:v>49103</c:v>
                </c:pt>
                <c:pt idx="6734">
                  <c:v>49104</c:v>
                </c:pt>
                <c:pt idx="6735">
                  <c:v>49105</c:v>
                </c:pt>
                <c:pt idx="6736">
                  <c:v>49106</c:v>
                </c:pt>
                <c:pt idx="6737">
                  <c:v>49107</c:v>
                </c:pt>
                <c:pt idx="6738">
                  <c:v>49108</c:v>
                </c:pt>
                <c:pt idx="6739">
                  <c:v>49109</c:v>
                </c:pt>
                <c:pt idx="6740">
                  <c:v>49110</c:v>
                </c:pt>
                <c:pt idx="6741">
                  <c:v>49111</c:v>
                </c:pt>
                <c:pt idx="6742">
                  <c:v>49112</c:v>
                </c:pt>
                <c:pt idx="6743">
                  <c:v>49113</c:v>
                </c:pt>
                <c:pt idx="6744">
                  <c:v>49114</c:v>
                </c:pt>
                <c:pt idx="6745">
                  <c:v>49115</c:v>
                </c:pt>
                <c:pt idx="6746">
                  <c:v>49116</c:v>
                </c:pt>
                <c:pt idx="6747">
                  <c:v>49117</c:v>
                </c:pt>
                <c:pt idx="6748">
                  <c:v>49118</c:v>
                </c:pt>
                <c:pt idx="6749">
                  <c:v>49119</c:v>
                </c:pt>
                <c:pt idx="6750">
                  <c:v>49120</c:v>
                </c:pt>
                <c:pt idx="6751">
                  <c:v>49121</c:v>
                </c:pt>
                <c:pt idx="6752">
                  <c:v>49122</c:v>
                </c:pt>
                <c:pt idx="6753">
                  <c:v>49123</c:v>
                </c:pt>
                <c:pt idx="6754">
                  <c:v>49124</c:v>
                </c:pt>
                <c:pt idx="6755">
                  <c:v>49125</c:v>
                </c:pt>
                <c:pt idx="6756">
                  <c:v>49126</c:v>
                </c:pt>
                <c:pt idx="6757">
                  <c:v>49127</c:v>
                </c:pt>
                <c:pt idx="6758">
                  <c:v>49128</c:v>
                </c:pt>
                <c:pt idx="6759">
                  <c:v>49129</c:v>
                </c:pt>
                <c:pt idx="6760">
                  <c:v>49130</c:v>
                </c:pt>
                <c:pt idx="6761">
                  <c:v>49131</c:v>
                </c:pt>
                <c:pt idx="6762">
                  <c:v>49132</c:v>
                </c:pt>
                <c:pt idx="6763">
                  <c:v>49133</c:v>
                </c:pt>
                <c:pt idx="6764">
                  <c:v>49134</c:v>
                </c:pt>
                <c:pt idx="6765">
                  <c:v>49135</c:v>
                </c:pt>
                <c:pt idx="6766">
                  <c:v>49136</c:v>
                </c:pt>
                <c:pt idx="6767">
                  <c:v>49137</c:v>
                </c:pt>
                <c:pt idx="6768">
                  <c:v>49138</c:v>
                </c:pt>
                <c:pt idx="6769">
                  <c:v>49139</c:v>
                </c:pt>
                <c:pt idx="6770">
                  <c:v>49140</c:v>
                </c:pt>
                <c:pt idx="6771">
                  <c:v>49141</c:v>
                </c:pt>
                <c:pt idx="6772">
                  <c:v>49142</c:v>
                </c:pt>
                <c:pt idx="6773">
                  <c:v>49143</c:v>
                </c:pt>
                <c:pt idx="6774">
                  <c:v>49144</c:v>
                </c:pt>
                <c:pt idx="6775">
                  <c:v>49145</c:v>
                </c:pt>
                <c:pt idx="6776">
                  <c:v>49146</c:v>
                </c:pt>
                <c:pt idx="6777">
                  <c:v>49147</c:v>
                </c:pt>
                <c:pt idx="6778">
                  <c:v>49148</c:v>
                </c:pt>
                <c:pt idx="6779">
                  <c:v>49149</c:v>
                </c:pt>
                <c:pt idx="6780">
                  <c:v>49150</c:v>
                </c:pt>
                <c:pt idx="6781">
                  <c:v>49151</c:v>
                </c:pt>
                <c:pt idx="6782">
                  <c:v>49152</c:v>
                </c:pt>
                <c:pt idx="6783">
                  <c:v>49153</c:v>
                </c:pt>
                <c:pt idx="6784">
                  <c:v>49154</c:v>
                </c:pt>
                <c:pt idx="6785">
                  <c:v>49155</c:v>
                </c:pt>
                <c:pt idx="6786">
                  <c:v>49156</c:v>
                </c:pt>
                <c:pt idx="6787">
                  <c:v>49157</c:v>
                </c:pt>
                <c:pt idx="6788">
                  <c:v>49158</c:v>
                </c:pt>
                <c:pt idx="6789">
                  <c:v>49159</c:v>
                </c:pt>
                <c:pt idx="6790">
                  <c:v>49160</c:v>
                </c:pt>
                <c:pt idx="6791">
                  <c:v>49161</c:v>
                </c:pt>
                <c:pt idx="6792">
                  <c:v>49162</c:v>
                </c:pt>
                <c:pt idx="6793">
                  <c:v>49163</c:v>
                </c:pt>
                <c:pt idx="6794">
                  <c:v>49164</c:v>
                </c:pt>
                <c:pt idx="6795">
                  <c:v>49165</c:v>
                </c:pt>
                <c:pt idx="6796">
                  <c:v>49166</c:v>
                </c:pt>
                <c:pt idx="6797">
                  <c:v>49167</c:v>
                </c:pt>
                <c:pt idx="6798">
                  <c:v>49168</c:v>
                </c:pt>
                <c:pt idx="6799">
                  <c:v>49169</c:v>
                </c:pt>
                <c:pt idx="6800">
                  <c:v>49170</c:v>
                </c:pt>
                <c:pt idx="6801">
                  <c:v>49171</c:v>
                </c:pt>
                <c:pt idx="6802">
                  <c:v>49172</c:v>
                </c:pt>
                <c:pt idx="6803">
                  <c:v>49173</c:v>
                </c:pt>
                <c:pt idx="6804">
                  <c:v>49174</c:v>
                </c:pt>
                <c:pt idx="6805">
                  <c:v>49175</c:v>
                </c:pt>
                <c:pt idx="6806">
                  <c:v>49176</c:v>
                </c:pt>
                <c:pt idx="6807">
                  <c:v>49177</c:v>
                </c:pt>
                <c:pt idx="6808">
                  <c:v>49178</c:v>
                </c:pt>
                <c:pt idx="6809">
                  <c:v>49179</c:v>
                </c:pt>
                <c:pt idx="6810">
                  <c:v>49180</c:v>
                </c:pt>
                <c:pt idx="6811">
                  <c:v>49181</c:v>
                </c:pt>
                <c:pt idx="6812">
                  <c:v>49182</c:v>
                </c:pt>
                <c:pt idx="6813">
                  <c:v>49183</c:v>
                </c:pt>
                <c:pt idx="6814">
                  <c:v>49184</c:v>
                </c:pt>
                <c:pt idx="6815">
                  <c:v>49185</c:v>
                </c:pt>
                <c:pt idx="6816">
                  <c:v>49186</c:v>
                </c:pt>
                <c:pt idx="6817">
                  <c:v>49187</c:v>
                </c:pt>
                <c:pt idx="6818">
                  <c:v>49188</c:v>
                </c:pt>
                <c:pt idx="6819">
                  <c:v>49189</c:v>
                </c:pt>
                <c:pt idx="6820">
                  <c:v>49190</c:v>
                </c:pt>
                <c:pt idx="6821">
                  <c:v>49191</c:v>
                </c:pt>
                <c:pt idx="6822">
                  <c:v>49192</c:v>
                </c:pt>
                <c:pt idx="6823">
                  <c:v>49193</c:v>
                </c:pt>
                <c:pt idx="6824">
                  <c:v>49194</c:v>
                </c:pt>
                <c:pt idx="6825">
                  <c:v>49195</c:v>
                </c:pt>
                <c:pt idx="6826">
                  <c:v>49196</c:v>
                </c:pt>
                <c:pt idx="6827">
                  <c:v>49197</c:v>
                </c:pt>
                <c:pt idx="6828">
                  <c:v>49198</c:v>
                </c:pt>
                <c:pt idx="6829">
                  <c:v>49199</c:v>
                </c:pt>
                <c:pt idx="6830">
                  <c:v>49200</c:v>
                </c:pt>
                <c:pt idx="6831">
                  <c:v>49201</c:v>
                </c:pt>
                <c:pt idx="6832">
                  <c:v>49202</c:v>
                </c:pt>
                <c:pt idx="6833">
                  <c:v>49203</c:v>
                </c:pt>
                <c:pt idx="6834">
                  <c:v>49204</c:v>
                </c:pt>
                <c:pt idx="6835">
                  <c:v>49205</c:v>
                </c:pt>
                <c:pt idx="6836">
                  <c:v>49206</c:v>
                </c:pt>
                <c:pt idx="6837">
                  <c:v>49207</c:v>
                </c:pt>
                <c:pt idx="6838">
                  <c:v>49208</c:v>
                </c:pt>
                <c:pt idx="6839">
                  <c:v>49209</c:v>
                </c:pt>
                <c:pt idx="6840">
                  <c:v>49210</c:v>
                </c:pt>
                <c:pt idx="6841">
                  <c:v>49211</c:v>
                </c:pt>
                <c:pt idx="6842">
                  <c:v>49212</c:v>
                </c:pt>
                <c:pt idx="6843">
                  <c:v>49213</c:v>
                </c:pt>
                <c:pt idx="6844">
                  <c:v>49214</c:v>
                </c:pt>
                <c:pt idx="6845">
                  <c:v>49215</c:v>
                </c:pt>
                <c:pt idx="6846">
                  <c:v>49216</c:v>
                </c:pt>
                <c:pt idx="6847">
                  <c:v>49217</c:v>
                </c:pt>
                <c:pt idx="6848">
                  <c:v>49218</c:v>
                </c:pt>
                <c:pt idx="6849">
                  <c:v>49219</c:v>
                </c:pt>
                <c:pt idx="6850">
                  <c:v>49220</c:v>
                </c:pt>
                <c:pt idx="6851">
                  <c:v>49221</c:v>
                </c:pt>
                <c:pt idx="6852">
                  <c:v>49222</c:v>
                </c:pt>
                <c:pt idx="6853">
                  <c:v>49223</c:v>
                </c:pt>
                <c:pt idx="6854">
                  <c:v>49224</c:v>
                </c:pt>
                <c:pt idx="6855">
                  <c:v>49225</c:v>
                </c:pt>
                <c:pt idx="6856">
                  <c:v>49226</c:v>
                </c:pt>
                <c:pt idx="6857">
                  <c:v>49227</c:v>
                </c:pt>
                <c:pt idx="6858">
                  <c:v>49228</c:v>
                </c:pt>
                <c:pt idx="6859">
                  <c:v>49229</c:v>
                </c:pt>
                <c:pt idx="6860">
                  <c:v>49230</c:v>
                </c:pt>
                <c:pt idx="6861">
                  <c:v>49231</c:v>
                </c:pt>
                <c:pt idx="6862">
                  <c:v>49232</c:v>
                </c:pt>
                <c:pt idx="6863">
                  <c:v>49233</c:v>
                </c:pt>
                <c:pt idx="6864">
                  <c:v>49234</c:v>
                </c:pt>
                <c:pt idx="6865">
                  <c:v>49235</c:v>
                </c:pt>
                <c:pt idx="6866">
                  <c:v>49236</c:v>
                </c:pt>
                <c:pt idx="6867">
                  <c:v>49237</c:v>
                </c:pt>
                <c:pt idx="6868">
                  <c:v>49238</c:v>
                </c:pt>
                <c:pt idx="6869">
                  <c:v>49239</c:v>
                </c:pt>
                <c:pt idx="6870">
                  <c:v>49240</c:v>
                </c:pt>
                <c:pt idx="6871">
                  <c:v>49241</c:v>
                </c:pt>
                <c:pt idx="6872">
                  <c:v>49242</c:v>
                </c:pt>
                <c:pt idx="6873">
                  <c:v>49243</c:v>
                </c:pt>
                <c:pt idx="6874">
                  <c:v>49244</c:v>
                </c:pt>
                <c:pt idx="6875">
                  <c:v>49245</c:v>
                </c:pt>
                <c:pt idx="6876">
                  <c:v>49246</c:v>
                </c:pt>
                <c:pt idx="6877">
                  <c:v>49247</c:v>
                </c:pt>
                <c:pt idx="6878">
                  <c:v>49248</c:v>
                </c:pt>
                <c:pt idx="6879">
                  <c:v>49249</c:v>
                </c:pt>
                <c:pt idx="6880">
                  <c:v>49250</c:v>
                </c:pt>
                <c:pt idx="6881">
                  <c:v>49251</c:v>
                </c:pt>
                <c:pt idx="6882">
                  <c:v>49252</c:v>
                </c:pt>
                <c:pt idx="6883">
                  <c:v>49253</c:v>
                </c:pt>
                <c:pt idx="6884">
                  <c:v>49254</c:v>
                </c:pt>
                <c:pt idx="6885">
                  <c:v>49255</c:v>
                </c:pt>
                <c:pt idx="6886">
                  <c:v>49256</c:v>
                </c:pt>
                <c:pt idx="6887">
                  <c:v>49257</c:v>
                </c:pt>
                <c:pt idx="6888">
                  <c:v>49258</c:v>
                </c:pt>
                <c:pt idx="6889">
                  <c:v>49259</c:v>
                </c:pt>
                <c:pt idx="6890">
                  <c:v>49260</c:v>
                </c:pt>
                <c:pt idx="6891">
                  <c:v>49261</c:v>
                </c:pt>
                <c:pt idx="6892">
                  <c:v>49262</c:v>
                </c:pt>
                <c:pt idx="6893">
                  <c:v>49263</c:v>
                </c:pt>
                <c:pt idx="6894">
                  <c:v>49264</c:v>
                </c:pt>
                <c:pt idx="6895">
                  <c:v>49265</c:v>
                </c:pt>
                <c:pt idx="6896">
                  <c:v>49266</c:v>
                </c:pt>
                <c:pt idx="6897">
                  <c:v>49267</c:v>
                </c:pt>
                <c:pt idx="6898">
                  <c:v>49268</c:v>
                </c:pt>
                <c:pt idx="6899">
                  <c:v>49269</c:v>
                </c:pt>
                <c:pt idx="6900">
                  <c:v>49270</c:v>
                </c:pt>
                <c:pt idx="6901">
                  <c:v>49271</c:v>
                </c:pt>
                <c:pt idx="6902">
                  <c:v>49272</c:v>
                </c:pt>
                <c:pt idx="6903">
                  <c:v>49273</c:v>
                </c:pt>
                <c:pt idx="6904">
                  <c:v>49274</c:v>
                </c:pt>
                <c:pt idx="6905">
                  <c:v>49275</c:v>
                </c:pt>
                <c:pt idx="6906">
                  <c:v>49276</c:v>
                </c:pt>
                <c:pt idx="6907">
                  <c:v>49277</c:v>
                </c:pt>
                <c:pt idx="6908">
                  <c:v>49278</c:v>
                </c:pt>
                <c:pt idx="6909">
                  <c:v>49279</c:v>
                </c:pt>
                <c:pt idx="6910">
                  <c:v>49280</c:v>
                </c:pt>
                <c:pt idx="6911">
                  <c:v>49281</c:v>
                </c:pt>
                <c:pt idx="6912">
                  <c:v>49282</c:v>
                </c:pt>
                <c:pt idx="6913">
                  <c:v>49283</c:v>
                </c:pt>
                <c:pt idx="6914">
                  <c:v>49284</c:v>
                </c:pt>
                <c:pt idx="6915">
                  <c:v>49285</c:v>
                </c:pt>
                <c:pt idx="6916">
                  <c:v>49286</c:v>
                </c:pt>
                <c:pt idx="6917">
                  <c:v>49287</c:v>
                </c:pt>
                <c:pt idx="6918">
                  <c:v>49288</c:v>
                </c:pt>
                <c:pt idx="6919">
                  <c:v>49289</c:v>
                </c:pt>
                <c:pt idx="6920">
                  <c:v>49290</c:v>
                </c:pt>
                <c:pt idx="6921">
                  <c:v>49291</c:v>
                </c:pt>
                <c:pt idx="6922">
                  <c:v>49292</c:v>
                </c:pt>
                <c:pt idx="6923">
                  <c:v>49293</c:v>
                </c:pt>
                <c:pt idx="6924">
                  <c:v>49294</c:v>
                </c:pt>
                <c:pt idx="6925">
                  <c:v>49295</c:v>
                </c:pt>
                <c:pt idx="6926">
                  <c:v>49296</c:v>
                </c:pt>
                <c:pt idx="6927">
                  <c:v>49297</c:v>
                </c:pt>
                <c:pt idx="6928">
                  <c:v>49298</c:v>
                </c:pt>
                <c:pt idx="6929">
                  <c:v>49299</c:v>
                </c:pt>
                <c:pt idx="6930">
                  <c:v>49300</c:v>
                </c:pt>
                <c:pt idx="6931">
                  <c:v>49301</c:v>
                </c:pt>
                <c:pt idx="6932">
                  <c:v>49302</c:v>
                </c:pt>
                <c:pt idx="6933">
                  <c:v>49303</c:v>
                </c:pt>
                <c:pt idx="6934">
                  <c:v>49304</c:v>
                </c:pt>
                <c:pt idx="6935">
                  <c:v>49305</c:v>
                </c:pt>
                <c:pt idx="6936">
                  <c:v>49306</c:v>
                </c:pt>
                <c:pt idx="6937">
                  <c:v>49307</c:v>
                </c:pt>
                <c:pt idx="6938">
                  <c:v>49308</c:v>
                </c:pt>
                <c:pt idx="6939">
                  <c:v>49309</c:v>
                </c:pt>
                <c:pt idx="6940">
                  <c:v>49310</c:v>
                </c:pt>
                <c:pt idx="6941">
                  <c:v>49311</c:v>
                </c:pt>
                <c:pt idx="6942">
                  <c:v>49312</c:v>
                </c:pt>
                <c:pt idx="6943">
                  <c:v>49313</c:v>
                </c:pt>
                <c:pt idx="6944">
                  <c:v>49314</c:v>
                </c:pt>
                <c:pt idx="6945">
                  <c:v>49315</c:v>
                </c:pt>
                <c:pt idx="6946">
                  <c:v>49316</c:v>
                </c:pt>
                <c:pt idx="6947">
                  <c:v>49317</c:v>
                </c:pt>
                <c:pt idx="6948">
                  <c:v>49318</c:v>
                </c:pt>
                <c:pt idx="6949">
                  <c:v>49319</c:v>
                </c:pt>
                <c:pt idx="6950">
                  <c:v>49320</c:v>
                </c:pt>
                <c:pt idx="6951">
                  <c:v>49321</c:v>
                </c:pt>
                <c:pt idx="6952">
                  <c:v>49322</c:v>
                </c:pt>
                <c:pt idx="6953">
                  <c:v>49323</c:v>
                </c:pt>
                <c:pt idx="6954">
                  <c:v>49324</c:v>
                </c:pt>
                <c:pt idx="6955">
                  <c:v>49325</c:v>
                </c:pt>
                <c:pt idx="6956">
                  <c:v>49326</c:v>
                </c:pt>
                <c:pt idx="6957">
                  <c:v>49327</c:v>
                </c:pt>
                <c:pt idx="6958">
                  <c:v>49328</c:v>
                </c:pt>
                <c:pt idx="6959">
                  <c:v>49329</c:v>
                </c:pt>
                <c:pt idx="6960">
                  <c:v>49330</c:v>
                </c:pt>
                <c:pt idx="6961">
                  <c:v>49331</c:v>
                </c:pt>
                <c:pt idx="6962">
                  <c:v>49332</c:v>
                </c:pt>
                <c:pt idx="6963">
                  <c:v>49333</c:v>
                </c:pt>
                <c:pt idx="6964">
                  <c:v>49334</c:v>
                </c:pt>
                <c:pt idx="6965">
                  <c:v>49335</c:v>
                </c:pt>
                <c:pt idx="6966">
                  <c:v>49336</c:v>
                </c:pt>
                <c:pt idx="6967">
                  <c:v>49337</c:v>
                </c:pt>
                <c:pt idx="6968">
                  <c:v>49338</c:v>
                </c:pt>
                <c:pt idx="6969">
                  <c:v>49339</c:v>
                </c:pt>
                <c:pt idx="6970">
                  <c:v>49340</c:v>
                </c:pt>
                <c:pt idx="6971">
                  <c:v>49341</c:v>
                </c:pt>
                <c:pt idx="6972">
                  <c:v>49342</c:v>
                </c:pt>
                <c:pt idx="6973">
                  <c:v>49343</c:v>
                </c:pt>
                <c:pt idx="6974">
                  <c:v>49344</c:v>
                </c:pt>
                <c:pt idx="6975">
                  <c:v>49345</c:v>
                </c:pt>
                <c:pt idx="6976">
                  <c:v>49346</c:v>
                </c:pt>
                <c:pt idx="6977">
                  <c:v>49347</c:v>
                </c:pt>
                <c:pt idx="6978">
                  <c:v>49348</c:v>
                </c:pt>
                <c:pt idx="6979">
                  <c:v>49349</c:v>
                </c:pt>
                <c:pt idx="6980">
                  <c:v>49350</c:v>
                </c:pt>
                <c:pt idx="6981">
                  <c:v>49351</c:v>
                </c:pt>
                <c:pt idx="6982">
                  <c:v>49352</c:v>
                </c:pt>
                <c:pt idx="6983">
                  <c:v>49353</c:v>
                </c:pt>
                <c:pt idx="6984">
                  <c:v>49354</c:v>
                </c:pt>
                <c:pt idx="6985">
                  <c:v>49355</c:v>
                </c:pt>
                <c:pt idx="6986">
                  <c:v>49356</c:v>
                </c:pt>
                <c:pt idx="6987">
                  <c:v>49357</c:v>
                </c:pt>
                <c:pt idx="6988">
                  <c:v>49358</c:v>
                </c:pt>
                <c:pt idx="6989">
                  <c:v>49359</c:v>
                </c:pt>
                <c:pt idx="6990">
                  <c:v>49360</c:v>
                </c:pt>
                <c:pt idx="6991">
                  <c:v>49361</c:v>
                </c:pt>
                <c:pt idx="6992">
                  <c:v>49362</c:v>
                </c:pt>
                <c:pt idx="6993">
                  <c:v>49363</c:v>
                </c:pt>
                <c:pt idx="6994">
                  <c:v>49364</c:v>
                </c:pt>
                <c:pt idx="6995">
                  <c:v>49365</c:v>
                </c:pt>
                <c:pt idx="6996">
                  <c:v>49366</c:v>
                </c:pt>
                <c:pt idx="6997">
                  <c:v>49367</c:v>
                </c:pt>
                <c:pt idx="6998">
                  <c:v>49368</c:v>
                </c:pt>
                <c:pt idx="6999">
                  <c:v>49369</c:v>
                </c:pt>
                <c:pt idx="7000">
                  <c:v>49370</c:v>
                </c:pt>
                <c:pt idx="7001">
                  <c:v>49371</c:v>
                </c:pt>
                <c:pt idx="7002">
                  <c:v>49372</c:v>
                </c:pt>
                <c:pt idx="7003">
                  <c:v>49373</c:v>
                </c:pt>
                <c:pt idx="7004">
                  <c:v>49374</c:v>
                </c:pt>
                <c:pt idx="7005">
                  <c:v>49375</c:v>
                </c:pt>
                <c:pt idx="7006">
                  <c:v>49376</c:v>
                </c:pt>
                <c:pt idx="7007">
                  <c:v>49377</c:v>
                </c:pt>
                <c:pt idx="7008">
                  <c:v>49378</c:v>
                </c:pt>
                <c:pt idx="7009">
                  <c:v>49379</c:v>
                </c:pt>
                <c:pt idx="7010">
                  <c:v>49380</c:v>
                </c:pt>
                <c:pt idx="7011">
                  <c:v>49381</c:v>
                </c:pt>
                <c:pt idx="7012">
                  <c:v>49382</c:v>
                </c:pt>
                <c:pt idx="7013">
                  <c:v>49383</c:v>
                </c:pt>
                <c:pt idx="7014">
                  <c:v>49384</c:v>
                </c:pt>
                <c:pt idx="7015">
                  <c:v>49385</c:v>
                </c:pt>
                <c:pt idx="7016">
                  <c:v>49386</c:v>
                </c:pt>
                <c:pt idx="7017">
                  <c:v>49387</c:v>
                </c:pt>
                <c:pt idx="7018">
                  <c:v>49388</c:v>
                </c:pt>
                <c:pt idx="7019">
                  <c:v>49389</c:v>
                </c:pt>
                <c:pt idx="7020">
                  <c:v>49390</c:v>
                </c:pt>
                <c:pt idx="7021">
                  <c:v>49391</c:v>
                </c:pt>
                <c:pt idx="7022">
                  <c:v>49392</c:v>
                </c:pt>
                <c:pt idx="7023">
                  <c:v>49393</c:v>
                </c:pt>
                <c:pt idx="7024">
                  <c:v>49394</c:v>
                </c:pt>
                <c:pt idx="7025">
                  <c:v>49395</c:v>
                </c:pt>
                <c:pt idx="7026">
                  <c:v>49396</c:v>
                </c:pt>
                <c:pt idx="7027">
                  <c:v>49397</c:v>
                </c:pt>
                <c:pt idx="7028">
                  <c:v>49398</c:v>
                </c:pt>
                <c:pt idx="7029">
                  <c:v>49399</c:v>
                </c:pt>
                <c:pt idx="7030">
                  <c:v>49400</c:v>
                </c:pt>
                <c:pt idx="7031">
                  <c:v>49401</c:v>
                </c:pt>
                <c:pt idx="7032">
                  <c:v>49402</c:v>
                </c:pt>
                <c:pt idx="7033">
                  <c:v>49403</c:v>
                </c:pt>
                <c:pt idx="7034">
                  <c:v>49404</c:v>
                </c:pt>
                <c:pt idx="7035">
                  <c:v>49405</c:v>
                </c:pt>
                <c:pt idx="7036">
                  <c:v>49406</c:v>
                </c:pt>
                <c:pt idx="7037">
                  <c:v>49407</c:v>
                </c:pt>
                <c:pt idx="7038">
                  <c:v>49408</c:v>
                </c:pt>
                <c:pt idx="7039">
                  <c:v>49409</c:v>
                </c:pt>
                <c:pt idx="7040">
                  <c:v>49410</c:v>
                </c:pt>
                <c:pt idx="7041">
                  <c:v>49411</c:v>
                </c:pt>
                <c:pt idx="7042">
                  <c:v>49412</c:v>
                </c:pt>
                <c:pt idx="7043">
                  <c:v>49413</c:v>
                </c:pt>
                <c:pt idx="7044">
                  <c:v>49414</c:v>
                </c:pt>
                <c:pt idx="7045">
                  <c:v>49415</c:v>
                </c:pt>
                <c:pt idx="7046">
                  <c:v>49416</c:v>
                </c:pt>
                <c:pt idx="7047">
                  <c:v>49417</c:v>
                </c:pt>
                <c:pt idx="7048">
                  <c:v>49418</c:v>
                </c:pt>
                <c:pt idx="7049">
                  <c:v>49419</c:v>
                </c:pt>
                <c:pt idx="7050">
                  <c:v>49420</c:v>
                </c:pt>
                <c:pt idx="7051">
                  <c:v>49421</c:v>
                </c:pt>
                <c:pt idx="7052">
                  <c:v>49422</c:v>
                </c:pt>
                <c:pt idx="7053">
                  <c:v>49423</c:v>
                </c:pt>
                <c:pt idx="7054">
                  <c:v>49424</c:v>
                </c:pt>
                <c:pt idx="7055">
                  <c:v>49425</c:v>
                </c:pt>
                <c:pt idx="7056">
                  <c:v>49426</c:v>
                </c:pt>
                <c:pt idx="7057">
                  <c:v>49427</c:v>
                </c:pt>
                <c:pt idx="7058">
                  <c:v>49428</c:v>
                </c:pt>
                <c:pt idx="7059">
                  <c:v>49429</c:v>
                </c:pt>
                <c:pt idx="7060">
                  <c:v>49430</c:v>
                </c:pt>
                <c:pt idx="7061">
                  <c:v>49431</c:v>
                </c:pt>
                <c:pt idx="7062">
                  <c:v>49432</c:v>
                </c:pt>
                <c:pt idx="7063">
                  <c:v>49433</c:v>
                </c:pt>
                <c:pt idx="7064">
                  <c:v>49434</c:v>
                </c:pt>
                <c:pt idx="7065">
                  <c:v>49435</c:v>
                </c:pt>
                <c:pt idx="7066">
                  <c:v>49436</c:v>
                </c:pt>
                <c:pt idx="7067">
                  <c:v>49437</c:v>
                </c:pt>
                <c:pt idx="7068">
                  <c:v>49438</c:v>
                </c:pt>
                <c:pt idx="7069">
                  <c:v>49439</c:v>
                </c:pt>
                <c:pt idx="7070">
                  <c:v>49440</c:v>
                </c:pt>
                <c:pt idx="7071">
                  <c:v>49441</c:v>
                </c:pt>
                <c:pt idx="7072">
                  <c:v>49442</c:v>
                </c:pt>
                <c:pt idx="7073">
                  <c:v>49443</c:v>
                </c:pt>
                <c:pt idx="7074">
                  <c:v>49444</c:v>
                </c:pt>
                <c:pt idx="7075">
                  <c:v>49445</c:v>
                </c:pt>
                <c:pt idx="7076">
                  <c:v>49446</c:v>
                </c:pt>
                <c:pt idx="7077">
                  <c:v>49447</c:v>
                </c:pt>
                <c:pt idx="7078">
                  <c:v>49448</c:v>
                </c:pt>
                <c:pt idx="7079">
                  <c:v>49449</c:v>
                </c:pt>
                <c:pt idx="7080">
                  <c:v>49450</c:v>
                </c:pt>
                <c:pt idx="7081">
                  <c:v>49451</c:v>
                </c:pt>
                <c:pt idx="7082">
                  <c:v>49452</c:v>
                </c:pt>
                <c:pt idx="7083">
                  <c:v>49453</c:v>
                </c:pt>
                <c:pt idx="7084">
                  <c:v>49454</c:v>
                </c:pt>
                <c:pt idx="7085">
                  <c:v>49455</c:v>
                </c:pt>
                <c:pt idx="7086">
                  <c:v>49456</c:v>
                </c:pt>
                <c:pt idx="7087">
                  <c:v>49457</c:v>
                </c:pt>
                <c:pt idx="7088">
                  <c:v>49458</c:v>
                </c:pt>
                <c:pt idx="7089">
                  <c:v>49459</c:v>
                </c:pt>
                <c:pt idx="7090">
                  <c:v>49460</c:v>
                </c:pt>
                <c:pt idx="7091">
                  <c:v>49461</c:v>
                </c:pt>
                <c:pt idx="7092">
                  <c:v>49462</c:v>
                </c:pt>
                <c:pt idx="7093">
                  <c:v>49463</c:v>
                </c:pt>
                <c:pt idx="7094">
                  <c:v>49464</c:v>
                </c:pt>
                <c:pt idx="7095">
                  <c:v>49465</c:v>
                </c:pt>
                <c:pt idx="7096">
                  <c:v>49466</c:v>
                </c:pt>
                <c:pt idx="7097">
                  <c:v>49467</c:v>
                </c:pt>
                <c:pt idx="7098">
                  <c:v>49468</c:v>
                </c:pt>
                <c:pt idx="7099">
                  <c:v>49469</c:v>
                </c:pt>
                <c:pt idx="7100">
                  <c:v>49470</c:v>
                </c:pt>
                <c:pt idx="7101">
                  <c:v>49471</c:v>
                </c:pt>
                <c:pt idx="7102">
                  <c:v>49472</c:v>
                </c:pt>
                <c:pt idx="7103">
                  <c:v>49473</c:v>
                </c:pt>
                <c:pt idx="7104">
                  <c:v>49474</c:v>
                </c:pt>
                <c:pt idx="7105">
                  <c:v>49475</c:v>
                </c:pt>
                <c:pt idx="7106">
                  <c:v>49476</c:v>
                </c:pt>
                <c:pt idx="7107">
                  <c:v>49477</c:v>
                </c:pt>
                <c:pt idx="7108">
                  <c:v>49478</c:v>
                </c:pt>
                <c:pt idx="7109">
                  <c:v>49479</c:v>
                </c:pt>
                <c:pt idx="7110">
                  <c:v>49480</c:v>
                </c:pt>
                <c:pt idx="7111">
                  <c:v>49481</c:v>
                </c:pt>
                <c:pt idx="7112">
                  <c:v>49482</c:v>
                </c:pt>
                <c:pt idx="7113">
                  <c:v>49483</c:v>
                </c:pt>
                <c:pt idx="7114">
                  <c:v>49484</c:v>
                </c:pt>
                <c:pt idx="7115">
                  <c:v>49485</c:v>
                </c:pt>
                <c:pt idx="7116">
                  <c:v>49486</c:v>
                </c:pt>
                <c:pt idx="7117">
                  <c:v>49487</c:v>
                </c:pt>
                <c:pt idx="7118">
                  <c:v>49488</c:v>
                </c:pt>
                <c:pt idx="7119">
                  <c:v>49489</c:v>
                </c:pt>
                <c:pt idx="7120">
                  <c:v>49490</c:v>
                </c:pt>
                <c:pt idx="7121">
                  <c:v>49491</c:v>
                </c:pt>
                <c:pt idx="7122">
                  <c:v>49492</c:v>
                </c:pt>
                <c:pt idx="7123">
                  <c:v>49493</c:v>
                </c:pt>
                <c:pt idx="7124">
                  <c:v>49494</c:v>
                </c:pt>
                <c:pt idx="7125">
                  <c:v>49495</c:v>
                </c:pt>
                <c:pt idx="7126">
                  <c:v>49496</c:v>
                </c:pt>
                <c:pt idx="7127">
                  <c:v>49497</c:v>
                </c:pt>
                <c:pt idx="7128">
                  <c:v>49498</c:v>
                </c:pt>
                <c:pt idx="7129">
                  <c:v>49499</c:v>
                </c:pt>
                <c:pt idx="7130">
                  <c:v>49500</c:v>
                </c:pt>
                <c:pt idx="7131">
                  <c:v>49501</c:v>
                </c:pt>
                <c:pt idx="7132">
                  <c:v>49502</c:v>
                </c:pt>
                <c:pt idx="7133">
                  <c:v>49503</c:v>
                </c:pt>
                <c:pt idx="7134">
                  <c:v>49504</c:v>
                </c:pt>
                <c:pt idx="7135">
                  <c:v>49505</c:v>
                </c:pt>
                <c:pt idx="7136">
                  <c:v>49506</c:v>
                </c:pt>
                <c:pt idx="7137">
                  <c:v>49507</c:v>
                </c:pt>
                <c:pt idx="7138">
                  <c:v>49508</c:v>
                </c:pt>
                <c:pt idx="7139">
                  <c:v>49509</c:v>
                </c:pt>
                <c:pt idx="7140">
                  <c:v>49510</c:v>
                </c:pt>
                <c:pt idx="7141">
                  <c:v>49511</c:v>
                </c:pt>
                <c:pt idx="7142">
                  <c:v>49512</c:v>
                </c:pt>
                <c:pt idx="7143">
                  <c:v>49513</c:v>
                </c:pt>
                <c:pt idx="7144">
                  <c:v>49514</c:v>
                </c:pt>
                <c:pt idx="7145">
                  <c:v>49515</c:v>
                </c:pt>
                <c:pt idx="7146">
                  <c:v>49516</c:v>
                </c:pt>
                <c:pt idx="7147">
                  <c:v>49517</c:v>
                </c:pt>
                <c:pt idx="7148">
                  <c:v>49518</c:v>
                </c:pt>
                <c:pt idx="7149">
                  <c:v>49519</c:v>
                </c:pt>
                <c:pt idx="7150">
                  <c:v>49520</c:v>
                </c:pt>
                <c:pt idx="7151">
                  <c:v>49521</c:v>
                </c:pt>
                <c:pt idx="7152">
                  <c:v>49522</c:v>
                </c:pt>
                <c:pt idx="7153">
                  <c:v>49523</c:v>
                </c:pt>
                <c:pt idx="7154">
                  <c:v>49524</c:v>
                </c:pt>
                <c:pt idx="7155">
                  <c:v>49525</c:v>
                </c:pt>
                <c:pt idx="7156">
                  <c:v>49526</c:v>
                </c:pt>
                <c:pt idx="7157">
                  <c:v>49527</c:v>
                </c:pt>
                <c:pt idx="7158">
                  <c:v>49528</c:v>
                </c:pt>
                <c:pt idx="7159">
                  <c:v>49529</c:v>
                </c:pt>
                <c:pt idx="7160">
                  <c:v>49530</c:v>
                </c:pt>
                <c:pt idx="7161">
                  <c:v>49531</c:v>
                </c:pt>
                <c:pt idx="7162">
                  <c:v>49532</c:v>
                </c:pt>
                <c:pt idx="7163">
                  <c:v>49533</c:v>
                </c:pt>
                <c:pt idx="7164">
                  <c:v>49534</c:v>
                </c:pt>
                <c:pt idx="7165">
                  <c:v>49535</c:v>
                </c:pt>
                <c:pt idx="7166">
                  <c:v>49536</c:v>
                </c:pt>
                <c:pt idx="7167">
                  <c:v>49537</c:v>
                </c:pt>
                <c:pt idx="7168">
                  <c:v>49538</c:v>
                </c:pt>
                <c:pt idx="7169">
                  <c:v>49539</c:v>
                </c:pt>
                <c:pt idx="7170">
                  <c:v>49540</c:v>
                </c:pt>
                <c:pt idx="7171">
                  <c:v>49541</c:v>
                </c:pt>
                <c:pt idx="7172">
                  <c:v>49542</c:v>
                </c:pt>
                <c:pt idx="7173">
                  <c:v>49543</c:v>
                </c:pt>
                <c:pt idx="7174">
                  <c:v>49544</c:v>
                </c:pt>
                <c:pt idx="7175">
                  <c:v>49545</c:v>
                </c:pt>
                <c:pt idx="7176">
                  <c:v>49546</c:v>
                </c:pt>
                <c:pt idx="7177">
                  <c:v>49547</c:v>
                </c:pt>
                <c:pt idx="7178">
                  <c:v>49548</c:v>
                </c:pt>
                <c:pt idx="7179">
                  <c:v>49549</c:v>
                </c:pt>
                <c:pt idx="7180">
                  <c:v>49550</c:v>
                </c:pt>
                <c:pt idx="7181">
                  <c:v>49551</c:v>
                </c:pt>
                <c:pt idx="7182">
                  <c:v>49552</c:v>
                </c:pt>
                <c:pt idx="7183">
                  <c:v>49553</c:v>
                </c:pt>
                <c:pt idx="7184">
                  <c:v>49554</c:v>
                </c:pt>
                <c:pt idx="7185">
                  <c:v>49555</c:v>
                </c:pt>
                <c:pt idx="7186">
                  <c:v>49556</c:v>
                </c:pt>
                <c:pt idx="7187">
                  <c:v>49557</c:v>
                </c:pt>
                <c:pt idx="7188">
                  <c:v>49558</c:v>
                </c:pt>
                <c:pt idx="7189">
                  <c:v>49559</c:v>
                </c:pt>
                <c:pt idx="7190">
                  <c:v>49560</c:v>
                </c:pt>
                <c:pt idx="7191">
                  <c:v>49561</c:v>
                </c:pt>
                <c:pt idx="7192">
                  <c:v>49562</c:v>
                </c:pt>
                <c:pt idx="7193">
                  <c:v>49563</c:v>
                </c:pt>
                <c:pt idx="7194">
                  <c:v>49564</c:v>
                </c:pt>
                <c:pt idx="7195">
                  <c:v>49565</c:v>
                </c:pt>
                <c:pt idx="7196">
                  <c:v>49566</c:v>
                </c:pt>
                <c:pt idx="7197">
                  <c:v>49567</c:v>
                </c:pt>
                <c:pt idx="7198">
                  <c:v>49568</c:v>
                </c:pt>
                <c:pt idx="7199">
                  <c:v>49569</c:v>
                </c:pt>
                <c:pt idx="7200">
                  <c:v>49570</c:v>
                </c:pt>
                <c:pt idx="7201">
                  <c:v>49571</c:v>
                </c:pt>
                <c:pt idx="7202">
                  <c:v>49572</c:v>
                </c:pt>
                <c:pt idx="7203">
                  <c:v>49573</c:v>
                </c:pt>
                <c:pt idx="7204">
                  <c:v>49574</c:v>
                </c:pt>
                <c:pt idx="7205">
                  <c:v>49575</c:v>
                </c:pt>
                <c:pt idx="7206">
                  <c:v>49576</c:v>
                </c:pt>
                <c:pt idx="7207">
                  <c:v>49577</c:v>
                </c:pt>
                <c:pt idx="7208">
                  <c:v>49578</c:v>
                </c:pt>
                <c:pt idx="7209">
                  <c:v>49579</c:v>
                </c:pt>
                <c:pt idx="7210">
                  <c:v>49580</c:v>
                </c:pt>
                <c:pt idx="7211">
                  <c:v>49581</c:v>
                </c:pt>
                <c:pt idx="7212">
                  <c:v>49582</c:v>
                </c:pt>
                <c:pt idx="7213">
                  <c:v>49583</c:v>
                </c:pt>
                <c:pt idx="7214">
                  <c:v>49584</c:v>
                </c:pt>
                <c:pt idx="7215">
                  <c:v>49585</c:v>
                </c:pt>
                <c:pt idx="7216">
                  <c:v>49586</c:v>
                </c:pt>
                <c:pt idx="7217">
                  <c:v>49587</c:v>
                </c:pt>
                <c:pt idx="7218">
                  <c:v>49588</c:v>
                </c:pt>
                <c:pt idx="7219">
                  <c:v>49589</c:v>
                </c:pt>
                <c:pt idx="7220">
                  <c:v>49590</c:v>
                </c:pt>
                <c:pt idx="7221">
                  <c:v>49591</c:v>
                </c:pt>
                <c:pt idx="7222">
                  <c:v>49592</c:v>
                </c:pt>
                <c:pt idx="7223">
                  <c:v>49593</c:v>
                </c:pt>
                <c:pt idx="7224">
                  <c:v>49594</c:v>
                </c:pt>
                <c:pt idx="7225">
                  <c:v>49595</c:v>
                </c:pt>
                <c:pt idx="7226">
                  <c:v>49596</c:v>
                </c:pt>
                <c:pt idx="7227">
                  <c:v>49597</c:v>
                </c:pt>
                <c:pt idx="7228">
                  <c:v>49598</c:v>
                </c:pt>
                <c:pt idx="7229">
                  <c:v>49599</c:v>
                </c:pt>
                <c:pt idx="7230">
                  <c:v>49600</c:v>
                </c:pt>
                <c:pt idx="7231">
                  <c:v>49601</c:v>
                </c:pt>
                <c:pt idx="7232">
                  <c:v>49602</c:v>
                </c:pt>
                <c:pt idx="7233">
                  <c:v>49603</c:v>
                </c:pt>
                <c:pt idx="7234">
                  <c:v>49604</c:v>
                </c:pt>
                <c:pt idx="7235">
                  <c:v>49605</c:v>
                </c:pt>
                <c:pt idx="7236">
                  <c:v>49606</c:v>
                </c:pt>
                <c:pt idx="7237">
                  <c:v>49607</c:v>
                </c:pt>
                <c:pt idx="7238">
                  <c:v>49608</c:v>
                </c:pt>
                <c:pt idx="7239">
                  <c:v>49609</c:v>
                </c:pt>
                <c:pt idx="7240">
                  <c:v>49610</c:v>
                </c:pt>
                <c:pt idx="7241">
                  <c:v>49611</c:v>
                </c:pt>
                <c:pt idx="7242">
                  <c:v>49612</c:v>
                </c:pt>
                <c:pt idx="7243">
                  <c:v>49613</c:v>
                </c:pt>
                <c:pt idx="7244">
                  <c:v>49614</c:v>
                </c:pt>
                <c:pt idx="7245">
                  <c:v>49615</c:v>
                </c:pt>
                <c:pt idx="7246">
                  <c:v>49616</c:v>
                </c:pt>
                <c:pt idx="7247">
                  <c:v>49617</c:v>
                </c:pt>
                <c:pt idx="7248">
                  <c:v>49618</c:v>
                </c:pt>
                <c:pt idx="7249">
                  <c:v>49619</c:v>
                </c:pt>
                <c:pt idx="7250">
                  <c:v>49620</c:v>
                </c:pt>
                <c:pt idx="7251">
                  <c:v>49621</c:v>
                </c:pt>
                <c:pt idx="7252">
                  <c:v>49622</c:v>
                </c:pt>
                <c:pt idx="7253">
                  <c:v>49623</c:v>
                </c:pt>
                <c:pt idx="7254">
                  <c:v>49624</c:v>
                </c:pt>
                <c:pt idx="7255">
                  <c:v>49625</c:v>
                </c:pt>
                <c:pt idx="7256">
                  <c:v>49626</c:v>
                </c:pt>
                <c:pt idx="7257">
                  <c:v>49627</c:v>
                </c:pt>
                <c:pt idx="7258">
                  <c:v>49628</c:v>
                </c:pt>
                <c:pt idx="7259">
                  <c:v>49629</c:v>
                </c:pt>
                <c:pt idx="7260">
                  <c:v>49630</c:v>
                </c:pt>
                <c:pt idx="7261">
                  <c:v>49631</c:v>
                </c:pt>
                <c:pt idx="7262">
                  <c:v>49632</c:v>
                </c:pt>
                <c:pt idx="7263">
                  <c:v>49633</c:v>
                </c:pt>
                <c:pt idx="7264">
                  <c:v>49634</c:v>
                </c:pt>
                <c:pt idx="7265">
                  <c:v>49635</c:v>
                </c:pt>
                <c:pt idx="7266">
                  <c:v>49636</c:v>
                </c:pt>
                <c:pt idx="7267">
                  <c:v>49637</c:v>
                </c:pt>
                <c:pt idx="7268">
                  <c:v>49638</c:v>
                </c:pt>
                <c:pt idx="7269">
                  <c:v>49639</c:v>
                </c:pt>
                <c:pt idx="7270">
                  <c:v>49640</c:v>
                </c:pt>
                <c:pt idx="7271">
                  <c:v>49641</c:v>
                </c:pt>
                <c:pt idx="7272">
                  <c:v>49642</c:v>
                </c:pt>
                <c:pt idx="7273">
                  <c:v>49643</c:v>
                </c:pt>
                <c:pt idx="7274">
                  <c:v>49644</c:v>
                </c:pt>
                <c:pt idx="7275">
                  <c:v>49645</c:v>
                </c:pt>
                <c:pt idx="7276">
                  <c:v>49646</c:v>
                </c:pt>
                <c:pt idx="7277">
                  <c:v>49647</c:v>
                </c:pt>
                <c:pt idx="7278">
                  <c:v>49648</c:v>
                </c:pt>
                <c:pt idx="7279">
                  <c:v>49649</c:v>
                </c:pt>
                <c:pt idx="7280">
                  <c:v>49650</c:v>
                </c:pt>
                <c:pt idx="7281">
                  <c:v>49651</c:v>
                </c:pt>
                <c:pt idx="7282">
                  <c:v>49652</c:v>
                </c:pt>
                <c:pt idx="7283">
                  <c:v>49653</c:v>
                </c:pt>
                <c:pt idx="7284">
                  <c:v>49654</c:v>
                </c:pt>
                <c:pt idx="7285">
                  <c:v>49655</c:v>
                </c:pt>
                <c:pt idx="7286">
                  <c:v>49656</c:v>
                </c:pt>
                <c:pt idx="7287">
                  <c:v>49657</c:v>
                </c:pt>
                <c:pt idx="7288">
                  <c:v>49658</c:v>
                </c:pt>
                <c:pt idx="7289">
                  <c:v>49659</c:v>
                </c:pt>
                <c:pt idx="7290">
                  <c:v>49660</c:v>
                </c:pt>
                <c:pt idx="7291">
                  <c:v>49661</c:v>
                </c:pt>
                <c:pt idx="7292">
                  <c:v>49662</c:v>
                </c:pt>
                <c:pt idx="7293">
                  <c:v>49663</c:v>
                </c:pt>
                <c:pt idx="7294">
                  <c:v>49664</c:v>
                </c:pt>
                <c:pt idx="7295">
                  <c:v>49665</c:v>
                </c:pt>
                <c:pt idx="7296">
                  <c:v>49666</c:v>
                </c:pt>
                <c:pt idx="7297">
                  <c:v>49667</c:v>
                </c:pt>
                <c:pt idx="7298">
                  <c:v>49668</c:v>
                </c:pt>
                <c:pt idx="7299">
                  <c:v>49669</c:v>
                </c:pt>
                <c:pt idx="7300">
                  <c:v>49670</c:v>
                </c:pt>
                <c:pt idx="7301">
                  <c:v>49671</c:v>
                </c:pt>
                <c:pt idx="7302">
                  <c:v>49672</c:v>
                </c:pt>
                <c:pt idx="7303">
                  <c:v>49673</c:v>
                </c:pt>
                <c:pt idx="7304">
                  <c:v>49674</c:v>
                </c:pt>
                <c:pt idx="7305">
                  <c:v>49675</c:v>
                </c:pt>
                <c:pt idx="7306">
                  <c:v>49676</c:v>
                </c:pt>
                <c:pt idx="7307">
                  <c:v>49677</c:v>
                </c:pt>
                <c:pt idx="7308">
                  <c:v>49678</c:v>
                </c:pt>
                <c:pt idx="7309">
                  <c:v>49679</c:v>
                </c:pt>
                <c:pt idx="7310">
                  <c:v>49680</c:v>
                </c:pt>
                <c:pt idx="7311">
                  <c:v>49681</c:v>
                </c:pt>
                <c:pt idx="7312">
                  <c:v>49682</c:v>
                </c:pt>
                <c:pt idx="7313">
                  <c:v>49683</c:v>
                </c:pt>
                <c:pt idx="7314">
                  <c:v>49684</c:v>
                </c:pt>
                <c:pt idx="7315">
                  <c:v>49685</c:v>
                </c:pt>
                <c:pt idx="7316">
                  <c:v>49686</c:v>
                </c:pt>
                <c:pt idx="7317">
                  <c:v>49687</c:v>
                </c:pt>
                <c:pt idx="7318">
                  <c:v>49688</c:v>
                </c:pt>
                <c:pt idx="7319">
                  <c:v>49689</c:v>
                </c:pt>
                <c:pt idx="7320">
                  <c:v>49690</c:v>
                </c:pt>
                <c:pt idx="7321">
                  <c:v>49691</c:v>
                </c:pt>
                <c:pt idx="7322">
                  <c:v>49692</c:v>
                </c:pt>
                <c:pt idx="7323">
                  <c:v>49693</c:v>
                </c:pt>
                <c:pt idx="7324">
                  <c:v>49694</c:v>
                </c:pt>
                <c:pt idx="7325">
                  <c:v>49695</c:v>
                </c:pt>
                <c:pt idx="7326">
                  <c:v>49696</c:v>
                </c:pt>
                <c:pt idx="7327">
                  <c:v>49697</c:v>
                </c:pt>
                <c:pt idx="7328">
                  <c:v>49698</c:v>
                </c:pt>
                <c:pt idx="7329">
                  <c:v>49699</c:v>
                </c:pt>
                <c:pt idx="7330">
                  <c:v>49700</c:v>
                </c:pt>
                <c:pt idx="7331">
                  <c:v>49701</c:v>
                </c:pt>
                <c:pt idx="7332">
                  <c:v>49702</c:v>
                </c:pt>
                <c:pt idx="7333">
                  <c:v>49703</c:v>
                </c:pt>
                <c:pt idx="7334">
                  <c:v>49704</c:v>
                </c:pt>
                <c:pt idx="7335">
                  <c:v>49705</c:v>
                </c:pt>
                <c:pt idx="7336">
                  <c:v>49706</c:v>
                </c:pt>
                <c:pt idx="7337">
                  <c:v>49707</c:v>
                </c:pt>
                <c:pt idx="7338">
                  <c:v>49708</c:v>
                </c:pt>
                <c:pt idx="7339">
                  <c:v>49709</c:v>
                </c:pt>
                <c:pt idx="7340">
                  <c:v>49710</c:v>
                </c:pt>
                <c:pt idx="7341">
                  <c:v>49711</c:v>
                </c:pt>
                <c:pt idx="7342">
                  <c:v>49712</c:v>
                </c:pt>
                <c:pt idx="7343">
                  <c:v>49713</c:v>
                </c:pt>
                <c:pt idx="7344">
                  <c:v>49714</c:v>
                </c:pt>
                <c:pt idx="7345">
                  <c:v>49715</c:v>
                </c:pt>
                <c:pt idx="7346">
                  <c:v>49716</c:v>
                </c:pt>
                <c:pt idx="7347">
                  <c:v>49717</c:v>
                </c:pt>
                <c:pt idx="7348">
                  <c:v>49718</c:v>
                </c:pt>
                <c:pt idx="7349">
                  <c:v>49719</c:v>
                </c:pt>
                <c:pt idx="7350">
                  <c:v>49720</c:v>
                </c:pt>
                <c:pt idx="7351">
                  <c:v>49721</c:v>
                </c:pt>
                <c:pt idx="7352">
                  <c:v>49722</c:v>
                </c:pt>
                <c:pt idx="7353">
                  <c:v>49723</c:v>
                </c:pt>
                <c:pt idx="7354">
                  <c:v>49724</c:v>
                </c:pt>
                <c:pt idx="7355">
                  <c:v>49725</c:v>
                </c:pt>
                <c:pt idx="7356">
                  <c:v>49726</c:v>
                </c:pt>
                <c:pt idx="7357">
                  <c:v>49727</c:v>
                </c:pt>
                <c:pt idx="7358">
                  <c:v>49728</c:v>
                </c:pt>
                <c:pt idx="7359">
                  <c:v>49729</c:v>
                </c:pt>
                <c:pt idx="7360">
                  <c:v>49730</c:v>
                </c:pt>
                <c:pt idx="7361">
                  <c:v>49731</c:v>
                </c:pt>
                <c:pt idx="7362">
                  <c:v>49732</c:v>
                </c:pt>
                <c:pt idx="7363">
                  <c:v>49733</c:v>
                </c:pt>
                <c:pt idx="7364">
                  <c:v>49734</c:v>
                </c:pt>
                <c:pt idx="7365">
                  <c:v>49735</c:v>
                </c:pt>
                <c:pt idx="7366">
                  <c:v>49736</c:v>
                </c:pt>
                <c:pt idx="7367">
                  <c:v>49737</c:v>
                </c:pt>
                <c:pt idx="7368">
                  <c:v>49738</c:v>
                </c:pt>
                <c:pt idx="7369">
                  <c:v>49739</c:v>
                </c:pt>
                <c:pt idx="7370">
                  <c:v>49740</c:v>
                </c:pt>
                <c:pt idx="7371">
                  <c:v>49741</c:v>
                </c:pt>
                <c:pt idx="7372">
                  <c:v>49742</c:v>
                </c:pt>
                <c:pt idx="7373">
                  <c:v>49743</c:v>
                </c:pt>
                <c:pt idx="7374">
                  <c:v>49744</c:v>
                </c:pt>
                <c:pt idx="7375">
                  <c:v>49745</c:v>
                </c:pt>
                <c:pt idx="7376">
                  <c:v>49746</c:v>
                </c:pt>
                <c:pt idx="7377">
                  <c:v>49747</c:v>
                </c:pt>
                <c:pt idx="7378">
                  <c:v>49748</c:v>
                </c:pt>
                <c:pt idx="7379">
                  <c:v>49749</c:v>
                </c:pt>
                <c:pt idx="7380">
                  <c:v>49750</c:v>
                </c:pt>
                <c:pt idx="7381">
                  <c:v>49751</c:v>
                </c:pt>
                <c:pt idx="7382">
                  <c:v>49752</c:v>
                </c:pt>
                <c:pt idx="7383">
                  <c:v>49753</c:v>
                </c:pt>
                <c:pt idx="7384">
                  <c:v>49754</c:v>
                </c:pt>
                <c:pt idx="7385">
                  <c:v>49755</c:v>
                </c:pt>
                <c:pt idx="7386">
                  <c:v>49756</c:v>
                </c:pt>
                <c:pt idx="7387">
                  <c:v>49757</c:v>
                </c:pt>
                <c:pt idx="7388">
                  <c:v>49758</c:v>
                </c:pt>
                <c:pt idx="7389">
                  <c:v>49759</c:v>
                </c:pt>
                <c:pt idx="7390">
                  <c:v>49760</c:v>
                </c:pt>
                <c:pt idx="7391">
                  <c:v>49761</c:v>
                </c:pt>
                <c:pt idx="7392">
                  <c:v>49762</c:v>
                </c:pt>
                <c:pt idx="7393">
                  <c:v>49763</c:v>
                </c:pt>
                <c:pt idx="7394">
                  <c:v>49764</c:v>
                </c:pt>
                <c:pt idx="7395">
                  <c:v>49765</c:v>
                </c:pt>
                <c:pt idx="7396">
                  <c:v>49766</c:v>
                </c:pt>
                <c:pt idx="7397">
                  <c:v>49767</c:v>
                </c:pt>
                <c:pt idx="7398">
                  <c:v>49768</c:v>
                </c:pt>
                <c:pt idx="7399">
                  <c:v>49769</c:v>
                </c:pt>
                <c:pt idx="7400">
                  <c:v>49770</c:v>
                </c:pt>
                <c:pt idx="7401">
                  <c:v>49771</c:v>
                </c:pt>
                <c:pt idx="7402">
                  <c:v>49772</c:v>
                </c:pt>
                <c:pt idx="7403">
                  <c:v>49773</c:v>
                </c:pt>
                <c:pt idx="7404">
                  <c:v>49774</c:v>
                </c:pt>
                <c:pt idx="7405">
                  <c:v>49775</c:v>
                </c:pt>
                <c:pt idx="7406">
                  <c:v>49776</c:v>
                </c:pt>
                <c:pt idx="7407">
                  <c:v>49777</c:v>
                </c:pt>
                <c:pt idx="7408">
                  <c:v>49778</c:v>
                </c:pt>
                <c:pt idx="7409">
                  <c:v>49779</c:v>
                </c:pt>
                <c:pt idx="7410">
                  <c:v>49780</c:v>
                </c:pt>
                <c:pt idx="7411">
                  <c:v>49781</c:v>
                </c:pt>
                <c:pt idx="7412">
                  <c:v>49782</c:v>
                </c:pt>
                <c:pt idx="7413">
                  <c:v>49783</c:v>
                </c:pt>
                <c:pt idx="7414">
                  <c:v>49784</c:v>
                </c:pt>
                <c:pt idx="7415">
                  <c:v>49785</c:v>
                </c:pt>
                <c:pt idx="7416">
                  <c:v>49786</c:v>
                </c:pt>
                <c:pt idx="7417">
                  <c:v>49787</c:v>
                </c:pt>
                <c:pt idx="7418">
                  <c:v>49788</c:v>
                </c:pt>
                <c:pt idx="7419">
                  <c:v>49789</c:v>
                </c:pt>
                <c:pt idx="7420">
                  <c:v>49790</c:v>
                </c:pt>
                <c:pt idx="7421">
                  <c:v>49791</c:v>
                </c:pt>
                <c:pt idx="7422">
                  <c:v>49792</c:v>
                </c:pt>
                <c:pt idx="7423">
                  <c:v>49793</c:v>
                </c:pt>
                <c:pt idx="7424">
                  <c:v>49794</c:v>
                </c:pt>
                <c:pt idx="7425">
                  <c:v>49795</c:v>
                </c:pt>
                <c:pt idx="7426">
                  <c:v>49796</c:v>
                </c:pt>
                <c:pt idx="7427">
                  <c:v>49797</c:v>
                </c:pt>
                <c:pt idx="7428">
                  <c:v>49798</c:v>
                </c:pt>
                <c:pt idx="7429">
                  <c:v>49799</c:v>
                </c:pt>
                <c:pt idx="7430">
                  <c:v>49800</c:v>
                </c:pt>
                <c:pt idx="7431">
                  <c:v>49801</c:v>
                </c:pt>
                <c:pt idx="7432">
                  <c:v>49802</c:v>
                </c:pt>
                <c:pt idx="7433">
                  <c:v>49803</c:v>
                </c:pt>
                <c:pt idx="7434">
                  <c:v>49804</c:v>
                </c:pt>
                <c:pt idx="7435">
                  <c:v>49805</c:v>
                </c:pt>
                <c:pt idx="7436">
                  <c:v>49806</c:v>
                </c:pt>
                <c:pt idx="7437">
                  <c:v>49807</c:v>
                </c:pt>
                <c:pt idx="7438">
                  <c:v>49808</c:v>
                </c:pt>
                <c:pt idx="7439">
                  <c:v>49809</c:v>
                </c:pt>
                <c:pt idx="7440">
                  <c:v>49810</c:v>
                </c:pt>
                <c:pt idx="7441">
                  <c:v>49811</c:v>
                </c:pt>
                <c:pt idx="7442">
                  <c:v>49812</c:v>
                </c:pt>
                <c:pt idx="7443">
                  <c:v>49813</c:v>
                </c:pt>
                <c:pt idx="7444">
                  <c:v>49814</c:v>
                </c:pt>
                <c:pt idx="7445">
                  <c:v>49815</c:v>
                </c:pt>
                <c:pt idx="7446">
                  <c:v>49816</c:v>
                </c:pt>
                <c:pt idx="7447">
                  <c:v>49817</c:v>
                </c:pt>
                <c:pt idx="7448">
                  <c:v>49818</c:v>
                </c:pt>
                <c:pt idx="7449">
                  <c:v>49819</c:v>
                </c:pt>
                <c:pt idx="7450">
                  <c:v>49820</c:v>
                </c:pt>
                <c:pt idx="7451">
                  <c:v>49821</c:v>
                </c:pt>
                <c:pt idx="7452">
                  <c:v>49822</c:v>
                </c:pt>
                <c:pt idx="7453">
                  <c:v>49823</c:v>
                </c:pt>
                <c:pt idx="7454">
                  <c:v>49824</c:v>
                </c:pt>
                <c:pt idx="7455">
                  <c:v>49825</c:v>
                </c:pt>
                <c:pt idx="7456">
                  <c:v>49826</c:v>
                </c:pt>
                <c:pt idx="7457">
                  <c:v>49827</c:v>
                </c:pt>
                <c:pt idx="7458">
                  <c:v>49828</c:v>
                </c:pt>
                <c:pt idx="7459">
                  <c:v>49829</c:v>
                </c:pt>
                <c:pt idx="7460">
                  <c:v>49830</c:v>
                </c:pt>
                <c:pt idx="7461">
                  <c:v>49831</c:v>
                </c:pt>
                <c:pt idx="7462">
                  <c:v>49832</c:v>
                </c:pt>
                <c:pt idx="7463">
                  <c:v>49833</c:v>
                </c:pt>
                <c:pt idx="7464">
                  <c:v>49834</c:v>
                </c:pt>
                <c:pt idx="7465">
                  <c:v>49835</c:v>
                </c:pt>
                <c:pt idx="7466">
                  <c:v>49836</c:v>
                </c:pt>
                <c:pt idx="7467">
                  <c:v>49837</c:v>
                </c:pt>
                <c:pt idx="7468">
                  <c:v>49838</c:v>
                </c:pt>
                <c:pt idx="7469">
                  <c:v>49839</c:v>
                </c:pt>
                <c:pt idx="7470">
                  <c:v>49840</c:v>
                </c:pt>
                <c:pt idx="7471">
                  <c:v>49841</c:v>
                </c:pt>
                <c:pt idx="7472">
                  <c:v>49842</c:v>
                </c:pt>
                <c:pt idx="7473">
                  <c:v>49843</c:v>
                </c:pt>
                <c:pt idx="7474">
                  <c:v>49844</c:v>
                </c:pt>
                <c:pt idx="7475">
                  <c:v>49845</c:v>
                </c:pt>
                <c:pt idx="7476">
                  <c:v>49846</c:v>
                </c:pt>
                <c:pt idx="7477">
                  <c:v>49847</c:v>
                </c:pt>
                <c:pt idx="7478">
                  <c:v>49848</c:v>
                </c:pt>
                <c:pt idx="7479">
                  <c:v>49849</c:v>
                </c:pt>
                <c:pt idx="7480">
                  <c:v>49850</c:v>
                </c:pt>
                <c:pt idx="7481">
                  <c:v>49851</c:v>
                </c:pt>
                <c:pt idx="7482">
                  <c:v>49852</c:v>
                </c:pt>
                <c:pt idx="7483">
                  <c:v>49853</c:v>
                </c:pt>
                <c:pt idx="7484">
                  <c:v>49854</c:v>
                </c:pt>
                <c:pt idx="7485">
                  <c:v>49855</c:v>
                </c:pt>
                <c:pt idx="7486">
                  <c:v>49856</c:v>
                </c:pt>
                <c:pt idx="7487">
                  <c:v>49857</c:v>
                </c:pt>
                <c:pt idx="7488">
                  <c:v>49858</c:v>
                </c:pt>
                <c:pt idx="7489">
                  <c:v>49859</c:v>
                </c:pt>
                <c:pt idx="7490">
                  <c:v>49860</c:v>
                </c:pt>
                <c:pt idx="7491">
                  <c:v>49861</c:v>
                </c:pt>
                <c:pt idx="7492">
                  <c:v>49862</c:v>
                </c:pt>
                <c:pt idx="7493">
                  <c:v>49863</c:v>
                </c:pt>
                <c:pt idx="7494">
                  <c:v>49864</c:v>
                </c:pt>
                <c:pt idx="7495">
                  <c:v>49865</c:v>
                </c:pt>
                <c:pt idx="7496">
                  <c:v>49866</c:v>
                </c:pt>
                <c:pt idx="7497">
                  <c:v>49867</c:v>
                </c:pt>
                <c:pt idx="7498">
                  <c:v>49868</c:v>
                </c:pt>
                <c:pt idx="7499">
                  <c:v>49869</c:v>
                </c:pt>
                <c:pt idx="7500">
                  <c:v>49870</c:v>
                </c:pt>
                <c:pt idx="7501">
                  <c:v>49871</c:v>
                </c:pt>
                <c:pt idx="7502">
                  <c:v>49872</c:v>
                </c:pt>
                <c:pt idx="7503">
                  <c:v>49873</c:v>
                </c:pt>
                <c:pt idx="7504">
                  <c:v>49874</c:v>
                </c:pt>
                <c:pt idx="7505">
                  <c:v>49875</c:v>
                </c:pt>
                <c:pt idx="7506">
                  <c:v>49876</c:v>
                </c:pt>
                <c:pt idx="7507">
                  <c:v>49877</c:v>
                </c:pt>
                <c:pt idx="7508">
                  <c:v>49878</c:v>
                </c:pt>
                <c:pt idx="7509">
                  <c:v>49879</c:v>
                </c:pt>
                <c:pt idx="7510">
                  <c:v>49880</c:v>
                </c:pt>
                <c:pt idx="7511">
                  <c:v>49881</c:v>
                </c:pt>
                <c:pt idx="7512">
                  <c:v>49882</c:v>
                </c:pt>
                <c:pt idx="7513">
                  <c:v>49883</c:v>
                </c:pt>
                <c:pt idx="7514">
                  <c:v>49884</c:v>
                </c:pt>
                <c:pt idx="7515">
                  <c:v>49885</c:v>
                </c:pt>
                <c:pt idx="7516">
                  <c:v>49886</c:v>
                </c:pt>
                <c:pt idx="7517">
                  <c:v>49887</c:v>
                </c:pt>
                <c:pt idx="7518">
                  <c:v>49888</c:v>
                </c:pt>
                <c:pt idx="7519">
                  <c:v>49889</c:v>
                </c:pt>
                <c:pt idx="7520">
                  <c:v>49890</c:v>
                </c:pt>
                <c:pt idx="7521">
                  <c:v>49891</c:v>
                </c:pt>
                <c:pt idx="7522">
                  <c:v>49892</c:v>
                </c:pt>
                <c:pt idx="7523">
                  <c:v>49893</c:v>
                </c:pt>
                <c:pt idx="7524">
                  <c:v>49894</c:v>
                </c:pt>
                <c:pt idx="7525">
                  <c:v>49895</c:v>
                </c:pt>
                <c:pt idx="7526">
                  <c:v>49896</c:v>
                </c:pt>
                <c:pt idx="7527">
                  <c:v>49897</c:v>
                </c:pt>
                <c:pt idx="7528">
                  <c:v>49898</c:v>
                </c:pt>
                <c:pt idx="7529">
                  <c:v>49899</c:v>
                </c:pt>
                <c:pt idx="7530">
                  <c:v>49900</c:v>
                </c:pt>
                <c:pt idx="7531">
                  <c:v>49901</c:v>
                </c:pt>
                <c:pt idx="7532">
                  <c:v>49902</c:v>
                </c:pt>
                <c:pt idx="7533">
                  <c:v>49903</c:v>
                </c:pt>
                <c:pt idx="7534">
                  <c:v>49904</c:v>
                </c:pt>
                <c:pt idx="7535">
                  <c:v>49905</c:v>
                </c:pt>
                <c:pt idx="7536">
                  <c:v>49906</c:v>
                </c:pt>
                <c:pt idx="7537">
                  <c:v>49907</c:v>
                </c:pt>
                <c:pt idx="7538">
                  <c:v>49908</c:v>
                </c:pt>
                <c:pt idx="7539">
                  <c:v>49909</c:v>
                </c:pt>
                <c:pt idx="7540">
                  <c:v>49910</c:v>
                </c:pt>
                <c:pt idx="7541">
                  <c:v>49911</c:v>
                </c:pt>
                <c:pt idx="7542">
                  <c:v>49912</c:v>
                </c:pt>
                <c:pt idx="7543">
                  <c:v>49913</c:v>
                </c:pt>
                <c:pt idx="7544">
                  <c:v>49914</c:v>
                </c:pt>
                <c:pt idx="7545">
                  <c:v>49915</c:v>
                </c:pt>
                <c:pt idx="7546">
                  <c:v>49916</c:v>
                </c:pt>
                <c:pt idx="7547">
                  <c:v>49917</c:v>
                </c:pt>
                <c:pt idx="7548">
                  <c:v>49918</c:v>
                </c:pt>
                <c:pt idx="7549">
                  <c:v>49919</c:v>
                </c:pt>
                <c:pt idx="7550">
                  <c:v>49920</c:v>
                </c:pt>
                <c:pt idx="7551">
                  <c:v>49921</c:v>
                </c:pt>
                <c:pt idx="7552">
                  <c:v>49922</c:v>
                </c:pt>
                <c:pt idx="7553">
                  <c:v>49923</c:v>
                </c:pt>
                <c:pt idx="7554">
                  <c:v>49924</c:v>
                </c:pt>
                <c:pt idx="7555">
                  <c:v>49925</c:v>
                </c:pt>
                <c:pt idx="7556">
                  <c:v>49926</c:v>
                </c:pt>
                <c:pt idx="7557">
                  <c:v>49927</c:v>
                </c:pt>
                <c:pt idx="7558">
                  <c:v>49928</c:v>
                </c:pt>
                <c:pt idx="7559">
                  <c:v>49929</c:v>
                </c:pt>
                <c:pt idx="7560">
                  <c:v>49930</c:v>
                </c:pt>
                <c:pt idx="7561">
                  <c:v>49931</c:v>
                </c:pt>
                <c:pt idx="7562">
                  <c:v>49932</c:v>
                </c:pt>
                <c:pt idx="7563">
                  <c:v>49933</c:v>
                </c:pt>
                <c:pt idx="7564">
                  <c:v>49934</c:v>
                </c:pt>
                <c:pt idx="7565">
                  <c:v>49935</c:v>
                </c:pt>
                <c:pt idx="7566">
                  <c:v>49936</c:v>
                </c:pt>
                <c:pt idx="7567">
                  <c:v>49937</c:v>
                </c:pt>
                <c:pt idx="7568">
                  <c:v>49938</c:v>
                </c:pt>
                <c:pt idx="7569">
                  <c:v>49939</c:v>
                </c:pt>
                <c:pt idx="7570">
                  <c:v>49940</c:v>
                </c:pt>
                <c:pt idx="7571">
                  <c:v>49941</c:v>
                </c:pt>
                <c:pt idx="7572">
                  <c:v>49942</c:v>
                </c:pt>
                <c:pt idx="7573">
                  <c:v>49943</c:v>
                </c:pt>
                <c:pt idx="7574">
                  <c:v>49944</c:v>
                </c:pt>
                <c:pt idx="7575">
                  <c:v>49945</c:v>
                </c:pt>
                <c:pt idx="7576">
                  <c:v>49946</c:v>
                </c:pt>
                <c:pt idx="7577">
                  <c:v>49947</c:v>
                </c:pt>
                <c:pt idx="7578">
                  <c:v>49948</c:v>
                </c:pt>
                <c:pt idx="7579">
                  <c:v>49949</c:v>
                </c:pt>
                <c:pt idx="7580">
                  <c:v>49950</c:v>
                </c:pt>
                <c:pt idx="7581">
                  <c:v>49951</c:v>
                </c:pt>
                <c:pt idx="7582">
                  <c:v>49952</c:v>
                </c:pt>
                <c:pt idx="7583">
                  <c:v>49953</c:v>
                </c:pt>
                <c:pt idx="7584">
                  <c:v>49954</c:v>
                </c:pt>
                <c:pt idx="7585">
                  <c:v>49955</c:v>
                </c:pt>
                <c:pt idx="7586">
                  <c:v>49956</c:v>
                </c:pt>
                <c:pt idx="7587">
                  <c:v>49957</c:v>
                </c:pt>
                <c:pt idx="7588">
                  <c:v>49958</c:v>
                </c:pt>
                <c:pt idx="7589">
                  <c:v>49959</c:v>
                </c:pt>
                <c:pt idx="7590">
                  <c:v>49960</c:v>
                </c:pt>
                <c:pt idx="7591">
                  <c:v>49961</c:v>
                </c:pt>
                <c:pt idx="7592">
                  <c:v>49962</c:v>
                </c:pt>
                <c:pt idx="7593">
                  <c:v>49963</c:v>
                </c:pt>
                <c:pt idx="7594">
                  <c:v>49964</c:v>
                </c:pt>
                <c:pt idx="7595">
                  <c:v>49965</c:v>
                </c:pt>
                <c:pt idx="7596">
                  <c:v>49966</c:v>
                </c:pt>
                <c:pt idx="7597">
                  <c:v>49967</c:v>
                </c:pt>
                <c:pt idx="7598">
                  <c:v>49968</c:v>
                </c:pt>
                <c:pt idx="7599">
                  <c:v>49969</c:v>
                </c:pt>
                <c:pt idx="7600">
                  <c:v>49970</c:v>
                </c:pt>
                <c:pt idx="7601">
                  <c:v>49971</c:v>
                </c:pt>
                <c:pt idx="7602">
                  <c:v>49972</c:v>
                </c:pt>
                <c:pt idx="7603">
                  <c:v>49973</c:v>
                </c:pt>
                <c:pt idx="7604">
                  <c:v>49974</c:v>
                </c:pt>
                <c:pt idx="7605">
                  <c:v>49975</c:v>
                </c:pt>
                <c:pt idx="7606">
                  <c:v>49976</c:v>
                </c:pt>
                <c:pt idx="7607">
                  <c:v>49977</c:v>
                </c:pt>
                <c:pt idx="7608">
                  <c:v>49978</c:v>
                </c:pt>
                <c:pt idx="7609">
                  <c:v>49979</c:v>
                </c:pt>
                <c:pt idx="7610">
                  <c:v>49980</c:v>
                </c:pt>
                <c:pt idx="7611">
                  <c:v>49981</c:v>
                </c:pt>
                <c:pt idx="7612">
                  <c:v>49982</c:v>
                </c:pt>
                <c:pt idx="7613">
                  <c:v>49983</c:v>
                </c:pt>
                <c:pt idx="7614">
                  <c:v>49984</c:v>
                </c:pt>
                <c:pt idx="7615">
                  <c:v>49985</c:v>
                </c:pt>
                <c:pt idx="7616">
                  <c:v>49986</c:v>
                </c:pt>
                <c:pt idx="7617">
                  <c:v>49987</c:v>
                </c:pt>
                <c:pt idx="7618">
                  <c:v>49988</c:v>
                </c:pt>
                <c:pt idx="7619">
                  <c:v>49989</c:v>
                </c:pt>
                <c:pt idx="7620">
                  <c:v>49990</c:v>
                </c:pt>
                <c:pt idx="7621">
                  <c:v>49991</c:v>
                </c:pt>
                <c:pt idx="7622">
                  <c:v>49992</c:v>
                </c:pt>
                <c:pt idx="7623">
                  <c:v>49993</c:v>
                </c:pt>
                <c:pt idx="7624">
                  <c:v>49994</c:v>
                </c:pt>
                <c:pt idx="7625">
                  <c:v>49995</c:v>
                </c:pt>
                <c:pt idx="7626">
                  <c:v>49996</c:v>
                </c:pt>
                <c:pt idx="7627">
                  <c:v>49997</c:v>
                </c:pt>
                <c:pt idx="7628">
                  <c:v>49998</c:v>
                </c:pt>
                <c:pt idx="7629">
                  <c:v>49999</c:v>
                </c:pt>
                <c:pt idx="7630">
                  <c:v>50000</c:v>
                </c:pt>
                <c:pt idx="7631">
                  <c:v>50001</c:v>
                </c:pt>
                <c:pt idx="7632">
                  <c:v>50002</c:v>
                </c:pt>
                <c:pt idx="7633">
                  <c:v>50003</c:v>
                </c:pt>
                <c:pt idx="7634">
                  <c:v>50004</c:v>
                </c:pt>
                <c:pt idx="7635">
                  <c:v>50005</c:v>
                </c:pt>
                <c:pt idx="7636">
                  <c:v>50006</c:v>
                </c:pt>
                <c:pt idx="7637">
                  <c:v>50007</c:v>
                </c:pt>
                <c:pt idx="7638">
                  <c:v>50008</c:v>
                </c:pt>
                <c:pt idx="7639">
                  <c:v>50009</c:v>
                </c:pt>
                <c:pt idx="7640">
                  <c:v>50010</c:v>
                </c:pt>
                <c:pt idx="7641">
                  <c:v>50011</c:v>
                </c:pt>
                <c:pt idx="7642">
                  <c:v>50012</c:v>
                </c:pt>
                <c:pt idx="7643">
                  <c:v>50013</c:v>
                </c:pt>
                <c:pt idx="7644">
                  <c:v>50014</c:v>
                </c:pt>
                <c:pt idx="7645">
                  <c:v>50015</c:v>
                </c:pt>
                <c:pt idx="7646">
                  <c:v>50016</c:v>
                </c:pt>
                <c:pt idx="7647">
                  <c:v>50017</c:v>
                </c:pt>
                <c:pt idx="7648">
                  <c:v>50018</c:v>
                </c:pt>
                <c:pt idx="7649">
                  <c:v>50019</c:v>
                </c:pt>
                <c:pt idx="7650">
                  <c:v>50020</c:v>
                </c:pt>
                <c:pt idx="7651">
                  <c:v>50021</c:v>
                </c:pt>
                <c:pt idx="7652">
                  <c:v>50022</c:v>
                </c:pt>
                <c:pt idx="7653">
                  <c:v>50023</c:v>
                </c:pt>
                <c:pt idx="7654">
                  <c:v>50024</c:v>
                </c:pt>
                <c:pt idx="7655">
                  <c:v>50025</c:v>
                </c:pt>
                <c:pt idx="7656">
                  <c:v>50026</c:v>
                </c:pt>
                <c:pt idx="7657">
                  <c:v>50027</c:v>
                </c:pt>
                <c:pt idx="7658">
                  <c:v>50028</c:v>
                </c:pt>
                <c:pt idx="7659">
                  <c:v>50029</c:v>
                </c:pt>
                <c:pt idx="7660">
                  <c:v>50030</c:v>
                </c:pt>
                <c:pt idx="7661">
                  <c:v>50031</c:v>
                </c:pt>
                <c:pt idx="7662">
                  <c:v>50032</c:v>
                </c:pt>
                <c:pt idx="7663">
                  <c:v>50033</c:v>
                </c:pt>
                <c:pt idx="7664">
                  <c:v>50034</c:v>
                </c:pt>
                <c:pt idx="7665">
                  <c:v>50035</c:v>
                </c:pt>
                <c:pt idx="7666">
                  <c:v>50036</c:v>
                </c:pt>
                <c:pt idx="7667">
                  <c:v>50037</c:v>
                </c:pt>
                <c:pt idx="7668">
                  <c:v>50038</c:v>
                </c:pt>
                <c:pt idx="7669">
                  <c:v>50039</c:v>
                </c:pt>
                <c:pt idx="7670">
                  <c:v>50040</c:v>
                </c:pt>
                <c:pt idx="7671">
                  <c:v>50041</c:v>
                </c:pt>
                <c:pt idx="7672">
                  <c:v>50042</c:v>
                </c:pt>
                <c:pt idx="7673">
                  <c:v>50043</c:v>
                </c:pt>
                <c:pt idx="7674">
                  <c:v>50044</c:v>
                </c:pt>
                <c:pt idx="7675">
                  <c:v>50045</c:v>
                </c:pt>
                <c:pt idx="7676">
                  <c:v>50046</c:v>
                </c:pt>
                <c:pt idx="7677">
                  <c:v>50047</c:v>
                </c:pt>
                <c:pt idx="7678">
                  <c:v>50048</c:v>
                </c:pt>
                <c:pt idx="7679">
                  <c:v>50049</c:v>
                </c:pt>
                <c:pt idx="7680">
                  <c:v>50050</c:v>
                </c:pt>
                <c:pt idx="7681">
                  <c:v>50051</c:v>
                </c:pt>
                <c:pt idx="7682">
                  <c:v>50052</c:v>
                </c:pt>
                <c:pt idx="7683">
                  <c:v>50053</c:v>
                </c:pt>
                <c:pt idx="7684">
                  <c:v>50054</c:v>
                </c:pt>
                <c:pt idx="7685">
                  <c:v>50055</c:v>
                </c:pt>
                <c:pt idx="7686">
                  <c:v>50056</c:v>
                </c:pt>
                <c:pt idx="7687">
                  <c:v>50057</c:v>
                </c:pt>
                <c:pt idx="7688">
                  <c:v>50058</c:v>
                </c:pt>
                <c:pt idx="7689">
                  <c:v>50059</c:v>
                </c:pt>
                <c:pt idx="7690">
                  <c:v>50060</c:v>
                </c:pt>
                <c:pt idx="7691">
                  <c:v>50061</c:v>
                </c:pt>
                <c:pt idx="7692">
                  <c:v>50062</c:v>
                </c:pt>
                <c:pt idx="7693">
                  <c:v>50063</c:v>
                </c:pt>
                <c:pt idx="7694">
                  <c:v>50064</c:v>
                </c:pt>
                <c:pt idx="7695">
                  <c:v>50065</c:v>
                </c:pt>
                <c:pt idx="7696">
                  <c:v>50066</c:v>
                </c:pt>
                <c:pt idx="7697">
                  <c:v>50067</c:v>
                </c:pt>
                <c:pt idx="7698">
                  <c:v>50068</c:v>
                </c:pt>
                <c:pt idx="7699">
                  <c:v>50069</c:v>
                </c:pt>
                <c:pt idx="7700">
                  <c:v>50070</c:v>
                </c:pt>
                <c:pt idx="7701">
                  <c:v>50071</c:v>
                </c:pt>
                <c:pt idx="7702">
                  <c:v>50072</c:v>
                </c:pt>
                <c:pt idx="7703">
                  <c:v>50073</c:v>
                </c:pt>
                <c:pt idx="7704">
                  <c:v>50074</c:v>
                </c:pt>
                <c:pt idx="7705">
                  <c:v>50075</c:v>
                </c:pt>
                <c:pt idx="7706">
                  <c:v>50076</c:v>
                </c:pt>
                <c:pt idx="7707">
                  <c:v>50077</c:v>
                </c:pt>
                <c:pt idx="7708">
                  <c:v>50078</c:v>
                </c:pt>
                <c:pt idx="7709">
                  <c:v>50079</c:v>
                </c:pt>
                <c:pt idx="7710">
                  <c:v>50080</c:v>
                </c:pt>
                <c:pt idx="7711">
                  <c:v>50081</c:v>
                </c:pt>
                <c:pt idx="7712">
                  <c:v>50082</c:v>
                </c:pt>
                <c:pt idx="7713">
                  <c:v>50083</c:v>
                </c:pt>
                <c:pt idx="7714">
                  <c:v>50084</c:v>
                </c:pt>
                <c:pt idx="7715">
                  <c:v>50085</c:v>
                </c:pt>
                <c:pt idx="7716">
                  <c:v>50086</c:v>
                </c:pt>
                <c:pt idx="7717">
                  <c:v>50087</c:v>
                </c:pt>
                <c:pt idx="7718">
                  <c:v>50088</c:v>
                </c:pt>
                <c:pt idx="7719">
                  <c:v>50089</c:v>
                </c:pt>
                <c:pt idx="7720">
                  <c:v>50090</c:v>
                </c:pt>
                <c:pt idx="7721">
                  <c:v>50091</c:v>
                </c:pt>
                <c:pt idx="7722">
                  <c:v>50092</c:v>
                </c:pt>
                <c:pt idx="7723">
                  <c:v>50093</c:v>
                </c:pt>
                <c:pt idx="7724">
                  <c:v>50094</c:v>
                </c:pt>
                <c:pt idx="7725">
                  <c:v>50095</c:v>
                </c:pt>
                <c:pt idx="7726">
                  <c:v>50096</c:v>
                </c:pt>
                <c:pt idx="7727">
                  <c:v>50097</c:v>
                </c:pt>
                <c:pt idx="7728">
                  <c:v>50098</c:v>
                </c:pt>
                <c:pt idx="7729">
                  <c:v>50099</c:v>
                </c:pt>
                <c:pt idx="7730">
                  <c:v>50100</c:v>
                </c:pt>
                <c:pt idx="7731">
                  <c:v>50101</c:v>
                </c:pt>
                <c:pt idx="7732">
                  <c:v>50102</c:v>
                </c:pt>
                <c:pt idx="7733">
                  <c:v>50103</c:v>
                </c:pt>
                <c:pt idx="7734">
                  <c:v>50104</c:v>
                </c:pt>
                <c:pt idx="7735">
                  <c:v>50105</c:v>
                </c:pt>
                <c:pt idx="7736">
                  <c:v>50106</c:v>
                </c:pt>
                <c:pt idx="7737">
                  <c:v>50107</c:v>
                </c:pt>
                <c:pt idx="7738">
                  <c:v>50108</c:v>
                </c:pt>
                <c:pt idx="7739">
                  <c:v>50109</c:v>
                </c:pt>
                <c:pt idx="7740">
                  <c:v>50110</c:v>
                </c:pt>
                <c:pt idx="7741">
                  <c:v>50111</c:v>
                </c:pt>
                <c:pt idx="7742">
                  <c:v>50112</c:v>
                </c:pt>
                <c:pt idx="7743">
                  <c:v>50113</c:v>
                </c:pt>
                <c:pt idx="7744">
                  <c:v>50114</c:v>
                </c:pt>
                <c:pt idx="7745">
                  <c:v>50115</c:v>
                </c:pt>
                <c:pt idx="7746">
                  <c:v>50116</c:v>
                </c:pt>
                <c:pt idx="7747">
                  <c:v>50117</c:v>
                </c:pt>
                <c:pt idx="7748">
                  <c:v>50118</c:v>
                </c:pt>
                <c:pt idx="7749">
                  <c:v>50119</c:v>
                </c:pt>
                <c:pt idx="7750">
                  <c:v>50120</c:v>
                </c:pt>
                <c:pt idx="7751">
                  <c:v>50121</c:v>
                </c:pt>
                <c:pt idx="7752">
                  <c:v>50122</c:v>
                </c:pt>
                <c:pt idx="7753">
                  <c:v>50123</c:v>
                </c:pt>
                <c:pt idx="7754">
                  <c:v>50124</c:v>
                </c:pt>
                <c:pt idx="7755">
                  <c:v>50125</c:v>
                </c:pt>
                <c:pt idx="7756">
                  <c:v>50126</c:v>
                </c:pt>
                <c:pt idx="7757">
                  <c:v>50127</c:v>
                </c:pt>
                <c:pt idx="7758">
                  <c:v>50128</c:v>
                </c:pt>
                <c:pt idx="7759">
                  <c:v>50129</c:v>
                </c:pt>
                <c:pt idx="7760">
                  <c:v>50130</c:v>
                </c:pt>
                <c:pt idx="7761">
                  <c:v>50131</c:v>
                </c:pt>
                <c:pt idx="7762">
                  <c:v>50132</c:v>
                </c:pt>
                <c:pt idx="7763">
                  <c:v>50133</c:v>
                </c:pt>
                <c:pt idx="7764">
                  <c:v>50134</c:v>
                </c:pt>
                <c:pt idx="7765">
                  <c:v>50135</c:v>
                </c:pt>
                <c:pt idx="7766">
                  <c:v>50136</c:v>
                </c:pt>
                <c:pt idx="7767">
                  <c:v>50137</c:v>
                </c:pt>
                <c:pt idx="7768">
                  <c:v>50138</c:v>
                </c:pt>
                <c:pt idx="7769">
                  <c:v>50139</c:v>
                </c:pt>
                <c:pt idx="7770">
                  <c:v>50140</c:v>
                </c:pt>
                <c:pt idx="7771">
                  <c:v>50141</c:v>
                </c:pt>
                <c:pt idx="7772">
                  <c:v>50142</c:v>
                </c:pt>
                <c:pt idx="7773">
                  <c:v>50143</c:v>
                </c:pt>
                <c:pt idx="7774">
                  <c:v>50144</c:v>
                </c:pt>
                <c:pt idx="7775">
                  <c:v>50145</c:v>
                </c:pt>
                <c:pt idx="7776">
                  <c:v>50146</c:v>
                </c:pt>
                <c:pt idx="7777">
                  <c:v>50147</c:v>
                </c:pt>
                <c:pt idx="7778">
                  <c:v>50148</c:v>
                </c:pt>
                <c:pt idx="7779">
                  <c:v>50149</c:v>
                </c:pt>
                <c:pt idx="7780">
                  <c:v>50150</c:v>
                </c:pt>
                <c:pt idx="7781">
                  <c:v>50151</c:v>
                </c:pt>
                <c:pt idx="7782">
                  <c:v>50152</c:v>
                </c:pt>
                <c:pt idx="7783">
                  <c:v>50153</c:v>
                </c:pt>
                <c:pt idx="7784">
                  <c:v>50154</c:v>
                </c:pt>
                <c:pt idx="7785">
                  <c:v>50155</c:v>
                </c:pt>
                <c:pt idx="7786">
                  <c:v>50156</c:v>
                </c:pt>
                <c:pt idx="7787">
                  <c:v>50157</c:v>
                </c:pt>
                <c:pt idx="7788">
                  <c:v>50158</c:v>
                </c:pt>
                <c:pt idx="7789">
                  <c:v>50159</c:v>
                </c:pt>
                <c:pt idx="7790">
                  <c:v>50160</c:v>
                </c:pt>
                <c:pt idx="7791">
                  <c:v>50161</c:v>
                </c:pt>
                <c:pt idx="7792">
                  <c:v>50162</c:v>
                </c:pt>
                <c:pt idx="7793">
                  <c:v>50163</c:v>
                </c:pt>
                <c:pt idx="7794">
                  <c:v>50164</c:v>
                </c:pt>
                <c:pt idx="7795">
                  <c:v>50165</c:v>
                </c:pt>
                <c:pt idx="7796">
                  <c:v>50166</c:v>
                </c:pt>
                <c:pt idx="7797">
                  <c:v>50167</c:v>
                </c:pt>
                <c:pt idx="7798">
                  <c:v>50168</c:v>
                </c:pt>
                <c:pt idx="7799">
                  <c:v>50169</c:v>
                </c:pt>
                <c:pt idx="7800">
                  <c:v>50170</c:v>
                </c:pt>
                <c:pt idx="7801">
                  <c:v>50171</c:v>
                </c:pt>
                <c:pt idx="7802">
                  <c:v>50172</c:v>
                </c:pt>
                <c:pt idx="7803">
                  <c:v>50173</c:v>
                </c:pt>
                <c:pt idx="7804">
                  <c:v>50174</c:v>
                </c:pt>
                <c:pt idx="7805">
                  <c:v>50175</c:v>
                </c:pt>
                <c:pt idx="7806">
                  <c:v>50176</c:v>
                </c:pt>
                <c:pt idx="7807">
                  <c:v>50177</c:v>
                </c:pt>
                <c:pt idx="7808">
                  <c:v>50178</c:v>
                </c:pt>
                <c:pt idx="7809">
                  <c:v>50179</c:v>
                </c:pt>
                <c:pt idx="7810">
                  <c:v>50180</c:v>
                </c:pt>
                <c:pt idx="7811">
                  <c:v>50181</c:v>
                </c:pt>
                <c:pt idx="7812">
                  <c:v>50182</c:v>
                </c:pt>
                <c:pt idx="7813">
                  <c:v>50183</c:v>
                </c:pt>
                <c:pt idx="7814">
                  <c:v>50184</c:v>
                </c:pt>
                <c:pt idx="7815">
                  <c:v>50185</c:v>
                </c:pt>
                <c:pt idx="7816">
                  <c:v>50186</c:v>
                </c:pt>
                <c:pt idx="7817">
                  <c:v>50187</c:v>
                </c:pt>
                <c:pt idx="7818">
                  <c:v>50188</c:v>
                </c:pt>
                <c:pt idx="7819">
                  <c:v>50189</c:v>
                </c:pt>
                <c:pt idx="7820">
                  <c:v>50190</c:v>
                </c:pt>
                <c:pt idx="7821">
                  <c:v>50191</c:v>
                </c:pt>
                <c:pt idx="7822">
                  <c:v>50192</c:v>
                </c:pt>
                <c:pt idx="7823">
                  <c:v>50193</c:v>
                </c:pt>
                <c:pt idx="7824">
                  <c:v>50194</c:v>
                </c:pt>
                <c:pt idx="7825">
                  <c:v>50195</c:v>
                </c:pt>
                <c:pt idx="7826">
                  <c:v>50196</c:v>
                </c:pt>
                <c:pt idx="7827">
                  <c:v>50197</c:v>
                </c:pt>
                <c:pt idx="7828">
                  <c:v>50198</c:v>
                </c:pt>
                <c:pt idx="7829">
                  <c:v>50199</c:v>
                </c:pt>
                <c:pt idx="7830">
                  <c:v>50200</c:v>
                </c:pt>
                <c:pt idx="7831">
                  <c:v>50201</c:v>
                </c:pt>
                <c:pt idx="7832">
                  <c:v>50202</c:v>
                </c:pt>
                <c:pt idx="7833">
                  <c:v>50203</c:v>
                </c:pt>
                <c:pt idx="7834">
                  <c:v>50204</c:v>
                </c:pt>
                <c:pt idx="7835">
                  <c:v>50205</c:v>
                </c:pt>
                <c:pt idx="7836">
                  <c:v>50206</c:v>
                </c:pt>
                <c:pt idx="7837">
                  <c:v>50207</c:v>
                </c:pt>
                <c:pt idx="7838">
                  <c:v>50208</c:v>
                </c:pt>
                <c:pt idx="7839">
                  <c:v>50209</c:v>
                </c:pt>
                <c:pt idx="7840">
                  <c:v>50210</c:v>
                </c:pt>
                <c:pt idx="7841">
                  <c:v>50211</c:v>
                </c:pt>
                <c:pt idx="7842">
                  <c:v>50212</c:v>
                </c:pt>
                <c:pt idx="7843">
                  <c:v>50213</c:v>
                </c:pt>
                <c:pt idx="7844">
                  <c:v>50214</c:v>
                </c:pt>
                <c:pt idx="7845">
                  <c:v>50215</c:v>
                </c:pt>
                <c:pt idx="7846">
                  <c:v>50216</c:v>
                </c:pt>
                <c:pt idx="7847">
                  <c:v>50217</c:v>
                </c:pt>
                <c:pt idx="7848">
                  <c:v>50218</c:v>
                </c:pt>
                <c:pt idx="7849">
                  <c:v>50219</c:v>
                </c:pt>
                <c:pt idx="7850">
                  <c:v>50220</c:v>
                </c:pt>
                <c:pt idx="7851">
                  <c:v>50221</c:v>
                </c:pt>
                <c:pt idx="7852">
                  <c:v>50222</c:v>
                </c:pt>
                <c:pt idx="7853">
                  <c:v>50223</c:v>
                </c:pt>
                <c:pt idx="7854">
                  <c:v>50224</c:v>
                </c:pt>
                <c:pt idx="7855">
                  <c:v>50225</c:v>
                </c:pt>
                <c:pt idx="7856">
                  <c:v>50226</c:v>
                </c:pt>
                <c:pt idx="7857">
                  <c:v>50227</c:v>
                </c:pt>
                <c:pt idx="7858">
                  <c:v>50228</c:v>
                </c:pt>
                <c:pt idx="7859">
                  <c:v>50229</c:v>
                </c:pt>
                <c:pt idx="7860">
                  <c:v>50230</c:v>
                </c:pt>
                <c:pt idx="7861">
                  <c:v>50231</c:v>
                </c:pt>
                <c:pt idx="7862">
                  <c:v>50232</c:v>
                </c:pt>
                <c:pt idx="7863">
                  <c:v>50233</c:v>
                </c:pt>
                <c:pt idx="7864">
                  <c:v>50234</c:v>
                </c:pt>
                <c:pt idx="7865">
                  <c:v>50235</c:v>
                </c:pt>
                <c:pt idx="7866">
                  <c:v>50236</c:v>
                </c:pt>
                <c:pt idx="7867">
                  <c:v>50237</c:v>
                </c:pt>
                <c:pt idx="7868">
                  <c:v>50238</c:v>
                </c:pt>
                <c:pt idx="7869">
                  <c:v>50239</c:v>
                </c:pt>
                <c:pt idx="7870">
                  <c:v>50240</c:v>
                </c:pt>
                <c:pt idx="7871">
                  <c:v>50241</c:v>
                </c:pt>
                <c:pt idx="7872">
                  <c:v>50242</c:v>
                </c:pt>
                <c:pt idx="7873">
                  <c:v>50243</c:v>
                </c:pt>
                <c:pt idx="7874">
                  <c:v>50244</c:v>
                </c:pt>
                <c:pt idx="7875">
                  <c:v>50245</c:v>
                </c:pt>
                <c:pt idx="7876">
                  <c:v>50246</c:v>
                </c:pt>
                <c:pt idx="7877">
                  <c:v>50247</c:v>
                </c:pt>
                <c:pt idx="7878">
                  <c:v>50248</c:v>
                </c:pt>
                <c:pt idx="7879">
                  <c:v>50249</c:v>
                </c:pt>
                <c:pt idx="7880">
                  <c:v>50250</c:v>
                </c:pt>
                <c:pt idx="7881">
                  <c:v>50251</c:v>
                </c:pt>
                <c:pt idx="7882">
                  <c:v>50252</c:v>
                </c:pt>
                <c:pt idx="7883">
                  <c:v>50253</c:v>
                </c:pt>
                <c:pt idx="7884">
                  <c:v>50254</c:v>
                </c:pt>
                <c:pt idx="7885">
                  <c:v>50255</c:v>
                </c:pt>
                <c:pt idx="7886">
                  <c:v>50256</c:v>
                </c:pt>
                <c:pt idx="7887">
                  <c:v>50257</c:v>
                </c:pt>
                <c:pt idx="7888">
                  <c:v>50258</c:v>
                </c:pt>
                <c:pt idx="7889">
                  <c:v>50259</c:v>
                </c:pt>
                <c:pt idx="7890">
                  <c:v>50260</c:v>
                </c:pt>
                <c:pt idx="7891">
                  <c:v>50261</c:v>
                </c:pt>
                <c:pt idx="7892">
                  <c:v>50262</c:v>
                </c:pt>
                <c:pt idx="7893">
                  <c:v>50263</c:v>
                </c:pt>
                <c:pt idx="7894">
                  <c:v>50264</c:v>
                </c:pt>
                <c:pt idx="7895">
                  <c:v>50265</c:v>
                </c:pt>
                <c:pt idx="7896">
                  <c:v>50266</c:v>
                </c:pt>
                <c:pt idx="7897">
                  <c:v>50267</c:v>
                </c:pt>
                <c:pt idx="7898">
                  <c:v>50268</c:v>
                </c:pt>
                <c:pt idx="7899">
                  <c:v>50269</c:v>
                </c:pt>
                <c:pt idx="7900">
                  <c:v>50270</c:v>
                </c:pt>
                <c:pt idx="7901">
                  <c:v>50271</c:v>
                </c:pt>
                <c:pt idx="7902">
                  <c:v>50272</c:v>
                </c:pt>
                <c:pt idx="7903">
                  <c:v>50273</c:v>
                </c:pt>
                <c:pt idx="7904">
                  <c:v>50274</c:v>
                </c:pt>
                <c:pt idx="7905">
                  <c:v>50275</c:v>
                </c:pt>
                <c:pt idx="7906">
                  <c:v>50276</c:v>
                </c:pt>
                <c:pt idx="7907">
                  <c:v>50277</c:v>
                </c:pt>
                <c:pt idx="7908">
                  <c:v>50278</c:v>
                </c:pt>
                <c:pt idx="7909">
                  <c:v>50279</c:v>
                </c:pt>
                <c:pt idx="7910">
                  <c:v>50280</c:v>
                </c:pt>
                <c:pt idx="7911">
                  <c:v>50281</c:v>
                </c:pt>
                <c:pt idx="7912">
                  <c:v>50282</c:v>
                </c:pt>
                <c:pt idx="7913">
                  <c:v>50283</c:v>
                </c:pt>
                <c:pt idx="7914">
                  <c:v>50284</c:v>
                </c:pt>
                <c:pt idx="7915">
                  <c:v>50285</c:v>
                </c:pt>
                <c:pt idx="7916">
                  <c:v>50286</c:v>
                </c:pt>
                <c:pt idx="7917">
                  <c:v>50287</c:v>
                </c:pt>
                <c:pt idx="7918">
                  <c:v>50288</c:v>
                </c:pt>
                <c:pt idx="7919">
                  <c:v>50289</c:v>
                </c:pt>
                <c:pt idx="7920">
                  <c:v>50290</c:v>
                </c:pt>
                <c:pt idx="7921">
                  <c:v>50291</c:v>
                </c:pt>
                <c:pt idx="7922">
                  <c:v>50292</c:v>
                </c:pt>
                <c:pt idx="7923">
                  <c:v>50293</c:v>
                </c:pt>
                <c:pt idx="7924">
                  <c:v>50294</c:v>
                </c:pt>
                <c:pt idx="7925">
                  <c:v>50295</c:v>
                </c:pt>
                <c:pt idx="7926">
                  <c:v>50296</c:v>
                </c:pt>
                <c:pt idx="7927">
                  <c:v>50297</c:v>
                </c:pt>
                <c:pt idx="7928">
                  <c:v>50298</c:v>
                </c:pt>
                <c:pt idx="7929">
                  <c:v>50299</c:v>
                </c:pt>
                <c:pt idx="7930">
                  <c:v>50300</c:v>
                </c:pt>
                <c:pt idx="7931">
                  <c:v>50301</c:v>
                </c:pt>
                <c:pt idx="7932">
                  <c:v>50302</c:v>
                </c:pt>
                <c:pt idx="7933">
                  <c:v>50303</c:v>
                </c:pt>
                <c:pt idx="7934">
                  <c:v>50304</c:v>
                </c:pt>
                <c:pt idx="7935">
                  <c:v>50305</c:v>
                </c:pt>
                <c:pt idx="7936">
                  <c:v>50306</c:v>
                </c:pt>
                <c:pt idx="7937">
                  <c:v>50307</c:v>
                </c:pt>
                <c:pt idx="7938">
                  <c:v>50308</c:v>
                </c:pt>
                <c:pt idx="7939">
                  <c:v>50309</c:v>
                </c:pt>
                <c:pt idx="7940">
                  <c:v>50310</c:v>
                </c:pt>
                <c:pt idx="7941">
                  <c:v>50311</c:v>
                </c:pt>
                <c:pt idx="7942">
                  <c:v>50312</c:v>
                </c:pt>
                <c:pt idx="7943">
                  <c:v>50313</c:v>
                </c:pt>
                <c:pt idx="7944">
                  <c:v>50314</c:v>
                </c:pt>
                <c:pt idx="7945">
                  <c:v>50315</c:v>
                </c:pt>
                <c:pt idx="7946">
                  <c:v>50316</c:v>
                </c:pt>
                <c:pt idx="7947">
                  <c:v>50317</c:v>
                </c:pt>
                <c:pt idx="7948">
                  <c:v>50318</c:v>
                </c:pt>
                <c:pt idx="7949">
                  <c:v>50319</c:v>
                </c:pt>
                <c:pt idx="7950">
                  <c:v>50320</c:v>
                </c:pt>
                <c:pt idx="7951">
                  <c:v>50321</c:v>
                </c:pt>
                <c:pt idx="7952">
                  <c:v>50322</c:v>
                </c:pt>
                <c:pt idx="7953">
                  <c:v>50323</c:v>
                </c:pt>
                <c:pt idx="7954">
                  <c:v>50324</c:v>
                </c:pt>
                <c:pt idx="7955">
                  <c:v>50325</c:v>
                </c:pt>
                <c:pt idx="7956">
                  <c:v>50326</c:v>
                </c:pt>
                <c:pt idx="7957">
                  <c:v>50327</c:v>
                </c:pt>
                <c:pt idx="7958">
                  <c:v>50328</c:v>
                </c:pt>
                <c:pt idx="7959">
                  <c:v>50329</c:v>
                </c:pt>
                <c:pt idx="7960">
                  <c:v>50330</c:v>
                </c:pt>
                <c:pt idx="7961">
                  <c:v>50331</c:v>
                </c:pt>
                <c:pt idx="7962">
                  <c:v>50332</c:v>
                </c:pt>
                <c:pt idx="7963">
                  <c:v>50333</c:v>
                </c:pt>
                <c:pt idx="7964">
                  <c:v>50334</c:v>
                </c:pt>
                <c:pt idx="7965">
                  <c:v>50335</c:v>
                </c:pt>
                <c:pt idx="7966">
                  <c:v>50336</c:v>
                </c:pt>
                <c:pt idx="7967">
                  <c:v>50337</c:v>
                </c:pt>
                <c:pt idx="7968">
                  <c:v>50338</c:v>
                </c:pt>
                <c:pt idx="7969">
                  <c:v>50339</c:v>
                </c:pt>
                <c:pt idx="7970">
                  <c:v>50340</c:v>
                </c:pt>
                <c:pt idx="7971">
                  <c:v>50341</c:v>
                </c:pt>
                <c:pt idx="7972">
                  <c:v>50342</c:v>
                </c:pt>
                <c:pt idx="7973">
                  <c:v>50343</c:v>
                </c:pt>
                <c:pt idx="7974">
                  <c:v>50344</c:v>
                </c:pt>
                <c:pt idx="7975">
                  <c:v>50345</c:v>
                </c:pt>
                <c:pt idx="7976">
                  <c:v>50346</c:v>
                </c:pt>
                <c:pt idx="7977">
                  <c:v>50347</c:v>
                </c:pt>
                <c:pt idx="7978">
                  <c:v>50348</c:v>
                </c:pt>
                <c:pt idx="7979">
                  <c:v>50349</c:v>
                </c:pt>
                <c:pt idx="7980">
                  <c:v>50350</c:v>
                </c:pt>
                <c:pt idx="7981">
                  <c:v>50351</c:v>
                </c:pt>
                <c:pt idx="7982">
                  <c:v>50352</c:v>
                </c:pt>
                <c:pt idx="7983">
                  <c:v>50353</c:v>
                </c:pt>
                <c:pt idx="7984">
                  <c:v>50354</c:v>
                </c:pt>
                <c:pt idx="7985">
                  <c:v>50355</c:v>
                </c:pt>
                <c:pt idx="7986">
                  <c:v>50356</c:v>
                </c:pt>
                <c:pt idx="7987">
                  <c:v>50357</c:v>
                </c:pt>
                <c:pt idx="7988">
                  <c:v>50358</c:v>
                </c:pt>
                <c:pt idx="7989">
                  <c:v>50359</c:v>
                </c:pt>
                <c:pt idx="7990">
                  <c:v>50360</c:v>
                </c:pt>
                <c:pt idx="7991">
                  <c:v>50361</c:v>
                </c:pt>
                <c:pt idx="7992">
                  <c:v>50362</c:v>
                </c:pt>
                <c:pt idx="7993">
                  <c:v>50363</c:v>
                </c:pt>
                <c:pt idx="7994">
                  <c:v>50364</c:v>
                </c:pt>
                <c:pt idx="7995">
                  <c:v>50365</c:v>
                </c:pt>
                <c:pt idx="7996">
                  <c:v>50366</c:v>
                </c:pt>
                <c:pt idx="7997">
                  <c:v>50367</c:v>
                </c:pt>
                <c:pt idx="7998">
                  <c:v>50368</c:v>
                </c:pt>
                <c:pt idx="7999">
                  <c:v>50369</c:v>
                </c:pt>
                <c:pt idx="8000">
                  <c:v>50370</c:v>
                </c:pt>
                <c:pt idx="8001">
                  <c:v>50371</c:v>
                </c:pt>
                <c:pt idx="8002">
                  <c:v>50372</c:v>
                </c:pt>
                <c:pt idx="8003">
                  <c:v>50373</c:v>
                </c:pt>
                <c:pt idx="8004">
                  <c:v>50374</c:v>
                </c:pt>
                <c:pt idx="8005">
                  <c:v>50375</c:v>
                </c:pt>
                <c:pt idx="8006">
                  <c:v>50376</c:v>
                </c:pt>
                <c:pt idx="8007">
                  <c:v>50377</c:v>
                </c:pt>
                <c:pt idx="8008">
                  <c:v>50378</c:v>
                </c:pt>
                <c:pt idx="8009">
                  <c:v>50379</c:v>
                </c:pt>
                <c:pt idx="8010">
                  <c:v>50380</c:v>
                </c:pt>
                <c:pt idx="8011">
                  <c:v>50381</c:v>
                </c:pt>
                <c:pt idx="8012">
                  <c:v>50382</c:v>
                </c:pt>
                <c:pt idx="8013">
                  <c:v>50383</c:v>
                </c:pt>
                <c:pt idx="8014">
                  <c:v>50384</c:v>
                </c:pt>
                <c:pt idx="8015">
                  <c:v>50385</c:v>
                </c:pt>
                <c:pt idx="8016">
                  <c:v>50386</c:v>
                </c:pt>
                <c:pt idx="8017">
                  <c:v>50387</c:v>
                </c:pt>
                <c:pt idx="8018">
                  <c:v>50388</c:v>
                </c:pt>
                <c:pt idx="8019">
                  <c:v>50389</c:v>
                </c:pt>
                <c:pt idx="8020">
                  <c:v>50390</c:v>
                </c:pt>
                <c:pt idx="8021">
                  <c:v>50391</c:v>
                </c:pt>
                <c:pt idx="8022">
                  <c:v>50392</c:v>
                </c:pt>
                <c:pt idx="8023">
                  <c:v>50393</c:v>
                </c:pt>
                <c:pt idx="8024">
                  <c:v>50394</c:v>
                </c:pt>
                <c:pt idx="8025">
                  <c:v>50395</c:v>
                </c:pt>
                <c:pt idx="8026">
                  <c:v>50396</c:v>
                </c:pt>
                <c:pt idx="8027">
                  <c:v>50397</c:v>
                </c:pt>
                <c:pt idx="8028">
                  <c:v>50398</c:v>
                </c:pt>
                <c:pt idx="8029">
                  <c:v>50399</c:v>
                </c:pt>
                <c:pt idx="8030">
                  <c:v>50400</c:v>
                </c:pt>
                <c:pt idx="8031">
                  <c:v>50401</c:v>
                </c:pt>
                <c:pt idx="8032">
                  <c:v>50402</c:v>
                </c:pt>
                <c:pt idx="8033">
                  <c:v>50403</c:v>
                </c:pt>
                <c:pt idx="8034">
                  <c:v>50404</c:v>
                </c:pt>
                <c:pt idx="8035">
                  <c:v>50405</c:v>
                </c:pt>
                <c:pt idx="8036">
                  <c:v>50406</c:v>
                </c:pt>
                <c:pt idx="8037">
                  <c:v>50407</c:v>
                </c:pt>
                <c:pt idx="8038">
                  <c:v>50408</c:v>
                </c:pt>
                <c:pt idx="8039">
                  <c:v>50409</c:v>
                </c:pt>
                <c:pt idx="8040">
                  <c:v>50410</c:v>
                </c:pt>
                <c:pt idx="8041">
                  <c:v>50411</c:v>
                </c:pt>
                <c:pt idx="8042">
                  <c:v>50412</c:v>
                </c:pt>
                <c:pt idx="8043">
                  <c:v>50413</c:v>
                </c:pt>
                <c:pt idx="8044">
                  <c:v>50414</c:v>
                </c:pt>
                <c:pt idx="8045">
                  <c:v>50415</c:v>
                </c:pt>
                <c:pt idx="8046">
                  <c:v>50416</c:v>
                </c:pt>
                <c:pt idx="8047">
                  <c:v>50417</c:v>
                </c:pt>
                <c:pt idx="8048">
                  <c:v>50418</c:v>
                </c:pt>
                <c:pt idx="8049">
                  <c:v>50419</c:v>
                </c:pt>
                <c:pt idx="8050">
                  <c:v>50420</c:v>
                </c:pt>
                <c:pt idx="8051">
                  <c:v>50421</c:v>
                </c:pt>
                <c:pt idx="8052">
                  <c:v>50422</c:v>
                </c:pt>
                <c:pt idx="8053">
                  <c:v>50423</c:v>
                </c:pt>
                <c:pt idx="8054">
                  <c:v>50424</c:v>
                </c:pt>
                <c:pt idx="8055">
                  <c:v>50425</c:v>
                </c:pt>
                <c:pt idx="8056">
                  <c:v>50426</c:v>
                </c:pt>
                <c:pt idx="8057">
                  <c:v>50427</c:v>
                </c:pt>
                <c:pt idx="8058">
                  <c:v>50428</c:v>
                </c:pt>
                <c:pt idx="8059">
                  <c:v>50429</c:v>
                </c:pt>
                <c:pt idx="8060">
                  <c:v>50430</c:v>
                </c:pt>
                <c:pt idx="8061">
                  <c:v>50431</c:v>
                </c:pt>
                <c:pt idx="8062">
                  <c:v>50432</c:v>
                </c:pt>
                <c:pt idx="8063">
                  <c:v>50433</c:v>
                </c:pt>
                <c:pt idx="8064">
                  <c:v>50434</c:v>
                </c:pt>
                <c:pt idx="8065">
                  <c:v>50435</c:v>
                </c:pt>
                <c:pt idx="8066">
                  <c:v>50436</c:v>
                </c:pt>
                <c:pt idx="8067">
                  <c:v>50437</c:v>
                </c:pt>
                <c:pt idx="8068">
                  <c:v>50438</c:v>
                </c:pt>
                <c:pt idx="8069">
                  <c:v>50439</c:v>
                </c:pt>
                <c:pt idx="8070">
                  <c:v>50440</c:v>
                </c:pt>
                <c:pt idx="8071">
                  <c:v>50441</c:v>
                </c:pt>
                <c:pt idx="8072">
                  <c:v>50442</c:v>
                </c:pt>
                <c:pt idx="8073">
                  <c:v>50443</c:v>
                </c:pt>
                <c:pt idx="8074">
                  <c:v>50444</c:v>
                </c:pt>
                <c:pt idx="8075">
                  <c:v>50445</c:v>
                </c:pt>
                <c:pt idx="8076">
                  <c:v>50446</c:v>
                </c:pt>
                <c:pt idx="8077">
                  <c:v>50447</c:v>
                </c:pt>
                <c:pt idx="8078">
                  <c:v>50448</c:v>
                </c:pt>
                <c:pt idx="8079">
                  <c:v>50449</c:v>
                </c:pt>
                <c:pt idx="8080">
                  <c:v>50450</c:v>
                </c:pt>
                <c:pt idx="8081">
                  <c:v>50451</c:v>
                </c:pt>
                <c:pt idx="8082">
                  <c:v>50452</c:v>
                </c:pt>
                <c:pt idx="8083">
                  <c:v>50453</c:v>
                </c:pt>
                <c:pt idx="8084">
                  <c:v>50454</c:v>
                </c:pt>
                <c:pt idx="8085">
                  <c:v>50455</c:v>
                </c:pt>
                <c:pt idx="8086">
                  <c:v>50456</c:v>
                </c:pt>
                <c:pt idx="8087">
                  <c:v>50457</c:v>
                </c:pt>
                <c:pt idx="8088">
                  <c:v>50458</c:v>
                </c:pt>
                <c:pt idx="8089">
                  <c:v>50459</c:v>
                </c:pt>
                <c:pt idx="8090">
                  <c:v>50460</c:v>
                </c:pt>
                <c:pt idx="8091">
                  <c:v>50461</c:v>
                </c:pt>
                <c:pt idx="8092">
                  <c:v>50462</c:v>
                </c:pt>
                <c:pt idx="8093">
                  <c:v>50463</c:v>
                </c:pt>
                <c:pt idx="8094">
                  <c:v>50464</c:v>
                </c:pt>
                <c:pt idx="8095">
                  <c:v>50465</c:v>
                </c:pt>
                <c:pt idx="8096">
                  <c:v>50466</c:v>
                </c:pt>
                <c:pt idx="8097">
                  <c:v>50467</c:v>
                </c:pt>
                <c:pt idx="8098">
                  <c:v>50468</c:v>
                </c:pt>
                <c:pt idx="8099">
                  <c:v>50469</c:v>
                </c:pt>
                <c:pt idx="8100">
                  <c:v>50470</c:v>
                </c:pt>
                <c:pt idx="8101">
                  <c:v>50471</c:v>
                </c:pt>
                <c:pt idx="8102">
                  <c:v>50472</c:v>
                </c:pt>
                <c:pt idx="8103">
                  <c:v>50473</c:v>
                </c:pt>
                <c:pt idx="8104">
                  <c:v>50474</c:v>
                </c:pt>
                <c:pt idx="8105">
                  <c:v>50475</c:v>
                </c:pt>
                <c:pt idx="8106">
                  <c:v>50476</c:v>
                </c:pt>
                <c:pt idx="8107">
                  <c:v>50477</c:v>
                </c:pt>
                <c:pt idx="8108">
                  <c:v>50478</c:v>
                </c:pt>
                <c:pt idx="8109">
                  <c:v>50479</c:v>
                </c:pt>
                <c:pt idx="8110">
                  <c:v>50480</c:v>
                </c:pt>
                <c:pt idx="8111">
                  <c:v>50481</c:v>
                </c:pt>
                <c:pt idx="8112">
                  <c:v>50482</c:v>
                </c:pt>
                <c:pt idx="8113">
                  <c:v>50483</c:v>
                </c:pt>
                <c:pt idx="8114">
                  <c:v>50484</c:v>
                </c:pt>
                <c:pt idx="8115">
                  <c:v>50485</c:v>
                </c:pt>
                <c:pt idx="8116">
                  <c:v>50486</c:v>
                </c:pt>
                <c:pt idx="8117">
                  <c:v>50487</c:v>
                </c:pt>
                <c:pt idx="8118">
                  <c:v>50488</c:v>
                </c:pt>
                <c:pt idx="8119">
                  <c:v>50489</c:v>
                </c:pt>
                <c:pt idx="8120">
                  <c:v>50490</c:v>
                </c:pt>
                <c:pt idx="8121">
                  <c:v>50491</c:v>
                </c:pt>
                <c:pt idx="8122">
                  <c:v>50492</c:v>
                </c:pt>
                <c:pt idx="8123">
                  <c:v>50493</c:v>
                </c:pt>
                <c:pt idx="8124">
                  <c:v>50494</c:v>
                </c:pt>
                <c:pt idx="8125">
                  <c:v>50495</c:v>
                </c:pt>
                <c:pt idx="8126">
                  <c:v>50496</c:v>
                </c:pt>
                <c:pt idx="8127">
                  <c:v>50497</c:v>
                </c:pt>
                <c:pt idx="8128">
                  <c:v>50498</c:v>
                </c:pt>
                <c:pt idx="8129">
                  <c:v>50499</c:v>
                </c:pt>
                <c:pt idx="8130">
                  <c:v>50500</c:v>
                </c:pt>
                <c:pt idx="8131">
                  <c:v>50501</c:v>
                </c:pt>
                <c:pt idx="8132">
                  <c:v>50502</c:v>
                </c:pt>
                <c:pt idx="8133">
                  <c:v>50503</c:v>
                </c:pt>
                <c:pt idx="8134">
                  <c:v>50504</c:v>
                </c:pt>
                <c:pt idx="8135">
                  <c:v>50505</c:v>
                </c:pt>
                <c:pt idx="8136">
                  <c:v>50506</c:v>
                </c:pt>
                <c:pt idx="8137">
                  <c:v>50507</c:v>
                </c:pt>
                <c:pt idx="8138">
                  <c:v>50508</c:v>
                </c:pt>
                <c:pt idx="8139">
                  <c:v>50509</c:v>
                </c:pt>
                <c:pt idx="8140">
                  <c:v>50510</c:v>
                </c:pt>
                <c:pt idx="8141">
                  <c:v>50511</c:v>
                </c:pt>
                <c:pt idx="8142">
                  <c:v>50512</c:v>
                </c:pt>
                <c:pt idx="8143">
                  <c:v>50513</c:v>
                </c:pt>
                <c:pt idx="8144">
                  <c:v>50514</c:v>
                </c:pt>
                <c:pt idx="8145">
                  <c:v>50515</c:v>
                </c:pt>
                <c:pt idx="8146">
                  <c:v>50516</c:v>
                </c:pt>
                <c:pt idx="8147">
                  <c:v>50517</c:v>
                </c:pt>
                <c:pt idx="8148">
                  <c:v>50518</c:v>
                </c:pt>
                <c:pt idx="8149">
                  <c:v>50519</c:v>
                </c:pt>
                <c:pt idx="8150">
                  <c:v>50520</c:v>
                </c:pt>
                <c:pt idx="8151">
                  <c:v>50521</c:v>
                </c:pt>
                <c:pt idx="8152">
                  <c:v>50522</c:v>
                </c:pt>
                <c:pt idx="8153">
                  <c:v>50523</c:v>
                </c:pt>
                <c:pt idx="8154">
                  <c:v>50524</c:v>
                </c:pt>
                <c:pt idx="8155">
                  <c:v>50525</c:v>
                </c:pt>
                <c:pt idx="8156">
                  <c:v>50526</c:v>
                </c:pt>
                <c:pt idx="8157">
                  <c:v>50527</c:v>
                </c:pt>
                <c:pt idx="8158">
                  <c:v>50528</c:v>
                </c:pt>
                <c:pt idx="8159">
                  <c:v>50529</c:v>
                </c:pt>
                <c:pt idx="8160">
                  <c:v>50530</c:v>
                </c:pt>
                <c:pt idx="8161">
                  <c:v>50531</c:v>
                </c:pt>
                <c:pt idx="8162">
                  <c:v>50532</c:v>
                </c:pt>
                <c:pt idx="8163">
                  <c:v>50533</c:v>
                </c:pt>
                <c:pt idx="8164">
                  <c:v>50534</c:v>
                </c:pt>
                <c:pt idx="8165">
                  <c:v>50535</c:v>
                </c:pt>
                <c:pt idx="8166">
                  <c:v>50536</c:v>
                </c:pt>
                <c:pt idx="8167">
                  <c:v>50537</c:v>
                </c:pt>
                <c:pt idx="8168">
                  <c:v>50538</c:v>
                </c:pt>
                <c:pt idx="8169">
                  <c:v>50539</c:v>
                </c:pt>
                <c:pt idx="8170">
                  <c:v>50540</c:v>
                </c:pt>
                <c:pt idx="8171">
                  <c:v>50541</c:v>
                </c:pt>
                <c:pt idx="8172">
                  <c:v>50542</c:v>
                </c:pt>
                <c:pt idx="8173">
                  <c:v>50543</c:v>
                </c:pt>
                <c:pt idx="8174">
                  <c:v>50544</c:v>
                </c:pt>
                <c:pt idx="8175">
                  <c:v>50545</c:v>
                </c:pt>
                <c:pt idx="8176">
                  <c:v>50546</c:v>
                </c:pt>
                <c:pt idx="8177">
                  <c:v>50547</c:v>
                </c:pt>
                <c:pt idx="8178">
                  <c:v>50548</c:v>
                </c:pt>
                <c:pt idx="8179">
                  <c:v>50549</c:v>
                </c:pt>
                <c:pt idx="8180">
                  <c:v>50550</c:v>
                </c:pt>
                <c:pt idx="8181">
                  <c:v>50551</c:v>
                </c:pt>
                <c:pt idx="8182">
                  <c:v>50552</c:v>
                </c:pt>
                <c:pt idx="8183">
                  <c:v>50553</c:v>
                </c:pt>
                <c:pt idx="8184">
                  <c:v>50554</c:v>
                </c:pt>
                <c:pt idx="8185">
                  <c:v>50555</c:v>
                </c:pt>
                <c:pt idx="8186">
                  <c:v>50556</c:v>
                </c:pt>
                <c:pt idx="8187">
                  <c:v>50557</c:v>
                </c:pt>
                <c:pt idx="8188">
                  <c:v>50558</c:v>
                </c:pt>
                <c:pt idx="8189">
                  <c:v>50559</c:v>
                </c:pt>
                <c:pt idx="8190">
                  <c:v>50560</c:v>
                </c:pt>
                <c:pt idx="8191">
                  <c:v>50561</c:v>
                </c:pt>
                <c:pt idx="8192">
                  <c:v>50562</c:v>
                </c:pt>
                <c:pt idx="8193">
                  <c:v>50563</c:v>
                </c:pt>
                <c:pt idx="8194">
                  <c:v>50564</c:v>
                </c:pt>
                <c:pt idx="8195">
                  <c:v>50565</c:v>
                </c:pt>
                <c:pt idx="8196">
                  <c:v>50566</c:v>
                </c:pt>
                <c:pt idx="8197">
                  <c:v>50567</c:v>
                </c:pt>
                <c:pt idx="8198">
                  <c:v>50568</c:v>
                </c:pt>
                <c:pt idx="8199">
                  <c:v>50569</c:v>
                </c:pt>
                <c:pt idx="8200">
                  <c:v>50570</c:v>
                </c:pt>
                <c:pt idx="8201">
                  <c:v>50571</c:v>
                </c:pt>
                <c:pt idx="8202">
                  <c:v>50572</c:v>
                </c:pt>
                <c:pt idx="8203">
                  <c:v>50573</c:v>
                </c:pt>
                <c:pt idx="8204">
                  <c:v>50574</c:v>
                </c:pt>
                <c:pt idx="8205">
                  <c:v>50575</c:v>
                </c:pt>
                <c:pt idx="8206">
                  <c:v>50576</c:v>
                </c:pt>
                <c:pt idx="8207">
                  <c:v>50577</c:v>
                </c:pt>
                <c:pt idx="8208">
                  <c:v>50578</c:v>
                </c:pt>
                <c:pt idx="8209">
                  <c:v>50579</c:v>
                </c:pt>
                <c:pt idx="8210">
                  <c:v>50580</c:v>
                </c:pt>
                <c:pt idx="8211">
                  <c:v>50581</c:v>
                </c:pt>
                <c:pt idx="8212">
                  <c:v>50582</c:v>
                </c:pt>
                <c:pt idx="8213">
                  <c:v>50583</c:v>
                </c:pt>
                <c:pt idx="8214">
                  <c:v>50584</c:v>
                </c:pt>
                <c:pt idx="8215">
                  <c:v>50585</c:v>
                </c:pt>
                <c:pt idx="8216">
                  <c:v>50586</c:v>
                </c:pt>
                <c:pt idx="8217">
                  <c:v>50587</c:v>
                </c:pt>
                <c:pt idx="8218">
                  <c:v>50588</c:v>
                </c:pt>
                <c:pt idx="8219">
                  <c:v>50589</c:v>
                </c:pt>
                <c:pt idx="8220">
                  <c:v>50590</c:v>
                </c:pt>
                <c:pt idx="8221">
                  <c:v>50591</c:v>
                </c:pt>
                <c:pt idx="8222">
                  <c:v>50592</c:v>
                </c:pt>
                <c:pt idx="8223">
                  <c:v>50593</c:v>
                </c:pt>
                <c:pt idx="8224">
                  <c:v>50594</c:v>
                </c:pt>
                <c:pt idx="8225">
                  <c:v>50595</c:v>
                </c:pt>
                <c:pt idx="8226">
                  <c:v>50596</c:v>
                </c:pt>
                <c:pt idx="8227">
                  <c:v>50597</c:v>
                </c:pt>
                <c:pt idx="8228">
                  <c:v>50598</c:v>
                </c:pt>
                <c:pt idx="8229">
                  <c:v>50599</c:v>
                </c:pt>
                <c:pt idx="8230">
                  <c:v>50600</c:v>
                </c:pt>
                <c:pt idx="8231">
                  <c:v>50601</c:v>
                </c:pt>
                <c:pt idx="8232">
                  <c:v>50602</c:v>
                </c:pt>
                <c:pt idx="8233">
                  <c:v>50603</c:v>
                </c:pt>
                <c:pt idx="8234">
                  <c:v>50604</c:v>
                </c:pt>
                <c:pt idx="8235">
                  <c:v>50605</c:v>
                </c:pt>
                <c:pt idx="8236">
                  <c:v>50606</c:v>
                </c:pt>
                <c:pt idx="8237">
                  <c:v>50607</c:v>
                </c:pt>
                <c:pt idx="8238">
                  <c:v>50608</c:v>
                </c:pt>
                <c:pt idx="8239">
                  <c:v>50609</c:v>
                </c:pt>
                <c:pt idx="8240">
                  <c:v>50610</c:v>
                </c:pt>
                <c:pt idx="8241">
                  <c:v>50611</c:v>
                </c:pt>
                <c:pt idx="8242">
                  <c:v>50612</c:v>
                </c:pt>
                <c:pt idx="8243">
                  <c:v>50613</c:v>
                </c:pt>
                <c:pt idx="8244">
                  <c:v>50614</c:v>
                </c:pt>
                <c:pt idx="8245">
                  <c:v>50615</c:v>
                </c:pt>
                <c:pt idx="8246">
                  <c:v>50616</c:v>
                </c:pt>
                <c:pt idx="8247">
                  <c:v>50617</c:v>
                </c:pt>
                <c:pt idx="8248">
                  <c:v>50618</c:v>
                </c:pt>
                <c:pt idx="8249">
                  <c:v>50619</c:v>
                </c:pt>
                <c:pt idx="8250">
                  <c:v>50620</c:v>
                </c:pt>
                <c:pt idx="8251">
                  <c:v>50621</c:v>
                </c:pt>
                <c:pt idx="8252">
                  <c:v>50622</c:v>
                </c:pt>
                <c:pt idx="8253">
                  <c:v>50623</c:v>
                </c:pt>
                <c:pt idx="8254">
                  <c:v>50624</c:v>
                </c:pt>
                <c:pt idx="8255">
                  <c:v>50625</c:v>
                </c:pt>
                <c:pt idx="8256">
                  <c:v>50626</c:v>
                </c:pt>
                <c:pt idx="8257">
                  <c:v>50627</c:v>
                </c:pt>
                <c:pt idx="8258">
                  <c:v>50628</c:v>
                </c:pt>
                <c:pt idx="8259">
                  <c:v>50629</c:v>
                </c:pt>
                <c:pt idx="8260">
                  <c:v>50630</c:v>
                </c:pt>
                <c:pt idx="8261">
                  <c:v>50631</c:v>
                </c:pt>
                <c:pt idx="8262">
                  <c:v>50632</c:v>
                </c:pt>
                <c:pt idx="8263">
                  <c:v>50633</c:v>
                </c:pt>
                <c:pt idx="8264">
                  <c:v>50634</c:v>
                </c:pt>
                <c:pt idx="8265">
                  <c:v>50635</c:v>
                </c:pt>
                <c:pt idx="8266">
                  <c:v>50636</c:v>
                </c:pt>
                <c:pt idx="8267">
                  <c:v>50637</c:v>
                </c:pt>
                <c:pt idx="8268">
                  <c:v>50638</c:v>
                </c:pt>
                <c:pt idx="8269">
                  <c:v>50639</c:v>
                </c:pt>
                <c:pt idx="8270">
                  <c:v>50640</c:v>
                </c:pt>
                <c:pt idx="8271">
                  <c:v>50641</c:v>
                </c:pt>
                <c:pt idx="8272">
                  <c:v>50642</c:v>
                </c:pt>
                <c:pt idx="8273">
                  <c:v>50643</c:v>
                </c:pt>
                <c:pt idx="8274">
                  <c:v>50644</c:v>
                </c:pt>
                <c:pt idx="8275">
                  <c:v>50645</c:v>
                </c:pt>
                <c:pt idx="8276">
                  <c:v>50646</c:v>
                </c:pt>
                <c:pt idx="8277">
                  <c:v>50647</c:v>
                </c:pt>
                <c:pt idx="8278">
                  <c:v>50648</c:v>
                </c:pt>
                <c:pt idx="8279">
                  <c:v>50649</c:v>
                </c:pt>
                <c:pt idx="8280">
                  <c:v>50650</c:v>
                </c:pt>
                <c:pt idx="8281">
                  <c:v>50651</c:v>
                </c:pt>
                <c:pt idx="8282">
                  <c:v>50652</c:v>
                </c:pt>
                <c:pt idx="8283">
                  <c:v>50653</c:v>
                </c:pt>
                <c:pt idx="8284">
                  <c:v>50654</c:v>
                </c:pt>
                <c:pt idx="8285">
                  <c:v>50655</c:v>
                </c:pt>
                <c:pt idx="8286">
                  <c:v>50656</c:v>
                </c:pt>
                <c:pt idx="8287">
                  <c:v>50657</c:v>
                </c:pt>
                <c:pt idx="8288">
                  <c:v>50658</c:v>
                </c:pt>
                <c:pt idx="8289">
                  <c:v>50659</c:v>
                </c:pt>
                <c:pt idx="8290">
                  <c:v>50660</c:v>
                </c:pt>
                <c:pt idx="8291">
                  <c:v>50661</c:v>
                </c:pt>
                <c:pt idx="8292">
                  <c:v>50662</c:v>
                </c:pt>
                <c:pt idx="8293">
                  <c:v>50663</c:v>
                </c:pt>
                <c:pt idx="8294">
                  <c:v>50664</c:v>
                </c:pt>
                <c:pt idx="8295">
                  <c:v>50665</c:v>
                </c:pt>
                <c:pt idx="8296">
                  <c:v>50666</c:v>
                </c:pt>
                <c:pt idx="8297">
                  <c:v>50667</c:v>
                </c:pt>
                <c:pt idx="8298">
                  <c:v>50668</c:v>
                </c:pt>
                <c:pt idx="8299">
                  <c:v>50669</c:v>
                </c:pt>
                <c:pt idx="8300">
                  <c:v>50670</c:v>
                </c:pt>
                <c:pt idx="8301">
                  <c:v>50671</c:v>
                </c:pt>
                <c:pt idx="8302">
                  <c:v>50672</c:v>
                </c:pt>
                <c:pt idx="8303">
                  <c:v>50673</c:v>
                </c:pt>
                <c:pt idx="8304">
                  <c:v>50674</c:v>
                </c:pt>
                <c:pt idx="8305">
                  <c:v>50675</c:v>
                </c:pt>
                <c:pt idx="8306">
                  <c:v>50676</c:v>
                </c:pt>
                <c:pt idx="8307">
                  <c:v>50677</c:v>
                </c:pt>
                <c:pt idx="8308">
                  <c:v>50678</c:v>
                </c:pt>
                <c:pt idx="8309">
                  <c:v>50679</c:v>
                </c:pt>
                <c:pt idx="8310">
                  <c:v>50680</c:v>
                </c:pt>
                <c:pt idx="8311">
                  <c:v>50681</c:v>
                </c:pt>
                <c:pt idx="8312">
                  <c:v>50682</c:v>
                </c:pt>
                <c:pt idx="8313">
                  <c:v>50683</c:v>
                </c:pt>
                <c:pt idx="8314">
                  <c:v>50684</c:v>
                </c:pt>
                <c:pt idx="8315">
                  <c:v>50685</c:v>
                </c:pt>
                <c:pt idx="8316">
                  <c:v>50686</c:v>
                </c:pt>
                <c:pt idx="8317">
                  <c:v>50687</c:v>
                </c:pt>
                <c:pt idx="8318">
                  <c:v>50688</c:v>
                </c:pt>
                <c:pt idx="8319">
                  <c:v>50689</c:v>
                </c:pt>
                <c:pt idx="8320">
                  <c:v>50690</c:v>
                </c:pt>
                <c:pt idx="8321">
                  <c:v>50691</c:v>
                </c:pt>
                <c:pt idx="8322">
                  <c:v>50692</c:v>
                </c:pt>
                <c:pt idx="8323">
                  <c:v>50693</c:v>
                </c:pt>
                <c:pt idx="8324">
                  <c:v>50694</c:v>
                </c:pt>
                <c:pt idx="8325">
                  <c:v>50695</c:v>
                </c:pt>
                <c:pt idx="8326">
                  <c:v>50696</c:v>
                </c:pt>
                <c:pt idx="8327">
                  <c:v>50697</c:v>
                </c:pt>
                <c:pt idx="8328">
                  <c:v>50698</c:v>
                </c:pt>
                <c:pt idx="8329">
                  <c:v>50699</c:v>
                </c:pt>
                <c:pt idx="8330">
                  <c:v>50700</c:v>
                </c:pt>
                <c:pt idx="8331">
                  <c:v>50701</c:v>
                </c:pt>
                <c:pt idx="8332">
                  <c:v>50702</c:v>
                </c:pt>
                <c:pt idx="8333">
                  <c:v>50703</c:v>
                </c:pt>
                <c:pt idx="8334">
                  <c:v>50704</c:v>
                </c:pt>
                <c:pt idx="8335">
                  <c:v>50705</c:v>
                </c:pt>
                <c:pt idx="8336">
                  <c:v>50706</c:v>
                </c:pt>
                <c:pt idx="8337">
                  <c:v>50707</c:v>
                </c:pt>
                <c:pt idx="8338">
                  <c:v>50708</c:v>
                </c:pt>
                <c:pt idx="8339">
                  <c:v>50709</c:v>
                </c:pt>
                <c:pt idx="8340">
                  <c:v>50710</c:v>
                </c:pt>
                <c:pt idx="8341">
                  <c:v>50711</c:v>
                </c:pt>
                <c:pt idx="8342">
                  <c:v>50712</c:v>
                </c:pt>
                <c:pt idx="8343">
                  <c:v>50713</c:v>
                </c:pt>
                <c:pt idx="8344">
                  <c:v>50714</c:v>
                </c:pt>
                <c:pt idx="8345">
                  <c:v>50715</c:v>
                </c:pt>
                <c:pt idx="8346">
                  <c:v>50716</c:v>
                </c:pt>
                <c:pt idx="8347">
                  <c:v>50717</c:v>
                </c:pt>
                <c:pt idx="8348">
                  <c:v>50718</c:v>
                </c:pt>
                <c:pt idx="8349">
                  <c:v>50719</c:v>
                </c:pt>
                <c:pt idx="8350">
                  <c:v>50720</c:v>
                </c:pt>
                <c:pt idx="8351">
                  <c:v>50721</c:v>
                </c:pt>
                <c:pt idx="8352">
                  <c:v>50722</c:v>
                </c:pt>
                <c:pt idx="8353">
                  <c:v>50723</c:v>
                </c:pt>
                <c:pt idx="8354">
                  <c:v>50724</c:v>
                </c:pt>
                <c:pt idx="8355">
                  <c:v>50725</c:v>
                </c:pt>
                <c:pt idx="8356">
                  <c:v>50726</c:v>
                </c:pt>
                <c:pt idx="8357">
                  <c:v>50727</c:v>
                </c:pt>
                <c:pt idx="8358">
                  <c:v>50728</c:v>
                </c:pt>
                <c:pt idx="8359">
                  <c:v>50729</c:v>
                </c:pt>
                <c:pt idx="8360">
                  <c:v>50730</c:v>
                </c:pt>
                <c:pt idx="8361">
                  <c:v>50731</c:v>
                </c:pt>
                <c:pt idx="8362">
                  <c:v>50732</c:v>
                </c:pt>
                <c:pt idx="8363">
                  <c:v>50733</c:v>
                </c:pt>
                <c:pt idx="8364">
                  <c:v>50734</c:v>
                </c:pt>
                <c:pt idx="8365">
                  <c:v>50735</c:v>
                </c:pt>
                <c:pt idx="8366">
                  <c:v>50736</c:v>
                </c:pt>
                <c:pt idx="8367">
                  <c:v>50737</c:v>
                </c:pt>
                <c:pt idx="8368">
                  <c:v>50738</c:v>
                </c:pt>
                <c:pt idx="8369">
                  <c:v>50739</c:v>
                </c:pt>
                <c:pt idx="8370">
                  <c:v>50740</c:v>
                </c:pt>
                <c:pt idx="8371">
                  <c:v>50741</c:v>
                </c:pt>
                <c:pt idx="8372">
                  <c:v>50742</c:v>
                </c:pt>
                <c:pt idx="8373">
                  <c:v>50743</c:v>
                </c:pt>
                <c:pt idx="8374">
                  <c:v>50744</c:v>
                </c:pt>
                <c:pt idx="8375">
                  <c:v>50745</c:v>
                </c:pt>
                <c:pt idx="8376">
                  <c:v>50746</c:v>
                </c:pt>
                <c:pt idx="8377">
                  <c:v>50747</c:v>
                </c:pt>
                <c:pt idx="8378">
                  <c:v>50748</c:v>
                </c:pt>
                <c:pt idx="8379">
                  <c:v>50749</c:v>
                </c:pt>
                <c:pt idx="8380">
                  <c:v>50750</c:v>
                </c:pt>
                <c:pt idx="8381">
                  <c:v>50751</c:v>
                </c:pt>
                <c:pt idx="8382">
                  <c:v>50752</c:v>
                </c:pt>
                <c:pt idx="8383">
                  <c:v>50753</c:v>
                </c:pt>
                <c:pt idx="8384">
                  <c:v>50754</c:v>
                </c:pt>
                <c:pt idx="8385">
                  <c:v>50755</c:v>
                </c:pt>
                <c:pt idx="8386">
                  <c:v>50756</c:v>
                </c:pt>
                <c:pt idx="8387">
                  <c:v>50757</c:v>
                </c:pt>
                <c:pt idx="8388">
                  <c:v>50758</c:v>
                </c:pt>
                <c:pt idx="8389">
                  <c:v>50759</c:v>
                </c:pt>
                <c:pt idx="8390">
                  <c:v>50760</c:v>
                </c:pt>
                <c:pt idx="8391">
                  <c:v>50761</c:v>
                </c:pt>
                <c:pt idx="8392">
                  <c:v>50762</c:v>
                </c:pt>
                <c:pt idx="8393">
                  <c:v>50763</c:v>
                </c:pt>
                <c:pt idx="8394">
                  <c:v>50764</c:v>
                </c:pt>
                <c:pt idx="8395">
                  <c:v>50765</c:v>
                </c:pt>
                <c:pt idx="8396">
                  <c:v>50766</c:v>
                </c:pt>
                <c:pt idx="8397">
                  <c:v>50767</c:v>
                </c:pt>
                <c:pt idx="8398">
                  <c:v>50768</c:v>
                </c:pt>
                <c:pt idx="8399">
                  <c:v>50769</c:v>
                </c:pt>
                <c:pt idx="8400">
                  <c:v>50770</c:v>
                </c:pt>
                <c:pt idx="8401">
                  <c:v>50771</c:v>
                </c:pt>
                <c:pt idx="8402">
                  <c:v>50772</c:v>
                </c:pt>
                <c:pt idx="8403">
                  <c:v>50773</c:v>
                </c:pt>
                <c:pt idx="8404">
                  <c:v>50774</c:v>
                </c:pt>
                <c:pt idx="8405">
                  <c:v>50775</c:v>
                </c:pt>
                <c:pt idx="8406">
                  <c:v>50776</c:v>
                </c:pt>
                <c:pt idx="8407">
                  <c:v>50777</c:v>
                </c:pt>
                <c:pt idx="8408">
                  <c:v>50778</c:v>
                </c:pt>
                <c:pt idx="8409">
                  <c:v>50779</c:v>
                </c:pt>
                <c:pt idx="8410">
                  <c:v>50780</c:v>
                </c:pt>
                <c:pt idx="8411">
                  <c:v>50781</c:v>
                </c:pt>
                <c:pt idx="8412">
                  <c:v>50782</c:v>
                </c:pt>
                <c:pt idx="8413">
                  <c:v>50783</c:v>
                </c:pt>
                <c:pt idx="8414">
                  <c:v>50784</c:v>
                </c:pt>
                <c:pt idx="8415">
                  <c:v>50785</c:v>
                </c:pt>
                <c:pt idx="8416">
                  <c:v>50786</c:v>
                </c:pt>
                <c:pt idx="8417">
                  <c:v>50787</c:v>
                </c:pt>
                <c:pt idx="8418">
                  <c:v>50788</c:v>
                </c:pt>
                <c:pt idx="8419">
                  <c:v>50789</c:v>
                </c:pt>
                <c:pt idx="8420">
                  <c:v>50790</c:v>
                </c:pt>
                <c:pt idx="8421">
                  <c:v>50791</c:v>
                </c:pt>
                <c:pt idx="8422">
                  <c:v>50792</c:v>
                </c:pt>
                <c:pt idx="8423">
                  <c:v>50793</c:v>
                </c:pt>
                <c:pt idx="8424">
                  <c:v>50794</c:v>
                </c:pt>
                <c:pt idx="8425">
                  <c:v>50795</c:v>
                </c:pt>
                <c:pt idx="8426">
                  <c:v>50796</c:v>
                </c:pt>
                <c:pt idx="8427">
                  <c:v>50797</c:v>
                </c:pt>
                <c:pt idx="8428">
                  <c:v>50798</c:v>
                </c:pt>
                <c:pt idx="8429">
                  <c:v>50799</c:v>
                </c:pt>
                <c:pt idx="8430">
                  <c:v>50800</c:v>
                </c:pt>
                <c:pt idx="8431">
                  <c:v>50801</c:v>
                </c:pt>
                <c:pt idx="8432">
                  <c:v>50802</c:v>
                </c:pt>
                <c:pt idx="8433">
                  <c:v>50803</c:v>
                </c:pt>
                <c:pt idx="8434">
                  <c:v>50804</c:v>
                </c:pt>
                <c:pt idx="8435">
                  <c:v>50805</c:v>
                </c:pt>
                <c:pt idx="8436">
                  <c:v>50806</c:v>
                </c:pt>
                <c:pt idx="8437">
                  <c:v>50807</c:v>
                </c:pt>
                <c:pt idx="8438">
                  <c:v>50808</c:v>
                </c:pt>
                <c:pt idx="8439">
                  <c:v>50809</c:v>
                </c:pt>
                <c:pt idx="8440">
                  <c:v>50810</c:v>
                </c:pt>
                <c:pt idx="8441">
                  <c:v>50811</c:v>
                </c:pt>
                <c:pt idx="8442">
                  <c:v>50812</c:v>
                </c:pt>
                <c:pt idx="8443">
                  <c:v>50813</c:v>
                </c:pt>
                <c:pt idx="8444">
                  <c:v>50814</c:v>
                </c:pt>
                <c:pt idx="8445">
                  <c:v>50815</c:v>
                </c:pt>
                <c:pt idx="8446">
                  <c:v>50816</c:v>
                </c:pt>
                <c:pt idx="8447">
                  <c:v>50817</c:v>
                </c:pt>
                <c:pt idx="8448">
                  <c:v>50818</c:v>
                </c:pt>
                <c:pt idx="8449">
                  <c:v>50819</c:v>
                </c:pt>
                <c:pt idx="8450">
                  <c:v>50820</c:v>
                </c:pt>
                <c:pt idx="8451">
                  <c:v>50821</c:v>
                </c:pt>
                <c:pt idx="8452">
                  <c:v>50822</c:v>
                </c:pt>
                <c:pt idx="8453">
                  <c:v>50823</c:v>
                </c:pt>
                <c:pt idx="8454">
                  <c:v>50824</c:v>
                </c:pt>
                <c:pt idx="8455">
                  <c:v>50825</c:v>
                </c:pt>
                <c:pt idx="8456">
                  <c:v>50826</c:v>
                </c:pt>
                <c:pt idx="8457">
                  <c:v>50827</c:v>
                </c:pt>
                <c:pt idx="8458">
                  <c:v>50828</c:v>
                </c:pt>
                <c:pt idx="8459">
                  <c:v>50829</c:v>
                </c:pt>
                <c:pt idx="8460">
                  <c:v>50830</c:v>
                </c:pt>
                <c:pt idx="8461">
                  <c:v>50831</c:v>
                </c:pt>
                <c:pt idx="8462">
                  <c:v>50832</c:v>
                </c:pt>
                <c:pt idx="8463">
                  <c:v>50833</c:v>
                </c:pt>
                <c:pt idx="8464">
                  <c:v>50834</c:v>
                </c:pt>
                <c:pt idx="8465">
                  <c:v>50835</c:v>
                </c:pt>
                <c:pt idx="8466">
                  <c:v>50836</c:v>
                </c:pt>
                <c:pt idx="8467">
                  <c:v>50837</c:v>
                </c:pt>
                <c:pt idx="8468">
                  <c:v>50838</c:v>
                </c:pt>
                <c:pt idx="8469">
                  <c:v>50839</c:v>
                </c:pt>
                <c:pt idx="8470">
                  <c:v>50840</c:v>
                </c:pt>
                <c:pt idx="8471">
                  <c:v>50841</c:v>
                </c:pt>
                <c:pt idx="8472">
                  <c:v>50842</c:v>
                </c:pt>
                <c:pt idx="8473">
                  <c:v>50843</c:v>
                </c:pt>
                <c:pt idx="8474">
                  <c:v>50844</c:v>
                </c:pt>
                <c:pt idx="8475">
                  <c:v>50845</c:v>
                </c:pt>
                <c:pt idx="8476">
                  <c:v>50846</c:v>
                </c:pt>
                <c:pt idx="8477">
                  <c:v>50847</c:v>
                </c:pt>
                <c:pt idx="8478">
                  <c:v>50848</c:v>
                </c:pt>
                <c:pt idx="8479">
                  <c:v>50849</c:v>
                </c:pt>
                <c:pt idx="8480">
                  <c:v>50850</c:v>
                </c:pt>
                <c:pt idx="8481">
                  <c:v>50851</c:v>
                </c:pt>
                <c:pt idx="8482">
                  <c:v>50852</c:v>
                </c:pt>
                <c:pt idx="8483">
                  <c:v>50853</c:v>
                </c:pt>
                <c:pt idx="8484">
                  <c:v>50854</c:v>
                </c:pt>
                <c:pt idx="8485">
                  <c:v>50855</c:v>
                </c:pt>
                <c:pt idx="8486">
                  <c:v>50856</c:v>
                </c:pt>
                <c:pt idx="8487">
                  <c:v>50857</c:v>
                </c:pt>
                <c:pt idx="8488">
                  <c:v>50858</c:v>
                </c:pt>
                <c:pt idx="8489">
                  <c:v>50859</c:v>
                </c:pt>
                <c:pt idx="8490">
                  <c:v>50860</c:v>
                </c:pt>
                <c:pt idx="8491">
                  <c:v>50861</c:v>
                </c:pt>
                <c:pt idx="8492">
                  <c:v>50862</c:v>
                </c:pt>
                <c:pt idx="8493">
                  <c:v>50863</c:v>
                </c:pt>
                <c:pt idx="8494">
                  <c:v>50864</c:v>
                </c:pt>
                <c:pt idx="8495">
                  <c:v>50865</c:v>
                </c:pt>
                <c:pt idx="8496">
                  <c:v>50866</c:v>
                </c:pt>
                <c:pt idx="8497">
                  <c:v>50867</c:v>
                </c:pt>
                <c:pt idx="8498">
                  <c:v>50868</c:v>
                </c:pt>
                <c:pt idx="8499">
                  <c:v>50869</c:v>
                </c:pt>
                <c:pt idx="8500">
                  <c:v>50870</c:v>
                </c:pt>
                <c:pt idx="8501">
                  <c:v>50871</c:v>
                </c:pt>
                <c:pt idx="8502">
                  <c:v>50872</c:v>
                </c:pt>
                <c:pt idx="8503">
                  <c:v>50873</c:v>
                </c:pt>
                <c:pt idx="8504">
                  <c:v>50874</c:v>
                </c:pt>
                <c:pt idx="8505">
                  <c:v>50875</c:v>
                </c:pt>
                <c:pt idx="8506">
                  <c:v>50876</c:v>
                </c:pt>
                <c:pt idx="8507">
                  <c:v>50877</c:v>
                </c:pt>
                <c:pt idx="8508">
                  <c:v>50878</c:v>
                </c:pt>
                <c:pt idx="8509">
                  <c:v>50879</c:v>
                </c:pt>
                <c:pt idx="8510">
                  <c:v>50880</c:v>
                </c:pt>
                <c:pt idx="8511">
                  <c:v>50881</c:v>
                </c:pt>
                <c:pt idx="8512">
                  <c:v>50882</c:v>
                </c:pt>
                <c:pt idx="8513">
                  <c:v>50883</c:v>
                </c:pt>
                <c:pt idx="8514">
                  <c:v>50884</c:v>
                </c:pt>
                <c:pt idx="8515">
                  <c:v>50885</c:v>
                </c:pt>
                <c:pt idx="8516">
                  <c:v>50886</c:v>
                </c:pt>
                <c:pt idx="8517">
                  <c:v>50887</c:v>
                </c:pt>
                <c:pt idx="8518">
                  <c:v>50888</c:v>
                </c:pt>
                <c:pt idx="8519">
                  <c:v>50889</c:v>
                </c:pt>
                <c:pt idx="8520">
                  <c:v>50890</c:v>
                </c:pt>
                <c:pt idx="8521">
                  <c:v>50891</c:v>
                </c:pt>
                <c:pt idx="8522">
                  <c:v>50892</c:v>
                </c:pt>
                <c:pt idx="8523">
                  <c:v>50893</c:v>
                </c:pt>
                <c:pt idx="8524">
                  <c:v>50894</c:v>
                </c:pt>
                <c:pt idx="8525">
                  <c:v>50895</c:v>
                </c:pt>
                <c:pt idx="8526">
                  <c:v>50896</c:v>
                </c:pt>
                <c:pt idx="8527">
                  <c:v>50897</c:v>
                </c:pt>
                <c:pt idx="8528">
                  <c:v>50898</c:v>
                </c:pt>
                <c:pt idx="8529">
                  <c:v>50899</c:v>
                </c:pt>
                <c:pt idx="8530">
                  <c:v>50900</c:v>
                </c:pt>
                <c:pt idx="8531">
                  <c:v>50901</c:v>
                </c:pt>
                <c:pt idx="8532">
                  <c:v>50902</c:v>
                </c:pt>
                <c:pt idx="8533">
                  <c:v>50903</c:v>
                </c:pt>
                <c:pt idx="8534">
                  <c:v>50904</c:v>
                </c:pt>
                <c:pt idx="8535">
                  <c:v>50905</c:v>
                </c:pt>
                <c:pt idx="8536">
                  <c:v>50906</c:v>
                </c:pt>
                <c:pt idx="8537">
                  <c:v>50907</c:v>
                </c:pt>
                <c:pt idx="8538">
                  <c:v>50908</c:v>
                </c:pt>
                <c:pt idx="8539">
                  <c:v>50909</c:v>
                </c:pt>
                <c:pt idx="8540">
                  <c:v>50910</c:v>
                </c:pt>
                <c:pt idx="8541">
                  <c:v>50911</c:v>
                </c:pt>
                <c:pt idx="8542">
                  <c:v>50912</c:v>
                </c:pt>
                <c:pt idx="8543">
                  <c:v>50913</c:v>
                </c:pt>
                <c:pt idx="8544">
                  <c:v>50914</c:v>
                </c:pt>
                <c:pt idx="8545">
                  <c:v>50915</c:v>
                </c:pt>
                <c:pt idx="8546">
                  <c:v>50916</c:v>
                </c:pt>
                <c:pt idx="8547">
                  <c:v>50917</c:v>
                </c:pt>
                <c:pt idx="8548">
                  <c:v>50918</c:v>
                </c:pt>
                <c:pt idx="8549">
                  <c:v>50919</c:v>
                </c:pt>
                <c:pt idx="8550">
                  <c:v>50920</c:v>
                </c:pt>
                <c:pt idx="8551">
                  <c:v>50921</c:v>
                </c:pt>
                <c:pt idx="8552">
                  <c:v>50922</c:v>
                </c:pt>
                <c:pt idx="8553">
                  <c:v>50923</c:v>
                </c:pt>
                <c:pt idx="8554">
                  <c:v>50924</c:v>
                </c:pt>
                <c:pt idx="8555">
                  <c:v>50925</c:v>
                </c:pt>
                <c:pt idx="8556">
                  <c:v>50926</c:v>
                </c:pt>
                <c:pt idx="8557">
                  <c:v>50927</c:v>
                </c:pt>
                <c:pt idx="8558">
                  <c:v>50928</c:v>
                </c:pt>
                <c:pt idx="8559">
                  <c:v>50929</c:v>
                </c:pt>
                <c:pt idx="8560">
                  <c:v>50930</c:v>
                </c:pt>
                <c:pt idx="8561">
                  <c:v>50931</c:v>
                </c:pt>
                <c:pt idx="8562">
                  <c:v>50932</c:v>
                </c:pt>
                <c:pt idx="8563">
                  <c:v>50933</c:v>
                </c:pt>
                <c:pt idx="8564">
                  <c:v>50934</c:v>
                </c:pt>
                <c:pt idx="8565">
                  <c:v>50935</c:v>
                </c:pt>
                <c:pt idx="8566">
                  <c:v>50936</c:v>
                </c:pt>
                <c:pt idx="8567">
                  <c:v>50937</c:v>
                </c:pt>
                <c:pt idx="8568">
                  <c:v>50938</c:v>
                </c:pt>
                <c:pt idx="8569">
                  <c:v>50939</c:v>
                </c:pt>
                <c:pt idx="8570">
                  <c:v>50940</c:v>
                </c:pt>
                <c:pt idx="8571">
                  <c:v>50941</c:v>
                </c:pt>
                <c:pt idx="8572">
                  <c:v>50942</c:v>
                </c:pt>
                <c:pt idx="8573">
                  <c:v>50943</c:v>
                </c:pt>
                <c:pt idx="8574">
                  <c:v>50944</c:v>
                </c:pt>
                <c:pt idx="8575">
                  <c:v>50945</c:v>
                </c:pt>
                <c:pt idx="8576">
                  <c:v>50946</c:v>
                </c:pt>
                <c:pt idx="8577">
                  <c:v>50947</c:v>
                </c:pt>
                <c:pt idx="8578">
                  <c:v>50948</c:v>
                </c:pt>
                <c:pt idx="8579">
                  <c:v>50949</c:v>
                </c:pt>
                <c:pt idx="8580">
                  <c:v>50950</c:v>
                </c:pt>
                <c:pt idx="8581">
                  <c:v>50951</c:v>
                </c:pt>
                <c:pt idx="8582">
                  <c:v>50952</c:v>
                </c:pt>
                <c:pt idx="8583">
                  <c:v>50953</c:v>
                </c:pt>
                <c:pt idx="8584">
                  <c:v>50954</c:v>
                </c:pt>
                <c:pt idx="8585">
                  <c:v>50955</c:v>
                </c:pt>
                <c:pt idx="8586">
                  <c:v>50956</c:v>
                </c:pt>
                <c:pt idx="8587">
                  <c:v>50957</c:v>
                </c:pt>
                <c:pt idx="8588">
                  <c:v>50958</c:v>
                </c:pt>
                <c:pt idx="8589">
                  <c:v>50959</c:v>
                </c:pt>
                <c:pt idx="8590">
                  <c:v>50960</c:v>
                </c:pt>
                <c:pt idx="8591">
                  <c:v>50961</c:v>
                </c:pt>
                <c:pt idx="8592">
                  <c:v>50962</c:v>
                </c:pt>
                <c:pt idx="8593">
                  <c:v>50963</c:v>
                </c:pt>
                <c:pt idx="8594">
                  <c:v>50964</c:v>
                </c:pt>
                <c:pt idx="8595">
                  <c:v>50965</c:v>
                </c:pt>
                <c:pt idx="8596">
                  <c:v>50966</c:v>
                </c:pt>
                <c:pt idx="8597">
                  <c:v>50967</c:v>
                </c:pt>
                <c:pt idx="8598">
                  <c:v>50968</c:v>
                </c:pt>
                <c:pt idx="8599">
                  <c:v>50969</c:v>
                </c:pt>
                <c:pt idx="8600">
                  <c:v>50970</c:v>
                </c:pt>
                <c:pt idx="8601">
                  <c:v>50971</c:v>
                </c:pt>
                <c:pt idx="8602">
                  <c:v>50972</c:v>
                </c:pt>
                <c:pt idx="8603">
                  <c:v>50973</c:v>
                </c:pt>
                <c:pt idx="8604">
                  <c:v>50974</c:v>
                </c:pt>
                <c:pt idx="8605">
                  <c:v>50975</c:v>
                </c:pt>
                <c:pt idx="8606">
                  <c:v>50976</c:v>
                </c:pt>
                <c:pt idx="8607">
                  <c:v>50977</c:v>
                </c:pt>
                <c:pt idx="8608">
                  <c:v>50978</c:v>
                </c:pt>
                <c:pt idx="8609">
                  <c:v>50979</c:v>
                </c:pt>
                <c:pt idx="8610">
                  <c:v>50980</c:v>
                </c:pt>
                <c:pt idx="8611">
                  <c:v>50981</c:v>
                </c:pt>
                <c:pt idx="8612">
                  <c:v>50982</c:v>
                </c:pt>
                <c:pt idx="8613">
                  <c:v>50983</c:v>
                </c:pt>
                <c:pt idx="8614">
                  <c:v>50984</c:v>
                </c:pt>
                <c:pt idx="8615">
                  <c:v>50985</c:v>
                </c:pt>
                <c:pt idx="8616">
                  <c:v>50986</c:v>
                </c:pt>
                <c:pt idx="8617">
                  <c:v>50987</c:v>
                </c:pt>
                <c:pt idx="8618">
                  <c:v>50988</c:v>
                </c:pt>
                <c:pt idx="8619">
                  <c:v>50989</c:v>
                </c:pt>
                <c:pt idx="8620">
                  <c:v>50990</c:v>
                </c:pt>
                <c:pt idx="8621">
                  <c:v>50991</c:v>
                </c:pt>
                <c:pt idx="8622">
                  <c:v>50992</c:v>
                </c:pt>
                <c:pt idx="8623">
                  <c:v>50993</c:v>
                </c:pt>
                <c:pt idx="8624">
                  <c:v>50994</c:v>
                </c:pt>
                <c:pt idx="8625">
                  <c:v>50995</c:v>
                </c:pt>
                <c:pt idx="8626">
                  <c:v>50996</c:v>
                </c:pt>
                <c:pt idx="8627">
                  <c:v>50997</c:v>
                </c:pt>
                <c:pt idx="8628">
                  <c:v>50998</c:v>
                </c:pt>
                <c:pt idx="8629">
                  <c:v>50999</c:v>
                </c:pt>
                <c:pt idx="8630">
                  <c:v>51000</c:v>
                </c:pt>
                <c:pt idx="8631">
                  <c:v>51001</c:v>
                </c:pt>
                <c:pt idx="8632">
                  <c:v>51002</c:v>
                </c:pt>
                <c:pt idx="8633">
                  <c:v>51003</c:v>
                </c:pt>
                <c:pt idx="8634">
                  <c:v>51004</c:v>
                </c:pt>
                <c:pt idx="8635">
                  <c:v>51005</c:v>
                </c:pt>
                <c:pt idx="8636">
                  <c:v>51006</c:v>
                </c:pt>
                <c:pt idx="8637">
                  <c:v>51007</c:v>
                </c:pt>
                <c:pt idx="8638">
                  <c:v>51008</c:v>
                </c:pt>
                <c:pt idx="8639">
                  <c:v>51009</c:v>
                </c:pt>
                <c:pt idx="8640">
                  <c:v>51010</c:v>
                </c:pt>
                <c:pt idx="8641">
                  <c:v>51011</c:v>
                </c:pt>
                <c:pt idx="8642">
                  <c:v>51012</c:v>
                </c:pt>
                <c:pt idx="8643">
                  <c:v>51013</c:v>
                </c:pt>
                <c:pt idx="8644">
                  <c:v>51014</c:v>
                </c:pt>
                <c:pt idx="8645">
                  <c:v>51015</c:v>
                </c:pt>
                <c:pt idx="8646">
                  <c:v>51016</c:v>
                </c:pt>
                <c:pt idx="8647">
                  <c:v>51017</c:v>
                </c:pt>
                <c:pt idx="8648">
                  <c:v>51018</c:v>
                </c:pt>
                <c:pt idx="8649">
                  <c:v>51019</c:v>
                </c:pt>
                <c:pt idx="8650">
                  <c:v>51020</c:v>
                </c:pt>
                <c:pt idx="8651">
                  <c:v>51021</c:v>
                </c:pt>
                <c:pt idx="8652">
                  <c:v>51022</c:v>
                </c:pt>
                <c:pt idx="8653">
                  <c:v>51023</c:v>
                </c:pt>
                <c:pt idx="8654">
                  <c:v>51024</c:v>
                </c:pt>
                <c:pt idx="8655">
                  <c:v>51025</c:v>
                </c:pt>
                <c:pt idx="8656">
                  <c:v>51026</c:v>
                </c:pt>
                <c:pt idx="8657">
                  <c:v>51027</c:v>
                </c:pt>
                <c:pt idx="8658">
                  <c:v>51028</c:v>
                </c:pt>
                <c:pt idx="8659">
                  <c:v>51029</c:v>
                </c:pt>
                <c:pt idx="8660">
                  <c:v>51030</c:v>
                </c:pt>
                <c:pt idx="8661">
                  <c:v>51031</c:v>
                </c:pt>
                <c:pt idx="8662">
                  <c:v>51032</c:v>
                </c:pt>
                <c:pt idx="8663">
                  <c:v>51033</c:v>
                </c:pt>
                <c:pt idx="8664">
                  <c:v>51034</c:v>
                </c:pt>
                <c:pt idx="8665">
                  <c:v>51035</c:v>
                </c:pt>
                <c:pt idx="8666">
                  <c:v>51036</c:v>
                </c:pt>
                <c:pt idx="8667">
                  <c:v>51037</c:v>
                </c:pt>
                <c:pt idx="8668">
                  <c:v>51038</c:v>
                </c:pt>
                <c:pt idx="8669">
                  <c:v>51039</c:v>
                </c:pt>
                <c:pt idx="8670">
                  <c:v>51040</c:v>
                </c:pt>
                <c:pt idx="8671">
                  <c:v>51041</c:v>
                </c:pt>
                <c:pt idx="8672">
                  <c:v>51042</c:v>
                </c:pt>
                <c:pt idx="8673">
                  <c:v>51043</c:v>
                </c:pt>
                <c:pt idx="8674">
                  <c:v>51044</c:v>
                </c:pt>
                <c:pt idx="8675">
                  <c:v>51045</c:v>
                </c:pt>
                <c:pt idx="8676">
                  <c:v>51046</c:v>
                </c:pt>
                <c:pt idx="8677">
                  <c:v>51047</c:v>
                </c:pt>
                <c:pt idx="8678">
                  <c:v>51048</c:v>
                </c:pt>
                <c:pt idx="8679">
                  <c:v>51049</c:v>
                </c:pt>
                <c:pt idx="8680">
                  <c:v>51050</c:v>
                </c:pt>
                <c:pt idx="8681">
                  <c:v>51051</c:v>
                </c:pt>
                <c:pt idx="8682">
                  <c:v>51052</c:v>
                </c:pt>
                <c:pt idx="8683">
                  <c:v>51053</c:v>
                </c:pt>
                <c:pt idx="8684">
                  <c:v>51054</c:v>
                </c:pt>
                <c:pt idx="8685">
                  <c:v>51055</c:v>
                </c:pt>
                <c:pt idx="8686">
                  <c:v>51056</c:v>
                </c:pt>
                <c:pt idx="8687">
                  <c:v>51057</c:v>
                </c:pt>
                <c:pt idx="8688">
                  <c:v>51058</c:v>
                </c:pt>
                <c:pt idx="8689">
                  <c:v>51059</c:v>
                </c:pt>
                <c:pt idx="8690">
                  <c:v>51060</c:v>
                </c:pt>
                <c:pt idx="8691">
                  <c:v>51061</c:v>
                </c:pt>
                <c:pt idx="8692">
                  <c:v>51062</c:v>
                </c:pt>
                <c:pt idx="8693">
                  <c:v>51063</c:v>
                </c:pt>
                <c:pt idx="8694">
                  <c:v>51064</c:v>
                </c:pt>
                <c:pt idx="8695">
                  <c:v>51065</c:v>
                </c:pt>
                <c:pt idx="8696">
                  <c:v>51066</c:v>
                </c:pt>
                <c:pt idx="8697">
                  <c:v>51067</c:v>
                </c:pt>
                <c:pt idx="8698">
                  <c:v>51068</c:v>
                </c:pt>
                <c:pt idx="8699">
                  <c:v>51069</c:v>
                </c:pt>
                <c:pt idx="8700">
                  <c:v>51070</c:v>
                </c:pt>
                <c:pt idx="8701">
                  <c:v>51071</c:v>
                </c:pt>
                <c:pt idx="8702">
                  <c:v>51072</c:v>
                </c:pt>
                <c:pt idx="8703">
                  <c:v>51073</c:v>
                </c:pt>
                <c:pt idx="8704">
                  <c:v>51074</c:v>
                </c:pt>
                <c:pt idx="8705">
                  <c:v>51075</c:v>
                </c:pt>
                <c:pt idx="8706">
                  <c:v>51076</c:v>
                </c:pt>
                <c:pt idx="8707">
                  <c:v>51077</c:v>
                </c:pt>
                <c:pt idx="8708">
                  <c:v>51078</c:v>
                </c:pt>
                <c:pt idx="8709">
                  <c:v>51079</c:v>
                </c:pt>
                <c:pt idx="8710">
                  <c:v>51080</c:v>
                </c:pt>
                <c:pt idx="8711">
                  <c:v>51081</c:v>
                </c:pt>
                <c:pt idx="8712">
                  <c:v>51082</c:v>
                </c:pt>
                <c:pt idx="8713">
                  <c:v>51083</c:v>
                </c:pt>
                <c:pt idx="8714">
                  <c:v>51084</c:v>
                </c:pt>
                <c:pt idx="8715">
                  <c:v>51085</c:v>
                </c:pt>
                <c:pt idx="8716">
                  <c:v>51086</c:v>
                </c:pt>
                <c:pt idx="8717">
                  <c:v>51087</c:v>
                </c:pt>
                <c:pt idx="8718">
                  <c:v>51088</c:v>
                </c:pt>
                <c:pt idx="8719">
                  <c:v>51089</c:v>
                </c:pt>
                <c:pt idx="8720">
                  <c:v>51090</c:v>
                </c:pt>
                <c:pt idx="8721">
                  <c:v>51091</c:v>
                </c:pt>
                <c:pt idx="8722">
                  <c:v>51092</c:v>
                </c:pt>
                <c:pt idx="8723">
                  <c:v>51093</c:v>
                </c:pt>
                <c:pt idx="8724">
                  <c:v>51094</c:v>
                </c:pt>
                <c:pt idx="8725">
                  <c:v>51095</c:v>
                </c:pt>
                <c:pt idx="8726">
                  <c:v>51096</c:v>
                </c:pt>
                <c:pt idx="8727">
                  <c:v>51097</c:v>
                </c:pt>
                <c:pt idx="8728">
                  <c:v>51098</c:v>
                </c:pt>
                <c:pt idx="8729">
                  <c:v>51099</c:v>
                </c:pt>
                <c:pt idx="8730">
                  <c:v>51100</c:v>
                </c:pt>
                <c:pt idx="8731">
                  <c:v>51101</c:v>
                </c:pt>
                <c:pt idx="8732">
                  <c:v>51102</c:v>
                </c:pt>
                <c:pt idx="8733">
                  <c:v>51103</c:v>
                </c:pt>
                <c:pt idx="8734">
                  <c:v>51104</c:v>
                </c:pt>
                <c:pt idx="8735">
                  <c:v>51105</c:v>
                </c:pt>
                <c:pt idx="8736">
                  <c:v>51106</c:v>
                </c:pt>
                <c:pt idx="8737">
                  <c:v>51107</c:v>
                </c:pt>
                <c:pt idx="8738">
                  <c:v>51108</c:v>
                </c:pt>
                <c:pt idx="8739">
                  <c:v>51109</c:v>
                </c:pt>
                <c:pt idx="8740">
                  <c:v>51110</c:v>
                </c:pt>
                <c:pt idx="8741">
                  <c:v>51111</c:v>
                </c:pt>
                <c:pt idx="8742">
                  <c:v>51112</c:v>
                </c:pt>
                <c:pt idx="8743">
                  <c:v>51113</c:v>
                </c:pt>
                <c:pt idx="8744">
                  <c:v>51114</c:v>
                </c:pt>
                <c:pt idx="8745">
                  <c:v>51115</c:v>
                </c:pt>
                <c:pt idx="8746">
                  <c:v>51116</c:v>
                </c:pt>
                <c:pt idx="8747">
                  <c:v>51117</c:v>
                </c:pt>
                <c:pt idx="8748">
                  <c:v>51118</c:v>
                </c:pt>
                <c:pt idx="8749">
                  <c:v>51119</c:v>
                </c:pt>
                <c:pt idx="8750">
                  <c:v>51120</c:v>
                </c:pt>
                <c:pt idx="8751">
                  <c:v>51121</c:v>
                </c:pt>
                <c:pt idx="8752">
                  <c:v>51122</c:v>
                </c:pt>
                <c:pt idx="8753">
                  <c:v>51123</c:v>
                </c:pt>
                <c:pt idx="8754">
                  <c:v>51124</c:v>
                </c:pt>
                <c:pt idx="8755">
                  <c:v>51125</c:v>
                </c:pt>
                <c:pt idx="8756">
                  <c:v>51126</c:v>
                </c:pt>
                <c:pt idx="8757">
                  <c:v>51127</c:v>
                </c:pt>
                <c:pt idx="8758">
                  <c:v>51128</c:v>
                </c:pt>
                <c:pt idx="8759">
                  <c:v>51129</c:v>
                </c:pt>
                <c:pt idx="8760">
                  <c:v>51130</c:v>
                </c:pt>
                <c:pt idx="8761">
                  <c:v>51131</c:v>
                </c:pt>
                <c:pt idx="8762">
                  <c:v>51132</c:v>
                </c:pt>
                <c:pt idx="8763">
                  <c:v>51133</c:v>
                </c:pt>
                <c:pt idx="8764">
                  <c:v>51134</c:v>
                </c:pt>
                <c:pt idx="8765">
                  <c:v>51135</c:v>
                </c:pt>
                <c:pt idx="8766">
                  <c:v>51136</c:v>
                </c:pt>
                <c:pt idx="8767">
                  <c:v>51137</c:v>
                </c:pt>
                <c:pt idx="8768">
                  <c:v>51138</c:v>
                </c:pt>
                <c:pt idx="8769">
                  <c:v>51139</c:v>
                </c:pt>
                <c:pt idx="8770">
                  <c:v>51140</c:v>
                </c:pt>
                <c:pt idx="8771">
                  <c:v>51141</c:v>
                </c:pt>
                <c:pt idx="8772">
                  <c:v>51142</c:v>
                </c:pt>
                <c:pt idx="8773">
                  <c:v>51143</c:v>
                </c:pt>
                <c:pt idx="8774">
                  <c:v>51144</c:v>
                </c:pt>
                <c:pt idx="8775">
                  <c:v>51145</c:v>
                </c:pt>
                <c:pt idx="8776">
                  <c:v>51146</c:v>
                </c:pt>
                <c:pt idx="8777">
                  <c:v>51147</c:v>
                </c:pt>
                <c:pt idx="8778">
                  <c:v>51148</c:v>
                </c:pt>
                <c:pt idx="8779">
                  <c:v>51149</c:v>
                </c:pt>
                <c:pt idx="8780">
                  <c:v>51150</c:v>
                </c:pt>
                <c:pt idx="8781">
                  <c:v>51151</c:v>
                </c:pt>
                <c:pt idx="8782">
                  <c:v>51152</c:v>
                </c:pt>
                <c:pt idx="8783">
                  <c:v>51153</c:v>
                </c:pt>
                <c:pt idx="8784">
                  <c:v>51154</c:v>
                </c:pt>
                <c:pt idx="8785">
                  <c:v>51155</c:v>
                </c:pt>
                <c:pt idx="8786">
                  <c:v>51156</c:v>
                </c:pt>
                <c:pt idx="8787">
                  <c:v>51157</c:v>
                </c:pt>
                <c:pt idx="8788">
                  <c:v>51158</c:v>
                </c:pt>
                <c:pt idx="8789">
                  <c:v>51159</c:v>
                </c:pt>
                <c:pt idx="8790">
                  <c:v>51160</c:v>
                </c:pt>
                <c:pt idx="8791">
                  <c:v>51161</c:v>
                </c:pt>
                <c:pt idx="8792">
                  <c:v>51162</c:v>
                </c:pt>
                <c:pt idx="8793">
                  <c:v>51163</c:v>
                </c:pt>
                <c:pt idx="8794">
                  <c:v>51164</c:v>
                </c:pt>
                <c:pt idx="8795">
                  <c:v>51165</c:v>
                </c:pt>
                <c:pt idx="8796">
                  <c:v>51166</c:v>
                </c:pt>
                <c:pt idx="8797">
                  <c:v>51167</c:v>
                </c:pt>
                <c:pt idx="8798">
                  <c:v>51168</c:v>
                </c:pt>
                <c:pt idx="8799">
                  <c:v>51169</c:v>
                </c:pt>
                <c:pt idx="8800">
                  <c:v>51170</c:v>
                </c:pt>
                <c:pt idx="8801">
                  <c:v>51171</c:v>
                </c:pt>
                <c:pt idx="8802">
                  <c:v>51172</c:v>
                </c:pt>
                <c:pt idx="8803">
                  <c:v>51173</c:v>
                </c:pt>
                <c:pt idx="8804">
                  <c:v>51174</c:v>
                </c:pt>
                <c:pt idx="8805">
                  <c:v>51175</c:v>
                </c:pt>
                <c:pt idx="8806">
                  <c:v>51176</c:v>
                </c:pt>
                <c:pt idx="8807">
                  <c:v>51177</c:v>
                </c:pt>
                <c:pt idx="8808">
                  <c:v>51178</c:v>
                </c:pt>
                <c:pt idx="8809">
                  <c:v>51179</c:v>
                </c:pt>
                <c:pt idx="8810">
                  <c:v>51180</c:v>
                </c:pt>
                <c:pt idx="8811">
                  <c:v>51181</c:v>
                </c:pt>
                <c:pt idx="8812">
                  <c:v>51182</c:v>
                </c:pt>
                <c:pt idx="8813">
                  <c:v>51183</c:v>
                </c:pt>
                <c:pt idx="8814">
                  <c:v>51184</c:v>
                </c:pt>
                <c:pt idx="8815">
                  <c:v>51185</c:v>
                </c:pt>
                <c:pt idx="8816">
                  <c:v>51186</c:v>
                </c:pt>
                <c:pt idx="8817">
                  <c:v>51187</c:v>
                </c:pt>
                <c:pt idx="8818">
                  <c:v>51188</c:v>
                </c:pt>
                <c:pt idx="8819">
                  <c:v>51189</c:v>
                </c:pt>
                <c:pt idx="8820">
                  <c:v>51190</c:v>
                </c:pt>
                <c:pt idx="8821">
                  <c:v>51191</c:v>
                </c:pt>
                <c:pt idx="8822">
                  <c:v>51192</c:v>
                </c:pt>
                <c:pt idx="8823">
                  <c:v>51193</c:v>
                </c:pt>
                <c:pt idx="8824">
                  <c:v>51194</c:v>
                </c:pt>
                <c:pt idx="8825">
                  <c:v>51195</c:v>
                </c:pt>
                <c:pt idx="8826">
                  <c:v>51196</c:v>
                </c:pt>
                <c:pt idx="8827">
                  <c:v>51197</c:v>
                </c:pt>
                <c:pt idx="8828">
                  <c:v>51198</c:v>
                </c:pt>
                <c:pt idx="8829">
                  <c:v>51199</c:v>
                </c:pt>
                <c:pt idx="8830">
                  <c:v>51200</c:v>
                </c:pt>
                <c:pt idx="8831">
                  <c:v>51201</c:v>
                </c:pt>
                <c:pt idx="8832">
                  <c:v>51202</c:v>
                </c:pt>
                <c:pt idx="8833">
                  <c:v>51203</c:v>
                </c:pt>
                <c:pt idx="8834">
                  <c:v>51204</c:v>
                </c:pt>
                <c:pt idx="8835">
                  <c:v>51205</c:v>
                </c:pt>
                <c:pt idx="8836">
                  <c:v>51206</c:v>
                </c:pt>
                <c:pt idx="8837">
                  <c:v>51207</c:v>
                </c:pt>
                <c:pt idx="8838">
                  <c:v>51208</c:v>
                </c:pt>
                <c:pt idx="8839">
                  <c:v>51209</c:v>
                </c:pt>
                <c:pt idx="8840">
                  <c:v>51210</c:v>
                </c:pt>
                <c:pt idx="8841">
                  <c:v>51211</c:v>
                </c:pt>
                <c:pt idx="8842">
                  <c:v>51212</c:v>
                </c:pt>
                <c:pt idx="8843">
                  <c:v>51213</c:v>
                </c:pt>
                <c:pt idx="8844">
                  <c:v>51214</c:v>
                </c:pt>
                <c:pt idx="8845">
                  <c:v>51215</c:v>
                </c:pt>
                <c:pt idx="8846">
                  <c:v>51216</c:v>
                </c:pt>
                <c:pt idx="8847">
                  <c:v>51217</c:v>
                </c:pt>
                <c:pt idx="8848">
                  <c:v>51218</c:v>
                </c:pt>
                <c:pt idx="8849">
                  <c:v>51219</c:v>
                </c:pt>
                <c:pt idx="8850">
                  <c:v>51220</c:v>
                </c:pt>
                <c:pt idx="8851">
                  <c:v>51221</c:v>
                </c:pt>
                <c:pt idx="8852">
                  <c:v>51222</c:v>
                </c:pt>
                <c:pt idx="8853">
                  <c:v>51223</c:v>
                </c:pt>
                <c:pt idx="8854">
                  <c:v>51224</c:v>
                </c:pt>
                <c:pt idx="8855">
                  <c:v>51225</c:v>
                </c:pt>
                <c:pt idx="8856">
                  <c:v>51226</c:v>
                </c:pt>
                <c:pt idx="8857">
                  <c:v>51227</c:v>
                </c:pt>
                <c:pt idx="8858">
                  <c:v>51228</c:v>
                </c:pt>
                <c:pt idx="8859">
                  <c:v>51229</c:v>
                </c:pt>
                <c:pt idx="8860">
                  <c:v>51230</c:v>
                </c:pt>
                <c:pt idx="8861">
                  <c:v>51231</c:v>
                </c:pt>
                <c:pt idx="8862">
                  <c:v>51232</c:v>
                </c:pt>
                <c:pt idx="8863">
                  <c:v>51233</c:v>
                </c:pt>
                <c:pt idx="8864">
                  <c:v>51234</c:v>
                </c:pt>
                <c:pt idx="8865">
                  <c:v>51235</c:v>
                </c:pt>
                <c:pt idx="8866">
                  <c:v>51236</c:v>
                </c:pt>
                <c:pt idx="8867">
                  <c:v>51237</c:v>
                </c:pt>
                <c:pt idx="8868">
                  <c:v>51238</c:v>
                </c:pt>
                <c:pt idx="8869">
                  <c:v>51239</c:v>
                </c:pt>
                <c:pt idx="8870">
                  <c:v>51240</c:v>
                </c:pt>
                <c:pt idx="8871">
                  <c:v>51241</c:v>
                </c:pt>
                <c:pt idx="8872">
                  <c:v>51242</c:v>
                </c:pt>
                <c:pt idx="8873">
                  <c:v>51243</c:v>
                </c:pt>
                <c:pt idx="8874">
                  <c:v>51244</c:v>
                </c:pt>
                <c:pt idx="8875">
                  <c:v>51245</c:v>
                </c:pt>
                <c:pt idx="8876">
                  <c:v>51246</c:v>
                </c:pt>
                <c:pt idx="8877">
                  <c:v>51247</c:v>
                </c:pt>
                <c:pt idx="8878">
                  <c:v>51248</c:v>
                </c:pt>
                <c:pt idx="8879">
                  <c:v>51249</c:v>
                </c:pt>
                <c:pt idx="8880">
                  <c:v>51250</c:v>
                </c:pt>
                <c:pt idx="8881">
                  <c:v>51251</c:v>
                </c:pt>
                <c:pt idx="8882">
                  <c:v>51252</c:v>
                </c:pt>
                <c:pt idx="8883">
                  <c:v>51253</c:v>
                </c:pt>
                <c:pt idx="8884">
                  <c:v>51254</c:v>
                </c:pt>
                <c:pt idx="8885">
                  <c:v>51255</c:v>
                </c:pt>
                <c:pt idx="8886">
                  <c:v>51256</c:v>
                </c:pt>
                <c:pt idx="8887">
                  <c:v>51257</c:v>
                </c:pt>
                <c:pt idx="8888">
                  <c:v>51258</c:v>
                </c:pt>
                <c:pt idx="8889">
                  <c:v>51259</c:v>
                </c:pt>
                <c:pt idx="8890">
                  <c:v>51260</c:v>
                </c:pt>
                <c:pt idx="8891">
                  <c:v>51261</c:v>
                </c:pt>
                <c:pt idx="8892">
                  <c:v>51262</c:v>
                </c:pt>
                <c:pt idx="8893">
                  <c:v>51263</c:v>
                </c:pt>
                <c:pt idx="8894">
                  <c:v>51264</c:v>
                </c:pt>
                <c:pt idx="8895">
                  <c:v>51265</c:v>
                </c:pt>
                <c:pt idx="8896">
                  <c:v>51266</c:v>
                </c:pt>
                <c:pt idx="8897">
                  <c:v>51267</c:v>
                </c:pt>
                <c:pt idx="8898">
                  <c:v>51268</c:v>
                </c:pt>
                <c:pt idx="8899">
                  <c:v>51269</c:v>
                </c:pt>
                <c:pt idx="8900">
                  <c:v>51270</c:v>
                </c:pt>
                <c:pt idx="8901">
                  <c:v>51271</c:v>
                </c:pt>
                <c:pt idx="8902">
                  <c:v>51272</c:v>
                </c:pt>
                <c:pt idx="8903">
                  <c:v>51273</c:v>
                </c:pt>
                <c:pt idx="8904">
                  <c:v>51274</c:v>
                </c:pt>
                <c:pt idx="8905">
                  <c:v>51275</c:v>
                </c:pt>
                <c:pt idx="8906">
                  <c:v>51276</c:v>
                </c:pt>
                <c:pt idx="8907">
                  <c:v>51277</c:v>
                </c:pt>
                <c:pt idx="8908">
                  <c:v>51278</c:v>
                </c:pt>
                <c:pt idx="8909">
                  <c:v>51279</c:v>
                </c:pt>
                <c:pt idx="8910">
                  <c:v>51280</c:v>
                </c:pt>
                <c:pt idx="8911">
                  <c:v>51281</c:v>
                </c:pt>
                <c:pt idx="8912">
                  <c:v>51282</c:v>
                </c:pt>
                <c:pt idx="8913">
                  <c:v>51283</c:v>
                </c:pt>
                <c:pt idx="8914">
                  <c:v>51284</c:v>
                </c:pt>
                <c:pt idx="8915">
                  <c:v>51285</c:v>
                </c:pt>
                <c:pt idx="8916">
                  <c:v>51286</c:v>
                </c:pt>
                <c:pt idx="8917">
                  <c:v>51287</c:v>
                </c:pt>
                <c:pt idx="8918">
                  <c:v>51288</c:v>
                </c:pt>
                <c:pt idx="8919">
                  <c:v>51289</c:v>
                </c:pt>
                <c:pt idx="8920">
                  <c:v>51290</c:v>
                </c:pt>
                <c:pt idx="8921">
                  <c:v>51291</c:v>
                </c:pt>
                <c:pt idx="8922">
                  <c:v>51292</c:v>
                </c:pt>
                <c:pt idx="8923">
                  <c:v>51293</c:v>
                </c:pt>
                <c:pt idx="8924">
                  <c:v>51294</c:v>
                </c:pt>
                <c:pt idx="8925">
                  <c:v>51295</c:v>
                </c:pt>
                <c:pt idx="8926">
                  <c:v>51296</c:v>
                </c:pt>
                <c:pt idx="8927">
                  <c:v>51297</c:v>
                </c:pt>
                <c:pt idx="8928">
                  <c:v>51298</c:v>
                </c:pt>
                <c:pt idx="8929">
                  <c:v>51299</c:v>
                </c:pt>
                <c:pt idx="8930">
                  <c:v>51300</c:v>
                </c:pt>
                <c:pt idx="8931">
                  <c:v>51301</c:v>
                </c:pt>
                <c:pt idx="8932">
                  <c:v>51302</c:v>
                </c:pt>
                <c:pt idx="8933">
                  <c:v>51303</c:v>
                </c:pt>
                <c:pt idx="8934">
                  <c:v>51304</c:v>
                </c:pt>
                <c:pt idx="8935">
                  <c:v>51305</c:v>
                </c:pt>
                <c:pt idx="8936">
                  <c:v>51306</c:v>
                </c:pt>
                <c:pt idx="8937">
                  <c:v>51307</c:v>
                </c:pt>
                <c:pt idx="8938">
                  <c:v>51308</c:v>
                </c:pt>
                <c:pt idx="8939">
                  <c:v>51309</c:v>
                </c:pt>
                <c:pt idx="8940">
                  <c:v>51310</c:v>
                </c:pt>
                <c:pt idx="8941">
                  <c:v>51311</c:v>
                </c:pt>
                <c:pt idx="8942">
                  <c:v>51312</c:v>
                </c:pt>
                <c:pt idx="8943">
                  <c:v>51313</c:v>
                </c:pt>
                <c:pt idx="8944">
                  <c:v>51314</c:v>
                </c:pt>
                <c:pt idx="8945">
                  <c:v>51315</c:v>
                </c:pt>
                <c:pt idx="8946">
                  <c:v>51316</c:v>
                </c:pt>
                <c:pt idx="8947">
                  <c:v>51317</c:v>
                </c:pt>
                <c:pt idx="8948">
                  <c:v>51318</c:v>
                </c:pt>
                <c:pt idx="8949">
                  <c:v>51319</c:v>
                </c:pt>
                <c:pt idx="8950">
                  <c:v>51320</c:v>
                </c:pt>
                <c:pt idx="8951">
                  <c:v>51321</c:v>
                </c:pt>
                <c:pt idx="8952">
                  <c:v>51322</c:v>
                </c:pt>
                <c:pt idx="8953">
                  <c:v>51323</c:v>
                </c:pt>
                <c:pt idx="8954">
                  <c:v>51324</c:v>
                </c:pt>
                <c:pt idx="8955">
                  <c:v>51325</c:v>
                </c:pt>
                <c:pt idx="8956">
                  <c:v>51326</c:v>
                </c:pt>
                <c:pt idx="8957">
                  <c:v>51327</c:v>
                </c:pt>
                <c:pt idx="8958">
                  <c:v>51328</c:v>
                </c:pt>
                <c:pt idx="8959">
                  <c:v>51329</c:v>
                </c:pt>
                <c:pt idx="8960">
                  <c:v>51330</c:v>
                </c:pt>
                <c:pt idx="8961">
                  <c:v>51331</c:v>
                </c:pt>
                <c:pt idx="8962">
                  <c:v>51332</c:v>
                </c:pt>
                <c:pt idx="8963">
                  <c:v>51333</c:v>
                </c:pt>
                <c:pt idx="8964">
                  <c:v>51334</c:v>
                </c:pt>
                <c:pt idx="8965">
                  <c:v>51335</c:v>
                </c:pt>
                <c:pt idx="8966">
                  <c:v>51336</c:v>
                </c:pt>
                <c:pt idx="8967">
                  <c:v>51337</c:v>
                </c:pt>
                <c:pt idx="8968">
                  <c:v>51338</c:v>
                </c:pt>
                <c:pt idx="8969">
                  <c:v>51339</c:v>
                </c:pt>
                <c:pt idx="8970">
                  <c:v>51340</c:v>
                </c:pt>
                <c:pt idx="8971">
                  <c:v>51341</c:v>
                </c:pt>
                <c:pt idx="8972">
                  <c:v>51342</c:v>
                </c:pt>
                <c:pt idx="8973">
                  <c:v>51343</c:v>
                </c:pt>
                <c:pt idx="8974">
                  <c:v>51344</c:v>
                </c:pt>
                <c:pt idx="8975">
                  <c:v>51345</c:v>
                </c:pt>
                <c:pt idx="8976">
                  <c:v>51346</c:v>
                </c:pt>
                <c:pt idx="8977">
                  <c:v>51347</c:v>
                </c:pt>
                <c:pt idx="8978">
                  <c:v>51348</c:v>
                </c:pt>
                <c:pt idx="8979">
                  <c:v>51349</c:v>
                </c:pt>
                <c:pt idx="8980">
                  <c:v>51350</c:v>
                </c:pt>
                <c:pt idx="8981">
                  <c:v>51351</c:v>
                </c:pt>
                <c:pt idx="8982">
                  <c:v>51352</c:v>
                </c:pt>
                <c:pt idx="8983">
                  <c:v>51353</c:v>
                </c:pt>
                <c:pt idx="8984">
                  <c:v>51354</c:v>
                </c:pt>
                <c:pt idx="8985">
                  <c:v>51355</c:v>
                </c:pt>
                <c:pt idx="8986">
                  <c:v>51356</c:v>
                </c:pt>
                <c:pt idx="8987">
                  <c:v>51357</c:v>
                </c:pt>
                <c:pt idx="8988">
                  <c:v>51358</c:v>
                </c:pt>
                <c:pt idx="8989">
                  <c:v>51359</c:v>
                </c:pt>
                <c:pt idx="8990">
                  <c:v>51360</c:v>
                </c:pt>
                <c:pt idx="8991">
                  <c:v>51361</c:v>
                </c:pt>
                <c:pt idx="8992">
                  <c:v>51362</c:v>
                </c:pt>
                <c:pt idx="8993">
                  <c:v>51363</c:v>
                </c:pt>
                <c:pt idx="8994">
                  <c:v>51364</c:v>
                </c:pt>
                <c:pt idx="8995">
                  <c:v>51365</c:v>
                </c:pt>
                <c:pt idx="8996">
                  <c:v>51366</c:v>
                </c:pt>
                <c:pt idx="8997">
                  <c:v>51367</c:v>
                </c:pt>
                <c:pt idx="8998">
                  <c:v>51368</c:v>
                </c:pt>
                <c:pt idx="8999">
                  <c:v>51369</c:v>
                </c:pt>
                <c:pt idx="9000">
                  <c:v>51370</c:v>
                </c:pt>
                <c:pt idx="9001">
                  <c:v>51371</c:v>
                </c:pt>
                <c:pt idx="9002">
                  <c:v>51372</c:v>
                </c:pt>
                <c:pt idx="9003">
                  <c:v>51373</c:v>
                </c:pt>
                <c:pt idx="9004">
                  <c:v>51374</c:v>
                </c:pt>
                <c:pt idx="9005">
                  <c:v>51375</c:v>
                </c:pt>
                <c:pt idx="9006">
                  <c:v>51376</c:v>
                </c:pt>
                <c:pt idx="9007">
                  <c:v>51377</c:v>
                </c:pt>
                <c:pt idx="9008">
                  <c:v>51378</c:v>
                </c:pt>
                <c:pt idx="9009">
                  <c:v>51379</c:v>
                </c:pt>
                <c:pt idx="9010">
                  <c:v>51380</c:v>
                </c:pt>
                <c:pt idx="9011">
                  <c:v>51381</c:v>
                </c:pt>
                <c:pt idx="9012">
                  <c:v>51382</c:v>
                </c:pt>
                <c:pt idx="9013">
                  <c:v>51383</c:v>
                </c:pt>
                <c:pt idx="9014">
                  <c:v>51384</c:v>
                </c:pt>
                <c:pt idx="9015">
                  <c:v>51385</c:v>
                </c:pt>
                <c:pt idx="9016">
                  <c:v>51386</c:v>
                </c:pt>
                <c:pt idx="9017">
                  <c:v>51387</c:v>
                </c:pt>
                <c:pt idx="9018">
                  <c:v>51388</c:v>
                </c:pt>
                <c:pt idx="9019">
                  <c:v>51389</c:v>
                </c:pt>
                <c:pt idx="9020">
                  <c:v>51390</c:v>
                </c:pt>
                <c:pt idx="9021">
                  <c:v>51391</c:v>
                </c:pt>
                <c:pt idx="9022">
                  <c:v>51392</c:v>
                </c:pt>
                <c:pt idx="9023">
                  <c:v>51393</c:v>
                </c:pt>
                <c:pt idx="9024">
                  <c:v>51394</c:v>
                </c:pt>
                <c:pt idx="9025">
                  <c:v>51395</c:v>
                </c:pt>
                <c:pt idx="9026">
                  <c:v>51396</c:v>
                </c:pt>
                <c:pt idx="9027">
                  <c:v>51397</c:v>
                </c:pt>
                <c:pt idx="9028">
                  <c:v>51398</c:v>
                </c:pt>
                <c:pt idx="9029">
                  <c:v>51399</c:v>
                </c:pt>
                <c:pt idx="9030">
                  <c:v>51400</c:v>
                </c:pt>
                <c:pt idx="9031">
                  <c:v>51401</c:v>
                </c:pt>
                <c:pt idx="9032">
                  <c:v>51402</c:v>
                </c:pt>
                <c:pt idx="9033">
                  <c:v>51403</c:v>
                </c:pt>
                <c:pt idx="9034">
                  <c:v>51404</c:v>
                </c:pt>
                <c:pt idx="9035">
                  <c:v>51405</c:v>
                </c:pt>
                <c:pt idx="9036">
                  <c:v>51406</c:v>
                </c:pt>
                <c:pt idx="9037">
                  <c:v>51407</c:v>
                </c:pt>
                <c:pt idx="9038">
                  <c:v>51408</c:v>
                </c:pt>
                <c:pt idx="9039">
                  <c:v>51409</c:v>
                </c:pt>
                <c:pt idx="9040">
                  <c:v>51410</c:v>
                </c:pt>
                <c:pt idx="9041">
                  <c:v>51411</c:v>
                </c:pt>
                <c:pt idx="9042">
                  <c:v>51412</c:v>
                </c:pt>
                <c:pt idx="9043">
                  <c:v>51413</c:v>
                </c:pt>
                <c:pt idx="9044">
                  <c:v>51414</c:v>
                </c:pt>
                <c:pt idx="9045">
                  <c:v>51415</c:v>
                </c:pt>
                <c:pt idx="9046">
                  <c:v>51416</c:v>
                </c:pt>
                <c:pt idx="9047">
                  <c:v>51417</c:v>
                </c:pt>
                <c:pt idx="9048">
                  <c:v>51418</c:v>
                </c:pt>
                <c:pt idx="9049">
                  <c:v>51419</c:v>
                </c:pt>
                <c:pt idx="9050">
                  <c:v>51420</c:v>
                </c:pt>
                <c:pt idx="9051">
                  <c:v>51421</c:v>
                </c:pt>
                <c:pt idx="9052">
                  <c:v>51422</c:v>
                </c:pt>
                <c:pt idx="9053">
                  <c:v>51423</c:v>
                </c:pt>
                <c:pt idx="9054">
                  <c:v>51424</c:v>
                </c:pt>
                <c:pt idx="9055">
                  <c:v>51425</c:v>
                </c:pt>
                <c:pt idx="9056">
                  <c:v>51426</c:v>
                </c:pt>
                <c:pt idx="9057">
                  <c:v>51427</c:v>
                </c:pt>
                <c:pt idx="9058">
                  <c:v>51428</c:v>
                </c:pt>
                <c:pt idx="9059">
                  <c:v>51429</c:v>
                </c:pt>
                <c:pt idx="9060">
                  <c:v>51430</c:v>
                </c:pt>
                <c:pt idx="9061">
                  <c:v>51431</c:v>
                </c:pt>
                <c:pt idx="9062">
                  <c:v>51432</c:v>
                </c:pt>
                <c:pt idx="9063">
                  <c:v>51433</c:v>
                </c:pt>
                <c:pt idx="9064">
                  <c:v>51434</c:v>
                </c:pt>
                <c:pt idx="9065">
                  <c:v>51435</c:v>
                </c:pt>
                <c:pt idx="9066">
                  <c:v>51436</c:v>
                </c:pt>
                <c:pt idx="9067">
                  <c:v>51437</c:v>
                </c:pt>
                <c:pt idx="9068">
                  <c:v>51438</c:v>
                </c:pt>
                <c:pt idx="9069">
                  <c:v>51439</c:v>
                </c:pt>
                <c:pt idx="9070">
                  <c:v>51440</c:v>
                </c:pt>
                <c:pt idx="9071">
                  <c:v>51441</c:v>
                </c:pt>
                <c:pt idx="9072">
                  <c:v>51442</c:v>
                </c:pt>
                <c:pt idx="9073">
                  <c:v>51443</c:v>
                </c:pt>
                <c:pt idx="9074">
                  <c:v>51444</c:v>
                </c:pt>
                <c:pt idx="9075">
                  <c:v>51445</c:v>
                </c:pt>
                <c:pt idx="9076">
                  <c:v>51446</c:v>
                </c:pt>
                <c:pt idx="9077">
                  <c:v>51447</c:v>
                </c:pt>
                <c:pt idx="9078">
                  <c:v>51448</c:v>
                </c:pt>
                <c:pt idx="9079">
                  <c:v>51449</c:v>
                </c:pt>
                <c:pt idx="9080">
                  <c:v>51450</c:v>
                </c:pt>
                <c:pt idx="9081">
                  <c:v>51451</c:v>
                </c:pt>
                <c:pt idx="9082">
                  <c:v>51452</c:v>
                </c:pt>
                <c:pt idx="9083">
                  <c:v>51453</c:v>
                </c:pt>
                <c:pt idx="9084">
                  <c:v>51454</c:v>
                </c:pt>
                <c:pt idx="9085">
                  <c:v>51455</c:v>
                </c:pt>
                <c:pt idx="9086">
                  <c:v>51456</c:v>
                </c:pt>
                <c:pt idx="9087">
                  <c:v>51457</c:v>
                </c:pt>
                <c:pt idx="9088">
                  <c:v>51458</c:v>
                </c:pt>
                <c:pt idx="9089">
                  <c:v>51459</c:v>
                </c:pt>
                <c:pt idx="9090">
                  <c:v>51460</c:v>
                </c:pt>
                <c:pt idx="9091">
                  <c:v>51461</c:v>
                </c:pt>
                <c:pt idx="9092">
                  <c:v>51462</c:v>
                </c:pt>
                <c:pt idx="9093">
                  <c:v>51463</c:v>
                </c:pt>
                <c:pt idx="9094">
                  <c:v>51464</c:v>
                </c:pt>
                <c:pt idx="9095">
                  <c:v>51465</c:v>
                </c:pt>
                <c:pt idx="9096">
                  <c:v>51466</c:v>
                </c:pt>
                <c:pt idx="9097">
                  <c:v>51467</c:v>
                </c:pt>
                <c:pt idx="9098">
                  <c:v>51468</c:v>
                </c:pt>
                <c:pt idx="9099">
                  <c:v>51469</c:v>
                </c:pt>
                <c:pt idx="9100">
                  <c:v>51470</c:v>
                </c:pt>
                <c:pt idx="9101">
                  <c:v>51471</c:v>
                </c:pt>
                <c:pt idx="9102">
                  <c:v>51472</c:v>
                </c:pt>
                <c:pt idx="9103">
                  <c:v>51473</c:v>
                </c:pt>
                <c:pt idx="9104">
                  <c:v>51474</c:v>
                </c:pt>
                <c:pt idx="9105">
                  <c:v>51475</c:v>
                </c:pt>
                <c:pt idx="9106">
                  <c:v>51476</c:v>
                </c:pt>
                <c:pt idx="9107">
                  <c:v>51477</c:v>
                </c:pt>
                <c:pt idx="9108">
                  <c:v>51478</c:v>
                </c:pt>
                <c:pt idx="9109">
                  <c:v>51479</c:v>
                </c:pt>
                <c:pt idx="9110">
                  <c:v>51480</c:v>
                </c:pt>
                <c:pt idx="9111">
                  <c:v>51481</c:v>
                </c:pt>
                <c:pt idx="9112">
                  <c:v>51482</c:v>
                </c:pt>
                <c:pt idx="9113">
                  <c:v>51483</c:v>
                </c:pt>
                <c:pt idx="9114">
                  <c:v>51484</c:v>
                </c:pt>
                <c:pt idx="9115">
                  <c:v>51485</c:v>
                </c:pt>
                <c:pt idx="9116">
                  <c:v>51486</c:v>
                </c:pt>
                <c:pt idx="9117">
                  <c:v>51487</c:v>
                </c:pt>
                <c:pt idx="9118">
                  <c:v>51488</c:v>
                </c:pt>
                <c:pt idx="9119">
                  <c:v>51489</c:v>
                </c:pt>
                <c:pt idx="9120">
                  <c:v>51490</c:v>
                </c:pt>
                <c:pt idx="9121">
                  <c:v>51491</c:v>
                </c:pt>
                <c:pt idx="9122">
                  <c:v>51492</c:v>
                </c:pt>
                <c:pt idx="9123">
                  <c:v>51493</c:v>
                </c:pt>
                <c:pt idx="9124">
                  <c:v>51494</c:v>
                </c:pt>
                <c:pt idx="9125">
                  <c:v>51495</c:v>
                </c:pt>
                <c:pt idx="9126">
                  <c:v>51496</c:v>
                </c:pt>
                <c:pt idx="9127">
                  <c:v>51497</c:v>
                </c:pt>
                <c:pt idx="9128">
                  <c:v>51498</c:v>
                </c:pt>
                <c:pt idx="9129">
                  <c:v>51499</c:v>
                </c:pt>
                <c:pt idx="9130">
                  <c:v>51500</c:v>
                </c:pt>
                <c:pt idx="9131">
                  <c:v>51501</c:v>
                </c:pt>
                <c:pt idx="9132">
                  <c:v>51502</c:v>
                </c:pt>
                <c:pt idx="9133">
                  <c:v>51503</c:v>
                </c:pt>
                <c:pt idx="9134">
                  <c:v>51504</c:v>
                </c:pt>
                <c:pt idx="9135">
                  <c:v>51505</c:v>
                </c:pt>
                <c:pt idx="9136">
                  <c:v>51506</c:v>
                </c:pt>
                <c:pt idx="9137">
                  <c:v>51507</c:v>
                </c:pt>
                <c:pt idx="9138">
                  <c:v>51508</c:v>
                </c:pt>
                <c:pt idx="9139">
                  <c:v>51509</c:v>
                </c:pt>
                <c:pt idx="9140">
                  <c:v>51510</c:v>
                </c:pt>
                <c:pt idx="9141">
                  <c:v>51511</c:v>
                </c:pt>
                <c:pt idx="9142">
                  <c:v>51512</c:v>
                </c:pt>
                <c:pt idx="9143">
                  <c:v>51513</c:v>
                </c:pt>
                <c:pt idx="9144">
                  <c:v>51514</c:v>
                </c:pt>
                <c:pt idx="9145">
                  <c:v>51515</c:v>
                </c:pt>
                <c:pt idx="9146">
                  <c:v>51516</c:v>
                </c:pt>
                <c:pt idx="9147">
                  <c:v>51517</c:v>
                </c:pt>
                <c:pt idx="9148">
                  <c:v>51518</c:v>
                </c:pt>
                <c:pt idx="9149">
                  <c:v>51519</c:v>
                </c:pt>
                <c:pt idx="9150">
                  <c:v>51520</c:v>
                </c:pt>
                <c:pt idx="9151">
                  <c:v>51521</c:v>
                </c:pt>
                <c:pt idx="9152">
                  <c:v>51522</c:v>
                </c:pt>
                <c:pt idx="9153">
                  <c:v>51523</c:v>
                </c:pt>
                <c:pt idx="9154">
                  <c:v>51524</c:v>
                </c:pt>
                <c:pt idx="9155">
                  <c:v>51525</c:v>
                </c:pt>
                <c:pt idx="9156">
                  <c:v>51526</c:v>
                </c:pt>
                <c:pt idx="9157">
                  <c:v>51527</c:v>
                </c:pt>
                <c:pt idx="9158">
                  <c:v>51528</c:v>
                </c:pt>
                <c:pt idx="9159">
                  <c:v>51529</c:v>
                </c:pt>
                <c:pt idx="9160">
                  <c:v>51530</c:v>
                </c:pt>
                <c:pt idx="9161">
                  <c:v>51531</c:v>
                </c:pt>
                <c:pt idx="9162">
                  <c:v>51532</c:v>
                </c:pt>
                <c:pt idx="9163">
                  <c:v>51533</c:v>
                </c:pt>
                <c:pt idx="9164">
                  <c:v>51534</c:v>
                </c:pt>
                <c:pt idx="9165">
                  <c:v>51535</c:v>
                </c:pt>
                <c:pt idx="9166">
                  <c:v>51536</c:v>
                </c:pt>
                <c:pt idx="9167">
                  <c:v>51537</c:v>
                </c:pt>
                <c:pt idx="9168">
                  <c:v>51538</c:v>
                </c:pt>
                <c:pt idx="9169">
                  <c:v>51539</c:v>
                </c:pt>
                <c:pt idx="9170">
                  <c:v>51540</c:v>
                </c:pt>
                <c:pt idx="9171">
                  <c:v>51541</c:v>
                </c:pt>
                <c:pt idx="9172">
                  <c:v>51542</c:v>
                </c:pt>
                <c:pt idx="9173">
                  <c:v>51543</c:v>
                </c:pt>
                <c:pt idx="9174">
                  <c:v>51544</c:v>
                </c:pt>
                <c:pt idx="9175">
                  <c:v>51545</c:v>
                </c:pt>
                <c:pt idx="9176">
                  <c:v>51546</c:v>
                </c:pt>
                <c:pt idx="9177">
                  <c:v>51547</c:v>
                </c:pt>
                <c:pt idx="9178">
                  <c:v>51548</c:v>
                </c:pt>
                <c:pt idx="9179">
                  <c:v>51549</c:v>
                </c:pt>
                <c:pt idx="9180">
                  <c:v>51550</c:v>
                </c:pt>
                <c:pt idx="9181">
                  <c:v>51551</c:v>
                </c:pt>
                <c:pt idx="9182">
                  <c:v>51552</c:v>
                </c:pt>
                <c:pt idx="9183">
                  <c:v>51553</c:v>
                </c:pt>
                <c:pt idx="9184">
                  <c:v>51554</c:v>
                </c:pt>
                <c:pt idx="9185">
                  <c:v>51555</c:v>
                </c:pt>
                <c:pt idx="9186">
                  <c:v>51556</c:v>
                </c:pt>
                <c:pt idx="9187">
                  <c:v>51557</c:v>
                </c:pt>
                <c:pt idx="9188">
                  <c:v>51558</c:v>
                </c:pt>
                <c:pt idx="9189">
                  <c:v>51559</c:v>
                </c:pt>
                <c:pt idx="9190">
                  <c:v>51560</c:v>
                </c:pt>
                <c:pt idx="9191">
                  <c:v>51561</c:v>
                </c:pt>
                <c:pt idx="9192">
                  <c:v>51562</c:v>
                </c:pt>
                <c:pt idx="9193">
                  <c:v>51563</c:v>
                </c:pt>
                <c:pt idx="9194">
                  <c:v>51564</c:v>
                </c:pt>
                <c:pt idx="9195">
                  <c:v>51565</c:v>
                </c:pt>
                <c:pt idx="9196">
                  <c:v>51566</c:v>
                </c:pt>
                <c:pt idx="9197">
                  <c:v>51567</c:v>
                </c:pt>
                <c:pt idx="9198">
                  <c:v>51568</c:v>
                </c:pt>
                <c:pt idx="9199">
                  <c:v>51569</c:v>
                </c:pt>
                <c:pt idx="9200">
                  <c:v>51570</c:v>
                </c:pt>
                <c:pt idx="9201">
                  <c:v>51571</c:v>
                </c:pt>
                <c:pt idx="9202">
                  <c:v>51572</c:v>
                </c:pt>
                <c:pt idx="9203">
                  <c:v>51573</c:v>
                </c:pt>
                <c:pt idx="9204">
                  <c:v>51574</c:v>
                </c:pt>
                <c:pt idx="9205">
                  <c:v>51575</c:v>
                </c:pt>
                <c:pt idx="9206">
                  <c:v>51576</c:v>
                </c:pt>
                <c:pt idx="9207">
                  <c:v>51577</c:v>
                </c:pt>
                <c:pt idx="9208">
                  <c:v>51578</c:v>
                </c:pt>
                <c:pt idx="9209">
                  <c:v>51579</c:v>
                </c:pt>
                <c:pt idx="9210">
                  <c:v>51580</c:v>
                </c:pt>
                <c:pt idx="9211">
                  <c:v>51581</c:v>
                </c:pt>
                <c:pt idx="9212">
                  <c:v>51582</c:v>
                </c:pt>
                <c:pt idx="9213">
                  <c:v>51583</c:v>
                </c:pt>
                <c:pt idx="9214">
                  <c:v>51584</c:v>
                </c:pt>
                <c:pt idx="9215">
                  <c:v>51585</c:v>
                </c:pt>
                <c:pt idx="9216">
                  <c:v>51586</c:v>
                </c:pt>
                <c:pt idx="9217">
                  <c:v>51587</c:v>
                </c:pt>
                <c:pt idx="9218">
                  <c:v>51588</c:v>
                </c:pt>
                <c:pt idx="9219">
                  <c:v>51589</c:v>
                </c:pt>
                <c:pt idx="9220">
                  <c:v>51590</c:v>
                </c:pt>
                <c:pt idx="9221">
                  <c:v>51591</c:v>
                </c:pt>
                <c:pt idx="9222">
                  <c:v>51592</c:v>
                </c:pt>
                <c:pt idx="9223">
                  <c:v>51593</c:v>
                </c:pt>
                <c:pt idx="9224">
                  <c:v>51594</c:v>
                </c:pt>
                <c:pt idx="9225">
                  <c:v>51595</c:v>
                </c:pt>
                <c:pt idx="9226">
                  <c:v>51596</c:v>
                </c:pt>
                <c:pt idx="9227">
                  <c:v>51597</c:v>
                </c:pt>
                <c:pt idx="9228">
                  <c:v>51598</c:v>
                </c:pt>
                <c:pt idx="9229">
                  <c:v>51599</c:v>
                </c:pt>
                <c:pt idx="9230">
                  <c:v>51600</c:v>
                </c:pt>
                <c:pt idx="9231">
                  <c:v>51601</c:v>
                </c:pt>
                <c:pt idx="9232">
                  <c:v>51602</c:v>
                </c:pt>
                <c:pt idx="9233">
                  <c:v>51603</c:v>
                </c:pt>
                <c:pt idx="9234">
                  <c:v>51604</c:v>
                </c:pt>
                <c:pt idx="9235">
                  <c:v>51605</c:v>
                </c:pt>
                <c:pt idx="9236">
                  <c:v>51606</c:v>
                </c:pt>
                <c:pt idx="9237">
                  <c:v>51607</c:v>
                </c:pt>
                <c:pt idx="9238">
                  <c:v>51608</c:v>
                </c:pt>
                <c:pt idx="9239">
                  <c:v>51609</c:v>
                </c:pt>
                <c:pt idx="9240">
                  <c:v>51610</c:v>
                </c:pt>
                <c:pt idx="9241">
                  <c:v>51611</c:v>
                </c:pt>
                <c:pt idx="9242">
                  <c:v>51612</c:v>
                </c:pt>
                <c:pt idx="9243">
                  <c:v>51613</c:v>
                </c:pt>
                <c:pt idx="9244">
                  <c:v>51614</c:v>
                </c:pt>
                <c:pt idx="9245">
                  <c:v>51615</c:v>
                </c:pt>
                <c:pt idx="9246">
                  <c:v>51616</c:v>
                </c:pt>
                <c:pt idx="9247">
                  <c:v>51617</c:v>
                </c:pt>
                <c:pt idx="9248">
                  <c:v>51618</c:v>
                </c:pt>
                <c:pt idx="9249">
                  <c:v>51619</c:v>
                </c:pt>
                <c:pt idx="9250">
                  <c:v>51620</c:v>
                </c:pt>
                <c:pt idx="9251">
                  <c:v>51621</c:v>
                </c:pt>
                <c:pt idx="9252">
                  <c:v>51622</c:v>
                </c:pt>
                <c:pt idx="9253">
                  <c:v>51623</c:v>
                </c:pt>
                <c:pt idx="9254">
                  <c:v>51624</c:v>
                </c:pt>
                <c:pt idx="9255">
                  <c:v>51625</c:v>
                </c:pt>
                <c:pt idx="9256">
                  <c:v>51626</c:v>
                </c:pt>
                <c:pt idx="9257">
                  <c:v>51627</c:v>
                </c:pt>
                <c:pt idx="9258">
                  <c:v>51628</c:v>
                </c:pt>
                <c:pt idx="9259">
                  <c:v>51629</c:v>
                </c:pt>
                <c:pt idx="9260">
                  <c:v>51630</c:v>
                </c:pt>
                <c:pt idx="9261">
                  <c:v>51631</c:v>
                </c:pt>
                <c:pt idx="9262">
                  <c:v>51632</c:v>
                </c:pt>
                <c:pt idx="9263">
                  <c:v>51633</c:v>
                </c:pt>
                <c:pt idx="9264">
                  <c:v>51634</c:v>
                </c:pt>
                <c:pt idx="9265">
                  <c:v>51635</c:v>
                </c:pt>
                <c:pt idx="9266">
                  <c:v>51636</c:v>
                </c:pt>
                <c:pt idx="9267">
                  <c:v>51637</c:v>
                </c:pt>
                <c:pt idx="9268">
                  <c:v>51638</c:v>
                </c:pt>
                <c:pt idx="9269">
                  <c:v>51639</c:v>
                </c:pt>
                <c:pt idx="9270">
                  <c:v>51640</c:v>
                </c:pt>
                <c:pt idx="9271">
                  <c:v>51641</c:v>
                </c:pt>
                <c:pt idx="9272">
                  <c:v>51642</c:v>
                </c:pt>
                <c:pt idx="9273">
                  <c:v>51643</c:v>
                </c:pt>
                <c:pt idx="9274">
                  <c:v>51644</c:v>
                </c:pt>
                <c:pt idx="9275">
                  <c:v>51645</c:v>
                </c:pt>
                <c:pt idx="9276">
                  <c:v>51646</c:v>
                </c:pt>
                <c:pt idx="9277">
                  <c:v>51647</c:v>
                </c:pt>
                <c:pt idx="9278">
                  <c:v>51648</c:v>
                </c:pt>
                <c:pt idx="9279">
                  <c:v>51649</c:v>
                </c:pt>
                <c:pt idx="9280">
                  <c:v>51650</c:v>
                </c:pt>
                <c:pt idx="9281">
                  <c:v>51651</c:v>
                </c:pt>
                <c:pt idx="9282">
                  <c:v>51652</c:v>
                </c:pt>
                <c:pt idx="9283">
                  <c:v>51653</c:v>
                </c:pt>
                <c:pt idx="9284">
                  <c:v>51654</c:v>
                </c:pt>
                <c:pt idx="9285">
                  <c:v>51655</c:v>
                </c:pt>
                <c:pt idx="9286">
                  <c:v>51656</c:v>
                </c:pt>
                <c:pt idx="9287">
                  <c:v>51657</c:v>
                </c:pt>
                <c:pt idx="9288">
                  <c:v>51658</c:v>
                </c:pt>
                <c:pt idx="9289">
                  <c:v>51659</c:v>
                </c:pt>
                <c:pt idx="9290">
                  <c:v>51660</c:v>
                </c:pt>
                <c:pt idx="9291">
                  <c:v>51661</c:v>
                </c:pt>
                <c:pt idx="9292">
                  <c:v>51662</c:v>
                </c:pt>
                <c:pt idx="9293">
                  <c:v>51663</c:v>
                </c:pt>
                <c:pt idx="9294">
                  <c:v>51664</c:v>
                </c:pt>
                <c:pt idx="9295">
                  <c:v>51665</c:v>
                </c:pt>
                <c:pt idx="9296">
                  <c:v>51666</c:v>
                </c:pt>
                <c:pt idx="9297">
                  <c:v>51667</c:v>
                </c:pt>
                <c:pt idx="9298">
                  <c:v>51668</c:v>
                </c:pt>
                <c:pt idx="9299">
                  <c:v>51669</c:v>
                </c:pt>
                <c:pt idx="9300">
                  <c:v>51670</c:v>
                </c:pt>
                <c:pt idx="9301">
                  <c:v>51671</c:v>
                </c:pt>
                <c:pt idx="9302">
                  <c:v>51672</c:v>
                </c:pt>
                <c:pt idx="9303">
                  <c:v>51673</c:v>
                </c:pt>
                <c:pt idx="9304">
                  <c:v>51674</c:v>
                </c:pt>
                <c:pt idx="9305">
                  <c:v>51675</c:v>
                </c:pt>
                <c:pt idx="9306">
                  <c:v>51676</c:v>
                </c:pt>
                <c:pt idx="9307">
                  <c:v>51677</c:v>
                </c:pt>
                <c:pt idx="9308">
                  <c:v>51678</c:v>
                </c:pt>
                <c:pt idx="9309">
                  <c:v>51679</c:v>
                </c:pt>
                <c:pt idx="9310">
                  <c:v>51680</c:v>
                </c:pt>
                <c:pt idx="9311">
                  <c:v>51681</c:v>
                </c:pt>
                <c:pt idx="9312">
                  <c:v>51682</c:v>
                </c:pt>
                <c:pt idx="9313">
                  <c:v>51683</c:v>
                </c:pt>
                <c:pt idx="9314">
                  <c:v>51684</c:v>
                </c:pt>
                <c:pt idx="9315">
                  <c:v>51685</c:v>
                </c:pt>
                <c:pt idx="9316">
                  <c:v>51686</c:v>
                </c:pt>
                <c:pt idx="9317">
                  <c:v>51687</c:v>
                </c:pt>
                <c:pt idx="9318">
                  <c:v>51688</c:v>
                </c:pt>
                <c:pt idx="9319">
                  <c:v>51689</c:v>
                </c:pt>
                <c:pt idx="9320">
                  <c:v>51690</c:v>
                </c:pt>
                <c:pt idx="9321">
                  <c:v>51691</c:v>
                </c:pt>
                <c:pt idx="9322">
                  <c:v>51692</c:v>
                </c:pt>
                <c:pt idx="9323">
                  <c:v>51693</c:v>
                </c:pt>
                <c:pt idx="9324">
                  <c:v>51694</c:v>
                </c:pt>
                <c:pt idx="9325">
                  <c:v>51695</c:v>
                </c:pt>
                <c:pt idx="9326">
                  <c:v>51696</c:v>
                </c:pt>
                <c:pt idx="9327">
                  <c:v>51697</c:v>
                </c:pt>
                <c:pt idx="9328">
                  <c:v>51698</c:v>
                </c:pt>
                <c:pt idx="9329">
                  <c:v>51699</c:v>
                </c:pt>
                <c:pt idx="9330">
                  <c:v>51700</c:v>
                </c:pt>
                <c:pt idx="9331">
                  <c:v>51701</c:v>
                </c:pt>
                <c:pt idx="9332">
                  <c:v>51702</c:v>
                </c:pt>
                <c:pt idx="9333">
                  <c:v>51703</c:v>
                </c:pt>
                <c:pt idx="9334">
                  <c:v>51704</c:v>
                </c:pt>
                <c:pt idx="9335">
                  <c:v>51705</c:v>
                </c:pt>
                <c:pt idx="9336">
                  <c:v>51706</c:v>
                </c:pt>
                <c:pt idx="9337">
                  <c:v>51707</c:v>
                </c:pt>
                <c:pt idx="9338">
                  <c:v>51708</c:v>
                </c:pt>
                <c:pt idx="9339">
                  <c:v>51709</c:v>
                </c:pt>
                <c:pt idx="9340">
                  <c:v>51710</c:v>
                </c:pt>
                <c:pt idx="9341">
                  <c:v>51711</c:v>
                </c:pt>
                <c:pt idx="9342">
                  <c:v>51712</c:v>
                </c:pt>
                <c:pt idx="9343">
                  <c:v>51713</c:v>
                </c:pt>
                <c:pt idx="9344">
                  <c:v>51714</c:v>
                </c:pt>
                <c:pt idx="9345">
                  <c:v>51715</c:v>
                </c:pt>
                <c:pt idx="9346">
                  <c:v>51716</c:v>
                </c:pt>
                <c:pt idx="9347">
                  <c:v>51717</c:v>
                </c:pt>
                <c:pt idx="9348">
                  <c:v>51718</c:v>
                </c:pt>
                <c:pt idx="9349">
                  <c:v>51719</c:v>
                </c:pt>
                <c:pt idx="9350">
                  <c:v>51720</c:v>
                </c:pt>
                <c:pt idx="9351">
                  <c:v>51721</c:v>
                </c:pt>
                <c:pt idx="9352">
                  <c:v>51722</c:v>
                </c:pt>
                <c:pt idx="9353">
                  <c:v>51723</c:v>
                </c:pt>
                <c:pt idx="9354">
                  <c:v>51724</c:v>
                </c:pt>
                <c:pt idx="9355">
                  <c:v>51725</c:v>
                </c:pt>
                <c:pt idx="9356">
                  <c:v>51726</c:v>
                </c:pt>
                <c:pt idx="9357">
                  <c:v>51727</c:v>
                </c:pt>
                <c:pt idx="9358">
                  <c:v>51728</c:v>
                </c:pt>
                <c:pt idx="9359">
                  <c:v>51729</c:v>
                </c:pt>
                <c:pt idx="9360">
                  <c:v>51730</c:v>
                </c:pt>
                <c:pt idx="9361">
                  <c:v>51731</c:v>
                </c:pt>
                <c:pt idx="9362">
                  <c:v>51732</c:v>
                </c:pt>
                <c:pt idx="9363">
                  <c:v>51733</c:v>
                </c:pt>
                <c:pt idx="9364">
                  <c:v>51734</c:v>
                </c:pt>
                <c:pt idx="9365">
                  <c:v>51735</c:v>
                </c:pt>
                <c:pt idx="9366">
                  <c:v>51736</c:v>
                </c:pt>
                <c:pt idx="9367">
                  <c:v>51737</c:v>
                </c:pt>
                <c:pt idx="9368">
                  <c:v>51738</c:v>
                </c:pt>
                <c:pt idx="9369">
                  <c:v>51739</c:v>
                </c:pt>
                <c:pt idx="9370">
                  <c:v>51740</c:v>
                </c:pt>
                <c:pt idx="9371">
                  <c:v>51741</c:v>
                </c:pt>
                <c:pt idx="9372">
                  <c:v>51742</c:v>
                </c:pt>
                <c:pt idx="9373">
                  <c:v>51743</c:v>
                </c:pt>
                <c:pt idx="9374">
                  <c:v>51744</c:v>
                </c:pt>
                <c:pt idx="9375">
                  <c:v>51745</c:v>
                </c:pt>
                <c:pt idx="9376">
                  <c:v>51746</c:v>
                </c:pt>
                <c:pt idx="9377">
                  <c:v>51747</c:v>
                </c:pt>
                <c:pt idx="9378">
                  <c:v>51748</c:v>
                </c:pt>
                <c:pt idx="9379">
                  <c:v>51749</c:v>
                </c:pt>
                <c:pt idx="9380">
                  <c:v>51750</c:v>
                </c:pt>
                <c:pt idx="9381">
                  <c:v>51751</c:v>
                </c:pt>
                <c:pt idx="9382">
                  <c:v>51752</c:v>
                </c:pt>
                <c:pt idx="9383">
                  <c:v>51753</c:v>
                </c:pt>
                <c:pt idx="9384">
                  <c:v>51754</c:v>
                </c:pt>
                <c:pt idx="9385">
                  <c:v>51755</c:v>
                </c:pt>
                <c:pt idx="9386">
                  <c:v>51756</c:v>
                </c:pt>
                <c:pt idx="9387">
                  <c:v>51757</c:v>
                </c:pt>
                <c:pt idx="9388">
                  <c:v>51758</c:v>
                </c:pt>
                <c:pt idx="9389">
                  <c:v>51759</c:v>
                </c:pt>
                <c:pt idx="9390">
                  <c:v>51760</c:v>
                </c:pt>
                <c:pt idx="9391">
                  <c:v>51761</c:v>
                </c:pt>
                <c:pt idx="9392">
                  <c:v>51762</c:v>
                </c:pt>
                <c:pt idx="9393">
                  <c:v>51763</c:v>
                </c:pt>
                <c:pt idx="9394">
                  <c:v>51764</c:v>
                </c:pt>
                <c:pt idx="9395">
                  <c:v>51765</c:v>
                </c:pt>
                <c:pt idx="9396">
                  <c:v>51766</c:v>
                </c:pt>
                <c:pt idx="9397">
                  <c:v>51767</c:v>
                </c:pt>
                <c:pt idx="9398">
                  <c:v>51768</c:v>
                </c:pt>
                <c:pt idx="9399">
                  <c:v>51769</c:v>
                </c:pt>
                <c:pt idx="9400">
                  <c:v>51770</c:v>
                </c:pt>
                <c:pt idx="9401">
                  <c:v>51771</c:v>
                </c:pt>
                <c:pt idx="9402">
                  <c:v>51772</c:v>
                </c:pt>
                <c:pt idx="9403">
                  <c:v>51773</c:v>
                </c:pt>
                <c:pt idx="9404">
                  <c:v>51774</c:v>
                </c:pt>
                <c:pt idx="9405">
                  <c:v>51775</c:v>
                </c:pt>
                <c:pt idx="9406">
                  <c:v>51776</c:v>
                </c:pt>
                <c:pt idx="9407">
                  <c:v>51777</c:v>
                </c:pt>
                <c:pt idx="9408">
                  <c:v>51778</c:v>
                </c:pt>
                <c:pt idx="9409">
                  <c:v>51779</c:v>
                </c:pt>
                <c:pt idx="9410">
                  <c:v>51780</c:v>
                </c:pt>
                <c:pt idx="9411">
                  <c:v>51781</c:v>
                </c:pt>
                <c:pt idx="9412">
                  <c:v>51782</c:v>
                </c:pt>
                <c:pt idx="9413">
                  <c:v>51783</c:v>
                </c:pt>
                <c:pt idx="9414">
                  <c:v>51784</c:v>
                </c:pt>
                <c:pt idx="9415">
                  <c:v>51785</c:v>
                </c:pt>
                <c:pt idx="9416">
                  <c:v>51786</c:v>
                </c:pt>
                <c:pt idx="9417">
                  <c:v>51787</c:v>
                </c:pt>
                <c:pt idx="9418">
                  <c:v>51788</c:v>
                </c:pt>
                <c:pt idx="9419">
                  <c:v>51789</c:v>
                </c:pt>
                <c:pt idx="9420">
                  <c:v>51790</c:v>
                </c:pt>
                <c:pt idx="9421">
                  <c:v>51791</c:v>
                </c:pt>
                <c:pt idx="9422">
                  <c:v>51792</c:v>
                </c:pt>
                <c:pt idx="9423">
                  <c:v>51793</c:v>
                </c:pt>
                <c:pt idx="9424">
                  <c:v>51794</c:v>
                </c:pt>
                <c:pt idx="9425">
                  <c:v>51795</c:v>
                </c:pt>
                <c:pt idx="9426">
                  <c:v>51796</c:v>
                </c:pt>
                <c:pt idx="9427">
                  <c:v>51797</c:v>
                </c:pt>
                <c:pt idx="9428">
                  <c:v>51798</c:v>
                </c:pt>
                <c:pt idx="9429">
                  <c:v>51799</c:v>
                </c:pt>
                <c:pt idx="9430">
                  <c:v>51800</c:v>
                </c:pt>
                <c:pt idx="9431">
                  <c:v>51801</c:v>
                </c:pt>
                <c:pt idx="9432">
                  <c:v>51802</c:v>
                </c:pt>
                <c:pt idx="9433">
                  <c:v>51803</c:v>
                </c:pt>
                <c:pt idx="9434">
                  <c:v>51804</c:v>
                </c:pt>
                <c:pt idx="9435">
                  <c:v>51805</c:v>
                </c:pt>
                <c:pt idx="9436">
                  <c:v>51806</c:v>
                </c:pt>
                <c:pt idx="9437">
                  <c:v>51807</c:v>
                </c:pt>
                <c:pt idx="9438">
                  <c:v>51808</c:v>
                </c:pt>
                <c:pt idx="9439">
                  <c:v>51809</c:v>
                </c:pt>
                <c:pt idx="9440">
                  <c:v>51810</c:v>
                </c:pt>
                <c:pt idx="9441">
                  <c:v>51811</c:v>
                </c:pt>
                <c:pt idx="9442">
                  <c:v>51812</c:v>
                </c:pt>
                <c:pt idx="9443">
                  <c:v>51813</c:v>
                </c:pt>
                <c:pt idx="9444">
                  <c:v>51814</c:v>
                </c:pt>
                <c:pt idx="9445">
                  <c:v>51815</c:v>
                </c:pt>
                <c:pt idx="9446">
                  <c:v>51816</c:v>
                </c:pt>
                <c:pt idx="9447">
                  <c:v>51817</c:v>
                </c:pt>
                <c:pt idx="9448">
                  <c:v>51818</c:v>
                </c:pt>
                <c:pt idx="9449">
                  <c:v>51819</c:v>
                </c:pt>
                <c:pt idx="9450">
                  <c:v>51820</c:v>
                </c:pt>
                <c:pt idx="9451">
                  <c:v>51821</c:v>
                </c:pt>
                <c:pt idx="9452">
                  <c:v>51822</c:v>
                </c:pt>
                <c:pt idx="9453">
                  <c:v>51823</c:v>
                </c:pt>
                <c:pt idx="9454">
                  <c:v>51824</c:v>
                </c:pt>
                <c:pt idx="9455">
                  <c:v>51825</c:v>
                </c:pt>
                <c:pt idx="9456">
                  <c:v>51826</c:v>
                </c:pt>
                <c:pt idx="9457">
                  <c:v>51827</c:v>
                </c:pt>
                <c:pt idx="9458">
                  <c:v>51828</c:v>
                </c:pt>
                <c:pt idx="9459">
                  <c:v>51829</c:v>
                </c:pt>
                <c:pt idx="9460">
                  <c:v>51830</c:v>
                </c:pt>
                <c:pt idx="9461">
                  <c:v>51831</c:v>
                </c:pt>
                <c:pt idx="9462">
                  <c:v>51832</c:v>
                </c:pt>
                <c:pt idx="9463">
                  <c:v>51833</c:v>
                </c:pt>
                <c:pt idx="9464">
                  <c:v>51834</c:v>
                </c:pt>
                <c:pt idx="9465">
                  <c:v>51835</c:v>
                </c:pt>
                <c:pt idx="9466">
                  <c:v>51836</c:v>
                </c:pt>
                <c:pt idx="9467">
                  <c:v>51837</c:v>
                </c:pt>
                <c:pt idx="9468">
                  <c:v>51838</c:v>
                </c:pt>
                <c:pt idx="9469">
                  <c:v>51839</c:v>
                </c:pt>
                <c:pt idx="9470">
                  <c:v>51840</c:v>
                </c:pt>
                <c:pt idx="9471">
                  <c:v>51841</c:v>
                </c:pt>
                <c:pt idx="9472">
                  <c:v>51842</c:v>
                </c:pt>
                <c:pt idx="9473">
                  <c:v>51843</c:v>
                </c:pt>
                <c:pt idx="9474">
                  <c:v>51844</c:v>
                </c:pt>
                <c:pt idx="9475">
                  <c:v>51845</c:v>
                </c:pt>
                <c:pt idx="9476">
                  <c:v>51846</c:v>
                </c:pt>
                <c:pt idx="9477">
                  <c:v>51847</c:v>
                </c:pt>
                <c:pt idx="9478">
                  <c:v>51848</c:v>
                </c:pt>
                <c:pt idx="9479">
                  <c:v>51849</c:v>
                </c:pt>
                <c:pt idx="9480">
                  <c:v>51850</c:v>
                </c:pt>
                <c:pt idx="9481">
                  <c:v>51851</c:v>
                </c:pt>
                <c:pt idx="9482">
                  <c:v>51852</c:v>
                </c:pt>
                <c:pt idx="9483">
                  <c:v>51853</c:v>
                </c:pt>
                <c:pt idx="9484">
                  <c:v>51854</c:v>
                </c:pt>
                <c:pt idx="9485">
                  <c:v>51855</c:v>
                </c:pt>
                <c:pt idx="9486">
                  <c:v>51856</c:v>
                </c:pt>
                <c:pt idx="9487">
                  <c:v>51857</c:v>
                </c:pt>
                <c:pt idx="9488">
                  <c:v>51858</c:v>
                </c:pt>
                <c:pt idx="9489">
                  <c:v>51859</c:v>
                </c:pt>
                <c:pt idx="9490">
                  <c:v>51860</c:v>
                </c:pt>
                <c:pt idx="9491">
                  <c:v>51861</c:v>
                </c:pt>
                <c:pt idx="9492">
                  <c:v>51862</c:v>
                </c:pt>
                <c:pt idx="9493">
                  <c:v>51863</c:v>
                </c:pt>
                <c:pt idx="9494">
                  <c:v>51864</c:v>
                </c:pt>
                <c:pt idx="9495">
                  <c:v>51865</c:v>
                </c:pt>
                <c:pt idx="9496">
                  <c:v>51866</c:v>
                </c:pt>
                <c:pt idx="9497">
                  <c:v>51867</c:v>
                </c:pt>
                <c:pt idx="9498">
                  <c:v>51868</c:v>
                </c:pt>
                <c:pt idx="9499">
                  <c:v>51869</c:v>
                </c:pt>
                <c:pt idx="9500">
                  <c:v>51870</c:v>
                </c:pt>
                <c:pt idx="9501">
                  <c:v>51871</c:v>
                </c:pt>
                <c:pt idx="9502">
                  <c:v>51872</c:v>
                </c:pt>
                <c:pt idx="9503">
                  <c:v>51873</c:v>
                </c:pt>
                <c:pt idx="9504">
                  <c:v>51874</c:v>
                </c:pt>
                <c:pt idx="9505">
                  <c:v>51875</c:v>
                </c:pt>
                <c:pt idx="9506">
                  <c:v>51876</c:v>
                </c:pt>
                <c:pt idx="9507">
                  <c:v>51877</c:v>
                </c:pt>
                <c:pt idx="9508">
                  <c:v>51878</c:v>
                </c:pt>
                <c:pt idx="9509">
                  <c:v>51879</c:v>
                </c:pt>
                <c:pt idx="9510">
                  <c:v>51880</c:v>
                </c:pt>
                <c:pt idx="9511">
                  <c:v>51881</c:v>
                </c:pt>
                <c:pt idx="9512">
                  <c:v>51882</c:v>
                </c:pt>
                <c:pt idx="9513">
                  <c:v>51883</c:v>
                </c:pt>
                <c:pt idx="9514">
                  <c:v>51884</c:v>
                </c:pt>
                <c:pt idx="9515">
                  <c:v>51885</c:v>
                </c:pt>
                <c:pt idx="9516">
                  <c:v>51886</c:v>
                </c:pt>
                <c:pt idx="9517">
                  <c:v>51887</c:v>
                </c:pt>
                <c:pt idx="9518">
                  <c:v>51888</c:v>
                </c:pt>
                <c:pt idx="9519">
                  <c:v>51889</c:v>
                </c:pt>
                <c:pt idx="9520">
                  <c:v>51890</c:v>
                </c:pt>
                <c:pt idx="9521">
                  <c:v>51891</c:v>
                </c:pt>
                <c:pt idx="9522">
                  <c:v>51892</c:v>
                </c:pt>
                <c:pt idx="9523">
                  <c:v>51893</c:v>
                </c:pt>
                <c:pt idx="9524">
                  <c:v>51894</c:v>
                </c:pt>
                <c:pt idx="9525">
                  <c:v>51895</c:v>
                </c:pt>
                <c:pt idx="9526">
                  <c:v>51896</c:v>
                </c:pt>
                <c:pt idx="9527">
                  <c:v>51897</c:v>
                </c:pt>
                <c:pt idx="9528">
                  <c:v>51898</c:v>
                </c:pt>
                <c:pt idx="9529">
                  <c:v>51899</c:v>
                </c:pt>
                <c:pt idx="9530">
                  <c:v>51900</c:v>
                </c:pt>
                <c:pt idx="9531">
                  <c:v>51901</c:v>
                </c:pt>
                <c:pt idx="9532">
                  <c:v>51902</c:v>
                </c:pt>
                <c:pt idx="9533">
                  <c:v>51903</c:v>
                </c:pt>
                <c:pt idx="9534">
                  <c:v>51904</c:v>
                </c:pt>
                <c:pt idx="9535">
                  <c:v>51905</c:v>
                </c:pt>
                <c:pt idx="9536">
                  <c:v>51906</c:v>
                </c:pt>
                <c:pt idx="9537">
                  <c:v>51907</c:v>
                </c:pt>
                <c:pt idx="9538">
                  <c:v>51908</c:v>
                </c:pt>
                <c:pt idx="9539">
                  <c:v>51909</c:v>
                </c:pt>
                <c:pt idx="9540">
                  <c:v>51910</c:v>
                </c:pt>
                <c:pt idx="9541">
                  <c:v>51911</c:v>
                </c:pt>
                <c:pt idx="9542">
                  <c:v>51912</c:v>
                </c:pt>
                <c:pt idx="9543">
                  <c:v>51913</c:v>
                </c:pt>
                <c:pt idx="9544">
                  <c:v>51914</c:v>
                </c:pt>
                <c:pt idx="9545">
                  <c:v>51915</c:v>
                </c:pt>
                <c:pt idx="9546">
                  <c:v>51916</c:v>
                </c:pt>
                <c:pt idx="9547">
                  <c:v>51917</c:v>
                </c:pt>
                <c:pt idx="9548">
                  <c:v>51918</c:v>
                </c:pt>
                <c:pt idx="9549">
                  <c:v>51919</c:v>
                </c:pt>
                <c:pt idx="9550">
                  <c:v>51920</c:v>
                </c:pt>
                <c:pt idx="9551">
                  <c:v>51921</c:v>
                </c:pt>
                <c:pt idx="9552">
                  <c:v>51922</c:v>
                </c:pt>
                <c:pt idx="9553">
                  <c:v>51923</c:v>
                </c:pt>
                <c:pt idx="9554">
                  <c:v>51924</c:v>
                </c:pt>
                <c:pt idx="9555">
                  <c:v>51925</c:v>
                </c:pt>
                <c:pt idx="9556">
                  <c:v>51926</c:v>
                </c:pt>
                <c:pt idx="9557">
                  <c:v>51927</c:v>
                </c:pt>
                <c:pt idx="9558">
                  <c:v>51928</c:v>
                </c:pt>
                <c:pt idx="9559">
                  <c:v>51929</c:v>
                </c:pt>
                <c:pt idx="9560">
                  <c:v>51930</c:v>
                </c:pt>
                <c:pt idx="9561">
                  <c:v>51931</c:v>
                </c:pt>
                <c:pt idx="9562">
                  <c:v>51932</c:v>
                </c:pt>
                <c:pt idx="9563">
                  <c:v>51933</c:v>
                </c:pt>
                <c:pt idx="9564">
                  <c:v>51934</c:v>
                </c:pt>
                <c:pt idx="9565">
                  <c:v>51935</c:v>
                </c:pt>
                <c:pt idx="9566">
                  <c:v>51936</c:v>
                </c:pt>
                <c:pt idx="9567">
                  <c:v>51937</c:v>
                </c:pt>
                <c:pt idx="9568">
                  <c:v>51938</c:v>
                </c:pt>
                <c:pt idx="9569">
                  <c:v>51939</c:v>
                </c:pt>
                <c:pt idx="9570">
                  <c:v>51940</c:v>
                </c:pt>
                <c:pt idx="9571">
                  <c:v>51941</c:v>
                </c:pt>
                <c:pt idx="9572">
                  <c:v>51942</c:v>
                </c:pt>
                <c:pt idx="9573">
                  <c:v>51943</c:v>
                </c:pt>
                <c:pt idx="9574">
                  <c:v>51944</c:v>
                </c:pt>
                <c:pt idx="9575">
                  <c:v>51945</c:v>
                </c:pt>
                <c:pt idx="9576">
                  <c:v>51946</c:v>
                </c:pt>
                <c:pt idx="9577">
                  <c:v>51947</c:v>
                </c:pt>
                <c:pt idx="9578">
                  <c:v>51948</c:v>
                </c:pt>
                <c:pt idx="9579">
                  <c:v>51949</c:v>
                </c:pt>
                <c:pt idx="9580">
                  <c:v>51950</c:v>
                </c:pt>
                <c:pt idx="9581">
                  <c:v>51951</c:v>
                </c:pt>
                <c:pt idx="9582">
                  <c:v>51952</c:v>
                </c:pt>
                <c:pt idx="9583">
                  <c:v>51953</c:v>
                </c:pt>
                <c:pt idx="9584">
                  <c:v>51954</c:v>
                </c:pt>
                <c:pt idx="9585">
                  <c:v>51955</c:v>
                </c:pt>
                <c:pt idx="9586">
                  <c:v>51956</c:v>
                </c:pt>
                <c:pt idx="9587">
                  <c:v>51957</c:v>
                </c:pt>
                <c:pt idx="9588">
                  <c:v>51958</c:v>
                </c:pt>
                <c:pt idx="9589">
                  <c:v>51959</c:v>
                </c:pt>
                <c:pt idx="9590">
                  <c:v>51960</c:v>
                </c:pt>
                <c:pt idx="9591">
                  <c:v>51961</c:v>
                </c:pt>
                <c:pt idx="9592">
                  <c:v>51962</c:v>
                </c:pt>
                <c:pt idx="9593">
                  <c:v>51963</c:v>
                </c:pt>
                <c:pt idx="9594">
                  <c:v>51964</c:v>
                </c:pt>
                <c:pt idx="9595">
                  <c:v>51965</c:v>
                </c:pt>
                <c:pt idx="9596">
                  <c:v>51966</c:v>
                </c:pt>
                <c:pt idx="9597">
                  <c:v>51967</c:v>
                </c:pt>
                <c:pt idx="9598">
                  <c:v>51968</c:v>
                </c:pt>
                <c:pt idx="9599">
                  <c:v>51969</c:v>
                </c:pt>
                <c:pt idx="9600">
                  <c:v>51970</c:v>
                </c:pt>
                <c:pt idx="9601">
                  <c:v>51971</c:v>
                </c:pt>
                <c:pt idx="9602">
                  <c:v>51972</c:v>
                </c:pt>
                <c:pt idx="9603">
                  <c:v>51973</c:v>
                </c:pt>
                <c:pt idx="9604">
                  <c:v>51974</c:v>
                </c:pt>
                <c:pt idx="9605">
                  <c:v>51975</c:v>
                </c:pt>
                <c:pt idx="9606">
                  <c:v>51976</c:v>
                </c:pt>
                <c:pt idx="9607">
                  <c:v>51977</c:v>
                </c:pt>
                <c:pt idx="9608">
                  <c:v>51978</c:v>
                </c:pt>
                <c:pt idx="9609">
                  <c:v>51979</c:v>
                </c:pt>
                <c:pt idx="9610">
                  <c:v>51980</c:v>
                </c:pt>
                <c:pt idx="9611">
                  <c:v>51981</c:v>
                </c:pt>
                <c:pt idx="9612">
                  <c:v>51982</c:v>
                </c:pt>
                <c:pt idx="9613">
                  <c:v>51983</c:v>
                </c:pt>
                <c:pt idx="9614">
                  <c:v>51984</c:v>
                </c:pt>
                <c:pt idx="9615">
                  <c:v>51985</c:v>
                </c:pt>
                <c:pt idx="9616">
                  <c:v>51986</c:v>
                </c:pt>
                <c:pt idx="9617">
                  <c:v>51987</c:v>
                </c:pt>
                <c:pt idx="9618">
                  <c:v>51988</c:v>
                </c:pt>
                <c:pt idx="9619">
                  <c:v>51989</c:v>
                </c:pt>
                <c:pt idx="9620">
                  <c:v>51990</c:v>
                </c:pt>
                <c:pt idx="9621">
                  <c:v>51991</c:v>
                </c:pt>
                <c:pt idx="9622">
                  <c:v>51992</c:v>
                </c:pt>
                <c:pt idx="9623">
                  <c:v>51993</c:v>
                </c:pt>
                <c:pt idx="9624">
                  <c:v>51994</c:v>
                </c:pt>
                <c:pt idx="9625">
                  <c:v>51995</c:v>
                </c:pt>
                <c:pt idx="9626">
                  <c:v>51996</c:v>
                </c:pt>
                <c:pt idx="9627">
                  <c:v>51997</c:v>
                </c:pt>
                <c:pt idx="9628">
                  <c:v>51998</c:v>
                </c:pt>
                <c:pt idx="9629">
                  <c:v>51999</c:v>
                </c:pt>
                <c:pt idx="9630">
                  <c:v>52000</c:v>
                </c:pt>
                <c:pt idx="9631">
                  <c:v>52001</c:v>
                </c:pt>
                <c:pt idx="9632">
                  <c:v>52002</c:v>
                </c:pt>
                <c:pt idx="9633">
                  <c:v>52003</c:v>
                </c:pt>
                <c:pt idx="9634">
                  <c:v>52004</c:v>
                </c:pt>
                <c:pt idx="9635">
                  <c:v>52005</c:v>
                </c:pt>
                <c:pt idx="9636">
                  <c:v>52006</c:v>
                </c:pt>
                <c:pt idx="9637">
                  <c:v>52007</c:v>
                </c:pt>
                <c:pt idx="9638">
                  <c:v>52008</c:v>
                </c:pt>
                <c:pt idx="9639">
                  <c:v>52009</c:v>
                </c:pt>
                <c:pt idx="9640">
                  <c:v>52010</c:v>
                </c:pt>
                <c:pt idx="9641">
                  <c:v>52011</c:v>
                </c:pt>
                <c:pt idx="9642">
                  <c:v>52012</c:v>
                </c:pt>
                <c:pt idx="9643">
                  <c:v>52013</c:v>
                </c:pt>
                <c:pt idx="9644">
                  <c:v>52014</c:v>
                </c:pt>
                <c:pt idx="9645">
                  <c:v>52015</c:v>
                </c:pt>
                <c:pt idx="9646">
                  <c:v>52016</c:v>
                </c:pt>
                <c:pt idx="9647">
                  <c:v>52017</c:v>
                </c:pt>
                <c:pt idx="9648">
                  <c:v>52018</c:v>
                </c:pt>
                <c:pt idx="9649">
                  <c:v>52019</c:v>
                </c:pt>
                <c:pt idx="9650">
                  <c:v>52020</c:v>
                </c:pt>
                <c:pt idx="9651">
                  <c:v>52021</c:v>
                </c:pt>
                <c:pt idx="9652">
                  <c:v>52022</c:v>
                </c:pt>
                <c:pt idx="9653">
                  <c:v>52023</c:v>
                </c:pt>
                <c:pt idx="9654">
                  <c:v>52024</c:v>
                </c:pt>
                <c:pt idx="9655">
                  <c:v>52025</c:v>
                </c:pt>
                <c:pt idx="9656">
                  <c:v>52026</c:v>
                </c:pt>
                <c:pt idx="9657">
                  <c:v>52027</c:v>
                </c:pt>
                <c:pt idx="9658">
                  <c:v>52028</c:v>
                </c:pt>
                <c:pt idx="9659">
                  <c:v>52029</c:v>
                </c:pt>
                <c:pt idx="9660">
                  <c:v>52030</c:v>
                </c:pt>
                <c:pt idx="9661">
                  <c:v>52031</c:v>
                </c:pt>
                <c:pt idx="9662">
                  <c:v>52032</c:v>
                </c:pt>
                <c:pt idx="9663">
                  <c:v>52033</c:v>
                </c:pt>
                <c:pt idx="9664">
                  <c:v>52034</c:v>
                </c:pt>
                <c:pt idx="9665">
                  <c:v>52035</c:v>
                </c:pt>
                <c:pt idx="9666">
                  <c:v>52036</c:v>
                </c:pt>
                <c:pt idx="9667">
                  <c:v>52037</c:v>
                </c:pt>
                <c:pt idx="9668">
                  <c:v>52038</c:v>
                </c:pt>
                <c:pt idx="9669">
                  <c:v>52039</c:v>
                </c:pt>
                <c:pt idx="9670">
                  <c:v>52040</c:v>
                </c:pt>
                <c:pt idx="9671">
                  <c:v>52041</c:v>
                </c:pt>
                <c:pt idx="9672">
                  <c:v>52042</c:v>
                </c:pt>
                <c:pt idx="9673">
                  <c:v>52043</c:v>
                </c:pt>
                <c:pt idx="9674">
                  <c:v>52044</c:v>
                </c:pt>
                <c:pt idx="9675">
                  <c:v>52045</c:v>
                </c:pt>
                <c:pt idx="9676">
                  <c:v>52046</c:v>
                </c:pt>
                <c:pt idx="9677">
                  <c:v>52047</c:v>
                </c:pt>
                <c:pt idx="9678">
                  <c:v>52048</c:v>
                </c:pt>
                <c:pt idx="9679">
                  <c:v>52049</c:v>
                </c:pt>
                <c:pt idx="9680">
                  <c:v>52050</c:v>
                </c:pt>
                <c:pt idx="9681">
                  <c:v>52051</c:v>
                </c:pt>
                <c:pt idx="9682">
                  <c:v>52052</c:v>
                </c:pt>
                <c:pt idx="9683">
                  <c:v>52053</c:v>
                </c:pt>
                <c:pt idx="9684">
                  <c:v>52054</c:v>
                </c:pt>
                <c:pt idx="9685">
                  <c:v>52055</c:v>
                </c:pt>
                <c:pt idx="9686">
                  <c:v>52056</c:v>
                </c:pt>
                <c:pt idx="9687">
                  <c:v>52057</c:v>
                </c:pt>
                <c:pt idx="9688">
                  <c:v>52058</c:v>
                </c:pt>
                <c:pt idx="9689">
                  <c:v>52059</c:v>
                </c:pt>
                <c:pt idx="9690">
                  <c:v>52060</c:v>
                </c:pt>
                <c:pt idx="9691">
                  <c:v>52061</c:v>
                </c:pt>
                <c:pt idx="9692">
                  <c:v>52062</c:v>
                </c:pt>
                <c:pt idx="9693">
                  <c:v>52063</c:v>
                </c:pt>
                <c:pt idx="9694">
                  <c:v>52064</c:v>
                </c:pt>
                <c:pt idx="9695">
                  <c:v>52065</c:v>
                </c:pt>
                <c:pt idx="9696">
                  <c:v>52066</c:v>
                </c:pt>
                <c:pt idx="9697">
                  <c:v>52067</c:v>
                </c:pt>
                <c:pt idx="9698">
                  <c:v>52068</c:v>
                </c:pt>
                <c:pt idx="9699">
                  <c:v>52069</c:v>
                </c:pt>
                <c:pt idx="9700">
                  <c:v>52070</c:v>
                </c:pt>
                <c:pt idx="9701">
                  <c:v>52071</c:v>
                </c:pt>
                <c:pt idx="9702">
                  <c:v>52072</c:v>
                </c:pt>
                <c:pt idx="9703">
                  <c:v>52073</c:v>
                </c:pt>
                <c:pt idx="9704">
                  <c:v>52074</c:v>
                </c:pt>
                <c:pt idx="9705">
                  <c:v>52075</c:v>
                </c:pt>
                <c:pt idx="9706">
                  <c:v>52076</c:v>
                </c:pt>
                <c:pt idx="9707">
                  <c:v>52077</c:v>
                </c:pt>
                <c:pt idx="9708">
                  <c:v>52078</c:v>
                </c:pt>
                <c:pt idx="9709">
                  <c:v>52079</c:v>
                </c:pt>
                <c:pt idx="9710">
                  <c:v>52080</c:v>
                </c:pt>
                <c:pt idx="9711">
                  <c:v>52081</c:v>
                </c:pt>
                <c:pt idx="9712">
                  <c:v>52082</c:v>
                </c:pt>
                <c:pt idx="9713">
                  <c:v>52083</c:v>
                </c:pt>
                <c:pt idx="9714">
                  <c:v>52084</c:v>
                </c:pt>
                <c:pt idx="9715">
                  <c:v>52085</c:v>
                </c:pt>
                <c:pt idx="9716">
                  <c:v>52086</c:v>
                </c:pt>
                <c:pt idx="9717">
                  <c:v>52087</c:v>
                </c:pt>
                <c:pt idx="9718">
                  <c:v>52088</c:v>
                </c:pt>
                <c:pt idx="9719">
                  <c:v>52089</c:v>
                </c:pt>
                <c:pt idx="9720">
                  <c:v>52090</c:v>
                </c:pt>
                <c:pt idx="9721">
                  <c:v>52091</c:v>
                </c:pt>
                <c:pt idx="9722">
                  <c:v>52092</c:v>
                </c:pt>
                <c:pt idx="9723">
                  <c:v>52093</c:v>
                </c:pt>
                <c:pt idx="9724">
                  <c:v>52094</c:v>
                </c:pt>
                <c:pt idx="9725">
                  <c:v>52095</c:v>
                </c:pt>
                <c:pt idx="9726">
                  <c:v>52096</c:v>
                </c:pt>
                <c:pt idx="9727">
                  <c:v>52097</c:v>
                </c:pt>
                <c:pt idx="9728">
                  <c:v>52098</c:v>
                </c:pt>
                <c:pt idx="9729">
                  <c:v>52099</c:v>
                </c:pt>
                <c:pt idx="9730">
                  <c:v>52100</c:v>
                </c:pt>
                <c:pt idx="9731">
                  <c:v>52101</c:v>
                </c:pt>
                <c:pt idx="9732">
                  <c:v>52102</c:v>
                </c:pt>
                <c:pt idx="9733">
                  <c:v>52103</c:v>
                </c:pt>
                <c:pt idx="9734">
                  <c:v>52104</c:v>
                </c:pt>
                <c:pt idx="9735">
                  <c:v>52105</c:v>
                </c:pt>
                <c:pt idx="9736">
                  <c:v>52106</c:v>
                </c:pt>
                <c:pt idx="9737">
                  <c:v>52107</c:v>
                </c:pt>
                <c:pt idx="9738">
                  <c:v>52108</c:v>
                </c:pt>
                <c:pt idx="9739">
                  <c:v>52109</c:v>
                </c:pt>
                <c:pt idx="9740">
                  <c:v>52110</c:v>
                </c:pt>
                <c:pt idx="9741">
                  <c:v>52111</c:v>
                </c:pt>
                <c:pt idx="9742">
                  <c:v>52112</c:v>
                </c:pt>
                <c:pt idx="9743">
                  <c:v>52113</c:v>
                </c:pt>
                <c:pt idx="9744">
                  <c:v>52114</c:v>
                </c:pt>
                <c:pt idx="9745">
                  <c:v>52115</c:v>
                </c:pt>
                <c:pt idx="9746">
                  <c:v>52116</c:v>
                </c:pt>
                <c:pt idx="9747">
                  <c:v>52117</c:v>
                </c:pt>
                <c:pt idx="9748">
                  <c:v>52118</c:v>
                </c:pt>
                <c:pt idx="9749">
                  <c:v>52119</c:v>
                </c:pt>
                <c:pt idx="9750">
                  <c:v>52120</c:v>
                </c:pt>
                <c:pt idx="9751">
                  <c:v>52121</c:v>
                </c:pt>
                <c:pt idx="9752">
                  <c:v>52122</c:v>
                </c:pt>
                <c:pt idx="9753">
                  <c:v>52123</c:v>
                </c:pt>
                <c:pt idx="9754">
                  <c:v>52124</c:v>
                </c:pt>
                <c:pt idx="9755">
                  <c:v>52125</c:v>
                </c:pt>
                <c:pt idx="9756">
                  <c:v>52126</c:v>
                </c:pt>
                <c:pt idx="9757">
                  <c:v>52127</c:v>
                </c:pt>
                <c:pt idx="9758">
                  <c:v>52128</c:v>
                </c:pt>
                <c:pt idx="9759">
                  <c:v>52129</c:v>
                </c:pt>
                <c:pt idx="9760">
                  <c:v>52130</c:v>
                </c:pt>
                <c:pt idx="9761">
                  <c:v>52131</c:v>
                </c:pt>
                <c:pt idx="9762">
                  <c:v>52132</c:v>
                </c:pt>
                <c:pt idx="9763">
                  <c:v>52133</c:v>
                </c:pt>
                <c:pt idx="9764">
                  <c:v>52134</c:v>
                </c:pt>
                <c:pt idx="9765">
                  <c:v>52135</c:v>
                </c:pt>
                <c:pt idx="9766">
                  <c:v>52136</c:v>
                </c:pt>
                <c:pt idx="9767">
                  <c:v>52137</c:v>
                </c:pt>
                <c:pt idx="9768">
                  <c:v>52138</c:v>
                </c:pt>
                <c:pt idx="9769">
                  <c:v>52139</c:v>
                </c:pt>
                <c:pt idx="9770">
                  <c:v>52140</c:v>
                </c:pt>
                <c:pt idx="9771">
                  <c:v>52141</c:v>
                </c:pt>
                <c:pt idx="9772">
                  <c:v>52142</c:v>
                </c:pt>
                <c:pt idx="9773">
                  <c:v>52143</c:v>
                </c:pt>
                <c:pt idx="9774">
                  <c:v>52144</c:v>
                </c:pt>
                <c:pt idx="9775">
                  <c:v>52145</c:v>
                </c:pt>
                <c:pt idx="9776">
                  <c:v>52146</c:v>
                </c:pt>
                <c:pt idx="9777">
                  <c:v>52147</c:v>
                </c:pt>
                <c:pt idx="9778">
                  <c:v>52148</c:v>
                </c:pt>
                <c:pt idx="9779">
                  <c:v>52149</c:v>
                </c:pt>
                <c:pt idx="9780">
                  <c:v>52150</c:v>
                </c:pt>
                <c:pt idx="9781">
                  <c:v>52151</c:v>
                </c:pt>
                <c:pt idx="9782">
                  <c:v>52152</c:v>
                </c:pt>
                <c:pt idx="9783">
                  <c:v>52153</c:v>
                </c:pt>
                <c:pt idx="9784">
                  <c:v>52154</c:v>
                </c:pt>
                <c:pt idx="9785">
                  <c:v>52155</c:v>
                </c:pt>
                <c:pt idx="9786">
                  <c:v>52156</c:v>
                </c:pt>
                <c:pt idx="9787">
                  <c:v>52157</c:v>
                </c:pt>
                <c:pt idx="9788">
                  <c:v>52158</c:v>
                </c:pt>
                <c:pt idx="9789">
                  <c:v>52159</c:v>
                </c:pt>
                <c:pt idx="9790">
                  <c:v>52160</c:v>
                </c:pt>
                <c:pt idx="9791">
                  <c:v>52161</c:v>
                </c:pt>
                <c:pt idx="9792">
                  <c:v>52162</c:v>
                </c:pt>
                <c:pt idx="9793">
                  <c:v>52163</c:v>
                </c:pt>
                <c:pt idx="9794">
                  <c:v>52164</c:v>
                </c:pt>
                <c:pt idx="9795">
                  <c:v>52165</c:v>
                </c:pt>
                <c:pt idx="9796">
                  <c:v>52166</c:v>
                </c:pt>
                <c:pt idx="9797">
                  <c:v>52167</c:v>
                </c:pt>
                <c:pt idx="9798">
                  <c:v>52168</c:v>
                </c:pt>
                <c:pt idx="9799">
                  <c:v>52169</c:v>
                </c:pt>
                <c:pt idx="9800">
                  <c:v>52170</c:v>
                </c:pt>
                <c:pt idx="9801">
                  <c:v>52171</c:v>
                </c:pt>
                <c:pt idx="9802">
                  <c:v>52172</c:v>
                </c:pt>
                <c:pt idx="9803">
                  <c:v>52173</c:v>
                </c:pt>
                <c:pt idx="9804">
                  <c:v>52174</c:v>
                </c:pt>
                <c:pt idx="9805">
                  <c:v>52175</c:v>
                </c:pt>
                <c:pt idx="9806">
                  <c:v>52176</c:v>
                </c:pt>
                <c:pt idx="9807">
                  <c:v>52177</c:v>
                </c:pt>
                <c:pt idx="9808">
                  <c:v>52178</c:v>
                </c:pt>
                <c:pt idx="9809">
                  <c:v>52179</c:v>
                </c:pt>
                <c:pt idx="9810">
                  <c:v>52180</c:v>
                </c:pt>
                <c:pt idx="9811">
                  <c:v>52181</c:v>
                </c:pt>
                <c:pt idx="9812">
                  <c:v>52182</c:v>
                </c:pt>
                <c:pt idx="9813">
                  <c:v>52183</c:v>
                </c:pt>
                <c:pt idx="9814">
                  <c:v>52184</c:v>
                </c:pt>
                <c:pt idx="9815">
                  <c:v>52185</c:v>
                </c:pt>
                <c:pt idx="9816">
                  <c:v>52186</c:v>
                </c:pt>
                <c:pt idx="9817">
                  <c:v>52187</c:v>
                </c:pt>
                <c:pt idx="9818">
                  <c:v>52188</c:v>
                </c:pt>
                <c:pt idx="9819">
                  <c:v>52189</c:v>
                </c:pt>
                <c:pt idx="9820">
                  <c:v>52190</c:v>
                </c:pt>
                <c:pt idx="9821">
                  <c:v>52191</c:v>
                </c:pt>
                <c:pt idx="9822">
                  <c:v>52192</c:v>
                </c:pt>
                <c:pt idx="9823">
                  <c:v>52193</c:v>
                </c:pt>
                <c:pt idx="9824">
                  <c:v>52194</c:v>
                </c:pt>
                <c:pt idx="9825">
                  <c:v>52195</c:v>
                </c:pt>
                <c:pt idx="9826">
                  <c:v>52196</c:v>
                </c:pt>
                <c:pt idx="9827">
                  <c:v>52197</c:v>
                </c:pt>
                <c:pt idx="9828">
                  <c:v>52198</c:v>
                </c:pt>
                <c:pt idx="9829">
                  <c:v>52199</c:v>
                </c:pt>
                <c:pt idx="9830">
                  <c:v>52200</c:v>
                </c:pt>
                <c:pt idx="9831">
                  <c:v>52201</c:v>
                </c:pt>
                <c:pt idx="9832">
                  <c:v>52202</c:v>
                </c:pt>
                <c:pt idx="9833">
                  <c:v>52203</c:v>
                </c:pt>
                <c:pt idx="9834">
                  <c:v>52204</c:v>
                </c:pt>
                <c:pt idx="9835">
                  <c:v>52205</c:v>
                </c:pt>
                <c:pt idx="9836">
                  <c:v>52206</c:v>
                </c:pt>
                <c:pt idx="9837">
                  <c:v>52207</c:v>
                </c:pt>
                <c:pt idx="9838">
                  <c:v>52208</c:v>
                </c:pt>
                <c:pt idx="9839">
                  <c:v>52209</c:v>
                </c:pt>
                <c:pt idx="9840">
                  <c:v>52210</c:v>
                </c:pt>
                <c:pt idx="9841">
                  <c:v>52211</c:v>
                </c:pt>
                <c:pt idx="9842">
                  <c:v>52212</c:v>
                </c:pt>
                <c:pt idx="9843">
                  <c:v>52213</c:v>
                </c:pt>
                <c:pt idx="9844">
                  <c:v>52214</c:v>
                </c:pt>
                <c:pt idx="9845">
                  <c:v>52215</c:v>
                </c:pt>
                <c:pt idx="9846">
                  <c:v>52216</c:v>
                </c:pt>
                <c:pt idx="9847">
                  <c:v>52217</c:v>
                </c:pt>
                <c:pt idx="9848">
                  <c:v>52218</c:v>
                </c:pt>
                <c:pt idx="9849">
                  <c:v>52219</c:v>
                </c:pt>
                <c:pt idx="9850">
                  <c:v>52220</c:v>
                </c:pt>
                <c:pt idx="9851">
                  <c:v>52221</c:v>
                </c:pt>
                <c:pt idx="9852">
                  <c:v>52222</c:v>
                </c:pt>
                <c:pt idx="9853">
                  <c:v>52223</c:v>
                </c:pt>
                <c:pt idx="9854">
                  <c:v>52224</c:v>
                </c:pt>
                <c:pt idx="9855">
                  <c:v>52225</c:v>
                </c:pt>
                <c:pt idx="9856">
                  <c:v>52226</c:v>
                </c:pt>
                <c:pt idx="9857">
                  <c:v>52227</c:v>
                </c:pt>
                <c:pt idx="9858">
                  <c:v>52228</c:v>
                </c:pt>
                <c:pt idx="9859">
                  <c:v>52229</c:v>
                </c:pt>
                <c:pt idx="9860">
                  <c:v>52230</c:v>
                </c:pt>
                <c:pt idx="9861">
                  <c:v>52231</c:v>
                </c:pt>
                <c:pt idx="9862">
                  <c:v>52232</c:v>
                </c:pt>
                <c:pt idx="9863">
                  <c:v>52233</c:v>
                </c:pt>
                <c:pt idx="9864">
                  <c:v>52234</c:v>
                </c:pt>
                <c:pt idx="9865">
                  <c:v>52235</c:v>
                </c:pt>
                <c:pt idx="9866">
                  <c:v>52236</c:v>
                </c:pt>
                <c:pt idx="9867">
                  <c:v>52237</c:v>
                </c:pt>
                <c:pt idx="9868">
                  <c:v>52238</c:v>
                </c:pt>
                <c:pt idx="9869">
                  <c:v>52239</c:v>
                </c:pt>
                <c:pt idx="9870">
                  <c:v>52240</c:v>
                </c:pt>
                <c:pt idx="9871">
                  <c:v>52241</c:v>
                </c:pt>
                <c:pt idx="9872">
                  <c:v>52242</c:v>
                </c:pt>
                <c:pt idx="9873">
                  <c:v>52243</c:v>
                </c:pt>
                <c:pt idx="9874">
                  <c:v>52244</c:v>
                </c:pt>
                <c:pt idx="9875">
                  <c:v>52245</c:v>
                </c:pt>
                <c:pt idx="9876">
                  <c:v>52246</c:v>
                </c:pt>
                <c:pt idx="9877">
                  <c:v>52247</c:v>
                </c:pt>
                <c:pt idx="9878">
                  <c:v>52248</c:v>
                </c:pt>
                <c:pt idx="9879">
                  <c:v>52249</c:v>
                </c:pt>
                <c:pt idx="9880">
                  <c:v>52250</c:v>
                </c:pt>
                <c:pt idx="9881">
                  <c:v>52251</c:v>
                </c:pt>
                <c:pt idx="9882">
                  <c:v>52252</c:v>
                </c:pt>
                <c:pt idx="9883">
                  <c:v>52253</c:v>
                </c:pt>
                <c:pt idx="9884">
                  <c:v>52254</c:v>
                </c:pt>
                <c:pt idx="9885">
                  <c:v>52255</c:v>
                </c:pt>
                <c:pt idx="9886">
                  <c:v>52256</c:v>
                </c:pt>
                <c:pt idx="9887">
                  <c:v>52257</c:v>
                </c:pt>
                <c:pt idx="9888">
                  <c:v>52258</c:v>
                </c:pt>
                <c:pt idx="9889">
                  <c:v>52259</c:v>
                </c:pt>
                <c:pt idx="9890">
                  <c:v>52260</c:v>
                </c:pt>
                <c:pt idx="9891">
                  <c:v>52261</c:v>
                </c:pt>
                <c:pt idx="9892">
                  <c:v>52262</c:v>
                </c:pt>
                <c:pt idx="9893">
                  <c:v>52263</c:v>
                </c:pt>
                <c:pt idx="9894">
                  <c:v>52264</c:v>
                </c:pt>
                <c:pt idx="9895">
                  <c:v>52265</c:v>
                </c:pt>
                <c:pt idx="9896">
                  <c:v>52266</c:v>
                </c:pt>
                <c:pt idx="9897">
                  <c:v>52267</c:v>
                </c:pt>
                <c:pt idx="9898">
                  <c:v>52268</c:v>
                </c:pt>
                <c:pt idx="9899">
                  <c:v>52269</c:v>
                </c:pt>
                <c:pt idx="9900">
                  <c:v>52270</c:v>
                </c:pt>
                <c:pt idx="9901">
                  <c:v>52271</c:v>
                </c:pt>
                <c:pt idx="9902">
                  <c:v>52272</c:v>
                </c:pt>
                <c:pt idx="9903">
                  <c:v>52273</c:v>
                </c:pt>
                <c:pt idx="9904">
                  <c:v>52274</c:v>
                </c:pt>
                <c:pt idx="9905">
                  <c:v>52275</c:v>
                </c:pt>
                <c:pt idx="9906">
                  <c:v>52276</c:v>
                </c:pt>
                <c:pt idx="9907">
                  <c:v>52277</c:v>
                </c:pt>
                <c:pt idx="9908">
                  <c:v>52278</c:v>
                </c:pt>
                <c:pt idx="9909">
                  <c:v>52279</c:v>
                </c:pt>
                <c:pt idx="9910">
                  <c:v>52280</c:v>
                </c:pt>
                <c:pt idx="9911">
                  <c:v>52281</c:v>
                </c:pt>
                <c:pt idx="9912">
                  <c:v>52282</c:v>
                </c:pt>
                <c:pt idx="9913">
                  <c:v>52283</c:v>
                </c:pt>
                <c:pt idx="9914">
                  <c:v>52284</c:v>
                </c:pt>
                <c:pt idx="9915">
                  <c:v>52285</c:v>
                </c:pt>
                <c:pt idx="9916">
                  <c:v>52286</c:v>
                </c:pt>
                <c:pt idx="9917">
                  <c:v>52287</c:v>
                </c:pt>
                <c:pt idx="9918">
                  <c:v>52288</c:v>
                </c:pt>
                <c:pt idx="9919">
                  <c:v>52289</c:v>
                </c:pt>
                <c:pt idx="9920">
                  <c:v>52290</c:v>
                </c:pt>
                <c:pt idx="9921">
                  <c:v>52291</c:v>
                </c:pt>
                <c:pt idx="9922">
                  <c:v>52292</c:v>
                </c:pt>
                <c:pt idx="9923">
                  <c:v>52293</c:v>
                </c:pt>
                <c:pt idx="9924">
                  <c:v>52294</c:v>
                </c:pt>
                <c:pt idx="9925">
                  <c:v>52295</c:v>
                </c:pt>
                <c:pt idx="9926">
                  <c:v>52296</c:v>
                </c:pt>
                <c:pt idx="9927">
                  <c:v>52297</c:v>
                </c:pt>
                <c:pt idx="9928">
                  <c:v>52298</c:v>
                </c:pt>
                <c:pt idx="9929">
                  <c:v>52299</c:v>
                </c:pt>
                <c:pt idx="9930">
                  <c:v>52300</c:v>
                </c:pt>
                <c:pt idx="9931">
                  <c:v>52301</c:v>
                </c:pt>
                <c:pt idx="9932">
                  <c:v>52302</c:v>
                </c:pt>
                <c:pt idx="9933">
                  <c:v>52303</c:v>
                </c:pt>
                <c:pt idx="9934">
                  <c:v>52304</c:v>
                </c:pt>
                <c:pt idx="9935">
                  <c:v>52305</c:v>
                </c:pt>
                <c:pt idx="9936">
                  <c:v>52306</c:v>
                </c:pt>
                <c:pt idx="9937">
                  <c:v>52307</c:v>
                </c:pt>
                <c:pt idx="9938">
                  <c:v>52308</c:v>
                </c:pt>
                <c:pt idx="9939">
                  <c:v>52309</c:v>
                </c:pt>
                <c:pt idx="9940">
                  <c:v>52310</c:v>
                </c:pt>
                <c:pt idx="9941">
                  <c:v>52311</c:v>
                </c:pt>
                <c:pt idx="9942">
                  <c:v>52312</c:v>
                </c:pt>
                <c:pt idx="9943">
                  <c:v>52313</c:v>
                </c:pt>
                <c:pt idx="9944">
                  <c:v>52314</c:v>
                </c:pt>
                <c:pt idx="9945">
                  <c:v>52315</c:v>
                </c:pt>
                <c:pt idx="9946">
                  <c:v>52316</c:v>
                </c:pt>
                <c:pt idx="9947">
                  <c:v>52317</c:v>
                </c:pt>
                <c:pt idx="9948">
                  <c:v>52318</c:v>
                </c:pt>
                <c:pt idx="9949">
                  <c:v>52319</c:v>
                </c:pt>
                <c:pt idx="9950">
                  <c:v>52320</c:v>
                </c:pt>
                <c:pt idx="9951">
                  <c:v>52321</c:v>
                </c:pt>
                <c:pt idx="9952">
                  <c:v>52322</c:v>
                </c:pt>
                <c:pt idx="9953">
                  <c:v>52323</c:v>
                </c:pt>
                <c:pt idx="9954">
                  <c:v>52324</c:v>
                </c:pt>
                <c:pt idx="9955">
                  <c:v>52325</c:v>
                </c:pt>
                <c:pt idx="9956">
                  <c:v>52326</c:v>
                </c:pt>
                <c:pt idx="9957">
                  <c:v>52327</c:v>
                </c:pt>
                <c:pt idx="9958">
                  <c:v>52328</c:v>
                </c:pt>
                <c:pt idx="9959">
                  <c:v>52329</c:v>
                </c:pt>
                <c:pt idx="9960">
                  <c:v>52330</c:v>
                </c:pt>
                <c:pt idx="9961">
                  <c:v>52331</c:v>
                </c:pt>
                <c:pt idx="9962">
                  <c:v>52332</c:v>
                </c:pt>
                <c:pt idx="9963">
                  <c:v>52333</c:v>
                </c:pt>
                <c:pt idx="9964">
                  <c:v>52334</c:v>
                </c:pt>
                <c:pt idx="9965">
                  <c:v>52335</c:v>
                </c:pt>
                <c:pt idx="9966">
                  <c:v>52336</c:v>
                </c:pt>
                <c:pt idx="9967">
                  <c:v>52337</c:v>
                </c:pt>
                <c:pt idx="9968">
                  <c:v>52338</c:v>
                </c:pt>
                <c:pt idx="9969">
                  <c:v>52339</c:v>
                </c:pt>
                <c:pt idx="9970">
                  <c:v>52340</c:v>
                </c:pt>
                <c:pt idx="9971">
                  <c:v>52341</c:v>
                </c:pt>
                <c:pt idx="9972">
                  <c:v>52342</c:v>
                </c:pt>
                <c:pt idx="9973">
                  <c:v>52343</c:v>
                </c:pt>
                <c:pt idx="9974">
                  <c:v>52344</c:v>
                </c:pt>
                <c:pt idx="9975">
                  <c:v>52345</c:v>
                </c:pt>
                <c:pt idx="9976">
                  <c:v>52346</c:v>
                </c:pt>
                <c:pt idx="9977">
                  <c:v>52347</c:v>
                </c:pt>
                <c:pt idx="9978">
                  <c:v>52348</c:v>
                </c:pt>
                <c:pt idx="9979">
                  <c:v>52349</c:v>
                </c:pt>
                <c:pt idx="9980">
                  <c:v>52350</c:v>
                </c:pt>
                <c:pt idx="9981">
                  <c:v>52351</c:v>
                </c:pt>
                <c:pt idx="9982">
                  <c:v>52352</c:v>
                </c:pt>
                <c:pt idx="9983">
                  <c:v>52353</c:v>
                </c:pt>
                <c:pt idx="9984">
                  <c:v>52354</c:v>
                </c:pt>
                <c:pt idx="9985">
                  <c:v>52355</c:v>
                </c:pt>
                <c:pt idx="9986">
                  <c:v>52356</c:v>
                </c:pt>
                <c:pt idx="9987">
                  <c:v>52357</c:v>
                </c:pt>
                <c:pt idx="9988">
                  <c:v>52358</c:v>
                </c:pt>
                <c:pt idx="9989">
                  <c:v>52359</c:v>
                </c:pt>
                <c:pt idx="9990">
                  <c:v>52360</c:v>
                </c:pt>
                <c:pt idx="9991">
                  <c:v>52361</c:v>
                </c:pt>
                <c:pt idx="9992">
                  <c:v>52362</c:v>
                </c:pt>
                <c:pt idx="9993">
                  <c:v>52363</c:v>
                </c:pt>
                <c:pt idx="9994">
                  <c:v>52364</c:v>
                </c:pt>
                <c:pt idx="9995">
                  <c:v>52365</c:v>
                </c:pt>
                <c:pt idx="9996">
                  <c:v>52366</c:v>
                </c:pt>
                <c:pt idx="9997">
                  <c:v>52367</c:v>
                </c:pt>
                <c:pt idx="9998">
                  <c:v>52368</c:v>
                </c:pt>
                <c:pt idx="9999">
                  <c:v>52369</c:v>
                </c:pt>
                <c:pt idx="10000">
                  <c:v>52370</c:v>
                </c:pt>
                <c:pt idx="10001">
                  <c:v>52371</c:v>
                </c:pt>
                <c:pt idx="10002">
                  <c:v>52372</c:v>
                </c:pt>
                <c:pt idx="10003">
                  <c:v>52373</c:v>
                </c:pt>
                <c:pt idx="10004">
                  <c:v>52374</c:v>
                </c:pt>
                <c:pt idx="10005">
                  <c:v>52375</c:v>
                </c:pt>
                <c:pt idx="10006">
                  <c:v>52376</c:v>
                </c:pt>
                <c:pt idx="10007">
                  <c:v>52377</c:v>
                </c:pt>
                <c:pt idx="10008">
                  <c:v>52378</c:v>
                </c:pt>
                <c:pt idx="10009">
                  <c:v>52379</c:v>
                </c:pt>
                <c:pt idx="10010">
                  <c:v>52380</c:v>
                </c:pt>
                <c:pt idx="10011">
                  <c:v>52381</c:v>
                </c:pt>
                <c:pt idx="10012">
                  <c:v>52382</c:v>
                </c:pt>
                <c:pt idx="10013">
                  <c:v>52383</c:v>
                </c:pt>
                <c:pt idx="10014">
                  <c:v>52384</c:v>
                </c:pt>
                <c:pt idx="10015">
                  <c:v>52385</c:v>
                </c:pt>
                <c:pt idx="10016">
                  <c:v>52386</c:v>
                </c:pt>
                <c:pt idx="10017">
                  <c:v>52387</c:v>
                </c:pt>
                <c:pt idx="10018">
                  <c:v>52388</c:v>
                </c:pt>
                <c:pt idx="10019">
                  <c:v>52389</c:v>
                </c:pt>
                <c:pt idx="10020">
                  <c:v>52390</c:v>
                </c:pt>
                <c:pt idx="10021">
                  <c:v>52391</c:v>
                </c:pt>
                <c:pt idx="10022">
                  <c:v>52392</c:v>
                </c:pt>
                <c:pt idx="10023">
                  <c:v>52393</c:v>
                </c:pt>
                <c:pt idx="10024">
                  <c:v>52394</c:v>
                </c:pt>
                <c:pt idx="10025">
                  <c:v>52395</c:v>
                </c:pt>
                <c:pt idx="10026">
                  <c:v>52396</c:v>
                </c:pt>
                <c:pt idx="10027">
                  <c:v>52397</c:v>
                </c:pt>
                <c:pt idx="10028">
                  <c:v>52398</c:v>
                </c:pt>
                <c:pt idx="10029">
                  <c:v>52399</c:v>
                </c:pt>
                <c:pt idx="10030">
                  <c:v>52400</c:v>
                </c:pt>
                <c:pt idx="10031">
                  <c:v>52401</c:v>
                </c:pt>
                <c:pt idx="10032">
                  <c:v>52402</c:v>
                </c:pt>
                <c:pt idx="10033">
                  <c:v>52403</c:v>
                </c:pt>
                <c:pt idx="10034">
                  <c:v>52404</c:v>
                </c:pt>
                <c:pt idx="10035">
                  <c:v>52405</c:v>
                </c:pt>
                <c:pt idx="10036">
                  <c:v>52406</c:v>
                </c:pt>
                <c:pt idx="10037">
                  <c:v>52407</c:v>
                </c:pt>
                <c:pt idx="10038">
                  <c:v>52408</c:v>
                </c:pt>
                <c:pt idx="10039">
                  <c:v>52409</c:v>
                </c:pt>
                <c:pt idx="10040">
                  <c:v>52410</c:v>
                </c:pt>
                <c:pt idx="10041">
                  <c:v>52411</c:v>
                </c:pt>
                <c:pt idx="10042">
                  <c:v>52412</c:v>
                </c:pt>
                <c:pt idx="10043">
                  <c:v>52413</c:v>
                </c:pt>
                <c:pt idx="10044">
                  <c:v>52414</c:v>
                </c:pt>
                <c:pt idx="10045">
                  <c:v>52415</c:v>
                </c:pt>
                <c:pt idx="10046">
                  <c:v>52416</c:v>
                </c:pt>
                <c:pt idx="10047">
                  <c:v>52417</c:v>
                </c:pt>
                <c:pt idx="10048">
                  <c:v>52418</c:v>
                </c:pt>
                <c:pt idx="10049">
                  <c:v>52419</c:v>
                </c:pt>
                <c:pt idx="10050">
                  <c:v>52420</c:v>
                </c:pt>
                <c:pt idx="10051">
                  <c:v>52421</c:v>
                </c:pt>
                <c:pt idx="10052">
                  <c:v>52422</c:v>
                </c:pt>
                <c:pt idx="10053">
                  <c:v>52423</c:v>
                </c:pt>
                <c:pt idx="10054">
                  <c:v>52424</c:v>
                </c:pt>
                <c:pt idx="10055">
                  <c:v>52425</c:v>
                </c:pt>
                <c:pt idx="10056">
                  <c:v>52426</c:v>
                </c:pt>
                <c:pt idx="10057">
                  <c:v>52427</c:v>
                </c:pt>
                <c:pt idx="10058">
                  <c:v>52428</c:v>
                </c:pt>
                <c:pt idx="10059">
                  <c:v>52429</c:v>
                </c:pt>
                <c:pt idx="10060">
                  <c:v>52430</c:v>
                </c:pt>
                <c:pt idx="10061">
                  <c:v>52431</c:v>
                </c:pt>
                <c:pt idx="10062">
                  <c:v>52432</c:v>
                </c:pt>
                <c:pt idx="10063">
                  <c:v>52433</c:v>
                </c:pt>
                <c:pt idx="10064">
                  <c:v>52434</c:v>
                </c:pt>
                <c:pt idx="10065">
                  <c:v>52435</c:v>
                </c:pt>
                <c:pt idx="10066">
                  <c:v>52436</c:v>
                </c:pt>
                <c:pt idx="10067">
                  <c:v>52437</c:v>
                </c:pt>
                <c:pt idx="10068">
                  <c:v>52438</c:v>
                </c:pt>
                <c:pt idx="10069">
                  <c:v>52439</c:v>
                </c:pt>
                <c:pt idx="10070">
                  <c:v>52440</c:v>
                </c:pt>
                <c:pt idx="10071">
                  <c:v>52441</c:v>
                </c:pt>
                <c:pt idx="10072">
                  <c:v>52442</c:v>
                </c:pt>
                <c:pt idx="10073">
                  <c:v>52443</c:v>
                </c:pt>
                <c:pt idx="10074">
                  <c:v>52444</c:v>
                </c:pt>
                <c:pt idx="10075">
                  <c:v>52445</c:v>
                </c:pt>
                <c:pt idx="10076">
                  <c:v>52446</c:v>
                </c:pt>
                <c:pt idx="10077">
                  <c:v>52447</c:v>
                </c:pt>
                <c:pt idx="10078">
                  <c:v>52448</c:v>
                </c:pt>
                <c:pt idx="10079">
                  <c:v>52449</c:v>
                </c:pt>
                <c:pt idx="10080">
                  <c:v>52450</c:v>
                </c:pt>
                <c:pt idx="10081">
                  <c:v>52451</c:v>
                </c:pt>
                <c:pt idx="10082">
                  <c:v>52452</c:v>
                </c:pt>
                <c:pt idx="10083">
                  <c:v>52453</c:v>
                </c:pt>
                <c:pt idx="10084">
                  <c:v>52454</c:v>
                </c:pt>
                <c:pt idx="10085">
                  <c:v>52455</c:v>
                </c:pt>
                <c:pt idx="10086">
                  <c:v>52456</c:v>
                </c:pt>
                <c:pt idx="10087">
                  <c:v>52457</c:v>
                </c:pt>
                <c:pt idx="10088">
                  <c:v>52458</c:v>
                </c:pt>
                <c:pt idx="10089">
                  <c:v>52459</c:v>
                </c:pt>
                <c:pt idx="10090">
                  <c:v>52460</c:v>
                </c:pt>
                <c:pt idx="10091">
                  <c:v>52461</c:v>
                </c:pt>
                <c:pt idx="10092">
                  <c:v>52462</c:v>
                </c:pt>
                <c:pt idx="10093">
                  <c:v>52463</c:v>
                </c:pt>
                <c:pt idx="10094">
                  <c:v>52464</c:v>
                </c:pt>
                <c:pt idx="10095">
                  <c:v>52465</c:v>
                </c:pt>
                <c:pt idx="10096">
                  <c:v>52466</c:v>
                </c:pt>
                <c:pt idx="10097">
                  <c:v>52467</c:v>
                </c:pt>
                <c:pt idx="10098">
                  <c:v>52468</c:v>
                </c:pt>
                <c:pt idx="10099">
                  <c:v>52469</c:v>
                </c:pt>
                <c:pt idx="10100">
                  <c:v>52470</c:v>
                </c:pt>
                <c:pt idx="10101">
                  <c:v>52471</c:v>
                </c:pt>
                <c:pt idx="10102">
                  <c:v>52472</c:v>
                </c:pt>
                <c:pt idx="10103">
                  <c:v>52473</c:v>
                </c:pt>
                <c:pt idx="10104">
                  <c:v>52474</c:v>
                </c:pt>
                <c:pt idx="10105">
                  <c:v>52475</c:v>
                </c:pt>
                <c:pt idx="10106">
                  <c:v>52476</c:v>
                </c:pt>
                <c:pt idx="10107">
                  <c:v>52477</c:v>
                </c:pt>
                <c:pt idx="10108">
                  <c:v>52478</c:v>
                </c:pt>
                <c:pt idx="10109">
                  <c:v>52479</c:v>
                </c:pt>
                <c:pt idx="10110">
                  <c:v>52480</c:v>
                </c:pt>
                <c:pt idx="10111">
                  <c:v>52481</c:v>
                </c:pt>
                <c:pt idx="10112">
                  <c:v>52482</c:v>
                </c:pt>
                <c:pt idx="10113">
                  <c:v>52483</c:v>
                </c:pt>
                <c:pt idx="10114">
                  <c:v>52484</c:v>
                </c:pt>
                <c:pt idx="10115">
                  <c:v>52485</c:v>
                </c:pt>
                <c:pt idx="10116">
                  <c:v>52486</c:v>
                </c:pt>
                <c:pt idx="10117">
                  <c:v>52487</c:v>
                </c:pt>
                <c:pt idx="10118">
                  <c:v>52488</c:v>
                </c:pt>
                <c:pt idx="10119">
                  <c:v>52489</c:v>
                </c:pt>
                <c:pt idx="10120">
                  <c:v>52490</c:v>
                </c:pt>
                <c:pt idx="10121">
                  <c:v>52491</c:v>
                </c:pt>
                <c:pt idx="10122">
                  <c:v>52492</c:v>
                </c:pt>
                <c:pt idx="10123">
                  <c:v>52493</c:v>
                </c:pt>
                <c:pt idx="10124">
                  <c:v>52494</c:v>
                </c:pt>
                <c:pt idx="10125">
                  <c:v>52495</c:v>
                </c:pt>
                <c:pt idx="10126">
                  <c:v>52496</c:v>
                </c:pt>
                <c:pt idx="10127">
                  <c:v>52497</c:v>
                </c:pt>
                <c:pt idx="10128">
                  <c:v>52498</c:v>
                </c:pt>
                <c:pt idx="10129">
                  <c:v>52499</c:v>
                </c:pt>
                <c:pt idx="10130">
                  <c:v>52500</c:v>
                </c:pt>
                <c:pt idx="10131">
                  <c:v>52501</c:v>
                </c:pt>
                <c:pt idx="10132">
                  <c:v>52502</c:v>
                </c:pt>
                <c:pt idx="10133">
                  <c:v>52503</c:v>
                </c:pt>
                <c:pt idx="10134">
                  <c:v>52504</c:v>
                </c:pt>
                <c:pt idx="10135">
                  <c:v>52505</c:v>
                </c:pt>
                <c:pt idx="10136">
                  <c:v>52506</c:v>
                </c:pt>
                <c:pt idx="10137">
                  <c:v>52507</c:v>
                </c:pt>
                <c:pt idx="10138">
                  <c:v>52508</c:v>
                </c:pt>
                <c:pt idx="10139">
                  <c:v>52509</c:v>
                </c:pt>
                <c:pt idx="10140">
                  <c:v>52510</c:v>
                </c:pt>
                <c:pt idx="10141">
                  <c:v>52511</c:v>
                </c:pt>
                <c:pt idx="10142">
                  <c:v>52512</c:v>
                </c:pt>
                <c:pt idx="10143">
                  <c:v>52513</c:v>
                </c:pt>
                <c:pt idx="10144">
                  <c:v>52514</c:v>
                </c:pt>
                <c:pt idx="10145">
                  <c:v>52515</c:v>
                </c:pt>
                <c:pt idx="10146">
                  <c:v>52516</c:v>
                </c:pt>
                <c:pt idx="10147">
                  <c:v>52517</c:v>
                </c:pt>
                <c:pt idx="10148">
                  <c:v>52518</c:v>
                </c:pt>
                <c:pt idx="10149">
                  <c:v>52519</c:v>
                </c:pt>
                <c:pt idx="10150">
                  <c:v>52520</c:v>
                </c:pt>
                <c:pt idx="10151">
                  <c:v>52521</c:v>
                </c:pt>
                <c:pt idx="10152">
                  <c:v>52522</c:v>
                </c:pt>
                <c:pt idx="10153">
                  <c:v>52523</c:v>
                </c:pt>
                <c:pt idx="10154">
                  <c:v>52524</c:v>
                </c:pt>
                <c:pt idx="10155">
                  <c:v>52525</c:v>
                </c:pt>
                <c:pt idx="10156">
                  <c:v>52526</c:v>
                </c:pt>
                <c:pt idx="10157">
                  <c:v>52527</c:v>
                </c:pt>
                <c:pt idx="10158">
                  <c:v>52528</c:v>
                </c:pt>
                <c:pt idx="10159">
                  <c:v>52529</c:v>
                </c:pt>
                <c:pt idx="10160">
                  <c:v>52530</c:v>
                </c:pt>
                <c:pt idx="10161">
                  <c:v>52531</c:v>
                </c:pt>
                <c:pt idx="10162">
                  <c:v>52532</c:v>
                </c:pt>
                <c:pt idx="10163">
                  <c:v>52533</c:v>
                </c:pt>
                <c:pt idx="10164">
                  <c:v>52534</c:v>
                </c:pt>
                <c:pt idx="10165">
                  <c:v>52535</c:v>
                </c:pt>
                <c:pt idx="10166">
                  <c:v>52536</c:v>
                </c:pt>
                <c:pt idx="10167">
                  <c:v>52537</c:v>
                </c:pt>
                <c:pt idx="10168">
                  <c:v>52538</c:v>
                </c:pt>
                <c:pt idx="10169">
                  <c:v>52539</c:v>
                </c:pt>
                <c:pt idx="10170">
                  <c:v>52540</c:v>
                </c:pt>
                <c:pt idx="10171">
                  <c:v>52541</c:v>
                </c:pt>
                <c:pt idx="10172">
                  <c:v>52542</c:v>
                </c:pt>
                <c:pt idx="10173">
                  <c:v>52543</c:v>
                </c:pt>
                <c:pt idx="10174">
                  <c:v>52544</c:v>
                </c:pt>
                <c:pt idx="10175">
                  <c:v>52545</c:v>
                </c:pt>
                <c:pt idx="10176">
                  <c:v>52546</c:v>
                </c:pt>
                <c:pt idx="10177">
                  <c:v>52547</c:v>
                </c:pt>
                <c:pt idx="10178">
                  <c:v>52548</c:v>
                </c:pt>
                <c:pt idx="10179">
                  <c:v>52549</c:v>
                </c:pt>
                <c:pt idx="10180">
                  <c:v>52550</c:v>
                </c:pt>
                <c:pt idx="10181">
                  <c:v>52551</c:v>
                </c:pt>
                <c:pt idx="10182">
                  <c:v>52552</c:v>
                </c:pt>
                <c:pt idx="10183">
                  <c:v>52553</c:v>
                </c:pt>
                <c:pt idx="10184">
                  <c:v>52554</c:v>
                </c:pt>
                <c:pt idx="10185">
                  <c:v>52555</c:v>
                </c:pt>
                <c:pt idx="10186">
                  <c:v>52556</c:v>
                </c:pt>
                <c:pt idx="10187">
                  <c:v>52557</c:v>
                </c:pt>
                <c:pt idx="10188">
                  <c:v>52558</c:v>
                </c:pt>
                <c:pt idx="10189">
                  <c:v>52559</c:v>
                </c:pt>
                <c:pt idx="10190">
                  <c:v>52560</c:v>
                </c:pt>
                <c:pt idx="10191">
                  <c:v>52561</c:v>
                </c:pt>
                <c:pt idx="10192">
                  <c:v>52562</c:v>
                </c:pt>
                <c:pt idx="10193">
                  <c:v>52563</c:v>
                </c:pt>
                <c:pt idx="10194">
                  <c:v>52564</c:v>
                </c:pt>
                <c:pt idx="10195">
                  <c:v>52565</c:v>
                </c:pt>
                <c:pt idx="10196">
                  <c:v>52566</c:v>
                </c:pt>
                <c:pt idx="10197">
                  <c:v>52567</c:v>
                </c:pt>
                <c:pt idx="10198">
                  <c:v>52568</c:v>
                </c:pt>
                <c:pt idx="10199">
                  <c:v>52569</c:v>
                </c:pt>
                <c:pt idx="10200">
                  <c:v>52570</c:v>
                </c:pt>
                <c:pt idx="10201">
                  <c:v>52571</c:v>
                </c:pt>
                <c:pt idx="10202">
                  <c:v>52572</c:v>
                </c:pt>
                <c:pt idx="10203">
                  <c:v>52573</c:v>
                </c:pt>
                <c:pt idx="10204">
                  <c:v>52574</c:v>
                </c:pt>
                <c:pt idx="10205">
                  <c:v>52575</c:v>
                </c:pt>
                <c:pt idx="10206">
                  <c:v>52576</c:v>
                </c:pt>
                <c:pt idx="10207">
                  <c:v>52577</c:v>
                </c:pt>
                <c:pt idx="10208">
                  <c:v>52578</c:v>
                </c:pt>
                <c:pt idx="10209">
                  <c:v>52579</c:v>
                </c:pt>
                <c:pt idx="10210">
                  <c:v>52580</c:v>
                </c:pt>
                <c:pt idx="10211">
                  <c:v>52581</c:v>
                </c:pt>
                <c:pt idx="10212">
                  <c:v>52582</c:v>
                </c:pt>
                <c:pt idx="10213">
                  <c:v>52583</c:v>
                </c:pt>
                <c:pt idx="10214">
                  <c:v>52584</c:v>
                </c:pt>
                <c:pt idx="10215">
                  <c:v>52585</c:v>
                </c:pt>
                <c:pt idx="10216">
                  <c:v>52586</c:v>
                </c:pt>
                <c:pt idx="10217">
                  <c:v>52587</c:v>
                </c:pt>
                <c:pt idx="10218">
                  <c:v>52588</c:v>
                </c:pt>
                <c:pt idx="10219">
                  <c:v>52589</c:v>
                </c:pt>
                <c:pt idx="10220">
                  <c:v>52590</c:v>
                </c:pt>
                <c:pt idx="10221">
                  <c:v>52591</c:v>
                </c:pt>
                <c:pt idx="10222">
                  <c:v>52592</c:v>
                </c:pt>
                <c:pt idx="10223">
                  <c:v>52593</c:v>
                </c:pt>
                <c:pt idx="10224">
                  <c:v>52594</c:v>
                </c:pt>
                <c:pt idx="10225">
                  <c:v>52595</c:v>
                </c:pt>
                <c:pt idx="10226">
                  <c:v>52596</c:v>
                </c:pt>
                <c:pt idx="10227">
                  <c:v>52597</c:v>
                </c:pt>
                <c:pt idx="10228">
                  <c:v>52598</c:v>
                </c:pt>
                <c:pt idx="10229">
                  <c:v>52599</c:v>
                </c:pt>
                <c:pt idx="10230">
                  <c:v>52600</c:v>
                </c:pt>
                <c:pt idx="10231">
                  <c:v>52601</c:v>
                </c:pt>
                <c:pt idx="10232">
                  <c:v>52602</c:v>
                </c:pt>
                <c:pt idx="10233">
                  <c:v>52603</c:v>
                </c:pt>
                <c:pt idx="10234">
                  <c:v>52604</c:v>
                </c:pt>
                <c:pt idx="10235">
                  <c:v>52605</c:v>
                </c:pt>
                <c:pt idx="10236">
                  <c:v>52606</c:v>
                </c:pt>
                <c:pt idx="10237">
                  <c:v>52607</c:v>
                </c:pt>
                <c:pt idx="10238">
                  <c:v>52608</c:v>
                </c:pt>
                <c:pt idx="10239">
                  <c:v>52609</c:v>
                </c:pt>
                <c:pt idx="10240">
                  <c:v>52610</c:v>
                </c:pt>
                <c:pt idx="10241">
                  <c:v>52611</c:v>
                </c:pt>
                <c:pt idx="10242">
                  <c:v>52612</c:v>
                </c:pt>
                <c:pt idx="10243">
                  <c:v>52613</c:v>
                </c:pt>
                <c:pt idx="10244">
                  <c:v>52614</c:v>
                </c:pt>
                <c:pt idx="10245">
                  <c:v>52615</c:v>
                </c:pt>
                <c:pt idx="10246">
                  <c:v>52616</c:v>
                </c:pt>
                <c:pt idx="10247">
                  <c:v>52617</c:v>
                </c:pt>
                <c:pt idx="10248">
                  <c:v>52618</c:v>
                </c:pt>
                <c:pt idx="10249">
                  <c:v>52619</c:v>
                </c:pt>
                <c:pt idx="10250">
                  <c:v>52620</c:v>
                </c:pt>
                <c:pt idx="10251">
                  <c:v>52621</c:v>
                </c:pt>
                <c:pt idx="10252">
                  <c:v>52622</c:v>
                </c:pt>
                <c:pt idx="10253">
                  <c:v>52623</c:v>
                </c:pt>
                <c:pt idx="10254">
                  <c:v>52624</c:v>
                </c:pt>
                <c:pt idx="10255">
                  <c:v>52625</c:v>
                </c:pt>
                <c:pt idx="10256">
                  <c:v>52626</c:v>
                </c:pt>
                <c:pt idx="10257">
                  <c:v>52627</c:v>
                </c:pt>
                <c:pt idx="10258">
                  <c:v>52628</c:v>
                </c:pt>
                <c:pt idx="10259">
                  <c:v>52629</c:v>
                </c:pt>
                <c:pt idx="10260">
                  <c:v>52630</c:v>
                </c:pt>
                <c:pt idx="10261">
                  <c:v>52631</c:v>
                </c:pt>
                <c:pt idx="10262">
                  <c:v>52632</c:v>
                </c:pt>
                <c:pt idx="10263">
                  <c:v>52633</c:v>
                </c:pt>
                <c:pt idx="10264">
                  <c:v>52634</c:v>
                </c:pt>
                <c:pt idx="10265">
                  <c:v>52635</c:v>
                </c:pt>
                <c:pt idx="10266">
                  <c:v>52636</c:v>
                </c:pt>
                <c:pt idx="10267">
                  <c:v>52637</c:v>
                </c:pt>
                <c:pt idx="10268">
                  <c:v>52638</c:v>
                </c:pt>
                <c:pt idx="10269">
                  <c:v>52639</c:v>
                </c:pt>
                <c:pt idx="10270">
                  <c:v>52640</c:v>
                </c:pt>
                <c:pt idx="10271">
                  <c:v>52641</c:v>
                </c:pt>
                <c:pt idx="10272">
                  <c:v>52642</c:v>
                </c:pt>
                <c:pt idx="10273">
                  <c:v>52643</c:v>
                </c:pt>
                <c:pt idx="10274">
                  <c:v>52644</c:v>
                </c:pt>
                <c:pt idx="10275">
                  <c:v>52645</c:v>
                </c:pt>
                <c:pt idx="10276">
                  <c:v>52646</c:v>
                </c:pt>
                <c:pt idx="10277">
                  <c:v>52647</c:v>
                </c:pt>
                <c:pt idx="10278">
                  <c:v>52648</c:v>
                </c:pt>
                <c:pt idx="10279">
                  <c:v>52649</c:v>
                </c:pt>
                <c:pt idx="10280">
                  <c:v>52650</c:v>
                </c:pt>
                <c:pt idx="10281">
                  <c:v>52651</c:v>
                </c:pt>
                <c:pt idx="10282">
                  <c:v>52652</c:v>
                </c:pt>
                <c:pt idx="10283">
                  <c:v>52653</c:v>
                </c:pt>
                <c:pt idx="10284">
                  <c:v>52654</c:v>
                </c:pt>
                <c:pt idx="10285">
                  <c:v>52655</c:v>
                </c:pt>
                <c:pt idx="10286">
                  <c:v>52656</c:v>
                </c:pt>
                <c:pt idx="10287">
                  <c:v>52657</c:v>
                </c:pt>
                <c:pt idx="10288">
                  <c:v>52658</c:v>
                </c:pt>
                <c:pt idx="10289">
                  <c:v>52659</c:v>
                </c:pt>
                <c:pt idx="10290">
                  <c:v>52660</c:v>
                </c:pt>
                <c:pt idx="10291">
                  <c:v>52661</c:v>
                </c:pt>
                <c:pt idx="10292">
                  <c:v>52662</c:v>
                </c:pt>
                <c:pt idx="10293">
                  <c:v>52663</c:v>
                </c:pt>
                <c:pt idx="10294">
                  <c:v>52664</c:v>
                </c:pt>
                <c:pt idx="10295">
                  <c:v>52665</c:v>
                </c:pt>
                <c:pt idx="10296">
                  <c:v>52666</c:v>
                </c:pt>
                <c:pt idx="10297">
                  <c:v>52667</c:v>
                </c:pt>
                <c:pt idx="10298">
                  <c:v>52668</c:v>
                </c:pt>
                <c:pt idx="10299">
                  <c:v>52669</c:v>
                </c:pt>
                <c:pt idx="10300">
                  <c:v>52670</c:v>
                </c:pt>
                <c:pt idx="10301">
                  <c:v>52671</c:v>
                </c:pt>
                <c:pt idx="10302">
                  <c:v>52672</c:v>
                </c:pt>
                <c:pt idx="10303">
                  <c:v>52673</c:v>
                </c:pt>
                <c:pt idx="10304">
                  <c:v>52674</c:v>
                </c:pt>
                <c:pt idx="10305">
                  <c:v>52675</c:v>
                </c:pt>
                <c:pt idx="10306">
                  <c:v>52676</c:v>
                </c:pt>
                <c:pt idx="10307">
                  <c:v>52677</c:v>
                </c:pt>
                <c:pt idx="10308">
                  <c:v>52678</c:v>
                </c:pt>
                <c:pt idx="10309">
                  <c:v>52679</c:v>
                </c:pt>
                <c:pt idx="10310">
                  <c:v>52680</c:v>
                </c:pt>
                <c:pt idx="10311">
                  <c:v>52681</c:v>
                </c:pt>
                <c:pt idx="10312">
                  <c:v>52682</c:v>
                </c:pt>
                <c:pt idx="10313">
                  <c:v>52683</c:v>
                </c:pt>
                <c:pt idx="10314">
                  <c:v>52684</c:v>
                </c:pt>
                <c:pt idx="10315">
                  <c:v>52685</c:v>
                </c:pt>
                <c:pt idx="10316">
                  <c:v>52686</c:v>
                </c:pt>
                <c:pt idx="10317">
                  <c:v>52687</c:v>
                </c:pt>
                <c:pt idx="10318">
                  <c:v>52688</c:v>
                </c:pt>
                <c:pt idx="10319">
                  <c:v>52689</c:v>
                </c:pt>
                <c:pt idx="10320">
                  <c:v>52690</c:v>
                </c:pt>
                <c:pt idx="10321">
                  <c:v>52691</c:v>
                </c:pt>
                <c:pt idx="10322">
                  <c:v>52692</c:v>
                </c:pt>
                <c:pt idx="10323">
                  <c:v>52693</c:v>
                </c:pt>
                <c:pt idx="10324">
                  <c:v>52694</c:v>
                </c:pt>
                <c:pt idx="10325">
                  <c:v>52695</c:v>
                </c:pt>
                <c:pt idx="10326">
                  <c:v>52696</c:v>
                </c:pt>
                <c:pt idx="10327">
                  <c:v>52697</c:v>
                </c:pt>
                <c:pt idx="10328">
                  <c:v>52698</c:v>
                </c:pt>
                <c:pt idx="10329">
                  <c:v>52699</c:v>
                </c:pt>
                <c:pt idx="10330">
                  <c:v>52700</c:v>
                </c:pt>
                <c:pt idx="10331">
                  <c:v>52701</c:v>
                </c:pt>
                <c:pt idx="10332">
                  <c:v>52702</c:v>
                </c:pt>
                <c:pt idx="10333">
                  <c:v>52703</c:v>
                </c:pt>
                <c:pt idx="10334">
                  <c:v>52704</c:v>
                </c:pt>
                <c:pt idx="10335">
                  <c:v>52705</c:v>
                </c:pt>
                <c:pt idx="10336">
                  <c:v>52706</c:v>
                </c:pt>
                <c:pt idx="10337">
                  <c:v>52707</c:v>
                </c:pt>
                <c:pt idx="10338">
                  <c:v>52708</c:v>
                </c:pt>
                <c:pt idx="10339">
                  <c:v>52709</c:v>
                </c:pt>
                <c:pt idx="10340">
                  <c:v>52710</c:v>
                </c:pt>
                <c:pt idx="10341">
                  <c:v>52711</c:v>
                </c:pt>
                <c:pt idx="10342">
                  <c:v>52712</c:v>
                </c:pt>
                <c:pt idx="10343">
                  <c:v>52713</c:v>
                </c:pt>
                <c:pt idx="10344">
                  <c:v>52714</c:v>
                </c:pt>
                <c:pt idx="10345">
                  <c:v>52715</c:v>
                </c:pt>
                <c:pt idx="10346">
                  <c:v>52716</c:v>
                </c:pt>
                <c:pt idx="10347">
                  <c:v>52717</c:v>
                </c:pt>
                <c:pt idx="10348">
                  <c:v>52718</c:v>
                </c:pt>
                <c:pt idx="10349">
                  <c:v>52719</c:v>
                </c:pt>
                <c:pt idx="10350">
                  <c:v>52720</c:v>
                </c:pt>
                <c:pt idx="10351">
                  <c:v>52721</c:v>
                </c:pt>
                <c:pt idx="10352">
                  <c:v>52722</c:v>
                </c:pt>
                <c:pt idx="10353">
                  <c:v>52723</c:v>
                </c:pt>
                <c:pt idx="10354">
                  <c:v>52724</c:v>
                </c:pt>
                <c:pt idx="10355">
                  <c:v>52725</c:v>
                </c:pt>
                <c:pt idx="10356">
                  <c:v>52726</c:v>
                </c:pt>
                <c:pt idx="10357">
                  <c:v>52727</c:v>
                </c:pt>
                <c:pt idx="10358">
                  <c:v>52728</c:v>
                </c:pt>
                <c:pt idx="10359">
                  <c:v>52729</c:v>
                </c:pt>
                <c:pt idx="10360">
                  <c:v>52730</c:v>
                </c:pt>
                <c:pt idx="10361">
                  <c:v>52731</c:v>
                </c:pt>
                <c:pt idx="10362">
                  <c:v>52732</c:v>
                </c:pt>
                <c:pt idx="10363">
                  <c:v>52733</c:v>
                </c:pt>
                <c:pt idx="10364">
                  <c:v>52734</c:v>
                </c:pt>
                <c:pt idx="10365">
                  <c:v>52735</c:v>
                </c:pt>
                <c:pt idx="10366">
                  <c:v>52736</c:v>
                </c:pt>
                <c:pt idx="10367">
                  <c:v>52737</c:v>
                </c:pt>
                <c:pt idx="10368">
                  <c:v>52738</c:v>
                </c:pt>
                <c:pt idx="10369">
                  <c:v>52739</c:v>
                </c:pt>
                <c:pt idx="10370">
                  <c:v>52740</c:v>
                </c:pt>
                <c:pt idx="10371">
                  <c:v>52741</c:v>
                </c:pt>
                <c:pt idx="10372">
                  <c:v>52742</c:v>
                </c:pt>
                <c:pt idx="10373">
                  <c:v>52743</c:v>
                </c:pt>
                <c:pt idx="10374">
                  <c:v>52744</c:v>
                </c:pt>
                <c:pt idx="10375">
                  <c:v>52745</c:v>
                </c:pt>
                <c:pt idx="10376">
                  <c:v>52746</c:v>
                </c:pt>
                <c:pt idx="10377">
                  <c:v>52747</c:v>
                </c:pt>
                <c:pt idx="10378">
                  <c:v>52748</c:v>
                </c:pt>
                <c:pt idx="10379">
                  <c:v>52749</c:v>
                </c:pt>
                <c:pt idx="10380">
                  <c:v>52750</c:v>
                </c:pt>
                <c:pt idx="10381">
                  <c:v>52751</c:v>
                </c:pt>
                <c:pt idx="10382">
                  <c:v>52752</c:v>
                </c:pt>
                <c:pt idx="10383">
                  <c:v>52753</c:v>
                </c:pt>
                <c:pt idx="10384">
                  <c:v>52754</c:v>
                </c:pt>
                <c:pt idx="10385">
                  <c:v>52755</c:v>
                </c:pt>
                <c:pt idx="10386">
                  <c:v>52756</c:v>
                </c:pt>
                <c:pt idx="10387">
                  <c:v>52757</c:v>
                </c:pt>
                <c:pt idx="10388">
                  <c:v>52758</c:v>
                </c:pt>
                <c:pt idx="10389">
                  <c:v>52759</c:v>
                </c:pt>
                <c:pt idx="10390">
                  <c:v>52760</c:v>
                </c:pt>
                <c:pt idx="10391">
                  <c:v>52761</c:v>
                </c:pt>
                <c:pt idx="10392">
                  <c:v>52762</c:v>
                </c:pt>
                <c:pt idx="10393">
                  <c:v>52763</c:v>
                </c:pt>
                <c:pt idx="10394">
                  <c:v>52764</c:v>
                </c:pt>
                <c:pt idx="10395">
                  <c:v>52765</c:v>
                </c:pt>
                <c:pt idx="10396">
                  <c:v>52766</c:v>
                </c:pt>
                <c:pt idx="10397">
                  <c:v>52767</c:v>
                </c:pt>
                <c:pt idx="10398">
                  <c:v>52768</c:v>
                </c:pt>
                <c:pt idx="10399">
                  <c:v>52769</c:v>
                </c:pt>
                <c:pt idx="10400">
                  <c:v>52770</c:v>
                </c:pt>
                <c:pt idx="10401">
                  <c:v>52771</c:v>
                </c:pt>
                <c:pt idx="10402">
                  <c:v>52772</c:v>
                </c:pt>
                <c:pt idx="10403">
                  <c:v>52773</c:v>
                </c:pt>
                <c:pt idx="10404">
                  <c:v>52774</c:v>
                </c:pt>
                <c:pt idx="10405">
                  <c:v>52775</c:v>
                </c:pt>
                <c:pt idx="10406">
                  <c:v>52776</c:v>
                </c:pt>
                <c:pt idx="10407">
                  <c:v>52777</c:v>
                </c:pt>
                <c:pt idx="10408">
                  <c:v>52778</c:v>
                </c:pt>
                <c:pt idx="10409">
                  <c:v>52779</c:v>
                </c:pt>
                <c:pt idx="10410">
                  <c:v>52780</c:v>
                </c:pt>
                <c:pt idx="10411">
                  <c:v>52781</c:v>
                </c:pt>
                <c:pt idx="10412">
                  <c:v>52782</c:v>
                </c:pt>
                <c:pt idx="10413">
                  <c:v>52783</c:v>
                </c:pt>
                <c:pt idx="10414">
                  <c:v>52784</c:v>
                </c:pt>
                <c:pt idx="10415">
                  <c:v>52785</c:v>
                </c:pt>
                <c:pt idx="10416">
                  <c:v>52786</c:v>
                </c:pt>
                <c:pt idx="10417">
                  <c:v>52787</c:v>
                </c:pt>
                <c:pt idx="10418">
                  <c:v>52788</c:v>
                </c:pt>
                <c:pt idx="10419">
                  <c:v>52789</c:v>
                </c:pt>
                <c:pt idx="10420">
                  <c:v>52790</c:v>
                </c:pt>
                <c:pt idx="10421">
                  <c:v>52791</c:v>
                </c:pt>
                <c:pt idx="10422">
                  <c:v>52792</c:v>
                </c:pt>
                <c:pt idx="10423">
                  <c:v>52793</c:v>
                </c:pt>
                <c:pt idx="10424">
                  <c:v>52794</c:v>
                </c:pt>
                <c:pt idx="10425">
                  <c:v>52795</c:v>
                </c:pt>
                <c:pt idx="10426">
                  <c:v>52796</c:v>
                </c:pt>
                <c:pt idx="10427">
                  <c:v>52797</c:v>
                </c:pt>
                <c:pt idx="10428">
                  <c:v>52798</c:v>
                </c:pt>
                <c:pt idx="10429">
                  <c:v>52799</c:v>
                </c:pt>
                <c:pt idx="10430">
                  <c:v>52800</c:v>
                </c:pt>
                <c:pt idx="10431">
                  <c:v>52801</c:v>
                </c:pt>
                <c:pt idx="10432">
                  <c:v>52802</c:v>
                </c:pt>
                <c:pt idx="10433">
                  <c:v>52803</c:v>
                </c:pt>
                <c:pt idx="10434">
                  <c:v>52804</c:v>
                </c:pt>
                <c:pt idx="10435">
                  <c:v>52805</c:v>
                </c:pt>
                <c:pt idx="10436">
                  <c:v>52806</c:v>
                </c:pt>
                <c:pt idx="10437">
                  <c:v>52807</c:v>
                </c:pt>
                <c:pt idx="10438">
                  <c:v>52808</c:v>
                </c:pt>
                <c:pt idx="10439">
                  <c:v>52809</c:v>
                </c:pt>
                <c:pt idx="10440">
                  <c:v>52810</c:v>
                </c:pt>
                <c:pt idx="10441">
                  <c:v>52811</c:v>
                </c:pt>
                <c:pt idx="10442">
                  <c:v>52812</c:v>
                </c:pt>
                <c:pt idx="10443">
                  <c:v>52813</c:v>
                </c:pt>
                <c:pt idx="10444">
                  <c:v>52814</c:v>
                </c:pt>
                <c:pt idx="10445">
                  <c:v>52815</c:v>
                </c:pt>
                <c:pt idx="10446">
                  <c:v>52816</c:v>
                </c:pt>
                <c:pt idx="10447">
                  <c:v>52817</c:v>
                </c:pt>
                <c:pt idx="10448">
                  <c:v>52818</c:v>
                </c:pt>
                <c:pt idx="10449">
                  <c:v>52819</c:v>
                </c:pt>
                <c:pt idx="10450">
                  <c:v>52820</c:v>
                </c:pt>
                <c:pt idx="10451">
                  <c:v>52821</c:v>
                </c:pt>
                <c:pt idx="10452">
                  <c:v>52822</c:v>
                </c:pt>
                <c:pt idx="10453">
                  <c:v>52823</c:v>
                </c:pt>
                <c:pt idx="10454">
                  <c:v>52824</c:v>
                </c:pt>
                <c:pt idx="10455">
                  <c:v>52825</c:v>
                </c:pt>
                <c:pt idx="10456">
                  <c:v>52826</c:v>
                </c:pt>
                <c:pt idx="10457">
                  <c:v>52827</c:v>
                </c:pt>
                <c:pt idx="10458">
                  <c:v>52828</c:v>
                </c:pt>
                <c:pt idx="10459">
                  <c:v>52829</c:v>
                </c:pt>
                <c:pt idx="10460">
                  <c:v>52830</c:v>
                </c:pt>
                <c:pt idx="10461">
                  <c:v>52831</c:v>
                </c:pt>
                <c:pt idx="10462">
                  <c:v>52832</c:v>
                </c:pt>
                <c:pt idx="10463">
                  <c:v>52833</c:v>
                </c:pt>
                <c:pt idx="10464">
                  <c:v>52834</c:v>
                </c:pt>
                <c:pt idx="10465">
                  <c:v>52835</c:v>
                </c:pt>
                <c:pt idx="10466">
                  <c:v>52836</c:v>
                </c:pt>
                <c:pt idx="10467">
                  <c:v>52837</c:v>
                </c:pt>
                <c:pt idx="10468">
                  <c:v>52838</c:v>
                </c:pt>
                <c:pt idx="10469">
                  <c:v>52839</c:v>
                </c:pt>
                <c:pt idx="10470">
                  <c:v>52840</c:v>
                </c:pt>
                <c:pt idx="10471">
                  <c:v>52841</c:v>
                </c:pt>
                <c:pt idx="10472">
                  <c:v>52842</c:v>
                </c:pt>
                <c:pt idx="10473">
                  <c:v>52843</c:v>
                </c:pt>
                <c:pt idx="10474">
                  <c:v>52844</c:v>
                </c:pt>
                <c:pt idx="10475">
                  <c:v>52845</c:v>
                </c:pt>
                <c:pt idx="10476">
                  <c:v>52846</c:v>
                </c:pt>
                <c:pt idx="10477">
                  <c:v>52847</c:v>
                </c:pt>
                <c:pt idx="10478">
                  <c:v>52848</c:v>
                </c:pt>
                <c:pt idx="10479">
                  <c:v>52849</c:v>
                </c:pt>
                <c:pt idx="10480">
                  <c:v>52850</c:v>
                </c:pt>
                <c:pt idx="10481">
                  <c:v>52851</c:v>
                </c:pt>
                <c:pt idx="10482">
                  <c:v>52852</c:v>
                </c:pt>
                <c:pt idx="10483">
                  <c:v>52853</c:v>
                </c:pt>
                <c:pt idx="10484">
                  <c:v>52854</c:v>
                </c:pt>
                <c:pt idx="10485">
                  <c:v>52855</c:v>
                </c:pt>
                <c:pt idx="10486">
                  <c:v>52856</c:v>
                </c:pt>
                <c:pt idx="10487">
                  <c:v>52857</c:v>
                </c:pt>
                <c:pt idx="10488">
                  <c:v>52858</c:v>
                </c:pt>
                <c:pt idx="10489">
                  <c:v>52859</c:v>
                </c:pt>
                <c:pt idx="10490">
                  <c:v>52860</c:v>
                </c:pt>
                <c:pt idx="10491">
                  <c:v>52861</c:v>
                </c:pt>
                <c:pt idx="10492">
                  <c:v>52862</c:v>
                </c:pt>
                <c:pt idx="10493">
                  <c:v>52863</c:v>
                </c:pt>
                <c:pt idx="10494">
                  <c:v>52864</c:v>
                </c:pt>
                <c:pt idx="10495">
                  <c:v>52865</c:v>
                </c:pt>
                <c:pt idx="10496">
                  <c:v>52866</c:v>
                </c:pt>
                <c:pt idx="10497">
                  <c:v>52867</c:v>
                </c:pt>
                <c:pt idx="10498">
                  <c:v>52868</c:v>
                </c:pt>
                <c:pt idx="10499">
                  <c:v>52869</c:v>
                </c:pt>
                <c:pt idx="10500">
                  <c:v>52870</c:v>
                </c:pt>
                <c:pt idx="10501">
                  <c:v>52871</c:v>
                </c:pt>
                <c:pt idx="10502">
                  <c:v>52872</c:v>
                </c:pt>
                <c:pt idx="10503">
                  <c:v>52873</c:v>
                </c:pt>
                <c:pt idx="10504">
                  <c:v>52874</c:v>
                </c:pt>
                <c:pt idx="10505">
                  <c:v>52875</c:v>
                </c:pt>
                <c:pt idx="10506">
                  <c:v>52876</c:v>
                </c:pt>
                <c:pt idx="10507">
                  <c:v>52877</c:v>
                </c:pt>
                <c:pt idx="10508">
                  <c:v>52878</c:v>
                </c:pt>
                <c:pt idx="10509">
                  <c:v>52879</c:v>
                </c:pt>
                <c:pt idx="10510">
                  <c:v>52880</c:v>
                </c:pt>
                <c:pt idx="10511">
                  <c:v>52881</c:v>
                </c:pt>
                <c:pt idx="10512">
                  <c:v>52882</c:v>
                </c:pt>
                <c:pt idx="10513">
                  <c:v>52883</c:v>
                </c:pt>
                <c:pt idx="10514">
                  <c:v>52884</c:v>
                </c:pt>
                <c:pt idx="10515">
                  <c:v>52885</c:v>
                </c:pt>
                <c:pt idx="10516">
                  <c:v>52886</c:v>
                </c:pt>
                <c:pt idx="10517">
                  <c:v>52887</c:v>
                </c:pt>
                <c:pt idx="10518">
                  <c:v>52888</c:v>
                </c:pt>
                <c:pt idx="10519">
                  <c:v>52889</c:v>
                </c:pt>
                <c:pt idx="10520">
                  <c:v>52890</c:v>
                </c:pt>
                <c:pt idx="10521">
                  <c:v>52891</c:v>
                </c:pt>
                <c:pt idx="10522">
                  <c:v>52892</c:v>
                </c:pt>
                <c:pt idx="10523">
                  <c:v>52893</c:v>
                </c:pt>
                <c:pt idx="10524">
                  <c:v>52894</c:v>
                </c:pt>
                <c:pt idx="10525">
                  <c:v>52895</c:v>
                </c:pt>
                <c:pt idx="10526">
                  <c:v>52896</c:v>
                </c:pt>
                <c:pt idx="10527">
                  <c:v>52897</c:v>
                </c:pt>
                <c:pt idx="10528">
                  <c:v>52898</c:v>
                </c:pt>
                <c:pt idx="10529">
                  <c:v>52899</c:v>
                </c:pt>
                <c:pt idx="10530">
                  <c:v>52900</c:v>
                </c:pt>
                <c:pt idx="10531">
                  <c:v>52901</c:v>
                </c:pt>
                <c:pt idx="10532">
                  <c:v>52902</c:v>
                </c:pt>
                <c:pt idx="10533">
                  <c:v>52903</c:v>
                </c:pt>
                <c:pt idx="10534">
                  <c:v>52904</c:v>
                </c:pt>
                <c:pt idx="10535">
                  <c:v>52905</c:v>
                </c:pt>
                <c:pt idx="10536">
                  <c:v>52906</c:v>
                </c:pt>
                <c:pt idx="10537">
                  <c:v>52907</c:v>
                </c:pt>
                <c:pt idx="10538">
                  <c:v>52908</c:v>
                </c:pt>
                <c:pt idx="10539">
                  <c:v>52909</c:v>
                </c:pt>
                <c:pt idx="10540">
                  <c:v>52910</c:v>
                </c:pt>
                <c:pt idx="10541">
                  <c:v>52911</c:v>
                </c:pt>
                <c:pt idx="10542">
                  <c:v>52912</c:v>
                </c:pt>
                <c:pt idx="10543">
                  <c:v>52913</c:v>
                </c:pt>
                <c:pt idx="10544">
                  <c:v>52914</c:v>
                </c:pt>
                <c:pt idx="10545">
                  <c:v>52915</c:v>
                </c:pt>
                <c:pt idx="10546">
                  <c:v>52916</c:v>
                </c:pt>
                <c:pt idx="10547">
                  <c:v>52917</c:v>
                </c:pt>
                <c:pt idx="10548">
                  <c:v>52918</c:v>
                </c:pt>
                <c:pt idx="10549">
                  <c:v>52919</c:v>
                </c:pt>
                <c:pt idx="10550">
                  <c:v>52920</c:v>
                </c:pt>
                <c:pt idx="10551">
                  <c:v>52921</c:v>
                </c:pt>
                <c:pt idx="10552">
                  <c:v>52922</c:v>
                </c:pt>
                <c:pt idx="10553">
                  <c:v>52923</c:v>
                </c:pt>
                <c:pt idx="10554">
                  <c:v>52924</c:v>
                </c:pt>
                <c:pt idx="10555">
                  <c:v>52925</c:v>
                </c:pt>
                <c:pt idx="10556">
                  <c:v>52926</c:v>
                </c:pt>
                <c:pt idx="10557">
                  <c:v>52927</c:v>
                </c:pt>
                <c:pt idx="10558">
                  <c:v>52928</c:v>
                </c:pt>
                <c:pt idx="10559">
                  <c:v>52929</c:v>
                </c:pt>
                <c:pt idx="10560">
                  <c:v>52930</c:v>
                </c:pt>
                <c:pt idx="10561">
                  <c:v>52931</c:v>
                </c:pt>
                <c:pt idx="10562">
                  <c:v>52932</c:v>
                </c:pt>
                <c:pt idx="10563">
                  <c:v>52933</c:v>
                </c:pt>
                <c:pt idx="10564">
                  <c:v>52934</c:v>
                </c:pt>
                <c:pt idx="10565">
                  <c:v>52935</c:v>
                </c:pt>
                <c:pt idx="10566">
                  <c:v>52936</c:v>
                </c:pt>
                <c:pt idx="10567">
                  <c:v>52937</c:v>
                </c:pt>
                <c:pt idx="10568">
                  <c:v>52938</c:v>
                </c:pt>
                <c:pt idx="10569">
                  <c:v>52939</c:v>
                </c:pt>
                <c:pt idx="10570">
                  <c:v>52940</c:v>
                </c:pt>
                <c:pt idx="10571">
                  <c:v>52941</c:v>
                </c:pt>
                <c:pt idx="10572">
                  <c:v>52942</c:v>
                </c:pt>
                <c:pt idx="10573">
                  <c:v>52943</c:v>
                </c:pt>
                <c:pt idx="10574">
                  <c:v>52944</c:v>
                </c:pt>
                <c:pt idx="10575">
                  <c:v>52945</c:v>
                </c:pt>
                <c:pt idx="10576">
                  <c:v>52946</c:v>
                </c:pt>
                <c:pt idx="10577">
                  <c:v>52947</c:v>
                </c:pt>
                <c:pt idx="10578">
                  <c:v>52948</c:v>
                </c:pt>
                <c:pt idx="10579">
                  <c:v>52949</c:v>
                </c:pt>
                <c:pt idx="10580">
                  <c:v>52950</c:v>
                </c:pt>
                <c:pt idx="10581">
                  <c:v>52951</c:v>
                </c:pt>
                <c:pt idx="10582">
                  <c:v>52952</c:v>
                </c:pt>
                <c:pt idx="10583">
                  <c:v>52953</c:v>
                </c:pt>
                <c:pt idx="10584">
                  <c:v>52954</c:v>
                </c:pt>
                <c:pt idx="10585">
                  <c:v>52955</c:v>
                </c:pt>
                <c:pt idx="10586">
                  <c:v>52956</c:v>
                </c:pt>
                <c:pt idx="10587">
                  <c:v>52957</c:v>
                </c:pt>
                <c:pt idx="10588">
                  <c:v>52958</c:v>
                </c:pt>
                <c:pt idx="10589">
                  <c:v>52959</c:v>
                </c:pt>
                <c:pt idx="10590">
                  <c:v>52960</c:v>
                </c:pt>
                <c:pt idx="10591">
                  <c:v>52961</c:v>
                </c:pt>
                <c:pt idx="10592">
                  <c:v>52962</c:v>
                </c:pt>
                <c:pt idx="10593">
                  <c:v>52963</c:v>
                </c:pt>
                <c:pt idx="10594">
                  <c:v>52964</c:v>
                </c:pt>
                <c:pt idx="10595">
                  <c:v>52965</c:v>
                </c:pt>
                <c:pt idx="10596">
                  <c:v>52966</c:v>
                </c:pt>
                <c:pt idx="10597">
                  <c:v>52967</c:v>
                </c:pt>
                <c:pt idx="10598">
                  <c:v>52968</c:v>
                </c:pt>
                <c:pt idx="10599">
                  <c:v>52969</c:v>
                </c:pt>
                <c:pt idx="10600">
                  <c:v>52970</c:v>
                </c:pt>
                <c:pt idx="10601">
                  <c:v>52971</c:v>
                </c:pt>
                <c:pt idx="10602">
                  <c:v>52972</c:v>
                </c:pt>
                <c:pt idx="10603">
                  <c:v>52973</c:v>
                </c:pt>
                <c:pt idx="10604">
                  <c:v>52974</c:v>
                </c:pt>
                <c:pt idx="10605">
                  <c:v>52975</c:v>
                </c:pt>
                <c:pt idx="10606">
                  <c:v>52976</c:v>
                </c:pt>
                <c:pt idx="10607">
                  <c:v>52977</c:v>
                </c:pt>
                <c:pt idx="10608">
                  <c:v>52978</c:v>
                </c:pt>
                <c:pt idx="10609">
                  <c:v>52979</c:v>
                </c:pt>
                <c:pt idx="10610">
                  <c:v>52980</c:v>
                </c:pt>
                <c:pt idx="10611">
                  <c:v>52981</c:v>
                </c:pt>
                <c:pt idx="10612">
                  <c:v>52982</c:v>
                </c:pt>
                <c:pt idx="10613">
                  <c:v>52983</c:v>
                </c:pt>
                <c:pt idx="10614">
                  <c:v>52984</c:v>
                </c:pt>
                <c:pt idx="10615">
                  <c:v>52985</c:v>
                </c:pt>
                <c:pt idx="10616">
                  <c:v>52986</c:v>
                </c:pt>
                <c:pt idx="10617">
                  <c:v>52987</c:v>
                </c:pt>
                <c:pt idx="10618">
                  <c:v>52988</c:v>
                </c:pt>
                <c:pt idx="10619">
                  <c:v>52989</c:v>
                </c:pt>
                <c:pt idx="10620">
                  <c:v>52990</c:v>
                </c:pt>
                <c:pt idx="10621">
                  <c:v>52991</c:v>
                </c:pt>
                <c:pt idx="10622">
                  <c:v>52992</c:v>
                </c:pt>
                <c:pt idx="10623">
                  <c:v>52993</c:v>
                </c:pt>
                <c:pt idx="10624">
                  <c:v>52994</c:v>
                </c:pt>
                <c:pt idx="10625">
                  <c:v>52995</c:v>
                </c:pt>
                <c:pt idx="10626">
                  <c:v>52996</c:v>
                </c:pt>
                <c:pt idx="10627">
                  <c:v>52997</c:v>
                </c:pt>
                <c:pt idx="10628">
                  <c:v>52998</c:v>
                </c:pt>
                <c:pt idx="10629">
                  <c:v>52999</c:v>
                </c:pt>
                <c:pt idx="10630">
                  <c:v>53000</c:v>
                </c:pt>
                <c:pt idx="10631">
                  <c:v>53001</c:v>
                </c:pt>
                <c:pt idx="10632">
                  <c:v>53002</c:v>
                </c:pt>
                <c:pt idx="10633">
                  <c:v>53003</c:v>
                </c:pt>
                <c:pt idx="10634">
                  <c:v>53004</c:v>
                </c:pt>
                <c:pt idx="10635">
                  <c:v>53005</c:v>
                </c:pt>
                <c:pt idx="10636">
                  <c:v>53006</c:v>
                </c:pt>
                <c:pt idx="10637">
                  <c:v>53007</c:v>
                </c:pt>
                <c:pt idx="10638">
                  <c:v>53008</c:v>
                </c:pt>
                <c:pt idx="10639">
                  <c:v>53009</c:v>
                </c:pt>
                <c:pt idx="10640">
                  <c:v>53010</c:v>
                </c:pt>
                <c:pt idx="10641">
                  <c:v>53011</c:v>
                </c:pt>
                <c:pt idx="10642">
                  <c:v>53012</c:v>
                </c:pt>
                <c:pt idx="10643">
                  <c:v>53013</c:v>
                </c:pt>
                <c:pt idx="10644">
                  <c:v>53014</c:v>
                </c:pt>
                <c:pt idx="10645">
                  <c:v>53015</c:v>
                </c:pt>
                <c:pt idx="10646">
                  <c:v>53016</c:v>
                </c:pt>
                <c:pt idx="10647">
                  <c:v>53017</c:v>
                </c:pt>
                <c:pt idx="10648">
                  <c:v>53018</c:v>
                </c:pt>
                <c:pt idx="10649">
                  <c:v>53019</c:v>
                </c:pt>
                <c:pt idx="10650">
                  <c:v>53020</c:v>
                </c:pt>
                <c:pt idx="10651">
                  <c:v>53021</c:v>
                </c:pt>
                <c:pt idx="10652">
                  <c:v>53022</c:v>
                </c:pt>
                <c:pt idx="10653">
                  <c:v>53023</c:v>
                </c:pt>
                <c:pt idx="10654">
                  <c:v>53024</c:v>
                </c:pt>
                <c:pt idx="10655">
                  <c:v>53025</c:v>
                </c:pt>
                <c:pt idx="10656">
                  <c:v>53026</c:v>
                </c:pt>
                <c:pt idx="10657">
                  <c:v>53027</c:v>
                </c:pt>
                <c:pt idx="10658">
                  <c:v>53028</c:v>
                </c:pt>
                <c:pt idx="10659">
                  <c:v>53029</c:v>
                </c:pt>
                <c:pt idx="10660">
                  <c:v>53030</c:v>
                </c:pt>
                <c:pt idx="10661">
                  <c:v>53031</c:v>
                </c:pt>
                <c:pt idx="10662">
                  <c:v>53032</c:v>
                </c:pt>
                <c:pt idx="10663">
                  <c:v>53033</c:v>
                </c:pt>
                <c:pt idx="10664">
                  <c:v>53034</c:v>
                </c:pt>
                <c:pt idx="10665">
                  <c:v>53035</c:v>
                </c:pt>
                <c:pt idx="10666">
                  <c:v>53036</c:v>
                </c:pt>
                <c:pt idx="10667">
                  <c:v>53037</c:v>
                </c:pt>
                <c:pt idx="10668">
                  <c:v>53038</c:v>
                </c:pt>
                <c:pt idx="10669">
                  <c:v>53039</c:v>
                </c:pt>
                <c:pt idx="10670">
                  <c:v>53040</c:v>
                </c:pt>
                <c:pt idx="10671">
                  <c:v>53041</c:v>
                </c:pt>
                <c:pt idx="10672">
                  <c:v>53042</c:v>
                </c:pt>
                <c:pt idx="10673">
                  <c:v>53043</c:v>
                </c:pt>
                <c:pt idx="10674">
                  <c:v>53044</c:v>
                </c:pt>
                <c:pt idx="10675">
                  <c:v>53045</c:v>
                </c:pt>
                <c:pt idx="10676">
                  <c:v>53046</c:v>
                </c:pt>
                <c:pt idx="10677">
                  <c:v>53047</c:v>
                </c:pt>
                <c:pt idx="10678">
                  <c:v>53048</c:v>
                </c:pt>
                <c:pt idx="10679">
                  <c:v>53049</c:v>
                </c:pt>
                <c:pt idx="10680">
                  <c:v>53050</c:v>
                </c:pt>
                <c:pt idx="10681">
                  <c:v>53051</c:v>
                </c:pt>
                <c:pt idx="10682">
                  <c:v>53052</c:v>
                </c:pt>
                <c:pt idx="10683">
                  <c:v>53053</c:v>
                </c:pt>
                <c:pt idx="10684">
                  <c:v>53054</c:v>
                </c:pt>
                <c:pt idx="10685">
                  <c:v>53055</c:v>
                </c:pt>
                <c:pt idx="10686">
                  <c:v>53056</c:v>
                </c:pt>
                <c:pt idx="10687">
                  <c:v>53057</c:v>
                </c:pt>
                <c:pt idx="10688">
                  <c:v>53058</c:v>
                </c:pt>
                <c:pt idx="10689">
                  <c:v>53059</c:v>
                </c:pt>
                <c:pt idx="10690">
                  <c:v>53060</c:v>
                </c:pt>
                <c:pt idx="10691">
                  <c:v>53061</c:v>
                </c:pt>
                <c:pt idx="10692">
                  <c:v>53062</c:v>
                </c:pt>
                <c:pt idx="10693">
                  <c:v>53063</c:v>
                </c:pt>
                <c:pt idx="10694">
                  <c:v>53064</c:v>
                </c:pt>
                <c:pt idx="10695">
                  <c:v>53065</c:v>
                </c:pt>
                <c:pt idx="10696">
                  <c:v>53066</c:v>
                </c:pt>
                <c:pt idx="10697">
                  <c:v>53067</c:v>
                </c:pt>
                <c:pt idx="10698">
                  <c:v>53068</c:v>
                </c:pt>
                <c:pt idx="10699">
                  <c:v>53069</c:v>
                </c:pt>
                <c:pt idx="10700">
                  <c:v>53070</c:v>
                </c:pt>
                <c:pt idx="10701">
                  <c:v>53071</c:v>
                </c:pt>
                <c:pt idx="10702">
                  <c:v>53072</c:v>
                </c:pt>
                <c:pt idx="10703">
                  <c:v>53073</c:v>
                </c:pt>
                <c:pt idx="10704">
                  <c:v>53074</c:v>
                </c:pt>
                <c:pt idx="10705">
                  <c:v>53075</c:v>
                </c:pt>
                <c:pt idx="10706">
                  <c:v>53076</c:v>
                </c:pt>
                <c:pt idx="10707">
                  <c:v>53077</c:v>
                </c:pt>
                <c:pt idx="10708">
                  <c:v>53078</c:v>
                </c:pt>
                <c:pt idx="10709">
                  <c:v>53079</c:v>
                </c:pt>
                <c:pt idx="10710">
                  <c:v>53080</c:v>
                </c:pt>
                <c:pt idx="10711">
                  <c:v>53081</c:v>
                </c:pt>
                <c:pt idx="10712">
                  <c:v>53082</c:v>
                </c:pt>
                <c:pt idx="10713">
                  <c:v>53083</c:v>
                </c:pt>
                <c:pt idx="10714">
                  <c:v>53084</c:v>
                </c:pt>
                <c:pt idx="10715">
                  <c:v>53085</c:v>
                </c:pt>
                <c:pt idx="10716">
                  <c:v>53086</c:v>
                </c:pt>
                <c:pt idx="10717">
                  <c:v>53087</c:v>
                </c:pt>
                <c:pt idx="10718">
                  <c:v>53088</c:v>
                </c:pt>
                <c:pt idx="10719">
                  <c:v>53089</c:v>
                </c:pt>
                <c:pt idx="10720">
                  <c:v>53090</c:v>
                </c:pt>
                <c:pt idx="10721">
                  <c:v>53091</c:v>
                </c:pt>
                <c:pt idx="10722">
                  <c:v>53092</c:v>
                </c:pt>
                <c:pt idx="10723">
                  <c:v>53093</c:v>
                </c:pt>
                <c:pt idx="10724">
                  <c:v>53094</c:v>
                </c:pt>
                <c:pt idx="10725">
                  <c:v>53095</c:v>
                </c:pt>
                <c:pt idx="10726">
                  <c:v>53096</c:v>
                </c:pt>
                <c:pt idx="10727">
                  <c:v>53097</c:v>
                </c:pt>
                <c:pt idx="10728">
                  <c:v>53098</c:v>
                </c:pt>
                <c:pt idx="10729">
                  <c:v>53099</c:v>
                </c:pt>
                <c:pt idx="10730">
                  <c:v>53100</c:v>
                </c:pt>
                <c:pt idx="10731">
                  <c:v>53101</c:v>
                </c:pt>
                <c:pt idx="10732">
                  <c:v>53102</c:v>
                </c:pt>
                <c:pt idx="10733">
                  <c:v>53103</c:v>
                </c:pt>
                <c:pt idx="10734">
                  <c:v>53104</c:v>
                </c:pt>
                <c:pt idx="10735">
                  <c:v>53105</c:v>
                </c:pt>
                <c:pt idx="10736">
                  <c:v>53106</c:v>
                </c:pt>
                <c:pt idx="10737">
                  <c:v>53107</c:v>
                </c:pt>
                <c:pt idx="10738">
                  <c:v>53108</c:v>
                </c:pt>
                <c:pt idx="10739">
                  <c:v>53109</c:v>
                </c:pt>
                <c:pt idx="10740">
                  <c:v>53110</c:v>
                </c:pt>
                <c:pt idx="10741">
                  <c:v>53111</c:v>
                </c:pt>
                <c:pt idx="10742">
                  <c:v>53112</c:v>
                </c:pt>
                <c:pt idx="10743">
                  <c:v>53113</c:v>
                </c:pt>
                <c:pt idx="10744">
                  <c:v>53114</c:v>
                </c:pt>
                <c:pt idx="10745">
                  <c:v>53115</c:v>
                </c:pt>
                <c:pt idx="10746">
                  <c:v>53116</c:v>
                </c:pt>
                <c:pt idx="10747">
                  <c:v>53117</c:v>
                </c:pt>
                <c:pt idx="10748">
                  <c:v>53118</c:v>
                </c:pt>
                <c:pt idx="10749">
                  <c:v>53119</c:v>
                </c:pt>
                <c:pt idx="10750">
                  <c:v>53120</c:v>
                </c:pt>
                <c:pt idx="10751">
                  <c:v>53121</c:v>
                </c:pt>
                <c:pt idx="10752">
                  <c:v>53122</c:v>
                </c:pt>
                <c:pt idx="10753">
                  <c:v>53123</c:v>
                </c:pt>
                <c:pt idx="10754">
                  <c:v>53124</c:v>
                </c:pt>
                <c:pt idx="10755">
                  <c:v>53125</c:v>
                </c:pt>
                <c:pt idx="10756">
                  <c:v>53126</c:v>
                </c:pt>
                <c:pt idx="10757">
                  <c:v>53127</c:v>
                </c:pt>
                <c:pt idx="10758">
                  <c:v>53128</c:v>
                </c:pt>
                <c:pt idx="10759">
                  <c:v>53129</c:v>
                </c:pt>
                <c:pt idx="10760">
                  <c:v>53130</c:v>
                </c:pt>
                <c:pt idx="10761">
                  <c:v>53131</c:v>
                </c:pt>
                <c:pt idx="10762">
                  <c:v>53132</c:v>
                </c:pt>
                <c:pt idx="10763">
                  <c:v>53133</c:v>
                </c:pt>
                <c:pt idx="10764">
                  <c:v>53134</c:v>
                </c:pt>
                <c:pt idx="10765">
                  <c:v>53135</c:v>
                </c:pt>
                <c:pt idx="10766">
                  <c:v>53136</c:v>
                </c:pt>
                <c:pt idx="10767">
                  <c:v>53137</c:v>
                </c:pt>
                <c:pt idx="10768">
                  <c:v>53138</c:v>
                </c:pt>
                <c:pt idx="10769">
                  <c:v>53139</c:v>
                </c:pt>
                <c:pt idx="10770">
                  <c:v>53140</c:v>
                </c:pt>
                <c:pt idx="10771">
                  <c:v>53141</c:v>
                </c:pt>
                <c:pt idx="10772">
                  <c:v>53142</c:v>
                </c:pt>
                <c:pt idx="10773">
                  <c:v>53143</c:v>
                </c:pt>
                <c:pt idx="10774">
                  <c:v>53144</c:v>
                </c:pt>
                <c:pt idx="10775">
                  <c:v>53145</c:v>
                </c:pt>
                <c:pt idx="10776">
                  <c:v>53146</c:v>
                </c:pt>
                <c:pt idx="10777">
                  <c:v>53147</c:v>
                </c:pt>
                <c:pt idx="10778">
                  <c:v>53148</c:v>
                </c:pt>
                <c:pt idx="10779">
                  <c:v>53149</c:v>
                </c:pt>
                <c:pt idx="10780">
                  <c:v>53150</c:v>
                </c:pt>
                <c:pt idx="10781">
                  <c:v>53151</c:v>
                </c:pt>
                <c:pt idx="10782">
                  <c:v>53152</c:v>
                </c:pt>
                <c:pt idx="10783">
                  <c:v>53153</c:v>
                </c:pt>
                <c:pt idx="10784">
                  <c:v>53154</c:v>
                </c:pt>
                <c:pt idx="10785">
                  <c:v>53155</c:v>
                </c:pt>
                <c:pt idx="10786">
                  <c:v>53156</c:v>
                </c:pt>
                <c:pt idx="10787">
                  <c:v>53157</c:v>
                </c:pt>
                <c:pt idx="10788">
                  <c:v>53158</c:v>
                </c:pt>
                <c:pt idx="10789">
                  <c:v>53159</c:v>
                </c:pt>
                <c:pt idx="10790">
                  <c:v>53160</c:v>
                </c:pt>
                <c:pt idx="10791">
                  <c:v>53161</c:v>
                </c:pt>
                <c:pt idx="10792">
                  <c:v>53162</c:v>
                </c:pt>
                <c:pt idx="10793">
                  <c:v>53163</c:v>
                </c:pt>
                <c:pt idx="10794">
                  <c:v>53164</c:v>
                </c:pt>
                <c:pt idx="10795">
                  <c:v>53165</c:v>
                </c:pt>
                <c:pt idx="10796">
                  <c:v>53166</c:v>
                </c:pt>
                <c:pt idx="10797">
                  <c:v>53167</c:v>
                </c:pt>
                <c:pt idx="10798">
                  <c:v>53168</c:v>
                </c:pt>
                <c:pt idx="10799">
                  <c:v>53169</c:v>
                </c:pt>
                <c:pt idx="10800">
                  <c:v>53170</c:v>
                </c:pt>
                <c:pt idx="10801">
                  <c:v>53171</c:v>
                </c:pt>
                <c:pt idx="10802">
                  <c:v>53172</c:v>
                </c:pt>
                <c:pt idx="10803">
                  <c:v>53173</c:v>
                </c:pt>
                <c:pt idx="10804">
                  <c:v>53174</c:v>
                </c:pt>
                <c:pt idx="10805">
                  <c:v>53175</c:v>
                </c:pt>
                <c:pt idx="10806">
                  <c:v>53176</c:v>
                </c:pt>
                <c:pt idx="10807">
                  <c:v>53177</c:v>
                </c:pt>
                <c:pt idx="10808">
                  <c:v>53178</c:v>
                </c:pt>
                <c:pt idx="10809">
                  <c:v>53179</c:v>
                </c:pt>
                <c:pt idx="10810">
                  <c:v>53180</c:v>
                </c:pt>
                <c:pt idx="10811">
                  <c:v>53181</c:v>
                </c:pt>
                <c:pt idx="10812">
                  <c:v>53182</c:v>
                </c:pt>
                <c:pt idx="10813">
                  <c:v>53183</c:v>
                </c:pt>
                <c:pt idx="10814">
                  <c:v>53184</c:v>
                </c:pt>
                <c:pt idx="10815">
                  <c:v>53185</c:v>
                </c:pt>
                <c:pt idx="10816">
                  <c:v>53186</c:v>
                </c:pt>
                <c:pt idx="10817">
                  <c:v>53187</c:v>
                </c:pt>
                <c:pt idx="10818">
                  <c:v>53188</c:v>
                </c:pt>
                <c:pt idx="10819">
                  <c:v>53189</c:v>
                </c:pt>
                <c:pt idx="10820">
                  <c:v>53190</c:v>
                </c:pt>
                <c:pt idx="10821">
                  <c:v>53191</c:v>
                </c:pt>
                <c:pt idx="10822">
                  <c:v>53192</c:v>
                </c:pt>
                <c:pt idx="10823">
                  <c:v>53193</c:v>
                </c:pt>
                <c:pt idx="10824">
                  <c:v>53194</c:v>
                </c:pt>
                <c:pt idx="10825">
                  <c:v>53195</c:v>
                </c:pt>
                <c:pt idx="10826">
                  <c:v>53196</c:v>
                </c:pt>
                <c:pt idx="10827">
                  <c:v>53197</c:v>
                </c:pt>
                <c:pt idx="10828">
                  <c:v>53198</c:v>
                </c:pt>
                <c:pt idx="10829">
                  <c:v>53199</c:v>
                </c:pt>
                <c:pt idx="10830">
                  <c:v>53200</c:v>
                </c:pt>
                <c:pt idx="10831">
                  <c:v>53201</c:v>
                </c:pt>
                <c:pt idx="10832">
                  <c:v>53202</c:v>
                </c:pt>
                <c:pt idx="10833">
                  <c:v>53203</c:v>
                </c:pt>
                <c:pt idx="10834">
                  <c:v>53204</c:v>
                </c:pt>
                <c:pt idx="10835">
                  <c:v>53205</c:v>
                </c:pt>
                <c:pt idx="10836">
                  <c:v>53206</c:v>
                </c:pt>
                <c:pt idx="10837">
                  <c:v>53207</c:v>
                </c:pt>
                <c:pt idx="10838">
                  <c:v>53208</c:v>
                </c:pt>
                <c:pt idx="10839">
                  <c:v>53209</c:v>
                </c:pt>
                <c:pt idx="10840">
                  <c:v>53210</c:v>
                </c:pt>
                <c:pt idx="10841">
                  <c:v>53211</c:v>
                </c:pt>
                <c:pt idx="10842">
                  <c:v>53212</c:v>
                </c:pt>
                <c:pt idx="10843">
                  <c:v>53213</c:v>
                </c:pt>
                <c:pt idx="10844">
                  <c:v>53214</c:v>
                </c:pt>
                <c:pt idx="10845">
                  <c:v>53215</c:v>
                </c:pt>
                <c:pt idx="10846">
                  <c:v>53216</c:v>
                </c:pt>
                <c:pt idx="10847">
                  <c:v>53217</c:v>
                </c:pt>
                <c:pt idx="10848">
                  <c:v>53218</c:v>
                </c:pt>
                <c:pt idx="10849">
                  <c:v>53219</c:v>
                </c:pt>
                <c:pt idx="10850">
                  <c:v>53220</c:v>
                </c:pt>
                <c:pt idx="10851">
                  <c:v>53221</c:v>
                </c:pt>
                <c:pt idx="10852">
                  <c:v>53222</c:v>
                </c:pt>
                <c:pt idx="10853">
                  <c:v>53223</c:v>
                </c:pt>
                <c:pt idx="10854">
                  <c:v>53224</c:v>
                </c:pt>
                <c:pt idx="10855">
                  <c:v>53225</c:v>
                </c:pt>
                <c:pt idx="10856">
                  <c:v>53226</c:v>
                </c:pt>
                <c:pt idx="10857">
                  <c:v>53227</c:v>
                </c:pt>
                <c:pt idx="10858">
                  <c:v>53228</c:v>
                </c:pt>
                <c:pt idx="10859">
                  <c:v>53229</c:v>
                </c:pt>
                <c:pt idx="10860">
                  <c:v>53230</c:v>
                </c:pt>
                <c:pt idx="10861">
                  <c:v>53231</c:v>
                </c:pt>
                <c:pt idx="10862">
                  <c:v>53232</c:v>
                </c:pt>
                <c:pt idx="10863">
                  <c:v>53233</c:v>
                </c:pt>
                <c:pt idx="10864">
                  <c:v>53234</c:v>
                </c:pt>
                <c:pt idx="10865">
                  <c:v>53235</c:v>
                </c:pt>
                <c:pt idx="10866">
                  <c:v>53236</c:v>
                </c:pt>
                <c:pt idx="10867">
                  <c:v>53237</c:v>
                </c:pt>
                <c:pt idx="10868">
                  <c:v>53238</c:v>
                </c:pt>
                <c:pt idx="10869">
                  <c:v>53239</c:v>
                </c:pt>
                <c:pt idx="10870">
                  <c:v>53240</c:v>
                </c:pt>
                <c:pt idx="10871">
                  <c:v>53241</c:v>
                </c:pt>
                <c:pt idx="10872">
                  <c:v>53242</c:v>
                </c:pt>
                <c:pt idx="10873">
                  <c:v>53243</c:v>
                </c:pt>
                <c:pt idx="10874">
                  <c:v>53244</c:v>
                </c:pt>
                <c:pt idx="10875">
                  <c:v>53245</c:v>
                </c:pt>
                <c:pt idx="10876">
                  <c:v>53246</c:v>
                </c:pt>
                <c:pt idx="10877">
                  <c:v>53247</c:v>
                </c:pt>
                <c:pt idx="10878">
                  <c:v>53248</c:v>
                </c:pt>
                <c:pt idx="10879">
                  <c:v>53249</c:v>
                </c:pt>
                <c:pt idx="10880">
                  <c:v>53250</c:v>
                </c:pt>
                <c:pt idx="10881">
                  <c:v>53251</c:v>
                </c:pt>
                <c:pt idx="10882">
                  <c:v>53252</c:v>
                </c:pt>
                <c:pt idx="10883">
                  <c:v>53253</c:v>
                </c:pt>
                <c:pt idx="10884">
                  <c:v>53254</c:v>
                </c:pt>
                <c:pt idx="10885">
                  <c:v>53255</c:v>
                </c:pt>
                <c:pt idx="10886">
                  <c:v>53256</c:v>
                </c:pt>
                <c:pt idx="10887">
                  <c:v>53257</c:v>
                </c:pt>
                <c:pt idx="10888">
                  <c:v>53258</c:v>
                </c:pt>
                <c:pt idx="10889">
                  <c:v>53259</c:v>
                </c:pt>
                <c:pt idx="10890">
                  <c:v>53260</c:v>
                </c:pt>
                <c:pt idx="10891">
                  <c:v>53261</c:v>
                </c:pt>
                <c:pt idx="10892">
                  <c:v>53262</c:v>
                </c:pt>
                <c:pt idx="10893">
                  <c:v>53263</c:v>
                </c:pt>
                <c:pt idx="10894">
                  <c:v>53264</c:v>
                </c:pt>
                <c:pt idx="10895">
                  <c:v>53265</c:v>
                </c:pt>
                <c:pt idx="10896">
                  <c:v>53266</c:v>
                </c:pt>
                <c:pt idx="10897">
                  <c:v>53267</c:v>
                </c:pt>
                <c:pt idx="10898">
                  <c:v>53268</c:v>
                </c:pt>
                <c:pt idx="10899">
                  <c:v>53269</c:v>
                </c:pt>
                <c:pt idx="10900">
                  <c:v>53270</c:v>
                </c:pt>
                <c:pt idx="10901">
                  <c:v>53271</c:v>
                </c:pt>
                <c:pt idx="10902">
                  <c:v>53272</c:v>
                </c:pt>
                <c:pt idx="10903">
                  <c:v>53273</c:v>
                </c:pt>
                <c:pt idx="10904">
                  <c:v>53274</c:v>
                </c:pt>
                <c:pt idx="10905">
                  <c:v>53275</c:v>
                </c:pt>
                <c:pt idx="10906">
                  <c:v>53276</c:v>
                </c:pt>
                <c:pt idx="10907">
                  <c:v>53277</c:v>
                </c:pt>
                <c:pt idx="10908">
                  <c:v>53278</c:v>
                </c:pt>
                <c:pt idx="10909">
                  <c:v>53279</c:v>
                </c:pt>
                <c:pt idx="10910">
                  <c:v>53280</c:v>
                </c:pt>
                <c:pt idx="10911">
                  <c:v>53281</c:v>
                </c:pt>
                <c:pt idx="10912">
                  <c:v>53282</c:v>
                </c:pt>
                <c:pt idx="10913">
                  <c:v>53283</c:v>
                </c:pt>
                <c:pt idx="10914">
                  <c:v>53284</c:v>
                </c:pt>
                <c:pt idx="10915">
                  <c:v>53285</c:v>
                </c:pt>
                <c:pt idx="10916">
                  <c:v>53286</c:v>
                </c:pt>
                <c:pt idx="10917">
                  <c:v>53287</c:v>
                </c:pt>
                <c:pt idx="10918">
                  <c:v>53288</c:v>
                </c:pt>
                <c:pt idx="10919">
                  <c:v>53289</c:v>
                </c:pt>
                <c:pt idx="10920">
                  <c:v>53290</c:v>
                </c:pt>
                <c:pt idx="10921">
                  <c:v>53291</c:v>
                </c:pt>
                <c:pt idx="10922">
                  <c:v>53292</c:v>
                </c:pt>
                <c:pt idx="10923">
                  <c:v>53293</c:v>
                </c:pt>
                <c:pt idx="10924">
                  <c:v>53294</c:v>
                </c:pt>
                <c:pt idx="10925">
                  <c:v>53295</c:v>
                </c:pt>
                <c:pt idx="10926">
                  <c:v>53296</c:v>
                </c:pt>
                <c:pt idx="10927">
                  <c:v>53297</c:v>
                </c:pt>
                <c:pt idx="10928">
                  <c:v>53298</c:v>
                </c:pt>
                <c:pt idx="10929">
                  <c:v>53299</c:v>
                </c:pt>
                <c:pt idx="10930">
                  <c:v>53300</c:v>
                </c:pt>
                <c:pt idx="10931">
                  <c:v>53301</c:v>
                </c:pt>
                <c:pt idx="10932">
                  <c:v>53302</c:v>
                </c:pt>
                <c:pt idx="10933">
                  <c:v>53303</c:v>
                </c:pt>
                <c:pt idx="10934">
                  <c:v>53304</c:v>
                </c:pt>
                <c:pt idx="10935">
                  <c:v>53305</c:v>
                </c:pt>
                <c:pt idx="10936">
                  <c:v>53306</c:v>
                </c:pt>
                <c:pt idx="10937">
                  <c:v>53307</c:v>
                </c:pt>
                <c:pt idx="10938">
                  <c:v>53308</c:v>
                </c:pt>
                <c:pt idx="10939">
                  <c:v>53309</c:v>
                </c:pt>
                <c:pt idx="10940">
                  <c:v>53310</c:v>
                </c:pt>
                <c:pt idx="10941">
                  <c:v>53311</c:v>
                </c:pt>
                <c:pt idx="10942">
                  <c:v>53312</c:v>
                </c:pt>
                <c:pt idx="10943">
                  <c:v>53313</c:v>
                </c:pt>
                <c:pt idx="10944">
                  <c:v>53314</c:v>
                </c:pt>
                <c:pt idx="10945">
                  <c:v>53315</c:v>
                </c:pt>
                <c:pt idx="10946">
                  <c:v>53316</c:v>
                </c:pt>
                <c:pt idx="10947">
                  <c:v>53317</c:v>
                </c:pt>
                <c:pt idx="10948">
                  <c:v>53318</c:v>
                </c:pt>
                <c:pt idx="10949">
                  <c:v>53319</c:v>
                </c:pt>
                <c:pt idx="10950">
                  <c:v>53320</c:v>
                </c:pt>
                <c:pt idx="10951">
                  <c:v>53321</c:v>
                </c:pt>
                <c:pt idx="10952">
                  <c:v>53322</c:v>
                </c:pt>
                <c:pt idx="10953">
                  <c:v>53323</c:v>
                </c:pt>
                <c:pt idx="10954">
                  <c:v>53324</c:v>
                </c:pt>
                <c:pt idx="10955">
                  <c:v>53325</c:v>
                </c:pt>
                <c:pt idx="10956">
                  <c:v>53326</c:v>
                </c:pt>
                <c:pt idx="10957">
                  <c:v>53327</c:v>
                </c:pt>
                <c:pt idx="10958">
                  <c:v>53328</c:v>
                </c:pt>
                <c:pt idx="10959">
                  <c:v>53329</c:v>
                </c:pt>
                <c:pt idx="10960">
                  <c:v>53330</c:v>
                </c:pt>
                <c:pt idx="10961">
                  <c:v>53331</c:v>
                </c:pt>
                <c:pt idx="10962">
                  <c:v>53332</c:v>
                </c:pt>
                <c:pt idx="10963">
                  <c:v>53333</c:v>
                </c:pt>
                <c:pt idx="10964">
                  <c:v>53334</c:v>
                </c:pt>
                <c:pt idx="10965">
                  <c:v>53335</c:v>
                </c:pt>
                <c:pt idx="10966">
                  <c:v>53336</c:v>
                </c:pt>
                <c:pt idx="10967">
                  <c:v>53337</c:v>
                </c:pt>
                <c:pt idx="10968">
                  <c:v>53338</c:v>
                </c:pt>
                <c:pt idx="10969">
                  <c:v>53339</c:v>
                </c:pt>
                <c:pt idx="10970">
                  <c:v>53340</c:v>
                </c:pt>
                <c:pt idx="10971">
                  <c:v>53341</c:v>
                </c:pt>
                <c:pt idx="10972">
                  <c:v>53342</c:v>
                </c:pt>
                <c:pt idx="10973">
                  <c:v>53343</c:v>
                </c:pt>
                <c:pt idx="10974">
                  <c:v>53344</c:v>
                </c:pt>
                <c:pt idx="10975">
                  <c:v>53345</c:v>
                </c:pt>
                <c:pt idx="10976">
                  <c:v>53346</c:v>
                </c:pt>
                <c:pt idx="10977">
                  <c:v>53347</c:v>
                </c:pt>
                <c:pt idx="10978">
                  <c:v>53348</c:v>
                </c:pt>
                <c:pt idx="10979">
                  <c:v>53349</c:v>
                </c:pt>
                <c:pt idx="10980">
                  <c:v>53350</c:v>
                </c:pt>
                <c:pt idx="10981">
                  <c:v>53351</c:v>
                </c:pt>
                <c:pt idx="10982">
                  <c:v>53352</c:v>
                </c:pt>
                <c:pt idx="10983">
                  <c:v>53353</c:v>
                </c:pt>
                <c:pt idx="10984">
                  <c:v>53354</c:v>
                </c:pt>
                <c:pt idx="10985">
                  <c:v>53355</c:v>
                </c:pt>
                <c:pt idx="10986">
                  <c:v>53356</c:v>
                </c:pt>
                <c:pt idx="10987">
                  <c:v>53357</c:v>
                </c:pt>
                <c:pt idx="10988">
                  <c:v>53358</c:v>
                </c:pt>
                <c:pt idx="10989">
                  <c:v>53359</c:v>
                </c:pt>
                <c:pt idx="10990">
                  <c:v>53360</c:v>
                </c:pt>
                <c:pt idx="10991">
                  <c:v>53361</c:v>
                </c:pt>
                <c:pt idx="10992">
                  <c:v>53362</c:v>
                </c:pt>
                <c:pt idx="10993">
                  <c:v>53363</c:v>
                </c:pt>
                <c:pt idx="10994">
                  <c:v>53364</c:v>
                </c:pt>
                <c:pt idx="10995">
                  <c:v>53365</c:v>
                </c:pt>
                <c:pt idx="10996">
                  <c:v>53366</c:v>
                </c:pt>
                <c:pt idx="10997">
                  <c:v>53367</c:v>
                </c:pt>
                <c:pt idx="10998">
                  <c:v>53368</c:v>
                </c:pt>
                <c:pt idx="10999">
                  <c:v>53369</c:v>
                </c:pt>
                <c:pt idx="11000">
                  <c:v>53370</c:v>
                </c:pt>
                <c:pt idx="11001">
                  <c:v>53371</c:v>
                </c:pt>
                <c:pt idx="11002">
                  <c:v>53372</c:v>
                </c:pt>
                <c:pt idx="11003">
                  <c:v>53373</c:v>
                </c:pt>
                <c:pt idx="11004">
                  <c:v>53374</c:v>
                </c:pt>
                <c:pt idx="11005">
                  <c:v>53375</c:v>
                </c:pt>
                <c:pt idx="11006">
                  <c:v>53376</c:v>
                </c:pt>
                <c:pt idx="11007">
                  <c:v>53377</c:v>
                </c:pt>
                <c:pt idx="11008">
                  <c:v>53378</c:v>
                </c:pt>
                <c:pt idx="11009">
                  <c:v>53379</c:v>
                </c:pt>
                <c:pt idx="11010">
                  <c:v>53380</c:v>
                </c:pt>
                <c:pt idx="11011">
                  <c:v>53381</c:v>
                </c:pt>
                <c:pt idx="11012">
                  <c:v>53382</c:v>
                </c:pt>
                <c:pt idx="11013">
                  <c:v>53383</c:v>
                </c:pt>
                <c:pt idx="11014">
                  <c:v>53384</c:v>
                </c:pt>
                <c:pt idx="11015">
                  <c:v>53385</c:v>
                </c:pt>
                <c:pt idx="11016">
                  <c:v>53386</c:v>
                </c:pt>
                <c:pt idx="11017">
                  <c:v>53387</c:v>
                </c:pt>
                <c:pt idx="11018">
                  <c:v>53388</c:v>
                </c:pt>
                <c:pt idx="11019">
                  <c:v>53389</c:v>
                </c:pt>
                <c:pt idx="11020">
                  <c:v>53390</c:v>
                </c:pt>
                <c:pt idx="11021">
                  <c:v>53391</c:v>
                </c:pt>
                <c:pt idx="11022">
                  <c:v>53392</c:v>
                </c:pt>
                <c:pt idx="11023">
                  <c:v>53393</c:v>
                </c:pt>
                <c:pt idx="11024">
                  <c:v>53394</c:v>
                </c:pt>
                <c:pt idx="11025">
                  <c:v>53395</c:v>
                </c:pt>
                <c:pt idx="11026">
                  <c:v>53396</c:v>
                </c:pt>
                <c:pt idx="11027">
                  <c:v>53397</c:v>
                </c:pt>
                <c:pt idx="11028">
                  <c:v>53398</c:v>
                </c:pt>
                <c:pt idx="11029">
                  <c:v>53399</c:v>
                </c:pt>
                <c:pt idx="11030">
                  <c:v>53400</c:v>
                </c:pt>
                <c:pt idx="11031">
                  <c:v>53401</c:v>
                </c:pt>
                <c:pt idx="11032">
                  <c:v>53402</c:v>
                </c:pt>
                <c:pt idx="11033">
                  <c:v>53403</c:v>
                </c:pt>
                <c:pt idx="11034">
                  <c:v>53404</c:v>
                </c:pt>
                <c:pt idx="11035">
                  <c:v>53405</c:v>
                </c:pt>
                <c:pt idx="11036">
                  <c:v>53406</c:v>
                </c:pt>
                <c:pt idx="11037">
                  <c:v>53407</c:v>
                </c:pt>
                <c:pt idx="11038">
                  <c:v>53408</c:v>
                </c:pt>
                <c:pt idx="11039">
                  <c:v>53409</c:v>
                </c:pt>
                <c:pt idx="11040">
                  <c:v>53410</c:v>
                </c:pt>
                <c:pt idx="11041">
                  <c:v>53411</c:v>
                </c:pt>
                <c:pt idx="11042">
                  <c:v>53412</c:v>
                </c:pt>
                <c:pt idx="11043">
                  <c:v>53413</c:v>
                </c:pt>
                <c:pt idx="11044">
                  <c:v>53414</c:v>
                </c:pt>
                <c:pt idx="11045">
                  <c:v>53415</c:v>
                </c:pt>
                <c:pt idx="11046">
                  <c:v>53416</c:v>
                </c:pt>
                <c:pt idx="11047">
                  <c:v>53417</c:v>
                </c:pt>
                <c:pt idx="11048">
                  <c:v>53418</c:v>
                </c:pt>
                <c:pt idx="11049">
                  <c:v>53419</c:v>
                </c:pt>
                <c:pt idx="11050">
                  <c:v>53420</c:v>
                </c:pt>
                <c:pt idx="11051">
                  <c:v>53421</c:v>
                </c:pt>
                <c:pt idx="11052">
                  <c:v>53422</c:v>
                </c:pt>
                <c:pt idx="11053">
                  <c:v>53423</c:v>
                </c:pt>
                <c:pt idx="11054">
                  <c:v>53424</c:v>
                </c:pt>
                <c:pt idx="11055">
                  <c:v>53425</c:v>
                </c:pt>
                <c:pt idx="11056">
                  <c:v>53426</c:v>
                </c:pt>
                <c:pt idx="11057">
                  <c:v>53427</c:v>
                </c:pt>
                <c:pt idx="11058">
                  <c:v>53428</c:v>
                </c:pt>
                <c:pt idx="11059">
                  <c:v>53429</c:v>
                </c:pt>
                <c:pt idx="11060">
                  <c:v>53430</c:v>
                </c:pt>
                <c:pt idx="11061">
                  <c:v>53431</c:v>
                </c:pt>
                <c:pt idx="11062">
                  <c:v>53432</c:v>
                </c:pt>
                <c:pt idx="11063">
                  <c:v>53433</c:v>
                </c:pt>
                <c:pt idx="11064">
                  <c:v>53434</c:v>
                </c:pt>
                <c:pt idx="11065">
                  <c:v>53435</c:v>
                </c:pt>
                <c:pt idx="11066">
                  <c:v>53436</c:v>
                </c:pt>
                <c:pt idx="11067">
                  <c:v>53437</c:v>
                </c:pt>
                <c:pt idx="11068">
                  <c:v>53438</c:v>
                </c:pt>
                <c:pt idx="11069">
                  <c:v>53439</c:v>
                </c:pt>
                <c:pt idx="11070">
                  <c:v>53440</c:v>
                </c:pt>
                <c:pt idx="11071">
                  <c:v>53441</c:v>
                </c:pt>
                <c:pt idx="11072">
                  <c:v>53442</c:v>
                </c:pt>
                <c:pt idx="11073">
                  <c:v>53443</c:v>
                </c:pt>
                <c:pt idx="11074">
                  <c:v>53444</c:v>
                </c:pt>
                <c:pt idx="11075">
                  <c:v>53445</c:v>
                </c:pt>
                <c:pt idx="11076">
                  <c:v>53446</c:v>
                </c:pt>
                <c:pt idx="11077">
                  <c:v>53447</c:v>
                </c:pt>
                <c:pt idx="11078">
                  <c:v>53448</c:v>
                </c:pt>
                <c:pt idx="11079">
                  <c:v>53449</c:v>
                </c:pt>
                <c:pt idx="11080">
                  <c:v>53450</c:v>
                </c:pt>
                <c:pt idx="11081">
                  <c:v>53451</c:v>
                </c:pt>
                <c:pt idx="11082">
                  <c:v>53452</c:v>
                </c:pt>
                <c:pt idx="11083">
                  <c:v>53453</c:v>
                </c:pt>
                <c:pt idx="11084">
                  <c:v>53454</c:v>
                </c:pt>
                <c:pt idx="11085">
                  <c:v>53455</c:v>
                </c:pt>
                <c:pt idx="11086">
                  <c:v>53456</c:v>
                </c:pt>
                <c:pt idx="11087">
                  <c:v>53457</c:v>
                </c:pt>
                <c:pt idx="11088">
                  <c:v>53458</c:v>
                </c:pt>
                <c:pt idx="11089">
                  <c:v>53459</c:v>
                </c:pt>
                <c:pt idx="11090">
                  <c:v>53460</c:v>
                </c:pt>
                <c:pt idx="11091">
                  <c:v>53461</c:v>
                </c:pt>
                <c:pt idx="11092">
                  <c:v>53462</c:v>
                </c:pt>
                <c:pt idx="11093">
                  <c:v>53463</c:v>
                </c:pt>
                <c:pt idx="11094">
                  <c:v>53464</c:v>
                </c:pt>
                <c:pt idx="11095">
                  <c:v>53465</c:v>
                </c:pt>
                <c:pt idx="11096">
                  <c:v>53466</c:v>
                </c:pt>
                <c:pt idx="11097">
                  <c:v>53467</c:v>
                </c:pt>
                <c:pt idx="11098">
                  <c:v>53468</c:v>
                </c:pt>
                <c:pt idx="11099">
                  <c:v>53469</c:v>
                </c:pt>
                <c:pt idx="11100">
                  <c:v>53470</c:v>
                </c:pt>
                <c:pt idx="11101">
                  <c:v>53471</c:v>
                </c:pt>
                <c:pt idx="11102">
                  <c:v>53472</c:v>
                </c:pt>
                <c:pt idx="11103">
                  <c:v>53473</c:v>
                </c:pt>
                <c:pt idx="11104">
                  <c:v>53474</c:v>
                </c:pt>
                <c:pt idx="11105">
                  <c:v>53475</c:v>
                </c:pt>
                <c:pt idx="11106">
                  <c:v>53476</c:v>
                </c:pt>
                <c:pt idx="11107">
                  <c:v>53477</c:v>
                </c:pt>
                <c:pt idx="11108">
                  <c:v>53478</c:v>
                </c:pt>
                <c:pt idx="11109">
                  <c:v>53479</c:v>
                </c:pt>
                <c:pt idx="11110">
                  <c:v>53480</c:v>
                </c:pt>
                <c:pt idx="11111">
                  <c:v>53481</c:v>
                </c:pt>
                <c:pt idx="11112">
                  <c:v>53482</c:v>
                </c:pt>
                <c:pt idx="11113">
                  <c:v>53483</c:v>
                </c:pt>
                <c:pt idx="11114">
                  <c:v>53484</c:v>
                </c:pt>
                <c:pt idx="11115">
                  <c:v>53485</c:v>
                </c:pt>
                <c:pt idx="11116">
                  <c:v>53486</c:v>
                </c:pt>
                <c:pt idx="11117">
                  <c:v>53487</c:v>
                </c:pt>
                <c:pt idx="11118">
                  <c:v>53488</c:v>
                </c:pt>
                <c:pt idx="11119">
                  <c:v>53489</c:v>
                </c:pt>
                <c:pt idx="11120">
                  <c:v>53490</c:v>
                </c:pt>
                <c:pt idx="11121">
                  <c:v>53491</c:v>
                </c:pt>
                <c:pt idx="11122">
                  <c:v>53492</c:v>
                </c:pt>
                <c:pt idx="11123">
                  <c:v>53493</c:v>
                </c:pt>
                <c:pt idx="11124">
                  <c:v>53494</c:v>
                </c:pt>
                <c:pt idx="11125">
                  <c:v>53495</c:v>
                </c:pt>
                <c:pt idx="11126">
                  <c:v>53496</c:v>
                </c:pt>
                <c:pt idx="11127">
                  <c:v>53497</c:v>
                </c:pt>
                <c:pt idx="11128">
                  <c:v>53498</c:v>
                </c:pt>
                <c:pt idx="11129">
                  <c:v>53499</c:v>
                </c:pt>
                <c:pt idx="11130">
                  <c:v>53500</c:v>
                </c:pt>
                <c:pt idx="11131">
                  <c:v>53501</c:v>
                </c:pt>
                <c:pt idx="11132">
                  <c:v>53502</c:v>
                </c:pt>
                <c:pt idx="11133">
                  <c:v>53503</c:v>
                </c:pt>
                <c:pt idx="11134">
                  <c:v>53504</c:v>
                </c:pt>
                <c:pt idx="11135">
                  <c:v>53505</c:v>
                </c:pt>
                <c:pt idx="11136">
                  <c:v>53506</c:v>
                </c:pt>
                <c:pt idx="11137">
                  <c:v>53507</c:v>
                </c:pt>
                <c:pt idx="11138">
                  <c:v>53508</c:v>
                </c:pt>
                <c:pt idx="11139">
                  <c:v>53509</c:v>
                </c:pt>
                <c:pt idx="11140">
                  <c:v>53510</c:v>
                </c:pt>
                <c:pt idx="11141">
                  <c:v>53511</c:v>
                </c:pt>
                <c:pt idx="11142">
                  <c:v>53512</c:v>
                </c:pt>
                <c:pt idx="11143">
                  <c:v>53513</c:v>
                </c:pt>
                <c:pt idx="11144">
                  <c:v>53514</c:v>
                </c:pt>
                <c:pt idx="11145">
                  <c:v>53515</c:v>
                </c:pt>
                <c:pt idx="11146">
                  <c:v>53516</c:v>
                </c:pt>
                <c:pt idx="11147">
                  <c:v>53517</c:v>
                </c:pt>
                <c:pt idx="11148">
                  <c:v>53518</c:v>
                </c:pt>
                <c:pt idx="11149">
                  <c:v>53519</c:v>
                </c:pt>
                <c:pt idx="11150">
                  <c:v>53520</c:v>
                </c:pt>
                <c:pt idx="11151">
                  <c:v>53521</c:v>
                </c:pt>
                <c:pt idx="11152">
                  <c:v>53522</c:v>
                </c:pt>
                <c:pt idx="11153">
                  <c:v>53523</c:v>
                </c:pt>
                <c:pt idx="11154">
                  <c:v>53524</c:v>
                </c:pt>
                <c:pt idx="11155">
                  <c:v>53525</c:v>
                </c:pt>
                <c:pt idx="11156">
                  <c:v>53526</c:v>
                </c:pt>
                <c:pt idx="11157">
                  <c:v>53527</c:v>
                </c:pt>
                <c:pt idx="11158">
                  <c:v>53528</c:v>
                </c:pt>
                <c:pt idx="11159">
                  <c:v>53529</c:v>
                </c:pt>
                <c:pt idx="11160">
                  <c:v>53530</c:v>
                </c:pt>
                <c:pt idx="11161">
                  <c:v>53531</c:v>
                </c:pt>
                <c:pt idx="11162">
                  <c:v>53532</c:v>
                </c:pt>
                <c:pt idx="11163">
                  <c:v>53533</c:v>
                </c:pt>
                <c:pt idx="11164">
                  <c:v>53534</c:v>
                </c:pt>
                <c:pt idx="11165">
                  <c:v>53535</c:v>
                </c:pt>
                <c:pt idx="11166">
                  <c:v>53536</c:v>
                </c:pt>
                <c:pt idx="11167">
                  <c:v>53537</c:v>
                </c:pt>
                <c:pt idx="11168">
                  <c:v>53538</c:v>
                </c:pt>
                <c:pt idx="11169">
                  <c:v>53539</c:v>
                </c:pt>
                <c:pt idx="11170">
                  <c:v>53540</c:v>
                </c:pt>
                <c:pt idx="11171">
                  <c:v>53541</c:v>
                </c:pt>
                <c:pt idx="11172">
                  <c:v>53542</c:v>
                </c:pt>
                <c:pt idx="11173">
                  <c:v>53543</c:v>
                </c:pt>
                <c:pt idx="11174">
                  <c:v>53544</c:v>
                </c:pt>
                <c:pt idx="11175">
                  <c:v>53545</c:v>
                </c:pt>
                <c:pt idx="11176">
                  <c:v>53546</c:v>
                </c:pt>
                <c:pt idx="11177">
                  <c:v>53547</c:v>
                </c:pt>
                <c:pt idx="11178">
                  <c:v>53548</c:v>
                </c:pt>
                <c:pt idx="11179">
                  <c:v>53549</c:v>
                </c:pt>
                <c:pt idx="11180">
                  <c:v>53550</c:v>
                </c:pt>
                <c:pt idx="11181">
                  <c:v>53551</c:v>
                </c:pt>
                <c:pt idx="11182">
                  <c:v>53552</c:v>
                </c:pt>
                <c:pt idx="11183">
                  <c:v>53553</c:v>
                </c:pt>
                <c:pt idx="11184">
                  <c:v>53554</c:v>
                </c:pt>
                <c:pt idx="11185">
                  <c:v>53555</c:v>
                </c:pt>
                <c:pt idx="11186">
                  <c:v>53556</c:v>
                </c:pt>
                <c:pt idx="11187">
                  <c:v>53557</c:v>
                </c:pt>
                <c:pt idx="11188">
                  <c:v>53558</c:v>
                </c:pt>
                <c:pt idx="11189">
                  <c:v>53559</c:v>
                </c:pt>
                <c:pt idx="11190">
                  <c:v>53560</c:v>
                </c:pt>
                <c:pt idx="11191">
                  <c:v>53561</c:v>
                </c:pt>
                <c:pt idx="11192">
                  <c:v>53562</c:v>
                </c:pt>
                <c:pt idx="11193">
                  <c:v>53563</c:v>
                </c:pt>
                <c:pt idx="11194">
                  <c:v>53564</c:v>
                </c:pt>
                <c:pt idx="11195">
                  <c:v>53565</c:v>
                </c:pt>
                <c:pt idx="11196">
                  <c:v>53566</c:v>
                </c:pt>
                <c:pt idx="11197">
                  <c:v>53567</c:v>
                </c:pt>
                <c:pt idx="11198">
                  <c:v>53568</c:v>
                </c:pt>
                <c:pt idx="11199">
                  <c:v>53569</c:v>
                </c:pt>
                <c:pt idx="11200">
                  <c:v>53570</c:v>
                </c:pt>
                <c:pt idx="11201">
                  <c:v>53571</c:v>
                </c:pt>
                <c:pt idx="11202">
                  <c:v>53572</c:v>
                </c:pt>
                <c:pt idx="11203">
                  <c:v>53573</c:v>
                </c:pt>
                <c:pt idx="11204">
                  <c:v>53574</c:v>
                </c:pt>
                <c:pt idx="11205">
                  <c:v>53575</c:v>
                </c:pt>
                <c:pt idx="11206">
                  <c:v>53576</c:v>
                </c:pt>
                <c:pt idx="11207">
                  <c:v>53577</c:v>
                </c:pt>
                <c:pt idx="11208">
                  <c:v>53578</c:v>
                </c:pt>
                <c:pt idx="11209">
                  <c:v>53579</c:v>
                </c:pt>
                <c:pt idx="11210">
                  <c:v>53580</c:v>
                </c:pt>
                <c:pt idx="11211">
                  <c:v>53581</c:v>
                </c:pt>
                <c:pt idx="11212">
                  <c:v>53582</c:v>
                </c:pt>
                <c:pt idx="11213">
                  <c:v>53583</c:v>
                </c:pt>
                <c:pt idx="11214">
                  <c:v>53584</c:v>
                </c:pt>
                <c:pt idx="11215">
                  <c:v>53585</c:v>
                </c:pt>
                <c:pt idx="11216">
                  <c:v>53586</c:v>
                </c:pt>
                <c:pt idx="11217">
                  <c:v>53587</c:v>
                </c:pt>
                <c:pt idx="11218">
                  <c:v>53588</c:v>
                </c:pt>
                <c:pt idx="11219">
                  <c:v>53589</c:v>
                </c:pt>
                <c:pt idx="11220">
                  <c:v>53590</c:v>
                </c:pt>
                <c:pt idx="11221">
                  <c:v>53591</c:v>
                </c:pt>
                <c:pt idx="11222">
                  <c:v>53592</c:v>
                </c:pt>
                <c:pt idx="11223">
                  <c:v>53593</c:v>
                </c:pt>
                <c:pt idx="11224">
                  <c:v>53594</c:v>
                </c:pt>
                <c:pt idx="11225">
                  <c:v>53595</c:v>
                </c:pt>
                <c:pt idx="11226">
                  <c:v>53596</c:v>
                </c:pt>
                <c:pt idx="11227">
                  <c:v>53597</c:v>
                </c:pt>
                <c:pt idx="11228">
                  <c:v>53598</c:v>
                </c:pt>
                <c:pt idx="11229">
                  <c:v>53599</c:v>
                </c:pt>
                <c:pt idx="11230">
                  <c:v>53600</c:v>
                </c:pt>
                <c:pt idx="11231">
                  <c:v>53601</c:v>
                </c:pt>
                <c:pt idx="11232">
                  <c:v>53602</c:v>
                </c:pt>
                <c:pt idx="11233">
                  <c:v>53603</c:v>
                </c:pt>
                <c:pt idx="11234">
                  <c:v>53604</c:v>
                </c:pt>
                <c:pt idx="11235">
                  <c:v>53605</c:v>
                </c:pt>
                <c:pt idx="11236">
                  <c:v>53606</c:v>
                </c:pt>
                <c:pt idx="11237">
                  <c:v>53607</c:v>
                </c:pt>
                <c:pt idx="11238">
                  <c:v>53608</c:v>
                </c:pt>
                <c:pt idx="11239">
                  <c:v>53609</c:v>
                </c:pt>
                <c:pt idx="11240">
                  <c:v>53610</c:v>
                </c:pt>
                <c:pt idx="11241">
                  <c:v>53611</c:v>
                </c:pt>
                <c:pt idx="11242">
                  <c:v>53612</c:v>
                </c:pt>
                <c:pt idx="11243">
                  <c:v>53613</c:v>
                </c:pt>
                <c:pt idx="11244">
                  <c:v>53614</c:v>
                </c:pt>
                <c:pt idx="11245">
                  <c:v>53615</c:v>
                </c:pt>
                <c:pt idx="11246">
                  <c:v>53616</c:v>
                </c:pt>
                <c:pt idx="11247">
                  <c:v>53617</c:v>
                </c:pt>
                <c:pt idx="11248">
                  <c:v>53618</c:v>
                </c:pt>
                <c:pt idx="11249">
                  <c:v>53619</c:v>
                </c:pt>
                <c:pt idx="11250">
                  <c:v>53620</c:v>
                </c:pt>
                <c:pt idx="11251">
                  <c:v>53621</c:v>
                </c:pt>
                <c:pt idx="11252">
                  <c:v>53622</c:v>
                </c:pt>
                <c:pt idx="11253">
                  <c:v>53623</c:v>
                </c:pt>
                <c:pt idx="11254">
                  <c:v>53624</c:v>
                </c:pt>
                <c:pt idx="11255">
                  <c:v>53625</c:v>
                </c:pt>
                <c:pt idx="11256">
                  <c:v>53626</c:v>
                </c:pt>
                <c:pt idx="11257">
                  <c:v>53627</c:v>
                </c:pt>
                <c:pt idx="11258">
                  <c:v>53628</c:v>
                </c:pt>
                <c:pt idx="11259">
                  <c:v>53629</c:v>
                </c:pt>
                <c:pt idx="11260">
                  <c:v>53630</c:v>
                </c:pt>
                <c:pt idx="11261">
                  <c:v>53631</c:v>
                </c:pt>
                <c:pt idx="11262">
                  <c:v>53632</c:v>
                </c:pt>
                <c:pt idx="11263">
                  <c:v>53633</c:v>
                </c:pt>
                <c:pt idx="11264">
                  <c:v>53634</c:v>
                </c:pt>
                <c:pt idx="11265">
                  <c:v>53635</c:v>
                </c:pt>
                <c:pt idx="11266">
                  <c:v>53636</c:v>
                </c:pt>
                <c:pt idx="11267">
                  <c:v>53637</c:v>
                </c:pt>
                <c:pt idx="11268">
                  <c:v>53638</c:v>
                </c:pt>
                <c:pt idx="11269">
                  <c:v>53639</c:v>
                </c:pt>
                <c:pt idx="11270">
                  <c:v>53640</c:v>
                </c:pt>
                <c:pt idx="11271">
                  <c:v>53641</c:v>
                </c:pt>
                <c:pt idx="11272">
                  <c:v>53642</c:v>
                </c:pt>
                <c:pt idx="11273">
                  <c:v>53643</c:v>
                </c:pt>
                <c:pt idx="11274">
                  <c:v>53644</c:v>
                </c:pt>
                <c:pt idx="11275">
                  <c:v>53645</c:v>
                </c:pt>
                <c:pt idx="11276">
                  <c:v>53646</c:v>
                </c:pt>
                <c:pt idx="11277">
                  <c:v>53647</c:v>
                </c:pt>
                <c:pt idx="11278">
                  <c:v>53648</c:v>
                </c:pt>
                <c:pt idx="11279">
                  <c:v>53649</c:v>
                </c:pt>
                <c:pt idx="11280">
                  <c:v>53650</c:v>
                </c:pt>
                <c:pt idx="11281">
                  <c:v>53651</c:v>
                </c:pt>
                <c:pt idx="11282">
                  <c:v>53652</c:v>
                </c:pt>
                <c:pt idx="11283">
                  <c:v>53653</c:v>
                </c:pt>
                <c:pt idx="11284">
                  <c:v>53654</c:v>
                </c:pt>
                <c:pt idx="11285">
                  <c:v>53655</c:v>
                </c:pt>
                <c:pt idx="11286">
                  <c:v>53656</c:v>
                </c:pt>
                <c:pt idx="11287">
                  <c:v>53657</c:v>
                </c:pt>
                <c:pt idx="11288">
                  <c:v>53658</c:v>
                </c:pt>
                <c:pt idx="11289">
                  <c:v>53659</c:v>
                </c:pt>
                <c:pt idx="11290">
                  <c:v>53660</c:v>
                </c:pt>
                <c:pt idx="11291">
                  <c:v>53661</c:v>
                </c:pt>
                <c:pt idx="11292">
                  <c:v>53662</c:v>
                </c:pt>
                <c:pt idx="11293">
                  <c:v>53663</c:v>
                </c:pt>
                <c:pt idx="11294">
                  <c:v>53664</c:v>
                </c:pt>
                <c:pt idx="11295">
                  <c:v>53665</c:v>
                </c:pt>
                <c:pt idx="11296">
                  <c:v>53666</c:v>
                </c:pt>
                <c:pt idx="11297">
                  <c:v>53667</c:v>
                </c:pt>
                <c:pt idx="11298">
                  <c:v>53668</c:v>
                </c:pt>
                <c:pt idx="11299">
                  <c:v>53669</c:v>
                </c:pt>
                <c:pt idx="11300">
                  <c:v>53670</c:v>
                </c:pt>
                <c:pt idx="11301">
                  <c:v>53671</c:v>
                </c:pt>
                <c:pt idx="11302">
                  <c:v>53672</c:v>
                </c:pt>
                <c:pt idx="11303">
                  <c:v>53673</c:v>
                </c:pt>
                <c:pt idx="11304">
                  <c:v>53674</c:v>
                </c:pt>
                <c:pt idx="11305">
                  <c:v>53675</c:v>
                </c:pt>
                <c:pt idx="11306">
                  <c:v>53676</c:v>
                </c:pt>
                <c:pt idx="11307">
                  <c:v>53677</c:v>
                </c:pt>
                <c:pt idx="11308">
                  <c:v>53678</c:v>
                </c:pt>
                <c:pt idx="11309">
                  <c:v>53679</c:v>
                </c:pt>
                <c:pt idx="11310">
                  <c:v>53680</c:v>
                </c:pt>
                <c:pt idx="11311">
                  <c:v>53681</c:v>
                </c:pt>
                <c:pt idx="11312">
                  <c:v>53682</c:v>
                </c:pt>
                <c:pt idx="11313">
                  <c:v>53683</c:v>
                </c:pt>
                <c:pt idx="11314">
                  <c:v>53684</c:v>
                </c:pt>
                <c:pt idx="11315">
                  <c:v>53685</c:v>
                </c:pt>
                <c:pt idx="11316">
                  <c:v>53686</c:v>
                </c:pt>
                <c:pt idx="11317">
                  <c:v>53687</c:v>
                </c:pt>
                <c:pt idx="11318">
                  <c:v>53688</c:v>
                </c:pt>
                <c:pt idx="11319">
                  <c:v>53689</c:v>
                </c:pt>
                <c:pt idx="11320">
                  <c:v>53690</c:v>
                </c:pt>
                <c:pt idx="11321">
                  <c:v>53691</c:v>
                </c:pt>
                <c:pt idx="11322">
                  <c:v>53692</c:v>
                </c:pt>
                <c:pt idx="11323">
                  <c:v>53693</c:v>
                </c:pt>
                <c:pt idx="11324">
                  <c:v>53694</c:v>
                </c:pt>
                <c:pt idx="11325">
                  <c:v>53695</c:v>
                </c:pt>
                <c:pt idx="11326">
                  <c:v>53696</c:v>
                </c:pt>
                <c:pt idx="11327">
                  <c:v>53697</c:v>
                </c:pt>
                <c:pt idx="11328">
                  <c:v>53698</c:v>
                </c:pt>
                <c:pt idx="11329">
                  <c:v>53699</c:v>
                </c:pt>
                <c:pt idx="11330">
                  <c:v>53700</c:v>
                </c:pt>
                <c:pt idx="11331">
                  <c:v>53701</c:v>
                </c:pt>
                <c:pt idx="11332">
                  <c:v>53702</c:v>
                </c:pt>
                <c:pt idx="11333">
                  <c:v>53703</c:v>
                </c:pt>
                <c:pt idx="11334">
                  <c:v>53704</c:v>
                </c:pt>
                <c:pt idx="11335">
                  <c:v>53705</c:v>
                </c:pt>
                <c:pt idx="11336">
                  <c:v>53706</c:v>
                </c:pt>
                <c:pt idx="11337">
                  <c:v>53707</c:v>
                </c:pt>
                <c:pt idx="11338">
                  <c:v>53708</c:v>
                </c:pt>
                <c:pt idx="11339">
                  <c:v>53709</c:v>
                </c:pt>
                <c:pt idx="11340">
                  <c:v>53710</c:v>
                </c:pt>
                <c:pt idx="11341">
                  <c:v>53711</c:v>
                </c:pt>
                <c:pt idx="11342">
                  <c:v>53712</c:v>
                </c:pt>
                <c:pt idx="11343">
                  <c:v>53713</c:v>
                </c:pt>
                <c:pt idx="11344">
                  <c:v>53714</c:v>
                </c:pt>
                <c:pt idx="11345">
                  <c:v>53715</c:v>
                </c:pt>
                <c:pt idx="11346">
                  <c:v>53716</c:v>
                </c:pt>
                <c:pt idx="11347">
                  <c:v>53717</c:v>
                </c:pt>
                <c:pt idx="11348">
                  <c:v>53718</c:v>
                </c:pt>
                <c:pt idx="11349">
                  <c:v>53719</c:v>
                </c:pt>
                <c:pt idx="11350">
                  <c:v>53720</c:v>
                </c:pt>
                <c:pt idx="11351">
                  <c:v>53721</c:v>
                </c:pt>
                <c:pt idx="11352">
                  <c:v>53722</c:v>
                </c:pt>
                <c:pt idx="11353">
                  <c:v>53723</c:v>
                </c:pt>
                <c:pt idx="11354">
                  <c:v>53724</c:v>
                </c:pt>
                <c:pt idx="11355">
                  <c:v>53725</c:v>
                </c:pt>
                <c:pt idx="11356">
                  <c:v>53726</c:v>
                </c:pt>
                <c:pt idx="11357">
                  <c:v>53727</c:v>
                </c:pt>
                <c:pt idx="11358">
                  <c:v>53728</c:v>
                </c:pt>
                <c:pt idx="11359">
                  <c:v>53729</c:v>
                </c:pt>
                <c:pt idx="11360">
                  <c:v>53730</c:v>
                </c:pt>
                <c:pt idx="11361">
                  <c:v>53731</c:v>
                </c:pt>
                <c:pt idx="11362">
                  <c:v>53732</c:v>
                </c:pt>
                <c:pt idx="11363">
                  <c:v>53733</c:v>
                </c:pt>
                <c:pt idx="11364">
                  <c:v>53734</c:v>
                </c:pt>
                <c:pt idx="11365">
                  <c:v>53735</c:v>
                </c:pt>
                <c:pt idx="11366">
                  <c:v>53736</c:v>
                </c:pt>
                <c:pt idx="11367">
                  <c:v>53737</c:v>
                </c:pt>
                <c:pt idx="11368">
                  <c:v>53738</c:v>
                </c:pt>
                <c:pt idx="11369">
                  <c:v>53739</c:v>
                </c:pt>
                <c:pt idx="11370">
                  <c:v>53740</c:v>
                </c:pt>
                <c:pt idx="11371">
                  <c:v>53741</c:v>
                </c:pt>
                <c:pt idx="11372">
                  <c:v>53742</c:v>
                </c:pt>
                <c:pt idx="11373">
                  <c:v>53743</c:v>
                </c:pt>
                <c:pt idx="11374">
                  <c:v>53744</c:v>
                </c:pt>
                <c:pt idx="11375">
                  <c:v>53745</c:v>
                </c:pt>
                <c:pt idx="11376">
                  <c:v>53746</c:v>
                </c:pt>
                <c:pt idx="11377">
                  <c:v>53747</c:v>
                </c:pt>
                <c:pt idx="11378">
                  <c:v>53748</c:v>
                </c:pt>
                <c:pt idx="11379">
                  <c:v>53749</c:v>
                </c:pt>
                <c:pt idx="11380">
                  <c:v>53750</c:v>
                </c:pt>
                <c:pt idx="11381">
                  <c:v>53751</c:v>
                </c:pt>
                <c:pt idx="11382">
                  <c:v>53752</c:v>
                </c:pt>
                <c:pt idx="11383">
                  <c:v>53753</c:v>
                </c:pt>
                <c:pt idx="11384">
                  <c:v>53754</c:v>
                </c:pt>
                <c:pt idx="11385">
                  <c:v>53755</c:v>
                </c:pt>
                <c:pt idx="11386">
                  <c:v>53756</c:v>
                </c:pt>
                <c:pt idx="11387">
                  <c:v>53757</c:v>
                </c:pt>
                <c:pt idx="11388">
                  <c:v>53758</c:v>
                </c:pt>
                <c:pt idx="11389">
                  <c:v>53759</c:v>
                </c:pt>
                <c:pt idx="11390">
                  <c:v>53760</c:v>
                </c:pt>
                <c:pt idx="11391">
                  <c:v>53761</c:v>
                </c:pt>
                <c:pt idx="11392">
                  <c:v>53762</c:v>
                </c:pt>
                <c:pt idx="11393">
                  <c:v>53763</c:v>
                </c:pt>
                <c:pt idx="11394">
                  <c:v>53764</c:v>
                </c:pt>
                <c:pt idx="11395">
                  <c:v>53765</c:v>
                </c:pt>
                <c:pt idx="11396">
                  <c:v>53766</c:v>
                </c:pt>
                <c:pt idx="11397">
                  <c:v>53767</c:v>
                </c:pt>
                <c:pt idx="11398">
                  <c:v>53768</c:v>
                </c:pt>
                <c:pt idx="11399">
                  <c:v>53769</c:v>
                </c:pt>
                <c:pt idx="11400">
                  <c:v>53770</c:v>
                </c:pt>
                <c:pt idx="11401">
                  <c:v>53771</c:v>
                </c:pt>
                <c:pt idx="11402">
                  <c:v>53772</c:v>
                </c:pt>
                <c:pt idx="11403">
                  <c:v>53773</c:v>
                </c:pt>
                <c:pt idx="11404">
                  <c:v>53774</c:v>
                </c:pt>
                <c:pt idx="11405">
                  <c:v>53775</c:v>
                </c:pt>
                <c:pt idx="11406">
                  <c:v>53776</c:v>
                </c:pt>
                <c:pt idx="11407">
                  <c:v>53777</c:v>
                </c:pt>
                <c:pt idx="11408">
                  <c:v>53778</c:v>
                </c:pt>
                <c:pt idx="11409">
                  <c:v>53779</c:v>
                </c:pt>
                <c:pt idx="11410">
                  <c:v>53780</c:v>
                </c:pt>
                <c:pt idx="11411">
                  <c:v>53781</c:v>
                </c:pt>
                <c:pt idx="11412">
                  <c:v>53782</c:v>
                </c:pt>
                <c:pt idx="11413">
                  <c:v>53783</c:v>
                </c:pt>
                <c:pt idx="11414">
                  <c:v>53784</c:v>
                </c:pt>
                <c:pt idx="11415">
                  <c:v>53785</c:v>
                </c:pt>
                <c:pt idx="11416">
                  <c:v>53786</c:v>
                </c:pt>
                <c:pt idx="11417">
                  <c:v>53787</c:v>
                </c:pt>
                <c:pt idx="11418">
                  <c:v>53788</c:v>
                </c:pt>
                <c:pt idx="11419">
                  <c:v>53789</c:v>
                </c:pt>
                <c:pt idx="11420">
                  <c:v>53790</c:v>
                </c:pt>
                <c:pt idx="11421">
                  <c:v>53791</c:v>
                </c:pt>
                <c:pt idx="11422">
                  <c:v>53792</c:v>
                </c:pt>
                <c:pt idx="11423">
                  <c:v>53793</c:v>
                </c:pt>
                <c:pt idx="11424">
                  <c:v>53794</c:v>
                </c:pt>
                <c:pt idx="11425">
                  <c:v>53795</c:v>
                </c:pt>
                <c:pt idx="11426">
                  <c:v>53796</c:v>
                </c:pt>
                <c:pt idx="11427">
                  <c:v>53797</c:v>
                </c:pt>
                <c:pt idx="11428">
                  <c:v>53798</c:v>
                </c:pt>
                <c:pt idx="11429">
                  <c:v>53799</c:v>
                </c:pt>
                <c:pt idx="11430">
                  <c:v>53800</c:v>
                </c:pt>
                <c:pt idx="11431">
                  <c:v>53801</c:v>
                </c:pt>
                <c:pt idx="11432">
                  <c:v>53802</c:v>
                </c:pt>
                <c:pt idx="11433">
                  <c:v>53803</c:v>
                </c:pt>
                <c:pt idx="11434">
                  <c:v>53804</c:v>
                </c:pt>
                <c:pt idx="11435">
                  <c:v>53805</c:v>
                </c:pt>
                <c:pt idx="11436">
                  <c:v>53806</c:v>
                </c:pt>
                <c:pt idx="11437">
                  <c:v>53807</c:v>
                </c:pt>
                <c:pt idx="11438">
                  <c:v>53808</c:v>
                </c:pt>
                <c:pt idx="11439">
                  <c:v>53809</c:v>
                </c:pt>
                <c:pt idx="11440">
                  <c:v>53810</c:v>
                </c:pt>
                <c:pt idx="11441">
                  <c:v>53811</c:v>
                </c:pt>
                <c:pt idx="11442">
                  <c:v>53812</c:v>
                </c:pt>
                <c:pt idx="11443">
                  <c:v>53813</c:v>
                </c:pt>
                <c:pt idx="11444">
                  <c:v>53814</c:v>
                </c:pt>
                <c:pt idx="11445">
                  <c:v>53815</c:v>
                </c:pt>
                <c:pt idx="11446">
                  <c:v>53816</c:v>
                </c:pt>
                <c:pt idx="11447">
                  <c:v>53817</c:v>
                </c:pt>
                <c:pt idx="11448">
                  <c:v>53818</c:v>
                </c:pt>
                <c:pt idx="11449">
                  <c:v>53819</c:v>
                </c:pt>
                <c:pt idx="11450">
                  <c:v>53820</c:v>
                </c:pt>
                <c:pt idx="11451">
                  <c:v>53821</c:v>
                </c:pt>
                <c:pt idx="11452">
                  <c:v>53822</c:v>
                </c:pt>
                <c:pt idx="11453">
                  <c:v>53823</c:v>
                </c:pt>
                <c:pt idx="11454">
                  <c:v>53824</c:v>
                </c:pt>
                <c:pt idx="11455">
                  <c:v>53825</c:v>
                </c:pt>
                <c:pt idx="11456">
                  <c:v>53826</c:v>
                </c:pt>
                <c:pt idx="11457">
                  <c:v>53827</c:v>
                </c:pt>
                <c:pt idx="11458">
                  <c:v>53828</c:v>
                </c:pt>
                <c:pt idx="11459">
                  <c:v>53829</c:v>
                </c:pt>
                <c:pt idx="11460">
                  <c:v>53830</c:v>
                </c:pt>
                <c:pt idx="11461">
                  <c:v>53831</c:v>
                </c:pt>
                <c:pt idx="11462">
                  <c:v>53832</c:v>
                </c:pt>
                <c:pt idx="11463">
                  <c:v>53833</c:v>
                </c:pt>
                <c:pt idx="11464">
                  <c:v>53834</c:v>
                </c:pt>
                <c:pt idx="11465">
                  <c:v>53835</c:v>
                </c:pt>
                <c:pt idx="11466">
                  <c:v>53836</c:v>
                </c:pt>
                <c:pt idx="11467">
                  <c:v>53837</c:v>
                </c:pt>
                <c:pt idx="11468">
                  <c:v>53838</c:v>
                </c:pt>
                <c:pt idx="11469">
                  <c:v>53839</c:v>
                </c:pt>
                <c:pt idx="11470">
                  <c:v>53840</c:v>
                </c:pt>
                <c:pt idx="11471">
                  <c:v>53841</c:v>
                </c:pt>
                <c:pt idx="11472">
                  <c:v>53842</c:v>
                </c:pt>
                <c:pt idx="11473">
                  <c:v>53843</c:v>
                </c:pt>
                <c:pt idx="11474">
                  <c:v>53844</c:v>
                </c:pt>
                <c:pt idx="11475">
                  <c:v>53845</c:v>
                </c:pt>
                <c:pt idx="11476">
                  <c:v>53846</c:v>
                </c:pt>
                <c:pt idx="11477">
                  <c:v>53847</c:v>
                </c:pt>
                <c:pt idx="11478">
                  <c:v>53848</c:v>
                </c:pt>
                <c:pt idx="11479">
                  <c:v>53849</c:v>
                </c:pt>
                <c:pt idx="11480">
                  <c:v>53850</c:v>
                </c:pt>
                <c:pt idx="11481">
                  <c:v>53851</c:v>
                </c:pt>
                <c:pt idx="11482">
                  <c:v>53852</c:v>
                </c:pt>
                <c:pt idx="11483">
                  <c:v>53853</c:v>
                </c:pt>
                <c:pt idx="11484">
                  <c:v>53854</c:v>
                </c:pt>
                <c:pt idx="11485">
                  <c:v>53855</c:v>
                </c:pt>
                <c:pt idx="11486">
                  <c:v>53856</c:v>
                </c:pt>
                <c:pt idx="11487">
                  <c:v>53857</c:v>
                </c:pt>
                <c:pt idx="11488">
                  <c:v>53858</c:v>
                </c:pt>
                <c:pt idx="11489">
                  <c:v>53859</c:v>
                </c:pt>
                <c:pt idx="11490">
                  <c:v>53860</c:v>
                </c:pt>
                <c:pt idx="11491">
                  <c:v>53861</c:v>
                </c:pt>
                <c:pt idx="11492">
                  <c:v>53862</c:v>
                </c:pt>
                <c:pt idx="11493">
                  <c:v>53863</c:v>
                </c:pt>
                <c:pt idx="11494">
                  <c:v>53864</c:v>
                </c:pt>
                <c:pt idx="11495">
                  <c:v>53865</c:v>
                </c:pt>
                <c:pt idx="11496">
                  <c:v>53866</c:v>
                </c:pt>
                <c:pt idx="11497">
                  <c:v>53867</c:v>
                </c:pt>
                <c:pt idx="11498">
                  <c:v>53868</c:v>
                </c:pt>
                <c:pt idx="11499">
                  <c:v>53869</c:v>
                </c:pt>
                <c:pt idx="11500">
                  <c:v>53870</c:v>
                </c:pt>
                <c:pt idx="11501">
                  <c:v>53871</c:v>
                </c:pt>
                <c:pt idx="11502">
                  <c:v>53872</c:v>
                </c:pt>
                <c:pt idx="11503">
                  <c:v>53873</c:v>
                </c:pt>
                <c:pt idx="11504">
                  <c:v>53874</c:v>
                </c:pt>
                <c:pt idx="11505">
                  <c:v>53875</c:v>
                </c:pt>
                <c:pt idx="11506">
                  <c:v>53876</c:v>
                </c:pt>
                <c:pt idx="11507">
                  <c:v>53877</c:v>
                </c:pt>
                <c:pt idx="11508">
                  <c:v>53878</c:v>
                </c:pt>
                <c:pt idx="11509">
                  <c:v>53879</c:v>
                </c:pt>
                <c:pt idx="11510">
                  <c:v>53880</c:v>
                </c:pt>
                <c:pt idx="11511">
                  <c:v>53881</c:v>
                </c:pt>
                <c:pt idx="11512">
                  <c:v>53882</c:v>
                </c:pt>
                <c:pt idx="11513">
                  <c:v>53883</c:v>
                </c:pt>
                <c:pt idx="11514">
                  <c:v>53884</c:v>
                </c:pt>
                <c:pt idx="11515">
                  <c:v>53885</c:v>
                </c:pt>
                <c:pt idx="11516">
                  <c:v>53886</c:v>
                </c:pt>
                <c:pt idx="11517">
                  <c:v>53887</c:v>
                </c:pt>
                <c:pt idx="11518">
                  <c:v>53888</c:v>
                </c:pt>
                <c:pt idx="11519">
                  <c:v>53889</c:v>
                </c:pt>
                <c:pt idx="11520">
                  <c:v>53890</c:v>
                </c:pt>
                <c:pt idx="11521">
                  <c:v>53891</c:v>
                </c:pt>
                <c:pt idx="11522">
                  <c:v>53892</c:v>
                </c:pt>
                <c:pt idx="11523">
                  <c:v>53893</c:v>
                </c:pt>
                <c:pt idx="11524">
                  <c:v>53894</c:v>
                </c:pt>
                <c:pt idx="11525">
                  <c:v>53895</c:v>
                </c:pt>
                <c:pt idx="11526">
                  <c:v>53896</c:v>
                </c:pt>
                <c:pt idx="11527">
                  <c:v>53897</c:v>
                </c:pt>
                <c:pt idx="11528">
                  <c:v>53898</c:v>
                </c:pt>
                <c:pt idx="11529">
                  <c:v>53899</c:v>
                </c:pt>
                <c:pt idx="11530">
                  <c:v>53900</c:v>
                </c:pt>
                <c:pt idx="11531">
                  <c:v>53901</c:v>
                </c:pt>
                <c:pt idx="11532">
                  <c:v>53902</c:v>
                </c:pt>
                <c:pt idx="11533">
                  <c:v>53903</c:v>
                </c:pt>
                <c:pt idx="11534">
                  <c:v>53904</c:v>
                </c:pt>
                <c:pt idx="11535">
                  <c:v>53905</c:v>
                </c:pt>
                <c:pt idx="11536">
                  <c:v>53906</c:v>
                </c:pt>
                <c:pt idx="11537">
                  <c:v>53907</c:v>
                </c:pt>
                <c:pt idx="11538">
                  <c:v>53908</c:v>
                </c:pt>
                <c:pt idx="11539">
                  <c:v>53909</c:v>
                </c:pt>
                <c:pt idx="11540">
                  <c:v>53910</c:v>
                </c:pt>
                <c:pt idx="11541">
                  <c:v>53911</c:v>
                </c:pt>
                <c:pt idx="11542">
                  <c:v>53912</c:v>
                </c:pt>
                <c:pt idx="11543">
                  <c:v>53913</c:v>
                </c:pt>
                <c:pt idx="11544">
                  <c:v>53914</c:v>
                </c:pt>
                <c:pt idx="11545">
                  <c:v>53915</c:v>
                </c:pt>
                <c:pt idx="11546">
                  <c:v>53916</c:v>
                </c:pt>
                <c:pt idx="11547">
                  <c:v>53917</c:v>
                </c:pt>
                <c:pt idx="11548">
                  <c:v>53918</c:v>
                </c:pt>
                <c:pt idx="11549">
                  <c:v>53919</c:v>
                </c:pt>
                <c:pt idx="11550">
                  <c:v>53920</c:v>
                </c:pt>
                <c:pt idx="11551">
                  <c:v>53921</c:v>
                </c:pt>
                <c:pt idx="11552">
                  <c:v>53922</c:v>
                </c:pt>
                <c:pt idx="11553">
                  <c:v>53923</c:v>
                </c:pt>
                <c:pt idx="11554">
                  <c:v>53924</c:v>
                </c:pt>
                <c:pt idx="11555">
                  <c:v>53925</c:v>
                </c:pt>
                <c:pt idx="11556">
                  <c:v>53926</c:v>
                </c:pt>
                <c:pt idx="11557">
                  <c:v>53927</c:v>
                </c:pt>
                <c:pt idx="11558">
                  <c:v>53928</c:v>
                </c:pt>
                <c:pt idx="11559">
                  <c:v>53929</c:v>
                </c:pt>
                <c:pt idx="11560">
                  <c:v>53930</c:v>
                </c:pt>
                <c:pt idx="11561">
                  <c:v>53931</c:v>
                </c:pt>
                <c:pt idx="11562">
                  <c:v>53932</c:v>
                </c:pt>
                <c:pt idx="11563">
                  <c:v>53933</c:v>
                </c:pt>
                <c:pt idx="11564">
                  <c:v>53934</c:v>
                </c:pt>
                <c:pt idx="11565">
                  <c:v>53935</c:v>
                </c:pt>
                <c:pt idx="11566">
                  <c:v>53936</c:v>
                </c:pt>
                <c:pt idx="11567">
                  <c:v>53937</c:v>
                </c:pt>
                <c:pt idx="11568">
                  <c:v>53938</c:v>
                </c:pt>
                <c:pt idx="11569">
                  <c:v>53939</c:v>
                </c:pt>
                <c:pt idx="11570">
                  <c:v>53940</c:v>
                </c:pt>
                <c:pt idx="11571">
                  <c:v>53941</c:v>
                </c:pt>
                <c:pt idx="11572">
                  <c:v>53942</c:v>
                </c:pt>
                <c:pt idx="11573">
                  <c:v>53943</c:v>
                </c:pt>
                <c:pt idx="11574">
                  <c:v>53944</c:v>
                </c:pt>
                <c:pt idx="11575">
                  <c:v>53945</c:v>
                </c:pt>
                <c:pt idx="11576">
                  <c:v>53946</c:v>
                </c:pt>
                <c:pt idx="11577">
                  <c:v>53947</c:v>
                </c:pt>
                <c:pt idx="11578">
                  <c:v>53948</c:v>
                </c:pt>
                <c:pt idx="11579">
                  <c:v>53949</c:v>
                </c:pt>
                <c:pt idx="11580">
                  <c:v>53950</c:v>
                </c:pt>
                <c:pt idx="11581">
                  <c:v>53951</c:v>
                </c:pt>
                <c:pt idx="11582">
                  <c:v>53952</c:v>
                </c:pt>
                <c:pt idx="11583">
                  <c:v>53953</c:v>
                </c:pt>
                <c:pt idx="11584">
                  <c:v>53954</c:v>
                </c:pt>
                <c:pt idx="11585">
                  <c:v>53955</c:v>
                </c:pt>
                <c:pt idx="11586">
                  <c:v>53956</c:v>
                </c:pt>
                <c:pt idx="11587">
                  <c:v>53957</c:v>
                </c:pt>
                <c:pt idx="11588">
                  <c:v>53958</c:v>
                </c:pt>
                <c:pt idx="11589">
                  <c:v>53959</c:v>
                </c:pt>
                <c:pt idx="11590">
                  <c:v>53960</c:v>
                </c:pt>
                <c:pt idx="11591">
                  <c:v>53961</c:v>
                </c:pt>
                <c:pt idx="11592">
                  <c:v>53962</c:v>
                </c:pt>
                <c:pt idx="11593">
                  <c:v>53963</c:v>
                </c:pt>
                <c:pt idx="11594">
                  <c:v>53964</c:v>
                </c:pt>
                <c:pt idx="11595">
                  <c:v>53965</c:v>
                </c:pt>
                <c:pt idx="11596">
                  <c:v>53966</c:v>
                </c:pt>
                <c:pt idx="11597">
                  <c:v>53967</c:v>
                </c:pt>
                <c:pt idx="11598">
                  <c:v>53968</c:v>
                </c:pt>
                <c:pt idx="11599">
                  <c:v>53969</c:v>
                </c:pt>
                <c:pt idx="11600">
                  <c:v>53970</c:v>
                </c:pt>
                <c:pt idx="11601">
                  <c:v>53971</c:v>
                </c:pt>
                <c:pt idx="11602">
                  <c:v>53972</c:v>
                </c:pt>
                <c:pt idx="11603">
                  <c:v>53973</c:v>
                </c:pt>
                <c:pt idx="11604">
                  <c:v>53974</c:v>
                </c:pt>
                <c:pt idx="11605">
                  <c:v>53975</c:v>
                </c:pt>
                <c:pt idx="11606">
                  <c:v>53976</c:v>
                </c:pt>
                <c:pt idx="11607">
                  <c:v>53977</c:v>
                </c:pt>
                <c:pt idx="11608">
                  <c:v>53978</c:v>
                </c:pt>
                <c:pt idx="11609">
                  <c:v>53979</c:v>
                </c:pt>
                <c:pt idx="11610">
                  <c:v>53980</c:v>
                </c:pt>
                <c:pt idx="11611">
                  <c:v>53981</c:v>
                </c:pt>
                <c:pt idx="11612">
                  <c:v>53982</c:v>
                </c:pt>
                <c:pt idx="11613">
                  <c:v>53983</c:v>
                </c:pt>
                <c:pt idx="11614">
                  <c:v>53984</c:v>
                </c:pt>
                <c:pt idx="11615">
                  <c:v>53985</c:v>
                </c:pt>
                <c:pt idx="11616">
                  <c:v>53986</c:v>
                </c:pt>
                <c:pt idx="11617">
                  <c:v>53987</c:v>
                </c:pt>
                <c:pt idx="11618">
                  <c:v>53988</c:v>
                </c:pt>
                <c:pt idx="11619">
                  <c:v>53989</c:v>
                </c:pt>
                <c:pt idx="11620">
                  <c:v>53990</c:v>
                </c:pt>
                <c:pt idx="11621">
                  <c:v>53991</c:v>
                </c:pt>
                <c:pt idx="11622">
                  <c:v>53992</c:v>
                </c:pt>
                <c:pt idx="11623">
                  <c:v>53993</c:v>
                </c:pt>
                <c:pt idx="11624">
                  <c:v>53994</c:v>
                </c:pt>
                <c:pt idx="11625">
                  <c:v>53995</c:v>
                </c:pt>
                <c:pt idx="11626">
                  <c:v>53996</c:v>
                </c:pt>
                <c:pt idx="11627">
                  <c:v>53997</c:v>
                </c:pt>
                <c:pt idx="11628">
                  <c:v>53998</c:v>
                </c:pt>
                <c:pt idx="11629">
                  <c:v>53999</c:v>
                </c:pt>
                <c:pt idx="11630">
                  <c:v>54000</c:v>
                </c:pt>
                <c:pt idx="11631">
                  <c:v>54001</c:v>
                </c:pt>
                <c:pt idx="11632">
                  <c:v>54002</c:v>
                </c:pt>
                <c:pt idx="11633">
                  <c:v>54003</c:v>
                </c:pt>
                <c:pt idx="11634">
                  <c:v>54004</c:v>
                </c:pt>
                <c:pt idx="11635">
                  <c:v>54005</c:v>
                </c:pt>
                <c:pt idx="11636">
                  <c:v>54006</c:v>
                </c:pt>
                <c:pt idx="11637">
                  <c:v>54007</c:v>
                </c:pt>
                <c:pt idx="11638">
                  <c:v>54008</c:v>
                </c:pt>
                <c:pt idx="11639">
                  <c:v>54009</c:v>
                </c:pt>
                <c:pt idx="11640">
                  <c:v>54010</c:v>
                </c:pt>
                <c:pt idx="11641">
                  <c:v>54011</c:v>
                </c:pt>
                <c:pt idx="11642">
                  <c:v>54012</c:v>
                </c:pt>
                <c:pt idx="11643">
                  <c:v>54013</c:v>
                </c:pt>
                <c:pt idx="11644">
                  <c:v>54014</c:v>
                </c:pt>
                <c:pt idx="11645">
                  <c:v>54015</c:v>
                </c:pt>
                <c:pt idx="11646">
                  <c:v>54016</c:v>
                </c:pt>
                <c:pt idx="11647">
                  <c:v>54017</c:v>
                </c:pt>
                <c:pt idx="11648">
                  <c:v>54018</c:v>
                </c:pt>
                <c:pt idx="11649">
                  <c:v>54019</c:v>
                </c:pt>
                <c:pt idx="11650">
                  <c:v>54020</c:v>
                </c:pt>
                <c:pt idx="11651">
                  <c:v>54021</c:v>
                </c:pt>
                <c:pt idx="11652">
                  <c:v>54022</c:v>
                </c:pt>
                <c:pt idx="11653">
                  <c:v>54023</c:v>
                </c:pt>
                <c:pt idx="11654">
                  <c:v>54024</c:v>
                </c:pt>
                <c:pt idx="11655">
                  <c:v>54025</c:v>
                </c:pt>
                <c:pt idx="11656">
                  <c:v>54026</c:v>
                </c:pt>
                <c:pt idx="11657">
                  <c:v>54027</c:v>
                </c:pt>
                <c:pt idx="11658">
                  <c:v>54028</c:v>
                </c:pt>
                <c:pt idx="11659">
                  <c:v>54029</c:v>
                </c:pt>
                <c:pt idx="11660">
                  <c:v>54030</c:v>
                </c:pt>
                <c:pt idx="11661">
                  <c:v>54031</c:v>
                </c:pt>
                <c:pt idx="11662">
                  <c:v>54032</c:v>
                </c:pt>
                <c:pt idx="11663">
                  <c:v>54033</c:v>
                </c:pt>
                <c:pt idx="11664">
                  <c:v>54034</c:v>
                </c:pt>
                <c:pt idx="11665">
                  <c:v>54035</c:v>
                </c:pt>
                <c:pt idx="11666">
                  <c:v>54036</c:v>
                </c:pt>
                <c:pt idx="11667">
                  <c:v>54037</c:v>
                </c:pt>
                <c:pt idx="11668">
                  <c:v>54038</c:v>
                </c:pt>
                <c:pt idx="11669">
                  <c:v>54039</c:v>
                </c:pt>
                <c:pt idx="11670">
                  <c:v>54040</c:v>
                </c:pt>
                <c:pt idx="11671">
                  <c:v>54041</c:v>
                </c:pt>
                <c:pt idx="11672">
                  <c:v>54042</c:v>
                </c:pt>
                <c:pt idx="11673">
                  <c:v>54043</c:v>
                </c:pt>
                <c:pt idx="11674">
                  <c:v>54044</c:v>
                </c:pt>
                <c:pt idx="11675">
                  <c:v>54045</c:v>
                </c:pt>
                <c:pt idx="11676">
                  <c:v>54046</c:v>
                </c:pt>
                <c:pt idx="11677">
                  <c:v>54047</c:v>
                </c:pt>
                <c:pt idx="11678">
                  <c:v>54048</c:v>
                </c:pt>
                <c:pt idx="11679">
                  <c:v>54049</c:v>
                </c:pt>
                <c:pt idx="11680">
                  <c:v>54050</c:v>
                </c:pt>
                <c:pt idx="11681">
                  <c:v>54051</c:v>
                </c:pt>
                <c:pt idx="11682">
                  <c:v>54052</c:v>
                </c:pt>
                <c:pt idx="11683">
                  <c:v>54053</c:v>
                </c:pt>
                <c:pt idx="11684">
                  <c:v>54054</c:v>
                </c:pt>
                <c:pt idx="11685">
                  <c:v>54055</c:v>
                </c:pt>
                <c:pt idx="11686">
                  <c:v>54056</c:v>
                </c:pt>
                <c:pt idx="11687">
                  <c:v>54057</c:v>
                </c:pt>
                <c:pt idx="11688">
                  <c:v>54058</c:v>
                </c:pt>
                <c:pt idx="11689">
                  <c:v>54059</c:v>
                </c:pt>
                <c:pt idx="11690">
                  <c:v>54060</c:v>
                </c:pt>
                <c:pt idx="11691">
                  <c:v>54061</c:v>
                </c:pt>
                <c:pt idx="11692">
                  <c:v>54062</c:v>
                </c:pt>
                <c:pt idx="11693">
                  <c:v>54063</c:v>
                </c:pt>
                <c:pt idx="11694">
                  <c:v>54064</c:v>
                </c:pt>
                <c:pt idx="11695">
                  <c:v>54065</c:v>
                </c:pt>
                <c:pt idx="11696">
                  <c:v>54066</c:v>
                </c:pt>
                <c:pt idx="11697">
                  <c:v>54067</c:v>
                </c:pt>
                <c:pt idx="11698">
                  <c:v>54068</c:v>
                </c:pt>
                <c:pt idx="11699">
                  <c:v>54069</c:v>
                </c:pt>
                <c:pt idx="11700">
                  <c:v>54070</c:v>
                </c:pt>
                <c:pt idx="11701">
                  <c:v>54071</c:v>
                </c:pt>
                <c:pt idx="11702">
                  <c:v>54072</c:v>
                </c:pt>
                <c:pt idx="11703">
                  <c:v>54073</c:v>
                </c:pt>
                <c:pt idx="11704">
                  <c:v>54074</c:v>
                </c:pt>
                <c:pt idx="11705">
                  <c:v>54075</c:v>
                </c:pt>
                <c:pt idx="11706">
                  <c:v>54076</c:v>
                </c:pt>
                <c:pt idx="11707">
                  <c:v>54077</c:v>
                </c:pt>
                <c:pt idx="11708">
                  <c:v>54078</c:v>
                </c:pt>
                <c:pt idx="11709">
                  <c:v>54079</c:v>
                </c:pt>
                <c:pt idx="11710">
                  <c:v>54080</c:v>
                </c:pt>
                <c:pt idx="11711">
                  <c:v>54081</c:v>
                </c:pt>
                <c:pt idx="11712">
                  <c:v>54082</c:v>
                </c:pt>
                <c:pt idx="11713">
                  <c:v>54083</c:v>
                </c:pt>
                <c:pt idx="11714">
                  <c:v>54084</c:v>
                </c:pt>
                <c:pt idx="11715">
                  <c:v>54085</c:v>
                </c:pt>
                <c:pt idx="11716">
                  <c:v>54086</c:v>
                </c:pt>
                <c:pt idx="11717">
                  <c:v>54087</c:v>
                </c:pt>
                <c:pt idx="11718">
                  <c:v>54088</c:v>
                </c:pt>
                <c:pt idx="11719">
                  <c:v>54089</c:v>
                </c:pt>
                <c:pt idx="11720">
                  <c:v>54090</c:v>
                </c:pt>
                <c:pt idx="11721">
                  <c:v>54091</c:v>
                </c:pt>
                <c:pt idx="11722">
                  <c:v>54092</c:v>
                </c:pt>
                <c:pt idx="11723">
                  <c:v>54093</c:v>
                </c:pt>
                <c:pt idx="11724">
                  <c:v>54094</c:v>
                </c:pt>
                <c:pt idx="11725">
                  <c:v>54095</c:v>
                </c:pt>
                <c:pt idx="11726">
                  <c:v>54096</c:v>
                </c:pt>
                <c:pt idx="11727">
                  <c:v>54097</c:v>
                </c:pt>
                <c:pt idx="11728">
                  <c:v>54098</c:v>
                </c:pt>
                <c:pt idx="11729">
                  <c:v>54099</c:v>
                </c:pt>
                <c:pt idx="11730">
                  <c:v>54100</c:v>
                </c:pt>
                <c:pt idx="11731">
                  <c:v>54101</c:v>
                </c:pt>
                <c:pt idx="11732">
                  <c:v>54102</c:v>
                </c:pt>
                <c:pt idx="11733">
                  <c:v>54103</c:v>
                </c:pt>
                <c:pt idx="11734">
                  <c:v>54104</c:v>
                </c:pt>
                <c:pt idx="11735">
                  <c:v>54105</c:v>
                </c:pt>
                <c:pt idx="11736">
                  <c:v>54106</c:v>
                </c:pt>
                <c:pt idx="11737">
                  <c:v>54107</c:v>
                </c:pt>
                <c:pt idx="11738">
                  <c:v>54108</c:v>
                </c:pt>
                <c:pt idx="11739">
                  <c:v>54109</c:v>
                </c:pt>
                <c:pt idx="11740">
                  <c:v>54110</c:v>
                </c:pt>
                <c:pt idx="11741">
                  <c:v>54111</c:v>
                </c:pt>
                <c:pt idx="11742">
                  <c:v>54112</c:v>
                </c:pt>
                <c:pt idx="11743">
                  <c:v>54113</c:v>
                </c:pt>
                <c:pt idx="11744">
                  <c:v>54114</c:v>
                </c:pt>
                <c:pt idx="11745">
                  <c:v>54115</c:v>
                </c:pt>
                <c:pt idx="11746">
                  <c:v>54116</c:v>
                </c:pt>
                <c:pt idx="11747">
                  <c:v>54117</c:v>
                </c:pt>
                <c:pt idx="11748">
                  <c:v>54118</c:v>
                </c:pt>
                <c:pt idx="11749">
                  <c:v>54119</c:v>
                </c:pt>
                <c:pt idx="11750">
                  <c:v>54120</c:v>
                </c:pt>
                <c:pt idx="11751">
                  <c:v>54121</c:v>
                </c:pt>
                <c:pt idx="11752">
                  <c:v>54122</c:v>
                </c:pt>
                <c:pt idx="11753">
                  <c:v>54123</c:v>
                </c:pt>
                <c:pt idx="11754">
                  <c:v>54124</c:v>
                </c:pt>
                <c:pt idx="11755">
                  <c:v>54125</c:v>
                </c:pt>
                <c:pt idx="11756">
                  <c:v>54126</c:v>
                </c:pt>
                <c:pt idx="11757">
                  <c:v>54127</c:v>
                </c:pt>
                <c:pt idx="11758">
                  <c:v>54128</c:v>
                </c:pt>
                <c:pt idx="11759">
                  <c:v>54129</c:v>
                </c:pt>
                <c:pt idx="11760">
                  <c:v>54130</c:v>
                </c:pt>
                <c:pt idx="11761">
                  <c:v>54131</c:v>
                </c:pt>
                <c:pt idx="11762">
                  <c:v>54132</c:v>
                </c:pt>
                <c:pt idx="11763">
                  <c:v>54133</c:v>
                </c:pt>
                <c:pt idx="11764">
                  <c:v>54134</c:v>
                </c:pt>
                <c:pt idx="11765">
                  <c:v>54135</c:v>
                </c:pt>
                <c:pt idx="11766">
                  <c:v>54136</c:v>
                </c:pt>
                <c:pt idx="11767">
                  <c:v>54137</c:v>
                </c:pt>
                <c:pt idx="11768">
                  <c:v>54138</c:v>
                </c:pt>
                <c:pt idx="11769">
                  <c:v>54139</c:v>
                </c:pt>
                <c:pt idx="11770">
                  <c:v>54140</c:v>
                </c:pt>
                <c:pt idx="11771">
                  <c:v>54141</c:v>
                </c:pt>
                <c:pt idx="11772">
                  <c:v>54142</c:v>
                </c:pt>
                <c:pt idx="11773">
                  <c:v>54143</c:v>
                </c:pt>
                <c:pt idx="11774">
                  <c:v>54144</c:v>
                </c:pt>
                <c:pt idx="11775">
                  <c:v>54145</c:v>
                </c:pt>
                <c:pt idx="11776">
                  <c:v>54146</c:v>
                </c:pt>
                <c:pt idx="11777">
                  <c:v>54147</c:v>
                </c:pt>
                <c:pt idx="11778">
                  <c:v>54148</c:v>
                </c:pt>
                <c:pt idx="11779">
                  <c:v>54149</c:v>
                </c:pt>
                <c:pt idx="11780">
                  <c:v>54150</c:v>
                </c:pt>
                <c:pt idx="11781">
                  <c:v>54151</c:v>
                </c:pt>
                <c:pt idx="11782">
                  <c:v>54152</c:v>
                </c:pt>
                <c:pt idx="11783">
                  <c:v>54153</c:v>
                </c:pt>
                <c:pt idx="11784">
                  <c:v>54154</c:v>
                </c:pt>
                <c:pt idx="11785">
                  <c:v>54155</c:v>
                </c:pt>
                <c:pt idx="11786">
                  <c:v>54156</c:v>
                </c:pt>
                <c:pt idx="11787">
                  <c:v>54157</c:v>
                </c:pt>
                <c:pt idx="11788">
                  <c:v>54158</c:v>
                </c:pt>
                <c:pt idx="11789">
                  <c:v>54159</c:v>
                </c:pt>
                <c:pt idx="11790">
                  <c:v>54160</c:v>
                </c:pt>
                <c:pt idx="11791">
                  <c:v>54161</c:v>
                </c:pt>
                <c:pt idx="11792">
                  <c:v>54162</c:v>
                </c:pt>
                <c:pt idx="11793">
                  <c:v>54163</c:v>
                </c:pt>
                <c:pt idx="11794">
                  <c:v>54164</c:v>
                </c:pt>
                <c:pt idx="11795">
                  <c:v>54165</c:v>
                </c:pt>
                <c:pt idx="11796">
                  <c:v>54166</c:v>
                </c:pt>
                <c:pt idx="11797">
                  <c:v>54167</c:v>
                </c:pt>
                <c:pt idx="11798">
                  <c:v>54168</c:v>
                </c:pt>
                <c:pt idx="11799">
                  <c:v>54169</c:v>
                </c:pt>
                <c:pt idx="11800">
                  <c:v>54170</c:v>
                </c:pt>
                <c:pt idx="11801">
                  <c:v>54171</c:v>
                </c:pt>
                <c:pt idx="11802">
                  <c:v>54172</c:v>
                </c:pt>
                <c:pt idx="11803">
                  <c:v>54173</c:v>
                </c:pt>
                <c:pt idx="11804">
                  <c:v>54174</c:v>
                </c:pt>
                <c:pt idx="11805">
                  <c:v>54175</c:v>
                </c:pt>
                <c:pt idx="11806">
                  <c:v>54176</c:v>
                </c:pt>
                <c:pt idx="11807">
                  <c:v>54177</c:v>
                </c:pt>
                <c:pt idx="11808">
                  <c:v>54178</c:v>
                </c:pt>
                <c:pt idx="11809">
                  <c:v>54179</c:v>
                </c:pt>
                <c:pt idx="11810">
                  <c:v>54180</c:v>
                </c:pt>
                <c:pt idx="11811">
                  <c:v>54181</c:v>
                </c:pt>
                <c:pt idx="11812">
                  <c:v>54182</c:v>
                </c:pt>
                <c:pt idx="11813">
                  <c:v>54183</c:v>
                </c:pt>
                <c:pt idx="11814">
                  <c:v>54184</c:v>
                </c:pt>
                <c:pt idx="11815">
                  <c:v>54185</c:v>
                </c:pt>
                <c:pt idx="11816">
                  <c:v>54186</c:v>
                </c:pt>
                <c:pt idx="11817">
                  <c:v>54187</c:v>
                </c:pt>
                <c:pt idx="11818">
                  <c:v>54188</c:v>
                </c:pt>
                <c:pt idx="11819">
                  <c:v>54189</c:v>
                </c:pt>
                <c:pt idx="11820">
                  <c:v>54190</c:v>
                </c:pt>
                <c:pt idx="11821">
                  <c:v>54191</c:v>
                </c:pt>
                <c:pt idx="11822">
                  <c:v>54192</c:v>
                </c:pt>
                <c:pt idx="11823">
                  <c:v>54193</c:v>
                </c:pt>
                <c:pt idx="11824">
                  <c:v>54194</c:v>
                </c:pt>
                <c:pt idx="11825">
                  <c:v>54195</c:v>
                </c:pt>
                <c:pt idx="11826">
                  <c:v>54196</c:v>
                </c:pt>
                <c:pt idx="11827">
                  <c:v>54197</c:v>
                </c:pt>
                <c:pt idx="11828">
                  <c:v>54198</c:v>
                </c:pt>
                <c:pt idx="11829">
                  <c:v>54199</c:v>
                </c:pt>
                <c:pt idx="11830">
                  <c:v>54200</c:v>
                </c:pt>
                <c:pt idx="11831">
                  <c:v>54201</c:v>
                </c:pt>
                <c:pt idx="11832">
                  <c:v>54202</c:v>
                </c:pt>
                <c:pt idx="11833">
                  <c:v>54203</c:v>
                </c:pt>
                <c:pt idx="11834">
                  <c:v>54204</c:v>
                </c:pt>
                <c:pt idx="11835">
                  <c:v>54205</c:v>
                </c:pt>
                <c:pt idx="11836">
                  <c:v>54206</c:v>
                </c:pt>
                <c:pt idx="11837">
                  <c:v>54207</c:v>
                </c:pt>
                <c:pt idx="11838">
                  <c:v>54208</c:v>
                </c:pt>
                <c:pt idx="11839">
                  <c:v>54209</c:v>
                </c:pt>
                <c:pt idx="11840">
                  <c:v>54210</c:v>
                </c:pt>
                <c:pt idx="11841">
                  <c:v>54211</c:v>
                </c:pt>
                <c:pt idx="11842">
                  <c:v>54212</c:v>
                </c:pt>
                <c:pt idx="11843">
                  <c:v>54213</c:v>
                </c:pt>
                <c:pt idx="11844">
                  <c:v>54214</c:v>
                </c:pt>
                <c:pt idx="11845">
                  <c:v>54215</c:v>
                </c:pt>
                <c:pt idx="11846">
                  <c:v>54216</c:v>
                </c:pt>
                <c:pt idx="11847">
                  <c:v>54217</c:v>
                </c:pt>
                <c:pt idx="11848">
                  <c:v>54218</c:v>
                </c:pt>
                <c:pt idx="11849">
                  <c:v>54219</c:v>
                </c:pt>
                <c:pt idx="11850">
                  <c:v>54220</c:v>
                </c:pt>
                <c:pt idx="11851">
                  <c:v>54221</c:v>
                </c:pt>
                <c:pt idx="11852">
                  <c:v>54222</c:v>
                </c:pt>
                <c:pt idx="11853">
                  <c:v>54223</c:v>
                </c:pt>
                <c:pt idx="11854">
                  <c:v>54224</c:v>
                </c:pt>
                <c:pt idx="11855">
                  <c:v>54225</c:v>
                </c:pt>
                <c:pt idx="11856">
                  <c:v>54226</c:v>
                </c:pt>
                <c:pt idx="11857">
                  <c:v>54227</c:v>
                </c:pt>
                <c:pt idx="11858">
                  <c:v>54228</c:v>
                </c:pt>
                <c:pt idx="11859">
                  <c:v>54229</c:v>
                </c:pt>
                <c:pt idx="11860">
                  <c:v>54230</c:v>
                </c:pt>
                <c:pt idx="11861">
                  <c:v>54231</c:v>
                </c:pt>
                <c:pt idx="11862">
                  <c:v>54232</c:v>
                </c:pt>
                <c:pt idx="11863">
                  <c:v>54233</c:v>
                </c:pt>
                <c:pt idx="11864">
                  <c:v>54234</c:v>
                </c:pt>
                <c:pt idx="11865">
                  <c:v>54235</c:v>
                </c:pt>
                <c:pt idx="11866">
                  <c:v>54236</c:v>
                </c:pt>
                <c:pt idx="11867">
                  <c:v>54237</c:v>
                </c:pt>
                <c:pt idx="11868">
                  <c:v>54238</c:v>
                </c:pt>
                <c:pt idx="11869">
                  <c:v>54239</c:v>
                </c:pt>
                <c:pt idx="11870">
                  <c:v>54240</c:v>
                </c:pt>
                <c:pt idx="11871">
                  <c:v>54241</c:v>
                </c:pt>
                <c:pt idx="11872">
                  <c:v>54242</c:v>
                </c:pt>
                <c:pt idx="11873">
                  <c:v>54243</c:v>
                </c:pt>
                <c:pt idx="11874">
                  <c:v>54244</c:v>
                </c:pt>
                <c:pt idx="11875">
                  <c:v>54245</c:v>
                </c:pt>
                <c:pt idx="11876">
                  <c:v>54246</c:v>
                </c:pt>
                <c:pt idx="11877">
                  <c:v>54247</c:v>
                </c:pt>
                <c:pt idx="11878">
                  <c:v>54248</c:v>
                </c:pt>
                <c:pt idx="11879">
                  <c:v>54249</c:v>
                </c:pt>
                <c:pt idx="11880">
                  <c:v>54250</c:v>
                </c:pt>
                <c:pt idx="11881">
                  <c:v>54251</c:v>
                </c:pt>
                <c:pt idx="11882">
                  <c:v>54252</c:v>
                </c:pt>
                <c:pt idx="11883">
                  <c:v>54253</c:v>
                </c:pt>
                <c:pt idx="11884">
                  <c:v>54254</c:v>
                </c:pt>
                <c:pt idx="11885">
                  <c:v>54255</c:v>
                </c:pt>
                <c:pt idx="11886">
                  <c:v>54256</c:v>
                </c:pt>
                <c:pt idx="11887">
                  <c:v>54257</c:v>
                </c:pt>
                <c:pt idx="11888">
                  <c:v>54258</c:v>
                </c:pt>
                <c:pt idx="11889">
                  <c:v>54259</c:v>
                </c:pt>
                <c:pt idx="11890">
                  <c:v>54260</c:v>
                </c:pt>
                <c:pt idx="11891">
                  <c:v>54261</c:v>
                </c:pt>
                <c:pt idx="11892">
                  <c:v>54262</c:v>
                </c:pt>
                <c:pt idx="11893">
                  <c:v>54263</c:v>
                </c:pt>
                <c:pt idx="11894">
                  <c:v>54264</c:v>
                </c:pt>
                <c:pt idx="11895">
                  <c:v>54265</c:v>
                </c:pt>
                <c:pt idx="11896">
                  <c:v>54266</c:v>
                </c:pt>
                <c:pt idx="11897">
                  <c:v>54267</c:v>
                </c:pt>
                <c:pt idx="11898">
                  <c:v>54268</c:v>
                </c:pt>
                <c:pt idx="11899">
                  <c:v>54269</c:v>
                </c:pt>
                <c:pt idx="11900">
                  <c:v>54270</c:v>
                </c:pt>
                <c:pt idx="11901">
                  <c:v>54271</c:v>
                </c:pt>
                <c:pt idx="11902">
                  <c:v>54272</c:v>
                </c:pt>
                <c:pt idx="11903">
                  <c:v>54273</c:v>
                </c:pt>
                <c:pt idx="11904">
                  <c:v>54274</c:v>
                </c:pt>
                <c:pt idx="11905">
                  <c:v>54275</c:v>
                </c:pt>
                <c:pt idx="11906">
                  <c:v>54276</c:v>
                </c:pt>
                <c:pt idx="11907">
                  <c:v>54277</c:v>
                </c:pt>
                <c:pt idx="11908">
                  <c:v>54278</c:v>
                </c:pt>
                <c:pt idx="11909">
                  <c:v>54279</c:v>
                </c:pt>
                <c:pt idx="11910">
                  <c:v>54280</c:v>
                </c:pt>
                <c:pt idx="11911">
                  <c:v>54281</c:v>
                </c:pt>
                <c:pt idx="11912">
                  <c:v>54282</c:v>
                </c:pt>
                <c:pt idx="11913">
                  <c:v>54283</c:v>
                </c:pt>
                <c:pt idx="11914">
                  <c:v>54284</c:v>
                </c:pt>
                <c:pt idx="11915">
                  <c:v>54285</c:v>
                </c:pt>
                <c:pt idx="11916">
                  <c:v>54286</c:v>
                </c:pt>
                <c:pt idx="11917">
                  <c:v>54287</c:v>
                </c:pt>
                <c:pt idx="11918">
                  <c:v>54288</c:v>
                </c:pt>
                <c:pt idx="11919">
                  <c:v>54289</c:v>
                </c:pt>
                <c:pt idx="11920">
                  <c:v>54290</c:v>
                </c:pt>
                <c:pt idx="11921">
                  <c:v>54291</c:v>
                </c:pt>
                <c:pt idx="11922">
                  <c:v>54292</c:v>
                </c:pt>
                <c:pt idx="11923">
                  <c:v>54293</c:v>
                </c:pt>
                <c:pt idx="11924">
                  <c:v>54294</c:v>
                </c:pt>
                <c:pt idx="11925">
                  <c:v>54295</c:v>
                </c:pt>
                <c:pt idx="11926">
                  <c:v>54296</c:v>
                </c:pt>
                <c:pt idx="11927">
                  <c:v>54297</c:v>
                </c:pt>
                <c:pt idx="11928">
                  <c:v>54298</c:v>
                </c:pt>
                <c:pt idx="11929">
                  <c:v>54299</c:v>
                </c:pt>
                <c:pt idx="11930">
                  <c:v>54300</c:v>
                </c:pt>
                <c:pt idx="11931">
                  <c:v>54301</c:v>
                </c:pt>
                <c:pt idx="11932">
                  <c:v>54302</c:v>
                </c:pt>
                <c:pt idx="11933">
                  <c:v>54303</c:v>
                </c:pt>
                <c:pt idx="11934">
                  <c:v>54304</c:v>
                </c:pt>
                <c:pt idx="11935">
                  <c:v>54305</c:v>
                </c:pt>
                <c:pt idx="11936">
                  <c:v>54306</c:v>
                </c:pt>
                <c:pt idx="11937">
                  <c:v>54307</c:v>
                </c:pt>
                <c:pt idx="11938">
                  <c:v>54308</c:v>
                </c:pt>
                <c:pt idx="11939">
                  <c:v>54309</c:v>
                </c:pt>
                <c:pt idx="11940">
                  <c:v>54310</c:v>
                </c:pt>
                <c:pt idx="11941">
                  <c:v>54311</c:v>
                </c:pt>
                <c:pt idx="11942">
                  <c:v>54312</c:v>
                </c:pt>
                <c:pt idx="11943">
                  <c:v>54313</c:v>
                </c:pt>
                <c:pt idx="11944">
                  <c:v>54314</c:v>
                </c:pt>
                <c:pt idx="11945">
                  <c:v>54315</c:v>
                </c:pt>
                <c:pt idx="11946">
                  <c:v>54316</c:v>
                </c:pt>
                <c:pt idx="11947">
                  <c:v>54317</c:v>
                </c:pt>
                <c:pt idx="11948">
                  <c:v>54318</c:v>
                </c:pt>
                <c:pt idx="11949">
                  <c:v>54319</c:v>
                </c:pt>
                <c:pt idx="11950">
                  <c:v>54320</c:v>
                </c:pt>
                <c:pt idx="11951">
                  <c:v>54321</c:v>
                </c:pt>
                <c:pt idx="11952">
                  <c:v>54322</c:v>
                </c:pt>
                <c:pt idx="11953">
                  <c:v>54323</c:v>
                </c:pt>
                <c:pt idx="11954">
                  <c:v>54324</c:v>
                </c:pt>
                <c:pt idx="11955">
                  <c:v>54325</c:v>
                </c:pt>
                <c:pt idx="11956">
                  <c:v>54326</c:v>
                </c:pt>
                <c:pt idx="11957">
                  <c:v>54327</c:v>
                </c:pt>
                <c:pt idx="11958">
                  <c:v>54328</c:v>
                </c:pt>
                <c:pt idx="11959">
                  <c:v>54329</c:v>
                </c:pt>
                <c:pt idx="11960">
                  <c:v>54330</c:v>
                </c:pt>
                <c:pt idx="11961">
                  <c:v>54331</c:v>
                </c:pt>
                <c:pt idx="11962">
                  <c:v>54332</c:v>
                </c:pt>
                <c:pt idx="11963">
                  <c:v>54333</c:v>
                </c:pt>
                <c:pt idx="11964">
                  <c:v>54334</c:v>
                </c:pt>
                <c:pt idx="11965">
                  <c:v>54335</c:v>
                </c:pt>
                <c:pt idx="11966">
                  <c:v>54336</c:v>
                </c:pt>
                <c:pt idx="11967">
                  <c:v>54337</c:v>
                </c:pt>
                <c:pt idx="11968">
                  <c:v>54338</c:v>
                </c:pt>
                <c:pt idx="11969">
                  <c:v>54339</c:v>
                </c:pt>
                <c:pt idx="11970">
                  <c:v>54340</c:v>
                </c:pt>
                <c:pt idx="11971">
                  <c:v>54341</c:v>
                </c:pt>
                <c:pt idx="11972">
                  <c:v>54342</c:v>
                </c:pt>
                <c:pt idx="11973">
                  <c:v>54343</c:v>
                </c:pt>
                <c:pt idx="11974">
                  <c:v>54344</c:v>
                </c:pt>
                <c:pt idx="11975">
                  <c:v>54345</c:v>
                </c:pt>
                <c:pt idx="11976">
                  <c:v>54346</c:v>
                </c:pt>
                <c:pt idx="11977">
                  <c:v>54347</c:v>
                </c:pt>
                <c:pt idx="11978">
                  <c:v>54348</c:v>
                </c:pt>
                <c:pt idx="11979">
                  <c:v>54349</c:v>
                </c:pt>
                <c:pt idx="11980">
                  <c:v>54350</c:v>
                </c:pt>
                <c:pt idx="11981">
                  <c:v>54351</c:v>
                </c:pt>
                <c:pt idx="11982">
                  <c:v>54352</c:v>
                </c:pt>
                <c:pt idx="11983">
                  <c:v>54353</c:v>
                </c:pt>
                <c:pt idx="11984">
                  <c:v>54354</c:v>
                </c:pt>
                <c:pt idx="11985">
                  <c:v>54355</c:v>
                </c:pt>
                <c:pt idx="11986">
                  <c:v>54356</c:v>
                </c:pt>
                <c:pt idx="11987">
                  <c:v>54357</c:v>
                </c:pt>
                <c:pt idx="11988">
                  <c:v>54358</c:v>
                </c:pt>
                <c:pt idx="11989">
                  <c:v>54359</c:v>
                </c:pt>
                <c:pt idx="11990">
                  <c:v>54360</c:v>
                </c:pt>
                <c:pt idx="11991">
                  <c:v>54361</c:v>
                </c:pt>
                <c:pt idx="11992">
                  <c:v>54362</c:v>
                </c:pt>
                <c:pt idx="11993">
                  <c:v>54363</c:v>
                </c:pt>
                <c:pt idx="11994">
                  <c:v>54364</c:v>
                </c:pt>
                <c:pt idx="11995">
                  <c:v>54365</c:v>
                </c:pt>
                <c:pt idx="11996">
                  <c:v>54366</c:v>
                </c:pt>
                <c:pt idx="11997">
                  <c:v>54367</c:v>
                </c:pt>
                <c:pt idx="11998">
                  <c:v>54368</c:v>
                </c:pt>
                <c:pt idx="11999">
                  <c:v>54369</c:v>
                </c:pt>
                <c:pt idx="12000">
                  <c:v>54370</c:v>
                </c:pt>
                <c:pt idx="12001">
                  <c:v>54371</c:v>
                </c:pt>
                <c:pt idx="12002">
                  <c:v>54372</c:v>
                </c:pt>
                <c:pt idx="12003">
                  <c:v>54373</c:v>
                </c:pt>
                <c:pt idx="12004">
                  <c:v>54374</c:v>
                </c:pt>
                <c:pt idx="12005">
                  <c:v>54375</c:v>
                </c:pt>
                <c:pt idx="12006">
                  <c:v>54376</c:v>
                </c:pt>
                <c:pt idx="12007">
                  <c:v>54377</c:v>
                </c:pt>
                <c:pt idx="12008">
                  <c:v>54378</c:v>
                </c:pt>
                <c:pt idx="12009">
                  <c:v>54379</c:v>
                </c:pt>
                <c:pt idx="12010">
                  <c:v>54380</c:v>
                </c:pt>
                <c:pt idx="12011">
                  <c:v>54381</c:v>
                </c:pt>
                <c:pt idx="12012">
                  <c:v>54382</c:v>
                </c:pt>
                <c:pt idx="12013">
                  <c:v>54383</c:v>
                </c:pt>
                <c:pt idx="12014">
                  <c:v>54384</c:v>
                </c:pt>
                <c:pt idx="12015">
                  <c:v>54385</c:v>
                </c:pt>
                <c:pt idx="12016">
                  <c:v>54386</c:v>
                </c:pt>
                <c:pt idx="12017">
                  <c:v>54387</c:v>
                </c:pt>
                <c:pt idx="12018">
                  <c:v>54388</c:v>
                </c:pt>
                <c:pt idx="12019">
                  <c:v>54389</c:v>
                </c:pt>
                <c:pt idx="12020">
                  <c:v>54390</c:v>
                </c:pt>
                <c:pt idx="12021">
                  <c:v>54391</c:v>
                </c:pt>
                <c:pt idx="12022">
                  <c:v>54392</c:v>
                </c:pt>
                <c:pt idx="12023">
                  <c:v>54393</c:v>
                </c:pt>
                <c:pt idx="12024">
                  <c:v>54394</c:v>
                </c:pt>
                <c:pt idx="12025">
                  <c:v>54395</c:v>
                </c:pt>
                <c:pt idx="12026">
                  <c:v>54396</c:v>
                </c:pt>
                <c:pt idx="12027">
                  <c:v>54397</c:v>
                </c:pt>
                <c:pt idx="12028">
                  <c:v>54398</c:v>
                </c:pt>
                <c:pt idx="12029">
                  <c:v>54399</c:v>
                </c:pt>
                <c:pt idx="12030">
                  <c:v>54400</c:v>
                </c:pt>
                <c:pt idx="12031">
                  <c:v>54401</c:v>
                </c:pt>
                <c:pt idx="12032">
                  <c:v>54402</c:v>
                </c:pt>
                <c:pt idx="12033">
                  <c:v>54403</c:v>
                </c:pt>
                <c:pt idx="12034">
                  <c:v>54404</c:v>
                </c:pt>
                <c:pt idx="12035">
                  <c:v>54405</c:v>
                </c:pt>
                <c:pt idx="12036">
                  <c:v>54406</c:v>
                </c:pt>
                <c:pt idx="12037">
                  <c:v>54407</c:v>
                </c:pt>
                <c:pt idx="12038">
                  <c:v>54408</c:v>
                </c:pt>
                <c:pt idx="12039">
                  <c:v>54409</c:v>
                </c:pt>
                <c:pt idx="12040">
                  <c:v>54410</c:v>
                </c:pt>
                <c:pt idx="12041">
                  <c:v>54411</c:v>
                </c:pt>
                <c:pt idx="12042">
                  <c:v>54412</c:v>
                </c:pt>
                <c:pt idx="12043">
                  <c:v>54413</c:v>
                </c:pt>
                <c:pt idx="12044">
                  <c:v>54414</c:v>
                </c:pt>
                <c:pt idx="12045">
                  <c:v>54415</c:v>
                </c:pt>
                <c:pt idx="12046">
                  <c:v>54416</c:v>
                </c:pt>
                <c:pt idx="12047">
                  <c:v>54417</c:v>
                </c:pt>
                <c:pt idx="12048">
                  <c:v>54418</c:v>
                </c:pt>
                <c:pt idx="12049">
                  <c:v>54419</c:v>
                </c:pt>
                <c:pt idx="12050">
                  <c:v>54420</c:v>
                </c:pt>
                <c:pt idx="12051">
                  <c:v>54421</c:v>
                </c:pt>
                <c:pt idx="12052">
                  <c:v>54422</c:v>
                </c:pt>
                <c:pt idx="12053">
                  <c:v>54423</c:v>
                </c:pt>
                <c:pt idx="12054">
                  <c:v>54424</c:v>
                </c:pt>
                <c:pt idx="12055">
                  <c:v>54425</c:v>
                </c:pt>
                <c:pt idx="12056">
                  <c:v>54426</c:v>
                </c:pt>
                <c:pt idx="12057">
                  <c:v>54427</c:v>
                </c:pt>
                <c:pt idx="12058">
                  <c:v>54428</c:v>
                </c:pt>
                <c:pt idx="12059">
                  <c:v>54429</c:v>
                </c:pt>
                <c:pt idx="12060">
                  <c:v>54430</c:v>
                </c:pt>
                <c:pt idx="12061">
                  <c:v>54431</c:v>
                </c:pt>
                <c:pt idx="12062">
                  <c:v>54432</c:v>
                </c:pt>
                <c:pt idx="12063">
                  <c:v>54433</c:v>
                </c:pt>
                <c:pt idx="12064">
                  <c:v>54434</c:v>
                </c:pt>
                <c:pt idx="12065">
                  <c:v>54435</c:v>
                </c:pt>
                <c:pt idx="12066">
                  <c:v>54436</c:v>
                </c:pt>
                <c:pt idx="12067">
                  <c:v>54437</c:v>
                </c:pt>
                <c:pt idx="12068">
                  <c:v>54438</c:v>
                </c:pt>
                <c:pt idx="12069">
                  <c:v>54439</c:v>
                </c:pt>
                <c:pt idx="12070">
                  <c:v>54440</c:v>
                </c:pt>
                <c:pt idx="12071">
                  <c:v>54441</c:v>
                </c:pt>
                <c:pt idx="12072">
                  <c:v>54442</c:v>
                </c:pt>
                <c:pt idx="12073">
                  <c:v>54443</c:v>
                </c:pt>
                <c:pt idx="12074">
                  <c:v>54444</c:v>
                </c:pt>
                <c:pt idx="12075">
                  <c:v>54445</c:v>
                </c:pt>
                <c:pt idx="12076">
                  <c:v>54446</c:v>
                </c:pt>
                <c:pt idx="12077">
                  <c:v>54447</c:v>
                </c:pt>
                <c:pt idx="12078">
                  <c:v>54448</c:v>
                </c:pt>
                <c:pt idx="12079">
                  <c:v>54449</c:v>
                </c:pt>
                <c:pt idx="12080">
                  <c:v>54450</c:v>
                </c:pt>
                <c:pt idx="12081">
                  <c:v>54451</c:v>
                </c:pt>
                <c:pt idx="12082">
                  <c:v>54452</c:v>
                </c:pt>
                <c:pt idx="12083">
                  <c:v>54453</c:v>
                </c:pt>
                <c:pt idx="12084">
                  <c:v>54454</c:v>
                </c:pt>
                <c:pt idx="12085">
                  <c:v>54455</c:v>
                </c:pt>
                <c:pt idx="12086">
                  <c:v>54456</c:v>
                </c:pt>
                <c:pt idx="12087">
                  <c:v>54457</c:v>
                </c:pt>
                <c:pt idx="12088">
                  <c:v>54458</c:v>
                </c:pt>
                <c:pt idx="12089">
                  <c:v>54459</c:v>
                </c:pt>
                <c:pt idx="12090">
                  <c:v>54460</c:v>
                </c:pt>
                <c:pt idx="12091">
                  <c:v>54461</c:v>
                </c:pt>
                <c:pt idx="12092">
                  <c:v>54462</c:v>
                </c:pt>
                <c:pt idx="12093">
                  <c:v>54463</c:v>
                </c:pt>
                <c:pt idx="12094">
                  <c:v>54464</c:v>
                </c:pt>
                <c:pt idx="12095">
                  <c:v>54465</c:v>
                </c:pt>
                <c:pt idx="12096">
                  <c:v>54466</c:v>
                </c:pt>
                <c:pt idx="12097">
                  <c:v>54467</c:v>
                </c:pt>
                <c:pt idx="12098">
                  <c:v>54468</c:v>
                </c:pt>
                <c:pt idx="12099">
                  <c:v>54469</c:v>
                </c:pt>
                <c:pt idx="12100">
                  <c:v>54470</c:v>
                </c:pt>
                <c:pt idx="12101">
                  <c:v>54471</c:v>
                </c:pt>
                <c:pt idx="12102">
                  <c:v>54472</c:v>
                </c:pt>
                <c:pt idx="12103">
                  <c:v>54473</c:v>
                </c:pt>
                <c:pt idx="12104">
                  <c:v>54474</c:v>
                </c:pt>
                <c:pt idx="12105">
                  <c:v>54475</c:v>
                </c:pt>
                <c:pt idx="12106">
                  <c:v>54476</c:v>
                </c:pt>
                <c:pt idx="12107">
                  <c:v>54477</c:v>
                </c:pt>
                <c:pt idx="12108">
                  <c:v>54478</c:v>
                </c:pt>
                <c:pt idx="12109">
                  <c:v>54479</c:v>
                </c:pt>
                <c:pt idx="12110">
                  <c:v>54480</c:v>
                </c:pt>
                <c:pt idx="12111">
                  <c:v>54481</c:v>
                </c:pt>
                <c:pt idx="12112">
                  <c:v>54482</c:v>
                </c:pt>
                <c:pt idx="12113">
                  <c:v>54483</c:v>
                </c:pt>
                <c:pt idx="12114">
                  <c:v>54484</c:v>
                </c:pt>
                <c:pt idx="12115">
                  <c:v>54485</c:v>
                </c:pt>
                <c:pt idx="12116">
                  <c:v>54486</c:v>
                </c:pt>
                <c:pt idx="12117">
                  <c:v>54487</c:v>
                </c:pt>
                <c:pt idx="12118">
                  <c:v>54488</c:v>
                </c:pt>
                <c:pt idx="12119">
                  <c:v>54489</c:v>
                </c:pt>
                <c:pt idx="12120">
                  <c:v>54490</c:v>
                </c:pt>
                <c:pt idx="12121">
                  <c:v>54491</c:v>
                </c:pt>
                <c:pt idx="12122">
                  <c:v>54492</c:v>
                </c:pt>
                <c:pt idx="12123">
                  <c:v>54493</c:v>
                </c:pt>
                <c:pt idx="12124">
                  <c:v>54494</c:v>
                </c:pt>
                <c:pt idx="12125">
                  <c:v>54495</c:v>
                </c:pt>
                <c:pt idx="12126">
                  <c:v>54496</c:v>
                </c:pt>
                <c:pt idx="12127">
                  <c:v>54497</c:v>
                </c:pt>
                <c:pt idx="12128">
                  <c:v>54498</c:v>
                </c:pt>
                <c:pt idx="12129">
                  <c:v>54499</c:v>
                </c:pt>
                <c:pt idx="12130">
                  <c:v>54500</c:v>
                </c:pt>
                <c:pt idx="12131">
                  <c:v>54501</c:v>
                </c:pt>
                <c:pt idx="12132">
                  <c:v>54502</c:v>
                </c:pt>
                <c:pt idx="12133">
                  <c:v>54503</c:v>
                </c:pt>
                <c:pt idx="12134">
                  <c:v>54504</c:v>
                </c:pt>
                <c:pt idx="12135">
                  <c:v>54505</c:v>
                </c:pt>
                <c:pt idx="12136">
                  <c:v>54506</c:v>
                </c:pt>
                <c:pt idx="12137">
                  <c:v>54507</c:v>
                </c:pt>
                <c:pt idx="12138">
                  <c:v>54508</c:v>
                </c:pt>
                <c:pt idx="12139">
                  <c:v>54509</c:v>
                </c:pt>
                <c:pt idx="12140">
                  <c:v>54510</c:v>
                </c:pt>
                <c:pt idx="12141">
                  <c:v>54511</c:v>
                </c:pt>
                <c:pt idx="12142">
                  <c:v>54512</c:v>
                </c:pt>
                <c:pt idx="12143">
                  <c:v>54513</c:v>
                </c:pt>
                <c:pt idx="12144">
                  <c:v>54514</c:v>
                </c:pt>
                <c:pt idx="12145">
                  <c:v>54515</c:v>
                </c:pt>
                <c:pt idx="12146">
                  <c:v>54516</c:v>
                </c:pt>
                <c:pt idx="12147">
                  <c:v>54517</c:v>
                </c:pt>
                <c:pt idx="12148">
                  <c:v>54518</c:v>
                </c:pt>
                <c:pt idx="12149">
                  <c:v>54519</c:v>
                </c:pt>
                <c:pt idx="12150">
                  <c:v>54520</c:v>
                </c:pt>
                <c:pt idx="12151">
                  <c:v>54521</c:v>
                </c:pt>
                <c:pt idx="12152">
                  <c:v>54522</c:v>
                </c:pt>
                <c:pt idx="12153">
                  <c:v>54523</c:v>
                </c:pt>
                <c:pt idx="12154">
                  <c:v>54524</c:v>
                </c:pt>
                <c:pt idx="12155">
                  <c:v>54525</c:v>
                </c:pt>
                <c:pt idx="12156">
                  <c:v>54526</c:v>
                </c:pt>
                <c:pt idx="12157">
                  <c:v>54527</c:v>
                </c:pt>
                <c:pt idx="12158">
                  <c:v>54528</c:v>
                </c:pt>
                <c:pt idx="12159">
                  <c:v>54529</c:v>
                </c:pt>
                <c:pt idx="12160">
                  <c:v>54530</c:v>
                </c:pt>
                <c:pt idx="12161">
                  <c:v>54531</c:v>
                </c:pt>
                <c:pt idx="12162">
                  <c:v>54532</c:v>
                </c:pt>
                <c:pt idx="12163">
                  <c:v>54533</c:v>
                </c:pt>
                <c:pt idx="12164">
                  <c:v>54534</c:v>
                </c:pt>
                <c:pt idx="12165">
                  <c:v>54535</c:v>
                </c:pt>
                <c:pt idx="12166">
                  <c:v>54536</c:v>
                </c:pt>
                <c:pt idx="12167">
                  <c:v>54537</c:v>
                </c:pt>
                <c:pt idx="12168">
                  <c:v>54538</c:v>
                </c:pt>
                <c:pt idx="12169">
                  <c:v>54539</c:v>
                </c:pt>
                <c:pt idx="12170">
                  <c:v>54540</c:v>
                </c:pt>
                <c:pt idx="12171">
                  <c:v>54541</c:v>
                </c:pt>
                <c:pt idx="12172">
                  <c:v>54542</c:v>
                </c:pt>
                <c:pt idx="12173">
                  <c:v>54543</c:v>
                </c:pt>
                <c:pt idx="12174">
                  <c:v>54544</c:v>
                </c:pt>
                <c:pt idx="12175">
                  <c:v>54545</c:v>
                </c:pt>
                <c:pt idx="12176">
                  <c:v>54546</c:v>
                </c:pt>
                <c:pt idx="12177">
                  <c:v>54547</c:v>
                </c:pt>
                <c:pt idx="12178">
                  <c:v>54548</c:v>
                </c:pt>
                <c:pt idx="12179">
                  <c:v>54549</c:v>
                </c:pt>
                <c:pt idx="12180">
                  <c:v>54550</c:v>
                </c:pt>
                <c:pt idx="12181">
                  <c:v>54551</c:v>
                </c:pt>
                <c:pt idx="12182">
                  <c:v>54552</c:v>
                </c:pt>
                <c:pt idx="12183">
                  <c:v>54553</c:v>
                </c:pt>
                <c:pt idx="12184">
                  <c:v>54554</c:v>
                </c:pt>
                <c:pt idx="12185">
                  <c:v>54555</c:v>
                </c:pt>
                <c:pt idx="12186">
                  <c:v>54556</c:v>
                </c:pt>
                <c:pt idx="12187">
                  <c:v>54557</c:v>
                </c:pt>
                <c:pt idx="12188">
                  <c:v>54558</c:v>
                </c:pt>
                <c:pt idx="12189">
                  <c:v>54559</c:v>
                </c:pt>
                <c:pt idx="12190">
                  <c:v>54560</c:v>
                </c:pt>
                <c:pt idx="12191">
                  <c:v>54561</c:v>
                </c:pt>
                <c:pt idx="12192">
                  <c:v>54562</c:v>
                </c:pt>
                <c:pt idx="12193">
                  <c:v>54563</c:v>
                </c:pt>
                <c:pt idx="12194">
                  <c:v>54564</c:v>
                </c:pt>
                <c:pt idx="12195">
                  <c:v>54565</c:v>
                </c:pt>
                <c:pt idx="12196">
                  <c:v>54566</c:v>
                </c:pt>
                <c:pt idx="12197">
                  <c:v>54567</c:v>
                </c:pt>
                <c:pt idx="12198">
                  <c:v>54568</c:v>
                </c:pt>
                <c:pt idx="12199">
                  <c:v>54569</c:v>
                </c:pt>
                <c:pt idx="12200">
                  <c:v>54570</c:v>
                </c:pt>
                <c:pt idx="12201">
                  <c:v>54571</c:v>
                </c:pt>
                <c:pt idx="12202">
                  <c:v>54572</c:v>
                </c:pt>
                <c:pt idx="12203">
                  <c:v>54573</c:v>
                </c:pt>
                <c:pt idx="12204">
                  <c:v>54574</c:v>
                </c:pt>
                <c:pt idx="12205">
                  <c:v>54575</c:v>
                </c:pt>
                <c:pt idx="12206">
                  <c:v>54576</c:v>
                </c:pt>
                <c:pt idx="12207">
                  <c:v>54577</c:v>
                </c:pt>
                <c:pt idx="12208">
                  <c:v>54578</c:v>
                </c:pt>
                <c:pt idx="12209">
                  <c:v>54579</c:v>
                </c:pt>
                <c:pt idx="12210">
                  <c:v>54580</c:v>
                </c:pt>
                <c:pt idx="12211">
                  <c:v>54581</c:v>
                </c:pt>
                <c:pt idx="12212">
                  <c:v>54582</c:v>
                </c:pt>
                <c:pt idx="12213">
                  <c:v>54583</c:v>
                </c:pt>
                <c:pt idx="12214">
                  <c:v>54584</c:v>
                </c:pt>
                <c:pt idx="12215">
                  <c:v>54585</c:v>
                </c:pt>
                <c:pt idx="12216">
                  <c:v>54586</c:v>
                </c:pt>
                <c:pt idx="12217">
                  <c:v>54587</c:v>
                </c:pt>
                <c:pt idx="12218">
                  <c:v>54588</c:v>
                </c:pt>
                <c:pt idx="12219">
                  <c:v>54589</c:v>
                </c:pt>
                <c:pt idx="12220">
                  <c:v>54590</c:v>
                </c:pt>
                <c:pt idx="12221">
                  <c:v>54591</c:v>
                </c:pt>
                <c:pt idx="12222">
                  <c:v>54592</c:v>
                </c:pt>
                <c:pt idx="12223">
                  <c:v>54593</c:v>
                </c:pt>
                <c:pt idx="12224">
                  <c:v>54594</c:v>
                </c:pt>
                <c:pt idx="12225">
                  <c:v>54595</c:v>
                </c:pt>
                <c:pt idx="12226">
                  <c:v>54596</c:v>
                </c:pt>
                <c:pt idx="12227">
                  <c:v>54597</c:v>
                </c:pt>
                <c:pt idx="12228">
                  <c:v>54598</c:v>
                </c:pt>
                <c:pt idx="12229">
                  <c:v>54599</c:v>
                </c:pt>
                <c:pt idx="12230">
                  <c:v>54600</c:v>
                </c:pt>
                <c:pt idx="12231">
                  <c:v>54601</c:v>
                </c:pt>
                <c:pt idx="12232">
                  <c:v>54602</c:v>
                </c:pt>
                <c:pt idx="12233">
                  <c:v>54603</c:v>
                </c:pt>
                <c:pt idx="12234">
                  <c:v>54604</c:v>
                </c:pt>
                <c:pt idx="12235">
                  <c:v>54605</c:v>
                </c:pt>
                <c:pt idx="12236">
                  <c:v>54606</c:v>
                </c:pt>
                <c:pt idx="12237">
                  <c:v>54607</c:v>
                </c:pt>
                <c:pt idx="12238">
                  <c:v>54608</c:v>
                </c:pt>
                <c:pt idx="12239">
                  <c:v>54609</c:v>
                </c:pt>
                <c:pt idx="12240">
                  <c:v>54610</c:v>
                </c:pt>
                <c:pt idx="12241">
                  <c:v>54611</c:v>
                </c:pt>
                <c:pt idx="12242">
                  <c:v>54612</c:v>
                </c:pt>
                <c:pt idx="12243">
                  <c:v>54613</c:v>
                </c:pt>
                <c:pt idx="12244">
                  <c:v>54614</c:v>
                </c:pt>
                <c:pt idx="12245">
                  <c:v>54615</c:v>
                </c:pt>
                <c:pt idx="12246">
                  <c:v>54616</c:v>
                </c:pt>
                <c:pt idx="12247">
                  <c:v>54617</c:v>
                </c:pt>
                <c:pt idx="12248">
                  <c:v>54618</c:v>
                </c:pt>
                <c:pt idx="12249">
                  <c:v>54619</c:v>
                </c:pt>
                <c:pt idx="12250">
                  <c:v>54620</c:v>
                </c:pt>
                <c:pt idx="12251">
                  <c:v>54621</c:v>
                </c:pt>
                <c:pt idx="12252">
                  <c:v>54622</c:v>
                </c:pt>
                <c:pt idx="12253">
                  <c:v>54623</c:v>
                </c:pt>
                <c:pt idx="12254">
                  <c:v>54624</c:v>
                </c:pt>
                <c:pt idx="12255">
                  <c:v>54625</c:v>
                </c:pt>
                <c:pt idx="12256">
                  <c:v>54626</c:v>
                </c:pt>
                <c:pt idx="12257">
                  <c:v>54627</c:v>
                </c:pt>
                <c:pt idx="12258">
                  <c:v>54628</c:v>
                </c:pt>
                <c:pt idx="12259">
                  <c:v>54629</c:v>
                </c:pt>
                <c:pt idx="12260">
                  <c:v>54630</c:v>
                </c:pt>
                <c:pt idx="12261">
                  <c:v>54631</c:v>
                </c:pt>
                <c:pt idx="12262">
                  <c:v>54632</c:v>
                </c:pt>
                <c:pt idx="12263">
                  <c:v>54633</c:v>
                </c:pt>
                <c:pt idx="12264">
                  <c:v>54634</c:v>
                </c:pt>
                <c:pt idx="12265">
                  <c:v>54635</c:v>
                </c:pt>
                <c:pt idx="12266">
                  <c:v>54636</c:v>
                </c:pt>
                <c:pt idx="12267">
                  <c:v>54637</c:v>
                </c:pt>
                <c:pt idx="12268">
                  <c:v>54638</c:v>
                </c:pt>
                <c:pt idx="12269">
                  <c:v>54639</c:v>
                </c:pt>
                <c:pt idx="12270">
                  <c:v>54640</c:v>
                </c:pt>
                <c:pt idx="12271">
                  <c:v>54641</c:v>
                </c:pt>
                <c:pt idx="12272">
                  <c:v>54642</c:v>
                </c:pt>
                <c:pt idx="12273">
                  <c:v>54643</c:v>
                </c:pt>
                <c:pt idx="12274">
                  <c:v>54644</c:v>
                </c:pt>
                <c:pt idx="12275">
                  <c:v>54645</c:v>
                </c:pt>
                <c:pt idx="12276">
                  <c:v>54646</c:v>
                </c:pt>
                <c:pt idx="12277">
                  <c:v>54647</c:v>
                </c:pt>
                <c:pt idx="12278">
                  <c:v>54648</c:v>
                </c:pt>
                <c:pt idx="12279">
                  <c:v>54649</c:v>
                </c:pt>
                <c:pt idx="12280">
                  <c:v>54650</c:v>
                </c:pt>
                <c:pt idx="12281">
                  <c:v>54651</c:v>
                </c:pt>
                <c:pt idx="12282">
                  <c:v>54652</c:v>
                </c:pt>
                <c:pt idx="12283">
                  <c:v>54653</c:v>
                </c:pt>
                <c:pt idx="12284">
                  <c:v>54654</c:v>
                </c:pt>
                <c:pt idx="12285">
                  <c:v>54655</c:v>
                </c:pt>
                <c:pt idx="12286">
                  <c:v>54656</c:v>
                </c:pt>
                <c:pt idx="12287">
                  <c:v>54657</c:v>
                </c:pt>
                <c:pt idx="12288">
                  <c:v>54658</c:v>
                </c:pt>
                <c:pt idx="12289">
                  <c:v>54659</c:v>
                </c:pt>
                <c:pt idx="12290">
                  <c:v>54660</c:v>
                </c:pt>
                <c:pt idx="12291">
                  <c:v>54661</c:v>
                </c:pt>
                <c:pt idx="12292">
                  <c:v>54662</c:v>
                </c:pt>
                <c:pt idx="12293">
                  <c:v>54663</c:v>
                </c:pt>
                <c:pt idx="12294">
                  <c:v>54664</c:v>
                </c:pt>
                <c:pt idx="12295">
                  <c:v>54665</c:v>
                </c:pt>
                <c:pt idx="12296">
                  <c:v>54666</c:v>
                </c:pt>
                <c:pt idx="12297">
                  <c:v>54667</c:v>
                </c:pt>
                <c:pt idx="12298">
                  <c:v>54668</c:v>
                </c:pt>
                <c:pt idx="12299">
                  <c:v>54669</c:v>
                </c:pt>
                <c:pt idx="12300">
                  <c:v>54670</c:v>
                </c:pt>
                <c:pt idx="12301">
                  <c:v>54671</c:v>
                </c:pt>
                <c:pt idx="12302">
                  <c:v>54672</c:v>
                </c:pt>
                <c:pt idx="12303">
                  <c:v>54673</c:v>
                </c:pt>
                <c:pt idx="12304">
                  <c:v>54674</c:v>
                </c:pt>
                <c:pt idx="12305">
                  <c:v>54675</c:v>
                </c:pt>
                <c:pt idx="12306">
                  <c:v>54676</c:v>
                </c:pt>
                <c:pt idx="12307">
                  <c:v>54677</c:v>
                </c:pt>
                <c:pt idx="12308">
                  <c:v>54678</c:v>
                </c:pt>
                <c:pt idx="12309">
                  <c:v>54679</c:v>
                </c:pt>
                <c:pt idx="12310">
                  <c:v>54680</c:v>
                </c:pt>
                <c:pt idx="12311">
                  <c:v>54681</c:v>
                </c:pt>
                <c:pt idx="12312">
                  <c:v>54682</c:v>
                </c:pt>
                <c:pt idx="12313">
                  <c:v>54683</c:v>
                </c:pt>
                <c:pt idx="12314">
                  <c:v>54684</c:v>
                </c:pt>
                <c:pt idx="12315">
                  <c:v>54685</c:v>
                </c:pt>
                <c:pt idx="12316">
                  <c:v>54686</c:v>
                </c:pt>
                <c:pt idx="12317">
                  <c:v>54687</c:v>
                </c:pt>
                <c:pt idx="12318">
                  <c:v>54688</c:v>
                </c:pt>
                <c:pt idx="12319">
                  <c:v>54689</c:v>
                </c:pt>
                <c:pt idx="12320">
                  <c:v>54690</c:v>
                </c:pt>
                <c:pt idx="12321">
                  <c:v>54691</c:v>
                </c:pt>
                <c:pt idx="12322">
                  <c:v>54692</c:v>
                </c:pt>
                <c:pt idx="12323">
                  <c:v>54693</c:v>
                </c:pt>
                <c:pt idx="12324">
                  <c:v>54694</c:v>
                </c:pt>
                <c:pt idx="12325">
                  <c:v>54695</c:v>
                </c:pt>
                <c:pt idx="12326">
                  <c:v>54696</c:v>
                </c:pt>
                <c:pt idx="12327">
                  <c:v>54697</c:v>
                </c:pt>
                <c:pt idx="12328">
                  <c:v>54698</c:v>
                </c:pt>
                <c:pt idx="12329">
                  <c:v>54699</c:v>
                </c:pt>
                <c:pt idx="12330">
                  <c:v>54700</c:v>
                </c:pt>
                <c:pt idx="12331">
                  <c:v>54701</c:v>
                </c:pt>
                <c:pt idx="12332">
                  <c:v>54702</c:v>
                </c:pt>
                <c:pt idx="12333">
                  <c:v>54703</c:v>
                </c:pt>
                <c:pt idx="12334">
                  <c:v>54704</c:v>
                </c:pt>
                <c:pt idx="12335">
                  <c:v>54705</c:v>
                </c:pt>
                <c:pt idx="12336">
                  <c:v>54706</c:v>
                </c:pt>
                <c:pt idx="12337">
                  <c:v>54707</c:v>
                </c:pt>
                <c:pt idx="12338">
                  <c:v>54708</c:v>
                </c:pt>
                <c:pt idx="12339">
                  <c:v>54709</c:v>
                </c:pt>
                <c:pt idx="12340">
                  <c:v>54710</c:v>
                </c:pt>
                <c:pt idx="12341">
                  <c:v>54711</c:v>
                </c:pt>
                <c:pt idx="12342">
                  <c:v>54712</c:v>
                </c:pt>
                <c:pt idx="12343">
                  <c:v>54713</c:v>
                </c:pt>
                <c:pt idx="12344">
                  <c:v>54714</c:v>
                </c:pt>
                <c:pt idx="12345">
                  <c:v>54715</c:v>
                </c:pt>
                <c:pt idx="12346">
                  <c:v>54716</c:v>
                </c:pt>
                <c:pt idx="12347">
                  <c:v>54717</c:v>
                </c:pt>
                <c:pt idx="12348">
                  <c:v>54718</c:v>
                </c:pt>
                <c:pt idx="12349">
                  <c:v>54719</c:v>
                </c:pt>
                <c:pt idx="12350">
                  <c:v>54720</c:v>
                </c:pt>
                <c:pt idx="12351">
                  <c:v>54721</c:v>
                </c:pt>
                <c:pt idx="12352">
                  <c:v>54722</c:v>
                </c:pt>
                <c:pt idx="12353">
                  <c:v>54723</c:v>
                </c:pt>
                <c:pt idx="12354">
                  <c:v>54724</c:v>
                </c:pt>
                <c:pt idx="12355">
                  <c:v>54725</c:v>
                </c:pt>
                <c:pt idx="12356">
                  <c:v>54726</c:v>
                </c:pt>
                <c:pt idx="12357">
                  <c:v>54727</c:v>
                </c:pt>
                <c:pt idx="12358">
                  <c:v>54728</c:v>
                </c:pt>
                <c:pt idx="12359">
                  <c:v>54729</c:v>
                </c:pt>
                <c:pt idx="12360">
                  <c:v>54730</c:v>
                </c:pt>
                <c:pt idx="12361">
                  <c:v>54731</c:v>
                </c:pt>
                <c:pt idx="12362">
                  <c:v>54732</c:v>
                </c:pt>
                <c:pt idx="12363">
                  <c:v>54733</c:v>
                </c:pt>
                <c:pt idx="12364">
                  <c:v>54734</c:v>
                </c:pt>
                <c:pt idx="12365">
                  <c:v>54735</c:v>
                </c:pt>
                <c:pt idx="12366">
                  <c:v>54736</c:v>
                </c:pt>
                <c:pt idx="12367">
                  <c:v>54737</c:v>
                </c:pt>
                <c:pt idx="12368">
                  <c:v>54738</c:v>
                </c:pt>
                <c:pt idx="12369">
                  <c:v>54739</c:v>
                </c:pt>
                <c:pt idx="12370">
                  <c:v>54740</c:v>
                </c:pt>
                <c:pt idx="12371">
                  <c:v>54741</c:v>
                </c:pt>
                <c:pt idx="12372">
                  <c:v>54742</c:v>
                </c:pt>
                <c:pt idx="12373">
                  <c:v>54743</c:v>
                </c:pt>
                <c:pt idx="12374">
                  <c:v>54744</c:v>
                </c:pt>
                <c:pt idx="12375">
                  <c:v>54745</c:v>
                </c:pt>
                <c:pt idx="12376">
                  <c:v>54746</c:v>
                </c:pt>
                <c:pt idx="12377">
                  <c:v>54747</c:v>
                </c:pt>
                <c:pt idx="12378">
                  <c:v>54748</c:v>
                </c:pt>
                <c:pt idx="12379">
                  <c:v>54749</c:v>
                </c:pt>
                <c:pt idx="12380">
                  <c:v>54750</c:v>
                </c:pt>
                <c:pt idx="12381">
                  <c:v>54751</c:v>
                </c:pt>
                <c:pt idx="12382">
                  <c:v>54752</c:v>
                </c:pt>
                <c:pt idx="12383">
                  <c:v>54753</c:v>
                </c:pt>
                <c:pt idx="12384">
                  <c:v>54754</c:v>
                </c:pt>
                <c:pt idx="12385">
                  <c:v>54755</c:v>
                </c:pt>
                <c:pt idx="12386">
                  <c:v>54756</c:v>
                </c:pt>
                <c:pt idx="12387">
                  <c:v>54757</c:v>
                </c:pt>
                <c:pt idx="12388">
                  <c:v>54758</c:v>
                </c:pt>
                <c:pt idx="12389">
                  <c:v>54759</c:v>
                </c:pt>
                <c:pt idx="12390">
                  <c:v>54760</c:v>
                </c:pt>
                <c:pt idx="12391">
                  <c:v>54761</c:v>
                </c:pt>
                <c:pt idx="12392">
                  <c:v>54762</c:v>
                </c:pt>
                <c:pt idx="12393">
                  <c:v>54763</c:v>
                </c:pt>
                <c:pt idx="12394">
                  <c:v>54764</c:v>
                </c:pt>
                <c:pt idx="12395">
                  <c:v>54765</c:v>
                </c:pt>
                <c:pt idx="12396">
                  <c:v>54766</c:v>
                </c:pt>
                <c:pt idx="12397">
                  <c:v>54767</c:v>
                </c:pt>
                <c:pt idx="12398">
                  <c:v>54768</c:v>
                </c:pt>
                <c:pt idx="12399">
                  <c:v>54769</c:v>
                </c:pt>
                <c:pt idx="12400">
                  <c:v>54770</c:v>
                </c:pt>
                <c:pt idx="12401">
                  <c:v>54771</c:v>
                </c:pt>
                <c:pt idx="12402">
                  <c:v>54772</c:v>
                </c:pt>
                <c:pt idx="12403">
                  <c:v>54773</c:v>
                </c:pt>
                <c:pt idx="12404">
                  <c:v>54774</c:v>
                </c:pt>
                <c:pt idx="12405">
                  <c:v>54775</c:v>
                </c:pt>
                <c:pt idx="12406">
                  <c:v>54776</c:v>
                </c:pt>
                <c:pt idx="12407">
                  <c:v>54777</c:v>
                </c:pt>
                <c:pt idx="12408">
                  <c:v>54778</c:v>
                </c:pt>
                <c:pt idx="12409">
                  <c:v>54779</c:v>
                </c:pt>
                <c:pt idx="12410">
                  <c:v>54780</c:v>
                </c:pt>
                <c:pt idx="12411">
                  <c:v>54781</c:v>
                </c:pt>
                <c:pt idx="12412">
                  <c:v>54782</c:v>
                </c:pt>
                <c:pt idx="12413">
                  <c:v>54783</c:v>
                </c:pt>
                <c:pt idx="12414">
                  <c:v>54784</c:v>
                </c:pt>
                <c:pt idx="12415">
                  <c:v>54785</c:v>
                </c:pt>
                <c:pt idx="12416">
                  <c:v>54786</c:v>
                </c:pt>
                <c:pt idx="12417">
                  <c:v>54787</c:v>
                </c:pt>
                <c:pt idx="12418">
                  <c:v>54788</c:v>
                </c:pt>
                <c:pt idx="12419">
                  <c:v>54789</c:v>
                </c:pt>
                <c:pt idx="12420">
                  <c:v>54790</c:v>
                </c:pt>
                <c:pt idx="12421">
                  <c:v>54791</c:v>
                </c:pt>
                <c:pt idx="12422">
                  <c:v>54792</c:v>
                </c:pt>
                <c:pt idx="12423">
                  <c:v>54793</c:v>
                </c:pt>
                <c:pt idx="12424">
                  <c:v>54794</c:v>
                </c:pt>
                <c:pt idx="12425">
                  <c:v>54795</c:v>
                </c:pt>
                <c:pt idx="12426">
                  <c:v>54796</c:v>
                </c:pt>
                <c:pt idx="12427">
                  <c:v>54797</c:v>
                </c:pt>
                <c:pt idx="12428">
                  <c:v>54798</c:v>
                </c:pt>
                <c:pt idx="12429">
                  <c:v>54799</c:v>
                </c:pt>
                <c:pt idx="12430">
                  <c:v>54800</c:v>
                </c:pt>
                <c:pt idx="12431">
                  <c:v>54801</c:v>
                </c:pt>
                <c:pt idx="12432">
                  <c:v>54802</c:v>
                </c:pt>
                <c:pt idx="12433">
                  <c:v>54803</c:v>
                </c:pt>
                <c:pt idx="12434">
                  <c:v>54804</c:v>
                </c:pt>
                <c:pt idx="12435">
                  <c:v>54805</c:v>
                </c:pt>
                <c:pt idx="12436">
                  <c:v>54806</c:v>
                </c:pt>
                <c:pt idx="12437">
                  <c:v>54807</c:v>
                </c:pt>
                <c:pt idx="12438">
                  <c:v>54808</c:v>
                </c:pt>
                <c:pt idx="12439">
                  <c:v>54809</c:v>
                </c:pt>
                <c:pt idx="12440">
                  <c:v>54810</c:v>
                </c:pt>
                <c:pt idx="12441">
                  <c:v>54811</c:v>
                </c:pt>
                <c:pt idx="12442">
                  <c:v>54812</c:v>
                </c:pt>
                <c:pt idx="12443">
                  <c:v>54813</c:v>
                </c:pt>
                <c:pt idx="12444">
                  <c:v>54814</c:v>
                </c:pt>
                <c:pt idx="12445">
                  <c:v>54815</c:v>
                </c:pt>
                <c:pt idx="12446">
                  <c:v>54816</c:v>
                </c:pt>
                <c:pt idx="12447">
                  <c:v>54817</c:v>
                </c:pt>
                <c:pt idx="12448">
                  <c:v>54818</c:v>
                </c:pt>
                <c:pt idx="12449">
                  <c:v>54819</c:v>
                </c:pt>
                <c:pt idx="12450">
                  <c:v>54820</c:v>
                </c:pt>
                <c:pt idx="12451">
                  <c:v>54821</c:v>
                </c:pt>
                <c:pt idx="12452">
                  <c:v>54822</c:v>
                </c:pt>
                <c:pt idx="12453">
                  <c:v>54823</c:v>
                </c:pt>
                <c:pt idx="12454">
                  <c:v>54824</c:v>
                </c:pt>
                <c:pt idx="12455">
                  <c:v>54825</c:v>
                </c:pt>
                <c:pt idx="12456">
                  <c:v>54826</c:v>
                </c:pt>
                <c:pt idx="12457">
                  <c:v>54827</c:v>
                </c:pt>
                <c:pt idx="12458">
                  <c:v>54828</c:v>
                </c:pt>
                <c:pt idx="12459">
                  <c:v>54829</c:v>
                </c:pt>
                <c:pt idx="12460">
                  <c:v>54830</c:v>
                </c:pt>
                <c:pt idx="12461">
                  <c:v>54831</c:v>
                </c:pt>
                <c:pt idx="12462">
                  <c:v>54832</c:v>
                </c:pt>
                <c:pt idx="12463">
                  <c:v>54833</c:v>
                </c:pt>
                <c:pt idx="12464">
                  <c:v>54834</c:v>
                </c:pt>
                <c:pt idx="12465">
                  <c:v>54835</c:v>
                </c:pt>
                <c:pt idx="12466">
                  <c:v>54836</c:v>
                </c:pt>
                <c:pt idx="12467">
                  <c:v>54837</c:v>
                </c:pt>
                <c:pt idx="12468">
                  <c:v>54838</c:v>
                </c:pt>
                <c:pt idx="12469">
                  <c:v>54839</c:v>
                </c:pt>
                <c:pt idx="12470">
                  <c:v>54840</c:v>
                </c:pt>
                <c:pt idx="12471">
                  <c:v>54841</c:v>
                </c:pt>
                <c:pt idx="12472">
                  <c:v>54842</c:v>
                </c:pt>
                <c:pt idx="12473">
                  <c:v>54843</c:v>
                </c:pt>
                <c:pt idx="12474">
                  <c:v>54844</c:v>
                </c:pt>
                <c:pt idx="12475">
                  <c:v>54845</c:v>
                </c:pt>
                <c:pt idx="12476">
                  <c:v>54846</c:v>
                </c:pt>
                <c:pt idx="12477">
                  <c:v>54847</c:v>
                </c:pt>
                <c:pt idx="12478">
                  <c:v>54848</c:v>
                </c:pt>
                <c:pt idx="12479">
                  <c:v>54849</c:v>
                </c:pt>
                <c:pt idx="12480">
                  <c:v>54850</c:v>
                </c:pt>
                <c:pt idx="12481">
                  <c:v>54851</c:v>
                </c:pt>
                <c:pt idx="12482">
                  <c:v>54852</c:v>
                </c:pt>
                <c:pt idx="12483">
                  <c:v>54853</c:v>
                </c:pt>
                <c:pt idx="12484">
                  <c:v>54854</c:v>
                </c:pt>
                <c:pt idx="12485">
                  <c:v>54855</c:v>
                </c:pt>
                <c:pt idx="12486">
                  <c:v>54856</c:v>
                </c:pt>
                <c:pt idx="12487">
                  <c:v>54857</c:v>
                </c:pt>
                <c:pt idx="12488">
                  <c:v>54858</c:v>
                </c:pt>
                <c:pt idx="12489">
                  <c:v>54859</c:v>
                </c:pt>
                <c:pt idx="12490">
                  <c:v>54860</c:v>
                </c:pt>
                <c:pt idx="12491">
                  <c:v>54861</c:v>
                </c:pt>
                <c:pt idx="12492">
                  <c:v>54862</c:v>
                </c:pt>
                <c:pt idx="12493">
                  <c:v>54863</c:v>
                </c:pt>
                <c:pt idx="12494">
                  <c:v>54864</c:v>
                </c:pt>
                <c:pt idx="12495">
                  <c:v>54865</c:v>
                </c:pt>
                <c:pt idx="12496">
                  <c:v>54866</c:v>
                </c:pt>
                <c:pt idx="12497">
                  <c:v>54867</c:v>
                </c:pt>
                <c:pt idx="12498">
                  <c:v>54868</c:v>
                </c:pt>
                <c:pt idx="12499">
                  <c:v>54869</c:v>
                </c:pt>
                <c:pt idx="12500">
                  <c:v>54870</c:v>
                </c:pt>
                <c:pt idx="12501">
                  <c:v>54871</c:v>
                </c:pt>
                <c:pt idx="12502">
                  <c:v>54872</c:v>
                </c:pt>
                <c:pt idx="12503">
                  <c:v>54873</c:v>
                </c:pt>
                <c:pt idx="12504">
                  <c:v>54874</c:v>
                </c:pt>
                <c:pt idx="12505">
                  <c:v>54875</c:v>
                </c:pt>
                <c:pt idx="12506">
                  <c:v>54876</c:v>
                </c:pt>
                <c:pt idx="12507">
                  <c:v>54877</c:v>
                </c:pt>
                <c:pt idx="12508">
                  <c:v>54878</c:v>
                </c:pt>
                <c:pt idx="12509">
                  <c:v>54879</c:v>
                </c:pt>
                <c:pt idx="12510">
                  <c:v>54880</c:v>
                </c:pt>
                <c:pt idx="12511">
                  <c:v>54881</c:v>
                </c:pt>
                <c:pt idx="12512">
                  <c:v>54882</c:v>
                </c:pt>
                <c:pt idx="12513">
                  <c:v>54883</c:v>
                </c:pt>
                <c:pt idx="12514">
                  <c:v>54884</c:v>
                </c:pt>
                <c:pt idx="12515">
                  <c:v>54885</c:v>
                </c:pt>
                <c:pt idx="12516">
                  <c:v>54886</c:v>
                </c:pt>
                <c:pt idx="12517">
                  <c:v>54887</c:v>
                </c:pt>
                <c:pt idx="12518">
                  <c:v>54888</c:v>
                </c:pt>
                <c:pt idx="12519">
                  <c:v>54889</c:v>
                </c:pt>
                <c:pt idx="12520">
                  <c:v>54890</c:v>
                </c:pt>
                <c:pt idx="12521">
                  <c:v>54891</c:v>
                </c:pt>
                <c:pt idx="12522">
                  <c:v>54892</c:v>
                </c:pt>
                <c:pt idx="12523">
                  <c:v>54893</c:v>
                </c:pt>
                <c:pt idx="12524">
                  <c:v>54894</c:v>
                </c:pt>
                <c:pt idx="12525">
                  <c:v>54895</c:v>
                </c:pt>
                <c:pt idx="12526">
                  <c:v>54896</c:v>
                </c:pt>
                <c:pt idx="12527">
                  <c:v>54897</c:v>
                </c:pt>
                <c:pt idx="12528">
                  <c:v>54898</c:v>
                </c:pt>
                <c:pt idx="12529">
                  <c:v>54899</c:v>
                </c:pt>
                <c:pt idx="12530">
                  <c:v>54900</c:v>
                </c:pt>
                <c:pt idx="12531">
                  <c:v>54901</c:v>
                </c:pt>
                <c:pt idx="12532">
                  <c:v>54902</c:v>
                </c:pt>
                <c:pt idx="12533">
                  <c:v>54903</c:v>
                </c:pt>
                <c:pt idx="12534">
                  <c:v>54904</c:v>
                </c:pt>
                <c:pt idx="12535">
                  <c:v>54905</c:v>
                </c:pt>
                <c:pt idx="12536">
                  <c:v>54906</c:v>
                </c:pt>
                <c:pt idx="12537">
                  <c:v>54907</c:v>
                </c:pt>
                <c:pt idx="12538">
                  <c:v>54908</c:v>
                </c:pt>
                <c:pt idx="12539">
                  <c:v>54909</c:v>
                </c:pt>
                <c:pt idx="12540">
                  <c:v>54910</c:v>
                </c:pt>
                <c:pt idx="12541">
                  <c:v>54911</c:v>
                </c:pt>
                <c:pt idx="12542">
                  <c:v>54912</c:v>
                </c:pt>
                <c:pt idx="12543">
                  <c:v>54913</c:v>
                </c:pt>
                <c:pt idx="12544">
                  <c:v>54914</c:v>
                </c:pt>
                <c:pt idx="12545">
                  <c:v>54915</c:v>
                </c:pt>
                <c:pt idx="12546">
                  <c:v>54916</c:v>
                </c:pt>
                <c:pt idx="12547">
                  <c:v>54917</c:v>
                </c:pt>
                <c:pt idx="12548">
                  <c:v>54918</c:v>
                </c:pt>
                <c:pt idx="12549">
                  <c:v>54919</c:v>
                </c:pt>
                <c:pt idx="12550">
                  <c:v>54920</c:v>
                </c:pt>
                <c:pt idx="12551">
                  <c:v>54921</c:v>
                </c:pt>
                <c:pt idx="12552">
                  <c:v>54922</c:v>
                </c:pt>
                <c:pt idx="12553">
                  <c:v>54923</c:v>
                </c:pt>
                <c:pt idx="12554">
                  <c:v>54924</c:v>
                </c:pt>
                <c:pt idx="12555">
                  <c:v>54925</c:v>
                </c:pt>
                <c:pt idx="12556">
                  <c:v>54926</c:v>
                </c:pt>
                <c:pt idx="12557">
                  <c:v>54927</c:v>
                </c:pt>
                <c:pt idx="12558">
                  <c:v>54928</c:v>
                </c:pt>
                <c:pt idx="12559">
                  <c:v>54929</c:v>
                </c:pt>
                <c:pt idx="12560">
                  <c:v>54930</c:v>
                </c:pt>
                <c:pt idx="12561">
                  <c:v>54931</c:v>
                </c:pt>
                <c:pt idx="12562">
                  <c:v>54932</c:v>
                </c:pt>
                <c:pt idx="12563">
                  <c:v>54933</c:v>
                </c:pt>
                <c:pt idx="12564">
                  <c:v>54934</c:v>
                </c:pt>
                <c:pt idx="12565">
                  <c:v>54935</c:v>
                </c:pt>
                <c:pt idx="12566">
                  <c:v>54936</c:v>
                </c:pt>
                <c:pt idx="12567">
                  <c:v>54937</c:v>
                </c:pt>
                <c:pt idx="12568">
                  <c:v>54938</c:v>
                </c:pt>
                <c:pt idx="12569">
                  <c:v>54939</c:v>
                </c:pt>
                <c:pt idx="12570">
                  <c:v>54940</c:v>
                </c:pt>
                <c:pt idx="12571">
                  <c:v>54941</c:v>
                </c:pt>
                <c:pt idx="12572">
                  <c:v>54942</c:v>
                </c:pt>
                <c:pt idx="12573">
                  <c:v>54943</c:v>
                </c:pt>
                <c:pt idx="12574">
                  <c:v>54944</c:v>
                </c:pt>
                <c:pt idx="12575">
                  <c:v>54945</c:v>
                </c:pt>
                <c:pt idx="12576">
                  <c:v>54946</c:v>
                </c:pt>
                <c:pt idx="12577">
                  <c:v>54947</c:v>
                </c:pt>
                <c:pt idx="12578">
                  <c:v>54948</c:v>
                </c:pt>
                <c:pt idx="12579">
                  <c:v>54949</c:v>
                </c:pt>
                <c:pt idx="12580">
                  <c:v>54950</c:v>
                </c:pt>
                <c:pt idx="12581">
                  <c:v>54951</c:v>
                </c:pt>
                <c:pt idx="12582">
                  <c:v>54952</c:v>
                </c:pt>
                <c:pt idx="12583">
                  <c:v>54953</c:v>
                </c:pt>
                <c:pt idx="12584">
                  <c:v>54954</c:v>
                </c:pt>
                <c:pt idx="12585">
                  <c:v>54955</c:v>
                </c:pt>
                <c:pt idx="12586">
                  <c:v>54956</c:v>
                </c:pt>
                <c:pt idx="12587">
                  <c:v>54957</c:v>
                </c:pt>
                <c:pt idx="12588">
                  <c:v>54958</c:v>
                </c:pt>
                <c:pt idx="12589">
                  <c:v>54959</c:v>
                </c:pt>
                <c:pt idx="12590">
                  <c:v>54960</c:v>
                </c:pt>
                <c:pt idx="12591">
                  <c:v>54961</c:v>
                </c:pt>
                <c:pt idx="12592">
                  <c:v>54962</c:v>
                </c:pt>
                <c:pt idx="12593">
                  <c:v>54963</c:v>
                </c:pt>
                <c:pt idx="12594">
                  <c:v>54964</c:v>
                </c:pt>
                <c:pt idx="12595">
                  <c:v>54965</c:v>
                </c:pt>
                <c:pt idx="12596">
                  <c:v>54966</c:v>
                </c:pt>
                <c:pt idx="12597">
                  <c:v>54967</c:v>
                </c:pt>
                <c:pt idx="12598">
                  <c:v>54968</c:v>
                </c:pt>
                <c:pt idx="12599">
                  <c:v>54969</c:v>
                </c:pt>
                <c:pt idx="12600">
                  <c:v>54970</c:v>
                </c:pt>
                <c:pt idx="12601">
                  <c:v>54971</c:v>
                </c:pt>
                <c:pt idx="12602">
                  <c:v>54972</c:v>
                </c:pt>
                <c:pt idx="12603">
                  <c:v>54973</c:v>
                </c:pt>
                <c:pt idx="12604">
                  <c:v>54974</c:v>
                </c:pt>
                <c:pt idx="12605">
                  <c:v>54975</c:v>
                </c:pt>
                <c:pt idx="12606">
                  <c:v>54976</c:v>
                </c:pt>
                <c:pt idx="12607">
                  <c:v>54977</c:v>
                </c:pt>
                <c:pt idx="12608">
                  <c:v>54978</c:v>
                </c:pt>
                <c:pt idx="12609">
                  <c:v>54979</c:v>
                </c:pt>
                <c:pt idx="12610">
                  <c:v>54980</c:v>
                </c:pt>
                <c:pt idx="12611">
                  <c:v>54981</c:v>
                </c:pt>
                <c:pt idx="12612">
                  <c:v>54982</c:v>
                </c:pt>
                <c:pt idx="12613">
                  <c:v>54983</c:v>
                </c:pt>
                <c:pt idx="12614">
                  <c:v>54984</c:v>
                </c:pt>
                <c:pt idx="12615">
                  <c:v>54985</c:v>
                </c:pt>
                <c:pt idx="12616">
                  <c:v>54986</c:v>
                </c:pt>
                <c:pt idx="12617">
                  <c:v>54987</c:v>
                </c:pt>
                <c:pt idx="12618">
                  <c:v>54988</c:v>
                </c:pt>
                <c:pt idx="12619">
                  <c:v>54989</c:v>
                </c:pt>
                <c:pt idx="12620">
                  <c:v>54990</c:v>
                </c:pt>
                <c:pt idx="12621">
                  <c:v>54991</c:v>
                </c:pt>
                <c:pt idx="12622">
                  <c:v>54992</c:v>
                </c:pt>
                <c:pt idx="12623">
                  <c:v>54993</c:v>
                </c:pt>
                <c:pt idx="12624">
                  <c:v>54994</c:v>
                </c:pt>
                <c:pt idx="12625">
                  <c:v>54995</c:v>
                </c:pt>
                <c:pt idx="12626">
                  <c:v>54996</c:v>
                </c:pt>
                <c:pt idx="12627">
                  <c:v>54997</c:v>
                </c:pt>
                <c:pt idx="12628">
                  <c:v>54998</c:v>
                </c:pt>
                <c:pt idx="12629">
                  <c:v>54999</c:v>
                </c:pt>
                <c:pt idx="12630">
                  <c:v>55000</c:v>
                </c:pt>
                <c:pt idx="12631">
                  <c:v>55001</c:v>
                </c:pt>
                <c:pt idx="12632">
                  <c:v>55002</c:v>
                </c:pt>
                <c:pt idx="12633">
                  <c:v>55003</c:v>
                </c:pt>
                <c:pt idx="12634">
                  <c:v>55004</c:v>
                </c:pt>
                <c:pt idx="12635">
                  <c:v>55005</c:v>
                </c:pt>
                <c:pt idx="12636">
                  <c:v>55006</c:v>
                </c:pt>
                <c:pt idx="12637">
                  <c:v>55007</c:v>
                </c:pt>
                <c:pt idx="12638">
                  <c:v>55008</c:v>
                </c:pt>
                <c:pt idx="12639">
                  <c:v>55009</c:v>
                </c:pt>
                <c:pt idx="12640">
                  <c:v>55010</c:v>
                </c:pt>
                <c:pt idx="12641">
                  <c:v>55011</c:v>
                </c:pt>
                <c:pt idx="12642">
                  <c:v>55012</c:v>
                </c:pt>
                <c:pt idx="12643">
                  <c:v>55013</c:v>
                </c:pt>
                <c:pt idx="12644">
                  <c:v>55014</c:v>
                </c:pt>
                <c:pt idx="12645">
                  <c:v>55015</c:v>
                </c:pt>
                <c:pt idx="12646">
                  <c:v>55016</c:v>
                </c:pt>
                <c:pt idx="12647">
                  <c:v>55017</c:v>
                </c:pt>
                <c:pt idx="12648">
                  <c:v>55018</c:v>
                </c:pt>
                <c:pt idx="12649">
                  <c:v>55019</c:v>
                </c:pt>
                <c:pt idx="12650">
                  <c:v>55020</c:v>
                </c:pt>
                <c:pt idx="12651">
                  <c:v>55021</c:v>
                </c:pt>
                <c:pt idx="12652">
                  <c:v>55022</c:v>
                </c:pt>
                <c:pt idx="12653">
                  <c:v>55023</c:v>
                </c:pt>
                <c:pt idx="12654">
                  <c:v>55024</c:v>
                </c:pt>
                <c:pt idx="12655">
                  <c:v>55025</c:v>
                </c:pt>
                <c:pt idx="12656">
                  <c:v>55026</c:v>
                </c:pt>
                <c:pt idx="12657">
                  <c:v>55027</c:v>
                </c:pt>
                <c:pt idx="12658">
                  <c:v>55028</c:v>
                </c:pt>
                <c:pt idx="12659">
                  <c:v>55029</c:v>
                </c:pt>
                <c:pt idx="12660">
                  <c:v>55030</c:v>
                </c:pt>
                <c:pt idx="12661">
                  <c:v>55031</c:v>
                </c:pt>
                <c:pt idx="12662">
                  <c:v>55032</c:v>
                </c:pt>
                <c:pt idx="12663">
                  <c:v>55033</c:v>
                </c:pt>
                <c:pt idx="12664">
                  <c:v>55034</c:v>
                </c:pt>
                <c:pt idx="12665">
                  <c:v>55035</c:v>
                </c:pt>
                <c:pt idx="12666">
                  <c:v>55036</c:v>
                </c:pt>
                <c:pt idx="12667">
                  <c:v>55037</c:v>
                </c:pt>
                <c:pt idx="12668">
                  <c:v>55038</c:v>
                </c:pt>
                <c:pt idx="12669">
                  <c:v>55039</c:v>
                </c:pt>
                <c:pt idx="12670">
                  <c:v>55040</c:v>
                </c:pt>
                <c:pt idx="12671">
                  <c:v>55041</c:v>
                </c:pt>
                <c:pt idx="12672">
                  <c:v>55042</c:v>
                </c:pt>
                <c:pt idx="12673">
                  <c:v>55043</c:v>
                </c:pt>
                <c:pt idx="12674">
                  <c:v>55044</c:v>
                </c:pt>
                <c:pt idx="12675">
                  <c:v>55045</c:v>
                </c:pt>
                <c:pt idx="12676">
                  <c:v>55046</c:v>
                </c:pt>
                <c:pt idx="12677">
                  <c:v>55047</c:v>
                </c:pt>
                <c:pt idx="12678">
                  <c:v>55048</c:v>
                </c:pt>
                <c:pt idx="12679">
                  <c:v>55049</c:v>
                </c:pt>
                <c:pt idx="12680">
                  <c:v>55050</c:v>
                </c:pt>
                <c:pt idx="12681">
                  <c:v>55051</c:v>
                </c:pt>
                <c:pt idx="12682">
                  <c:v>55052</c:v>
                </c:pt>
                <c:pt idx="12683">
                  <c:v>55053</c:v>
                </c:pt>
                <c:pt idx="12684">
                  <c:v>55054</c:v>
                </c:pt>
                <c:pt idx="12685">
                  <c:v>55055</c:v>
                </c:pt>
                <c:pt idx="12686">
                  <c:v>55056</c:v>
                </c:pt>
                <c:pt idx="12687">
                  <c:v>55057</c:v>
                </c:pt>
                <c:pt idx="12688">
                  <c:v>55058</c:v>
                </c:pt>
                <c:pt idx="12689">
                  <c:v>55059</c:v>
                </c:pt>
                <c:pt idx="12690">
                  <c:v>55060</c:v>
                </c:pt>
                <c:pt idx="12691">
                  <c:v>55061</c:v>
                </c:pt>
                <c:pt idx="12692">
                  <c:v>55062</c:v>
                </c:pt>
                <c:pt idx="12693">
                  <c:v>55063</c:v>
                </c:pt>
                <c:pt idx="12694">
                  <c:v>55064</c:v>
                </c:pt>
                <c:pt idx="12695">
                  <c:v>55065</c:v>
                </c:pt>
                <c:pt idx="12696">
                  <c:v>55066</c:v>
                </c:pt>
                <c:pt idx="12697">
                  <c:v>55067</c:v>
                </c:pt>
                <c:pt idx="12698">
                  <c:v>55068</c:v>
                </c:pt>
                <c:pt idx="12699">
                  <c:v>55069</c:v>
                </c:pt>
                <c:pt idx="12700">
                  <c:v>55070</c:v>
                </c:pt>
                <c:pt idx="12701">
                  <c:v>55071</c:v>
                </c:pt>
                <c:pt idx="12702">
                  <c:v>55072</c:v>
                </c:pt>
                <c:pt idx="12703">
                  <c:v>55073</c:v>
                </c:pt>
                <c:pt idx="12704">
                  <c:v>55074</c:v>
                </c:pt>
                <c:pt idx="12705">
                  <c:v>55075</c:v>
                </c:pt>
                <c:pt idx="12706">
                  <c:v>55076</c:v>
                </c:pt>
                <c:pt idx="12707">
                  <c:v>55077</c:v>
                </c:pt>
                <c:pt idx="12708">
                  <c:v>55078</c:v>
                </c:pt>
                <c:pt idx="12709">
                  <c:v>55079</c:v>
                </c:pt>
                <c:pt idx="12710">
                  <c:v>55080</c:v>
                </c:pt>
                <c:pt idx="12711">
                  <c:v>55081</c:v>
                </c:pt>
                <c:pt idx="12712">
                  <c:v>55082</c:v>
                </c:pt>
                <c:pt idx="12713">
                  <c:v>55083</c:v>
                </c:pt>
                <c:pt idx="12714">
                  <c:v>55084</c:v>
                </c:pt>
                <c:pt idx="12715">
                  <c:v>55085</c:v>
                </c:pt>
                <c:pt idx="12716">
                  <c:v>55086</c:v>
                </c:pt>
                <c:pt idx="12717">
                  <c:v>55087</c:v>
                </c:pt>
                <c:pt idx="12718">
                  <c:v>55088</c:v>
                </c:pt>
                <c:pt idx="12719">
                  <c:v>55089</c:v>
                </c:pt>
                <c:pt idx="12720">
                  <c:v>55090</c:v>
                </c:pt>
                <c:pt idx="12721">
                  <c:v>55091</c:v>
                </c:pt>
                <c:pt idx="12722">
                  <c:v>55092</c:v>
                </c:pt>
                <c:pt idx="12723">
                  <c:v>55093</c:v>
                </c:pt>
                <c:pt idx="12724">
                  <c:v>55094</c:v>
                </c:pt>
                <c:pt idx="12725">
                  <c:v>55095</c:v>
                </c:pt>
                <c:pt idx="12726">
                  <c:v>55096</c:v>
                </c:pt>
                <c:pt idx="12727">
                  <c:v>55097</c:v>
                </c:pt>
                <c:pt idx="12728">
                  <c:v>55098</c:v>
                </c:pt>
                <c:pt idx="12729">
                  <c:v>55099</c:v>
                </c:pt>
                <c:pt idx="12730">
                  <c:v>55100</c:v>
                </c:pt>
                <c:pt idx="12731">
                  <c:v>55101</c:v>
                </c:pt>
                <c:pt idx="12732">
                  <c:v>55102</c:v>
                </c:pt>
                <c:pt idx="12733">
                  <c:v>55103</c:v>
                </c:pt>
                <c:pt idx="12734">
                  <c:v>55104</c:v>
                </c:pt>
                <c:pt idx="12735">
                  <c:v>55105</c:v>
                </c:pt>
                <c:pt idx="12736">
                  <c:v>55106</c:v>
                </c:pt>
                <c:pt idx="12737">
                  <c:v>55107</c:v>
                </c:pt>
                <c:pt idx="12738">
                  <c:v>55108</c:v>
                </c:pt>
                <c:pt idx="12739">
                  <c:v>55109</c:v>
                </c:pt>
                <c:pt idx="12740">
                  <c:v>55110</c:v>
                </c:pt>
                <c:pt idx="12741">
                  <c:v>55111</c:v>
                </c:pt>
                <c:pt idx="12742">
                  <c:v>55112</c:v>
                </c:pt>
                <c:pt idx="12743">
                  <c:v>55113</c:v>
                </c:pt>
                <c:pt idx="12744">
                  <c:v>55114</c:v>
                </c:pt>
                <c:pt idx="12745">
                  <c:v>55115</c:v>
                </c:pt>
                <c:pt idx="12746">
                  <c:v>55116</c:v>
                </c:pt>
                <c:pt idx="12747">
                  <c:v>55117</c:v>
                </c:pt>
                <c:pt idx="12748">
                  <c:v>55118</c:v>
                </c:pt>
                <c:pt idx="12749">
                  <c:v>55119</c:v>
                </c:pt>
                <c:pt idx="12750">
                  <c:v>55120</c:v>
                </c:pt>
                <c:pt idx="12751">
                  <c:v>55121</c:v>
                </c:pt>
                <c:pt idx="12752">
                  <c:v>55122</c:v>
                </c:pt>
                <c:pt idx="12753">
                  <c:v>55123</c:v>
                </c:pt>
                <c:pt idx="12754">
                  <c:v>55124</c:v>
                </c:pt>
                <c:pt idx="12755">
                  <c:v>55125</c:v>
                </c:pt>
                <c:pt idx="12756">
                  <c:v>55126</c:v>
                </c:pt>
                <c:pt idx="12757">
                  <c:v>55127</c:v>
                </c:pt>
                <c:pt idx="12758">
                  <c:v>55128</c:v>
                </c:pt>
                <c:pt idx="12759">
                  <c:v>55129</c:v>
                </c:pt>
                <c:pt idx="12760">
                  <c:v>55130</c:v>
                </c:pt>
                <c:pt idx="12761">
                  <c:v>55131</c:v>
                </c:pt>
                <c:pt idx="12762">
                  <c:v>55132</c:v>
                </c:pt>
                <c:pt idx="12763">
                  <c:v>55133</c:v>
                </c:pt>
                <c:pt idx="12764">
                  <c:v>55134</c:v>
                </c:pt>
                <c:pt idx="12765">
                  <c:v>55135</c:v>
                </c:pt>
                <c:pt idx="12766">
                  <c:v>55136</c:v>
                </c:pt>
                <c:pt idx="12767">
                  <c:v>55137</c:v>
                </c:pt>
                <c:pt idx="12768">
                  <c:v>55138</c:v>
                </c:pt>
                <c:pt idx="12769">
                  <c:v>55139</c:v>
                </c:pt>
                <c:pt idx="12770">
                  <c:v>55140</c:v>
                </c:pt>
                <c:pt idx="12771">
                  <c:v>55141</c:v>
                </c:pt>
                <c:pt idx="12772">
                  <c:v>55142</c:v>
                </c:pt>
                <c:pt idx="12773">
                  <c:v>55143</c:v>
                </c:pt>
                <c:pt idx="12774">
                  <c:v>55144</c:v>
                </c:pt>
                <c:pt idx="12775">
                  <c:v>55145</c:v>
                </c:pt>
                <c:pt idx="12776">
                  <c:v>55146</c:v>
                </c:pt>
                <c:pt idx="12777">
                  <c:v>55147</c:v>
                </c:pt>
                <c:pt idx="12778">
                  <c:v>55148</c:v>
                </c:pt>
                <c:pt idx="12779">
                  <c:v>55149</c:v>
                </c:pt>
                <c:pt idx="12780">
                  <c:v>55150</c:v>
                </c:pt>
                <c:pt idx="12781">
                  <c:v>55151</c:v>
                </c:pt>
                <c:pt idx="12782">
                  <c:v>55152</c:v>
                </c:pt>
                <c:pt idx="12783">
                  <c:v>55153</c:v>
                </c:pt>
                <c:pt idx="12784">
                  <c:v>55154</c:v>
                </c:pt>
                <c:pt idx="12785">
                  <c:v>55155</c:v>
                </c:pt>
                <c:pt idx="12786">
                  <c:v>55156</c:v>
                </c:pt>
                <c:pt idx="12787">
                  <c:v>55157</c:v>
                </c:pt>
                <c:pt idx="12788">
                  <c:v>55158</c:v>
                </c:pt>
                <c:pt idx="12789">
                  <c:v>55159</c:v>
                </c:pt>
                <c:pt idx="12790">
                  <c:v>55160</c:v>
                </c:pt>
                <c:pt idx="12791">
                  <c:v>55161</c:v>
                </c:pt>
                <c:pt idx="12792">
                  <c:v>55162</c:v>
                </c:pt>
                <c:pt idx="12793">
                  <c:v>55163</c:v>
                </c:pt>
                <c:pt idx="12794">
                  <c:v>55164</c:v>
                </c:pt>
                <c:pt idx="12795">
                  <c:v>55165</c:v>
                </c:pt>
                <c:pt idx="12796">
                  <c:v>55166</c:v>
                </c:pt>
                <c:pt idx="12797">
                  <c:v>55167</c:v>
                </c:pt>
                <c:pt idx="12798">
                  <c:v>55168</c:v>
                </c:pt>
                <c:pt idx="12799">
                  <c:v>55169</c:v>
                </c:pt>
                <c:pt idx="12800">
                  <c:v>55170</c:v>
                </c:pt>
                <c:pt idx="12801">
                  <c:v>55171</c:v>
                </c:pt>
                <c:pt idx="12802">
                  <c:v>55172</c:v>
                </c:pt>
                <c:pt idx="12803">
                  <c:v>55173</c:v>
                </c:pt>
                <c:pt idx="12804">
                  <c:v>55174</c:v>
                </c:pt>
                <c:pt idx="12805">
                  <c:v>55175</c:v>
                </c:pt>
                <c:pt idx="12806">
                  <c:v>55176</c:v>
                </c:pt>
                <c:pt idx="12807">
                  <c:v>55177</c:v>
                </c:pt>
                <c:pt idx="12808">
                  <c:v>55178</c:v>
                </c:pt>
                <c:pt idx="12809">
                  <c:v>55179</c:v>
                </c:pt>
                <c:pt idx="12810">
                  <c:v>55180</c:v>
                </c:pt>
                <c:pt idx="12811">
                  <c:v>55181</c:v>
                </c:pt>
                <c:pt idx="12812">
                  <c:v>55182</c:v>
                </c:pt>
                <c:pt idx="12813">
                  <c:v>55183</c:v>
                </c:pt>
                <c:pt idx="12814">
                  <c:v>55184</c:v>
                </c:pt>
                <c:pt idx="12815">
                  <c:v>55185</c:v>
                </c:pt>
                <c:pt idx="12816">
                  <c:v>55186</c:v>
                </c:pt>
                <c:pt idx="12817">
                  <c:v>55187</c:v>
                </c:pt>
                <c:pt idx="12818">
                  <c:v>55188</c:v>
                </c:pt>
                <c:pt idx="12819">
                  <c:v>55189</c:v>
                </c:pt>
                <c:pt idx="12820">
                  <c:v>55190</c:v>
                </c:pt>
                <c:pt idx="12821">
                  <c:v>55191</c:v>
                </c:pt>
                <c:pt idx="12822">
                  <c:v>55192</c:v>
                </c:pt>
                <c:pt idx="12823">
                  <c:v>55193</c:v>
                </c:pt>
                <c:pt idx="12824">
                  <c:v>55194</c:v>
                </c:pt>
                <c:pt idx="12825">
                  <c:v>55195</c:v>
                </c:pt>
                <c:pt idx="12826">
                  <c:v>55196</c:v>
                </c:pt>
                <c:pt idx="12827">
                  <c:v>55197</c:v>
                </c:pt>
                <c:pt idx="12828">
                  <c:v>55198</c:v>
                </c:pt>
                <c:pt idx="12829">
                  <c:v>55199</c:v>
                </c:pt>
                <c:pt idx="12830">
                  <c:v>55200</c:v>
                </c:pt>
                <c:pt idx="12831">
                  <c:v>55201</c:v>
                </c:pt>
                <c:pt idx="12832">
                  <c:v>55202</c:v>
                </c:pt>
                <c:pt idx="12833">
                  <c:v>55203</c:v>
                </c:pt>
                <c:pt idx="12834">
                  <c:v>55204</c:v>
                </c:pt>
                <c:pt idx="12835">
                  <c:v>55205</c:v>
                </c:pt>
                <c:pt idx="12836">
                  <c:v>55206</c:v>
                </c:pt>
                <c:pt idx="12837">
                  <c:v>55207</c:v>
                </c:pt>
                <c:pt idx="12838">
                  <c:v>55208</c:v>
                </c:pt>
                <c:pt idx="12839">
                  <c:v>55209</c:v>
                </c:pt>
                <c:pt idx="12840">
                  <c:v>55210</c:v>
                </c:pt>
                <c:pt idx="12841">
                  <c:v>55211</c:v>
                </c:pt>
                <c:pt idx="12842">
                  <c:v>55212</c:v>
                </c:pt>
                <c:pt idx="12843">
                  <c:v>55213</c:v>
                </c:pt>
                <c:pt idx="12844">
                  <c:v>55214</c:v>
                </c:pt>
                <c:pt idx="12845">
                  <c:v>55215</c:v>
                </c:pt>
                <c:pt idx="12846">
                  <c:v>55216</c:v>
                </c:pt>
                <c:pt idx="12847">
                  <c:v>55217</c:v>
                </c:pt>
                <c:pt idx="12848">
                  <c:v>55218</c:v>
                </c:pt>
                <c:pt idx="12849">
                  <c:v>55219</c:v>
                </c:pt>
                <c:pt idx="12850">
                  <c:v>55220</c:v>
                </c:pt>
                <c:pt idx="12851">
                  <c:v>55221</c:v>
                </c:pt>
                <c:pt idx="12852">
                  <c:v>55222</c:v>
                </c:pt>
                <c:pt idx="12853">
                  <c:v>55223</c:v>
                </c:pt>
                <c:pt idx="12854">
                  <c:v>55224</c:v>
                </c:pt>
                <c:pt idx="12855">
                  <c:v>55225</c:v>
                </c:pt>
                <c:pt idx="12856">
                  <c:v>55226</c:v>
                </c:pt>
                <c:pt idx="12857">
                  <c:v>55227</c:v>
                </c:pt>
                <c:pt idx="12858">
                  <c:v>55228</c:v>
                </c:pt>
                <c:pt idx="12859">
                  <c:v>55229</c:v>
                </c:pt>
                <c:pt idx="12860">
                  <c:v>55230</c:v>
                </c:pt>
                <c:pt idx="12861">
                  <c:v>55231</c:v>
                </c:pt>
                <c:pt idx="12862">
                  <c:v>55232</c:v>
                </c:pt>
                <c:pt idx="12863">
                  <c:v>55233</c:v>
                </c:pt>
                <c:pt idx="12864">
                  <c:v>55234</c:v>
                </c:pt>
                <c:pt idx="12865">
                  <c:v>55235</c:v>
                </c:pt>
                <c:pt idx="12866">
                  <c:v>55236</c:v>
                </c:pt>
                <c:pt idx="12867">
                  <c:v>55237</c:v>
                </c:pt>
                <c:pt idx="12868">
                  <c:v>55238</c:v>
                </c:pt>
                <c:pt idx="12869">
                  <c:v>55239</c:v>
                </c:pt>
                <c:pt idx="12870">
                  <c:v>55240</c:v>
                </c:pt>
                <c:pt idx="12871">
                  <c:v>55241</c:v>
                </c:pt>
                <c:pt idx="12872">
                  <c:v>55242</c:v>
                </c:pt>
                <c:pt idx="12873">
                  <c:v>55243</c:v>
                </c:pt>
                <c:pt idx="12874">
                  <c:v>55244</c:v>
                </c:pt>
                <c:pt idx="12875">
                  <c:v>55245</c:v>
                </c:pt>
                <c:pt idx="12876">
                  <c:v>55246</c:v>
                </c:pt>
                <c:pt idx="12877">
                  <c:v>55247</c:v>
                </c:pt>
                <c:pt idx="12878">
                  <c:v>55248</c:v>
                </c:pt>
                <c:pt idx="12879">
                  <c:v>55249</c:v>
                </c:pt>
                <c:pt idx="12880">
                  <c:v>55250</c:v>
                </c:pt>
                <c:pt idx="12881">
                  <c:v>55251</c:v>
                </c:pt>
                <c:pt idx="12882">
                  <c:v>55252</c:v>
                </c:pt>
                <c:pt idx="12883">
                  <c:v>55253</c:v>
                </c:pt>
                <c:pt idx="12884">
                  <c:v>55254</c:v>
                </c:pt>
                <c:pt idx="12885">
                  <c:v>55255</c:v>
                </c:pt>
                <c:pt idx="12886">
                  <c:v>55256</c:v>
                </c:pt>
                <c:pt idx="12887">
                  <c:v>55257</c:v>
                </c:pt>
                <c:pt idx="12888">
                  <c:v>55258</c:v>
                </c:pt>
                <c:pt idx="12889">
                  <c:v>55259</c:v>
                </c:pt>
                <c:pt idx="12890">
                  <c:v>55260</c:v>
                </c:pt>
                <c:pt idx="12891">
                  <c:v>55261</c:v>
                </c:pt>
                <c:pt idx="12892">
                  <c:v>55262</c:v>
                </c:pt>
                <c:pt idx="12893">
                  <c:v>55263</c:v>
                </c:pt>
                <c:pt idx="12894">
                  <c:v>55264</c:v>
                </c:pt>
                <c:pt idx="12895">
                  <c:v>55265</c:v>
                </c:pt>
                <c:pt idx="12896">
                  <c:v>55266</c:v>
                </c:pt>
                <c:pt idx="12897">
                  <c:v>55267</c:v>
                </c:pt>
                <c:pt idx="12898">
                  <c:v>55268</c:v>
                </c:pt>
                <c:pt idx="12899">
                  <c:v>55269</c:v>
                </c:pt>
                <c:pt idx="12900">
                  <c:v>55270</c:v>
                </c:pt>
                <c:pt idx="12901">
                  <c:v>55271</c:v>
                </c:pt>
                <c:pt idx="12902">
                  <c:v>55272</c:v>
                </c:pt>
                <c:pt idx="12903">
                  <c:v>55273</c:v>
                </c:pt>
                <c:pt idx="12904">
                  <c:v>55274</c:v>
                </c:pt>
                <c:pt idx="12905">
                  <c:v>55275</c:v>
                </c:pt>
                <c:pt idx="12906">
                  <c:v>55276</c:v>
                </c:pt>
                <c:pt idx="12907">
                  <c:v>55277</c:v>
                </c:pt>
                <c:pt idx="12908">
                  <c:v>55278</c:v>
                </c:pt>
                <c:pt idx="12909">
                  <c:v>55279</c:v>
                </c:pt>
                <c:pt idx="12910">
                  <c:v>55280</c:v>
                </c:pt>
                <c:pt idx="12911">
                  <c:v>55281</c:v>
                </c:pt>
                <c:pt idx="12912">
                  <c:v>55282</c:v>
                </c:pt>
                <c:pt idx="12913">
                  <c:v>55283</c:v>
                </c:pt>
                <c:pt idx="12914">
                  <c:v>55284</c:v>
                </c:pt>
                <c:pt idx="12915">
                  <c:v>55285</c:v>
                </c:pt>
                <c:pt idx="12916">
                  <c:v>55286</c:v>
                </c:pt>
                <c:pt idx="12917">
                  <c:v>55287</c:v>
                </c:pt>
                <c:pt idx="12918">
                  <c:v>55288</c:v>
                </c:pt>
                <c:pt idx="12919">
                  <c:v>55289</c:v>
                </c:pt>
                <c:pt idx="12920">
                  <c:v>55290</c:v>
                </c:pt>
                <c:pt idx="12921">
                  <c:v>55291</c:v>
                </c:pt>
                <c:pt idx="12922">
                  <c:v>55292</c:v>
                </c:pt>
                <c:pt idx="12923">
                  <c:v>55293</c:v>
                </c:pt>
                <c:pt idx="12924">
                  <c:v>55294</c:v>
                </c:pt>
                <c:pt idx="12925">
                  <c:v>55295</c:v>
                </c:pt>
                <c:pt idx="12926">
                  <c:v>55296</c:v>
                </c:pt>
                <c:pt idx="12927">
                  <c:v>55297</c:v>
                </c:pt>
                <c:pt idx="12928">
                  <c:v>55298</c:v>
                </c:pt>
                <c:pt idx="12929">
                  <c:v>55299</c:v>
                </c:pt>
                <c:pt idx="12930">
                  <c:v>55300</c:v>
                </c:pt>
                <c:pt idx="12931">
                  <c:v>55301</c:v>
                </c:pt>
                <c:pt idx="12932">
                  <c:v>55302</c:v>
                </c:pt>
                <c:pt idx="12933">
                  <c:v>55303</c:v>
                </c:pt>
                <c:pt idx="12934">
                  <c:v>55304</c:v>
                </c:pt>
                <c:pt idx="12935">
                  <c:v>55305</c:v>
                </c:pt>
                <c:pt idx="12936">
                  <c:v>55306</c:v>
                </c:pt>
                <c:pt idx="12937">
                  <c:v>55307</c:v>
                </c:pt>
                <c:pt idx="12938">
                  <c:v>55308</c:v>
                </c:pt>
                <c:pt idx="12939">
                  <c:v>55309</c:v>
                </c:pt>
                <c:pt idx="12940">
                  <c:v>55310</c:v>
                </c:pt>
                <c:pt idx="12941">
                  <c:v>55311</c:v>
                </c:pt>
                <c:pt idx="12942">
                  <c:v>55312</c:v>
                </c:pt>
                <c:pt idx="12943">
                  <c:v>55313</c:v>
                </c:pt>
                <c:pt idx="12944">
                  <c:v>55314</c:v>
                </c:pt>
                <c:pt idx="12945">
                  <c:v>55315</c:v>
                </c:pt>
                <c:pt idx="12946">
                  <c:v>55316</c:v>
                </c:pt>
                <c:pt idx="12947">
                  <c:v>55317</c:v>
                </c:pt>
                <c:pt idx="12948">
                  <c:v>55318</c:v>
                </c:pt>
                <c:pt idx="12949">
                  <c:v>55319</c:v>
                </c:pt>
                <c:pt idx="12950">
                  <c:v>55320</c:v>
                </c:pt>
                <c:pt idx="12951">
                  <c:v>55321</c:v>
                </c:pt>
                <c:pt idx="12952">
                  <c:v>55322</c:v>
                </c:pt>
                <c:pt idx="12953">
                  <c:v>55323</c:v>
                </c:pt>
                <c:pt idx="12954">
                  <c:v>55324</c:v>
                </c:pt>
                <c:pt idx="12955">
                  <c:v>55325</c:v>
                </c:pt>
                <c:pt idx="12956">
                  <c:v>55326</c:v>
                </c:pt>
                <c:pt idx="12957">
                  <c:v>55327</c:v>
                </c:pt>
                <c:pt idx="12958">
                  <c:v>55328</c:v>
                </c:pt>
                <c:pt idx="12959">
                  <c:v>55329</c:v>
                </c:pt>
                <c:pt idx="12960">
                  <c:v>55330</c:v>
                </c:pt>
                <c:pt idx="12961">
                  <c:v>55331</c:v>
                </c:pt>
                <c:pt idx="12962">
                  <c:v>55332</c:v>
                </c:pt>
                <c:pt idx="12963">
                  <c:v>55333</c:v>
                </c:pt>
                <c:pt idx="12964">
                  <c:v>55334</c:v>
                </c:pt>
                <c:pt idx="12965">
                  <c:v>55335</c:v>
                </c:pt>
                <c:pt idx="12966">
                  <c:v>55336</c:v>
                </c:pt>
                <c:pt idx="12967">
                  <c:v>55337</c:v>
                </c:pt>
                <c:pt idx="12968">
                  <c:v>55338</c:v>
                </c:pt>
                <c:pt idx="12969">
                  <c:v>55339</c:v>
                </c:pt>
                <c:pt idx="12970">
                  <c:v>55340</c:v>
                </c:pt>
                <c:pt idx="12971">
                  <c:v>55341</c:v>
                </c:pt>
                <c:pt idx="12972">
                  <c:v>55342</c:v>
                </c:pt>
                <c:pt idx="12973">
                  <c:v>55343</c:v>
                </c:pt>
                <c:pt idx="12974">
                  <c:v>55344</c:v>
                </c:pt>
                <c:pt idx="12975">
                  <c:v>55345</c:v>
                </c:pt>
                <c:pt idx="12976">
                  <c:v>55346</c:v>
                </c:pt>
                <c:pt idx="12977">
                  <c:v>55347</c:v>
                </c:pt>
                <c:pt idx="12978">
                  <c:v>55348</c:v>
                </c:pt>
                <c:pt idx="12979">
                  <c:v>55349</c:v>
                </c:pt>
                <c:pt idx="12980">
                  <c:v>55350</c:v>
                </c:pt>
                <c:pt idx="12981">
                  <c:v>55351</c:v>
                </c:pt>
                <c:pt idx="12982">
                  <c:v>55352</c:v>
                </c:pt>
                <c:pt idx="12983">
                  <c:v>55353</c:v>
                </c:pt>
                <c:pt idx="12984">
                  <c:v>55354</c:v>
                </c:pt>
                <c:pt idx="12985">
                  <c:v>55355</c:v>
                </c:pt>
                <c:pt idx="12986">
                  <c:v>55356</c:v>
                </c:pt>
                <c:pt idx="12987">
                  <c:v>55357</c:v>
                </c:pt>
                <c:pt idx="12988">
                  <c:v>55358</c:v>
                </c:pt>
                <c:pt idx="12989">
                  <c:v>55359</c:v>
                </c:pt>
                <c:pt idx="12990">
                  <c:v>55360</c:v>
                </c:pt>
                <c:pt idx="12991">
                  <c:v>55361</c:v>
                </c:pt>
                <c:pt idx="12992">
                  <c:v>55362</c:v>
                </c:pt>
                <c:pt idx="12993">
                  <c:v>55363</c:v>
                </c:pt>
                <c:pt idx="12994">
                  <c:v>55364</c:v>
                </c:pt>
                <c:pt idx="12995">
                  <c:v>55365</c:v>
                </c:pt>
                <c:pt idx="12996">
                  <c:v>55366</c:v>
                </c:pt>
                <c:pt idx="12997">
                  <c:v>55367</c:v>
                </c:pt>
                <c:pt idx="12998">
                  <c:v>55368</c:v>
                </c:pt>
                <c:pt idx="12999">
                  <c:v>55369</c:v>
                </c:pt>
                <c:pt idx="13000">
                  <c:v>55370</c:v>
                </c:pt>
                <c:pt idx="13001">
                  <c:v>55371</c:v>
                </c:pt>
                <c:pt idx="13002">
                  <c:v>55372</c:v>
                </c:pt>
                <c:pt idx="13003">
                  <c:v>55373</c:v>
                </c:pt>
                <c:pt idx="13004">
                  <c:v>55374</c:v>
                </c:pt>
                <c:pt idx="13005">
                  <c:v>55375</c:v>
                </c:pt>
                <c:pt idx="13006">
                  <c:v>55376</c:v>
                </c:pt>
                <c:pt idx="13007">
                  <c:v>55377</c:v>
                </c:pt>
                <c:pt idx="13008">
                  <c:v>55378</c:v>
                </c:pt>
                <c:pt idx="13009">
                  <c:v>55379</c:v>
                </c:pt>
                <c:pt idx="13010">
                  <c:v>55380</c:v>
                </c:pt>
                <c:pt idx="13011">
                  <c:v>55381</c:v>
                </c:pt>
                <c:pt idx="13012">
                  <c:v>55382</c:v>
                </c:pt>
                <c:pt idx="13013">
                  <c:v>55383</c:v>
                </c:pt>
                <c:pt idx="13014">
                  <c:v>55384</c:v>
                </c:pt>
                <c:pt idx="13015">
                  <c:v>55385</c:v>
                </c:pt>
                <c:pt idx="13016">
                  <c:v>55386</c:v>
                </c:pt>
                <c:pt idx="13017">
                  <c:v>55387</c:v>
                </c:pt>
                <c:pt idx="13018">
                  <c:v>55388</c:v>
                </c:pt>
                <c:pt idx="13019">
                  <c:v>55389</c:v>
                </c:pt>
                <c:pt idx="13020">
                  <c:v>55390</c:v>
                </c:pt>
                <c:pt idx="13021">
                  <c:v>55391</c:v>
                </c:pt>
                <c:pt idx="13022">
                  <c:v>55392</c:v>
                </c:pt>
                <c:pt idx="13023">
                  <c:v>55393</c:v>
                </c:pt>
                <c:pt idx="13024">
                  <c:v>55394</c:v>
                </c:pt>
                <c:pt idx="13025">
                  <c:v>55395</c:v>
                </c:pt>
                <c:pt idx="13026">
                  <c:v>55396</c:v>
                </c:pt>
                <c:pt idx="13027">
                  <c:v>55397</c:v>
                </c:pt>
                <c:pt idx="13028">
                  <c:v>55398</c:v>
                </c:pt>
                <c:pt idx="13029">
                  <c:v>55399</c:v>
                </c:pt>
                <c:pt idx="13030">
                  <c:v>55400</c:v>
                </c:pt>
                <c:pt idx="13031">
                  <c:v>55401</c:v>
                </c:pt>
                <c:pt idx="13032">
                  <c:v>55402</c:v>
                </c:pt>
                <c:pt idx="13033">
                  <c:v>55403</c:v>
                </c:pt>
                <c:pt idx="13034">
                  <c:v>55404</c:v>
                </c:pt>
                <c:pt idx="13035">
                  <c:v>55405</c:v>
                </c:pt>
                <c:pt idx="13036">
                  <c:v>55406</c:v>
                </c:pt>
                <c:pt idx="13037">
                  <c:v>55407</c:v>
                </c:pt>
                <c:pt idx="13038">
                  <c:v>55408</c:v>
                </c:pt>
                <c:pt idx="13039">
                  <c:v>55409</c:v>
                </c:pt>
                <c:pt idx="13040">
                  <c:v>55410</c:v>
                </c:pt>
                <c:pt idx="13041">
                  <c:v>55411</c:v>
                </c:pt>
                <c:pt idx="13042">
                  <c:v>55412</c:v>
                </c:pt>
                <c:pt idx="13043">
                  <c:v>55413</c:v>
                </c:pt>
                <c:pt idx="13044">
                  <c:v>55414</c:v>
                </c:pt>
                <c:pt idx="13045">
                  <c:v>55415</c:v>
                </c:pt>
                <c:pt idx="13046">
                  <c:v>55416</c:v>
                </c:pt>
                <c:pt idx="13047">
                  <c:v>55417</c:v>
                </c:pt>
                <c:pt idx="13048">
                  <c:v>55418</c:v>
                </c:pt>
                <c:pt idx="13049">
                  <c:v>55419</c:v>
                </c:pt>
                <c:pt idx="13050">
                  <c:v>55420</c:v>
                </c:pt>
                <c:pt idx="13051">
                  <c:v>55421</c:v>
                </c:pt>
                <c:pt idx="13052">
                  <c:v>55422</c:v>
                </c:pt>
                <c:pt idx="13053">
                  <c:v>55423</c:v>
                </c:pt>
                <c:pt idx="13054">
                  <c:v>55424</c:v>
                </c:pt>
                <c:pt idx="13055">
                  <c:v>55425</c:v>
                </c:pt>
                <c:pt idx="13056">
                  <c:v>55426</c:v>
                </c:pt>
                <c:pt idx="13057">
                  <c:v>55427</c:v>
                </c:pt>
                <c:pt idx="13058">
                  <c:v>55428</c:v>
                </c:pt>
                <c:pt idx="13059">
                  <c:v>55429</c:v>
                </c:pt>
                <c:pt idx="13060">
                  <c:v>55430</c:v>
                </c:pt>
                <c:pt idx="13061">
                  <c:v>55431</c:v>
                </c:pt>
                <c:pt idx="13062">
                  <c:v>55432</c:v>
                </c:pt>
                <c:pt idx="13063">
                  <c:v>55433</c:v>
                </c:pt>
                <c:pt idx="13064">
                  <c:v>55434</c:v>
                </c:pt>
                <c:pt idx="13065">
                  <c:v>55435</c:v>
                </c:pt>
                <c:pt idx="13066">
                  <c:v>55436</c:v>
                </c:pt>
                <c:pt idx="13067">
                  <c:v>55437</c:v>
                </c:pt>
                <c:pt idx="13068">
                  <c:v>55438</c:v>
                </c:pt>
                <c:pt idx="13069">
                  <c:v>55439</c:v>
                </c:pt>
                <c:pt idx="13070">
                  <c:v>55440</c:v>
                </c:pt>
                <c:pt idx="13071">
                  <c:v>55441</c:v>
                </c:pt>
                <c:pt idx="13072">
                  <c:v>55442</c:v>
                </c:pt>
                <c:pt idx="13073">
                  <c:v>55443</c:v>
                </c:pt>
                <c:pt idx="13074">
                  <c:v>55444</c:v>
                </c:pt>
                <c:pt idx="13075">
                  <c:v>55445</c:v>
                </c:pt>
                <c:pt idx="13076">
                  <c:v>55446</c:v>
                </c:pt>
                <c:pt idx="13077">
                  <c:v>55447</c:v>
                </c:pt>
                <c:pt idx="13078">
                  <c:v>55448</c:v>
                </c:pt>
                <c:pt idx="13079">
                  <c:v>55449</c:v>
                </c:pt>
                <c:pt idx="13080">
                  <c:v>55450</c:v>
                </c:pt>
                <c:pt idx="13081">
                  <c:v>55451</c:v>
                </c:pt>
                <c:pt idx="13082">
                  <c:v>55452</c:v>
                </c:pt>
                <c:pt idx="13083">
                  <c:v>55453</c:v>
                </c:pt>
                <c:pt idx="13084">
                  <c:v>55454</c:v>
                </c:pt>
                <c:pt idx="13085">
                  <c:v>55455</c:v>
                </c:pt>
                <c:pt idx="13086">
                  <c:v>55456</c:v>
                </c:pt>
                <c:pt idx="13087">
                  <c:v>55457</c:v>
                </c:pt>
                <c:pt idx="13088">
                  <c:v>55458</c:v>
                </c:pt>
                <c:pt idx="13089">
                  <c:v>55459</c:v>
                </c:pt>
                <c:pt idx="13090">
                  <c:v>55460</c:v>
                </c:pt>
                <c:pt idx="13091">
                  <c:v>55461</c:v>
                </c:pt>
                <c:pt idx="13092">
                  <c:v>55462</c:v>
                </c:pt>
                <c:pt idx="13093">
                  <c:v>55463</c:v>
                </c:pt>
                <c:pt idx="13094">
                  <c:v>55464</c:v>
                </c:pt>
                <c:pt idx="13095">
                  <c:v>55465</c:v>
                </c:pt>
                <c:pt idx="13096">
                  <c:v>55466</c:v>
                </c:pt>
                <c:pt idx="13097">
                  <c:v>55467</c:v>
                </c:pt>
                <c:pt idx="13098">
                  <c:v>55468</c:v>
                </c:pt>
                <c:pt idx="13099">
                  <c:v>55469</c:v>
                </c:pt>
                <c:pt idx="13100">
                  <c:v>55470</c:v>
                </c:pt>
                <c:pt idx="13101">
                  <c:v>55471</c:v>
                </c:pt>
                <c:pt idx="13102">
                  <c:v>55472</c:v>
                </c:pt>
                <c:pt idx="13103">
                  <c:v>55473</c:v>
                </c:pt>
                <c:pt idx="13104">
                  <c:v>55474</c:v>
                </c:pt>
                <c:pt idx="13105">
                  <c:v>55475</c:v>
                </c:pt>
                <c:pt idx="13106">
                  <c:v>55476</c:v>
                </c:pt>
                <c:pt idx="13107">
                  <c:v>55477</c:v>
                </c:pt>
                <c:pt idx="13108">
                  <c:v>55478</c:v>
                </c:pt>
                <c:pt idx="13109">
                  <c:v>55479</c:v>
                </c:pt>
                <c:pt idx="13110">
                  <c:v>55480</c:v>
                </c:pt>
                <c:pt idx="13111">
                  <c:v>55481</c:v>
                </c:pt>
                <c:pt idx="13112">
                  <c:v>55482</c:v>
                </c:pt>
                <c:pt idx="13113">
                  <c:v>55483</c:v>
                </c:pt>
                <c:pt idx="13114">
                  <c:v>55484</c:v>
                </c:pt>
                <c:pt idx="13115">
                  <c:v>55485</c:v>
                </c:pt>
                <c:pt idx="13116">
                  <c:v>55486</c:v>
                </c:pt>
                <c:pt idx="13117">
                  <c:v>55487</c:v>
                </c:pt>
                <c:pt idx="13118">
                  <c:v>55488</c:v>
                </c:pt>
                <c:pt idx="13119">
                  <c:v>55489</c:v>
                </c:pt>
                <c:pt idx="13120">
                  <c:v>55490</c:v>
                </c:pt>
                <c:pt idx="13121">
                  <c:v>55491</c:v>
                </c:pt>
                <c:pt idx="13122">
                  <c:v>55492</c:v>
                </c:pt>
                <c:pt idx="13123">
                  <c:v>55493</c:v>
                </c:pt>
                <c:pt idx="13124">
                  <c:v>55494</c:v>
                </c:pt>
                <c:pt idx="13125">
                  <c:v>55495</c:v>
                </c:pt>
                <c:pt idx="13126">
                  <c:v>55496</c:v>
                </c:pt>
                <c:pt idx="13127">
                  <c:v>55497</c:v>
                </c:pt>
                <c:pt idx="13128">
                  <c:v>55498</c:v>
                </c:pt>
                <c:pt idx="13129">
                  <c:v>55499</c:v>
                </c:pt>
                <c:pt idx="13130">
                  <c:v>55500</c:v>
                </c:pt>
                <c:pt idx="13131">
                  <c:v>55501</c:v>
                </c:pt>
                <c:pt idx="13132">
                  <c:v>55502</c:v>
                </c:pt>
                <c:pt idx="13133">
                  <c:v>55503</c:v>
                </c:pt>
                <c:pt idx="13134">
                  <c:v>55504</c:v>
                </c:pt>
                <c:pt idx="13135">
                  <c:v>55505</c:v>
                </c:pt>
                <c:pt idx="13136">
                  <c:v>55506</c:v>
                </c:pt>
                <c:pt idx="13137">
                  <c:v>55507</c:v>
                </c:pt>
                <c:pt idx="13138">
                  <c:v>55508</c:v>
                </c:pt>
                <c:pt idx="13139">
                  <c:v>55509</c:v>
                </c:pt>
                <c:pt idx="13140">
                  <c:v>55510</c:v>
                </c:pt>
                <c:pt idx="13141">
                  <c:v>55511</c:v>
                </c:pt>
                <c:pt idx="13142">
                  <c:v>55512</c:v>
                </c:pt>
                <c:pt idx="13143">
                  <c:v>55513</c:v>
                </c:pt>
                <c:pt idx="13144">
                  <c:v>55514</c:v>
                </c:pt>
                <c:pt idx="13145">
                  <c:v>55515</c:v>
                </c:pt>
                <c:pt idx="13146">
                  <c:v>55516</c:v>
                </c:pt>
                <c:pt idx="13147">
                  <c:v>55517</c:v>
                </c:pt>
                <c:pt idx="13148">
                  <c:v>55518</c:v>
                </c:pt>
                <c:pt idx="13149">
                  <c:v>55519</c:v>
                </c:pt>
                <c:pt idx="13150">
                  <c:v>55520</c:v>
                </c:pt>
                <c:pt idx="13151">
                  <c:v>55521</c:v>
                </c:pt>
                <c:pt idx="13152">
                  <c:v>55522</c:v>
                </c:pt>
                <c:pt idx="13153">
                  <c:v>55523</c:v>
                </c:pt>
                <c:pt idx="13154">
                  <c:v>55524</c:v>
                </c:pt>
                <c:pt idx="13155">
                  <c:v>55525</c:v>
                </c:pt>
                <c:pt idx="13156">
                  <c:v>55526</c:v>
                </c:pt>
                <c:pt idx="13157">
                  <c:v>55527</c:v>
                </c:pt>
                <c:pt idx="13158">
                  <c:v>55528</c:v>
                </c:pt>
                <c:pt idx="13159">
                  <c:v>55529</c:v>
                </c:pt>
                <c:pt idx="13160">
                  <c:v>55530</c:v>
                </c:pt>
                <c:pt idx="13161">
                  <c:v>55531</c:v>
                </c:pt>
                <c:pt idx="13162">
                  <c:v>55532</c:v>
                </c:pt>
                <c:pt idx="13163">
                  <c:v>55533</c:v>
                </c:pt>
                <c:pt idx="13164">
                  <c:v>55534</c:v>
                </c:pt>
                <c:pt idx="13165">
                  <c:v>55535</c:v>
                </c:pt>
                <c:pt idx="13166">
                  <c:v>55536</c:v>
                </c:pt>
                <c:pt idx="13167">
                  <c:v>55537</c:v>
                </c:pt>
                <c:pt idx="13168">
                  <c:v>55538</c:v>
                </c:pt>
                <c:pt idx="13169">
                  <c:v>55539</c:v>
                </c:pt>
                <c:pt idx="13170">
                  <c:v>55540</c:v>
                </c:pt>
                <c:pt idx="13171">
                  <c:v>55541</c:v>
                </c:pt>
                <c:pt idx="13172">
                  <c:v>55542</c:v>
                </c:pt>
                <c:pt idx="13173">
                  <c:v>55543</c:v>
                </c:pt>
                <c:pt idx="13174">
                  <c:v>55544</c:v>
                </c:pt>
                <c:pt idx="13175">
                  <c:v>55545</c:v>
                </c:pt>
                <c:pt idx="13176">
                  <c:v>55546</c:v>
                </c:pt>
                <c:pt idx="13177">
                  <c:v>55547</c:v>
                </c:pt>
                <c:pt idx="13178">
                  <c:v>55548</c:v>
                </c:pt>
                <c:pt idx="13179">
                  <c:v>55549</c:v>
                </c:pt>
                <c:pt idx="13180">
                  <c:v>55550</c:v>
                </c:pt>
                <c:pt idx="13181">
                  <c:v>55551</c:v>
                </c:pt>
                <c:pt idx="13182">
                  <c:v>55552</c:v>
                </c:pt>
                <c:pt idx="13183">
                  <c:v>55553</c:v>
                </c:pt>
                <c:pt idx="13184">
                  <c:v>55554</c:v>
                </c:pt>
                <c:pt idx="13185">
                  <c:v>55555</c:v>
                </c:pt>
                <c:pt idx="13186">
                  <c:v>55556</c:v>
                </c:pt>
                <c:pt idx="13187">
                  <c:v>55557</c:v>
                </c:pt>
                <c:pt idx="13188">
                  <c:v>55558</c:v>
                </c:pt>
                <c:pt idx="13189">
                  <c:v>55559</c:v>
                </c:pt>
                <c:pt idx="13190">
                  <c:v>55560</c:v>
                </c:pt>
                <c:pt idx="13191">
                  <c:v>55561</c:v>
                </c:pt>
                <c:pt idx="13192">
                  <c:v>55562</c:v>
                </c:pt>
                <c:pt idx="13193">
                  <c:v>55563</c:v>
                </c:pt>
                <c:pt idx="13194">
                  <c:v>55564</c:v>
                </c:pt>
                <c:pt idx="13195">
                  <c:v>55565</c:v>
                </c:pt>
                <c:pt idx="13196">
                  <c:v>55566</c:v>
                </c:pt>
                <c:pt idx="13197">
                  <c:v>55567</c:v>
                </c:pt>
                <c:pt idx="13198">
                  <c:v>55568</c:v>
                </c:pt>
                <c:pt idx="13199">
                  <c:v>55569</c:v>
                </c:pt>
                <c:pt idx="13200">
                  <c:v>55570</c:v>
                </c:pt>
                <c:pt idx="13201">
                  <c:v>55571</c:v>
                </c:pt>
                <c:pt idx="13202">
                  <c:v>55572</c:v>
                </c:pt>
                <c:pt idx="13203">
                  <c:v>55573</c:v>
                </c:pt>
                <c:pt idx="13204">
                  <c:v>55574</c:v>
                </c:pt>
                <c:pt idx="13205">
                  <c:v>55575</c:v>
                </c:pt>
                <c:pt idx="13206">
                  <c:v>55576</c:v>
                </c:pt>
                <c:pt idx="13207">
                  <c:v>55577</c:v>
                </c:pt>
                <c:pt idx="13208">
                  <c:v>55578</c:v>
                </c:pt>
                <c:pt idx="13209">
                  <c:v>55579</c:v>
                </c:pt>
                <c:pt idx="13210">
                  <c:v>55580</c:v>
                </c:pt>
                <c:pt idx="13211">
                  <c:v>55581</c:v>
                </c:pt>
                <c:pt idx="13212">
                  <c:v>55582</c:v>
                </c:pt>
                <c:pt idx="13213">
                  <c:v>55583</c:v>
                </c:pt>
                <c:pt idx="13214">
                  <c:v>55584</c:v>
                </c:pt>
                <c:pt idx="13215">
                  <c:v>55585</c:v>
                </c:pt>
                <c:pt idx="13216">
                  <c:v>55586</c:v>
                </c:pt>
                <c:pt idx="13217">
                  <c:v>55587</c:v>
                </c:pt>
                <c:pt idx="13218">
                  <c:v>55588</c:v>
                </c:pt>
                <c:pt idx="13219">
                  <c:v>55589</c:v>
                </c:pt>
                <c:pt idx="13220">
                  <c:v>55590</c:v>
                </c:pt>
                <c:pt idx="13221">
                  <c:v>55591</c:v>
                </c:pt>
                <c:pt idx="13222">
                  <c:v>55592</c:v>
                </c:pt>
                <c:pt idx="13223">
                  <c:v>55593</c:v>
                </c:pt>
                <c:pt idx="13224">
                  <c:v>55594</c:v>
                </c:pt>
                <c:pt idx="13225">
                  <c:v>55595</c:v>
                </c:pt>
                <c:pt idx="13226">
                  <c:v>55596</c:v>
                </c:pt>
                <c:pt idx="13227">
                  <c:v>55597</c:v>
                </c:pt>
                <c:pt idx="13228">
                  <c:v>55598</c:v>
                </c:pt>
                <c:pt idx="13229">
                  <c:v>55599</c:v>
                </c:pt>
                <c:pt idx="13230">
                  <c:v>55600</c:v>
                </c:pt>
                <c:pt idx="13231">
                  <c:v>55601</c:v>
                </c:pt>
                <c:pt idx="13232">
                  <c:v>55602</c:v>
                </c:pt>
                <c:pt idx="13233">
                  <c:v>55603</c:v>
                </c:pt>
                <c:pt idx="13234">
                  <c:v>55604</c:v>
                </c:pt>
                <c:pt idx="13235">
                  <c:v>55605</c:v>
                </c:pt>
                <c:pt idx="13236">
                  <c:v>55606</c:v>
                </c:pt>
                <c:pt idx="13237">
                  <c:v>55607</c:v>
                </c:pt>
                <c:pt idx="13238">
                  <c:v>55608</c:v>
                </c:pt>
                <c:pt idx="13239">
                  <c:v>55609</c:v>
                </c:pt>
                <c:pt idx="13240">
                  <c:v>55610</c:v>
                </c:pt>
                <c:pt idx="13241">
                  <c:v>55611</c:v>
                </c:pt>
                <c:pt idx="13242">
                  <c:v>55612</c:v>
                </c:pt>
                <c:pt idx="13243">
                  <c:v>55613</c:v>
                </c:pt>
                <c:pt idx="13244">
                  <c:v>55614</c:v>
                </c:pt>
                <c:pt idx="13245">
                  <c:v>55615</c:v>
                </c:pt>
                <c:pt idx="13246">
                  <c:v>55616</c:v>
                </c:pt>
                <c:pt idx="13247">
                  <c:v>55617</c:v>
                </c:pt>
                <c:pt idx="13248">
                  <c:v>55618</c:v>
                </c:pt>
                <c:pt idx="13249">
                  <c:v>55619</c:v>
                </c:pt>
                <c:pt idx="13250">
                  <c:v>55620</c:v>
                </c:pt>
                <c:pt idx="13251">
                  <c:v>55621</c:v>
                </c:pt>
                <c:pt idx="13252">
                  <c:v>55622</c:v>
                </c:pt>
                <c:pt idx="13253">
                  <c:v>55623</c:v>
                </c:pt>
                <c:pt idx="13254">
                  <c:v>55624</c:v>
                </c:pt>
                <c:pt idx="13255">
                  <c:v>55625</c:v>
                </c:pt>
                <c:pt idx="13256">
                  <c:v>55626</c:v>
                </c:pt>
                <c:pt idx="13257">
                  <c:v>55627</c:v>
                </c:pt>
                <c:pt idx="13258">
                  <c:v>55628</c:v>
                </c:pt>
                <c:pt idx="13259">
                  <c:v>55629</c:v>
                </c:pt>
                <c:pt idx="13260">
                  <c:v>55630</c:v>
                </c:pt>
                <c:pt idx="13261">
                  <c:v>55631</c:v>
                </c:pt>
                <c:pt idx="13262">
                  <c:v>55632</c:v>
                </c:pt>
                <c:pt idx="13263">
                  <c:v>55633</c:v>
                </c:pt>
                <c:pt idx="13264">
                  <c:v>55634</c:v>
                </c:pt>
                <c:pt idx="13265">
                  <c:v>55635</c:v>
                </c:pt>
                <c:pt idx="13266">
                  <c:v>55636</c:v>
                </c:pt>
                <c:pt idx="13267">
                  <c:v>55637</c:v>
                </c:pt>
                <c:pt idx="13268">
                  <c:v>55638</c:v>
                </c:pt>
                <c:pt idx="13269">
                  <c:v>55639</c:v>
                </c:pt>
                <c:pt idx="13270">
                  <c:v>55640</c:v>
                </c:pt>
                <c:pt idx="13271">
                  <c:v>55641</c:v>
                </c:pt>
                <c:pt idx="13272">
                  <c:v>55642</c:v>
                </c:pt>
                <c:pt idx="13273">
                  <c:v>55643</c:v>
                </c:pt>
                <c:pt idx="13274">
                  <c:v>55644</c:v>
                </c:pt>
                <c:pt idx="13275">
                  <c:v>55645</c:v>
                </c:pt>
                <c:pt idx="13276">
                  <c:v>55646</c:v>
                </c:pt>
                <c:pt idx="13277">
                  <c:v>55647</c:v>
                </c:pt>
                <c:pt idx="13278">
                  <c:v>55648</c:v>
                </c:pt>
                <c:pt idx="13279">
                  <c:v>55649</c:v>
                </c:pt>
                <c:pt idx="13280">
                  <c:v>55650</c:v>
                </c:pt>
                <c:pt idx="13281">
                  <c:v>55651</c:v>
                </c:pt>
                <c:pt idx="13282">
                  <c:v>55652</c:v>
                </c:pt>
                <c:pt idx="13283">
                  <c:v>55653</c:v>
                </c:pt>
                <c:pt idx="13284">
                  <c:v>55654</c:v>
                </c:pt>
                <c:pt idx="13285">
                  <c:v>55655</c:v>
                </c:pt>
                <c:pt idx="13286">
                  <c:v>55656</c:v>
                </c:pt>
                <c:pt idx="13287">
                  <c:v>55657</c:v>
                </c:pt>
                <c:pt idx="13288">
                  <c:v>55658</c:v>
                </c:pt>
                <c:pt idx="13289">
                  <c:v>55659</c:v>
                </c:pt>
                <c:pt idx="13290">
                  <c:v>55660</c:v>
                </c:pt>
                <c:pt idx="13291">
                  <c:v>55661</c:v>
                </c:pt>
                <c:pt idx="13292">
                  <c:v>55662</c:v>
                </c:pt>
                <c:pt idx="13293">
                  <c:v>55663</c:v>
                </c:pt>
                <c:pt idx="13294">
                  <c:v>55664</c:v>
                </c:pt>
                <c:pt idx="13295">
                  <c:v>55665</c:v>
                </c:pt>
                <c:pt idx="13296">
                  <c:v>55666</c:v>
                </c:pt>
                <c:pt idx="13297">
                  <c:v>55667</c:v>
                </c:pt>
                <c:pt idx="13298">
                  <c:v>55668</c:v>
                </c:pt>
                <c:pt idx="13299">
                  <c:v>55669</c:v>
                </c:pt>
                <c:pt idx="13300">
                  <c:v>55670</c:v>
                </c:pt>
                <c:pt idx="13301">
                  <c:v>55671</c:v>
                </c:pt>
                <c:pt idx="13302">
                  <c:v>55672</c:v>
                </c:pt>
                <c:pt idx="13303">
                  <c:v>55673</c:v>
                </c:pt>
                <c:pt idx="13304">
                  <c:v>55674</c:v>
                </c:pt>
                <c:pt idx="13305">
                  <c:v>55675</c:v>
                </c:pt>
                <c:pt idx="13306">
                  <c:v>55676</c:v>
                </c:pt>
                <c:pt idx="13307">
                  <c:v>55677</c:v>
                </c:pt>
                <c:pt idx="13308">
                  <c:v>55678</c:v>
                </c:pt>
                <c:pt idx="13309">
                  <c:v>55679</c:v>
                </c:pt>
                <c:pt idx="13310">
                  <c:v>55680</c:v>
                </c:pt>
                <c:pt idx="13311">
                  <c:v>55681</c:v>
                </c:pt>
                <c:pt idx="13312">
                  <c:v>55682</c:v>
                </c:pt>
                <c:pt idx="13313">
                  <c:v>55683</c:v>
                </c:pt>
                <c:pt idx="13314">
                  <c:v>55684</c:v>
                </c:pt>
                <c:pt idx="13315">
                  <c:v>55685</c:v>
                </c:pt>
                <c:pt idx="13316">
                  <c:v>55686</c:v>
                </c:pt>
                <c:pt idx="13317">
                  <c:v>55687</c:v>
                </c:pt>
                <c:pt idx="13318">
                  <c:v>55688</c:v>
                </c:pt>
                <c:pt idx="13319">
                  <c:v>55689</c:v>
                </c:pt>
                <c:pt idx="13320">
                  <c:v>55690</c:v>
                </c:pt>
                <c:pt idx="13321">
                  <c:v>55691</c:v>
                </c:pt>
                <c:pt idx="13322">
                  <c:v>55692</c:v>
                </c:pt>
                <c:pt idx="13323">
                  <c:v>55693</c:v>
                </c:pt>
                <c:pt idx="13324">
                  <c:v>55694</c:v>
                </c:pt>
                <c:pt idx="13325">
                  <c:v>55695</c:v>
                </c:pt>
                <c:pt idx="13326">
                  <c:v>55696</c:v>
                </c:pt>
                <c:pt idx="13327">
                  <c:v>55697</c:v>
                </c:pt>
                <c:pt idx="13328">
                  <c:v>55698</c:v>
                </c:pt>
                <c:pt idx="13329">
                  <c:v>55699</c:v>
                </c:pt>
                <c:pt idx="13330">
                  <c:v>55700</c:v>
                </c:pt>
                <c:pt idx="13331">
                  <c:v>55701</c:v>
                </c:pt>
                <c:pt idx="13332">
                  <c:v>55702</c:v>
                </c:pt>
                <c:pt idx="13333">
                  <c:v>55703</c:v>
                </c:pt>
                <c:pt idx="13334">
                  <c:v>55704</c:v>
                </c:pt>
                <c:pt idx="13335">
                  <c:v>55705</c:v>
                </c:pt>
                <c:pt idx="13336">
                  <c:v>55706</c:v>
                </c:pt>
                <c:pt idx="13337">
                  <c:v>55707</c:v>
                </c:pt>
                <c:pt idx="13338">
                  <c:v>55708</c:v>
                </c:pt>
                <c:pt idx="13339">
                  <c:v>55709</c:v>
                </c:pt>
                <c:pt idx="13340">
                  <c:v>55710</c:v>
                </c:pt>
                <c:pt idx="13341">
                  <c:v>55711</c:v>
                </c:pt>
                <c:pt idx="13342">
                  <c:v>55712</c:v>
                </c:pt>
                <c:pt idx="13343">
                  <c:v>55713</c:v>
                </c:pt>
                <c:pt idx="13344">
                  <c:v>55714</c:v>
                </c:pt>
                <c:pt idx="13345">
                  <c:v>55715</c:v>
                </c:pt>
                <c:pt idx="13346">
                  <c:v>55716</c:v>
                </c:pt>
                <c:pt idx="13347">
                  <c:v>55717</c:v>
                </c:pt>
                <c:pt idx="13348">
                  <c:v>55718</c:v>
                </c:pt>
                <c:pt idx="13349">
                  <c:v>55719</c:v>
                </c:pt>
                <c:pt idx="13350">
                  <c:v>55720</c:v>
                </c:pt>
                <c:pt idx="13351">
                  <c:v>55721</c:v>
                </c:pt>
                <c:pt idx="13352">
                  <c:v>55722</c:v>
                </c:pt>
                <c:pt idx="13353">
                  <c:v>55723</c:v>
                </c:pt>
                <c:pt idx="13354">
                  <c:v>55724</c:v>
                </c:pt>
                <c:pt idx="13355">
                  <c:v>55725</c:v>
                </c:pt>
                <c:pt idx="13356">
                  <c:v>55726</c:v>
                </c:pt>
                <c:pt idx="13357">
                  <c:v>55727</c:v>
                </c:pt>
                <c:pt idx="13358">
                  <c:v>55728</c:v>
                </c:pt>
                <c:pt idx="13359">
                  <c:v>55729</c:v>
                </c:pt>
                <c:pt idx="13360">
                  <c:v>55730</c:v>
                </c:pt>
                <c:pt idx="13361">
                  <c:v>55731</c:v>
                </c:pt>
                <c:pt idx="13362">
                  <c:v>55732</c:v>
                </c:pt>
                <c:pt idx="13363">
                  <c:v>55733</c:v>
                </c:pt>
                <c:pt idx="13364">
                  <c:v>55734</c:v>
                </c:pt>
                <c:pt idx="13365">
                  <c:v>55735</c:v>
                </c:pt>
                <c:pt idx="13366">
                  <c:v>55736</c:v>
                </c:pt>
                <c:pt idx="13367">
                  <c:v>55737</c:v>
                </c:pt>
                <c:pt idx="13368">
                  <c:v>55738</c:v>
                </c:pt>
                <c:pt idx="13369">
                  <c:v>55739</c:v>
                </c:pt>
                <c:pt idx="13370">
                  <c:v>55740</c:v>
                </c:pt>
                <c:pt idx="13371">
                  <c:v>55741</c:v>
                </c:pt>
                <c:pt idx="13372">
                  <c:v>55742</c:v>
                </c:pt>
                <c:pt idx="13373">
                  <c:v>55743</c:v>
                </c:pt>
                <c:pt idx="13374">
                  <c:v>55744</c:v>
                </c:pt>
                <c:pt idx="13375">
                  <c:v>55745</c:v>
                </c:pt>
                <c:pt idx="13376">
                  <c:v>55746</c:v>
                </c:pt>
                <c:pt idx="13377">
                  <c:v>55747</c:v>
                </c:pt>
                <c:pt idx="13378">
                  <c:v>55748</c:v>
                </c:pt>
                <c:pt idx="13379">
                  <c:v>55749</c:v>
                </c:pt>
                <c:pt idx="13380">
                  <c:v>55750</c:v>
                </c:pt>
                <c:pt idx="13381">
                  <c:v>55751</c:v>
                </c:pt>
                <c:pt idx="13382">
                  <c:v>55752</c:v>
                </c:pt>
                <c:pt idx="13383">
                  <c:v>55753</c:v>
                </c:pt>
                <c:pt idx="13384">
                  <c:v>55754</c:v>
                </c:pt>
                <c:pt idx="13385">
                  <c:v>55755</c:v>
                </c:pt>
                <c:pt idx="13386">
                  <c:v>55756</c:v>
                </c:pt>
                <c:pt idx="13387">
                  <c:v>55757</c:v>
                </c:pt>
                <c:pt idx="13388">
                  <c:v>55758</c:v>
                </c:pt>
                <c:pt idx="13389">
                  <c:v>55759</c:v>
                </c:pt>
                <c:pt idx="13390">
                  <c:v>55760</c:v>
                </c:pt>
                <c:pt idx="13391">
                  <c:v>55761</c:v>
                </c:pt>
                <c:pt idx="13392">
                  <c:v>55762</c:v>
                </c:pt>
                <c:pt idx="13393">
                  <c:v>55763</c:v>
                </c:pt>
                <c:pt idx="13394">
                  <c:v>55764</c:v>
                </c:pt>
                <c:pt idx="13395">
                  <c:v>55765</c:v>
                </c:pt>
                <c:pt idx="13396">
                  <c:v>55766</c:v>
                </c:pt>
                <c:pt idx="13397">
                  <c:v>55767</c:v>
                </c:pt>
                <c:pt idx="13398">
                  <c:v>55768</c:v>
                </c:pt>
                <c:pt idx="13399">
                  <c:v>55769</c:v>
                </c:pt>
                <c:pt idx="13400">
                  <c:v>55770</c:v>
                </c:pt>
                <c:pt idx="13401">
                  <c:v>55771</c:v>
                </c:pt>
                <c:pt idx="13402">
                  <c:v>55772</c:v>
                </c:pt>
                <c:pt idx="13403">
                  <c:v>55773</c:v>
                </c:pt>
                <c:pt idx="13404">
                  <c:v>55774</c:v>
                </c:pt>
                <c:pt idx="13405">
                  <c:v>55775</c:v>
                </c:pt>
                <c:pt idx="13406">
                  <c:v>55776</c:v>
                </c:pt>
                <c:pt idx="13407">
                  <c:v>55777</c:v>
                </c:pt>
                <c:pt idx="13408">
                  <c:v>55778</c:v>
                </c:pt>
                <c:pt idx="13409">
                  <c:v>55779</c:v>
                </c:pt>
                <c:pt idx="13410">
                  <c:v>55780</c:v>
                </c:pt>
                <c:pt idx="13411">
                  <c:v>55781</c:v>
                </c:pt>
                <c:pt idx="13412">
                  <c:v>55782</c:v>
                </c:pt>
                <c:pt idx="13413">
                  <c:v>55783</c:v>
                </c:pt>
                <c:pt idx="13414">
                  <c:v>55784</c:v>
                </c:pt>
                <c:pt idx="13415">
                  <c:v>55785</c:v>
                </c:pt>
                <c:pt idx="13416">
                  <c:v>55786</c:v>
                </c:pt>
                <c:pt idx="13417">
                  <c:v>55787</c:v>
                </c:pt>
                <c:pt idx="13418">
                  <c:v>55788</c:v>
                </c:pt>
                <c:pt idx="13419">
                  <c:v>55789</c:v>
                </c:pt>
                <c:pt idx="13420">
                  <c:v>55790</c:v>
                </c:pt>
                <c:pt idx="13421">
                  <c:v>55791</c:v>
                </c:pt>
                <c:pt idx="13422">
                  <c:v>55792</c:v>
                </c:pt>
                <c:pt idx="13423">
                  <c:v>55793</c:v>
                </c:pt>
                <c:pt idx="13424">
                  <c:v>55794</c:v>
                </c:pt>
                <c:pt idx="13425">
                  <c:v>55795</c:v>
                </c:pt>
                <c:pt idx="13426">
                  <c:v>55796</c:v>
                </c:pt>
                <c:pt idx="13427">
                  <c:v>55797</c:v>
                </c:pt>
                <c:pt idx="13428">
                  <c:v>55798</c:v>
                </c:pt>
                <c:pt idx="13429">
                  <c:v>55799</c:v>
                </c:pt>
                <c:pt idx="13430">
                  <c:v>55800</c:v>
                </c:pt>
                <c:pt idx="13431">
                  <c:v>55801</c:v>
                </c:pt>
                <c:pt idx="13432">
                  <c:v>55802</c:v>
                </c:pt>
                <c:pt idx="13433">
                  <c:v>55803</c:v>
                </c:pt>
                <c:pt idx="13434">
                  <c:v>55804</c:v>
                </c:pt>
                <c:pt idx="13435">
                  <c:v>55805</c:v>
                </c:pt>
                <c:pt idx="13436">
                  <c:v>55806</c:v>
                </c:pt>
                <c:pt idx="13437">
                  <c:v>55807</c:v>
                </c:pt>
                <c:pt idx="13438">
                  <c:v>55808</c:v>
                </c:pt>
                <c:pt idx="13439">
                  <c:v>55809</c:v>
                </c:pt>
                <c:pt idx="13440">
                  <c:v>55810</c:v>
                </c:pt>
                <c:pt idx="13441">
                  <c:v>55811</c:v>
                </c:pt>
                <c:pt idx="13442">
                  <c:v>55812</c:v>
                </c:pt>
                <c:pt idx="13443">
                  <c:v>55813</c:v>
                </c:pt>
                <c:pt idx="13444">
                  <c:v>55814</c:v>
                </c:pt>
                <c:pt idx="13445">
                  <c:v>55815</c:v>
                </c:pt>
                <c:pt idx="13446">
                  <c:v>55816</c:v>
                </c:pt>
                <c:pt idx="13447">
                  <c:v>55817</c:v>
                </c:pt>
                <c:pt idx="13448">
                  <c:v>55818</c:v>
                </c:pt>
                <c:pt idx="13449">
                  <c:v>55819</c:v>
                </c:pt>
                <c:pt idx="13450">
                  <c:v>55820</c:v>
                </c:pt>
                <c:pt idx="13451">
                  <c:v>55821</c:v>
                </c:pt>
                <c:pt idx="13452">
                  <c:v>55822</c:v>
                </c:pt>
                <c:pt idx="13453">
                  <c:v>55823</c:v>
                </c:pt>
                <c:pt idx="13454">
                  <c:v>55824</c:v>
                </c:pt>
                <c:pt idx="13455">
                  <c:v>55825</c:v>
                </c:pt>
                <c:pt idx="13456">
                  <c:v>55826</c:v>
                </c:pt>
                <c:pt idx="13457">
                  <c:v>55827</c:v>
                </c:pt>
                <c:pt idx="13458">
                  <c:v>55828</c:v>
                </c:pt>
                <c:pt idx="13459">
                  <c:v>55829</c:v>
                </c:pt>
                <c:pt idx="13460">
                  <c:v>55830</c:v>
                </c:pt>
                <c:pt idx="13461">
                  <c:v>55831</c:v>
                </c:pt>
                <c:pt idx="13462">
                  <c:v>55832</c:v>
                </c:pt>
                <c:pt idx="13463">
                  <c:v>55833</c:v>
                </c:pt>
                <c:pt idx="13464">
                  <c:v>55834</c:v>
                </c:pt>
                <c:pt idx="13465">
                  <c:v>55835</c:v>
                </c:pt>
                <c:pt idx="13466">
                  <c:v>55836</c:v>
                </c:pt>
                <c:pt idx="13467">
                  <c:v>55837</c:v>
                </c:pt>
                <c:pt idx="13468">
                  <c:v>55838</c:v>
                </c:pt>
                <c:pt idx="13469">
                  <c:v>55839</c:v>
                </c:pt>
                <c:pt idx="13470">
                  <c:v>55840</c:v>
                </c:pt>
                <c:pt idx="13471">
                  <c:v>55841</c:v>
                </c:pt>
                <c:pt idx="13472">
                  <c:v>55842</c:v>
                </c:pt>
                <c:pt idx="13473">
                  <c:v>55843</c:v>
                </c:pt>
                <c:pt idx="13474">
                  <c:v>55844</c:v>
                </c:pt>
                <c:pt idx="13475">
                  <c:v>55845</c:v>
                </c:pt>
                <c:pt idx="13476">
                  <c:v>55846</c:v>
                </c:pt>
                <c:pt idx="13477">
                  <c:v>55847</c:v>
                </c:pt>
                <c:pt idx="13478">
                  <c:v>55848</c:v>
                </c:pt>
                <c:pt idx="13479">
                  <c:v>55849</c:v>
                </c:pt>
                <c:pt idx="13480">
                  <c:v>55850</c:v>
                </c:pt>
                <c:pt idx="13481">
                  <c:v>55851</c:v>
                </c:pt>
                <c:pt idx="13482">
                  <c:v>55852</c:v>
                </c:pt>
                <c:pt idx="13483">
                  <c:v>55853</c:v>
                </c:pt>
                <c:pt idx="13484">
                  <c:v>55854</c:v>
                </c:pt>
                <c:pt idx="13485">
                  <c:v>55855</c:v>
                </c:pt>
                <c:pt idx="13486">
                  <c:v>55856</c:v>
                </c:pt>
                <c:pt idx="13487">
                  <c:v>55857</c:v>
                </c:pt>
                <c:pt idx="13488">
                  <c:v>55858</c:v>
                </c:pt>
                <c:pt idx="13489">
                  <c:v>55859</c:v>
                </c:pt>
                <c:pt idx="13490">
                  <c:v>55860</c:v>
                </c:pt>
                <c:pt idx="13491">
                  <c:v>55861</c:v>
                </c:pt>
                <c:pt idx="13492">
                  <c:v>55862</c:v>
                </c:pt>
                <c:pt idx="13493">
                  <c:v>55863</c:v>
                </c:pt>
                <c:pt idx="13494">
                  <c:v>55864</c:v>
                </c:pt>
                <c:pt idx="13495">
                  <c:v>55865</c:v>
                </c:pt>
                <c:pt idx="13496">
                  <c:v>55866</c:v>
                </c:pt>
                <c:pt idx="13497">
                  <c:v>55867</c:v>
                </c:pt>
                <c:pt idx="13498">
                  <c:v>55868</c:v>
                </c:pt>
                <c:pt idx="13499">
                  <c:v>55869</c:v>
                </c:pt>
                <c:pt idx="13500">
                  <c:v>55870</c:v>
                </c:pt>
                <c:pt idx="13501">
                  <c:v>55871</c:v>
                </c:pt>
                <c:pt idx="13502">
                  <c:v>55872</c:v>
                </c:pt>
                <c:pt idx="13503">
                  <c:v>55873</c:v>
                </c:pt>
                <c:pt idx="13504">
                  <c:v>55874</c:v>
                </c:pt>
                <c:pt idx="13505">
                  <c:v>55875</c:v>
                </c:pt>
                <c:pt idx="13506">
                  <c:v>55876</c:v>
                </c:pt>
                <c:pt idx="13507">
                  <c:v>55877</c:v>
                </c:pt>
                <c:pt idx="13508">
                  <c:v>55878</c:v>
                </c:pt>
                <c:pt idx="13509">
                  <c:v>55879</c:v>
                </c:pt>
                <c:pt idx="13510">
                  <c:v>55880</c:v>
                </c:pt>
                <c:pt idx="13511">
                  <c:v>55881</c:v>
                </c:pt>
                <c:pt idx="13512">
                  <c:v>55882</c:v>
                </c:pt>
                <c:pt idx="13513">
                  <c:v>55883</c:v>
                </c:pt>
                <c:pt idx="13514">
                  <c:v>55884</c:v>
                </c:pt>
                <c:pt idx="13515">
                  <c:v>55885</c:v>
                </c:pt>
                <c:pt idx="13516">
                  <c:v>55886</c:v>
                </c:pt>
                <c:pt idx="13517">
                  <c:v>55887</c:v>
                </c:pt>
                <c:pt idx="13518">
                  <c:v>55888</c:v>
                </c:pt>
                <c:pt idx="13519">
                  <c:v>55889</c:v>
                </c:pt>
                <c:pt idx="13520">
                  <c:v>55890</c:v>
                </c:pt>
                <c:pt idx="13521">
                  <c:v>55891</c:v>
                </c:pt>
                <c:pt idx="13522">
                  <c:v>55892</c:v>
                </c:pt>
                <c:pt idx="13523">
                  <c:v>55893</c:v>
                </c:pt>
                <c:pt idx="13524">
                  <c:v>55894</c:v>
                </c:pt>
                <c:pt idx="13525">
                  <c:v>55895</c:v>
                </c:pt>
                <c:pt idx="13526">
                  <c:v>55896</c:v>
                </c:pt>
                <c:pt idx="13527">
                  <c:v>55897</c:v>
                </c:pt>
                <c:pt idx="13528">
                  <c:v>55898</c:v>
                </c:pt>
                <c:pt idx="13529">
                  <c:v>55899</c:v>
                </c:pt>
                <c:pt idx="13530">
                  <c:v>55900</c:v>
                </c:pt>
                <c:pt idx="13531">
                  <c:v>55901</c:v>
                </c:pt>
                <c:pt idx="13532">
                  <c:v>55902</c:v>
                </c:pt>
                <c:pt idx="13533">
                  <c:v>55903</c:v>
                </c:pt>
                <c:pt idx="13534">
                  <c:v>55904</c:v>
                </c:pt>
                <c:pt idx="13535">
                  <c:v>55905</c:v>
                </c:pt>
                <c:pt idx="13536">
                  <c:v>55906</c:v>
                </c:pt>
                <c:pt idx="13537">
                  <c:v>55907</c:v>
                </c:pt>
                <c:pt idx="13538">
                  <c:v>55908</c:v>
                </c:pt>
                <c:pt idx="13539">
                  <c:v>55909</c:v>
                </c:pt>
                <c:pt idx="13540">
                  <c:v>55910</c:v>
                </c:pt>
                <c:pt idx="13541">
                  <c:v>55911</c:v>
                </c:pt>
                <c:pt idx="13542">
                  <c:v>55912</c:v>
                </c:pt>
                <c:pt idx="13543">
                  <c:v>55913</c:v>
                </c:pt>
                <c:pt idx="13544">
                  <c:v>55914</c:v>
                </c:pt>
                <c:pt idx="13545">
                  <c:v>55915</c:v>
                </c:pt>
                <c:pt idx="13546">
                  <c:v>55916</c:v>
                </c:pt>
                <c:pt idx="13547">
                  <c:v>55917</c:v>
                </c:pt>
                <c:pt idx="13548">
                  <c:v>55918</c:v>
                </c:pt>
                <c:pt idx="13549">
                  <c:v>55919</c:v>
                </c:pt>
                <c:pt idx="13550">
                  <c:v>55920</c:v>
                </c:pt>
                <c:pt idx="13551">
                  <c:v>55921</c:v>
                </c:pt>
                <c:pt idx="13552">
                  <c:v>55922</c:v>
                </c:pt>
                <c:pt idx="13553">
                  <c:v>55923</c:v>
                </c:pt>
                <c:pt idx="13554">
                  <c:v>55924</c:v>
                </c:pt>
                <c:pt idx="13555">
                  <c:v>55925</c:v>
                </c:pt>
                <c:pt idx="13556">
                  <c:v>55926</c:v>
                </c:pt>
                <c:pt idx="13557">
                  <c:v>55927</c:v>
                </c:pt>
                <c:pt idx="13558">
                  <c:v>55928</c:v>
                </c:pt>
                <c:pt idx="13559">
                  <c:v>55929</c:v>
                </c:pt>
                <c:pt idx="13560">
                  <c:v>55930</c:v>
                </c:pt>
                <c:pt idx="13561">
                  <c:v>55931</c:v>
                </c:pt>
                <c:pt idx="13562">
                  <c:v>55932</c:v>
                </c:pt>
                <c:pt idx="13563">
                  <c:v>55933</c:v>
                </c:pt>
                <c:pt idx="13564">
                  <c:v>55934</c:v>
                </c:pt>
                <c:pt idx="13565">
                  <c:v>55935</c:v>
                </c:pt>
                <c:pt idx="13566">
                  <c:v>55936</c:v>
                </c:pt>
                <c:pt idx="13567">
                  <c:v>55937</c:v>
                </c:pt>
                <c:pt idx="13568">
                  <c:v>55938</c:v>
                </c:pt>
                <c:pt idx="13569">
                  <c:v>55939</c:v>
                </c:pt>
                <c:pt idx="13570">
                  <c:v>55940</c:v>
                </c:pt>
                <c:pt idx="13571">
                  <c:v>55941</c:v>
                </c:pt>
                <c:pt idx="13572">
                  <c:v>55942</c:v>
                </c:pt>
                <c:pt idx="13573">
                  <c:v>55943</c:v>
                </c:pt>
                <c:pt idx="13574">
                  <c:v>55944</c:v>
                </c:pt>
                <c:pt idx="13575">
                  <c:v>55945</c:v>
                </c:pt>
                <c:pt idx="13576">
                  <c:v>55946</c:v>
                </c:pt>
                <c:pt idx="13577">
                  <c:v>55947</c:v>
                </c:pt>
                <c:pt idx="13578">
                  <c:v>55948</c:v>
                </c:pt>
                <c:pt idx="13579">
                  <c:v>55949</c:v>
                </c:pt>
                <c:pt idx="13580">
                  <c:v>55950</c:v>
                </c:pt>
                <c:pt idx="13581">
                  <c:v>55951</c:v>
                </c:pt>
                <c:pt idx="13582">
                  <c:v>55952</c:v>
                </c:pt>
                <c:pt idx="13583">
                  <c:v>55953</c:v>
                </c:pt>
                <c:pt idx="13584">
                  <c:v>55954</c:v>
                </c:pt>
                <c:pt idx="13585">
                  <c:v>55955</c:v>
                </c:pt>
                <c:pt idx="13586">
                  <c:v>55956</c:v>
                </c:pt>
                <c:pt idx="13587">
                  <c:v>55957</c:v>
                </c:pt>
                <c:pt idx="13588">
                  <c:v>55958</c:v>
                </c:pt>
                <c:pt idx="13589">
                  <c:v>55959</c:v>
                </c:pt>
                <c:pt idx="13590">
                  <c:v>55960</c:v>
                </c:pt>
                <c:pt idx="13591">
                  <c:v>55961</c:v>
                </c:pt>
                <c:pt idx="13592">
                  <c:v>55962</c:v>
                </c:pt>
                <c:pt idx="13593">
                  <c:v>55963</c:v>
                </c:pt>
                <c:pt idx="13594">
                  <c:v>55964</c:v>
                </c:pt>
                <c:pt idx="13595">
                  <c:v>55965</c:v>
                </c:pt>
                <c:pt idx="13596">
                  <c:v>55966</c:v>
                </c:pt>
                <c:pt idx="13597">
                  <c:v>55967</c:v>
                </c:pt>
                <c:pt idx="13598">
                  <c:v>55968</c:v>
                </c:pt>
                <c:pt idx="13599">
                  <c:v>55969</c:v>
                </c:pt>
                <c:pt idx="13600">
                  <c:v>55970</c:v>
                </c:pt>
                <c:pt idx="13601">
                  <c:v>55971</c:v>
                </c:pt>
                <c:pt idx="13602">
                  <c:v>55972</c:v>
                </c:pt>
                <c:pt idx="13603">
                  <c:v>55973</c:v>
                </c:pt>
                <c:pt idx="13604">
                  <c:v>55974</c:v>
                </c:pt>
                <c:pt idx="13605">
                  <c:v>55975</c:v>
                </c:pt>
                <c:pt idx="13606">
                  <c:v>55976</c:v>
                </c:pt>
                <c:pt idx="13607">
                  <c:v>55977</c:v>
                </c:pt>
                <c:pt idx="13608">
                  <c:v>55978</c:v>
                </c:pt>
                <c:pt idx="13609">
                  <c:v>55979</c:v>
                </c:pt>
                <c:pt idx="13610">
                  <c:v>55980</c:v>
                </c:pt>
                <c:pt idx="13611">
                  <c:v>55981</c:v>
                </c:pt>
                <c:pt idx="13612">
                  <c:v>55982</c:v>
                </c:pt>
                <c:pt idx="13613">
                  <c:v>55983</c:v>
                </c:pt>
                <c:pt idx="13614">
                  <c:v>55984</c:v>
                </c:pt>
                <c:pt idx="13615">
                  <c:v>55985</c:v>
                </c:pt>
                <c:pt idx="13616">
                  <c:v>55986</c:v>
                </c:pt>
                <c:pt idx="13617">
                  <c:v>55987</c:v>
                </c:pt>
                <c:pt idx="13618">
                  <c:v>55988</c:v>
                </c:pt>
                <c:pt idx="13619">
                  <c:v>55989</c:v>
                </c:pt>
                <c:pt idx="13620">
                  <c:v>55990</c:v>
                </c:pt>
                <c:pt idx="13621">
                  <c:v>55991</c:v>
                </c:pt>
                <c:pt idx="13622">
                  <c:v>55992</c:v>
                </c:pt>
                <c:pt idx="13623">
                  <c:v>55993</c:v>
                </c:pt>
                <c:pt idx="13624">
                  <c:v>55994</c:v>
                </c:pt>
                <c:pt idx="13625">
                  <c:v>55995</c:v>
                </c:pt>
                <c:pt idx="13626">
                  <c:v>55996</c:v>
                </c:pt>
                <c:pt idx="13627">
                  <c:v>55997</c:v>
                </c:pt>
                <c:pt idx="13628">
                  <c:v>55998</c:v>
                </c:pt>
                <c:pt idx="13629">
                  <c:v>55999</c:v>
                </c:pt>
                <c:pt idx="13630">
                  <c:v>56000</c:v>
                </c:pt>
                <c:pt idx="13631">
                  <c:v>56001</c:v>
                </c:pt>
                <c:pt idx="13632">
                  <c:v>56002</c:v>
                </c:pt>
                <c:pt idx="13633">
                  <c:v>56003</c:v>
                </c:pt>
                <c:pt idx="13634">
                  <c:v>56004</c:v>
                </c:pt>
                <c:pt idx="13635">
                  <c:v>56005</c:v>
                </c:pt>
                <c:pt idx="13636">
                  <c:v>56006</c:v>
                </c:pt>
                <c:pt idx="13637">
                  <c:v>56007</c:v>
                </c:pt>
                <c:pt idx="13638">
                  <c:v>56008</c:v>
                </c:pt>
                <c:pt idx="13639">
                  <c:v>56009</c:v>
                </c:pt>
                <c:pt idx="13640">
                  <c:v>56010</c:v>
                </c:pt>
                <c:pt idx="13641">
                  <c:v>56011</c:v>
                </c:pt>
                <c:pt idx="13642">
                  <c:v>56012</c:v>
                </c:pt>
                <c:pt idx="13643">
                  <c:v>56013</c:v>
                </c:pt>
                <c:pt idx="13644">
                  <c:v>56014</c:v>
                </c:pt>
                <c:pt idx="13645">
                  <c:v>56015</c:v>
                </c:pt>
                <c:pt idx="13646">
                  <c:v>56016</c:v>
                </c:pt>
                <c:pt idx="13647">
                  <c:v>56017</c:v>
                </c:pt>
                <c:pt idx="13648">
                  <c:v>56018</c:v>
                </c:pt>
                <c:pt idx="13649">
                  <c:v>56019</c:v>
                </c:pt>
                <c:pt idx="13650">
                  <c:v>56020</c:v>
                </c:pt>
                <c:pt idx="13651">
                  <c:v>56021</c:v>
                </c:pt>
                <c:pt idx="13652">
                  <c:v>56022</c:v>
                </c:pt>
                <c:pt idx="13653">
                  <c:v>56023</c:v>
                </c:pt>
                <c:pt idx="13654">
                  <c:v>56024</c:v>
                </c:pt>
                <c:pt idx="13655">
                  <c:v>56025</c:v>
                </c:pt>
                <c:pt idx="13656">
                  <c:v>56026</c:v>
                </c:pt>
                <c:pt idx="13657">
                  <c:v>56027</c:v>
                </c:pt>
                <c:pt idx="13658">
                  <c:v>56028</c:v>
                </c:pt>
                <c:pt idx="13659">
                  <c:v>56029</c:v>
                </c:pt>
                <c:pt idx="13660">
                  <c:v>56030</c:v>
                </c:pt>
                <c:pt idx="13661">
                  <c:v>56031</c:v>
                </c:pt>
                <c:pt idx="13662">
                  <c:v>56032</c:v>
                </c:pt>
                <c:pt idx="13663">
                  <c:v>56033</c:v>
                </c:pt>
                <c:pt idx="13664">
                  <c:v>56034</c:v>
                </c:pt>
                <c:pt idx="13665">
                  <c:v>56035</c:v>
                </c:pt>
                <c:pt idx="13666">
                  <c:v>56036</c:v>
                </c:pt>
                <c:pt idx="13667">
                  <c:v>56037</c:v>
                </c:pt>
                <c:pt idx="13668">
                  <c:v>56038</c:v>
                </c:pt>
                <c:pt idx="13669">
                  <c:v>56039</c:v>
                </c:pt>
                <c:pt idx="13670">
                  <c:v>56040</c:v>
                </c:pt>
                <c:pt idx="13671">
                  <c:v>56041</c:v>
                </c:pt>
                <c:pt idx="13672">
                  <c:v>56042</c:v>
                </c:pt>
                <c:pt idx="13673">
                  <c:v>56043</c:v>
                </c:pt>
                <c:pt idx="13674">
                  <c:v>56044</c:v>
                </c:pt>
                <c:pt idx="13675">
                  <c:v>56045</c:v>
                </c:pt>
                <c:pt idx="13676">
                  <c:v>56046</c:v>
                </c:pt>
                <c:pt idx="13677">
                  <c:v>56047</c:v>
                </c:pt>
                <c:pt idx="13678">
                  <c:v>56048</c:v>
                </c:pt>
                <c:pt idx="13679">
                  <c:v>56049</c:v>
                </c:pt>
                <c:pt idx="13680">
                  <c:v>56050</c:v>
                </c:pt>
                <c:pt idx="13681">
                  <c:v>56051</c:v>
                </c:pt>
                <c:pt idx="13682">
                  <c:v>56052</c:v>
                </c:pt>
                <c:pt idx="13683">
                  <c:v>56053</c:v>
                </c:pt>
                <c:pt idx="13684">
                  <c:v>56054</c:v>
                </c:pt>
                <c:pt idx="13685">
                  <c:v>56055</c:v>
                </c:pt>
                <c:pt idx="13686">
                  <c:v>56056</c:v>
                </c:pt>
                <c:pt idx="13687">
                  <c:v>56057</c:v>
                </c:pt>
                <c:pt idx="13688">
                  <c:v>56058</c:v>
                </c:pt>
                <c:pt idx="13689">
                  <c:v>56059</c:v>
                </c:pt>
                <c:pt idx="13690">
                  <c:v>56060</c:v>
                </c:pt>
                <c:pt idx="13691">
                  <c:v>56061</c:v>
                </c:pt>
                <c:pt idx="13692">
                  <c:v>56062</c:v>
                </c:pt>
                <c:pt idx="13693">
                  <c:v>56063</c:v>
                </c:pt>
                <c:pt idx="13694">
                  <c:v>56064</c:v>
                </c:pt>
                <c:pt idx="13695">
                  <c:v>56065</c:v>
                </c:pt>
                <c:pt idx="13696">
                  <c:v>56066</c:v>
                </c:pt>
                <c:pt idx="13697">
                  <c:v>56067</c:v>
                </c:pt>
                <c:pt idx="13698">
                  <c:v>56068</c:v>
                </c:pt>
                <c:pt idx="13699">
                  <c:v>56069</c:v>
                </c:pt>
                <c:pt idx="13700">
                  <c:v>56070</c:v>
                </c:pt>
                <c:pt idx="13701">
                  <c:v>56071</c:v>
                </c:pt>
                <c:pt idx="13702">
                  <c:v>56072</c:v>
                </c:pt>
                <c:pt idx="13703">
                  <c:v>56073</c:v>
                </c:pt>
                <c:pt idx="13704">
                  <c:v>56074</c:v>
                </c:pt>
                <c:pt idx="13705">
                  <c:v>56075</c:v>
                </c:pt>
                <c:pt idx="13706">
                  <c:v>56076</c:v>
                </c:pt>
                <c:pt idx="13707">
                  <c:v>56077</c:v>
                </c:pt>
                <c:pt idx="13708">
                  <c:v>56078</c:v>
                </c:pt>
                <c:pt idx="13709">
                  <c:v>56079</c:v>
                </c:pt>
                <c:pt idx="13710">
                  <c:v>56080</c:v>
                </c:pt>
                <c:pt idx="13711">
                  <c:v>56081</c:v>
                </c:pt>
                <c:pt idx="13712">
                  <c:v>56082</c:v>
                </c:pt>
                <c:pt idx="13713">
                  <c:v>56083</c:v>
                </c:pt>
                <c:pt idx="13714">
                  <c:v>56084</c:v>
                </c:pt>
                <c:pt idx="13715">
                  <c:v>56085</c:v>
                </c:pt>
                <c:pt idx="13716">
                  <c:v>56086</c:v>
                </c:pt>
                <c:pt idx="13717">
                  <c:v>56087</c:v>
                </c:pt>
                <c:pt idx="13718">
                  <c:v>56088</c:v>
                </c:pt>
                <c:pt idx="13719">
                  <c:v>56089</c:v>
                </c:pt>
                <c:pt idx="13720">
                  <c:v>56090</c:v>
                </c:pt>
                <c:pt idx="13721">
                  <c:v>56091</c:v>
                </c:pt>
                <c:pt idx="13722">
                  <c:v>56092</c:v>
                </c:pt>
                <c:pt idx="13723">
                  <c:v>56093</c:v>
                </c:pt>
                <c:pt idx="13724">
                  <c:v>56094</c:v>
                </c:pt>
                <c:pt idx="13725">
                  <c:v>56095</c:v>
                </c:pt>
                <c:pt idx="13726">
                  <c:v>56096</c:v>
                </c:pt>
                <c:pt idx="13727">
                  <c:v>56097</c:v>
                </c:pt>
                <c:pt idx="13728">
                  <c:v>56098</c:v>
                </c:pt>
                <c:pt idx="13729">
                  <c:v>56099</c:v>
                </c:pt>
                <c:pt idx="13730">
                  <c:v>56100</c:v>
                </c:pt>
                <c:pt idx="13731">
                  <c:v>56101</c:v>
                </c:pt>
                <c:pt idx="13732">
                  <c:v>56102</c:v>
                </c:pt>
                <c:pt idx="13733">
                  <c:v>56103</c:v>
                </c:pt>
                <c:pt idx="13734">
                  <c:v>56104</c:v>
                </c:pt>
                <c:pt idx="13735">
                  <c:v>56105</c:v>
                </c:pt>
                <c:pt idx="13736">
                  <c:v>56106</c:v>
                </c:pt>
                <c:pt idx="13737">
                  <c:v>56107</c:v>
                </c:pt>
                <c:pt idx="13738">
                  <c:v>56108</c:v>
                </c:pt>
                <c:pt idx="13739">
                  <c:v>56109</c:v>
                </c:pt>
                <c:pt idx="13740">
                  <c:v>56110</c:v>
                </c:pt>
                <c:pt idx="13741">
                  <c:v>56111</c:v>
                </c:pt>
                <c:pt idx="13742">
                  <c:v>56112</c:v>
                </c:pt>
                <c:pt idx="13743">
                  <c:v>56113</c:v>
                </c:pt>
                <c:pt idx="13744">
                  <c:v>56114</c:v>
                </c:pt>
                <c:pt idx="13745">
                  <c:v>56115</c:v>
                </c:pt>
                <c:pt idx="13746">
                  <c:v>56116</c:v>
                </c:pt>
                <c:pt idx="13747">
                  <c:v>56117</c:v>
                </c:pt>
                <c:pt idx="13748">
                  <c:v>56118</c:v>
                </c:pt>
                <c:pt idx="13749">
                  <c:v>56119</c:v>
                </c:pt>
                <c:pt idx="13750">
                  <c:v>56120</c:v>
                </c:pt>
                <c:pt idx="13751">
                  <c:v>56121</c:v>
                </c:pt>
                <c:pt idx="13752">
                  <c:v>56122</c:v>
                </c:pt>
                <c:pt idx="13753">
                  <c:v>56123</c:v>
                </c:pt>
                <c:pt idx="13754">
                  <c:v>56124</c:v>
                </c:pt>
                <c:pt idx="13755">
                  <c:v>56125</c:v>
                </c:pt>
                <c:pt idx="13756">
                  <c:v>56126</c:v>
                </c:pt>
                <c:pt idx="13757">
                  <c:v>56127</c:v>
                </c:pt>
                <c:pt idx="13758">
                  <c:v>56128</c:v>
                </c:pt>
                <c:pt idx="13759">
                  <c:v>56129</c:v>
                </c:pt>
                <c:pt idx="13760">
                  <c:v>56130</c:v>
                </c:pt>
                <c:pt idx="13761">
                  <c:v>56131</c:v>
                </c:pt>
                <c:pt idx="13762">
                  <c:v>56132</c:v>
                </c:pt>
                <c:pt idx="13763">
                  <c:v>56133</c:v>
                </c:pt>
                <c:pt idx="13764">
                  <c:v>56134</c:v>
                </c:pt>
                <c:pt idx="13765">
                  <c:v>56135</c:v>
                </c:pt>
                <c:pt idx="13766">
                  <c:v>56136</c:v>
                </c:pt>
                <c:pt idx="13767">
                  <c:v>56137</c:v>
                </c:pt>
                <c:pt idx="13768">
                  <c:v>56138</c:v>
                </c:pt>
                <c:pt idx="13769">
                  <c:v>56139</c:v>
                </c:pt>
                <c:pt idx="13770">
                  <c:v>56140</c:v>
                </c:pt>
                <c:pt idx="13771">
                  <c:v>56141</c:v>
                </c:pt>
                <c:pt idx="13772">
                  <c:v>56142</c:v>
                </c:pt>
                <c:pt idx="13773">
                  <c:v>56143</c:v>
                </c:pt>
                <c:pt idx="13774">
                  <c:v>56144</c:v>
                </c:pt>
                <c:pt idx="13775">
                  <c:v>56145</c:v>
                </c:pt>
                <c:pt idx="13776">
                  <c:v>56146</c:v>
                </c:pt>
                <c:pt idx="13777">
                  <c:v>56147</c:v>
                </c:pt>
                <c:pt idx="13778">
                  <c:v>56148</c:v>
                </c:pt>
                <c:pt idx="13779">
                  <c:v>56149</c:v>
                </c:pt>
                <c:pt idx="13780">
                  <c:v>56150</c:v>
                </c:pt>
                <c:pt idx="13781">
                  <c:v>56151</c:v>
                </c:pt>
                <c:pt idx="13782">
                  <c:v>56152</c:v>
                </c:pt>
                <c:pt idx="13783">
                  <c:v>56153</c:v>
                </c:pt>
                <c:pt idx="13784">
                  <c:v>56154</c:v>
                </c:pt>
                <c:pt idx="13785">
                  <c:v>56155</c:v>
                </c:pt>
                <c:pt idx="13786">
                  <c:v>56156</c:v>
                </c:pt>
                <c:pt idx="13787">
                  <c:v>56157</c:v>
                </c:pt>
                <c:pt idx="13788">
                  <c:v>56158</c:v>
                </c:pt>
                <c:pt idx="13789">
                  <c:v>56159</c:v>
                </c:pt>
                <c:pt idx="13790">
                  <c:v>56160</c:v>
                </c:pt>
                <c:pt idx="13791">
                  <c:v>56161</c:v>
                </c:pt>
                <c:pt idx="13792">
                  <c:v>56162</c:v>
                </c:pt>
                <c:pt idx="13793">
                  <c:v>56163</c:v>
                </c:pt>
                <c:pt idx="13794">
                  <c:v>56164</c:v>
                </c:pt>
                <c:pt idx="13795">
                  <c:v>56165</c:v>
                </c:pt>
                <c:pt idx="13796">
                  <c:v>56166</c:v>
                </c:pt>
                <c:pt idx="13797">
                  <c:v>56167</c:v>
                </c:pt>
                <c:pt idx="13798">
                  <c:v>56168</c:v>
                </c:pt>
                <c:pt idx="13799">
                  <c:v>56169</c:v>
                </c:pt>
                <c:pt idx="13800">
                  <c:v>56170</c:v>
                </c:pt>
                <c:pt idx="13801">
                  <c:v>56171</c:v>
                </c:pt>
                <c:pt idx="13802">
                  <c:v>56172</c:v>
                </c:pt>
                <c:pt idx="13803">
                  <c:v>56173</c:v>
                </c:pt>
                <c:pt idx="13804">
                  <c:v>56174</c:v>
                </c:pt>
                <c:pt idx="13805">
                  <c:v>56175</c:v>
                </c:pt>
                <c:pt idx="13806">
                  <c:v>56176</c:v>
                </c:pt>
                <c:pt idx="13807">
                  <c:v>56177</c:v>
                </c:pt>
                <c:pt idx="13808">
                  <c:v>56178</c:v>
                </c:pt>
                <c:pt idx="13809">
                  <c:v>56179</c:v>
                </c:pt>
                <c:pt idx="13810">
                  <c:v>56180</c:v>
                </c:pt>
                <c:pt idx="13811">
                  <c:v>56181</c:v>
                </c:pt>
                <c:pt idx="13812">
                  <c:v>56182</c:v>
                </c:pt>
                <c:pt idx="13813">
                  <c:v>56183</c:v>
                </c:pt>
                <c:pt idx="13814">
                  <c:v>56184</c:v>
                </c:pt>
                <c:pt idx="13815">
                  <c:v>56185</c:v>
                </c:pt>
                <c:pt idx="13816">
                  <c:v>56186</c:v>
                </c:pt>
                <c:pt idx="13817">
                  <c:v>56187</c:v>
                </c:pt>
                <c:pt idx="13818">
                  <c:v>56188</c:v>
                </c:pt>
                <c:pt idx="13819">
                  <c:v>56189</c:v>
                </c:pt>
                <c:pt idx="13820">
                  <c:v>56190</c:v>
                </c:pt>
                <c:pt idx="13821">
                  <c:v>56191</c:v>
                </c:pt>
                <c:pt idx="13822">
                  <c:v>56192</c:v>
                </c:pt>
                <c:pt idx="13823">
                  <c:v>56193</c:v>
                </c:pt>
                <c:pt idx="13824">
                  <c:v>56194</c:v>
                </c:pt>
                <c:pt idx="13825">
                  <c:v>56195</c:v>
                </c:pt>
                <c:pt idx="13826">
                  <c:v>56196</c:v>
                </c:pt>
                <c:pt idx="13827">
                  <c:v>56197</c:v>
                </c:pt>
                <c:pt idx="13828">
                  <c:v>56198</c:v>
                </c:pt>
                <c:pt idx="13829">
                  <c:v>56199</c:v>
                </c:pt>
                <c:pt idx="13830">
                  <c:v>56200</c:v>
                </c:pt>
                <c:pt idx="13831">
                  <c:v>56201</c:v>
                </c:pt>
                <c:pt idx="13832">
                  <c:v>56202</c:v>
                </c:pt>
                <c:pt idx="13833">
                  <c:v>56203</c:v>
                </c:pt>
                <c:pt idx="13834">
                  <c:v>56204</c:v>
                </c:pt>
                <c:pt idx="13835">
                  <c:v>56205</c:v>
                </c:pt>
                <c:pt idx="13836">
                  <c:v>56206</c:v>
                </c:pt>
                <c:pt idx="13837">
                  <c:v>56207</c:v>
                </c:pt>
                <c:pt idx="13838">
                  <c:v>56208</c:v>
                </c:pt>
                <c:pt idx="13839">
                  <c:v>56209</c:v>
                </c:pt>
                <c:pt idx="13840">
                  <c:v>56210</c:v>
                </c:pt>
                <c:pt idx="13841">
                  <c:v>56211</c:v>
                </c:pt>
                <c:pt idx="13842">
                  <c:v>56212</c:v>
                </c:pt>
                <c:pt idx="13843">
                  <c:v>56213</c:v>
                </c:pt>
                <c:pt idx="13844">
                  <c:v>56214</c:v>
                </c:pt>
                <c:pt idx="13845">
                  <c:v>56215</c:v>
                </c:pt>
                <c:pt idx="13846">
                  <c:v>56216</c:v>
                </c:pt>
                <c:pt idx="13847">
                  <c:v>56217</c:v>
                </c:pt>
                <c:pt idx="13848">
                  <c:v>56218</c:v>
                </c:pt>
                <c:pt idx="13849">
                  <c:v>56219</c:v>
                </c:pt>
                <c:pt idx="13850">
                  <c:v>56220</c:v>
                </c:pt>
                <c:pt idx="13851">
                  <c:v>56221</c:v>
                </c:pt>
                <c:pt idx="13852">
                  <c:v>56222</c:v>
                </c:pt>
                <c:pt idx="13853">
                  <c:v>56223</c:v>
                </c:pt>
                <c:pt idx="13854">
                  <c:v>56224</c:v>
                </c:pt>
                <c:pt idx="13855">
                  <c:v>56225</c:v>
                </c:pt>
                <c:pt idx="13856">
                  <c:v>56226</c:v>
                </c:pt>
                <c:pt idx="13857">
                  <c:v>56227</c:v>
                </c:pt>
                <c:pt idx="13858">
                  <c:v>56228</c:v>
                </c:pt>
                <c:pt idx="13859">
                  <c:v>56229</c:v>
                </c:pt>
                <c:pt idx="13860">
                  <c:v>56230</c:v>
                </c:pt>
                <c:pt idx="13861">
                  <c:v>56231</c:v>
                </c:pt>
                <c:pt idx="13862">
                  <c:v>56232</c:v>
                </c:pt>
                <c:pt idx="13863">
                  <c:v>56233</c:v>
                </c:pt>
                <c:pt idx="13864">
                  <c:v>56234</c:v>
                </c:pt>
                <c:pt idx="13865">
                  <c:v>56235</c:v>
                </c:pt>
                <c:pt idx="13866">
                  <c:v>56236</c:v>
                </c:pt>
                <c:pt idx="13867">
                  <c:v>56237</c:v>
                </c:pt>
                <c:pt idx="13868">
                  <c:v>56238</c:v>
                </c:pt>
                <c:pt idx="13869">
                  <c:v>56239</c:v>
                </c:pt>
                <c:pt idx="13870">
                  <c:v>56240</c:v>
                </c:pt>
                <c:pt idx="13871">
                  <c:v>56241</c:v>
                </c:pt>
                <c:pt idx="13872">
                  <c:v>56242</c:v>
                </c:pt>
                <c:pt idx="13873">
                  <c:v>56243</c:v>
                </c:pt>
                <c:pt idx="13874">
                  <c:v>56244</c:v>
                </c:pt>
                <c:pt idx="13875">
                  <c:v>56245</c:v>
                </c:pt>
                <c:pt idx="13876">
                  <c:v>56246</c:v>
                </c:pt>
                <c:pt idx="13877">
                  <c:v>56247</c:v>
                </c:pt>
                <c:pt idx="13878">
                  <c:v>56248</c:v>
                </c:pt>
                <c:pt idx="13879">
                  <c:v>56249</c:v>
                </c:pt>
                <c:pt idx="13880">
                  <c:v>56250</c:v>
                </c:pt>
                <c:pt idx="13881">
                  <c:v>56251</c:v>
                </c:pt>
                <c:pt idx="13882">
                  <c:v>56252</c:v>
                </c:pt>
                <c:pt idx="13883">
                  <c:v>56253</c:v>
                </c:pt>
                <c:pt idx="13884">
                  <c:v>56254</c:v>
                </c:pt>
                <c:pt idx="13885">
                  <c:v>56255</c:v>
                </c:pt>
                <c:pt idx="13886">
                  <c:v>56256</c:v>
                </c:pt>
                <c:pt idx="13887">
                  <c:v>56257</c:v>
                </c:pt>
                <c:pt idx="13888">
                  <c:v>56258</c:v>
                </c:pt>
                <c:pt idx="13889">
                  <c:v>56259</c:v>
                </c:pt>
                <c:pt idx="13890">
                  <c:v>56260</c:v>
                </c:pt>
                <c:pt idx="13891">
                  <c:v>56261</c:v>
                </c:pt>
                <c:pt idx="13892">
                  <c:v>56262</c:v>
                </c:pt>
                <c:pt idx="13893">
                  <c:v>56263</c:v>
                </c:pt>
                <c:pt idx="13894">
                  <c:v>56264</c:v>
                </c:pt>
                <c:pt idx="13895">
                  <c:v>56265</c:v>
                </c:pt>
                <c:pt idx="13896">
                  <c:v>56266</c:v>
                </c:pt>
                <c:pt idx="13897">
                  <c:v>56267</c:v>
                </c:pt>
                <c:pt idx="13898">
                  <c:v>56268</c:v>
                </c:pt>
                <c:pt idx="13899">
                  <c:v>56269</c:v>
                </c:pt>
                <c:pt idx="13900">
                  <c:v>56270</c:v>
                </c:pt>
                <c:pt idx="13901">
                  <c:v>56271</c:v>
                </c:pt>
                <c:pt idx="13902">
                  <c:v>56272</c:v>
                </c:pt>
                <c:pt idx="13903">
                  <c:v>56273</c:v>
                </c:pt>
                <c:pt idx="13904">
                  <c:v>56274</c:v>
                </c:pt>
                <c:pt idx="13905">
                  <c:v>56275</c:v>
                </c:pt>
                <c:pt idx="13906">
                  <c:v>56276</c:v>
                </c:pt>
                <c:pt idx="13907">
                  <c:v>56277</c:v>
                </c:pt>
                <c:pt idx="13908">
                  <c:v>56278</c:v>
                </c:pt>
                <c:pt idx="13909">
                  <c:v>56279</c:v>
                </c:pt>
                <c:pt idx="13910">
                  <c:v>56280</c:v>
                </c:pt>
                <c:pt idx="13911">
                  <c:v>56281</c:v>
                </c:pt>
                <c:pt idx="13912">
                  <c:v>56282</c:v>
                </c:pt>
                <c:pt idx="13913">
                  <c:v>56283</c:v>
                </c:pt>
                <c:pt idx="13914">
                  <c:v>56284</c:v>
                </c:pt>
                <c:pt idx="13915">
                  <c:v>56285</c:v>
                </c:pt>
                <c:pt idx="13916">
                  <c:v>56286</c:v>
                </c:pt>
                <c:pt idx="13917">
                  <c:v>56287</c:v>
                </c:pt>
                <c:pt idx="13918">
                  <c:v>56288</c:v>
                </c:pt>
                <c:pt idx="13919">
                  <c:v>56289</c:v>
                </c:pt>
                <c:pt idx="13920">
                  <c:v>56290</c:v>
                </c:pt>
                <c:pt idx="13921">
                  <c:v>56291</c:v>
                </c:pt>
                <c:pt idx="13922">
                  <c:v>56292</c:v>
                </c:pt>
                <c:pt idx="13923">
                  <c:v>56293</c:v>
                </c:pt>
                <c:pt idx="13924">
                  <c:v>56294</c:v>
                </c:pt>
                <c:pt idx="13925">
                  <c:v>56295</c:v>
                </c:pt>
                <c:pt idx="13926">
                  <c:v>56296</c:v>
                </c:pt>
                <c:pt idx="13927">
                  <c:v>56297</c:v>
                </c:pt>
                <c:pt idx="13928">
                  <c:v>56298</c:v>
                </c:pt>
                <c:pt idx="13929">
                  <c:v>56299</c:v>
                </c:pt>
                <c:pt idx="13930">
                  <c:v>56300</c:v>
                </c:pt>
                <c:pt idx="13931">
                  <c:v>56301</c:v>
                </c:pt>
                <c:pt idx="13932">
                  <c:v>56302</c:v>
                </c:pt>
                <c:pt idx="13933">
                  <c:v>56303</c:v>
                </c:pt>
                <c:pt idx="13934">
                  <c:v>56304</c:v>
                </c:pt>
                <c:pt idx="13935">
                  <c:v>56305</c:v>
                </c:pt>
                <c:pt idx="13936">
                  <c:v>56306</c:v>
                </c:pt>
                <c:pt idx="13937">
                  <c:v>56307</c:v>
                </c:pt>
                <c:pt idx="13938">
                  <c:v>56308</c:v>
                </c:pt>
                <c:pt idx="13939">
                  <c:v>56309</c:v>
                </c:pt>
                <c:pt idx="13940">
                  <c:v>56310</c:v>
                </c:pt>
                <c:pt idx="13941">
                  <c:v>56311</c:v>
                </c:pt>
                <c:pt idx="13942">
                  <c:v>56312</c:v>
                </c:pt>
                <c:pt idx="13943">
                  <c:v>56313</c:v>
                </c:pt>
                <c:pt idx="13944">
                  <c:v>56314</c:v>
                </c:pt>
                <c:pt idx="13945">
                  <c:v>56315</c:v>
                </c:pt>
                <c:pt idx="13946">
                  <c:v>56316</c:v>
                </c:pt>
                <c:pt idx="13947">
                  <c:v>56317</c:v>
                </c:pt>
                <c:pt idx="13948">
                  <c:v>56318</c:v>
                </c:pt>
                <c:pt idx="13949">
                  <c:v>56319</c:v>
                </c:pt>
                <c:pt idx="13950">
                  <c:v>56320</c:v>
                </c:pt>
                <c:pt idx="13951">
                  <c:v>56321</c:v>
                </c:pt>
                <c:pt idx="13952">
                  <c:v>56322</c:v>
                </c:pt>
                <c:pt idx="13953">
                  <c:v>56323</c:v>
                </c:pt>
                <c:pt idx="13954">
                  <c:v>56324</c:v>
                </c:pt>
                <c:pt idx="13955">
                  <c:v>56325</c:v>
                </c:pt>
                <c:pt idx="13956">
                  <c:v>56326</c:v>
                </c:pt>
                <c:pt idx="13957">
                  <c:v>56327</c:v>
                </c:pt>
                <c:pt idx="13958">
                  <c:v>56328</c:v>
                </c:pt>
                <c:pt idx="13959">
                  <c:v>56329</c:v>
                </c:pt>
                <c:pt idx="13960">
                  <c:v>56330</c:v>
                </c:pt>
                <c:pt idx="13961">
                  <c:v>56331</c:v>
                </c:pt>
                <c:pt idx="13962">
                  <c:v>56332</c:v>
                </c:pt>
                <c:pt idx="13963">
                  <c:v>56333</c:v>
                </c:pt>
                <c:pt idx="13964">
                  <c:v>56334</c:v>
                </c:pt>
                <c:pt idx="13965">
                  <c:v>56335</c:v>
                </c:pt>
                <c:pt idx="13966">
                  <c:v>56336</c:v>
                </c:pt>
                <c:pt idx="13967">
                  <c:v>56337</c:v>
                </c:pt>
                <c:pt idx="13968">
                  <c:v>56338</c:v>
                </c:pt>
                <c:pt idx="13969">
                  <c:v>56339</c:v>
                </c:pt>
                <c:pt idx="13970">
                  <c:v>56340</c:v>
                </c:pt>
                <c:pt idx="13971">
                  <c:v>56341</c:v>
                </c:pt>
                <c:pt idx="13972">
                  <c:v>56342</c:v>
                </c:pt>
                <c:pt idx="13973">
                  <c:v>56343</c:v>
                </c:pt>
                <c:pt idx="13974">
                  <c:v>56344</c:v>
                </c:pt>
                <c:pt idx="13975">
                  <c:v>56345</c:v>
                </c:pt>
                <c:pt idx="13976">
                  <c:v>56346</c:v>
                </c:pt>
                <c:pt idx="13977">
                  <c:v>56347</c:v>
                </c:pt>
                <c:pt idx="13978">
                  <c:v>56348</c:v>
                </c:pt>
                <c:pt idx="13979">
                  <c:v>56349</c:v>
                </c:pt>
                <c:pt idx="13980">
                  <c:v>56350</c:v>
                </c:pt>
                <c:pt idx="13981">
                  <c:v>56351</c:v>
                </c:pt>
                <c:pt idx="13982">
                  <c:v>56352</c:v>
                </c:pt>
                <c:pt idx="13983">
                  <c:v>56353</c:v>
                </c:pt>
                <c:pt idx="13984">
                  <c:v>56354</c:v>
                </c:pt>
                <c:pt idx="13985">
                  <c:v>56355</c:v>
                </c:pt>
                <c:pt idx="13986">
                  <c:v>56356</c:v>
                </c:pt>
                <c:pt idx="13987">
                  <c:v>56357</c:v>
                </c:pt>
                <c:pt idx="13988">
                  <c:v>56358</c:v>
                </c:pt>
                <c:pt idx="13989">
                  <c:v>56359</c:v>
                </c:pt>
                <c:pt idx="13990">
                  <c:v>56360</c:v>
                </c:pt>
                <c:pt idx="13991">
                  <c:v>56361</c:v>
                </c:pt>
                <c:pt idx="13992">
                  <c:v>56362</c:v>
                </c:pt>
                <c:pt idx="13993">
                  <c:v>56363</c:v>
                </c:pt>
                <c:pt idx="13994">
                  <c:v>56364</c:v>
                </c:pt>
                <c:pt idx="13995">
                  <c:v>56365</c:v>
                </c:pt>
                <c:pt idx="13996">
                  <c:v>56366</c:v>
                </c:pt>
                <c:pt idx="13997">
                  <c:v>56367</c:v>
                </c:pt>
                <c:pt idx="13998">
                  <c:v>56368</c:v>
                </c:pt>
                <c:pt idx="13999">
                  <c:v>56369</c:v>
                </c:pt>
                <c:pt idx="14000">
                  <c:v>56370</c:v>
                </c:pt>
                <c:pt idx="14001">
                  <c:v>56371</c:v>
                </c:pt>
                <c:pt idx="14002">
                  <c:v>56372</c:v>
                </c:pt>
                <c:pt idx="14003">
                  <c:v>56373</c:v>
                </c:pt>
                <c:pt idx="14004">
                  <c:v>56374</c:v>
                </c:pt>
                <c:pt idx="14005">
                  <c:v>56375</c:v>
                </c:pt>
                <c:pt idx="14006">
                  <c:v>56376</c:v>
                </c:pt>
                <c:pt idx="14007">
                  <c:v>56377</c:v>
                </c:pt>
                <c:pt idx="14008">
                  <c:v>56378</c:v>
                </c:pt>
                <c:pt idx="14009">
                  <c:v>56379</c:v>
                </c:pt>
                <c:pt idx="14010">
                  <c:v>56380</c:v>
                </c:pt>
                <c:pt idx="14011">
                  <c:v>56381</c:v>
                </c:pt>
                <c:pt idx="14012">
                  <c:v>56382</c:v>
                </c:pt>
                <c:pt idx="14013">
                  <c:v>56383</c:v>
                </c:pt>
                <c:pt idx="14014">
                  <c:v>56384</c:v>
                </c:pt>
                <c:pt idx="14015">
                  <c:v>56385</c:v>
                </c:pt>
                <c:pt idx="14016">
                  <c:v>56386</c:v>
                </c:pt>
                <c:pt idx="14017">
                  <c:v>56387</c:v>
                </c:pt>
                <c:pt idx="14018">
                  <c:v>56388</c:v>
                </c:pt>
                <c:pt idx="14019">
                  <c:v>56389</c:v>
                </c:pt>
                <c:pt idx="14020">
                  <c:v>56390</c:v>
                </c:pt>
                <c:pt idx="14021">
                  <c:v>56391</c:v>
                </c:pt>
                <c:pt idx="14022">
                  <c:v>56392</c:v>
                </c:pt>
                <c:pt idx="14023">
                  <c:v>56393</c:v>
                </c:pt>
                <c:pt idx="14024">
                  <c:v>56394</c:v>
                </c:pt>
                <c:pt idx="14025">
                  <c:v>56395</c:v>
                </c:pt>
                <c:pt idx="14026">
                  <c:v>56396</c:v>
                </c:pt>
                <c:pt idx="14027">
                  <c:v>56397</c:v>
                </c:pt>
                <c:pt idx="14028">
                  <c:v>56398</c:v>
                </c:pt>
                <c:pt idx="14029">
                  <c:v>56399</c:v>
                </c:pt>
                <c:pt idx="14030">
                  <c:v>56400</c:v>
                </c:pt>
                <c:pt idx="14031">
                  <c:v>56401</c:v>
                </c:pt>
                <c:pt idx="14032">
                  <c:v>56402</c:v>
                </c:pt>
                <c:pt idx="14033">
                  <c:v>56403</c:v>
                </c:pt>
                <c:pt idx="14034">
                  <c:v>56404</c:v>
                </c:pt>
                <c:pt idx="14035">
                  <c:v>56405</c:v>
                </c:pt>
                <c:pt idx="14036">
                  <c:v>56406</c:v>
                </c:pt>
                <c:pt idx="14037">
                  <c:v>56407</c:v>
                </c:pt>
                <c:pt idx="14038">
                  <c:v>56408</c:v>
                </c:pt>
                <c:pt idx="14039">
                  <c:v>56409</c:v>
                </c:pt>
                <c:pt idx="14040">
                  <c:v>56410</c:v>
                </c:pt>
                <c:pt idx="14041">
                  <c:v>56411</c:v>
                </c:pt>
                <c:pt idx="14042">
                  <c:v>56412</c:v>
                </c:pt>
                <c:pt idx="14043">
                  <c:v>56413</c:v>
                </c:pt>
                <c:pt idx="14044">
                  <c:v>56414</c:v>
                </c:pt>
                <c:pt idx="14045">
                  <c:v>56415</c:v>
                </c:pt>
                <c:pt idx="14046">
                  <c:v>56416</c:v>
                </c:pt>
                <c:pt idx="14047">
                  <c:v>56417</c:v>
                </c:pt>
                <c:pt idx="14048">
                  <c:v>56418</c:v>
                </c:pt>
                <c:pt idx="14049">
                  <c:v>56419</c:v>
                </c:pt>
                <c:pt idx="14050">
                  <c:v>56420</c:v>
                </c:pt>
                <c:pt idx="14051">
                  <c:v>56421</c:v>
                </c:pt>
                <c:pt idx="14052">
                  <c:v>56422</c:v>
                </c:pt>
                <c:pt idx="14053">
                  <c:v>56423</c:v>
                </c:pt>
                <c:pt idx="14054">
                  <c:v>56424</c:v>
                </c:pt>
                <c:pt idx="14055">
                  <c:v>56425</c:v>
                </c:pt>
                <c:pt idx="14056">
                  <c:v>56426</c:v>
                </c:pt>
                <c:pt idx="14057">
                  <c:v>56427</c:v>
                </c:pt>
                <c:pt idx="14058">
                  <c:v>56428</c:v>
                </c:pt>
                <c:pt idx="14059">
                  <c:v>56429</c:v>
                </c:pt>
                <c:pt idx="14060">
                  <c:v>56430</c:v>
                </c:pt>
                <c:pt idx="14061">
                  <c:v>56431</c:v>
                </c:pt>
                <c:pt idx="14062">
                  <c:v>56432</c:v>
                </c:pt>
                <c:pt idx="14063">
                  <c:v>56433</c:v>
                </c:pt>
                <c:pt idx="14064">
                  <c:v>56434</c:v>
                </c:pt>
                <c:pt idx="14065">
                  <c:v>56435</c:v>
                </c:pt>
                <c:pt idx="14066">
                  <c:v>56436</c:v>
                </c:pt>
                <c:pt idx="14067">
                  <c:v>56437</c:v>
                </c:pt>
                <c:pt idx="14068">
                  <c:v>56438</c:v>
                </c:pt>
                <c:pt idx="14069">
                  <c:v>56439</c:v>
                </c:pt>
                <c:pt idx="14070">
                  <c:v>56440</c:v>
                </c:pt>
                <c:pt idx="14071">
                  <c:v>56441</c:v>
                </c:pt>
                <c:pt idx="14072">
                  <c:v>56442</c:v>
                </c:pt>
                <c:pt idx="14073">
                  <c:v>56443</c:v>
                </c:pt>
                <c:pt idx="14074">
                  <c:v>56444</c:v>
                </c:pt>
                <c:pt idx="14075">
                  <c:v>56445</c:v>
                </c:pt>
                <c:pt idx="14076">
                  <c:v>56446</c:v>
                </c:pt>
                <c:pt idx="14077">
                  <c:v>56447</c:v>
                </c:pt>
                <c:pt idx="14078">
                  <c:v>56448</c:v>
                </c:pt>
                <c:pt idx="14079">
                  <c:v>56449</c:v>
                </c:pt>
                <c:pt idx="14080">
                  <c:v>56450</c:v>
                </c:pt>
                <c:pt idx="14081">
                  <c:v>56451</c:v>
                </c:pt>
                <c:pt idx="14082">
                  <c:v>56452</c:v>
                </c:pt>
                <c:pt idx="14083">
                  <c:v>56453</c:v>
                </c:pt>
                <c:pt idx="14084">
                  <c:v>56454</c:v>
                </c:pt>
                <c:pt idx="14085">
                  <c:v>56455</c:v>
                </c:pt>
                <c:pt idx="14086">
                  <c:v>56456</c:v>
                </c:pt>
                <c:pt idx="14087">
                  <c:v>56457</c:v>
                </c:pt>
                <c:pt idx="14088">
                  <c:v>56458</c:v>
                </c:pt>
                <c:pt idx="14089">
                  <c:v>56459</c:v>
                </c:pt>
                <c:pt idx="14090">
                  <c:v>56460</c:v>
                </c:pt>
                <c:pt idx="14091">
                  <c:v>56461</c:v>
                </c:pt>
                <c:pt idx="14092">
                  <c:v>56462</c:v>
                </c:pt>
                <c:pt idx="14093">
                  <c:v>56463</c:v>
                </c:pt>
                <c:pt idx="14094">
                  <c:v>56464</c:v>
                </c:pt>
                <c:pt idx="14095">
                  <c:v>56465</c:v>
                </c:pt>
                <c:pt idx="14096">
                  <c:v>56466</c:v>
                </c:pt>
                <c:pt idx="14097">
                  <c:v>56467</c:v>
                </c:pt>
                <c:pt idx="14098">
                  <c:v>56468</c:v>
                </c:pt>
                <c:pt idx="14099">
                  <c:v>56469</c:v>
                </c:pt>
                <c:pt idx="14100">
                  <c:v>56470</c:v>
                </c:pt>
                <c:pt idx="14101">
                  <c:v>56471</c:v>
                </c:pt>
                <c:pt idx="14102">
                  <c:v>56472</c:v>
                </c:pt>
                <c:pt idx="14103">
                  <c:v>56473</c:v>
                </c:pt>
                <c:pt idx="14104">
                  <c:v>56474</c:v>
                </c:pt>
                <c:pt idx="14105">
                  <c:v>56475</c:v>
                </c:pt>
                <c:pt idx="14106">
                  <c:v>56476</c:v>
                </c:pt>
                <c:pt idx="14107">
                  <c:v>56477</c:v>
                </c:pt>
                <c:pt idx="14108">
                  <c:v>56478</c:v>
                </c:pt>
                <c:pt idx="14109">
                  <c:v>56479</c:v>
                </c:pt>
                <c:pt idx="14110">
                  <c:v>56480</c:v>
                </c:pt>
                <c:pt idx="14111">
                  <c:v>56481</c:v>
                </c:pt>
                <c:pt idx="14112">
                  <c:v>56482</c:v>
                </c:pt>
                <c:pt idx="14113">
                  <c:v>56483</c:v>
                </c:pt>
                <c:pt idx="14114">
                  <c:v>56484</c:v>
                </c:pt>
                <c:pt idx="14115">
                  <c:v>56485</c:v>
                </c:pt>
                <c:pt idx="14116">
                  <c:v>56486</c:v>
                </c:pt>
                <c:pt idx="14117">
                  <c:v>56487</c:v>
                </c:pt>
                <c:pt idx="14118">
                  <c:v>56488</c:v>
                </c:pt>
                <c:pt idx="14119">
                  <c:v>56489</c:v>
                </c:pt>
                <c:pt idx="14120">
                  <c:v>56490</c:v>
                </c:pt>
                <c:pt idx="14121">
                  <c:v>56491</c:v>
                </c:pt>
                <c:pt idx="14122">
                  <c:v>56492</c:v>
                </c:pt>
                <c:pt idx="14123">
                  <c:v>56493</c:v>
                </c:pt>
                <c:pt idx="14124">
                  <c:v>56494</c:v>
                </c:pt>
                <c:pt idx="14125">
                  <c:v>56495</c:v>
                </c:pt>
                <c:pt idx="14126">
                  <c:v>56496</c:v>
                </c:pt>
                <c:pt idx="14127">
                  <c:v>56497</c:v>
                </c:pt>
                <c:pt idx="14128">
                  <c:v>56498</c:v>
                </c:pt>
                <c:pt idx="14129">
                  <c:v>56499</c:v>
                </c:pt>
                <c:pt idx="14130">
                  <c:v>56500</c:v>
                </c:pt>
                <c:pt idx="14131">
                  <c:v>56501</c:v>
                </c:pt>
                <c:pt idx="14132">
                  <c:v>56502</c:v>
                </c:pt>
                <c:pt idx="14133">
                  <c:v>56503</c:v>
                </c:pt>
                <c:pt idx="14134">
                  <c:v>56504</c:v>
                </c:pt>
                <c:pt idx="14135">
                  <c:v>56505</c:v>
                </c:pt>
                <c:pt idx="14136">
                  <c:v>56506</c:v>
                </c:pt>
                <c:pt idx="14137">
                  <c:v>56507</c:v>
                </c:pt>
                <c:pt idx="14138">
                  <c:v>56508</c:v>
                </c:pt>
                <c:pt idx="14139">
                  <c:v>56509</c:v>
                </c:pt>
                <c:pt idx="14140">
                  <c:v>56510</c:v>
                </c:pt>
                <c:pt idx="14141">
                  <c:v>56511</c:v>
                </c:pt>
                <c:pt idx="14142">
                  <c:v>56512</c:v>
                </c:pt>
                <c:pt idx="14143">
                  <c:v>56513</c:v>
                </c:pt>
                <c:pt idx="14144">
                  <c:v>56514</c:v>
                </c:pt>
                <c:pt idx="14145">
                  <c:v>56515</c:v>
                </c:pt>
                <c:pt idx="14146">
                  <c:v>56516</c:v>
                </c:pt>
                <c:pt idx="14147">
                  <c:v>56517</c:v>
                </c:pt>
                <c:pt idx="14148">
                  <c:v>56518</c:v>
                </c:pt>
                <c:pt idx="14149">
                  <c:v>56519</c:v>
                </c:pt>
                <c:pt idx="14150">
                  <c:v>56520</c:v>
                </c:pt>
                <c:pt idx="14151">
                  <c:v>56521</c:v>
                </c:pt>
                <c:pt idx="14152">
                  <c:v>56522</c:v>
                </c:pt>
                <c:pt idx="14153">
                  <c:v>56523</c:v>
                </c:pt>
                <c:pt idx="14154">
                  <c:v>56524</c:v>
                </c:pt>
                <c:pt idx="14155">
                  <c:v>56525</c:v>
                </c:pt>
                <c:pt idx="14156">
                  <c:v>56526</c:v>
                </c:pt>
                <c:pt idx="14157">
                  <c:v>56527</c:v>
                </c:pt>
                <c:pt idx="14158">
                  <c:v>56528</c:v>
                </c:pt>
                <c:pt idx="14159">
                  <c:v>56529</c:v>
                </c:pt>
                <c:pt idx="14160">
                  <c:v>56530</c:v>
                </c:pt>
                <c:pt idx="14161">
                  <c:v>56531</c:v>
                </c:pt>
                <c:pt idx="14162">
                  <c:v>56532</c:v>
                </c:pt>
                <c:pt idx="14163">
                  <c:v>56533</c:v>
                </c:pt>
                <c:pt idx="14164">
                  <c:v>56534</c:v>
                </c:pt>
                <c:pt idx="14165">
                  <c:v>56535</c:v>
                </c:pt>
                <c:pt idx="14166">
                  <c:v>56536</c:v>
                </c:pt>
                <c:pt idx="14167">
                  <c:v>56537</c:v>
                </c:pt>
                <c:pt idx="14168">
                  <c:v>56538</c:v>
                </c:pt>
                <c:pt idx="14169">
                  <c:v>56539</c:v>
                </c:pt>
                <c:pt idx="14170">
                  <c:v>56540</c:v>
                </c:pt>
                <c:pt idx="14171">
                  <c:v>56541</c:v>
                </c:pt>
                <c:pt idx="14172">
                  <c:v>56542</c:v>
                </c:pt>
                <c:pt idx="14173">
                  <c:v>56543</c:v>
                </c:pt>
                <c:pt idx="14174">
                  <c:v>56544</c:v>
                </c:pt>
                <c:pt idx="14175">
                  <c:v>56545</c:v>
                </c:pt>
                <c:pt idx="14176">
                  <c:v>56546</c:v>
                </c:pt>
                <c:pt idx="14177">
                  <c:v>56547</c:v>
                </c:pt>
                <c:pt idx="14178">
                  <c:v>56548</c:v>
                </c:pt>
                <c:pt idx="14179">
                  <c:v>56549</c:v>
                </c:pt>
                <c:pt idx="14180">
                  <c:v>56550</c:v>
                </c:pt>
                <c:pt idx="14181">
                  <c:v>56551</c:v>
                </c:pt>
                <c:pt idx="14182">
                  <c:v>56552</c:v>
                </c:pt>
                <c:pt idx="14183">
                  <c:v>56553</c:v>
                </c:pt>
                <c:pt idx="14184">
                  <c:v>56554</c:v>
                </c:pt>
                <c:pt idx="14185">
                  <c:v>56555</c:v>
                </c:pt>
                <c:pt idx="14186">
                  <c:v>56556</c:v>
                </c:pt>
                <c:pt idx="14187">
                  <c:v>56557</c:v>
                </c:pt>
                <c:pt idx="14188">
                  <c:v>56558</c:v>
                </c:pt>
                <c:pt idx="14189">
                  <c:v>56559</c:v>
                </c:pt>
                <c:pt idx="14190">
                  <c:v>56560</c:v>
                </c:pt>
                <c:pt idx="14191">
                  <c:v>56561</c:v>
                </c:pt>
                <c:pt idx="14192">
                  <c:v>56562</c:v>
                </c:pt>
                <c:pt idx="14193">
                  <c:v>56563</c:v>
                </c:pt>
                <c:pt idx="14194">
                  <c:v>56564</c:v>
                </c:pt>
                <c:pt idx="14195">
                  <c:v>56565</c:v>
                </c:pt>
                <c:pt idx="14196">
                  <c:v>56566</c:v>
                </c:pt>
                <c:pt idx="14197">
                  <c:v>56567</c:v>
                </c:pt>
                <c:pt idx="14198">
                  <c:v>56568</c:v>
                </c:pt>
                <c:pt idx="14199">
                  <c:v>56569</c:v>
                </c:pt>
                <c:pt idx="14200">
                  <c:v>56570</c:v>
                </c:pt>
                <c:pt idx="14201">
                  <c:v>56571</c:v>
                </c:pt>
                <c:pt idx="14202">
                  <c:v>56572</c:v>
                </c:pt>
                <c:pt idx="14203">
                  <c:v>56573</c:v>
                </c:pt>
                <c:pt idx="14204">
                  <c:v>56574</c:v>
                </c:pt>
                <c:pt idx="14205">
                  <c:v>56575</c:v>
                </c:pt>
                <c:pt idx="14206">
                  <c:v>56576</c:v>
                </c:pt>
                <c:pt idx="14207">
                  <c:v>56577</c:v>
                </c:pt>
                <c:pt idx="14208">
                  <c:v>56578</c:v>
                </c:pt>
                <c:pt idx="14209">
                  <c:v>56579</c:v>
                </c:pt>
                <c:pt idx="14210">
                  <c:v>56580</c:v>
                </c:pt>
                <c:pt idx="14211">
                  <c:v>56581</c:v>
                </c:pt>
                <c:pt idx="14212">
                  <c:v>56582</c:v>
                </c:pt>
                <c:pt idx="14213">
                  <c:v>56583</c:v>
                </c:pt>
                <c:pt idx="14214">
                  <c:v>56584</c:v>
                </c:pt>
                <c:pt idx="14215">
                  <c:v>56585</c:v>
                </c:pt>
                <c:pt idx="14216">
                  <c:v>56586</c:v>
                </c:pt>
                <c:pt idx="14217">
                  <c:v>56587</c:v>
                </c:pt>
                <c:pt idx="14218">
                  <c:v>56588</c:v>
                </c:pt>
                <c:pt idx="14219">
                  <c:v>56589</c:v>
                </c:pt>
                <c:pt idx="14220">
                  <c:v>56590</c:v>
                </c:pt>
                <c:pt idx="14221">
                  <c:v>56591</c:v>
                </c:pt>
                <c:pt idx="14222">
                  <c:v>56592</c:v>
                </c:pt>
                <c:pt idx="14223">
                  <c:v>56593</c:v>
                </c:pt>
                <c:pt idx="14224">
                  <c:v>56594</c:v>
                </c:pt>
                <c:pt idx="14225">
                  <c:v>56595</c:v>
                </c:pt>
                <c:pt idx="14226">
                  <c:v>56596</c:v>
                </c:pt>
                <c:pt idx="14227">
                  <c:v>56597</c:v>
                </c:pt>
                <c:pt idx="14228">
                  <c:v>56598</c:v>
                </c:pt>
                <c:pt idx="14229">
                  <c:v>56599</c:v>
                </c:pt>
                <c:pt idx="14230">
                  <c:v>56600</c:v>
                </c:pt>
                <c:pt idx="14231">
                  <c:v>56601</c:v>
                </c:pt>
                <c:pt idx="14232">
                  <c:v>56602</c:v>
                </c:pt>
                <c:pt idx="14233">
                  <c:v>56603</c:v>
                </c:pt>
                <c:pt idx="14234">
                  <c:v>56604</c:v>
                </c:pt>
                <c:pt idx="14235">
                  <c:v>56605</c:v>
                </c:pt>
                <c:pt idx="14236">
                  <c:v>56606</c:v>
                </c:pt>
                <c:pt idx="14237">
                  <c:v>56607</c:v>
                </c:pt>
                <c:pt idx="14238">
                  <c:v>56608</c:v>
                </c:pt>
                <c:pt idx="14239">
                  <c:v>56609</c:v>
                </c:pt>
                <c:pt idx="14240">
                  <c:v>56610</c:v>
                </c:pt>
                <c:pt idx="14241">
                  <c:v>56611</c:v>
                </c:pt>
                <c:pt idx="14242">
                  <c:v>56612</c:v>
                </c:pt>
                <c:pt idx="14243">
                  <c:v>56613</c:v>
                </c:pt>
                <c:pt idx="14244">
                  <c:v>56614</c:v>
                </c:pt>
                <c:pt idx="14245">
                  <c:v>56615</c:v>
                </c:pt>
                <c:pt idx="14246">
                  <c:v>56616</c:v>
                </c:pt>
                <c:pt idx="14247">
                  <c:v>56617</c:v>
                </c:pt>
                <c:pt idx="14248">
                  <c:v>56618</c:v>
                </c:pt>
                <c:pt idx="14249">
                  <c:v>56619</c:v>
                </c:pt>
                <c:pt idx="14250">
                  <c:v>56620</c:v>
                </c:pt>
                <c:pt idx="14251">
                  <c:v>56621</c:v>
                </c:pt>
                <c:pt idx="14252">
                  <c:v>56622</c:v>
                </c:pt>
                <c:pt idx="14253">
                  <c:v>56623</c:v>
                </c:pt>
                <c:pt idx="14254">
                  <c:v>56624</c:v>
                </c:pt>
                <c:pt idx="14255">
                  <c:v>56625</c:v>
                </c:pt>
                <c:pt idx="14256">
                  <c:v>56626</c:v>
                </c:pt>
                <c:pt idx="14257">
                  <c:v>56627</c:v>
                </c:pt>
                <c:pt idx="14258">
                  <c:v>56628</c:v>
                </c:pt>
                <c:pt idx="14259">
                  <c:v>56629</c:v>
                </c:pt>
                <c:pt idx="14260">
                  <c:v>56630</c:v>
                </c:pt>
                <c:pt idx="14261">
                  <c:v>56631</c:v>
                </c:pt>
                <c:pt idx="14262">
                  <c:v>56632</c:v>
                </c:pt>
                <c:pt idx="14263">
                  <c:v>56633</c:v>
                </c:pt>
                <c:pt idx="14264">
                  <c:v>56634</c:v>
                </c:pt>
                <c:pt idx="14265">
                  <c:v>56635</c:v>
                </c:pt>
                <c:pt idx="14266">
                  <c:v>56636</c:v>
                </c:pt>
                <c:pt idx="14267">
                  <c:v>56637</c:v>
                </c:pt>
                <c:pt idx="14268">
                  <c:v>56638</c:v>
                </c:pt>
                <c:pt idx="14269">
                  <c:v>56639</c:v>
                </c:pt>
                <c:pt idx="14270">
                  <c:v>56640</c:v>
                </c:pt>
                <c:pt idx="14271">
                  <c:v>56641</c:v>
                </c:pt>
                <c:pt idx="14272">
                  <c:v>56642</c:v>
                </c:pt>
                <c:pt idx="14273">
                  <c:v>56643</c:v>
                </c:pt>
                <c:pt idx="14274">
                  <c:v>56644</c:v>
                </c:pt>
                <c:pt idx="14275">
                  <c:v>56645</c:v>
                </c:pt>
                <c:pt idx="14276">
                  <c:v>56646</c:v>
                </c:pt>
                <c:pt idx="14277">
                  <c:v>56647</c:v>
                </c:pt>
                <c:pt idx="14278">
                  <c:v>56648</c:v>
                </c:pt>
                <c:pt idx="14279">
                  <c:v>56649</c:v>
                </c:pt>
                <c:pt idx="14280">
                  <c:v>56650</c:v>
                </c:pt>
                <c:pt idx="14281">
                  <c:v>56651</c:v>
                </c:pt>
                <c:pt idx="14282">
                  <c:v>56652</c:v>
                </c:pt>
                <c:pt idx="14283">
                  <c:v>56653</c:v>
                </c:pt>
                <c:pt idx="14284">
                  <c:v>56654</c:v>
                </c:pt>
                <c:pt idx="14285">
                  <c:v>56655</c:v>
                </c:pt>
                <c:pt idx="14286">
                  <c:v>56656</c:v>
                </c:pt>
                <c:pt idx="14287">
                  <c:v>56657</c:v>
                </c:pt>
                <c:pt idx="14288">
                  <c:v>56658</c:v>
                </c:pt>
                <c:pt idx="14289">
                  <c:v>56659</c:v>
                </c:pt>
                <c:pt idx="14290">
                  <c:v>56660</c:v>
                </c:pt>
                <c:pt idx="14291">
                  <c:v>56661</c:v>
                </c:pt>
                <c:pt idx="14292">
                  <c:v>56662</c:v>
                </c:pt>
                <c:pt idx="14293">
                  <c:v>56663</c:v>
                </c:pt>
                <c:pt idx="14294">
                  <c:v>56664</c:v>
                </c:pt>
                <c:pt idx="14295">
                  <c:v>56665</c:v>
                </c:pt>
                <c:pt idx="14296">
                  <c:v>56666</c:v>
                </c:pt>
                <c:pt idx="14297">
                  <c:v>56667</c:v>
                </c:pt>
                <c:pt idx="14298">
                  <c:v>56668</c:v>
                </c:pt>
                <c:pt idx="14299">
                  <c:v>56669</c:v>
                </c:pt>
                <c:pt idx="14300">
                  <c:v>56670</c:v>
                </c:pt>
                <c:pt idx="14301">
                  <c:v>56671</c:v>
                </c:pt>
                <c:pt idx="14302">
                  <c:v>56672</c:v>
                </c:pt>
                <c:pt idx="14303">
                  <c:v>56673</c:v>
                </c:pt>
                <c:pt idx="14304">
                  <c:v>56674</c:v>
                </c:pt>
                <c:pt idx="14305">
                  <c:v>56675</c:v>
                </c:pt>
                <c:pt idx="14306">
                  <c:v>56676</c:v>
                </c:pt>
                <c:pt idx="14307">
                  <c:v>56677</c:v>
                </c:pt>
                <c:pt idx="14308">
                  <c:v>56678</c:v>
                </c:pt>
                <c:pt idx="14309">
                  <c:v>56679</c:v>
                </c:pt>
                <c:pt idx="14310">
                  <c:v>56680</c:v>
                </c:pt>
                <c:pt idx="14311">
                  <c:v>56681</c:v>
                </c:pt>
                <c:pt idx="14312">
                  <c:v>56682</c:v>
                </c:pt>
                <c:pt idx="14313">
                  <c:v>56683</c:v>
                </c:pt>
                <c:pt idx="14314">
                  <c:v>56684</c:v>
                </c:pt>
                <c:pt idx="14315">
                  <c:v>56685</c:v>
                </c:pt>
                <c:pt idx="14316">
                  <c:v>56686</c:v>
                </c:pt>
                <c:pt idx="14317">
                  <c:v>56687</c:v>
                </c:pt>
                <c:pt idx="14318">
                  <c:v>56688</c:v>
                </c:pt>
                <c:pt idx="14319">
                  <c:v>56689</c:v>
                </c:pt>
                <c:pt idx="14320">
                  <c:v>56690</c:v>
                </c:pt>
                <c:pt idx="14321">
                  <c:v>56691</c:v>
                </c:pt>
                <c:pt idx="14322">
                  <c:v>56692</c:v>
                </c:pt>
                <c:pt idx="14323">
                  <c:v>56693</c:v>
                </c:pt>
                <c:pt idx="14324">
                  <c:v>56694</c:v>
                </c:pt>
                <c:pt idx="14325">
                  <c:v>56695</c:v>
                </c:pt>
                <c:pt idx="14326">
                  <c:v>56696</c:v>
                </c:pt>
                <c:pt idx="14327">
                  <c:v>56697</c:v>
                </c:pt>
                <c:pt idx="14328">
                  <c:v>56698</c:v>
                </c:pt>
                <c:pt idx="14329">
                  <c:v>56699</c:v>
                </c:pt>
                <c:pt idx="14330">
                  <c:v>56700</c:v>
                </c:pt>
                <c:pt idx="14331">
                  <c:v>56701</c:v>
                </c:pt>
                <c:pt idx="14332">
                  <c:v>56702</c:v>
                </c:pt>
                <c:pt idx="14333">
                  <c:v>56703</c:v>
                </c:pt>
                <c:pt idx="14334">
                  <c:v>56704</c:v>
                </c:pt>
                <c:pt idx="14335">
                  <c:v>56705</c:v>
                </c:pt>
                <c:pt idx="14336">
                  <c:v>56706</c:v>
                </c:pt>
                <c:pt idx="14337">
                  <c:v>56707</c:v>
                </c:pt>
                <c:pt idx="14338">
                  <c:v>56708</c:v>
                </c:pt>
                <c:pt idx="14339">
                  <c:v>56709</c:v>
                </c:pt>
                <c:pt idx="14340">
                  <c:v>56710</c:v>
                </c:pt>
                <c:pt idx="14341">
                  <c:v>56711</c:v>
                </c:pt>
                <c:pt idx="14342">
                  <c:v>56712</c:v>
                </c:pt>
                <c:pt idx="14343">
                  <c:v>56713</c:v>
                </c:pt>
                <c:pt idx="14344">
                  <c:v>56714</c:v>
                </c:pt>
                <c:pt idx="14345">
                  <c:v>56715</c:v>
                </c:pt>
                <c:pt idx="14346">
                  <c:v>56716</c:v>
                </c:pt>
                <c:pt idx="14347">
                  <c:v>56717</c:v>
                </c:pt>
                <c:pt idx="14348">
                  <c:v>56718</c:v>
                </c:pt>
                <c:pt idx="14349">
                  <c:v>56719</c:v>
                </c:pt>
                <c:pt idx="14350">
                  <c:v>56720</c:v>
                </c:pt>
                <c:pt idx="14351">
                  <c:v>56721</c:v>
                </c:pt>
                <c:pt idx="14352">
                  <c:v>56722</c:v>
                </c:pt>
                <c:pt idx="14353">
                  <c:v>56723</c:v>
                </c:pt>
                <c:pt idx="14354">
                  <c:v>56724</c:v>
                </c:pt>
                <c:pt idx="14355">
                  <c:v>56725</c:v>
                </c:pt>
                <c:pt idx="14356">
                  <c:v>56726</c:v>
                </c:pt>
                <c:pt idx="14357">
                  <c:v>56727</c:v>
                </c:pt>
                <c:pt idx="14358">
                  <c:v>56728</c:v>
                </c:pt>
                <c:pt idx="14359">
                  <c:v>56729</c:v>
                </c:pt>
                <c:pt idx="14360">
                  <c:v>56730</c:v>
                </c:pt>
                <c:pt idx="14361">
                  <c:v>56731</c:v>
                </c:pt>
                <c:pt idx="14362">
                  <c:v>56732</c:v>
                </c:pt>
                <c:pt idx="14363">
                  <c:v>56733</c:v>
                </c:pt>
                <c:pt idx="14364">
                  <c:v>56734</c:v>
                </c:pt>
                <c:pt idx="14365">
                  <c:v>56735</c:v>
                </c:pt>
                <c:pt idx="14366">
                  <c:v>56736</c:v>
                </c:pt>
                <c:pt idx="14367">
                  <c:v>56737</c:v>
                </c:pt>
                <c:pt idx="14368">
                  <c:v>56738</c:v>
                </c:pt>
                <c:pt idx="14369">
                  <c:v>56739</c:v>
                </c:pt>
                <c:pt idx="14370">
                  <c:v>56740</c:v>
                </c:pt>
                <c:pt idx="14371">
                  <c:v>56741</c:v>
                </c:pt>
                <c:pt idx="14372">
                  <c:v>56742</c:v>
                </c:pt>
                <c:pt idx="14373">
                  <c:v>56743</c:v>
                </c:pt>
                <c:pt idx="14374">
                  <c:v>56744</c:v>
                </c:pt>
                <c:pt idx="14375">
                  <c:v>56745</c:v>
                </c:pt>
                <c:pt idx="14376">
                  <c:v>56746</c:v>
                </c:pt>
                <c:pt idx="14377">
                  <c:v>56747</c:v>
                </c:pt>
                <c:pt idx="14378">
                  <c:v>56748</c:v>
                </c:pt>
                <c:pt idx="14379">
                  <c:v>56749</c:v>
                </c:pt>
                <c:pt idx="14380">
                  <c:v>56750</c:v>
                </c:pt>
                <c:pt idx="14381">
                  <c:v>56751</c:v>
                </c:pt>
                <c:pt idx="14382">
                  <c:v>56752</c:v>
                </c:pt>
                <c:pt idx="14383">
                  <c:v>56753</c:v>
                </c:pt>
                <c:pt idx="14384">
                  <c:v>56754</c:v>
                </c:pt>
                <c:pt idx="14385">
                  <c:v>56755</c:v>
                </c:pt>
                <c:pt idx="14386">
                  <c:v>56756</c:v>
                </c:pt>
                <c:pt idx="14387">
                  <c:v>56757</c:v>
                </c:pt>
                <c:pt idx="14388">
                  <c:v>56758</c:v>
                </c:pt>
                <c:pt idx="14389">
                  <c:v>56759</c:v>
                </c:pt>
                <c:pt idx="14390">
                  <c:v>56760</c:v>
                </c:pt>
                <c:pt idx="14391">
                  <c:v>56761</c:v>
                </c:pt>
                <c:pt idx="14392">
                  <c:v>56762</c:v>
                </c:pt>
                <c:pt idx="14393">
                  <c:v>56763</c:v>
                </c:pt>
                <c:pt idx="14394">
                  <c:v>56764</c:v>
                </c:pt>
                <c:pt idx="14395">
                  <c:v>56765</c:v>
                </c:pt>
                <c:pt idx="14396">
                  <c:v>56766</c:v>
                </c:pt>
                <c:pt idx="14397">
                  <c:v>56767</c:v>
                </c:pt>
                <c:pt idx="14398">
                  <c:v>56768</c:v>
                </c:pt>
                <c:pt idx="14399">
                  <c:v>56769</c:v>
                </c:pt>
                <c:pt idx="14400">
                  <c:v>56770</c:v>
                </c:pt>
                <c:pt idx="14401">
                  <c:v>56771</c:v>
                </c:pt>
                <c:pt idx="14402">
                  <c:v>56772</c:v>
                </c:pt>
                <c:pt idx="14403">
                  <c:v>56773</c:v>
                </c:pt>
                <c:pt idx="14404">
                  <c:v>56774</c:v>
                </c:pt>
                <c:pt idx="14405">
                  <c:v>56775</c:v>
                </c:pt>
                <c:pt idx="14406">
                  <c:v>56776</c:v>
                </c:pt>
                <c:pt idx="14407">
                  <c:v>56777</c:v>
                </c:pt>
                <c:pt idx="14408">
                  <c:v>56778</c:v>
                </c:pt>
                <c:pt idx="14409">
                  <c:v>56779</c:v>
                </c:pt>
                <c:pt idx="14410">
                  <c:v>56780</c:v>
                </c:pt>
                <c:pt idx="14411">
                  <c:v>56781</c:v>
                </c:pt>
                <c:pt idx="14412">
                  <c:v>56782</c:v>
                </c:pt>
                <c:pt idx="14413">
                  <c:v>56783</c:v>
                </c:pt>
                <c:pt idx="14414">
                  <c:v>56784</c:v>
                </c:pt>
                <c:pt idx="14415">
                  <c:v>56785</c:v>
                </c:pt>
                <c:pt idx="14416">
                  <c:v>56786</c:v>
                </c:pt>
                <c:pt idx="14417">
                  <c:v>56787</c:v>
                </c:pt>
                <c:pt idx="14418">
                  <c:v>56788</c:v>
                </c:pt>
                <c:pt idx="14419">
                  <c:v>56789</c:v>
                </c:pt>
                <c:pt idx="14420">
                  <c:v>56790</c:v>
                </c:pt>
                <c:pt idx="14421">
                  <c:v>56791</c:v>
                </c:pt>
                <c:pt idx="14422">
                  <c:v>56792</c:v>
                </c:pt>
                <c:pt idx="14423">
                  <c:v>56793</c:v>
                </c:pt>
                <c:pt idx="14424">
                  <c:v>56794</c:v>
                </c:pt>
                <c:pt idx="14425">
                  <c:v>56795</c:v>
                </c:pt>
                <c:pt idx="14426">
                  <c:v>56796</c:v>
                </c:pt>
                <c:pt idx="14427">
                  <c:v>56797</c:v>
                </c:pt>
                <c:pt idx="14428">
                  <c:v>56798</c:v>
                </c:pt>
                <c:pt idx="14429">
                  <c:v>56799</c:v>
                </c:pt>
                <c:pt idx="14430">
                  <c:v>56800</c:v>
                </c:pt>
                <c:pt idx="14431">
                  <c:v>56801</c:v>
                </c:pt>
                <c:pt idx="14432">
                  <c:v>56802</c:v>
                </c:pt>
                <c:pt idx="14433">
                  <c:v>56803</c:v>
                </c:pt>
                <c:pt idx="14434">
                  <c:v>56804</c:v>
                </c:pt>
                <c:pt idx="14435">
                  <c:v>56805</c:v>
                </c:pt>
                <c:pt idx="14436">
                  <c:v>56806</c:v>
                </c:pt>
                <c:pt idx="14437">
                  <c:v>56807</c:v>
                </c:pt>
                <c:pt idx="14438">
                  <c:v>56808</c:v>
                </c:pt>
                <c:pt idx="14439">
                  <c:v>56809</c:v>
                </c:pt>
                <c:pt idx="14440">
                  <c:v>56810</c:v>
                </c:pt>
                <c:pt idx="14441">
                  <c:v>56811</c:v>
                </c:pt>
                <c:pt idx="14442">
                  <c:v>56812</c:v>
                </c:pt>
                <c:pt idx="14443">
                  <c:v>56813</c:v>
                </c:pt>
                <c:pt idx="14444">
                  <c:v>56814</c:v>
                </c:pt>
                <c:pt idx="14445">
                  <c:v>56815</c:v>
                </c:pt>
                <c:pt idx="14446">
                  <c:v>56816</c:v>
                </c:pt>
                <c:pt idx="14447">
                  <c:v>56817</c:v>
                </c:pt>
                <c:pt idx="14448">
                  <c:v>56818</c:v>
                </c:pt>
                <c:pt idx="14449">
                  <c:v>56819</c:v>
                </c:pt>
                <c:pt idx="14450">
                  <c:v>56820</c:v>
                </c:pt>
                <c:pt idx="14451">
                  <c:v>56821</c:v>
                </c:pt>
                <c:pt idx="14452">
                  <c:v>56822</c:v>
                </c:pt>
                <c:pt idx="14453">
                  <c:v>56823</c:v>
                </c:pt>
                <c:pt idx="14454">
                  <c:v>56824</c:v>
                </c:pt>
                <c:pt idx="14455">
                  <c:v>56825</c:v>
                </c:pt>
                <c:pt idx="14456">
                  <c:v>56826</c:v>
                </c:pt>
                <c:pt idx="14457">
                  <c:v>56827</c:v>
                </c:pt>
                <c:pt idx="14458">
                  <c:v>56828</c:v>
                </c:pt>
                <c:pt idx="14459">
                  <c:v>56829</c:v>
                </c:pt>
                <c:pt idx="14460">
                  <c:v>56830</c:v>
                </c:pt>
                <c:pt idx="14461">
                  <c:v>56831</c:v>
                </c:pt>
                <c:pt idx="14462">
                  <c:v>56832</c:v>
                </c:pt>
                <c:pt idx="14463">
                  <c:v>56833</c:v>
                </c:pt>
                <c:pt idx="14464">
                  <c:v>56834</c:v>
                </c:pt>
                <c:pt idx="14465">
                  <c:v>56835</c:v>
                </c:pt>
                <c:pt idx="14466">
                  <c:v>56836</c:v>
                </c:pt>
                <c:pt idx="14467">
                  <c:v>56837</c:v>
                </c:pt>
                <c:pt idx="14468">
                  <c:v>56838</c:v>
                </c:pt>
                <c:pt idx="14469">
                  <c:v>56839</c:v>
                </c:pt>
                <c:pt idx="14470">
                  <c:v>56840</c:v>
                </c:pt>
                <c:pt idx="14471">
                  <c:v>56841</c:v>
                </c:pt>
                <c:pt idx="14472">
                  <c:v>56842</c:v>
                </c:pt>
                <c:pt idx="14473">
                  <c:v>56843</c:v>
                </c:pt>
                <c:pt idx="14474">
                  <c:v>56844</c:v>
                </c:pt>
                <c:pt idx="14475">
                  <c:v>56845</c:v>
                </c:pt>
                <c:pt idx="14476">
                  <c:v>56846</c:v>
                </c:pt>
                <c:pt idx="14477">
                  <c:v>56847</c:v>
                </c:pt>
                <c:pt idx="14478">
                  <c:v>56848</c:v>
                </c:pt>
                <c:pt idx="14479">
                  <c:v>56849</c:v>
                </c:pt>
                <c:pt idx="14480">
                  <c:v>56850</c:v>
                </c:pt>
                <c:pt idx="14481">
                  <c:v>56851</c:v>
                </c:pt>
                <c:pt idx="14482">
                  <c:v>56852</c:v>
                </c:pt>
                <c:pt idx="14483">
                  <c:v>56853</c:v>
                </c:pt>
                <c:pt idx="14484">
                  <c:v>56854</c:v>
                </c:pt>
                <c:pt idx="14485">
                  <c:v>56855</c:v>
                </c:pt>
                <c:pt idx="14486">
                  <c:v>56856</c:v>
                </c:pt>
                <c:pt idx="14487">
                  <c:v>56857</c:v>
                </c:pt>
                <c:pt idx="14488">
                  <c:v>56858</c:v>
                </c:pt>
                <c:pt idx="14489">
                  <c:v>56859</c:v>
                </c:pt>
                <c:pt idx="14490">
                  <c:v>56860</c:v>
                </c:pt>
                <c:pt idx="14491">
                  <c:v>56861</c:v>
                </c:pt>
                <c:pt idx="14492">
                  <c:v>56862</c:v>
                </c:pt>
                <c:pt idx="14493">
                  <c:v>56863</c:v>
                </c:pt>
                <c:pt idx="14494">
                  <c:v>56864</c:v>
                </c:pt>
                <c:pt idx="14495">
                  <c:v>56865</c:v>
                </c:pt>
                <c:pt idx="14496">
                  <c:v>56866</c:v>
                </c:pt>
                <c:pt idx="14497">
                  <c:v>56867</c:v>
                </c:pt>
                <c:pt idx="14498">
                  <c:v>56868</c:v>
                </c:pt>
                <c:pt idx="14499">
                  <c:v>56869</c:v>
                </c:pt>
                <c:pt idx="14500">
                  <c:v>56870</c:v>
                </c:pt>
                <c:pt idx="14501">
                  <c:v>56871</c:v>
                </c:pt>
                <c:pt idx="14502">
                  <c:v>56872</c:v>
                </c:pt>
                <c:pt idx="14503">
                  <c:v>56873</c:v>
                </c:pt>
                <c:pt idx="14504">
                  <c:v>56874</c:v>
                </c:pt>
                <c:pt idx="14505">
                  <c:v>56875</c:v>
                </c:pt>
                <c:pt idx="14506">
                  <c:v>56876</c:v>
                </c:pt>
                <c:pt idx="14507">
                  <c:v>56877</c:v>
                </c:pt>
                <c:pt idx="14508">
                  <c:v>56878</c:v>
                </c:pt>
                <c:pt idx="14509">
                  <c:v>56879</c:v>
                </c:pt>
                <c:pt idx="14510">
                  <c:v>56880</c:v>
                </c:pt>
                <c:pt idx="14511">
                  <c:v>56881</c:v>
                </c:pt>
                <c:pt idx="14512">
                  <c:v>56882</c:v>
                </c:pt>
                <c:pt idx="14513">
                  <c:v>56883</c:v>
                </c:pt>
                <c:pt idx="14514">
                  <c:v>56884</c:v>
                </c:pt>
                <c:pt idx="14515">
                  <c:v>56885</c:v>
                </c:pt>
                <c:pt idx="14516">
                  <c:v>56886</c:v>
                </c:pt>
                <c:pt idx="14517">
                  <c:v>56887</c:v>
                </c:pt>
                <c:pt idx="14518">
                  <c:v>56888</c:v>
                </c:pt>
                <c:pt idx="14519">
                  <c:v>56889</c:v>
                </c:pt>
                <c:pt idx="14520">
                  <c:v>56890</c:v>
                </c:pt>
                <c:pt idx="14521">
                  <c:v>56891</c:v>
                </c:pt>
                <c:pt idx="14522">
                  <c:v>56892</c:v>
                </c:pt>
                <c:pt idx="14523">
                  <c:v>56893</c:v>
                </c:pt>
                <c:pt idx="14524">
                  <c:v>56894</c:v>
                </c:pt>
                <c:pt idx="14525">
                  <c:v>56895</c:v>
                </c:pt>
                <c:pt idx="14526">
                  <c:v>56896</c:v>
                </c:pt>
                <c:pt idx="14527">
                  <c:v>56897</c:v>
                </c:pt>
                <c:pt idx="14528">
                  <c:v>56898</c:v>
                </c:pt>
                <c:pt idx="14529">
                  <c:v>56899</c:v>
                </c:pt>
                <c:pt idx="14530">
                  <c:v>56900</c:v>
                </c:pt>
                <c:pt idx="14531">
                  <c:v>56901</c:v>
                </c:pt>
                <c:pt idx="14532">
                  <c:v>56902</c:v>
                </c:pt>
                <c:pt idx="14533">
                  <c:v>56903</c:v>
                </c:pt>
                <c:pt idx="14534">
                  <c:v>56904</c:v>
                </c:pt>
                <c:pt idx="14535">
                  <c:v>56905</c:v>
                </c:pt>
                <c:pt idx="14536">
                  <c:v>56906</c:v>
                </c:pt>
                <c:pt idx="14537">
                  <c:v>56907</c:v>
                </c:pt>
                <c:pt idx="14538">
                  <c:v>56908</c:v>
                </c:pt>
                <c:pt idx="14539">
                  <c:v>56909</c:v>
                </c:pt>
                <c:pt idx="14540">
                  <c:v>56910</c:v>
                </c:pt>
                <c:pt idx="14541">
                  <c:v>56911</c:v>
                </c:pt>
                <c:pt idx="14542">
                  <c:v>56912</c:v>
                </c:pt>
                <c:pt idx="14543">
                  <c:v>56913</c:v>
                </c:pt>
                <c:pt idx="14544">
                  <c:v>56914</c:v>
                </c:pt>
                <c:pt idx="14545">
                  <c:v>56915</c:v>
                </c:pt>
                <c:pt idx="14546">
                  <c:v>56916</c:v>
                </c:pt>
                <c:pt idx="14547">
                  <c:v>56917</c:v>
                </c:pt>
                <c:pt idx="14548">
                  <c:v>56918</c:v>
                </c:pt>
                <c:pt idx="14549">
                  <c:v>56919</c:v>
                </c:pt>
                <c:pt idx="14550">
                  <c:v>56920</c:v>
                </c:pt>
                <c:pt idx="14551">
                  <c:v>56921</c:v>
                </c:pt>
                <c:pt idx="14552">
                  <c:v>56922</c:v>
                </c:pt>
                <c:pt idx="14553">
                  <c:v>56923</c:v>
                </c:pt>
                <c:pt idx="14554">
                  <c:v>56924</c:v>
                </c:pt>
                <c:pt idx="14555">
                  <c:v>56925</c:v>
                </c:pt>
                <c:pt idx="14556">
                  <c:v>56926</c:v>
                </c:pt>
                <c:pt idx="14557">
                  <c:v>56927</c:v>
                </c:pt>
                <c:pt idx="14558">
                  <c:v>56928</c:v>
                </c:pt>
                <c:pt idx="14559">
                  <c:v>56929</c:v>
                </c:pt>
                <c:pt idx="14560">
                  <c:v>56930</c:v>
                </c:pt>
                <c:pt idx="14561">
                  <c:v>56931</c:v>
                </c:pt>
                <c:pt idx="14562">
                  <c:v>56932</c:v>
                </c:pt>
                <c:pt idx="14563">
                  <c:v>56933</c:v>
                </c:pt>
                <c:pt idx="14564">
                  <c:v>56934</c:v>
                </c:pt>
                <c:pt idx="14565">
                  <c:v>56935</c:v>
                </c:pt>
                <c:pt idx="14566">
                  <c:v>56936</c:v>
                </c:pt>
                <c:pt idx="14567">
                  <c:v>56937</c:v>
                </c:pt>
                <c:pt idx="14568">
                  <c:v>56938</c:v>
                </c:pt>
                <c:pt idx="14569">
                  <c:v>56939</c:v>
                </c:pt>
                <c:pt idx="14570">
                  <c:v>56940</c:v>
                </c:pt>
                <c:pt idx="14571">
                  <c:v>56941</c:v>
                </c:pt>
                <c:pt idx="14572">
                  <c:v>56942</c:v>
                </c:pt>
                <c:pt idx="14573">
                  <c:v>56943</c:v>
                </c:pt>
                <c:pt idx="14574">
                  <c:v>56944</c:v>
                </c:pt>
                <c:pt idx="14575">
                  <c:v>56945</c:v>
                </c:pt>
                <c:pt idx="14576">
                  <c:v>56946</c:v>
                </c:pt>
                <c:pt idx="14577">
                  <c:v>56947</c:v>
                </c:pt>
                <c:pt idx="14578">
                  <c:v>56948</c:v>
                </c:pt>
                <c:pt idx="14579">
                  <c:v>56949</c:v>
                </c:pt>
                <c:pt idx="14580">
                  <c:v>56950</c:v>
                </c:pt>
                <c:pt idx="14581">
                  <c:v>56951</c:v>
                </c:pt>
                <c:pt idx="14582">
                  <c:v>56952</c:v>
                </c:pt>
                <c:pt idx="14583">
                  <c:v>56953</c:v>
                </c:pt>
                <c:pt idx="14584">
                  <c:v>56954</c:v>
                </c:pt>
                <c:pt idx="14585">
                  <c:v>56955</c:v>
                </c:pt>
                <c:pt idx="14586">
                  <c:v>56956</c:v>
                </c:pt>
                <c:pt idx="14587">
                  <c:v>56957</c:v>
                </c:pt>
                <c:pt idx="14588">
                  <c:v>56958</c:v>
                </c:pt>
                <c:pt idx="14589">
                  <c:v>56959</c:v>
                </c:pt>
                <c:pt idx="14590">
                  <c:v>56960</c:v>
                </c:pt>
                <c:pt idx="14591">
                  <c:v>56961</c:v>
                </c:pt>
                <c:pt idx="14592">
                  <c:v>56962</c:v>
                </c:pt>
                <c:pt idx="14593">
                  <c:v>56963</c:v>
                </c:pt>
                <c:pt idx="14594">
                  <c:v>56964</c:v>
                </c:pt>
                <c:pt idx="14595">
                  <c:v>56965</c:v>
                </c:pt>
                <c:pt idx="14596">
                  <c:v>56966</c:v>
                </c:pt>
                <c:pt idx="14597">
                  <c:v>56967</c:v>
                </c:pt>
                <c:pt idx="14598">
                  <c:v>56968</c:v>
                </c:pt>
                <c:pt idx="14599">
                  <c:v>56969</c:v>
                </c:pt>
                <c:pt idx="14600">
                  <c:v>56970</c:v>
                </c:pt>
                <c:pt idx="14601">
                  <c:v>56971</c:v>
                </c:pt>
                <c:pt idx="14602">
                  <c:v>56972</c:v>
                </c:pt>
                <c:pt idx="14603">
                  <c:v>56973</c:v>
                </c:pt>
                <c:pt idx="14604">
                  <c:v>56974</c:v>
                </c:pt>
                <c:pt idx="14605">
                  <c:v>56975</c:v>
                </c:pt>
                <c:pt idx="14606">
                  <c:v>56976</c:v>
                </c:pt>
                <c:pt idx="14607">
                  <c:v>56977</c:v>
                </c:pt>
                <c:pt idx="14608">
                  <c:v>56978</c:v>
                </c:pt>
                <c:pt idx="14609">
                  <c:v>56979</c:v>
                </c:pt>
                <c:pt idx="14610">
                  <c:v>56980</c:v>
                </c:pt>
                <c:pt idx="14611">
                  <c:v>56981</c:v>
                </c:pt>
                <c:pt idx="14612">
                  <c:v>56982</c:v>
                </c:pt>
                <c:pt idx="14613">
                  <c:v>56983</c:v>
                </c:pt>
                <c:pt idx="14614">
                  <c:v>56984</c:v>
                </c:pt>
                <c:pt idx="14615">
                  <c:v>56985</c:v>
                </c:pt>
                <c:pt idx="14616">
                  <c:v>56986</c:v>
                </c:pt>
                <c:pt idx="14617">
                  <c:v>56987</c:v>
                </c:pt>
                <c:pt idx="14618">
                  <c:v>56988</c:v>
                </c:pt>
                <c:pt idx="14619">
                  <c:v>56989</c:v>
                </c:pt>
                <c:pt idx="14620">
                  <c:v>56990</c:v>
                </c:pt>
                <c:pt idx="14621">
                  <c:v>56991</c:v>
                </c:pt>
                <c:pt idx="14622">
                  <c:v>56992</c:v>
                </c:pt>
                <c:pt idx="14623">
                  <c:v>56993</c:v>
                </c:pt>
                <c:pt idx="14624">
                  <c:v>56994</c:v>
                </c:pt>
                <c:pt idx="14625">
                  <c:v>56995</c:v>
                </c:pt>
                <c:pt idx="14626">
                  <c:v>56996</c:v>
                </c:pt>
                <c:pt idx="14627">
                  <c:v>56997</c:v>
                </c:pt>
                <c:pt idx="14628">
                  <c:v>56998</c:v>
                </c:pt>
                <c:pt idx="14629">
                  <c:v>56999</c:v>
                </c:pt>
                <c:pt idx="14630">
                  <c:v>57000</c:v>
                </c:pt>
                <c:pt idx="14631">
                  <c:v>57001</c:v>
                </c:pt>
                <c:pt idx="14632">
                  <c:v>57002</c:v>
                </c:pt>
                <c:pt idx="14633">
                  <c:v>57003</c:v>
                </c:pt>
                <c:pt idx="14634">
                  <c:v>57004</c:v>
                </c:pt>
                <c:pt idx="14635">
                  <c:v>57005</c:v>
                </c:pt>
                <c:pt idx="14636">
                  <c:v>57006</c:v>
                </c:pt>
                <c:pt idx="14637">
                  <c:v>57007</c:v>
                </c:pt>
                <c:pt idx="14638">
                  <c:v>57008</c:v>
                </c:pt>
                <c:pt idx="14639">
                  <c:v>57009</c:v>
                </c:pt>
                <c:pt idx="14640">
                  <c:v>57010</c:v>
                </c:pt>
                <c:pt idx="14641">
                  <c:v>57011</c:v>
                </c:pt>
                <c:pt idx="14642">
                  <c:v>57012</c:v>
                </c:pt>
                <c:pt idx="14643">
                  <c:v>57013</c:v>
                </c:pt>
                <c:pt idx="14644">
                  <c:v>57014</c:v>
                </c:pt>
                <c:pt idx="14645">
                  <c:v>57015</c:v>
                </c:pt>
                <c:pt idx="14646">
                  <c:v>57016</c:v>
                </c:pt>
                <c:pt idx="14647">
                  <c:v>57017</c:v>
                </c:pt>
                <c:pt idx="14648">
                  <c:v>57018</c:v>
                </c:pt>
                <c:pt idx="14649">
                  <c:v>57019</c:v>
                </c:pt>
                <c:pt idx="14650">
                  <c:v>57020</c:v>
                </c:pt>
                <c:pt idx="14651">
                  <c:v>57021</c:v>
                </c:pt>
                <c:pt idx="14652">
                  <c:v>57022</c:v>
                </c:pt>
                <c:pt idx="14653">
                  <c:v>57023</c:v>
                </c:pt>
                <c:pt idx="14654">
                  <c:v>57024</c:v>
                </c:pt>
                <c:pt idx="14655">
                  <c:v>57025</c:v>
                </c:pt>
                <c:pt idx="14656">
                  <c:v>57026</c:v>
                </c:pt>
                <c:pt idx="14657">
                  <c:v>57027</c:v>
                </c:pt>
                <c:pt idx="14658">
                  <c:v>57028</c:v>
                </c:pt>
                <c:pt idx="14659">
                  <c:v>57029</c:v>
                </c:pt>
                <c:pt idx="14660">
                  <c:v>57030</c:v>
                </c:pt>
                <c:pt idx="14661">
                  <c:v>57031</c:v>
                </c:pt>
                <c:pt idx="14662">
                  <c:v>57032</c:v>
                </c:pt>
                <c:pt idx="14663">
                  <c:v>57033</c:v>
                </c:pt>
                <c:pt idx="14664">
                  <c:v>57034</c:v>
                </c:pt>
                <c:pt idx="14665">
                  <c:v>57035</c:v>
                </c:pt>
                <c:pt idx="14666">
                  <c:v>57036</c:v>
                </c:pt>
                <c:pt idx="14667">
                  <c:v>57037</c:v>
                </c:pt>
                <c:pt idx="14668">
                  <c:v>57038</c:v>
                </c:pt>
                <c:pt idx="14669">
                  <c:v>57039</c:v>
                </c:pt>
                <c:pt idx="14670">
                  <c:v>57040</c:v>
                </c:pt>
                <c:pt idx="14671">
                  <c:v>57041</c:v>
                </c:pt>
                <c:pt idx="14672">
                  <c:v>57042</c:v>
                </c:pt>
                <c:pt idx="14673">
                  <c:v>57043</c:v>
                </c:pt>
                <c:pt idx="14674">
                  <c:v>57044</c:v>
                </c:pt>
                <c:pt idx="14675">
                  <c:v>57045</c:v>
                </c:pt>
                <c:pt idx="14676">
                  <c:v>57046</c:v>
                </c:pt>
                <c:pt idx="14677">
                  <c:v>57047</c:v>
                </c:pt>
                <c:pt idx="14678">
                  <c:v>57048</c:v>
                </c:pt>
                <c:pt idx="14679">
                  <c:v>57049</c:v>
                </c:pt>
                <c:pt idx="14680">
                  <c:v>57050</c:v>
                </c:pt>
                <c:pt idx="14681">
                  <c:v>57051</c:v>
                </c:pt>
                <c:pt idx="14682">
                  <c:v>57052</c:v>
                </c:pt>
                <c:pt idx="14683">
                  <c:v>57053</c:v>
                </c:pt>
                <c:pt idx="14684">
                  <c:v>57054</c:v>
                </c:pt>
                <c:pt idx="14685">
                  <c:v>57055</c:v>
                </c:pt>
                <c:pt idx="14686">
                  <c:v>57056</c:v>
                </c:pt>
                <c:pt idx="14687">
                  <c:v>57057</c:v>
                </c:pt>
                <c:pt idx="14688">
                  <c:v>57058</c:v>
                </c:pt>
                <c:pt idx="14689">
                  <c:v>57059</c:v>
                </c:pt>
                <c:pt idx="14690">
                  <c:v>57060</c:v>
                </c:pt>
                <c:pt idx="14691">
                  <c:v>57061</c:v>
                </c:pt>
                <c:pt idx="14692">
                  <c:v>57062</c:v>
                </c:pt>
                <c:pt idx="14693">
                  <c:v>57063</c:v>
                </c:pt>
                <c:pt idx="14694">
                  <c:v>57064</c:v>
                </c:pt>
                <c:pt idx="14695">
                  <c:v>57065</c:v>
                </c:pt>
                <c:pt idx="14696">
                  <c:v>57066</c:v>
                </c:pt>
                <c:pt idx="14697">
                  <c:v>57067</c:v>
                </c:pt>
                <c:pt idx="14698">
                  <c:v>57068</c:v>
                </c:pt>
                <c:pt idx="14699">
                  <c:v>57069</c:v>
                </c:pt>
                <c:pt idx="14700">
                  <c:v>57070</c:v>
                </c:pt>
                <c:pt idx="14701">
                  <c:v>57071</c:v>
                </c:pt>
                <c:pt idx="14702">
                  <c:v>57072</c:v>
                </c:pt>
                <c:pt idx="14703">
                  <c:v>57073</c:v>
                </c:pt>
                <c:pt idx="14704">
                  <c:v>57074</c:v>
                </c:pt>
                <c:pt idx="14705">
                  <c:v>57075</c:v>
                </c:pt>
                <c:pt idx="14706">
                  <c:v>57076</c:v>
                </c:pt>
                <c:pt idx="14707">
                  <c:v>57077</c:v>
                </c:pt>
                <c:pt idx="14708">
                  <c:v>57078</c:v>
                </c:pt>
                <c:pt idx="14709">
                  <c:v>57079</c:v>
                </c:pt>
                <c:pt idx="14710">
                  <c:v>57080</c:v>
                </c:pt>
                <c:pt idx="14711">
                  <c:v>57081</c:v>
                </c:pt>
                <c:pt idx="14712">
                  <c:v>57082</c:v>
                </c:pt>
                <c:pt idx="14713">
                  <c:v>57083</c:v>
                </c:pt>
                <c:pt idx="14714">
                  <c:v>57084</c:v>
                </c:pt>
                <c:pt idx="14715">
                  <c:v>57085</c:v>
                </c:pt>
                <c:pt idx="14716">
                  <c:v>57086</c:v>
                </c:pt>
                <c:pt idx="14717">
                  <c:v>57087</c:v>
                </c:pt>
                <c:pt idx="14718">
                  <c:v>57088</c:v>
                </c:pt>
                <c:pt idx="14719">
                  <c:v>57089</c:v>
                </c:pt>
                <c:pt idx="14720">
                  <c:v>57090</c:v>
                </c:pt>
                <c:pt idx="14721">
                  <c:v>57091</c:v>
                </c:pt>
                <c:pt idx="14722">
                  <c:v>57092</c:v>
                </c:pt>
                <c:pt idx="14723">
                  <c:v>57093</c:v>
                </c:pt>
                <c:pt idx="14724">
                  <c:v>57094</c:v>
                </c:pt>
                <c:pt idx="14725">
                  <c:v>57095</c:v>
                </c:pt>
                <c:pt idx="14726">
                  <c:v>57096</c:v>
                </c:pt>
                <c:pt idx="14727">
                  <c:v>57097</c:v>
                </c:pt>
                <c:pt idx="14728">
                  <c:v>57098</c:v>
                </c:pt>
                <c:pt idx="14729">
                  <c:v>57099</c:v>
                </c:pt>
                <c:pt idx="14730">
                  <c:v>57100</c:v>
                </c:pt>
                <c:pt idx="14731">
                  <c:v>57101</c:v>
                </c:pt>
                <c:pt idx="14732">
                  <c:v>57102</c:v>
                </c:pt>
                <c:pt idx="14733">
                  <c:v>57103</c:v>
                </c:pt>
                <c:pt idx="14734">
                  <c:v>57104</c:v>
                </c:pt>
                <c:pt idx="14735">
                  <c:v>57105</c:v>
                </c:pt>
                <c:pt idx="14736">
                  <c:v>57106</c:v>
                </c:pt>
                <c:pt idx="14737">
                  <c:v>57107</c:v>
                </c:pt>
                <c:pt idx="14738">
                  <c:v>57108</c:v>
                </c:pt>
                <c:pt idx="14739">
                  <c:v>57109</c:v>
                </c:pt>
                <c:pt idx="14740">
                  <c:v>57110</c:v>
                </c:pt>
                <c:pt idx="14741">
                  <c:v>57111</c:v>
                </c:pt>
                <c:pt idx="14742">
                  <c:v>57112</c:v>
                </c:pt>
                <c:pt idx="14743">
                  <c:v>57113</c:v>
                </c:pt>
                <c:pt idx="14744">
                  <c:v>57114</c:v>
                </c:pt>
                <c:pt idx="14745">
                  <c:v>57115</c:v>
                </c:pt>
                <c:pt idx="14746">
                  <c:v>57116</c:v>
                </c:pt>
                <c:pt idx="14747">
                  <c:v>57117</c:v>
                </c:pt>
                <c:pt idx="14748">
                  <c:v>57118</c:v>
                </c:pt>
                <c:pt idx="14749">
                  <c:v>57119</c:v>
                </c:pt>
                <c:pt idx="14750">
                  <c:v>57120</c:v>
                </c:pt>
                <c:pt idx="14751">
                  <c:v>57121</c:v>
                </c:pt>
                <c:pt idx="14752">
                  <c:v>57122</c:v>
                </c:pt>
                <c:pt idx="14753">
                  <c:v>57123</c:v>
                </c:pt>
                <c:pt idx="14754">
                  <c:v>57124</c:v>
                </c:pt>
                <c:pt idx="14755">
                  <c:v>57125</c:v>
                </c:pt>
                <c:pt idx="14756">
                  <c:v>57126</c:v>
                </c:pt>
                <c:pt idx="14757">
                  <c:v>57127</c:v>
                </c:pt>
                <c:pt idx="14758">
                  <c:v>57128</c:v>
                </c:pt>
                <c:pt idx="14759">
                  <c:v>57129</c:v>
                </c:pt>
                <c:pt idx="14760">
                  <c:v>57130</c:v>
                </c:pt>
                <c:pt idx="14761">
                  <c:v>57131</c:v>
                </c:pt>
                <c:pt idx="14762">
                  <c:v>57132</c:v>
                </c:pt>
                <c:pt idx="14763">
                  <c:v>57133</c:v>
                </c:pt>
                <c:pt idx="14764">
                  <c:v>57134</c:v>
                </c:pt>
                <c:pt idx="14765">
                  <c:v>57135</c:v>
                </c:pt>
                <c:pt idx="14766">
                  <c:v>57136</c:v>
                </c:pt>
                <c:pt idx="14767">
                  <c:v>57137</c:v>
                </c:pt>
                <c:pt idx="14768">
                  <c:v>57138</c:v>
                </c:pt>
                <c:pt idx="14769">
                  <c:v>57139</c:v>
                </c:pt>
                <c:pt idx="14770">
                  <c:v>57140</c:v>
                </c:pt>
                <c:pt idx="14771">
                  <c:v>57141</c:v>
                </c:pt>
                <c:pt idx="14772">
                  <c:v>57142</c:v>
                </c:pt>
                <c:pt idx="14773">
                  <c:v>57143</c:v>
                </c:pt>
                <c:pt idx="14774">
                  <c:v>57144</c:v>
                </c:pt>
                <c:pt idx="14775">
                  <c:v>57145</c:v>
                </c:pt>
                <c:pt idx="14776">
                  <c:v>57146</c:v>
                </c:pt>
                <c:pt idx="14777">
                  <c:v>57147</c:v>
                </c:pt>
                <c:pt idx="14778">
                  <c:v>57148</c:v>
                </c:pt>
                <c:pt idx="14779">
                  <c:v>57149</c:v>
                </c:pt>
                <c:pt idx="14780">
                  <c:v>57150</c:v>
                </c:pt>
                <c:pt idx="14781">
                  <c:v>57151</c:v>
                </c:pt>
                <c:pt idx="14782">
                  <c:v>57152</c:v>
                </c:pt>
                <c:pt idx="14783">
                  <c:v>57153</c:v>
                </c:pt>
                <c:pt idx="14784">
                  <c:v>57154</c:v>
                </c:pt>
                <c:pt idx="14785">
                  <c:v>57155</c:v>
                </c:pt>
                <c:pt idx="14786">
                  <c:v>57156</c:v>
                </c:pt>
                <c:pt idx="14787">
                  <c:v>57157</c:v>
                </c:pt>
                <c:pt idx="14788">
                  <c:v>57158</c:v>
                </c:pt>
                <c:pt idx="14789">
                  <c:v>57159</c:v>
                </c:pt>
                <c:pt idx="14790">
                  <c:v>57160</c:v>
                </c:pt>
                <c:pt idx="14791">
                  <c:v>57161</c:v>
                </c:pt>
                <c:pt idx="14792">
                  <c:v>57162</c:v>
                </c:pt>
                <c:pt idx="14793">
                  <c:v>57163</c:v>
                </c:pt>
                <c:pt idx="14794">
                  <c:v>57164</c:v>
                </c:pt>
                <c:pt idx="14795">
                  <c:v>57165</c:v>
                </c:pt>
                <c:pt idx="14796">
                  <c:v>57166</c:v>
                </c:pt>
                <c:pt idx="14797">
                  <c:v>57167</c:v>
                </c:pt>
                <c:pt idx="14798">
                  <c:v>57168</c:v>
                </c:pt>
                <c:pt idx="14799">
                  <c:v>57169</c:v>
                </c:pt>
                <c:pt idx="14800">
                  <c:v>57170</c:v>
                </c:pt>
                <c:pt idx="14801">
                  <c:v>57171</c:v>
                </c:pt>
                <c:pt idx="14802">
                  <c:v>57172</c:v>
                </c:pt>
                <c:pt idx="14803">
                  <c:v>57173</c:v>
                </c:pt>
                <c:pt idx="14804">
                  <c:v>57174</c:v>
                </c:pt>
                <c:pt idx="14805">
                  <c:v>57175</c:v>
                </c:pt>
                <c:pt idx="14806">
                  <c:v>57176</c:v>
                </c:pt>
                <c:pt idx="14807">
                  <c:v>57177</c:v>
                </c:pt>
                <c:pt idx="14808">
                  <c:v>57178</c:v>
                </c:pt>
                <c:pt idx="14809">
                  <c:v>57179</c:v>
                </c:pt>
                <c:pt idx="14810">
                  <c:v>57180</c:v>
                </c:pt>
                <c:pt idx="14811">
                  <c:v>57181</c:v>
                </c:pt>
                <c:pt idx="14812">
                  <c:v>57182</c:v>
                </c:pt>
                <c:pt idx="14813">
                  <c:v>57183</c:v>
                </c:pt>
                <c:pt idx="14814">
                  <c:v>57184</c:v>
                </c:pt>
                <c:pt idx="14815">
                  <c:v>57185</c:v>
                </c:pt>
                <c:pt idx="14816">
                  <c:v>57186</c:v>
                </c:pt>
                <c:pt idx="14817">
                  <c:v>57187</c:v>
                </c:pt>
                <c:pt idx="14818">
                  <c:v>57188</c:v>
                </c:pt>
                <c:pt idx="14819">
                  <c:v>57189</c:v>
                </c:pt>
                <c:pt idx="14820">
                  <c:v>57190</c:v>
                </c:pt>
                <c:pt idx="14821">
                  <c:v>57191</c:v>
                </c:pt>
                <c:pt idx="14822">
                  <c:v>57192</c:v>
                </c:pt>
                <c:pt idx="14823">
                  <c:v>57193</c:v>
                </c:pt>
                <c:pt idx="14824">
                  <c:v>57194</c:v>
                </c:pt>
                <c:pt idx="14825">
                  <c:v>57195</c:v>
                </c:pt>
                <c:pt idx="14826">
                  <c:v>57196</c:v>
                </c:pt>
                <c:pt idx="14827">
                  <c:v>57197</c:v>
                </c:pt>
                <c:pt idx="14828">
                  <c:v>57198</c:v>
                </c:pt>
                <c:pt idx="14829">
                  <c:v>57199</c:v>
                </c:pt>
                <c:pt idx="14830">
                  <c:v>57200</c:v>
                </c:pt>
                <c:pt idx="14831">
                  <c:v>57201</c:v>
                </c:pt>
                <c:pt idx="14832">
                  <c:v>57202</c:v>
                </c:pt>
                <c:pt idx="14833">
                  <c:v>57203</c:v>
                </c:pt>
                <c:pt idx="14834">
                  <c:v>57204</c:v>
                </c:pt>
                <c:pt idx="14835">
                  <c:v>57205</c:v>
                </c:pt>
                <c:pt idx="14836">
                  <c:v>57206</c:v>
                </c:pt>
                <c:pt idx="14837">
                  <c:v>57207</c:v>
                </c:pt>
                <c:pt idx="14838">
                  <c:v>57208</c:v>
                </c:pt>
                <c:pt idx="14839">
                  <c:v>57209</c:v>
                </c:pt>
                <c:pt idx="14840">
                  <c:v>57210</c:v>
                </c:pt>
                <c:pt idx="14841">
                  <c:v>57211</c:v>
                </c:pt>
                <c:pt idx="14842">
                  <c:v>57212</c:v>
                </c:pt>
                <c:pt idx="14843">
                  <c:v>57213</c:v>
                </c:pt>
                <c:pt idx="14844">
                  <c:v>57214</c:v>
                </c:pt>
                <c:pt idx="14845">
                  <c:v>57215</c:v>
                </c:pt>
                <c:pt idx="14846">
                  <c:v>57216</c:v>
                </c:pt>
                <c:pt idx="14847">
                  <c:v>57217</c:v>
                </c:pt>
                <c:pt idx="14848">
                  <c:v>57218</c:v>
                </c:pt>
                <c:pt idx="14849">
                  <c:v>57219</c:v>
                </c:pt>
                <c:pt idx="14850">
                  <c:v>57220</c:v>
                </c:pt>
                <c:pt idx="14851">
                  <c:v>57221</c:v>
                </c:pt>
                <c:pt idx="14852">
                  <c:v>57222</c:v>
                </c:pt>
                <c:pt idx="14853">
                  <c:v>57223</c:v>
                </c:pt>
                <c:pt idx="14854">
                  <c:v>57224</c:v>
                </c:pt>
                <c:pt idx="14855">
                  <c:v>57225</c:v>
                </c:pt>
                <c:pt idx="14856">
                  <c:v>57226</c:v>
                </c:pt>
                <c:pt idx="14857">
                  <c:v>57227</c:v>
                </c:pt>
                <c:pt idx="14858">
                  <c:v>57228</c:v>
                </c:pt>
                <c:pt idx="14859">
                  <c:v>57229</c:v>
                </c:pt>
                <c:pt idx="14860">
                  <c:v>57230</c:v>
                </c:pt>
                <c:pt idx="14861">
                  <c:v>57231</c:v>
                </c:pt>
                <c:pt idx="14862">
                  <c:v>57232</c:v>
                </c:pt>
                <c:pt idx="14863">
                  <c:v>57233</c:v>
                </c:pt>
                <c:pt idx="14864">
                  <c:v>57234</c:v>
                </c:pt>
                <c:pt idx="14865">
                  <c:v>57235</c:v>
                </c:pt>
                <c:pt idx="14866">
                  <c:v>57236</c:v>
                </c:pt>
                <c:pt idx="14867">
                  <c:v>57237</c:v>
                </c:pt>
                <c:pt idx="14868">
                  <c:v>57238</c:v>
                </c:pt>
                <c:pt idx="14869">
                  <c:v>57239</c:v>
                </c:pt>
                <c:pt idx="14870">
                  <c:v>57240</c:v>
                </c:pt>
                <c:pt idx="14871">
                  <c:v>57241</c:v>
                </c:pt>
                <c:pt idx="14872">
                  <c:v>57242</c:v>
                </c:pt>
                <c:pt idx="14873">
                  <c:v>57243</c:v>
                </c:pt>
                <c:pt idx="14874">
                  <c:v>57244</c:v>
                </c:pt>
                <c:pt idx="14875">
                  <c:v>57245</c:v>
                </c:pt>
                <c:pt idx="14876">
                  <c:v>57246</c:v>
                </c:pt>
                <c:pt idx="14877">
                  <c:v>57247</c:v>
                </c:pt>
                <c:pt idx="14878">
                  <c:v>57248</c:v>
                </c:pt>
                <c:pt idx="14879">
                  <c:v>57249</c:v>
                </c:pt>
                <c:pt idx="14880">
                  <c:v>57250</c:v>
                </c:pt>
                <c:pt idx="14881">
                  <c:v>57251</c:v>
                </c:pt>
                <c:pt idx="14882">
                  <c:v>57252</c:v>
                </c:pt>
                <c:pt idx="14883">
                  <c:v>57253</c:v>
                </c:pt>
                <c:pt idx="14884">
                  <c:v>57254</c:v>
                </c:pt>
                <c:pt idx="14885">
                  <c:v>57255</c:v>
                </c:pt>
                <c:pt idx="14886">
                  <c:v>57256</c:v>
                </c:pt>
                <c:pt idx="14887">
                  <c:v>57257</c:v>
                </c:pt>
                <c:pt idx="14888">
                  <c:v>57258</c:v>
                </c:pt>
                <c:pt idx="14889">
                  <c:v>57259</c:v>
                </c:pt>
                <c:pt idx="14890">
                  <c:v>57260</c:v>
                </c:pt>
                <c:pt idx="14891">
                  <c:v>57261</c:v>
                </c:pt>
                <c:pt idx="14892">
                  <c:v>57262</c:v>
                </c:pt>
                <c:pt idx="14893">
                  <c:v>57263</c:v>
                </c:pt>
                <c:pt idx="14894">
                  <c:v>57264</c:v>
                </c:pt>
                <c:pt idx="14895">
                  <c:v>57265</c:v>
                </c:pt>
                <c:pt idx="14896">
                  <c:v>57266</c:v>
                </c:pt>
                <c:pt idx="14897">
                  <c:v>57267</c:v>
                </c:pt>
                <c:pt idx="14898">
                  <c:v>57268</c:v>
                </c:pt>
                <c:pt idx="14899">
                  <c:v>57269</c:v>
                </c:pt>
                <c:pt idx="14900">
                  <c:v>57270</c:v>
                </c:pt>
                <c:pt idx="14901">
                  <c:v>57271</c:v>
                </c:pt>
                <c:pt idx="14902">
                  <c:v>57272</c:v>
                </c:pt>
                <c:pt idx="14903">
                  <c:v>57273</c:v>
                </c:pt>
                <c:pt idx="14904">
                  <c:v>57274</c:v>
                </c:pt>
                <c:pt idx="14905">
                  <c:v>57275</c:v>
                </c:pt>
                <c:pt idx="14906">
                  <c:v>57276</c:v>
                </c:pt>
                <c:pt idx="14907">
                  <c:v>57277</c:v>
                </c:pt>
                <c:pt idx="14908">
                  <c:v>57278</c:v>
                </c:pt>
                <c:pt idx="14909">
                  <c:v>57279</c:v>
                </c:pt>
                <c:pt idx="14910">
                  <c:v>57280</c:v>
                </c:pt>
                <c:pt idx="14911">
                  <c:v>57281</c:v>
                </c:pt>
                <c:pt idx="14912">
                  <c:v>57282</c:v>
                </c:pt>
                <c:pt idx="14913">
                  <c:v>57283</c:v>
                </c:pt>
                <c:pt idx="14914">
                  <c:v>57284</c:v>
                </c:pt>
                <c:pt idx="14915">
                  <c:v>57285</c:v>
                </c:pt>
                <c:pt idx="14916">
                  <c:v>57286</c:v>
                </c:pt>
                <c:pt idx="14917">
                  <c:v>57287</c:v>
                </c:pt>
                <c:pt idx="14918">
                  <c:v>57288</c:v>
                </c:pt>
                <c:pt idx="14919">
                  <c:v>57289</c:v>
                </c:pt>
                <c:pt idx="14920">
                  <c:v>57290</c:v>
                </c:pt>
                <c:pt idx="14921">
                  <c:v>57291</c:v>
                </c:pt>
                <c:pt idx="14922">
                  <c:v>57292</c:v>
                </c:pt>
                <c:pt idx="14923">
                  <c:v>57293</c:v>
                </c:pt>
                <c:pt idx="14924">
                  <c:v>57294</c:v>
                </c:pt>
                <c:pt idx="14925">
                  <c:v>57295</c:v>
                </c:pt>
                <c:pt idx="14926">
                  <c:v>57296</c:v>
                </c:pt>
                <c:pt idx="14927">
                  <c:v>57297</c:v>
                </c:pt>
                <c:pt idx="14928">
                  <c:v>57298</c:v>
                </c:pt>
                <c:pt idx="14929">
                  <c:v>57299</c:v>
                </c:pt>
                <c:pt idx="14930">
                  <c:v>57300</c:v>
                </c:pt>
                <c:pt idx="14931">
                  <c:v>57301</c:v>
                </c:pt>
                <c:pt idx="14932">
                  <c:v>57302</c:v>
                </c:pt>
                <c:pt idx="14933">
                  <c:v>57303</c:v>
                </c:pt>
                <c:pt idx="14934">
                  <c:v>57304</c:v>
                </c:pt>
                <c:pt idx="14935">
                  <c:v>57305</c:v>
                </c:pt>
                <c:pt idx="14936">
                  <c:v>57306</c:v>
                </c:pt>
                <c:pt idx="14937">
                  <c:v>57307</c:v>
                </c:pt>
                <c:pt idx="14938">
                  <c:v>57308</c:v>
                </c:pt>
                <c:pt idx="14939">
                  <c:v>57309</c:v>
                </c:pt>
                <c:pt idx="14940">
                  <c:v>57310</c:v>
                </c:pt>
                <c:pt idx="14941">
                  <c:v>57311</c:v>
                </c:pt>
                <c:pt idx="14942">
                  <c:v>57312</c:v>
                </c:pt>
                <c:pt idx="14943">
                  <c:v>57313</c:v>
                </c:pt>
                <c:pt idx="14944">
                  <c:v>57314</c:v>
                </c:pt>
                <c:pt idx="14945">
                  <c:v>57315</c:v>
                </c:pt>
                <c:pt idx="14946">
                  <c:v>57316</c:v>
                </c:pt>
                <c:pt idx="14947">
                  <c:v>57317</c:v>
                </c:pt>
                <c:pt idx="14948">
                  <c:v>57318</c:v>
                </c:pt>
                <c:pt idx="14949">
                  <c:v>57319</c:v>
                </c:pt>
                <c:pt idx="14950">
                  <c:v>57320</c:v>
                </c:pt>
                <c:pt idx="14951">
                  <c:v>57321</c:v>
                </c:pt>
                <c:pt idx="14952">
                  <c:v>57322</c:v>
                </c:pt>
                <c:pt idx="14953">
                  <c:v>57323</c:v>
                </c:pt>
                <c:pt idx="14954">
                  <c:v>57324</c:v>
                </c:pt>
                <c:pt idx="14955">
                  <c:v>57325</c:v>
                </c:pt>
                <c:pt idx="14956">
                  <c:v>57326</c:v>
                </c:pt>
                <c:pt idx="14957">
                  <c:v>57327</c:v>
                </c:pt>
                <c:pt idx="14958">
                  <c:v>57328</c:v>
                </c:pt>
                <c:pt idx="14959">
                  <c:v>57329</c:v>
                </c:pt>
                <c:pt idx="14960">
                  <c:v>57330</c:v>
                </c:pt>
                <c:pt idx="14961">
                  <c:v>57331</c:v>
                </c:pt>
                <c:pt idx="14962">
                  <c:v>57332</c:v>
                </c:pt>
                <c:pt idx="14963">
                  <c:v>57333</c:v>
                </c:pt>
                <c:pt idx="14964">
                  <c:v>57334</c:v>
                </c:pt>
                <c:pt idx="14965">
                  <c:v>57335</c:v>
                </c:pt>
                <c:pt idx="14966">
                  <c:v>57336</c:v>
                </c:pt>
                <c:pt idx="14967">
                  <c:v>57337</c:v>
                </c:pt>
                <c:pt idx="14968">
                  <c:v>57338</c:v>
                </c:pt>
                <c:pt idx="14969">
                  <c:v>57339</c:v>
                </c:pt>
                <c:pt idx="14970">
                  <c:v>57340</c:v>
                </c:pt>
                <c:pt idx="14971">
                  <c:v>57341</c:v>
                </c:pt>
                <c:pt idx="14972">
                  <c:v>57342</c:v>
                </c:pt>
                <c:pt idx="14973">
                  <c:v>57343</c:v>
                </c:pt>
                <c:pt idx="14974">
                  <c:v>57344</c:v>
                </c:pt>
                <c:pt idx="14975">
                  <c:v>57345</c:v>
                </c:pt>
                <c:pt idx="14976">
                  <c:v>57346</c:v>
                </c:pt>
                <c:pt idx="14977">
                  <c:v>57347</c:v>
                </c:pt>
                <c:pt idx="14978">
                  <c:v>57348</c:v>
                </c:pt>
                <c:pt idx="14979">
                  <c:v>57349</c:v>
                </c:pt>
                <c:pt idx="14980">
                  <c:v>57350</c:v>
                </c:pt>
                <c:pt idx="14981">
                  <c:v>57351</c:v>
                </c:pt>
                <c:pt idx="14982">
                  <c:v>57352</c:v>
                </c:pt>
                <c:pt idx="14983">
                  <c:v>57353</c:v>
                </c:pt>
                <c:pt idx="14984">
                  <c:v>57354</c:v>
                </c:pt>
                <c:pt idx="14985">
                  <c:v>57355</c:v>
                </c:pt>
                <c:pt idx="14986">
                  <c:v>57356</c:v>
                </c:pt>
                <c:pt idx="14987">
                  <c:v>57357</c:v>
                </c:pt>
                <c:pt idx="14988">
                  <c:v>57358</c:v>
                </c:pt>
                <c:pt idx="14989">
                  <c:v>57359</c:v>
                </c:pt>
                <c:pt idx="14990">
                  <c:v>57360</c:v>
                </c:pt>
                <c:pt idx="14991">
                  <c:v>57361</c:v>
                </c:pt>
                <c:pt idx="14992">
                  <c:v>57362</c:v>
                </c:pt>
                <c:pt idx="14993">
                  <c:v>57363</c:v>
                </c:pt>
                <c:pt idx="14994">
                  <c:v>57364</c:v>
                </c:pt>
                <c:pt idx="14995">
                  <c:v>57365</c:v>
                </c:pt>
                <c:pt idx="14996">
                  <c:v>57366</c:v>
                </c:pt>
                <c:pt idx="14997">
                  <c:v>57367</c:v>
                </c:pt>
                <c:pt idx="14998">
                  <c:v>57368</c:v>
                </c:pt>
                <c:pt idx="14999">
                  <c:v>57369</c:v>
                </c:pt>
                <c:pt idx="15000">
                  <c:v>57370</c:v>
                </c:pt>
                <c:pt idx="15001">
                  <c:v>57371</c:v>
                </c:pt>
                <c:pt idx="15002">
                  <c:v>57372</c:v>
                </c:pt>
                <c:pt idx="15003">
                  <c:v>57373</c:v>
                </c:pt>
                <c:pt idx="15004">
                  <c:v>57374</c:v>
                </c:pt>
                <c:pt idx="15005">
                  <c:v>57375</c:v>
                </c:pt>
                <c:pt idx="15006">
                  <c:v>57376</c:v>
                </c:pt>
                <c:pt idx="15007">
                  <c:v>57377</c:v>
                </c:pt>
                <c:pt idx="15008">
                  <c:v>57378</c:v>
                </c:pt>
                <c:pt idx="15009">
                  <c:v>57379</c:v>
                </c:pt>
                <c:pt idx="15010">
                  <c:v>57380</c:v>
                </c:pt>
                <c:pt idx="15011">
                  <c:v>57381</c:v>
                </c:pt>
                <c:pt idx="15012">
                  <c:v>57382</c:v>
                </c:pt>
                <c:pt idx="15013">
                  <c:v>57383</c:v>
                </c:pt>
                <c:pt idx="15014">
                  <c:v>57384</c:v>
                </c:pt>
                <c:pt idx="15015">
                  <c:v>57385</c:v>
                </c:pt>
                <c:pt idx="15016">
                  <c:v>57386</c:v>
                </c:pt>
                <c:pt idx="15017">
                  <c:v>57387</c:v>
                </c:pt>
                <c:pt idx="15018">
                  <c:v>57388</c:v>
                </c:pt>
                <c:pt idx="15019">
                  <c:v>57389</c:v>
                </c:pt>
                <c:pt idx="15020">
                  <c:v>57390</c:v>
                </c:pt>
                <c:pt idx="15021">
                  <c:v>57391</c:v>
                </c:pt>
                <c:pt idx="15022">
                  <c:v>57392</c:v>
                </c:pt>
                <c:pt idx="15023">
                  <c:v>57393</c:v>
                </c:pt>
                <c:pt idx="15024">
                  <c:v>57394</c:v>
                </c:pt>
                <c:pt idx="15025">
                  <c:v>57395</c:v>
                </c:pt>
                <c:pt idx="15026">
                  <c:v>57396</c:v>
                </c:pt>
                <c:pt idx="15027">
                  <c:v>57397</c:v>
                </c:pt>
                <c:pt idx="15028">
                  <c:v>57398</c:v>
                </c:pt>
                <c:pt idx="15029">
                  <c:v>57399</c:v>
                </c:pt>
                <c:pt idx="15030">
                  <c:v>57400</c:v>
                </c:pt>
                <c:pt idx="15031">
                  <c:v>57401</c:v>
                </c:pt>
                <c:pt idx="15032">
                  <c:v>57402</c:v>
                </c:pt>
                <c:pt idx="15033">
                  <c:v>57403</c:v>
                </c:pt>
                <c:pt idx="15034">
                  <c:v>57404</c:v>
                </c:pt>
                <c:pt idx="15035">
                  <c:v>57405</c:v>
                </c:pt>
                <c:pt idx="15036">
                  <c:v>57406</c:v>
                </c:pt>
                <c:pt idx="15037">
                  <c:v>57407</c:v>
                </c:pt>
                <c:pt idx="15038">
                  <c:v>57408</c:v>
                </c:pt>
                <c:pt idx="15039">
                  <c:v>57409</c:v>
                </c:pt>
                <c:pt idx="15040">
                  <c:v>57410</c:v>
                </c:pt>
                <c:pt idx="15041">
                  <c:v>57411</c:v>
                </c:pt>
                <c:pt idx="15042">
                  <c:v>57412</c:v>
                </c:pt>
                <c:pt idx="15043">
                  <c:v>57413</c:v>
                </c:pt>
                <c:pt idx="15044">
                  <c:v>57414</c:v>
                </c:pt>
                <c:pt idx="15045">
                  <c:v>57415</c:v>
                </c:pt>
                <c:pt idx="15046">
                  <c:v>57416</c:v>
                </c:pt>
                <c:pt idx="15047">
                  <c:v>57417</c:v>
                </c:pt>
                <c:pt idx="15048">
                  <c:v>57418</c:v>
                </c:pt>
                <c:pt idx="15049">
                  <c:v>57419</c:v>
                </c:pt>
                <c:pt idx="15050">
                  <c:v>57420</c:v>
                </c:pt>
                <c:pt idx="15051">
                  <c:v>57421</c:v>
                </c:pt>
                <c:pt idx="15052">
                  <c:v>57422</c:v>
                </c:pt>
                <c:pt idx="15053">
                  <c:v>57423</c:v>
                </c:pt>
                <c:pt idx="15054">
                  <c:v>57424</c:v>
                </c:pt>
                <c:pt idx="15055">
                  <c:v>57425</c:v>
                </c:pt>
                <c:pt idx="15056">
                  <c:v>57426</c:v>
                </c:pt>
                <c:pt idx="15057">
                  <c:v>57427</c:v>
                </c:pt>
                <c:pt idx="15058">
                  <c:v>57428</c:v>
                </c:pt>
                <c:pt idx="15059">
                  <c:v>57429</c:v>
                </c:pt>
                <c:pt idx="15060">
                  <c:v>57430</c:v>
                </c:pt>
                <c:pt idx="15061">
                  <c:v>57431</c:v>
                </c:pt>
                <c:pt idx="15062">
                  <c:v>57432</c:v>
                </c:pt>
                <c:pt idx="15063">
                  <c:v>57433</c:v>
                </c:pt>
                <c:pt idx="15064">
                  <c:v>57434</c:v>
                </c:pt>
                <c:pt idx="15065">
                  <c:v>57435</c:v>
                </c:pt>
                <c:pt idx="15066">
                  <c:v>57436</c:v>
                </c:pt>
                <c:pt idx="15067">
                  <c:v>57437</c:v>
                </c:pt>
                <c:pt idx="15068">
                  <c:v>57438</c:v>
                </c:pt>
                <c:pt idx="15069">
                  <c:v>57439</c:v>
                </c:pt>
                <c:pt idx="15070">
                  <c:v>57440</c:v>
                </c:pt>
                <c:pt idx="15071">
                  <c:v>57441</c:v>
                </c:pt>
                <c:pt idx="15072">
                  <c:v>57442</c:v>
                </c:pt>
                <c:pt idx="15073">
                  <c:v>57443</c:v>
                </c:pt>
                <c:pt idx="15074">
                  <c:v>57444</c:v>
                </c:pt>
                <c:pt idx="15075">
                  <c:v>57445</c:v>
                </c:pt>
                <c:pt idx="15076">
                  <c:v>57446</c:v>
                </c:pt>
                <c:pt idx="15077">
                  <c:v>57447</c:v>
                </c:pt>
                <c:pt idx="15078">
                  <c:v>57448</c:v>
                </c:pt>
                <c:pt idx="15079">
                  <c:v>57449</c:v>
                </c:pt>
                <c:pt idx="15080">
                  <c:v>57450</c:v>
                </c:pt>
                <c:pt idx="15081">
                  <c:v>57451</c:v>
                </c:pt>
                <c:pt idx="15082">
                  <c:v>57452</c:v>
                </c:pt>
                <c:pt idx="15083">
                  <c:v>57453</c:v>
                </c:pt>
                <c:pt idx="15084">
                  <c:v>57454</c:v>
                </c:pt>
                <c:pt idx="15085">
                  <c:v>57455</c:v>
                </c:pt>
                <c:pt idx="15086">
                  <c:v>57456</c:v>
                </c:pt>
                <c:pt idx="15087">
                  <c:v>57457</c:v>
                </c:pt>
                <c:pt idx="15088">
                  <c:v>57458</c:v>
                </c:pt>
                <c:pt idx="15089">
                  <c:v>57459</c:v>
                </c:pt>
                <c:pt idx="15090">
                  <c:v>57460</c:v>
                </c:pt>
                <c:pt idx="15091">
                  <c:v>57461</c:v>
                </c:pt>
                <c:pt idx="15092">
                  <c:v>57462</c:v>
                </c:pt>
                <c:pt idx="15093">
                  <c:v>57463</c:v>
                </c:pt>
                <c:pt idx="15094">
                  <c:v>57464</c:v>
                </c:pt>
                <c:pt idx="15095">
                  <c:v>57465</c:v>
                </c:pt>
                <c:pt idx="15096">
                  <c:v>57466</c:v>
                </c:pt>
                <c:pt idx="15097">
                  <c:v>57467</c:v>
                </c:pt>
                <c:pt idx="15098">
                  <c:v>57468</c:v>
                </c:pt>
                <c:pt idx="15099">
                  <c:v>57469</c:v>
                </c:pt>
                <c:pt idx="15100">
                  <c:v>57470</c:v>
                </c:pt>
                <c:pt idx="15101">
                  <c:v>57471</c:v>
                </c:pt>
                <c:pt idx="15102">
                  <c:v>57472</c:v>
                </c:pt>
                <c:pt idx="15103">
                  <c:v>57473</c:v>
                </c:pt>
                <c:pt idx="15104">
                  <c:v>57474</c:v>
                </c:pt>
                <c:pt idx="15105">
                  <c:v>57475</c:v>
                </c:pt>
                <c:pt idx="15106">
                  <c:v>57476</c:v>
                </c:pt>
                <c:pt idx="15107">
                  <c:v>57477</c:v>
                </c:pt>
                <c:pt idx="15108">
                  <c:v>57478</c:v>
                </c:pt>
                <c:pt idx="15109">
                  <c:v>57479</c:v>
                </c:pt>
                <c:pt idx="15110">
                  <c:v>57480</c:v>
                </c:pt>
                <c:pt idx="15111">
                  <c:v>57481</c:v>
                </c:pt>
                <c:pt idx="15112">
                  <c:v>57482</c:v>
                </c:pt>
                <c:pt idx="15113">
                  <c:v>57483</c:v>
                </c:pt>
                <c:pt idx="15114">
                  <c:v>57484</c:v>
                </c:pt>
                <c:pt idx="15115">
                  <c:v>57485</c:v>
                </c:pt>
                <c:pt idx="15116">
                  <c:v>57486</c:v>
                </c:pt>
                <c:pt idx="15117">
                  <c:v>57487</c:v>
                </c:pt>
                <c:pt idx="15118">
                  <c:v>57488</c:v>
                </c:pt>
                <c:pt idx="15119">
                  <c:v>57489</c:v>
                </c:pt>
                <c:pt idx="15120">
                  <c:v>57490</c:v>
                </c:pt>
                <c:pt idx="15121">
                  <c:v>57491</c:v>
                </c:pt>
                <c:pt idx="15122">
                  <c:v>57492</c:v>
                </c:pt>
                <c:pt idx="15123">
                  <c:v>57493</c:v>
                </c:pt>
                <c:pt idx="15124">
                  <c:v>57494</c:v>
                </c:pt>
                <c:pt idx="15125">
                  <c:v>57495</c:v>
                </c:pt>
                <c:pt idx="15126">
                  <c:v>57496</c:v>
                </c:pt>
                <c:pt idx="15127">
                  <c:v>57497</c:v>
                </c:pt>
                <c:pt idx="15128">
                  <c:v>57498</c:v>
                </c:pt>
                <c:pt idx="15129">
                  <c:v>57499</c:v>
                </c:pt>
                <c:pt idx="15130">
                  <c:v>57500</c:v>
                </c:pt>
                <c:pt idx="15131">
                  <c:v>57501</c:v>
                </c:pt>
                <c:pt idx="15132">
                  <c:v>57502</c:v>
                </c:pt>
                <c:pt idx="15133">
                  <c:v>57503</c:v>
                </c:pt>
                <c:pt idx="15134">
                  <c:v>57504</c:v>
                </c:pt>
                <c:pt idx="15135">
                  <c:v>57505</c:v>
                </c:pt>
                <c:pt idx="15136">
                  <c:v>57506</c:v>
                </c:pt>
                <c:pt idx="15137">
                  <c:v>57507</c:v>
                </c:pt>
                <c:pt idx="15138">
                  <c:v>57508</c:v>
                </c:pt>
                <c:pt idx="15139">
                  <c:v>57509</c:v>
                </c:pt>
                <c:pt idx="15140">
                  <c:v>57510</c:v>
                </c:pt>
                <c:pt idx="15141">
                  <c:v>57511</c:v>
                </c:pt>
                <c:pt idx="15142">
                  <c:v>57512</c:v>
                </c:pt>
                <c:pt idx="15143">
                  <c:v>57513</c:v>
                </c:pt>
                <c:pt idx="15144">
                  <c:v>57514</c:v>
                </c:pt>
                <c:pt idx="15145">
                  <c:v>57515</c:v>
                </c:pt>
                <c:pt idx="15146">
                  <c:v>57516</c:v>
                </c:pt>
                <c:pt idx="15147">
                  <c:v>57517</c:v>
                </c:pt>
                <c:pt idx="15148">
                  <c:v>57518</c:v>
                </c:pt>
                <c:pt idx="15149">
                  <c:v>57519</c:v>
                </c:pt>
                <c:pt idx="15150">
                  <c:v>57520</c:v>
                </c:pt>
                <c:pt idx="15151">
                  <c:v>57521</c:v>
                </c:pt>
                <c:pt idx="15152">
                  <c:v>57522</c:v>
                </c:pt>
                <c:pt idx="15153">
                  <c:v>57523</c:v>
                </c:pt>
                <c:pt idx="15154">
                  <c:v>57524</c:v>
                </c:pt>
                <c:pt idx="15155">
                  <c:v>57525</c:v>
                </c:pt>
                <c:pt idx="15156">
                  <c:v>57526</c:v>
                </c:pt>
                <c:pt idx="15157">
                  <c:v>57527</c:v>
                </c:pt>
                <c:pt idx="15158">
                  <c:v>57528</c:v>
                </c:pt>
                <c:pt idx="15159">
                  <c:v>57529</c:v>
                </c:pt>
                <c:pt idx="15160">
                  <c:v>57530</c:v>
                </c:pt>
                <c:pt idx="15161">
                  <c:v>57531</c:v>
                </c:pt>
                <c:pt idx="15162">
                  <c:v>57532</c:v>
                </c:pt>
                <c:pt idx="15163">
                  <c:v>57533</c:v>
                </c:pt>
                <c:pt idx="15164">
                  <c:v>57534</c:v>
                </c:pt>
                <c:pt idx="15165">
                  <c:v>57535</c:v>
                </c:pt>
                <c:pt idx="15166">
                  <c:v>57536</c:v>
                </c:pt>
                <c:pt idx="15167">
                  <c:v>57537</c:v>
                </c:pt>
                <c:pt idx="15168">
                  <c:v>57538</c:v>
                </c:pt>
                <c:pt idx="15169">
                  <c:v>57539</c:v>
                </c:pt>
                <c:pt idx="15170">
                  <c:v>57540</c:v>
                </c:pt>
                <c:pt idx="15171">
                  <c:v>57541</c:v>
                </c:pt>
                <c:pt idx="15172">
                  <c:v>57542</c:v>
                </c:pt>
                <c:pt idx="15173">
                  <c:v>57543</c:v>
                </c:pt>
                <c:pt idx="15174">
                  <c:v>57544</c:v>
                </c:pt>
                <c:pt idx="15175">
                  <c:v>57545</c:v>
                </c:pt>
                <c:pt idx="15176">
                  <c:v>57546</c:v>
                </c:pt>
                <c:pt idx="15177">
                  <c:v>57547</c:v>
                </c:pt>
                <c:pt idx="15178">
                  <c:v>57548</c:v>
                </c:pt>
                <c:pt idx="15179">
                  <c:v>57549</c:v>
                </c:pt>
                <c:pt idx="15180">
                  <c:v>57550</c:v>
                </c:pt>
                <c:pt idx="15181">
                  <c:v>57551</c:v>
                </c:pt>
                <c:pt idx="15182">
                  <c:v>57552</c:v>
                </c:pt>
                <c:pt idx="15183">
                  <c:v>57553</c:v>
                </c:pt>
                <c:pt idx="15184">
                  <c:v>57554</c:v>
                </c:pt>
                <c:pt idx="15185">
                  <c:v>57555</c:v>
                </c:pt>
                <c:pt idx="15186">
                  <c:v>57556</c:v>
                </c:pt>
                <c:pt idx="15187">
                  <c:v>57557</c:v>
                </c:pt>
                <c:pt idx="15188">
                  <c:v>57558</c:v>
                </c:pt>
                <c:pt idx="15189">
                  <c:v>57559</c:v>
                </c:pt>
                <c:pt idx="15190">
                  <c:v>57560</c:v>
                </c:pt>
                <c:pt idx="15191">
                  <c:v>57561</c:v>
                </c:pt>
                <c:pt idx="15192">
                  <c:v>57562</c:v>
                </c:pt>
                <c:pt idx="15193">
                  <c:v>57563</c:v>
                </c:pt>
                <c:pt idx="15194">
                  <c:v>57564</c:v>
                </c:pt>
                <c:pt idx="15195">
                  <c:v>57565</c:v>
                </c:pt>
                <c:pt idx="15196">
                  <c:v>57566</c:v>
                </c:pt>
                <c:pt idx="15197">
                  <c:v>57567</c:v>
                </c:pt>
                <c:pt idx="15198">
                  <c:v>57568</c:v>
                </c:pt>
                <c:pt idx="15199">
                  <c:v>57569</c:v>
                </c:pt>
                <c:pt idx="15200">
                  <c:v>57570</c:v>
                </c:pt>
                <c:pt idx="15201">
                  <c:v>57571</c:v>
                </c:pt>
                <c:pt idx="15202">
                  <c:v>57572</c:v>
                </c:pt>
                <c:pt idx="15203">
                  <c:v>57573</c:v>
                </c:pt>
                <c:pt idx="15204">
                  <c:v>57574</c:v>
                </c:pt>
                <c:pt idx="15205">
                  <c:v>57575</c:v>
                </c:pt>
                <c:pt idx="15206">
                  <c:v>57576</c:v>
                </c:pt>
                <c:pt idx="15207">
                  <c:v>57577</c:v>
                </c:pt>
                <c:pt idx="15208">
                  <c:v>57578</c:v>
                </c:pt>
                <c:pt idx="15209">
                  <c:v>57579</c:v>
                </c:pt>
                <c:pt idx="15210">
                  <c:v>57580</c:v>
                </c:pt>
                <c:pt idx="15211">
                  <c:v>57581</c:v>
                </c:pt>
                <c:pt idx="15212">
                  <c:v>57582</c:v>
                </c:pt>
                <c:pt idx="15213">
                  <c:v>57583</c:v>
                </c:pt>
                <c:pt idx="15214">
                  <c:v>57584</c:v>
                </c:pt>
                <c:pt idx="15215">
                  <c:v>57585</c:v>
                </c:pt>
                <c:pt idx="15216">
                  <c:v>57586</c:v>
                </c:pt>
                <c:pt idx="15217">
                  <c:v>57587</c:v>
                </c:pt>
                <c:pt idx="15218">
                  <c:v>57588</c:v>
                </c:pt>
                <c:pt idx="15219">
                  <c:v>57589</c:v>
                </c:pt>
                <c:pt idx="15220">
                  <c:v>57590</c:v>
                </c:pt>
                <c:pt idx="15221">
                  <c:v>57591</c:v>
                </c:pt>
                <c:pt idx="15222">
                  <c:v>57592</c:v>
                </c:pt>
                <c:pt idx="15223">
                  <c:v>57593</c:v>
                </c:pt>
                <c:pt idx="15224">
                  <c:v>57594</c:v>
                </c:pt>
                <c:pt idx="15225">
                  <c:v>57595</c:v>
                </c:pt>
                <c:pt idx="15226">
                  <c:v>57596</c:v>
                </c:pt>
                <c:pt idx="15227">
                  <c:v>57597</c:v>
                </c:pt>
                <c:pt idx="15228">
                  <c:v>57598</c:v>
                </c:pt>
                <c:pt idx="15229">
                  <c:v>57599</c:v>
                </c:pt>
                <c:pt idx="15230">
                  <c:v>57600</c:v>
                </c:pt>
                <c:pt idx="15231">
                  <c:v>57601</c:v>
                </c:pt>
                <c:pt idx="15232">
                  <c:v>57602</c:v>
                </c:pt>
                <c:pt idx="15233">
                  <c:v>57603</c:v>
                </c:pt>
                <c:pt idx="15234">
                  <c:v>57604</c:v>
                </c:pt>
                <c:pt idx="15235">
                  <c:v>57605</c:v>
                </c:pt>
                <c:pt idx="15236">
                  <c:v>57606</c:v>
                </c:pt>
                <c:pt idx="15237">
                  <c:v>57607</c:v>
                </c:pt>
                <c:pt idx="15238">
                  <c:v>57608</c:v>
                </c:pt>
                <c:pt idx="15239">
                  <c:v>57609</c:v>
                </c:pt>
                <c:pt idx="15240">
                  <c:v>57610</c:v>
                </c:pt>
                <c:pt idx="15241">
                  <c:v>57611</c:v>
                </c:pt>
                <c:pt idx="15242">
                  <c:v>57612</c:v>
                </c:pt>
                <c:pt idx="15243">
                  <c:v>57613</c:v>
                </c:pt>
                <c:pt idx="15244">
                  <c:v>57614</c:v>
                </c:pt>
                <c:pt idx="15245">
                  <c:v>57615</c:v>
                </c:pt>
                <c:pt idx="15246">
                  <c:v>57616</c:v>
                </c:pt>
                <c:pt idx="15247">
                  <c:v>57617</c:v>
                </c:pt>
                <c:pt idx="15248">
                  <c:v>57618</c:v>
                </c:pt>
                <c:pt idx="15249">
                  <c:v>57619</c:v>
                </c:pt>
                <c:pt idx="15250">
                  <c:v>57620</c:v>
                </c:pt>
                <c:pt idx="15251">
                  <c:v>57621</c:v>
                </c:pt>
                <c:pt idx="15252">
                  <c:v>57622</c:v>
                </c:pt>
                <c:pt idx="15253">
                  <c:v>57623</c:v>
                </c:pt>
                <c:pt idx="15254">
                  <c:v>57624</c:v>
                </c:pt>
                <c:pt idx="15255">
                  <c:v>57625</c:v>
                </c:pt>
                <c:pt idx="15256">
                  <c:v>57626</c:v>
                </c:pt>
                <c:pt idx="15257">
                  <c:v>57627</c:v>
                </c:pt>
                <c:pt idx="15258">
                  <c:v>57628</c:v>
                </c:pt>
                <c:pt idx="15259">
                  <c:v>57629</c:v>
                </c:pt>
                <c:pt idx="15260">
                  <c:v>57630</c:v>
                </c:pt>
                <c:pt idx="15261">
                  <c:v>57631</c:v>
                </c:pt>
                <c:pt idx="15262">
                  <c:v>57632</c:v>
                </c:pt>
                <c:pt idx="15263">
                  <c:v>57633</c:v>
                </c:pt>
                <c:pt idx="15264">
                  <c:v>57634</c:v>
                </c:pt>
                <c:pt idx="15265">
                  <c:v>57635</c:v>
                </c:pt>
                <c:pt idx="15266">
                  <c:v>57636</c:v>
                </c:pt>
                <c:pt idx="15267">
                  <c:v>57637</c:v>
                </c:pt>
                <c:pt idx="15268">
                  <c:v>57638</c:v>
                </c:pt>
                <c:pt idx="15269">
                  <c:v>57639</c:v>
                </c:pt>
                <c:pt idx="15270">
                  <c:v>57640</c:v>
                </c:pt>
                <c:pt idx="15271">
                  <c:v>57641</c:v>
                </c:pt>
                <c:pt idx="15272">
                  <c:v>57642</c:v>
                </c:pt>
                <c:pt idx="15273">
                  <c:v>57643</c:v>
                </c:pt>
                <c:pt idx="15274">
                  <c:v>57644</c:v>
                </c:pt>
                <c:pt idx="15275">
                  <c:v>57645</c:v>
                </c:pt>
                <c:pt idx="15276">
                  <c:v>57646</c:v>
                </c:pt>
                <c:pt idx="15277">
                  <c:v>57647</c:v>
                </c:pt>
                <c:pt idx="15278">
                  <c:v>57648</c:v>
                </c:pt>
                <c:pt idx="15279">
                  <c:v>57649</c:v>
                </c:pt>
                <c:pt idx="15280">
                  <c:v>57650</c:v>
                </c:pt>
                <c:pt idx="15281">
                  <c:v>57651</c:v>
                </c:pt>
                <c:pt idx="15282">
                  <c:v>57652</c:v>
                </c:pt>
                <c:pt idx="15283">
                  <c:v>57653</c:v>
                </c:pt>
                <c:pt idx="15284">
                  <c:v>57654</c:v>
                </c:pt>
                <c:pt idx="15285">
                  <c:v>57655</c:v>
                </c:pt>
                <c:pt idx="15286">
                  <c:v>57656</c:v>
                </c:pt>
                <c:pt idx="15287">
                  <c:v>57657</c:v>
                </c:pt>
                <c:pt idx="15288">
                  <c:v>57658</c:v>
                </c:pt>
                <c:pt idx="15289">
                  <c:v>57659</c:v>
                </c:pt>
                <c:pt idx="15290">
                  <c:v>57660</c:v>
                </c:pt>
                <c:pt idx="15291">
                  <c:v>57661</c:v>
                </c:pt>
                <c:pt idx="15292">
                  <c:v>57662</c:v>
                </c:pt>
                <c:pt idx="15293">
                  <c:v>57663</c:v>
                </c:pt>
                <c:pt idx="15294">
                  <c:v>57664</c:v>
                </c:pt>
                <c:pt idx="15295">
                  <c:v>57665</c:v>
                </c:pt>
                <c:pt idx="15296">
                  <c:v>57666</c:v>
                </c:pt>
                <c:pt idx="15297">
                  <c:v>57667</c:v>
                </c:pt>
                <c:pt idx="15298">
                  <c:v>57668</c:v>
                </c:pt>
                <c:pt idx="15299">
                  <c:v>57669</c:v>
                </c:pt>
                <c:pt idx="15300">
                  <c:v>57670</c:v>
                </c:pt>
                <c:pt idx="15301">
                  <c:v>57671</c:v>
                </c:pt>
                <c:pt idx="15302">
                  <c:v>57672</c:v>
                </c:pt>
                <c:pt idx="15303">
                  <c:v>57673</c:v>
                </c:pt>
                <c:pt idx="15304">
                  <c:v>57674</c:v>
                </c:pt>
                <c:pt idx="15305">
                  <c:v>57675</c:v>
                </c:pt>
                <c:pt idx="15306">
                  <c:v>57676</c:v>
                </c:pt>
                <c:pt idx="15307">
                  <c:v>57677</c:v>
                </c:pt>
                <c:pt idx="15308">
                  <c:v>57678</c:v>
                </c:pt>
                <c:pt idx="15309">
                  <c:v>57679</c:v>
                </c:pt>
                <c:pt idx="15310">
                  <c:v>57680</c:v>
                </c:pt>
                <c:pt idx="15311">
                  <c:v>57681</c:v>
                </c:pt>
                <c:pt idx="15312">
                  <c:v>57682</c:v>
                </c:pt>
                <c:pt idx="15313">
                  <c:v>57683</c:v>
                </c:pt>
                <c:pt idx="15314">
                  <c:v>57684</c:v>
                </c:pt>
                <c:pt idx="15315">
                  <c:v>57685</c:v>
                </c:pt>
                <c:pt idx="15316">
                  <c:v>57686</c:v>
                </c:pt>
                <c:pt idx="15317">
                  <c:v>57687</c:v>
                </c:pt>
                <c:pt idx="15318">
                  <c:v>57688</c:v>
                </c:pt>
                <c:pt idx="15319">
                  <c:v>57689</c:v>
                </c:pt>
                <c:pt idx="15320">
                  <c:v>57690</c:v>
                </c:pt>
                <c:pt idx="15321">
                  <c:v>57691</c:v>
                </c:pt>
                <c:pt idx="15322">
                  <c:v>57692</c:v>
                </c:pt>
                <c:pt idx="15323">
                  <c:v>57693</c:v>
                </c:pt>
                <c:pt idx="15324">
                  <c:v>57694</c:v>
                </c:pt>
                <c:pt idx="15325">
                  <c:v>57695</c:v>
                </c:pt>
                <c:pt idx="15326">
                  <c:v>57696</c:v>
                </c:pt>
                <c:pt idx="15327">
                  <c:v>57697</c:v>
                </c:pt>
                <c:pt idx="15328">
                  <c:v>57698</c:v>
                </c:pt>
                <c:pt idx="15329">
                  <c:v>57699</c:v>
                </c:pt>
                <c:pt idx="15330">
                  <c:v>57700</c:v>
                </c:pt>
                <c:pt idx="15331">
                  <c:v>57701</c:v>
                </c:pt>
                <c:pt idx="15332">
                  <c:v>57702</c:v>
                </c:pt>
                <c:pt idx="15333">
                  <c:v>57703</c:v>
                </c:pt>
                <c:pt idx="15334">
                  <c:v>57704</c:v>
                </c:pt>
                <c:pt idx="15335">
                  <c:v>57705</c:v>
                </c:pt>
                <c:pt idx="15336">
                  <c:v>57706</c:v>
                </c:pt>
                <c:pt idx="15337">
                  <c:v>57707</c:v>
                </c:pt>
                <c:pt idx="15338">
                  <c:v>57708</c:v>
                </c:pt>
                <c:pt idx="15339">
                  <c:v>57709</c:v>
                </c:pt>
                <c:pt idx="15340">
                  <c:v>57710</c:v>
                </c:pt>
                <c:pt idx="15341">
                  <c:v>57711</c:v>
                </c:pt>
                <c:pt idx="15342">
                  <c:v>57712</c:v>
                </c:pt>
                <c:pt idx="15343">
                  <c:v>57713</c:v>
                </c:pt>
                <c:pt idx="15344">
                  <c:v>57714</c:v>
                </c:pt>
                <c:pt idx="15345">
                  <c:v>57715</c:v>
                </c:pt>
                <c:pt idx="15346">
                  <c:v>57716</c:v>
                </c:pt>
                <c:pt idx="15347">
                  <c:v>57717</c:v>
                </c:pt>
                <c:pt idx="15348">
                  <c:v>57718</c:v>
                </c:pt>
                <c:pt idx="15349">
                  <c:v>57719</c:v>
                </c:pt>
                <c:pt idx="15350">
                  <c:v>57720</c:v>
                </c:pt>
                <c:pt idx="15351">
                  <c:v>57721</c:v>
                </c:pt>
                <c:pt idx="15352">
                  <c:v>57722</c:v>
                </c:pt>
                <c:pt idx="15353">
                  <c:v>57723</c:v>
                </c:pt>
                <c:pt idx="15354">
                  <c:v>57724</c:v>
                </c:pt>
                <c:pt idx="15355">
                  <c:v>57725</c:v>
                </c:pt>
                <c:pt idx="15356">
                  <c:v>57726</c:v>
                </c:pt>
                <c:pt idx="15357">
                  <c:v>57727</c:v>
                </c:pt>
                <c:pt idx="15358">
                  <c:v>57728</c:v>
                </c:pt>
                <c:pt idx="15359">
                  <c:v>57729</c:v>
                </c:pt>
                <c:pt idx="15360">
                  <c:v>57730</c:v>
                </c:pt>
                <c:pt idx="15361">
                  <c:v>57731</c:v>
                </c:pt>
                <c:pt idx="15362">
                  <c:v>57732</c:v>
                </c:pt>
                <c:pt idx="15363">
                  <c:v>57733</c:v>
                </c:pt>
                <c:pt idx="15364">
                  <c:v>57734</c:v>
                </c:pt>
                <c:pt idx="15365">
                  <c:v>57735</c:v>
                </c:pt>
                <c:pt idx="15366">
                  <c:v>57736</c:v>
                </c:pt>
                <c:pt idx="15367">
                  <c:v>57737</c:v>
                </c:pt>
                <c:pt idx="15368">
                  <c:v>57738</c:v>
                </c:pt>
                <c:pt idx="15369">
                  <c:v>57739</c:v>
                </c:pt>
                <c:pt idx="15370">
                  <c:v>57740</c:v>
                </c:pt>
                <c:pt idx="15371">
                  <c:v>57741</c:v>
                </c:pt>
                <c:pt idx="15372">
                  <c:v>57742</c:v>
                </c:pt>
                <c:pt idx="15373">
                  <c:v>57743</c:v>
                </c:pt>
                <c:pt idx="15374">
                  <c:v>57744</c:v>
                </c:pt>
                <c:pt idx="15375">
                  <c:v>57745</c:v>
                </c:pt>
                <c:pt idx="15376">
                  <c:v>57746</c:v>
                </c:pt>
                <c:pt idx="15377">
                  <c:v>57747</c:v>
                </c:pt>
                <c:pt idx="15378">
                  <c:v>57748</c:v>
                </c:pt>
                <c:pt idx="15379">
                  <c:v>57749</c:v>
                </c:pt>
                <c:pt idx="15380">
                  <c:v>57750</c:v>
                </c:pt>
                <c:pt idx="15381">
                  <c:v>57751</c:v>
                </c:pt>
                <c:pt idx="15382">
                  <c:v>57752</c:v>
                </c:pt>
                <c:pt idx="15383">
                  <c:v>57753</c:v>
                </c:pt>
                <c:pt idx="15384">
                  <c:v>57754</c:v>
                </c:pt>
                <c:pt idx="15385">
                  <c:v>57755</c:v>
                </c:pt>
                <c:pt idx="15386">
                  <c:v>57756</c:v>
                </c:pt>
                <c:pt idx="15387">
                  <c:v>57757</c:v>
                </c:pt>
                <c:pt idx="15388">
                  <c:v>57758</c:v>
                </c:pt>
                <c:pt idx="15389">
                  <c:v>57759</c:v>
                </c:pt>
                <c:pt idx="15390">
                  <c:v>57760</c:v>
                </c:pt>
                <c:pt idx="15391">
                  <c:v>57761</c:v>
                </c:pt>
                <c:pt idx="15392">
                  <c:v>57762</c:v>
                </c:pt>
                <c:pt idx="15393">
                  <c:v>57763</c:v>
                </c:pt>
                <c:pt idx="15394">
                  <c:v>57764</c:v>
                </c:pt>
                <c:pt idx="15395">
                  <c:v>57765</c:v>
                </c:pt>
                <c:pt idx="15396">
                  <c:v>57766</c:v>
                </c:pt>
                <c:pt idx="15397">
                  <c:v>57767</c:v>
                </c:pt>
                <c:pt idx="15398">
                  <c:v>57768</c:v>
                </c:pt>
                <c:pt idx="15399">
                  <c:v>57769</c:v>
                </c:pt>
                <c:pt idx="15400">
                  <c:v>57770</c:v>
                </c:pt>
                <c:pt idx="15401">
                  <c:v>57771</c:v>
                </c:pt>
                <c:pt idx="15402">
                  <c:v>57772</c:v>
                </c:pt>
                <c:pt idx="15403">
                  <c:v>57773</c:v>
                </c:pt>
                <c:pt idx="15404">
                  <c:v>57774</c:v>
                </c:pt>
                <c:pt idx="15405">
                  <c:v>57775</c:v>
                </c:pt>
                <c:pt idx="15406">
                  <c:v>57776</c:v>
                </c:pt>
                <c:pt idx="15407">
                  <c:v>57777</c:v>
                </c:pt>
                <c:pt idx="15408">
                  <c:v>57778</c:v>
                </c:pt>
                <c:pt idx="15409">
                  <c:v>57779</c:v>
                </c:pt>
                <c:pt idx="15410">
                  <c:v>57780</c:v>
                </c:pt>
                <c:pt idx="15411">
                  <c:v>57781</c:v>
                </c:pt>
                <c:pt idx="15412">
                  <c:v>57782</c:v>
                </c:pt>
                <c:pt idx="15413">
                  <c:v>57783</c:v>
                </c:pt>
                <c:pt idx="15414">
                  <c:v>57784</c:v>
                </c:pt>
                <c:pt idx="15415">
                  <c:v>57785</c:v>
                </c:pt>
                <c:pt idx="15416">
                  <c:v>57786</c:v>
                </c:pt>
                <c:pt idx="15417">
                  <c:v>57787</c:v>
                </c:pt>
                <c:pt idx="15418">
                  <c:v>57788</c:v>
                </c:pt>
                <c:pt idx="15419">
                  <c:v>57789</c:v>
                </c:pt>
                <c:pt idx="15420">
                  <c:v>57790</c:v>
                </c:pt>
                <c:pt idx="15421">
                  <c:v>57791</c:v>
                </c:pt>
                <c:pt idx="15422">
                  <c:v>57792</c:v>
                </c:pt>
                <c:pt idx="15423">
                  <c:v>57793</c:v>
                </c:pt>
                <c:pt idx="15424">
                  <c:v>57794</c:v>
                </c:pt>
                <c:pt idx="15425">
                  <c:v>57795</c:v>
                </c:pt>
                <c:pt idx="15426">
                  <c:v>57796</c:v>
                </c:pt>
                <c:pt idx="15427">
                  <c:v>57797</c:v>
                </c:pt>
                <c:pt idx="15428">
                  <c:v>57798</c:v>
                </c:pt>
                <c:pt idx="15429">
                  <c:v>57799</c:v>
                </c:pt>
                <c:pt idx="15430">
                  <c:v>57800</c:v>
                </c:pt>
                <c:pt idx="15431">
                  <c:v>57801</c:v>
                </c:pt>
                <c:pt idx="15432">
                  <c:v>57802</c:v>
                </c:pt>
                <c:pt idx="15433">
                  <c:v>57803</c:v>
                </c:pt>
                <c:pt idx="15434">
                  <c:v>57804</c:v>
                </c:pt>
                <c:pt idx="15435">
                  <c:v>57805</c:v>
                </c:pt>
                <c:pt idx="15436">
                  <c:v>57806</c:v>
                </c:pt>
                <c:pt idx="15437">
                  <c:v>57807</c:v>
                </c:pt>
                <c:pt idx="15438">
                  <c:v>57808</c:v>
                </c:pt>
                <c:pt idx="15439">
                  <c:v>57809</c:v>
                </c:pt>
                <c:pt idx="15440">
                  <c:v>57810</c:v>
                </c:pt>
                <c:pt idx="15441">
                  <c:v>57811</c:v>
                </c:pt>
                <c:pt idx="15442">
                  <c:v>57812</c:v>
                </c:pt>
                <c:pt idx="15443">
                  <c:v>57813</c:v>
                </c:pt>
                <c:pt idx="15444">
                  <c:v>57814</c:v>
                </c:pt>
                <c:pt idx="15445">
                  <c:v>57815</c:v>
                </c:pt>
                <c:pt idx="15446">
                  <c:v>57816</c:v>
                </c:pt>
                <c:pt idx="15447">
                  <c:v>57817</c:v>
                </c:pt>
                <c:pt idx="15448">
                  <c:v>57818</c:v>
                </c:pt>
                <c:pt idx="15449">
                  <c:v>57819</c:v>
                </c:pt>
                <c:pt idx="15450">
                  <c:v>57820</c:v>
                </c:pt>
                <c:pt idx="15451">
                  <c:v>57821</c:v>
                </c:pt>
                <c:pt idx="15452">
                  <c:v>57822</c:v>
                </c:pt>
                <c:pt idx="15453">
                  <c:v>57823</c:v>
                </c:pt>
                <c:pt idx="15454">
                  <c:v>57824</c:v>
                </c:pt>
                <c:pt idx="15455">
                  <c:v>57825</c:v>
                </c:pt>
                <c:pt idx="15456">
                  <c:v>57826</c:v>
                </c:pt>
                <c:pt idx="15457">
                  <c:v>57827</c:v>
                </c:pt>
                <c:pt idx="15458">
                  <c:v>57828</c:v>
                </c:pt>
                <c:pt idx="15459">
                  <c:v>57829</c:v>
                </c:pt>
                <c:pt idx="15460">
                  <c:v>57830</c:v>
                </c:pt>
                <c:pt idx="15461">
                  <c:v>57831</c:v>
                </c:pt>
                <c:pt idx="15462">
                  <c:v>57832</c:v>
                </c:pt>
                <c:pt idx="15463">
                  <c:v>57833</c:v>
                </c:pt>
                <c:pt idx="15464">
                  <c:v>57834</c:v>
                </c:pt>
                <c:pt idx="15465">
                  <c:v>57835</c:v>
                </c:pt>
                <c:pt idx="15466">
                  <c:v>57836</c:v>
                </c:pt>
                <c:pt idx="15467">
                  <c:v>57837</c:v>
                </c:pt>
                <c:pt idx="15468">
                  <c:v>57838</c:v>
                </c:pt>
                <c:pt idx="15469">
                  <c:v>57839</c:v>
                </c:pt>
                <c:pt idx="15470">
                  <c:v>57840</c:v>
                </c:pt>
                <c:pt idx="15471">
                  <c:v>57841</c:v>
                </c:pt>
                <c:pt idx="15472">
                  <c:v>57842</c:v>
                </c:pt>
                <c:pt idx="15473">
                  <c:v>57843</c:v>
                </c:pt>
                <c:pt idx="15474">
                  <c:v>57844</c:v>
                </c:pt>
                <c:pt idx="15475">
                  <c:v>57845</c:v>
                </c:pt>
                <c:pt idx="15476">
                  <c:v>57846</c:v>
                </c:pt>
                <c:pt idx="15477">
                  <c:v>57847</c:v>
                </c:pt>
                <c:pt idx="15478">
                  <c:v>57848</c:v>
                </c:pt>
                <c:pt idx="15479">
                  <c:v>57849</c:v>
                </c:pt>
                <c:pt idx="15480">
                  <c:v>57850</c:v>
                </c:pt>
                <c:pt idx="15481">
                  <c:v>57851</c:v>
                </c:pt>
                <c:pt idx="15482">
                  <c:v>57852</c:v>
                </c:pt>
                <c:pt idx="15483">
                  <c:v>57853</c:v>
                </c:pt>
                <c:pt idx="15484">
                  <c:v>57854</c:v>
                </c:pt>
                <c:pt idx="15485">
                  <c:v>57855</c:v>
                </c:pt>
                <c:pt idx="15486">
                  <c:v>57856</c:v>
                </c:pt>
                <c:pt idx="15487">
                  <c:v>57857</c:v>
                </c:pt>
                <c:pt idx="15488">
                  <c:v>57858</c:v>
                </c:pt>
                <c:pt idx="15489">
                  <c:v>57859</c:v>
                </c:pt>
                <c:pt idx="15490">
                  <c:v>57860</c:v>
                </c:pt>
                <c:pt idx="15491">
                  <c:v>57861</c:v>
                </c:pt>
                <c:pt idx="15492">
                  <c:v>57862</c:v>
                </c:pt>
                <c:pt idx="15493">
                  <c:v>57863</c:v>
                </c:pt>
                <c:pt idx="15494">
                  <c:v>57864</c:v>
                </c:pt>
                <c:pt idx="15495">
                  <c:v>57865</c:v>
                </c:pt>
                <c:pt idx="15496">
                  <c:v>57866</c:v>
                </c:pt>
                <c:pt idx="15497">
                  <c:v>57867</c:v>
                </c:pt>
                <c:pt idx="15498">
                  <c:v>57868</c:v>
                </c:pt>
                <c:pt idx="15499">
                  <c:v>57869</c:v>
                </c:pt>
                <c:pt idx="15500">
                  <c:v>57870</c:v>
                </c:pt>
                <c:pt idx="15501">
                  <c:v>57871</c:v>
                </c:pt>
                <c:pt idx="15502">
                  <c:v>57872</c:v>
                </c:pt>
                <c:pt idx="15503">
                  <c:v>57873</c:v>
                </c:pt>
                <c:pt idx="15504">
                  <c:v>57874</c:v>
                </c:pt>
                <c:pt idx="15505">
                  <c:v>57875</c:v>
                </c:pt>
                <c:pt idx="15506">
                  <c:v>57876</c:v>
                </c:pt>
                <c:pt idx="15507">
                  <c:v>57877</c:v>
                </c:pt>
                <c:pt idx="15508">
                  <c:v>57878</c:v>
                </c:pt>
                <c:pt idx="15509">
                  <c:v>57879</c:v>
                </c:pt>
                <c:pt idx="15510">
                  <c:v>57880</c:v>
                </c:pt>
                <c:pt idx="15511">
                  <c:v>57881</c:v>
                </c:pt>
                <c:pt idx="15512">
                  <c:v>57882</c:v>
                </c:pt>
                <c:pt idx="15513">
                  <c:v>57883</c:v>
                </c:pt>
                <c:pt idx="15514">
                  <c:v>57884</c:v>
                </c:pt>
                <c:pt idx="15515">
                  <c:v>57885</c:v>
                </c:pt>
                <c:pt idx="15516">
                  <c:v>57886</c:v>
                </c:pt>
                <c:pt idx="15517">
                  <c:v>57887</c:v>
                </c:pt>
                <c:pt idx="15518">
                  <c:v>57888</c:v>
                </c:pt>
                <c:pt idx="15519">
                  <c:v>57889</c:v>
                </c:pt>
                <c:pt idx="15520">
                  <c:v>57890</c:v>
                </c:pt>
                <c:pt idx="15521">
                  <c:v>57891</c:v>
                </c:pt>
                <c:pt idx="15522">
                  <c:v>57892</c:v>
                </c:pt>
                <c:pt idx="15523">
                  <c:v>57893</c:v>
                </c:pt>
                <c:pt idx="15524">
                  <c:v>57894</c:v>
                </c:pt>
                <c:pt idx="15525">
                  <c:v>57895</c:v>
                </c:pt>
                <c:pt idx="15526">
                  <c:v>57896</c:v>
                </c:pt>
                <c:pt idx="15527">
                  <c:v>57897</c:v>
                </c:pt>
                <c:pt idx="15528">
                  <c:v>57898</c:v>
                </c:pt>
                <c:pt idx="15529">
                  <c:v>57899</c:v>
                </c:pt>
                <c:pt idx="15530">
                  <c:v>57900</c:v>
                </c:pt>
                <c:pt idx="15531">
                  <c:v>57901</c:v>
                </c:pt>
                <c:pt idx="15532">
                  <c:v>57902</c:v>
                </c:pt>
                <c:pt idx="15533">
                  <c:v>57903</c:v>
                </c:pt>
                <c:pt idx="15534">
                  <c:v>57904</c:v>
                </c:pt>
                <c:pt idx="15535">
                  <c:v>57905</c:v>
                </c:pt>
                <c:pt idx="15536">
                  <c:v>57906</c:v>
                </c:pt>
                <c:pt idx="15537">
                  <c:v>57907</c:v>
                </c:pt>
                <c:pt idx="15538">
                  <c:v>57908</c:v>
                </c:pt>
                <c:pt idx="15539">
                  <c:v>57909</c:v>
                </c:pt>
                <c:pt idx="15540">
                  <c:v>57910</c:v>
                </c:pt>
                <c:pt idx="15541">
                  <c:v>57911</c:v>
                </c:pt>
                <c:pt idx="15542">
                  <c:v>57912</c:v>
                </c:pt>
                <c:pt idx="15543">
                  <c:v>57913</c:v>
                </c:pt>
                <c:pt idx="15544">
                  <c:v>57914</c:v>
                </c:pt>
                <c:pt idx="15545">
                  <c:v>57915</c:v>
                </c:pt>
                <c:pt idx="15546">
                  <c:v>57916</c:v>
                </c:pt>
                <c:pt idx="15547">
                  <c:v>57917</c:v>
                </c:pt>
                <c:pt idx="15548">
                  <c:v>57918</c:v>
                </c:pt>
                <c:pt idx="15549">
                  <c:v>57919</c:v>
                </c:pt>
                <c:pt idx="15550">
                  <c:v>57920</c:v>
                </c:pt>
                <c:pt idx="15551">
                  <c:v>57921</c:v>
                </c:pt>
                <c:pt idx="15552">
                  <c:v>57922</c:v>
                </c:pt>
                <c:pt idx="15553">
                  <c:v>57923</c:v>
                </c:pt>
                <c:pt idx="15554">
                  <c:v>57924</c:v>
                </c:pt>
                <c:pt idx="15555">
                  <c:v>57925</c:v>
                </c:pt>
                <c:pt idx="15556">
                  <c:v>57926</c:v>
                </c:pt>
                <c:pt idx="15557">
                  <c:v>57927</c:v>
                </c:pt>
                <c:pt idx="15558">
                  <c:v>57928</c:v>
                </c:pt>
                <c:pt idx="15559">
                  <c:v>57929</c:v>
                </c:pt>
                <c:pt idx="15560">
                  <c:v>57930</c:v>
                </c:pt>
                <c:pt idx="15561">
                  <c:v>57931</c:v>
                </c:pt>
                <c:pt idx="15562">
                  <c:v>57932</c:v>
                </c:pt>
                <c:pt idx="15563">
                  <c:v>57933</c:v>
                </c:pt>
                <c:pt idx="15564">
                  <c:v>57934</c:v>
                </c:pt>
                <c:pt idx="15565">
                  <c:v>57935</c:v>
                </c:pt>
                <c:pt idx="15566">
                  <c:v>57936</c:v>
                </c:pt>
                <c:pt idx="15567">
                  <c:v>57937</c:v>
                </c:pt>
                <c:pt idx="15568">
                  <c:v>57938</c:v>
                </c:pt>
                <c:pt idx="15569">
                  <c:v>57939</c:v>
                </c:pt>
                <c:pt idx="15570">
                  <c:v>57940</c:v>
                </c:pt>
                <c:pt idx="15571">
                  <c:v>57941</c:v>
                </c:pt>
                <c:pt idx="15572">
                  <c:v>57942</c:v>
                </c:pt>
                <c:pt idx="15573">
                  <c:v>57943</c:v>
                </c:pt>
                <c:pt idx="15574">
                  <c:v>57944</c:v>
                </c:pt>
                <c:pt idx="15575">
                  <c:v>57945</c:v>
                </c:pt>
                <c:pt idx="15576">
                  <c:v>57946</c:v>
                </c:pt>
                <c:pt idx="15577">
                  <c:v>57947</c:v>
                </c:pt>
                <c:pt idx="15578">
                  <c:v>57948</c:v>
                </c:pt>
                <c:pt idx="15579">
                  <c:v>57949</c:v>
                </c:pt>
                <c:pt idx="15580">
                  <c:v>57950</c:v>
                </c:pt>
                <c:pt idx="15581">
                  <c:v>57951</c:v>
                </c:pt>
                <c:pt idx="15582">
                  <c:v>57952</c:v>
                </c:pt>
                <c:pt idx="15583">
                  <c:v>57953</c:v>
                </c:pt>
                <c:pt idx="15584">
                  <c:v>57954</c:v>
                </c:pt>
                <c:pt idx="15585">
                  <c:v>57955</c:v>
                </c:pt>
                <c:pt idx="15586">
                  <c:v>57956</c:v>
                </c:pt>
                <c:pt idx="15587">
                  <c:v>57957</c:v>
                </c:pt>
                <c:pt idx="15588">
                  <c:v>57958</c:v>
                </c:pt>
                <c:pt idx="15589">
                  <c:v>57959</c:v>
                </c:pt>
                <c:pt idx="15590">
                  <c:v>57960</c:v>
                </c:pt>
                <c:pt idx="15591">
                  <c:v>57961</c:v>
                </c:pt>
                <c:pt idx="15592">
                  <c:v>57962</c:v>
                </c:pt>
                <c:pt idx="15593">
                  <c:v>57963</c:v>
                </c:pt>
                <c:pt idx="15594">
                  <c:v>57964</c:v>
                </c:pt>
                <c:pt idx="15595">
                  <c:v>57965</c:v>
                </c:pt>
                <c:pt idx="15596">
                  <c:v>57966</c:v>
                </c:pt>
                <c:pt idx="15597">
                  <c:v>57967</c:v>
                </c:pt>
                <c:pt idx="15598">
                  <c:v>57968</c:v>
                </c:pt>
                <c:pt idx="15599">
                  <c:v>57969</c:v>
                </c:pt>
                <c:pt idx="15600">
                  <c:v>57970</c:v>
                </c:pt>
                <c:pt idx="15601">
                  <c:v>57971</c:v>
                </c:pt>
                <c:pt idx="15602">
                  <c:v>57972</c:v>
                </c:pt>
                <c:pt idx="15603">
                  <c:v>57973</c:v>
                </c:pt>
                <c:pt idx="15604">
                  <c:v>57974</c:v>
                </c:pt>
                <c:pt idx="15605">
                  <c:v>57975</c:v>
                </c:pt>
                <c:pt idx="15606">
                  <c:v>57976</c:v>
                </c:pt>
                <c:pt idx="15607">
                  <c:v>57977</c:v>
                </c:pt>
                <c:pt idx="15608">
                  <c:v>57978</c:v>
                </c:pt>
                <c:pt idx="15609">
                  <c:v>57979</c:v>
                </c:pt>
                <c:pt idx="15610">
                  <c:v>57980</c:v>
                </c:pt>
                <c:pt idx="15611">
                  <c:v>57981</c:v>
                </c:pt>
                <c:pt idx="15612">
                  <c:v>57982</c:v>
                </c:pt>
                <c:pt idx="15613">
                  <c:v>57983</c:v>
                </c:pt>
                <c:pt idx="15614">
                  <c:v>57984</c:v>
                </c:pt>
                <c:pt idx="15615">
                  <c:v>57985</c:v>
                </c:pt>
                <c:pt idx="15616">
                  <c:v>57986</c:v>
                </c:pt>
                <c:pt idx="15617">
                  <c:v>57987</c:v>
                </c:pt>
                <c:pt idx="15618">
                  <c:v>57988</c:v>
                </c:pt>
                <c:pt idx="15619">
                  <c:v>57989</c:v>
                </c:pt>
                <c:pt idx="15620">
                  <c:v>57990</c:v>
                </c:pt>
                <c:pt idx="15621">
                  <c:v>57991</c:v>
                </c:pt>
                <c:pt idx="15622">
                  <c:v>57992</c:v>
                </c:pt>
                <c:pt idx="15623">
                  <c:v>57993</c:v>
                </c:pt>
                <c:pt idx="15624">
                  <c:v>57994</c:v>
                </c:pt>
                <c:pt idx="15625">
                  <c:v>57995</c:v>
                </c:pt>
                <c:pt idx="15626">
                  <c:v>57996</c:v>
                </c:pt>
                <c:pt idx="15627">
                  <c:v>57997</c:v>
                </c:pt>
                <c:pt idx="15628">
                  <c:v>57998</c:v>
                </c:pt>
                <c:pt idx="15629">
                  <c:v>57999</c:v>
                </c:pt>
                <c:pt idx="15630">
                  <c:v>58000</c:v>
                </c:pt>
                <c:pt idx="15631">
                  <c:v>58001</c:v>
                </c:pt>
                <c:pt idx="15632">
                  <c:v>58002</c:v>
                </c:pt>
                <c:pt idx="15633">
                  <c:v>58003</c:v>
                </c:pt>
                <c:pt idx="15634">
                  <c:v>58004</c:v>
                </c:pt>
                <c:pt idx="15635">
                  <c:v>58005</c:v>
                </c:pt>
                <c:pt idx="15636">
                  <c:v>58006</c:v>
                </c:pt>
                <c:pt idx="15637">
                  <c:v>58007</c:v>
                </c:pt>
                <c:pt idx="15638">
                  <c:v>58008</c:v>
                </c:pt>
                <c:pt idx="15639">
                  <c:v>58009</c:v>
                </c:pt>
                <c:pt idx="15640">
                  <c:v>58010</c:v>
                </c:pt>
                <c:pt idx="15641">
                  <c:v>58011</c:v>
                </c:pt>
                <c:pt idx="15642">
                  <c:v>58012</c:v>
                </c:pt>
                <c:pt idx="15643">
                  <c:v>58013</c:v>
                </c:pt>
                <c:pt idx="15644">
                  <c:v>58014</c:v>
                </c:pt>
                <c:pt idx="15645">
                  <c:v>58015</c:v>
                </c:pt>
                <c:pt idx="15646">
                  <c:v>58016</c:v>
                </c:pt>
                <c:pt idx="15647">
                  <c:v>58017</c:v>
                </c:pt>
                <c:pt idx="15648">
                  <c:v>58018</c:v>
                </c:pt>
                <c:pt idx="15649">
                  <c:v>58019</c:v>
                </c:pt>
                <c:pt idx="15650">
                  <c:v>58020</c:v>
                </c:pt>
                <c:pt idx="15651">
                  <c:v>58021</c:v>
                </c:pt>
                <c:pt idx="15652">
                  <c:v>58022</c:v>
                </c:pt>
                <c:pt idx="15653">
                  <c:v>58023</c:v>
                </c:pt>
                <c:pt idx="15654">
                  <c:v>58024</c:v>
                </c:pt>
                <c:pt idx="15655">
                  <c:v>58025</c:v>
                </c:pt>
                <c:pt idx="15656">
                  <c:v>58026</c:v>
                </c:pt>
                <c:pt idx="15657">
                  <c:v>58027</c:v>
                </c:pt>
                <c:pt idx="15658">
                  <c:v>58028</c:v>
                </c:pt>
                <c:pt idx="15659">
                  <c:v>58029</c:v>
                </c:pt>
                <c:pt idx="15660">
                  <c:v>58030</c:v>
                </c:pt>
                <c:pt idx="15661">
                  <c:v>58031</c:v>
                </c:pt>
                <c:pt idx="15662">
                  <c:v>58032</c:v>
                </c:pt>
                <c:pt idx="15663">
                  <c:v>58033</c:v>
                </c:pt>
                <c:pt idx="15664">
                  <c:v>58034</c:v>
                </c:pt>
                <c:pt idx="15665">
                  <c:v>58035</c:v>
                </c:pt>
                <c:pt idx="15666">
                  <c:v>58036</c:v>
                </c:pt>
                <c:pt idx="15667">
                  <c:v>58037</c:v>
                </c:pt>
                <c:pt idx="15668">
                  <c:v>58038</c:v>
                </c:pt>
                <c:pt idx="15669">
                  <c:v>58039</c:v>
                </c:pt>
                <c:pt idx="15670">
                  <c:v>58040</c:v>
                </c:pt>
                <c:pt idx="15671">
                  <c:v>58041</c:v>
                </c:pt>
                <c:pt idx="15672">
                  <c:v>58042</c:v>
                </c:pt>
                <c:pt idx="15673">
                  <c:v>58043</c:v>
                </c:pt>
                <c:pt idx="15674">
                  <c:v>58044</c:v>
                </c:pt>
                <c:pt idx="15675">
                  <c:v>58045</c:v>
                </c:pt>
                <c:pt idx="15676">
                  <c:v>58046</c:v>
                </c:pt>
                <c:pt idx="15677">
                  <c:v>58047</c:v>
                </c:pt>
                <c:pt idx="15678">
                  <c:v>58048</c:v>
                </c:pt>
                <c:pt idx="15679">
                  <c:v>58049</c:v>
                </c:pt>
                <c:pt idx="15680">
                  <c:v>58050</c:v>
                </c:pt>
                <c:pt idx="15681">
                  <c:v>58051</c:v>
                </c:pt>
                <c:pt idx="15682">
                  <c:v>58052</c:v>
                </c:pt>
                <c:pt idx="15683">
                  <c:v>58053</c:v>
                </c:pt>
                <c:pt idx="15684">
                  <c:v>58054</c:v>
                </c:pt>
                <c:pt idx="15685">
                  <c:v>58055</c:v>
                </c:pt>
                <c:pt idx="15686">
                  <c:v>58056</c:v>
                </c:pt>
                <c:pt idx="15687">
                  <c:v>58057</c:v>
                </c:pt>
                <c:pt idx="15688">
                  <c:v>58058</c:v>
                </c:pt>
                <c:pt idx="15689">
                  <c:v>58059</c:v>
                </c:pt>
                <c:pt idx="15690">
                  <c:v>58060</c:v>
                </c:pt>
                <c:pt idx="15691">
                  <c:v>58061</c:v>
                </c:pt>
                <c:pt idx="15692">
                  <c:v>58062</c:v>
                </c:pt>
                <c:pt idx="15693">
                  <c:v>58063</c:v>
                </c:pt>
                <c:pt idx="15694">
                  <c:v>58064</c:v>
                </c:pt>
                <c:pt idx="15695">
                  <c:v>58065</c:v>
                </c:pt>
                <c:pt idx="15696">
                  <c:v>58066</c:v>
                </c:pt>
                <c:pt idx="15697">
                  <c:v>58067</c:v>
                </c:pt>
                <c:pt idx="15698">
                  <c:v>58068</c:v>
                </c:pt>
                <c:pt idx="15699">
                  <c:v>58069</c:v>
                </c:pt>
                <c:pt idx="15700">
                  <c:v>58070</c:v>
                </c:pt>
                <c:pt idx="15701">
                  <c:v>58071</c:v>
                </c:pt>
                <c:pt idx="15702">
                  <c:v>58072</c:v>
                </c:pt>
                <c:pt idx="15703">
                  <c:v>58073</c:v>
                </c:pt>
                <c:pt idx="15704">
                  <c:v>58074</c:v>
                </c:pt>
                <c:pt idx="15705">
                  <c:v>58075</c:v>
                </c:pt>
                <c:pt idx="15706">
                  <c:v>58076</c:v>
                </c:pt>
                <c:pt idx="15707">
                  <c:v>58077</c:v>
                </c:pt>
                <c:pt idx="15708">
                  <c:v>58078</c:v>
                </c:pt>
                <c:pt idx="15709">
                  <c:v>58079</c:v>
                </c:pt>
                <c:pt idx="15710">
                  <c:v>58080</c:v>
                </c:pt>
                <c:pt idx="15711">
                  <c:v>58081</c:v>
                </c:pt>
                <c:pt idx="15712">
                  <c:v>58082</c:v>
                </c:pt>
                <c:pt idx="15713">
                  <c:v>58083</c:v>
                </c:pt>
                <c:pt idx="15714">
                  <c:v>58084</c:v>
                </c:pt>
                <c:pt idx="15715">
                  <c:v>58085</c:v>
                </c:pt>
                <c:pt idx="15716">
                  <c:v>58086</c:v>
                </c:pt>
                <c:pt idx="15717">
                  <c:v>58087</c:v>
                </c:pt>
                <c:pt idx="15718">
                  <c:v>58088</c:v>
                </c:pt>
                <c:pt idx="15719">
                  <c:v>58089</c:v>
                </c:pt>
                <c:pt idx="15720">
                  <c:v>58090</c:v>
                </c:pt>
                <c:pt idx="15721">
                  <c:v>58091</c:v>
                </c:pt>
                <c:pt idx="15722">
                  <c:v>58092</c:v>
                </c:pt>
                <c:pt idx="15723">
                  <c:v>58093</c:v>
                </c:pt>
                <c:pt idx="15724">
                  <c:v>58094</c:v>
                </c:pt>
                <c:pt idx="15725">
                  <c:v>58095</c:v>
                </c:pt>
                <c:pt idx="15726">
                  <c:v>58096</c:v>
                </c:pt>
                <c:pt idx="15727">
                  <c:v>58097</c:v>
                </c:pt>
                <c:pt idx="15728">
                  <c:v>58098</c:v>
                </c:pt>
                <c:pt idx="15729">
                  <c:v>58099</c:v>
                </c:pt>
                <c:pt idx="15730">
                  <c:v>58100</c:v>
                </c:pt>
                <c:pt idx="15731">
                  <c:v>58101</c:v>
                </c:pt>
                <c:pt idx="15732">
                  <c:v>58102</c:v>
                </c:pt>
                <c:pt idx="15733">
                  <c:v>58103</c:v>
                </c:pt>
                <c:pt idx="15734">
                  <c:v>58104</c:v>
                </c:pt>
                <c:pt idx="15735">
                  <c:v>58105</c:v>
                </c:pt>
                <c:pt idx="15736">
                  <c:v>58106</c:v>
                </c:pt>
                <c:pt idx="15737">
                  <c:v>58107</c:v>
                </c:pt>
                <c:pt idx="15738">
                  <c:v>58108</c:v>
                </c:pt>
                <c:pt idx="15739">
                  <c:v>58109</c:v>
                </c:pt>
                <c:pt idx="15740">
                  <c:v>58110</c:v>
                </c:pt>
                <c:pt idx="15741">
                  <c:v>58111</c:v>
                </c:pt>
                <c:pt idx="15742">
                  <c:v>58112</c:v>
                </c:pt>
                <c:pt idx="15743">
                  <c:v>58113</c:v>
                </c:pt>
                <c:pt idx="15744">
                  <c:v>58114</c:v>
                </c:pt>
                <c:pt idx="15745">
                  <c:v>58115</c:v>
                </c:pt>
                <c:pt idx="15746">
                  <c:v>58116</c:v>
                </c:pt>
                <c:pt idx="15747">
                  <c:v>58117</c:v>
                </c:pt>
                <c:pt idx="15748">
                  <c:v>58118</c:v>
                </c:pt>
                <c:pt idx="15749">
                  <c:v>58119</c:v>
                </c:pt>
                <c:pt idx="15750">
                  <c:v>58120</c:v>
                </c:pt>
                <c:pt idx="15751">
                  <c:v>58121</c:v>
                </c:pt>
                <c:pt idx="15752">
                  <c:v>58122</c:v>
                </c:pt>
                <c:pt idx="15753">
                  <c:v>58123</c:v>
                </c:pt>
                <c:pt idx="15754">
                  <c:v>58124</c:v>
                </c:pt>
                <c:pt idx="15755">
                  <c:v>58125</c:v>
                </c:pt>
                <c:pt idx="15756">
                  <c:v>58126</c:v>
                </c:pt>
                <c:pt idx="15757">
                  <c:v>58127</c:v>
                </c:pt>
                <c:pt idx="15758">
                  <c:v>58128</c:v>
                </c:pt>
                <c:pt idx="15759">
                  <c:v>58129</c:v>
                </c:pt>
                <c:pt idx="15760">
                  <c:v>58130</c:v>
                </c:pt>
                <c:pt idx="15761">
                  <c:v>58131</c:v>
                </c:pt>
                <c:pt idx="15762">
                  <c:v>58132</c:v>
                </c:pt>
                <c:pt idx="15763">
                  <c:v>58133</c:v>
                </c:pt>
                <c:pt idx="15764">
                  <c:v>58134</c:v>
                </c:pt>
                <c:pt idx="15765">
                  <c:v>58135</c:v>
                </c:pt>
                <c:pt idx="15766">
                  <c:v>58136</c:v>
                </c:pt>
                <c:pt idx="15767">
                  <c:v>58137</c:v>
                </c:pt>
                <c:pt idx="15768">
                  <c:v>58138</c:v>
                </c:pt>
                <c:pt idx="15769">
                  <c:v>58139</c:v>
                </c:pt>
                <c:pt idx="15770">
                  <c:v>58140</c:v>
                </c:pt>
                <c:pt idx="15771">
                  <c:v>58141</c:v>
                </c:pt>
                <c:pt idx="15772">
                  <c:v>58142</c:v>
                </c:pt>
                <c:pt idx="15773">
                  <c:v>58143</c:v>
                </c:pt>
                <c:pt idx="15774">
                  <c:v>58144</c:v>
                </c:pt>
                <c:pt idx="15775">
                  <c:v>58145</c:v>
                </c:pt>
                <c:pt idx="15776">
                  <c:v>58146</c:v>
                </c:pt>
                <c:pt idx="15777">
                  <c:v>58147</c:v>
                </c:pt>
                <c:pt idx="15778">
                  <c:v>58148</c:v>
                </c:pt>
                <c:pt idx="15779">
                  <c:v>58149</c:v>
                </c:pt>
                <c:pt idx="15780">
                  <c:v>58150</c:v>
                </c:pt>
                <c:pt idx="15781">
                  <c:v>58151</c:v>
                </c:pt>
                <c:pt idx="15782">
                  <c:v>58152</c:v>
                </c:pt>
                <c:pt idx="15783">
                  <c:v>58153</c:v>
                </c:pt>
                <c:pt idx="15784">
                  <c:v>58154</c:v>
                </c:pt>
                <c:pt idx="15785">
                  <c:v>58155</c:v>
                </c:pt>
                <c:pt idx="15786">
                  <c:v>58156</c:v>
                </c:pt>
                <c:pt idx="15787">
                  <c:v>58157</c:v>
                </c:pt>
                <c:pt idx="15788">
                  <c:v>58158</c:v>
                </c:pt>
                <c:pt idx="15789">
                  <c:v>58159</c:v>
                </c:pt>
                <c:pt idx="15790">
                  <c:v>58160</c:v>
                </c:pt>
                <c:pt idx="15791">
                  <c:v>58161</c:v>
                </c:pt>
                <c:pt idx="15792">
                  <c:v>58162</c:v>
                </c:pt>
                <c:pt idx="15793">
                  <c:v>58163</c:v>
                </c:pt>
                <c:pt idx="15794">
                  <c:v>58164</c:v>
                </c:pt>
                <c:pt idx="15795">
                  <c:v>58165</c:v>
                </c:pt>
                <c:pt idx="15796">
                  <c:v>58166</c:v>
                </c:pt>
                <c:pt idx="15797">
                  <c:v>58167</c:v>
                </c:pt>
                <c:pt idx="15798">
                  <c:v>58168</c:v>
                </c:pt>
                <c:pt idx="15799">
                  <c:v>58169</c:v>
                </c:pt>
                <c:pt idx="15800">
                  <c:v>58170</c:v>
                </c:pt>
                <c:pt idx="15801">
                  <c:v>58171</c:v>
                </c:pt>
                <c:pt idx="15802">
                  <c:v>58172</c:v>
                </c:pt>
                <c:pt idx="15803">
                  <c:v>58173</c:v>
                </c:pt>
                <c:pt idx="15804">
                  <c:v>58174</c:v>
                </c:pt>
                <c:pt idx="15805">
                  <c:v>58175</c:v>
                </c:pt>
                <c:pt idx="15806">
                  <c:v>58176</c:v>
                </c:pt>
                <c:pt idx="15807">
                  <c:v>58177</c:v>
                </c:pt>
                <c:pt idx="15808">
                  <c:v>58178</c:v>
                </c:pt>
                <c:pt idx="15809">
                  <c:v>58179</c:v>
                </c:pt>
                <c:pt idx="15810">
                  <c:v>58180</c:v>
                </c:pt>
                <c:pt idx="15811">
                  <c:v>58181</c:v>
                </c:pt>
                <c:pt idx="15812">
                  <c:v>58182</c:v>
                </c:pt>
                <c:pt idx="15813">
                  <c:v>58183</c:v>
                </c:pt>
                <c:pt idx="15814">
                  <c:v>58184</c:v>
                </c:pt>
                <c:pt idx="15815">
                  <c:v>58185</c:v>
                </c:pt>
                <c:pt idx="15816">
                  <c:v>58186</c:v>
                </c:pt>
                <c:pt idx="15817">
                  <c:v>58187</c:v>
                </c:pt>
                <c:pt idx="15818">
                  <c:v>58188</c:v>
                </c:pt>
                <c:pt idx="15819">
                  <c:v>58189</c:v>
                </c:pt>
                <c:pt idx="15820">
                  <c:v>58190</c:v>
                </c:pt>
                <c:pt idx="15821">
                  <c:v>58191</c:v>
                </c:pt>
                <c:pt idx="15822">
                  <c:v>58192</c:v>
                </c:pt>
                <c:pt idx="15823">
                  <c:v>58193</c:v>
                </c:pt>
                <c:pt idx="15824">
                  <c:v>58194</c:v>
                </c:pt>
                <c:pt idx="15825">
                  <c:v>58195</c:v>
                </c:pt>
                <c:pt idx="15826">
                  <c:v>58196</c:v>
                </c:pt>
                <c:pt idx="15827">
                  <c:v>58197</c:v>
                </c:pt>
                <c:pt idx="15828">
                  <c:v>58198</c:v>
                </c:pt>
                <c:pt idx="15829">
                  <c:v>58199</c:v>
                </c:pt>
                <c:pt idx="15830">
                  <c:v>58200</c:v>
                </c:pt>
                <c:pt idx="15831">
                  <c:v>58201</c:v>
                </c:pt>
                <c:pt idx="15832">
                  <c:v>58202</c:v>
                </c:pt>
                <c:pt idx="15833">
                  <c:v>58203</c:v>
                </c:pt>
                <c:pt idx="15834">
                  <c:v>58204</c:v>
                </c:pt>
                <c:pt idx="15835">
                  <c:v>58205</c:v>
                </c:pt>
                <c:pt idx="15836">
                  <c:v>58206</c:v>
                </c:pt>
                <c:pt idx="15837">
                  <c:v>58207</c:v>
                </c:pt>
                <c:pt idx="15838">
                  <c:v>58208</c:v>
                </c:pt>
                <c:pt idx="15839">
                  <c:v>58209</c:v>
                </c:pt>
                <c:pt idx="15840">
                  <c:v>58210</c:v>
                </c:pt>
                <c:pt idx="15841">
                  <c:v>58211</c:v>
                </c:pt>
                <c:pt idx="15842">
                  <c:v>58212</c:v>
                </c:pt>
                <c:pt idx="15843">
                  <c:v>58213</c:v>
                </c:pt>
                <c:pt idx="15844">
                  <c:v>58214</c:v>
                </c:pt>
                <c:pt idx="15845">
                  <c:v>58215</c:v>
                </c:pt>
                <c:pt idx="15846">
                  <c:v>58216</c:v>
                </c:pt>
                <c:pt idx="15847">
                  <c:v>58217</c:v>
                </c:pt>
                <c:pt idx="15848">
                  <c:v>58218</c:v>
                </c:pt>
                <c:pt idx="15849">
                  <c:v>58219</c:v>
                </c:pt>
                <c:pt idx="15850">
                  <c:v>58220</c:v>
                </c:pt>
                <c:pt idx="15851">
                  <c:v>58221</c:v>
                </c:pt>
                <c:pt idx="15852">
                  <c:v>58222</c:v>
                </c:pt>
                <c:pt idx="15853">
                  <c:v>58223</c:v>
                </c:pt>
                <c:pt idx="15854">
                  <c:v>58224</c:v>
                </c:pt>
                <c:pt idx="15855">
                  <c:v>58225</c:v>
                </c:pt>
                <c:pt idx="15856">
                  <c:v>58226</c:v>
                </c:pt>
                <c:pt idx="15857">
                  <c:v>58227</c:v>
                </c:pt>
                <c:pt idx="15858">
                  <c:v>58228</c:v>
                </c:pt>
                <c:pt idx="15859">
                  <c:v>58229</c:v>
                </c:pt>
                <c:pt idx="15860">
                  <c:v>58230</c:v>
                </c:pt>
                <c:pt idx="15861">
                  <c:v>58231</c:v>
                </c:pt>
                <c:pt idx="15862">
                  <c:v>58232</c:v>
                </c:pt>
                <c:pt idx="15863">
                  <c:v>58233</c:v>
                </c:pt>
                <c:pt idx="15864">
                  <c:v>58234</c:v>
                </c:pt>
                <c:pt idx="15865">
                  <c:v>58235</c:v>
                </c:pt>
                <c:pt idx="15866">
                  <c:v>58236</c:v>
                </c:pt>
                <c:pt idx="15867">
                  <c:v>58237</c:v>
                </c:pt>
                <c:pt idx="15868">
                  <c:v>58238</c:v>
                </c:pt>
                <c:pt idx="15869">
                  <c:v>58239</c:v>
                </c:pt>
                <c:pt idx="15870">
                  <c:v>58240</c:v>
                </c:pt>
                <c:pt idx="15871">
                  <c:v>58241</c:v>
                </c:pt>
                <c:pt idx="15872">
                  <c:v>58242</c:v>
                </c:pt>
                <c:pt idx="15873">
                  <c:v>58243</c:v>
                </c:pt>
                <c:pt idx="15874">
                  <c:v>58244</c:v>
                </c:pt>
                <c:pt idx="15875">
                  <c:v>58245</c:v>
                </c:pt>
                <c:pt idx="15876">
                  <c:v>58246</c:v>
                </c:pt>
                <c:pt idx="15877">
                  <c:v>58247</c:v>
                </c:pt>
                <c:pt idx="15878">
                  <c:v>58248</c:v>
                </c:pt>
                <c:pt idx="15879">
                  <c:v>58249</c:v>
                </c:pt>
                <c:pt idx="15880">
                  <c:v>58250</c:v>
                </c:pt>
                <c:pt idx="15881">
                  <c:v>58251</c:v>
                </c:pt>
                <c:pt idx="15882">
                  <c:v>58252</c:v>
                </c:pt>
                <c:pt idx="15883">
                  <c:v>58253</c:v>
                </c:pt>
                <c:pt idx="15884">
                  <c:v>58254</c:v>
                </c:pt>
                <c:pt idx="15885">
                  <c:v>58255</c:v>
                </c:pt>
                <c:pt idx="15886">
                  <c:v>58256</c:v>
                </c:pt>
                <c:pt idx="15887">
                  <c:v>58257</c:v>
                </c:pt>
                <c:pt idx="15888">
                  <c:v>58258</c:v>
                </c:pt>
                <c:pt idx="15889">
                  <c:v>58259</c:v>
                </c:pt>
                <c:pt idx="15890">
                  <c:v>58260</c:v>
                </c:pt>
                <c:pt idx="15891">
                  <c:v>58261</c:v>
                </c:pt>
                <c:pt idx="15892">
                  <c:v>58262</c:v>
                </c:pt>
                <c:pt idx="15893">
                  <c:v>58263</c:v>
                </c:pt>
                <c:pt idx="15894">
                  <c:v>58264</c:v>
                </c:pt>
                <c:pt idx="15895">
                  <c:v>58265</c:v>
                </c:pt>
                <c:pt idx="15896">
                  <c:v>58266</c:v>
                </c:pt>
                <c:pt idx="15897">
                  <c:v>58267</c:v>
                </c:pt>
                <c:pt idx="15898">
                  <c:v>58268</c:v>
                </c:pt>
                <c:pt idx="15899">
                  <c:v>58269</c:v>
                </c:pt>
                <c:pt idx="15900">
                  <c:v>58270</c:v>
                </c:pt>
                <c:pt idx="15901">
                  <c:v>58271</c:v>
                </c:pt>
                <c:pt idx="15902">
                  <c:v>58272</c:v>
                </c:pt>
                <c:pt idx="15903">
                  <c:v>58273</c:v>
                </c:pt>
                <c:pt idx="15904">
                  <c:v>58274</c:v>
                </c:pt>
                <c:pt idx="15905">
                  <c:v>58275</c:v>
                </c:pt>
                <c:pt idx="15906">
                  <c:v>58276</c:v>
                </c:pt>
                <c:pt idx="15907">
                  <c:v>58277</c:v>
                </c:pt>
                <c:pt idx="15908">
                  <c:v>58278</c:v>
                </c:pt>
                <c:pt idx="15909">
                  <c:v>58279</c:v>
                </c:pt>
                <c:pt idx="15910">
                  <c:v>58280</c:v>
                </c:pt>
                <c:pt idx="15911">
                  <c:v>58281</c:v>
                </c:pt>
                <c:pt idx="15912">
                  <c:v>58282</c:v>
                </c:pt>
                <c:pt idx="15913">
                  <c:v>58283</c:v>
                </c:pt>
                <c:pt idx="15914">
                  <c:v>58284</c:v>
                </c:pt>
                <c:pt idx="15915">
                  <c:v>58285</c:v>
                </c:pt>
                <c:pt idx="15916">
                  <c:v>58286</c:v>
                </c:pt>
                <c:pt idx="15917">
                  <c:v>58287</c:v>
                </c:pt>
                <c:pt idx="15918">
                  <c:v>58288</c:v>
                </c:pt>
                <c:pt idx="15919">
                  <c:v>58289</c:v>
                </c:pt>
                <c:pt idx="15920">
                  <c:v>58290</c:v>
                </c:pt>
                <c:pt idx="15921">
                  <c:v>58291</c:v>
                </c:pt>
                <c:pt idx="15922">
                  <c:v>58292</c:v>
                </c:pt>
                <c:pt idx="15923">
                  <c:v>58293</c:v>
                </c:pt>
                <c:pt idx="15924">
                  <c:v>58294</c:v>
                </c:pt>
                <c:pt idx="15925">
                  <c:v>58295</c:v>
                </c:pt>
                <c:pt idx="15926">
                  <c:v>58296</c:v>
                </c:pt>
                <c:pt idx="15927">
                  <c:v>58297</c:v>
                </c:pt>
                <c:pt idx="15928">
                  <c:v>58298</c:v>
                </c:pt>
                <c:pt idx="15929">
                  <c:v>58299</c:v>
                </c:pt>
                <c:pt idx="15930">
                  <c:v>58300</c:v>
                </c:pt>
                <c:pt idx="15931">
                  <c:v>58301</c:v>
                </c:pt>
                <c:pt idx="15932">
                  <c:v>58302</c:v>
                </c:pt>
                <c:pt idx="15933">
                  <c:v>58303</c:v>
                </c:pt>
                <c:pt idx="15934">
                  <c:v>58304</c:v>
                </c:pt>
                <c:pt idx="15935">
                  <c:v>58305</c:v>
                </c:pt>
                <c:pt idx="15936">
                  <c:v>58306</c:v>
                </c:pt>
                <c:pt idx="15937">
                  <c:v>58307</c:v>
                </c:pt>
                <c:pt idx="15938">
                  <c:v>58308</c:v>
                </c:pt>
                <c:pt idx="15939">
                  <c:v>58309</c:v>
                </c:pt>
                <c:pt idx="15940">
                  <c:v>58310</c:v>
                </c:pt>
                <c:pt idx="15941">
                  <c:v>58311</c:v>
                </c:pt>
                <c:pt idx="15942">
                  <c:v>58312</c:v>
                </c:pt>
                <c:pt idx="15943">
                  <c:v>58313</c:v>
                </c:pt>
                <c:pt idx="15944">
                  <c:v>58314</c:v>
                </c:pt>
                <c:pt idx="15945">
                  <c:v>58315</c:v>
                </c:pt>
                <c:pt idx="15946">
                  <c:v>58316</c:v>
                </c:pt>
                <c:pt idx="15947">
                  <c:v>58317</c:v>
                </c:pt>
                <c:pt idx="15948">
                  <c:v>58318</c:v>
                </c:pt>
                <c:pt idx="15949">
                  <c:v>58319</c:v>
                </c:pt>
                <c:pt idx="15950">
                  <c:v>58320</c:v>
                </c:pt>
                <c:pt idx="15951">
                  <c:v>58321</c:v>
                </c:pt>
                <c:pt idx="15952">
                  <c:v>58322</c:v>
                </c:pt>
                <c:pt idx="15953">
                  <c:v>58323</c:v>
                </c:pt>
                <c:pt idx="15954">
                  <c:v>58324</c:v>
                </c:pt>
                <c:pt idx="15955">
                  <c:v>58325</c:v>
                </c:pt>
                <c:pt idx="15956">
                  <c:v>58326</c:v>
                </c:pt>
                <c:pt idx="15957">
                  <c:v>58327</c:v>
                </c:pt>
                <c:pt idx="15958">
                  <c:v>58328</c:v>
                </c:pt>
                <c:pt idx="15959">
                  <c:v>58329</c:v>
                </c:pt>
                <c:pt idx="15960">
                  <c:v>58330</c:v>
                </c:pt>
                <c:pt idx="15961">
                  <c:v>58331</c:v>
                </c:pt>
                <c:pt idx="15962">
                  <c:v>58332</c:v>
                </c:pt>
                <c:pt idx="15963">
                  <c:v>58333</c:v>
                </c:pt>
                <c:pt idx="15964">
                  <c:v>58334</c:v>
                </c:pt>
                <c:pt idx="15965">
                  <c:v>58335</c:v>
                </c:pt>
                <c:pt idx="15966">
                  <c:v>58336</c:v>
                </c:pt>
                <c:pt idx="15967">
                  <c:v>58337</c:v>
                </c:pt>
                <c:pt idx="15968">
                  <c:v>58338</c:v>
                </c:pt>
                <c:pt idx="15969">
                  <c:v>58339</c:v>
                </c:pt>
                <c:pt idx="15970">
                  <c:v>58340</c:v>
                </c:pt>
                <c:pt idx="15971">
                  <c:v>58341</c:v>
                </c:pt>
                <c:pt idx="15972">
                  <c:v>58342</c:v>
                </c:pt>
                <c:pt idx="15973">
                  <c:v>58343</c:v>
                </c:pt>
                <c:pt idx="15974">
                  <c:v>58344</c:v>
                </c:pt>
                <c:pt idx="15975">
                  <c:v>58345</c:v>
                </c:pt>
                <c:pt idx="15976">
                  <c:v>58346</c:v>
                </c:pt>
                <c:pt idx="15977">
                  <c:v>58347</c:v>
                </c:pt>
                <c:pt idx="15978">
                  <c:v>58348</c:v>
                </c:pt>
                <c:pt idx="15979">
                  <c:v>58349</c:v>
                </c:pt>
                <c:pt idx="15980">
                  <c:v>58350</c:v>
                </c:pt>
                <c:pt idx="15981">
                  <c:v>58351</c:v>
                </c:pt>
                <c:pt idx="15982">
                  <c:v>58352</c:v>
                </c:pt>
                <c:pt idx="15983">
                  <c:v>58353</c:v>
                </c:pt>
                <c:pt idx="15984">
                  <c:v>58354</c:v>
                </c:pt>
                <c:pt idx="15985">
                  <c:v>58355</c:v>
                </c:pt>
                <c:pt idx="15986">
                  <c:v>58356</c:v>
                </c:pt>
                <c:pt idx="15987">
                  <c:v>58357</c:v>
                </c:pt>
                <c:pt idx="15988">
                  <c:v>58358</c:v>
                </c:pt>
                <c:pt idx="15989">
                  <c:v>58359</c:v>
                </c:pt>
                <c:pt idx="15990">
                  <c:v>58360</c:v>
                </c:pt>
                <c:pt idx="15991">
                  <c:v>58361</c:v>
                </c:pt>
                <c:pt idx="15992">
                  <c:v>58362</c:v>
                </c:pt>
                <c:pt idx="15993">
                  <c:v>58363</c:v>
                </c:pt>
                <c:pt idx="15994">
                  <c:v>58364</c:v>
                </c:pt>
                <c:pt idx="15995">
                  <c:v>58365</c:v>
                </c:pt>
                <c:pt idx="15996">
                  <c:v>58366</c:v>
                </c:pt>
                <c:pt idx="15997">
                  <c:v>58367</c:v>
                </c:pt>
                <c:pt idx="15998">
                  <c:v>58368</c:v>
                </c:pt>
                <c:pt idx="15999">
                  <c:v>58369</c:v>
                </c:pt>
                <c:pt idx="16000">
                  <c:v>58370</c:v>
                </c:pt>
                <c:pt idx="16001">
                  <c:v>58371</c:v>
                </c:pt>
                <c:pt idx="16002">
                  <c:v>58372</c:v>
                </c:pt>
                <c:pt idx="16003">
                  <c:v>58373</c:v>
                </c:pt>
                <c:pt idx="16004">
                  <c:v>58374</c:v>
                </c:pt>
                <c:pt idx="16005">
                  <c:v>58375</c:v>
                </c:pt>
                <c:pt idx="16006">
                  <c:v>58376</c:v>
                </c:pt>
                <c:pt idx="16007">
                  <c:v>58377</c:v>
                </c:pt>
                <c:pt idx="16008">
                  <c:v>58378</c:v>
                </c:pt>
                <c:pt idx="16009">
                  <c:v>58379</c:v>
                </c:pt>
                <c:pt idx="16010">
                  <c:v>58380</c:v>
                </c:pt>
                <c:pt idx="16011">
                  <c:v>58381</c:v>
                </c:pt>
                <c:pt idx="16012">
                  <c:v>58382</c:v>
                </c:pt>
                <c:pt idx="16013">
                  <c:v>58383</c:v>
                </c:pt>
                <c:pt idx="16014">
                  <c:v>58384</c:v>
                </c:pt>
                <c:pt idx="16015">
                  <c:v>58385</c:v>
                </c:pt>
                <c:pt idx="16016">
                  <c:v>58386</c:v>
                </c:pt>
                <c:pt idx="16017">
                  <c:v>58387</c:v>
                </c:pt>
                <c:pt idx="16018">
                  <c:v>58388</c:v>
                </c:pt>
                <c:pt idx="16019">
                  <c:v>58389</c:v>
                </c:pt>
                <c:pt idx="16020">
                  <c:v>58390</c:v>
                </c:pt>
                <c:pt idx="16021">
                  <c:v>58391</c:v>
                </c:pt>
                <c:pt idx="16022">
                  <c:v>58392</c:v>
                </c:pt>
                <c:pt idx="16023">
                  <c:v>58393</c:v>
                </c:pt>
                <c:pt idx="16024">
                  <c:v>58394</c:v>
                </c:pt>
                <c:pt idx="16025">
                  <c:v>58395</c:v>
                </c:pt>
                <c:pt idx="16026">
                  <c:v>58396</c:v>
                </c:pt>
                <c:pt idx="16027">
                  <c:v>58397</c:v>
                </c:pt>
                <c:pt idx="16028">
                  <c:v>58398</c:v>
                </c:pt>
                <c:pt idx="16029">
                  <c:v>58399</c:v>
                </c:pt>
                <c:pt idx="16030">
                  <c:v>58400</c:v>
                </c:pt>
                <c:pt idx="16031">
                  <c:v>58401</c:v>
                </c:pt>
                <c:pt idx="16032">
                  <c:v>58402</c:v>
                </c:pt>
                <c:pt idx="16033">
                  <c:v>58403</c:v>
                </c:pt>
                <c:pt idx="16034">
                  <c:v>58404</c:v>
                </c:pt>
                <c:pt idx="16035">
                  <c:v>58405</c:v>
                </c:pt>
                <c:pt idx="16036">
                  <c:v>58406</c:v>
                </c:pt>
                <c:pt idx="16037">
                  <c:v>58407</c:v>
                </c:pt>
                <c:pt idx="16038">
                  <c:v>58408</c:v>
                </c:pt>
                <c:pt idx="16039">
                  <c:v>58409</c:v>
                </c:pt>
                <c:pt idx="16040">
                  <c:v>58410</c:v>
                </c:pt>
                <c:pt idx="16041">
                  <c:v>58411</c:v>
                </c:pt>
                <c:pt idx="16042">
                  <c:v>58412</c:v>
                </c:pt>
                <c:pt idx="16043">
                  <c:v>58413</c:v>
                </c:pt>
                <c:pt idx="16044">
                  <c:v>58414</c:v>
                </c:pt>
                <c:pt idx="16045">
                  <c:v>58415</c:v>
                </c:pt>
                <c:pt idx="16046">
                  <c:v>58416</c:v>
                </c:pt>
                <c:pt idx="16047">
                  <c:v>58417</c:v>
                </c:pt>
                <c:pt idx="16048">
                  <c:v>58418</c:v>
                </c:pt>
                <c:pt idx="16049">
                  <c:v>58419</c:v>
                </c:pt>
                <c:pt idx="16050">
                  <c:v>58420</c:v>
                </c:pt>
                <c:pt idx="16051">
                  <c:v>58421</c:v>
                </c:pt>
                <c:pt idx="16052">
                  <c:v>58422</c:v>
                </c:pt>
                <c:pt idx="16053">
                  <c:v>58423</c:v>
                </c:pt>
                <c:pt idx="16054">
                  <c:v>58424</c:v>
                </c:pt>
                <c:pt idx="16055">
                  <c:v>58425</c:v>
                </c:pt>
                <c:pt idx="16056">
                  <c:v>58426</c:v>
                </c:pt>
                <c:pt idx="16057">
                  <c:v>58427</c:v>
                </c:pt>
                <c:pt idx="16058">
                  <c:v>58428</c:v>
                </c:pt>
                <c:pt idx="16059">
                  <c:v>58429</c:v>
                </c:pt>
                <c:pt idx="16060">
                  <c:v>58430</c:v>
                </c:pt>
                <c:pt idx="16061">
                  <c:v>58431</c:v>
                </c:pt>
                <c:pt idx="16062">
                  <c:v>58432</c:v>
                </c:pt>
                <c:pt idx="16063">
                  <c:v>58433</c:v>
                </c:pt>
                <c:pt idx="16064">
                  <c:v>58434</c:v>
                </c:pt>
                <c:pt idx="16065">
                  <c:v>58435</c:v>
                </c:pt>
                <c:pt idx="16066">
                  <c:v>58436</c:v>
                </c:pt>
                <c:pt idx="16067">
                  <c:v>58437</c:v>
                </c:pt>
                <c:pt idx="16068">
                  <c:v>58438</c:v>
                </c:pt>
                <c:pt idx="16069">
                  <c:v>58439</c:v>
                </c:pt>
                <c:pt idx="16070">
                  <c:v>58440</c:v>
                </c:pt>
                <c:pt idx="16071">
                  <c:v>58441</c:v>
                </c:pt>
                <c:pt idx="16072">
                  <c:v>58442</c:v>
                </c:pt>
                <c:pt idx="16073">
                  <c:v>58443</c:v>
                </c:pt>
                <c:pt idx="16074">
                  <c:v>58444</c:v>
                </c:pt>
                <c:pt idx="16075">
                  <c:v>58445</c:v>
                </c:pt>
                <c:pt idx="16076">
                  <c:v>58446</c:v>
                </c:pt>
                <c:pt idx="16077">
                  <c:v>58447</c:v>
                </c:pt>
                <c:pt idx="16078">
                  <c:v>58448</c:v>
                </c:pt>
                <c:pt idx="16079">
                  <c:v>58449</c:v>
                </c:pt>
                <c:pt idx="16080">
                  <c:v>58450</c:v>
                </c:pt>
                <c:pt idx="16081">
                  <c:v>58451</c:v>
                </c:pt>
                <c:pt idx="16082">
                  <c:v>58452</c:v>
                </c:pt>
                <c:pt idx="16083">
                  <c:v>58453</c:v>
                </c:pt>
                <c:pt idx="16084">
                  <c:v>58454</c:v>
                </c:pt>
                <c:pt idx="16085">
                  <c:v>58455</c:v>
                </c:pt>
                <c:pt idx="16086">
                  <c:v>58456</c:v>
                </c:pt>
                <c:pt idx="16087">
                  <c:v>58457</c:v>
                </c:pt>
                <c:pt idx="16088">
                  <c:v>58458</c:v>
                </c:pt>
                <c:pt idx="16089">
                  <c:v>58459</c:v>
                </c:pt>
                <c:pt idx="16090">
                  <c:v>58460</c:v>
                </c:pt>
                <c:pt idx="16091">
                  <c:v>58461</c:v>
                </c:pt>
                <c:pt idx="16092">
                  <c:v>58462</c:v>
                </c:pt>
                <c:pt idx="16093">
                  <c:v>58463</c:v>
                </c:pt>
                <c:pt idx="16094">
                  <c:v>58464</c:v>
                </c:pt>
                <c:pt idx="16095">
                  <c:v>58465</c:v>
                </c:pt>
                <c:pt idx="16096">
                  <c:v>58466</c:v>
                </c:pt>
                <c:pt idx="16097">
                  <c:v>58467</c:v>
                </c:pt>
                <c:pt idx="16098">
                  <c:v>58468</c:v>
                </c:pt>
                <c:pt idx="16099">
                  <c:v>58469</c:v>
                </c:pt>
                <c:pt idx="16100">
                  <c:v>58470</c:v>
                </c:pt>
                <c:pt idx="16101">
                  <c:v>58471</c:v>
                </c:pt>
                <c:pt idx="16102">
                  <c:v>58472</c:v>
                </c:pt>
                <c:pt idx="16103">
                  <c:v>58473</c:v>
                </c:pt>
                <c:pt idx="16104">
                  <c:v>58474</c:v>
                </c:pt>
                <c:pt idx="16105">
                  <c:v>58475</c:v>
                </c:pt>
                <c:pt idx="16106">
                  <c:v>58476</c:v>
                </c:pt>
                <c:pt idx="16107">
                  <c:v>58477</c:v>
                </c:pt>
                <c:pt idx="16108">
                  <c:v>58478</c:v>
                </c:pt>
                <c:pt idx="16109">
                  <c:v>58479</c:v>
                </c:pt>
                <c:pt idx="16110">
                  <c:v>58480</c:v>
                </c:pt>
                <c:pt idx="16111">
                  <c:v>58481</c:v>
                </c:pt>
                <c:pt idx="16112">
                  <c:v>58482</c:v>
                </c:pt>
                <c:pt idx="16113">
                  <c:v>58483</c:v>
                </c:pt>
                <c:pt idx="16114">
                  <c:v>58484</c:v>
                </c:pt>
                <c:pt idx="16115">
                  <c:v>58485</c:v>
                </c:pt>
                <c:pt idx="16116">
                  <c:v>58486</c:v>
                </c:pt>
                <c:pt idx="16117">
                  <c:v>58487</c:v>
                </c:pt>
                <c:pt idx="16118">
                  <c:v>58488</c:v>
                </c:pt>
                <c:pt idx="16119">
                  <c:v>58489</c:v>
                </c:pt>
                <c:pt idx="16120">
                  <c:v>58490</c:v>
                </c:pt>
                <c:pt idx="16121">
                  <c:v>58491</c:v>
                </c:pt>
                <c:pt idx="16122">
                  <c:v>58492</c:v>
                </c:pt>
                <c:pt idx="16123">
                  <c:v>58493</c:v>
                </c:pt>
                <c:pt idx="16124">
                  <c:v>58494</c:v>
                </c:pt>
                <c:pt idx="16125">
                  <c:v>58495</c:v>
                </c:pt>
                <c:pt idx="16126">
                  <c:v>58496</c:v>
                </c:pt>
                <c:pt idx="16127">
                  <c:v>58497</c:v>
                </c:pt>
                <c:pt idx="16128">
                  <c:v>58498</c:v>
                </c:pt>
                <c:pt idx="16129">
                  <c:v>58499</c:v>
                </c:pt>
                <c:pt idx="16130">
                  <c:v>58500</c:v>
                </c:pt>
                <c:pt idx="16131">
                  <c:v>58501</c:v>
                </c:pt>
                <c:pt idx="16132">
                  <c:v>58502</c:v>
                </c:pt>
                <c:pt idx="16133">
                  <c:v>58503</c:v>
                </c:pt>
                <c:pt idx="16134">
                  <c:v>58504</c:v>
                </c:pt>
                <c:pt idx="16135">
                  <c:v>58505</c:v>
                </c:pt>
                <c:pt idx="16136">
                  <c:v>58506</c:v>
                </c:pt>
                <c:pt idx="16137">
                  <c:v>58507</c:v>
                </c:pt>
                <c:pt idx="16138">
                  <c:v>58508</c:v>
                </c:pt>
                <c:pt idx="16139">
                  <c:v>58509</c:v>
                </c:pt>
                <c:pt idx="16140">
                  <c:v>58510</c:v>
                </c:pt>
                <c:pt idx="16141">
                  <c:v>58511</c:v>
                </c:pt>
                <c:pt idx="16142">
                  <c:v>58512</c:v>
                </c:pt>
                <c:pt idx="16143">
                  <c:v>58513</c:v>
                </c:pt>
                <c:pt idx="16144">
                  <c:v>58514</c:v>
                </c:pt>
                <c:pt idx="16145">
                  <c:v>58515</c:v>
                </c:pt>
                <c:pt idx="16146">
                  <c:v>58516</c:v>
                </c:pt>
                <c:pt idx="16147">
                  <c:v>58517</c:v>
                </c:pt>
                <c:pt idx="16148">
                  <c:v>58518</c:v>
                </c:pt>
                <c:pt idx="16149">
                  <c:v>58519</c:v>
                </c:pt>
                <c:pt idx="16150">
                  <c:v>58520</c:v>
                </c:pt>
                <c:pt idx="16151">
                  <c:v>58521</c:v>
                </c:pt>
                <c:pt idx="16152">
                  <c:v>58522</c:v>
                </c:pt>
                <c:pt idx="16153">
                  <c:v>58523</c:v>
                </c:pt>
                <c:pt idx="16154">
                  <c:v>58524</c:v>
                </c:pt>
                <c:pt idx="16155">
                  <c:v>58525</c:v>
                </c:pt>
                <c:pt idx="16156">
                  <c:v>58526</c:v>
                </c:pt>
                <c:pt idx="16157">
                  <c:v>58527</c:v>
                </c:pt>
                <c:pt idx="16158">
                  <c:v>58528</c:v>
                </c:pt>
                <c:pt idx="16159">
                  <c:v>58529</c:v>
                </c:pt>
                <c:pt idx="16160">
                  <c:v>58530</c:v>
                </c:pt>
                <c:pt idx="16161">
                  <c:v>58531</c:v>
                </c:pt>
                <c:pt idx="16162">
                  <c:v>58532</c:v>
                </c:pt>
                <c:pt idx="16163">
                  <c:v>58533</c:v>
                </c:pt>
                <c:pt idx="16164">
                  <c:v>58534</c:v>
                </c:pt>
                <c:pt idx="16165">
                  <c:v>58535</c:v>
                </c:pt>
                <c:pt idx="16166">
                  <c:v>58536</c:v>
                </c:pt>
                <c:pt idx="16167">
                  <c:v>58537</c:v>
                </c:pt>
                <c:pt idx="16168">
                  <c:v>58538</c:v>
                </c:pt>
                <c:pt idx="16169">
                  <c:v>58539</c:v>
                </c:pt>
                <c:pt idx="16170">
                  <c:v>58540</c:v>
                </c:pt>
                <c:pt idx="16171">
                  <c:v>58541</c:v>
                </c:pt>
                <c:pt idx="16172">
                  <c:v>58542</c:v>
                </c:pt>
                <c:pt idx="16173">
                  <c:v>58543</c:v>
                </c:pt>
                <c:pt idx="16174">
                  <c:v>58544</c:v>
                </c:pt>
                <c:pt idx="16175">
                  <c:v>58545</c:v>
                </c:pt>
                <c:pt idx="16176">
                  <c:v>58546</c:v>
                </c:pt>
                <c:pt idx="16177">
                  <c:v>58547</c:v>
                </c:pt>
                <c:pt idx="16178">
                  <c:v>58548</c:v>
                </c:pt>
                <c:pt idx="16179">
                  <c:v>58549</c:v>
                </c:pt>
                <c:pt idx="16180">
                  <c:v>58550</c:v>
                </c:pt>
                <c:pt idx="16181">
                  <c:v>58551</c:v>
                </c:pt>
                <c:pt idx="16182">
                  <c:v>58552</c:v>
                </c:pt>
                <c:pt idx="16183">
                  <c:v>58553</c:v>
                </c:pt>
                <c:pt idx="16184">
                  <c:v>58554</c:v>
                </c:pt>
                <c:pt idx="16185">
                  <c:v>58555</c:v>
                </c:pt>
                <c:pt idx="16186">
                  <c:v>58556</c:v>
                </c:pt>
                <c:pt idx="16187">
                  <c:v>58557</c:v>
                </c:pt>
                <c:pt idx="16188">
                  <c:v>58558</c:v>
                </c:pt>
                <c:pt idx="16189">
                  <c:v>58559</c:v>
                </c:pt>
                <c:pt idx="16190">
                  <c:v>58560</c:v>
                </c:pt>
                <c:pt idx="16191">
                  <c:v>58561</c:v>
                </c:pt>
                <c:pt idx="16192">
                  <c:v>58562</c:v>
                </c:pt>
                <c:pt idx="16193">
                  <c:v>58563</c:v>
                </c:pt>
                <c:pt idx="16194">
                  <c:v>58564</c:v>
                </c:pt>
                <c:pt idx="16195">
                  <c:v>58565</c:v>
                </c:pt>
                <c:pt idx="16196">
                  <c:v>58566</c:v>
                </c:pt>
                <c:pt idx="16197">
                  <c:v>58567</c:v>
                </c:pt>
                <c:pt idx="16198">
                  <c:v>58568</c:v>
                </c:pt>
                <c:pt idx="16199">
                  <c:v>58569</c:v>
                </c:pt>
                <c:pt idx="16200">
                  <c:v>58570</c:v>
                </c:pt>
                <c:pt idx="16201">
                  <c:v>58571</c:v>
                </c:pt>
                <c:pt idx="16202">
                  <c:v>58572</c:v>
                </c:pt>
                <c:pt idx="16203">
                  <c:v>58573</c:v>
                </c:pt>
                <c:pt idx="16204">
                  <c:v>58574</c:v>
                </c:pt>
                <c:pt idx="16205">
                  <c:v>58575</c:v>
                </c:pt>
                <c:pt idx="16206">
                  <c:v>58576</c:v>
                </c:pt>
                <c:pt idx="16207">
                  <c:v>58577</c:v>
                </c:pt>
                <c:pt idx="16208">
                  <c:v>58578</c:v>
                </c:pt>
                <c:pt idx="16209">
                  <c:v>58579</c:v>
                </c:pt>
                <c:pt idx="16210">
                  <c:v>58580</c:v>
                </c:pt>
                <c:pt idx="16211">
                  <c:v>58581</c:v>
                </c:pt>
                <c:pt idx="16212">
                  <c:v>58582</c:v>
                </c:pt>
                <c:pt idx="16213">
                  <c:v>58583</c:v>
                </c:pt>
                <c:pt idx="16214">
                  <c:v>58584</c:v>
                </c:pt>
                <c:pt idx="16215">
                  <c:v>58585</c:v>
                </c:pt>
                <c:pt idx="16216">
                  <c:v>58586</c:v>
                </c:pt>
                <c:pt idx="16217">
                  <c:v>58587</c:v>
                </c:pt>
                <c:pt idx="16218">
                  <c:v>58588</c:v>
                </c:pt>
                <c:pt idx="16219">
                  <c:v>58589</c:v>
                </c:pt>
                <c:pt idx="16220">
                  <c:v>58590</c:v>
                </c:pt>
                <c:pt idx="16221">
                  <c:v>58591</c:v>
                </c:pt>
                <c:pt idx="16222">
                  <c:v>58592</c:v>
                </c:pt>
                <c:pt idx="16223">
                  <c:v>58593</c:v>
                </c:pt>
                <c:pt idx="16224">
                  <c:v>58594</c:v>
                </c:pt>
                <c:pt idx="16225">
                  <c:v>58595</c:v>
                </c:pt>
                <c:pt idx="16226">
                  <c:v>58596</c:v>
                </c:pt>
                <c:pt idx="16227">
                  <c:v>58597</c:v>
                </c:pt>
                <c:pt idx="16228">
                  <c:v>58598</c:v>
                </c:pt>
                <c:pt idx="16229">
                  <c:v>58599</c:v>
                </c:pt>
                <c:pt idx="16230">
                  <c:v>58600</c:v>
                </c:pt>
                <c:pt idx="16231">
                  <c:v>58601</c:v>
                </c:pt>
                <c:pt idx="16232">
                  <c:v>58602</c:v>
                </c:pt>
                <c:pt idx="16233">
                  <c:v>58603</c:v>
                </c:pt>
                <c:pt idx="16234">
                  <c:v>58604</c:v>
                </c:pt>
                <c:pt idx="16235">
                  <c:v>58605</c:v>
                </c:pt>
                <c:pt idx="16236">
                  <c:v>58606</c:v>
                </c:pt>
                <c:pt idx="16237">
                  <c:v>58607</c:v>
                </c:pt>
                <c:pt idx="16238">
                  <c:v>58608</c:v>
                </c:pt>
                <c:pt idx="16239">
                  <c:v>58609</c:v>
                </c:pt>
                <c:pt idx="16240">
                  <c:v>58610</c:v>
                </c:pt>
                <c:pt idx="16241">
                  <c:v>58611</c:v>
                </c:pt>
                <c:pt idx="16242">
                  <c:v>58612</c:v>
                </c:pt>
                <c:pt idx="16243">
                  <c:v>58613</c:v>
                </c:pt>
                <c:pt idx="16244">
                  <c:v>58614</c:v>
                </c:pt>
                <c:pt idx="16245">
                  <c:v>58615</c:v>
                </c:pt>
                <c:pt idx="16246">
                  <c:v>58616</c:v>
                </c:pt>
                <c:pt idx="16247">
                  <c:v>58617</c:v>
                </c:pt>
                <c:pt idx="16248">
                  <c:v>58618</c:v>
                </c:pt>
                <c:pt idx="16249">
                  <c:v>58619</c:v>
                </c:pt>
                <c:pt idx="16250">
                  <c:v>58620</c:v>
                </c:pt>
                <c:pt idx="16251">
                  <c:v>58621</c:v>
                </c:pt>
                <c:pt idx="16252">
                  <c:v>58622</c:v>
                </c:pt>
                <c:pt idx="16253">
                  <c:v>58623</c:v>
                </c:pt>
                <c:pt idx="16254">
                  <c:v>58624</c:v>
                </c:pt>
                <c:pt idx="16255">
                  <c:v>58625</c:v>
                </c:pt>
                <c:pt idx="16256">
                  <c:v>58626</c:v>
                </c:pt>
                <c:pt idx="16257">
                  <c:v>58627</c:v>
                </c:pt>
                <c:pt idx="16258">
                  <c:v>58628</c:v>
                </c:pt>
                <c:pt idx="16259">
                  <c:v>58629</c:v>
                </c:pt>
                <c:pt idx="16260">
                  <c:v>58630</c:v>
                </c:pt>
                <c:pt idx="16261">
                  <c:v>58631</c:v>
                </c:pt>
                <c:pt idx="16262">
                  <c:v>58632</c:v>
                </c:pt>
                <c:pt idx="16263">
                  <c:v>58633</c:v>
                </c:pt>
                <c:pt idx="16264">
                  <c:v>58634</c:v>
                </c:pt>
                <c:pt idx="16265">
                  <c:v>58635</c:v>
                </c:pt>
                <c:pt idx="16266">
                  <c:v>58636</c:v>
                </c:pt>
                <c:pt idx="16267">
                  <c:v>58637</c:v>
                </c:pt>
                <c:pt idx="16268">
                  <c:v>58638</c:v>
                </c:pt>
                <c:pt idx="16269">
                  <c:v>58639</c:v>
                </c:pt>
                <c:pt idx="16270">
                  <c:v>58640</c:v>
                </c:pt>
                <c:pt idx="16271">
                  <c:v>58641</c:v>
                </c:pt>
                <c:pt idx="16272">
                  <c:v>58642</c:v>
                </c:pt>
                <c:pt idx="16273">
                  <c:v>58643</c:v>
                </c:pt>
                <c:pt idx="16274">
                  <c:v>58644</c:v>
                </c:pt>
                <c:pt idx="16275">
                  <c:v>58645</c:v>
                </c:pt>
                <c:pt idx="16276">
                  <c:v>58646</c:v>
                </c:pt>
                <c:pt idx="16277">
                  <c:v>58647</c:v>
                </c:pt>
                <c:pt idx="16278">
                  <c:v>58648</c:v>
                </c:pt>
                <c:pt idx="16279">
                  <c:v>58649</c:v>
                </c:pt>
                <c:pt idx="16280">
                  <c:v>58650</c:v>
                </c:pt>
                <c:pt idx="16281">
                  <c:v>58651</c:v>
                </c:pt>
                <c:pt idx="16282">
                  <c:v>58652</c:v>
                </c:pt>
                <c:pt idx="16283">
                  <c:v>58653</c:v>
                </c:pt>
                <c:pt idx="16284">
                  <c:v>58654</c:v>
                </c:pt>
                <c:pt idx="16285">
                  <c:v>58655</c:v>
                </c:pt>
                <c:pt idx="16286">
                  <c:v>58656</c:v>
                </c:pt>
                <c:pt idx="16287">
                  <c:v>58657</c:v>
                </c:pt>
                <c:pt idx="16288">
                  <c:v>58658</c:v>
                </c:pt>
                <c:pt idx="16289">
                  <c:v>58659</c:v>
                </c:pt>
                <c:pt idx="16290">
                  <c:v>58660</c:v>
                </c:pt>
                <c:pt idx="16291">
                  <c:v>58661</c:v>
                </c:pt>
                <c:pt idx="16292">
                  <c:v>58662</c:v>
                </c:pt>
                <c:pt idx="16293">
                  <c:v>58663</c:v>
                </c:pt>
                <c:pt idx="16294">
                  <c:v>58664</c:v>
                </c:pt>
                <c:pt idx="16295">
                  <c:v>58665</c:v>
                </c:pt>
                <c:pt idx="16296">
                  <c:v>58666</c:v>
                </c:pt>
                <c:pt idx="16297">
                  <c:v>58667</c:v>
                </c:pt>
                <c:pt idx="16298">
                  <c:v>58668</c:v>
                </c:pt>
                <c:pt idx="16299">
                  <c:v>58669</c:v>
                </c:pt>
                <c:pt idx="16300">
                  <c:v>58670</c:v>
                </c:pt>
                <c:pt idx="16301">
                  <c:v>58671</c:v>
                </c:pt>
                <c:pt idx="16302">
                  <c:v>58672</c:v>
                </c:pt>
                <c:pt idx="16303">
                  <c:v>58673</c:v>
                </c:pt>
                <c:pt idx="16304">
                  <c:v>58674</c:v>
                </c:pt>
                <c:pt idx="16305">
                  <c:v>58675</c:v>
                </c:pt>
                <c:pt idx="16306">
                  <c:v>58676</c:v>
                </c:pt>
                <c:pt idx="16307">
                  <c:v>58677</c:v>
                </c:pt>
                <c:pt idx="16308">
                  <c:v>58678</c:v>
                </c:pt>
                <c:pt idx="16309">
                  <c:v>58679</c:v>
                </c:pt>
                <c:pt idx="16310">
                  <c:v>58680</c:v>
                </c:pt>
                <c:pt idx="16311">
                  <c:v>58681</c:v>
                </c:pt>
                <c:pt idx="16312">
                  <c:v>58682</c:v>
                </c:pt>
                <c:pt idx="16313">
                  <c:v>58683</c:v>
                </c:pt>
                <c:pt idx="16314">
                  <c:v>58684</c:v>
                </c:pt>
                <c:pt idx="16315">
                  <c:v>58685</c:v>
                </c:pt>
                <c:pt idx="16316">
                  <c:v>58686</c:v>
                </c:pt>
                <c:pt idx="16317">
                  <c:v>58687</c:v>
                </c:pt>
                <c:pt idx="16318">
                  <c:v>58688</c:v>
                </c:pt>
                <c:pt idx="16319">
                  <c:v>58689</c:v>
                </c:pt>
                <c:pt idx="16320">
                  <c:v>58690</c:v>
                </c:pt>
                <c:pt idx="16321">
                  <c:v>58691</c:v>
                </c:pt>
                <c:pt idx="16322">
                  <c:v>58692</c:v>
                </c:pt>
                <c:pt idx="16323">
                  <c:v>58693</c:v>
                </c:pt>
                <c:pt idx="16324">
                  <c:v>58694</c:v>
                </c:pt>
                <c:pt idx="16325">
                  <c:v>58695</c:v>
                </c:pt>
                <c:pt idx="16326">
                  <c:v>58696</c:v>
                </c:pt>
                <c:pt idx="16327">
                  <c:v>58697</c:v>
                </c:pt>
                <c:pt idx="16328">
                  <c:v>58698</c:v>
                </c:pt>
                <c:pt idx="16329">
                  <c:v>58699</c:v>
                </c:pt>
                <c:pt idx="16330">
                  <c:v>58700</c:v>
                </c:pt>
                <c:pt idx="16331">
                  <c:v>58701</c:v>
                </c:pt>
                <c:pt idx="16332">
                  <c:v>58702</c:v>
                </c:pt>
                <c:pt idx="16333">
                  <c:v>58703</c:v>
                </c:pt>
                <c:pt idx="16334">
                  <c:v>58704</c:v>
                </c:pt>
                <c:pt idx="16335">
                  <c:v>58705</c:v>
                </c:pt>
                <c:pt idx="16336">
                  <c:v>58706</c:v>
                </c:pt>
                <c:pt idx="16337">
                  <c:v>58707</c:v>
                </c:pt>
                <c:pt idx="16338">
                  <c:v>58708</c:v>
                </c:pt>
                <c:pt idx="16339">
                  <c:v>58709</c:v>
                </c:pt>
                <c:pt idx="16340">
                  <c:v>58710</c:v>
                </c:pt>
                <c:pt idx="16341">
                  <c:v>58711</c:v>
                </c:pt>
                <c:pt idx="16342">
                  <c:v>58712</c:v>
                </c:pt>
                <c:pt idx="16343">
                  <c:v>58713</c:v>
                </c:pt>
                <c:pt idx="16344">
                  <c:v>58714</c:v>
                </c:pt>
                <c:pt idx="16345">
                  <c:v>58715</c:v>
                </c:pt>
                <c:pt idx="16346">
                  <c:v>58716</c:v>
                </c:pt>
                <c:pt idx="16347">
                  <c:v>58717</c:v>
                </c:pt>
                <c:pt idx="16348">
                  <c:v>58718</c:v>
                </c:pt>
                <c:pt idx="16349">
                  <c:v>58719</c:v>
                </c:pt>
                <c:pt idx="16350">
                  <c:v>58720</c:v>
                </c:pt>
                <c:pt idx="16351">
                  <c:v>58721</c:v>
                </c:pt>
                <c:pt idx="16352">
                  <c:v>58722</c:v>
                </c:pt>
                <c:pt idx="16353">
                  <c:v>58723</c:v>
                </c:pt>
                <c:pt idx="16354">
                  <c:v>58724</c:v>
                </c:pt>
                <c:pt idx="16355">
                  <c:v>58725</c:v>
                </c:pt>
                <c:pt idx="16356">
                  <c:v>58726</c:v>
                </c:pt>
                <c:pt idx="16357">
                  <c:v>58727</c:v>
                </c:pt>
                <c:pt idx="16358">
                  <c:v>58728</c:v>
                </c:pt>
                <c:pt idx="16359">
                  <c:v>58729</c:v>
                </c:pt>
                <c:pt idx="16360">
                  <c:v>58730</c:v>
                </c:pt>
                <c:pt idx="16361">
                  <c:v>58731</c:v>
                </c:pt>
                <c:pt idx="16362">
                  <c:v>58732</c:v>
                </c:pt>
                <c:pt idx="16363">
                  <c:v>58733</c:v>
                </c:pt>
                <c:pt idx="16364">
                  <c:v>58734</c:v>
                </c:pt>
                <c:pt idx="16365">
                  <c:v>58735</c:v>
                </c:pt>
                <c:pt idx="16366">
                  <c:v>58736</c:v>
                </c:pt>
                <c:pt idx="16367">
                  <c:v>58737</c:v>
                </c:pt>
                <c:pt idx="16368">
                  <c:v>58738</c:v>
                </c:pt>
                <c:pt idx="16369">
                  <c:v>58739</c:v>
                </c:pt>
                <c:pt idx="16370">
                  <c:v>58740</c:v>
                </c:pt>
                <c:pt idx="16371">
                  <c:v>58741</c:v>
                </c:pt>
                <c:pt idx="16372">
                  <c:v>58742</c:v>
                </c:pt>
                <c:pt idx="16373">
                  <c:v>58743</c:v>
                </c:pt>
                <c:pt idx="16374">
                  <c:v>58744</c:v>
                </c:pt>
                <c:pt idx="16375">
                  <c:v>58745</c:v>
                </c:pt>
                <c:pt idx="16376">
                  <c:v>58746</c:v>
                </c:pt>
                <c:pt idx="16377">
                  <c:v>58747</c:v>
                </c:pt>
                <c:pt idx="16378">
                  <c:v>58748</c:v>
                </c:pt>
                <c:pt idx="16379">
                  <c:v>58749</c:v>
                </c:pt>
                <c:pt idx="16380">
                  <c:v>58750</c:v>
                </c:pt>
                <c:pt idx="16381">
                  <c:v>58751</c:v>
                </c:pt>
                <c:pt idx="16382">
                  <c:v>58752</c:v>
                </c:pt>
                <c:pt idx="16383">
                  <c:v>58753</c:v>
                </c:pt>
                <c:pt idx="16384">
                  <c:v>58754</c:v>
                </c:pt>
                <c:pt idx="16385">
                  <c:v>58755</c:v>
                </c:pt>
                <c:pt idx="16386">
                  <c:v>58756</c:v>
                </c:pt>
                <c:pt idx="16387">
                  <c:v>58757</c:v>
                </c:pt>
                <c:pt idx="16388">
                  <c:v>58758</c:v>
                </c:pt>
                <c:pt idx="16389">
                  <c:v>58759</c:v>
                </c:pt>
                <c:pt idx="16390">
                  <c:v>58760</c:v>
                </c:pt>
                <c:pt idx="16391">
                  <c:v>58761</c:v>
                </c:pt>
                <c:pt idx="16392">
                  <c:v>58762</c:v>
                </c:pt>
                <c:pt idx="16393">
                  <c:v>58763</c:v>
                </c:pt>
                <c:pt idx="16394">
                  <c:v>58764</c:v>
                </c:pt>
                <c:pt idx="16395">
                  <c:v>58765</c:v>
                </c:pt>
                <c:pt idx="16396">
                  <c:v>58766</c:v>
                </c:pt>
                <c:pt idx="16397">
                  <c:v>58767</c:v>
                </c:pt>
                <c:pt idx="16398">
                  <c:v>58768</c:v>
                </c:pt>
                <c:pt idx="16399">
                  <c:v>58769</c:v>
                </c:pt>
                <c:pt idx="16400">
                  <c:v>58770</c:v>
                </c:pt>
                <c:pt idx="16401">
                  <c:v>58771</c:v>
                </c:pt>
                <c:pt idx="16402">
                  <c:v>58772</c:v>
                </c:pt>
                <c:pt idx="16403">
                  <c:v>58773</c:v>
                </c:pt>
                <c:pt idx="16404">
                  <c:v>58774</c:v>
                </c:pt>
                <c:pt idx="16405">
                  <c:v>58775</c:v>
                </c:pt>
                <c:pt idx="16406">
                  <c:v>58776</c:v>
                </c:pt>
                <c:pt idx="16407">
                  <c:v>58777</c:v>
                </c:pt>
                <c:pt idx="16408">
                  <c:v>58778</c:v>
                </c:pt>
                <c:pt idx="16409">
                  <c:v>58779</c:v>
                </c:pt>
                <c:pt idx="16410">
                  <c:v>58780</c:v>
                </c:pt>
                <c:pt idx="16411">
                  <c:v>58781</c:v>
                </c:pt>
                <c:pt idx="16412">
                  <c:v>58782</c:v>
                </c:pt>
                <c:pt idx="16413">
                  <c:v>58783</c:v>
                </c:pt>
                <c:pt idx="16414">
                  <c:v>58784</c:v>
                </c:pt>
                <c:pt idx="16415">
                  <c:v>58785</c:v>
                </c:pt>
                <c:pt idx="16416">
                  <c:v>58786</c:v>
                </c:pt>
                <c:pt idx="16417">
                  <c:v>58787</c:v>
                </c:pt>
                <c:pt idx="16418">
                  <c:v>58788</c:v>
                </c:pt>
                <c:pt idx="16419">
                  <c:v>58789</c:v>
                </c:pt>
                <c:pt idx="16420">
                  <c:v>58790</c:v>
                </c:pt>
                <c:pt idx="16421">
                  <c:v>58791</c:v>
                </c:pt>
                <c:pt idx="16422">
                  <c:v>58792</c:v>
                </c:pt>
                <c:pt idx="16423">
                  <c:v>58793</c:v>
                </c:pt>
                <c:pt idx="16424">
                  <c:v>58794</c:v>
                </c:pt>
                <c:pt idx="16425">
                  <c:v>58795</c:v>
                </c:pt>
                <c:pt idx="16426">
                  <c:v>58796</c:v>
                </c:pt>
                <c:pt idx="16427">
                  <c:v>58797</c:v>
                </c:pt>
                <c:pt idx="16428">
                  <c:v>58798</c:v>
                </c:pt>
                <c:pt idx="16429">
                  <c:v>58799</c:v>
                </c:pt>
                <c:pt idx="16430">
                  <c:v>58800</c:v>
                </c:pt>
                <c:pt idx="16431">
                  <c:v>58801</c:v>
                </c:pt>
                <c:pt idx="16432">
                  <c:v>58802</c:v>
                </c:pt>
                <c:pt idx="16433">
                  <c:v>58803</c:v>
                </c:pt>
                <c:pt idx="16434">
                  <c:v>58804</c:v>
                </c:pt>
                <c:pt idx="16435">
                  <c:v>58805</c:v>
                </c:pt>
                <c:pt idx="16436">
                  <c:v>58806</c:v>
                </c:pt>
                <c:pt idx="16437">
                  <c:v>58807</c:v>
                </c:pt>
                <c:pt idx="16438">
                  <c:v>58808</c:v>
                </c:pt>
                <c:pt idx="16439">
                  <c:v>58809</c:v>
                </c:pt>
                <c:pt idx="16440">
                  <c:v>58810</c:v>
                </c:pt>
                <c:pt idx="16441">
                  <c:v>58811</c:v>
                </c:pt>
                <c:pt idx="16442">
                  <c:v>58812</c:v>
                </c:pt>
                <c:pt idx="16443">
                  <c:v>58813</c:v>
                </c:pt>
                <c:pt idx="16444">
                  <c:v>58814</c:v>
                </c:pt>
                <c:pt idx="16445">
                  <c:v>58815</c:v>
                </c:pt>
                <c:pt idx="16446">
                  <c:v>58816</c:v>
                </c:pt>
                <c:pt idx="16447">
                  <c:v>58817</c:v>
                </c:pt>
                <c:pt idx="16448">
                  <c:v>58818</c:v>
                </c:pt>
                <c:pt idx="16449">
                  <c:v>58819</c:v>
                </c:pt>
                <c:pt idx="16450">
                  <c:v>58820</c:v>
                </c:pt>
                <c:pt idx="16451">
                  <c:v>58821</c:v>
                </c:pt>
                <c:pt idx="16452">
                  <c:v>58822</c:v>
                </c:pt>
                <c:pt idx="16453">
                  <c:v>58823</c:v>
                </c:pt>
                <c:pt idx="16454">
                  <c:v>58824</c:v>
                </c:pt>
                <c:pt idx="16455">
                  <c:v>58825</c:v>
                </c:pt>
                <c:pt idx="16456">
                  <c:v>58826</c:v>
                </c:pt>
                <c:pt idx="16457">
                  <c:v>58827</c:v>
                </c:pt>
                <c:pt idx="16458">
                  <c:v>58828</c:v>
                </c:pt>
                <c:pt idx="16459">
                  <c:v>58829</c:v>
                </c:pt>
                <c:pt idx="16460">
                  <c:v>58830</c:v>
                </c:pt>
                <c:pt idx="16461">
                  <c:v>58831</c:v>
                </c:pt>
                <c:pt idx="16462">
                  <c:v>58832</c:v>
                </c:pt>
                <c:pt idx="16463">
                  <c:v>58833</c:v>
                </c:pt>
                <c:pt idx="16464">
                  <c:v>58834</c:v>
                </c:pt>
                <c:pt idx="16465">
                  <c:v>58835</c:v>
                </c:pt>
                <c:pt idx="16466">
                  <c:v>58836</c:v>
                </c:pt>
                <c:pt idx="16467">
                  <c:v>58837</c:v>
                </c:pt>
                <c:pt idx="16468">
                  <c:v>58838</c:v>
                </c:pt>
                <c:pt idx="16469">
                  <c:v>58839</c:v>
                </c:pt>
                <c:pt idx="16470">
                  <c:v>58840</c:v>
                </c:pt>
                <c:pt idx="16471">
                  <c:v>58841</c:v>
                </c:pt>
                <c:pt idx="16472">
                  <c:v>58842</c:v>
                </c:pt>
                <c:pt idx="16473">
                  <c:v>58843</c:v>
                </c:pt>
                <c:pt idx="16474">
                  <c:v>58844</c:v>
                </c:pt>
                <c:pt idx="16475">
                  <c:v>58845</c:v>
                </c:pt>
                <c:pt idx="16476">
                  <c:v>58846</c:v>
                </c:pt>
                <c:pt idx="16477">
                  <c:v>58847</c:v>
                </c:pt>
                <c:pt idx="16478">
                  <c:v>58848</c:v>
                </c:pt>
                <c:pt idx="16479">
                  <c:v>58849</c:v>
                </c:pt>
                <c:pt idx="16480">
                  <c:v>58850</c:v>
                </c:pt>
                <c:pt idx="16481">
                  <c:v>58851</c:v>
                </c:pt>
                <c:pt idx="16482">
                  <c:v>58852</c:v>
                </c:pt>
                <c:pt idx="16483">
                  <c:v>58853</c:v>
                </c:pt>
                <c:pt idx="16484">
                  <c:v>58854</c:v>
                </c:pt>
                <c:pt idx="16485">
                  <c:v>58855</c:v>
                </c:pt>
                <c:pt idx="16486">
                  <c:v>58856</c:v>
                </c:pt>
                <c:pt idx="16487">
                  <c:v>58857</c:v>
                </c:pt>
                <c:pt idx="16488">
                  <c:v>58858</c:v>
                </c:pt>
                <c:pt idx="16489">
                  <c:v>58859</c:v>
                </c:pt>
                <c:pt idx="16490">
                  <c:v>58860</c:v>
                </c:pt>
                <c:pt idx="16491">
                  <c:v>58861</c:v>
                </c:pt>
                <c:pt idx="16492">
                  <c:v>58862</c:v>
                </c:pt>
                <c:pt idx="16493">
                  <c:v>58863</c:v>
                </c:pt>
                <c:pt idx="16494">
                  <c:v>58864</c:v>
                </c:pt>
                <c:pt idx="16495">
                  <c:v>58865</c:v>
                </c:pt>
                <c:pt idx="16496">
                  <c:v>58866</c:v>
                </c:pt>
                <c:pt idx="16497">
                  <c:v>58867</c:v>
                </c:pt>
                <c:pt idx="16498">
                  <c:v>58868</c:v>
                </c:pt>
                <c:pt idx="16499">
                  <c:v>58869</c:v>
                </c:pt>
                <c:pt idx="16500">
                  <c:v>58870</c:v>
                </c:pt>
                <c:pt idx="16501">
                  <c:v>58871</c:v>
                </c:pt>
                <c:pt idx="16502">
                  <c:v>58872</c:v>
                </c:pt>
                <c:pt idx="16503">
                  <c:v>58873</c:v>
                </c:pt>
                <c:pt idx="16504">
                  <c:v>58874</c:v>
                </c:pt>
                <c:pt idx="16505">
                  <c:v>58875</c:v>
                </c:pt>
                <c:pt idx="16506">
                  <c:v>58876</c:v>
                </c:pt>
                <c:pt idx="16507">
                  <c:v>58877</c:v>
                </c:pt>
                <c:pt idx="16508">
                  <c:v>58878</c:v>
                </c:pt>
                <c:pt idx="16509">
                  <c:v>58879</c:v>
                </c:pt>
                <c:pt idx="16510">
                  <c:v>58880</c:v>
                </c:pt>
                <c:pt idx="16511">
                  <c:v>58881</c:v>
                </c:pt>
                <c:pt idx="16512">
                  <c:v>58882</c:v>
                </c:pt>
                <c:pt idx="16513">
                  <c:v>58883</c:v>
                </c:pt>
                <c:pt idx="16514">
                  <c:v>58884</c:v>
                </c:pt>
                <c:pt idx="16515">
                  <c:v>58885</c:v>
                </c:pt>
                <c:pt idx="16516">
                  <c:v>58886</c:v>
                </c:pt>
                <c:pt idx="16517">
                  <c:v>58887</c:v>
                </c:pt>
                <c:pt idx="16518">
                  <c:v>58888</c:v>
                </c:pt>
                <c:pt idx="16519">
                  <c:v>58889</c:v>
                </c:pt>
                <c:pt idx="16520">
                  <c:v>58890</c:v>
                </c:pt>
                <c:pt idx="16521">
                  <c:v>58891</c:v>
                </c:pt>
                <c:pt idx="16522">
                  <c:v>58892</c:v>
                </c:pt>
                <c:pt idx="16523">
                  <c:v>58893</c:v>
                </c:pt>
                <c:pt idx="16524">
                  <c:v>58894</c:v>
                </c:pt>
                <c:pt idx="16525">
                  <c:v>58895</c:v>
                </c:pt>
                <c:pt idx="16526">
                  <c:v>58896</c:v>
                </c:pt>
                <c:pt idx="16527">
                  <c:v>58897</c:v>
                </c:pt>
                <c:pt idx="16528">
                  <c:v>58898</c:v>
                </c:pt>
                <c:pt idx="16529">
                  <c:v>58899</c:v>
                </c:pt>
                <c:pt idx="16530">
                  <c:v>58900</c:v>
                </c:pt>
                <c:pt idx="16531">
                  <c:v>58901</c:v>
                </c:pt>
                <c:pt idx="16532">
                  <c:v>58902</c:v>
                </c:pt>
                <c:pt idx="16533">
                  <c:v>58903</c:v>
                </c:pt>
                <c:pt idx="16534">
                  <c:v>58904</c:v>
                </c:pt>
                <c:pt idx="16535">
                  <c:v>58905</c:v>
                </c:pt>
                <c:pt idx="16536">
                  <c:v>58906</c:v>
                </c:pt>
                <c:pt idx="16537">
                  <c:v>58907</c:v>
                </c:pt>
                <c:pt idx="16538">
                  <c:v>58908</c:v>
                </c:pt>
                <c:pt idx="16539">
                  <c:v>58909</c:v>
                </c:pt>
                <c:pt idx="16540">
                  <c:v>58910</c:v>
                </c:pt>
                <c:pt idx="16541">
                  <c:v>58911</c:v>
                </c:pt>
                <c:pt idx="16542">
                  <c:v>58912</c:v>
                </c:pt>
                <c:pt idx="16543">
                  <c:v>58913</c:v>
                </c:pt>
                <c:pt idx="16544">
                  <c:v>58914</c:v>
                </c:pt>
                <c:pt idx="16545">
                  <c:v>58915</c:v>
                </c:pt>
                <c:pt idx="16546">
                  <c:v>58916</c:v>
                </c:pt>
                <c:pt idx="16547">
                  <c:v>58917</c:v>
                </c:pt>
                <c:pt idx="16548">
                  <c:v>58918</c:v>
                </c:pt>
                <c:pt idx="16549">
                  <c:v>58919</c:v>
                </c:pt>
                <c:pt idx="16550">
                  <c:v>58920</c:v>
                </c:pt>
                <c:pt idx="16551">
                  <c:v>58921</c:v>
                </c:pt>
                <c:pt idx="16552">
                  <c:v>58922</c:v>
                </c:pt>
                <c:pt idx="16553">
                  <c:v>58923</c:v>
                </c:pt>
                <c:pt idx="16554">
                  <c:v>58924</c:v>
                </c:pt>
                <c:pt idx="16555">
                  <c:v>58925</c:v>
                </c:pt>
                <c:pt idx="16556">
                  <c:v>58926</c:v>
                </c:pt>
                <c:pt idx="16557">
                  <c:v>58927</c:v>
                </c:pt>
                <c:pt idx="16558">
                  <c:v>58928</c:v>
                </c:pt>
                <c:pt idx="16559">
                  <c:v>58929</c:v>
                </c:pt>
                <c:pt idx="16560">
                  <c:v>58930</c:v>
                </c:pt>
                <c:pt idx="16561">
                  <c:v>58931</c:v>
                </c:pt>
                <c:pt idx="16562">
                  <c:v>58932</c:v>
                </c:pt>
                <c:pt idx="16563">
                  <c:v>58933</c:v>
                </c:pt>
                <c:pt idx="16564">
                  <c:v>58934</c:v>
                </c:pt>
                <c:pt idx="16565">
                  <c:v>58935</c:v>
                </c:pt>
                <c:pt idx="16566">
                  <c:v>58936</c:v>
                </c:pt>
                <c:pt idx="16567">
                  <c:v>58937</c:v>
                </c:pt>
                <c:pt idx="16568">
                  <c:v>58938</c:v>
                </c:pt>
                <c:pt idx="16569">
                  <c:v>58939</c:v>
                </c:pt>
                <c:pt idx="16570">
                  <c:v>58940</c:v>
                </c:pt>
                <c:pt idx="16571">
                  <c:v>58941</c:v>
                </c:pt>
                <c:pt idx="16572">
                  <c:v>58942</c:v>
                </c:pt>
                <c:pt idx="16573">
                  <c:v>58943</c:v>
                </c:pt>
                <c:pt idx="16574">
                  <c:v>58944</c:v>
                </c:pt>
                <c:pt idx="16575">
                  <c:v>58945</c:v>
                </c:pt>
                <c:pt idx="16576">
                  <c:v>58946</c:v>
                </c:pt>
                <c:pt idx="16577">
                  <c:v>58947</c:v>
                </c:pt>
                <c:pt idx="16578">
                  <c:v>58948</c:v>
                </c:pt>
                <c:pt idx="16579">
                  <c:v>58949</c:v>
                </c:pt>
                <c:pt idx="16580">
                  <c:v>58950</c:v>
                </c:pt>
                <c:pt idx="16581">
                  <c:v>58951</c:v>
                </c:pt>
                <c:pt idx="16582">
                  <c:v>58952</c:v>
                </c:pt>
                <c:pt idx="16583">
                  <c:v>58953</c:v>
                </c:pt>
                <c:pt idx="16584">
                  <c:v>58954</c:v>
                </c:pt>
                <c:pt idx="16585">
                  <c:v>58955</c:v>
                </c:pt>
                <c:pt idx="16586">
                  <c:v>58956</c:v>
                </c:pt>
                <c:pt idx="16587">
                  <c:v>58957</c:v>
                </c:pt>
                <c:pt idx="16588">
                  <c:v>58958</c:v>
                </c:pt>
                <c:pt idx="16589">
                  <c:v>58959</c:v>
                </c:pt>
                <c:pt idx="16590">
                  <c:v>58960</c:v>
                </c:pt>
                <c:pt idx="16591">
                  <c:v>58961</c:v>
                </c:pt>
                <c:pt idx="16592">
                  <c:v>58962</c:v>
                </c:pt>
                <c:pt idx="16593">
                  <c:v>58963</c:v>
                </c:pt>
                <c:pt idx="16594">
                  <c:v>58964</c:v>
                </c:pt>
                <c:pt idx="16595">
                  <c:v>58965</c:v>
                </c:pt>
                <c:pt idx="16596">
                  <c:v>58966</c:v>
                </c:pt>
                <c:pt idx="16597">
                  <c:v>58967</c:v>
                </c:pt>
                <c:pt idx="16598">
                  <c:v>58968</c:v>
                </c:pt>
                <c:pt idx="16599">
                  <c:v>58969</c:v>
                </c:pt>
                <c:pt idx="16600">
                  <c:v>58970</c:v>
                </c:pt>
                <c:pt idx="16601">
                  <c:v>58971</c:v>
                </c:pt>
                <c:pt idx="16602">
                  <c:v>58972</c:v>
                </c:pt>
                <c:pt idx="16603">
                  <c:v>58973</c:v>
                </c:pt>
                <c:pt idx="16604">
                  <c:v>58974</c:v>
                </c:pt>
                <c:pt idx="16605">
                  <c:v>58975</c:v>
                </c:pt>
                <c:pt idx="16606">
                  <c:v>58976</c:v>
                </c:pt>
                <c:pt idx="16607">
                  <c:v>58977</c:v>
                </c:pt>
                <c:pt idx="16608">
                  <c:v>58978</c:v>
                </c:pt>
                <c:pt idx="16609">
                  <c:v>58979</c:v>
                </c:pt>
                <c:pt idx="16610">
                  <c:v>58980</c:v>
                </c:pt>
                <c:pt idx="16611">
                  <c:v>58981</c:v>
                </c:pt>
                <c:pt idx="16612">
                  <c:v>58982</c:v>
                </c:pt>
                <c:pt idx="16613">
                  <c:v>58983</c:v>
                </c:pt>
                <c:pt idx="16614">
                  <c:v>58984</c:v>
                </c:pt>
                <c:pt idx="16615">
                  <c:v>58985</c:v>
                </c:pt>
                <c:pt idx="16616">
                  <c:v>58986</c:v>
                </c:pt>
                <c:pt idx="16617">
                  <c:v>58987</c:v>
                </c:pt>
                <c:pt idx="16618">
                  <c:v>58988</c:v>
                </c:pt>
                <c:pt idx="16619">
                  <c:v>58989</c:v>
                </c:pt>
                <c:pt idx="16620">
                  <c:v>58990</c:v>
                </c:pt>
                <c:pt idx="16621">
                  <c:v>58991</c:v>
                </c:pt>
                <c:pt idx="16622">
                  <c:v>58992</c:v>
                </c:pt>
                <c:pt idx="16623">
                  <c:v>58993</c:v>
                </c:pt>
                <c:pt idx="16624">
                  <c:v>58994</c:v>
                </c:pt>
                <c:pt idx="16625">
                  <c:v>58995</c:v>
                </c:pt>
                <c:pt idx="16626">
                  <c:v>58996</c:v>
                </c:pt>
                <c:pt idx="16627">
                  <c:v>58997</c:v>
                </c:pt>
                <c:pt idx="16628">
                  <c:v>58998</c:v>
                </c:pt>
                <c:pt idx="16629">
                  <c:v>58999</c:v>
                </c:pt>
                <c:pt idx="16630">
                  <c:v>59000</c:v>
                </c:pt>
                <c:pt idx="16631">
                  <c:v>59001</c:v>
                </c:pt>
                <c:pt idx="16632">
                  <c:v>59002</c:v>
                </c:pt>
                <c:pt idx="16633">
                  <c:v>59003</c:v>
                </c:pt>
                <c:pt idx="16634">
                  <c:v>59004</c:v>
                </c:pt>
                <c:pt idx="16635">
                  <c:v>59005</c:v>
                </c:pt>
                <c:pt idx="16636">
                  <c:v>59006</c:v>
                </c:pt>
                <c:pt idx="16637">
                  <c:v>59007</c:v>
                </c:pt>
                <c:pt idx="16638">
                  <c:v>59008</c:v>
                </c:pt>
                <c:pt idx="16639">
                  <c:v>59009</c:v>
                </c:pt>
                <c:pt idx="16640">
                  <c:v>59010</c:v>
                </c:pt>
                <c:pt idx="16641">
                  <c:v>59011</c:v>
                </c:pt>
                <c:pt idx="16642">
                  <c:v>59012</c:v>
                </c:pt>
                <c:pt idx="16643">
                  <c:v>59013</c:v>
                </c:pt>
                <c:pt idx="16644">
                  <c:v>59014</c:v>
                </c:pt>
                <c:pt idx="16645">
                  <c:v>59015</c:v>
                </c:pt>
                <c:pt idx="16646">
                  <c:v>59016</c:v>
                </c:pt>
                <c:pt idx="16647">
                  <c:v>59017</c:v>
                </c:pt>
                <c:pt idx="16648">
                  <c:v>59018</c:v>
                </c:pt>
                <c:pt idx="16649">
                  <c:v>59019</c:v>
                </c:pt>
                <c:pt idx="16650">
                  <c:v>59020</c:v>
                </c:pt>
                <c:pt idx="16651">
                  <c:v>59021</c:v>
                </c:pt>
                <c:pt idx="16652">
                  <c:v>59022</c:v>
                </c:pt>
                <c:pt idx="16653">
                  <c:v>59023</c:v>
                </c:pt>
                <c:pt idx="16654">
                  <c:v>59024</c:v>
                </c:pt>
                <c:pt idx="16655">
                  <c:v>59025</c:v>
                </c:pt>
                <c:pt idx="16656">
                  <c:v>59026</c:v>
                </c:pt>
                <c:pt idx="16657">
                  <c:v>59027</c:v>
                </c:pt>
                <c:pt idx="16658">
                  <c:v>59028</c:v>
                </c:pt>
                <c:pt idx="16659">
                  <c:v>59029</c:v>
                </c:pt>
                <c:pt idx="16660">
                  <c:v>59030</c:v>
                </c:pt>
                <c:pt idx="16661">
                  <c:v>59031</c:v>
                </c:pt>
                <c:pt idx="16662">
                  <c:v>59032</c:v>
                </c:pt>
                <c:pt idx="16663">
                  <c:v>59033</c:v>
                </c:pt>
                <c:pt idx="16664">
                  <c:v>59034</c:v>
                </c:pt>
                <c:pt idx="16665">
                  <c:v>59035</c:v>
                </c:pt>
                <c:pt idx="16666">
                  <c:v>59036</c:v>
                </c:pt>
                <c:pt idx="16667">
                  <c:v>59037</c:v>
                </c:pt>
                <c:pt idx="16668">
                  <c:v>59038</c:v>
                </c:pt>
                <c:pt idx="16669">
                  <c:v>59039</c:v>
                </c:pt>
                <c:pt idx="16670">
                  <c:v>59040</c:v>
                </c:pt>
                <c:pt idx="16671">
                  <c:v>59041</c:v>
                </c:pt>
                <c:pt idx="16672">
                  <c:v>59042</c:v>
                </c:pt>
                <c:pt idx="16673">
                  <c:v>59043</c:v>
                </c:pt>
                <c:pt idx="16674">
                  <c:v>59044</c:v>
                </c:pt>
                <c:pt idx="16675">
                  <c:v>59045</c:v>
                </c:pt>
                <c:pt idx="16676">
                  <c:v>59046</c:v>
                </c:pt>
                <c:pt idx="16677">
                  <c:v>59047</c:v>
                </c:pt>
                <c:pt idx="16678">
                  <c:v>59048</c:v>
                </c:pt>
                <c:pt idx="16679">
                  <c:v>59049</c:v>
                </c:pt>
                <c:pt idx="16680">
                  <c:v>59050</c:v>
                </c:pt>
                <c:pt idx="16681">
                  <c:v>59051</c:v>
                </c:pt>
                <c:pt idx="16682">
                  <c:v>59052</c:v>
                </c:pt>
                <c:pt idx="16683">
                  <c:v>59053</c:v>
                </c:pt>
                <c:pt idx="16684">
                  <c:v>59054</c:v>
                </c:pt>
                <c:pt idx="16685">
                  <c:v>59055</c:v>
                </c:pt>
                <c:pt idx="16686">
                  <c:v>59056</c:v>
                </c:pt>
                <c:pt idx="16687">
                  <c:v>59057</c:v>
                </c:pt>
                <c:pt idx="16688">
                  <c:v>59058</c:v>
                </c:pt>
                <c:pt idx="16689">
                  <c:v>59059</c:v>
                </c:pt>
                <c:pt idx="16690">
                  <c:v>59060</c:v>
                </c:pt>
                <c:pt idx="16691">
                  <c:v>59061</c:v>
                </c:pt>
                <c:pt idx="16692">
                  <c:v>59062</c:v>
                </c:pt>
                <c:pt idx="16693">
                  <c:v>59063</c:v>
                </c:pt>
                <c:pt idx="16694">
                  <c:v>59064</c:v>
                </c:pt>
                <c:pt idx="16695">
                  <c:v>59065</c:v>
                </c:pt>
                <c:pt idx="16696">
                  <c:v>59066</c:v>
                </c:pt>
                <c:pt idx="16697">
                  <c:v>59067</c:v>
                </c:pt>
                <c:pt idx="16698">
                  <c:v>59068</c:v>
                </c:pt>
                <c:pt idx="16699">
                  <c:v>59069</c:v>
                </c:pt>
                <c:pt idx="16700">
                  <c:v>59070</c:v>
                </c:pt>
                <c:pt idx="16701">
                  <c:v>59071</c:v>
                </c:pt>
                <c:pt idx="16702">
                  <c:v>59072</c:v>
                </c:pt>
                <c:pt idx="16703">
                  <c:v>59073</c:v>
                </c:pt>
                <c:pt idx="16704">
                  <c:v>59074</c:v>
                </c:pt>
                <c:pt idx="16705">
                  <c:v>59075</c:v>
                </c:pt>
                <c:pt idx="16706">
                  <c:v>59076</c:v>
                </c:pt>
                <c:pt idx="16707">
                  <c:v>59077</c:v>
                </c:pt>
                <c:pt idx="16708">
                  <c:v>59078</c:v>
                </c:pt>
                <c:pt idx="16709">
                  <c:v>59079</c:v>
                </c:pt>
                <c:pt idx="16710">
                  <c:v>59080</c:v>
                </c:pt>
                <c:pt idx="16711">
                  <c:v>59081</c:v>
                </c:pt>
                <c:pt idx="16712">
                  <c:v>59082</c:v>
                </c:pt>
                <c:pt idx="16713">
                  <c:v>59083</c:v>
                </c:pt>
                <c:pt idx="16714">
                  <c:v>59084</c:v>
                </c:pt>
                <c:pt idx="16715">
                  <c:v>59085</c:v>
                </c:pt>
                <c:pt idx="16716">
                  <c:v>59086</c:v>
                </c:pt>
                <c:pt idx="16717">
                  <c:v>59087</c:v>
                </c:pt>
                <c:pt idx="16718">
                  <c:v>59088</c:v>
                </c:pt>
                <c:pt idx="16719">
                  <c:v>59089</c:v>
                </c:pt>
                <c:pt idx="16720">
                  <c:v>59090</c:v>
                </c:pt>
                <c:pt idx="16721">
                  <c:v>59091</c:v>
                </c:pt>
                <c:pt idx="16722">
                  <c:v>59092</c:v>
                </c:pt>
                <c:pt idx="16723">
                  <c:v>59093</c:v>
                </c:pt>
                <c:pt idx="16724">
                  <c:v>59094</c:v>
                </c:pt>
                <c:pt idx="16725">
                  <c:v>59095</c:v>
                </c:pt>
                <c:pt idx="16726">
                  <c:v>59096</c:v>
                </c:pt>
                <c:pt idx="16727">
                  <c:v>59097</c:v>
                </c:pt>
                <c:pt idx="16728">
                  <c:v>59098</c:v>
                </c:pt>
                <c:pt idx="16729">
                  <c:v>59099</c:v>
                </c:pt>
                <c:pt idx="16730">
                  <c:v>59100</c:v>
                </c:pt>
                <c:pt idx="16731">
                  <c:v>59101</c:v>
                </c:pt>
                <c:pt idx="16732">
                  <c:v>59102</c:v>
                </c:pt>
                <c:pt idx="16733">
                  <c:v>59103</c:v>
                </c:pt>
                <c:pt idx="16734">
                  <c:v>59104</c:v>
                </c:pt>
                <c:pt idx="16735">
                  <c:v>59105</c:v>
                </c:pt>
                <c:pt idx="16736">
                  <c:v>59106</c:v>
                </c:pt>
                <c:pt idx="16737">
                  <c:v>59107</c:v>
                </c:pt>
                <c:pt idx="16738">
                  <c:v>59108</c:v>
                </c:pt>
                <c:pt idx="16739">
                  <c:v>59109</c:v>
                </c:pt>
                <c:pt idx="16740">
                  <c:v>59110</c:v>
                </c:pt>
                <c:pt idx="16741">
                  <c:v>59111</c:v>
                </c:pt>
                <c:pt idx="16742">
                  <c:v>59112</c:v>
                </c:pt>
                <c:pt idx="16743">
                  <c:v>59113</c:v>
                </c:pt>
                <c:pt idx="16744">
                  <c:v>59114</c:v>
                </c:pt>
                <c:pt idx="16745">
                  <c:v>59115</c:v>
                </c:pt>
                <c:pt idx="16746">
                  <c:v>59116</c:v>
                </c:pt>
                <c:pt idx="16747">
                  <c:v>59117</c:v>
                </c:pt>
                <c:pt idx="16748">
                  <c:v>59118</c:v>
                </c:pt>
                <c:pt idx="16749">
                  <c:v>59119</c:v>
                </c:pt>
                <c:pt idx="16750">
                  <c:v>59120</c:v>
                </c:pt>
                <c:pt idx="16751">
                  <c:v>59121</c:v>
                </c:pt>
                <c:pt idx="16752">
                  <c:v>59122</c:v>
                </c:pt>
                <c:pt idx="16753">
                  <c:v>59123</c:v>
                </c:pt>
                <c:pt idx="16754">
                  <c:v>59124</c:v>
                </c:pt>
                <c:pt idx="16755">
                  <c:v>59125</c:v>
                </c:pt>
                <c:pt idx="16756">
                  <c:v>59126</c:v>
                </c:pt>
                <c:pt idx="16757">
                  <c:v>59127</c:v>
                </c:pt>
                <c:pt idx="16758">
                  <c:v>59128</c:v>
                </c:pt>
                <c:pt idx="16759">
                  <c:v>59129</c:v>
                </c:pt>
                <c:pt idx="16760">
                  <c:v>59130</c:v>
                </c:pt>
                <c:pt idx="16761">
                  <c:v>59131</c:v>
                </c:pt>
                <c:pt idx="16762">
                  <c:v>59132</c:v>
                </c:pt>
                <c:pt idx="16763">
                  <c:v>59133</c:v>
                </c:pt>
                <c:pt idx="16764">
                  <c:v>59134</c:v>
                </c:pt>
                <c:pt idx="16765">
                  <c:v>59135</c:v>
                </c:pt>
                <c:pt idx="16766">
                  <c:v>59136</c:v>
                </c:pt>
                <c:pt idx="16767">
                  <c:v>59137</c:v>
                </c:pt>
                <c:pt idx="16768">
                  <c:v>59138</c:v>
                </c:pt>
                <c:pt idx="16769">
                  <c:v>59139</c:v>
                </c:pt>
                <c:pt idx="16770">
                  <c:v>59140</c:v>
                </c:pt>
                <c:pt idx="16771">
                  <c:v>59141</c:v>
                </c:pt>
                <c:pt idx="16772">
                  <c:v>59142</c:v>
                </c:pt>
                <c:pt idx="16773">
                  <c:v>59143</c:v>
                </c:pt>
                <c:pt idx="16774">
                  <c:v>59144</c:v>
                </c:pt>
                <c:pt idx="16775">
                  <c:v>59145</c:v>
                </c:pt>
                <c:pt idx="16776">
                  <c:v>59146</c:v>
                </c:pt>
                <c:pt idx="16777">
                  <c:v>59147</c:v>
                </c:pt>
                <c:pt idx="16778">
                  <c:v>59148</c:v>
                </c:pt>
                <c:pt idx="16779">
                  <c:v>59149</c:v>
                </c:pt>
                <c:pt idx="16780">
                  <c:v>59150</c:v>
                </c:pt>
                <c:pt idx="16781">
                  <c:v>59151</c:v>
                </c:pt>
                <c:pt idx="16782">
                  <c:v>59152</c:v>
                </c:pt>
                <c:pt idx="16783">
                  <c:v>59153</c:v>
                </c:pt>
                <c:pt idx="16784">
                  <c:v>59154</c:v>
                </c:pt>
                <c:pt idx="16785">
                  <c:v>59155</c:v>
                </c:pt>
                <c:pt idx="16786">
                  <c:v>59156</c:v>
                </c:pt>
                <c:pt idx="16787">
                  <c:v>59157</c:v>
                </c:pt>
                <c:pt idx="16788">
                  <c:v>59158</c:v>
                </c:pt>
                <c:pt idx="16789">
                  <c:v>59159</c:v>
                </c:pt>
                <c:pt idx="16790">
                  <c:v>59160</c:v>
                </c:pt>
                <c:pt idx="16791">
                  <c:v>59161</c:v>
                </c:pt>
                <c:pt idx="16792">
                  <c:v>59162</c:v>
                </c:pt>
                <c:pt idx="16793">
                  <c:v>59163</c:v>
                </c:pt>
                <c:pt idx="16794">
                  <c:v>59164</c:v>
                </c:pt>
                <c:pt idx="16795">
                  <c:v>59165</c:v>
                </c:pt>
                <c:pt idx="16796">
                  <c:v>59166</c:v>
                </c:pt>
                <c:pt idx="16797">
                  <c:v>59167</c:v>
                </c:pt>
                <c:pt idx="16798">
                  <c:v>59168</c:v>
                </c:pt>
                <c:pt idx="16799">
                  <c:v>59169</c:v>
                </c:pt>
                <c:pt idx="16800">
                  <c:v>59170</c:v>
                </c:pt>
                <c:pt idx="16801">
                  <c:v>59171</c:v>
                </c:pt>
                <c:pt idx="16802">
                  <c:v>59172</c:v>
                </c:pt>
                <c:pt idx="16803">
                  <c:v>59173</c:v>
                </c:pt>
                <c:pt idx="16804">
                  <c:v>59174</c:v>
                </c:pt>
                <c:pt idx="16805">
                  <c:v>59175</c:v>
                </c:pt>
                <c:pt idx="16806">
                  <c:v>59176</c:v>
                </c:pt>
                <c:pt idx="16807">
                  <c:v>59177</c:v>
                </c:pt>
                <c:pt idx="16808">
                  <c:v>59178</c:v>
                </c:pt>
                <c:pt idx="16809">
                  <c:v>59179</c:v>
                </c:pt>
                <c:pt idx="16810">
                  <c:v>59180</c:v>
                </c:pt>
                <c:pt idx="16811">
                  <c:v>59181</c:v>
                </c:pt>
                <c:pt idx="16812">
                  <c:v>59182</c:v>
                </c:pt>
                <c:pt idx="16813">
                  <c:v>59183</c:v>
                </c:pt>
                <c:pt idx="16814">
                  <c:v>59184</c:v>
                </c:pt>
                <c:pt idx="16815">
                  <c:v>59185</c:v>
                </c:pt>
                <c:pt idx="16816">
                  <c:v>59186</c:v>
                </c:pt>
                <c:pt idx="16817">
                  <c:v>59187</c:v>
                </c:pt>
                <c:pt idx="16818">
                  <c:v>59188</c:v>
                </c:pt>
                <c:pt idx="16819">
                  <c:v>59189</c:v>
                </c:pt>
                <c:pt idx="16820">
                  <c:v>59190</c:v>
                </c:pt>
                <c:pt idx="16821">
                  <c:v>59191</c:v>
                </c:pt>
                <c:pt idx="16822">
                  <c:v>59192</c:v>
                </c:pt>
                <c:pt idx="16823">
                  <c:v>59193</c:v>
                </c:pt>
                <c:pt idx="16824">
                  <c:v>59194</c:v>
                </c:pt>
                <c:pt idx="16825">
                  <c:v>59195</c:v>
                </c:pt>
                <c:pt idx="16826">
                  <c:v>59196</c:v>
                </c:pt>
                <c:pt idx="16827">
                  <c:v>59197</c:v>
                </c:pt>
                <c:pt idx="16828">
                  <c:v>59198</c:v>
                </c:pt>
                <c:pt idx="16829">
                  <c:v>59199</c:v>
                </c:pt>
                <c:pt idx="16830">
                  <c:v>59200</c:v>
                </c:pt>
                <c:pt idx="16831">
                  <c:v>59201</c:v>
                </c:pt>
                <c:pt idx="16832">
                  <c:v>59202</c:v>
                </c:pt>
                <c:pt idx="16833">
                  <c:v>59203</c:v>
                </c:pt>
                <c:pt idx="16834">
                  <c:v>59204</c:v>
                </c:pt>
                <c:pt idx="16835">
                  <c:v>59205</c:v>
                </c:pt>
                <c:pt idx="16836">
                  <c:v>59206</c:v>
                </c:pt>
                <c:pt idx="16837">
                  <c:v>59207</c:v>
                </c:pt>
                <c:pt idx="16838">
                  <c:v>59208</c:v>
                </c:pt>
                <c:pt idx="16839">
                  <c:v>59209</c:v>
                </c:pt>
                <c:pt idx="16840">
                  <c:v>59210</c:v>
                </c:pt>
                <c:pt idx="16841">
                  <c:v>59211</c:v>
                </c:pt>
                <c:pt idx="16842">
                  <c:v>59212</c:v>
                </c:pt>
                <c:pt idx="16843">
                  <c:v>59213</c:v>
                </c:pt>
                <c:pt idx="16844">
                  <c:v>59214</c:v>
                </c:pt>
                <c:pt idx="16845">
                  <c:v>59215</c:v>
                </c:pt>
                <c:pt idx="16846">
                  <c:v>59216</c:v>
                </c:pt>
                <c:pt idx="16847">
                  <c:v>59217</c:v>
                </c:pt>
                <c:pt idx="16848">
                  <c:v>59218</c:v>
                </c:pt>
                <c:pt idx="16849">
                  <c:v>59219</c:v>
                </c:pt>
                <c:pt idx="16850">
                  <c:v>59220</c:v>
                </c:pt>
                <c:pt idx="16851">
                  <c:v>59221</c:v>
                </c:pt>
                <c:pt idx="16852">
                  <c:v>59222</c:v>
                </c:pt>
                <c:pt idx="16853">
                  <c:v>59223</c:v>
                </c:pt>
                <c:pt idx="16854">
                  <c:v>59224</c:v>
                </c:pt>
                <c:pt idx="16855">
                  <c:v>59225</c:v>
                </c:pt>
                <c:pt idx="16856">
                  <c:v>59226</c:v>
                </c:pt>
                <c:pt idx="16857">
                  <c:v>59227</c:v>
                </c:pt>
                <c:pt idx="16858">
                  <c:v>59228</c:v>
                </c:pt>
                <c:pt idx="16859">
                  <c:v>59229</c:v>
                </c:pt>
                <c:pt idx="16860">
                  <c:v>59230</c:v>
                </c:pt>
                <c:pt idx="16861">
                  <c:v>59231</c:v>
                </c:pt>
                <c:pt idx="16862">
                  <c:v>59232</c:v>
                </c:pt>
                <c:pt idx="16863">
                  <c:v>59233</c:v>
                </c:pt>
                <c:pt idx="16864">
                  <c:v>59234</c:v>
                </c:pt>
                <c:pt idx="16865">
                  <c:v>59235</c:v>
                </c:pt>
                <c:pt idx="16866">
                  <c:v>59236</c:v>
                </c:pt>
                <c:pt idx="16867">
                  <c:v>59237</c:v>
                </c:pt>
                <c:pt idx="16868">
                  <c:v>59238</c:v>
                </c:pt>
                <c:pt idx="16869">
                  <c:v>59239</c:v>
                </c:pt>
                <c:pt idx="16870">
                  <c:v>59240</c:v>
                </c:pt>
                <c:pt idx="16871">
                  <c:v>59241</c:v>
                </c:pt>
                <c:pt idx="16872">
                  <c:v>59242</c:v>
                </c:pt>
                <c:pt idx="16873">
                  <c:v>59243</c:v>
                </c:pt>
                <c:pt idx="16874">
                  <c:v>59244</c:v>
                </c:pt>
                <c:pt idx="16875">
                  <c:v>59245</c:v>
                </c:pt>
                <c:pt idx="16876">
                  <c:v>59246</c:v>
                </c:pt>
                <c:pt idx="16877">
                  <c:v>59247</c:v>
                </c:pt>
                <c:pt idx="16878">
                  <c:v>59248</c:v>
                </c:pt>
                <c:pt idx="16879">
                  <c:v>59249</c:v>
                </c:pt>
                <c:pt idx="16880">
                  <c:v>59250</c:v>
                </c:pt>
                <c:pt idx="16881">
                  <c:v>59251</c:v>
                </c:pt>
                <c:pt idx="16882">
                  <c:v>59252</c:v>
                </c:pt>
                <c:pt idx="16883">
                  <c:v>59253</c:v>
                </c:pt>
                <c:pt idx="16884">
                  <c:v>59254</c:v>
                </c:pt>
                <c:pt idx="16885">
                  <c:v>59255</c:v>
                </c:pt>
                <c:pt idx="16886">
                  <c:v>59256</c:v>
                </c:pt>
                <c:pt idx="16887">
                  <c:v>59257</c:v>
                </c:pt>
                <c:pt idx="16888">
                  <c:v>59258</c:v>
                </c:pt>
                <c:pt idx="16889">
                  <c:v>59259</c:v>
                </c:pt>
                <c:pt idx="16890">
                  <c:v>59260</c:v>
                </c:pt>
                <c:pt idx="16891">
                  <c:v>59261</c:v>
                </c:pt>
                <c:pt idx="16892">
                  <c:v>59262</c:v>
                </c:pt>
                <c:pt idx="16893">
                  <c:v>59263</c:v>
                </c:pt>
                <c:pt idx="16894">
                  <c:v>59264</c:v>
                </c:pt>
                <c:pt idx="16895">
                  <c:v>59265</c:v>
                </c:pt>
                <c:pt idx="16896">
                  <c:v>59266</c:v>
                </c:pt>
                <c:pt idx="16897">
                  <c:v>59267</c:v>
                </c:pt>
                <c:pt idx="16898">
                  <c:v>59268</c:v>
                </c:pt>
                <c:pt idx="16899">
                  <c:v>59269</c:v>
                </c:pt>
                <c:pt idx="16900">
                  <c:v>59270</c:v>
                </c:pt>
                <c:pt idx="16901">
                  <c:v>59271</c:v>
                </c:pt>
                <c:pt idx="16902">
                  <c:v>59272</c:v>
                </c:pt>
                <c:pt idx="16903">
                  <c:v>59273</c:v>
                </c:pt>
                <c:pt idx="16904">
                  <c:v>59274</c:v>
                </c:pt>
                <c:pt idx="16905">
                  <c:v>59275</c:v>
                </c:pt>
                <c:pt idx="16906">
                  <c:v>59276</c:v>
                </c:pt>
                <c:pt idx="16907">
                  <c:v>59277</c:v>
                </c:pt>
                <c:pt idx="16908">
                  <c:v>59278</c:v>
                </c:pt>
                <c:pt idx="16909">
                  <c:v>59279</c:v>
                </c:pt>
                <c:pt idx="16910">
                  <c:v>59280</c:v>
                </c:pt>
                <c:pt idx="16911">
                  <c:v>59281</c:v>
                </c:pt>
                <c:pt idx="16912">
                  <c:v>59282</c:v>
                </c:pt>
                <c:pt idx="16913">
                  <c:v>59283</c:v>
                </c:pt>
                <c:pt idx="16914">
                  <c:v>59284</c:v>
                </c:pt>
                <c:pt idx="16915">
                  <c:v>59285</c:v>
                </c:pt>
                <c:pt idx="16916">
                  <c:v>59286</c:v>
                </c:pt>
                <c:pt idx="16917">
                  <c:v>59287</c:v>
                </c:pt>
                <c:pt idx="16918">
                  <c:v>59288</c:v>
                </c:pt>
                <c:pt idx="16919">
                  <c:v>59289</c:v>
                </c:pt>
                <c:pt idx="16920">
                  <c:v>59290</c:v>
                </c:pt>
                <c:pt idx="16921">
                  <c:v>59291</c:v>
                </c:pt>
                <c:pt idx="16922">
                  <c:v>59292</c:v>
                </c:pt>
                <c:pt idx="16923">
                  <c:v>59293</c:v>
                </c:pt>
                <c:pt idx="16924">
                  <c:v>59294</c:v>
                </c:pt>
                <c:pt idx="16925">
                  <c:v>59295</c:v>
                </c:pt>
                <c:pt idx="16926">
                  <c:v>59296</c:v>
                </c:pt>
                <c:pt idx="16927">
                  <c:v>59297</c:v>
                </c:pt>
                <c:pt idx="16928">
                  <c:v>59298</c:v>
                </c:pt>
                <c:pt idx="16929">
                  <c:v>59299</c:v>
                </c:pt>
                <c:pt idx="16930">
                  <c:v>59300</c:v>
                </c:pt>
                <c:pt idx="16931">
                  <c:v>59301</c:v>
                </c:pt>
                <c:pt idx="16932">
                  <c:v>59302</c:v>
                </c:pt>
                <c:pt idx="16933">
                  <c:v>59303</c:v>
                </c:pt>
                <c:pt idx="16934">
                  <c:v>59304</c:v>
                </c:pt>
                <c:pt idx="16935">
                  <c:v>59305</c:v>
                </c:pt>
                <c:pt idx="16936">
                  <c:v>59306</c:v>
                </c:pt>
                <c:pt idx="16937">
                  <c:v>59307</c:v>
                </c:pt>
                <c:pt idx="16938">
                  <c:v>59308</c:v>
                </c:pt>
                <c:pt idx="16939">
                  <c:v>59309</c:v>
                </c:pt>
                <c:pt idx="16940">
                  <c:v>59310</c:v>
                </c:pt>
                <c:pt idx="16941">
                  <c:v>59311</c:v>
                </c:pt>
                <c:pt idx="16942">
                  <c:v>59312</c:v>
                </c:pt>
                <c:pt idx="16943">
                  <c:v>59313</c:v>
                </c:pt>
                <c:pt idx="16944">
                  <c:v>59314</c:v>
                </c:pt>
                <c:pt idx="16945">
                  <c:v>59315</c:v>
                </c:pt>
                <c:pt idx="16946">
                  <c:v>59316</c:v>
                </c:pt>
                <c:pt idx="16947">
                  <c:v>59317</c:v>
                </c:pt>
                <c:pt idx="16948">
                  <c:v>59318</c:v>
                </c:pt>
                <c:pt idx="16949">
                  <c:v>59319</c:v>
                </c:pt>
                <c:pt idx="16950">
                  <c:v>59320</c:v>
                </c:pt>
                <c:pt idx="16951">
                  <c:v>59321</c:v>
                </c:pt>
                <c:pt idx="16952">
                  <c:v>59322</c:v>
                </c:pt>
                <c:pt idx="16953">
                  <c:v>59323</c:v>
                </c:pt>
                <c:pt idx="16954">
                  <c:v>59324</c:v>
                </c:pt>
                <c:pt idx="16955">
                  <c:v>59325</c:v>
                </c:pt>
                <c:pt idx="16956">
                  <c:v>59326</c:v>
                </c:pt>
                <c:pt idx="16957">
                  <c:v>59327</c:v>
                </c:pt>
                <c:pt idx="16958">
                  <c:v>59328</c:v>
                </c:pt>
                <c:pt idx="16959">
                  <c:v>59329</c:v>
                </c:pt>
                <c:pt idx="16960">
                  <c:v>59330</c:v>
                </c:pt>
                <c:pt idx="16961">
                  <c:v>59331</c:v>
                </c:pt>
                <c:pt idx="16962">
                  <c:v>59332</c:v>
                </c:pt>
                <c:pt idx="16963">
                  <c:v>59333</c:v>
                </c:pt>
                <c:pt idx="16964">
                  <c:v>59334</c:v>
                </c:pt>
                <c:pt idx="16965">
                  <c:v>59335</c:v>
                </c:pt>
                <c:pt idx="16966">
                  <c:v>59336</c:v>
                </c:pt>
                <c:pt idx="16967">
                  <c:v>59337</c:v>
                </c:pt>
                <c:pt idx="16968">
                  <c:v>59338</c:v>
                </c:pt>
                <c:pt idx="16969">
                  <c:v>59339</c:v>
                </c:pt>
                <c:pt idx="16970">
                  <c:v>59340</c:v>
                </c:pt>
                <c:pt idx="16971">
                  <c:v>59341</c:v>
                </c:pt>
                <c:pt idx="16972">
                  <c:v>59342</c:v>
                </c:pt>
                <c:pt idx="16973">
                  <c:v>59343</c:v>
                </c:pt>
                <c:pt idx="16974">
                  <c:v>59344</c:v>
                </c:pt>
                <c:pt idx="16975">
                  <c:v>59345</c:v>
                </c:pt>
                <c:pt idx="16976">
                  <c:v>59346</c:v>
                </c:pt>
                <c:pt idx="16977">
                  <c:v>59347</c:v>
                </c:pt>
                <c:pt idx="16978">
                  <c:v>59348</c:v>
                </c:pt>
                <c:pt idx="16979">
                  <c:v>59349</c:v>
                </c:pt>
                <c:pt idx="16980">
                  <c:v>59350</c:v>
                </c:pt>
                <c:pt idx="16981">
                  <c:v>59351</c:v>
                </c:pt>
                <c:pt idx="16982">
                  <c:v>59352</c:v>
                </c:pt>
                <c:pt idx="16983">
                  <c:v>59353</c:v>
                </c:pt>
                <c:pt idx="16984">
                  <c:v>59354</c:v>
                </c:pt>
                <c:pt idx="16985">
                  <c:v>59355</c:v>
                </c:pt>
                <c:pt idx="16986">
                  <c:v>59356</c:v>
                </c:pt>
                <c:pt idx="16987">
                  <c:v>59357</c:v>
                </c:pt>
                <c:pt idx="16988">
                  <c:v>59358</c:v>
                </c:pt>
                <c:pt idx="16989">
                  <c:v>59359</c:v>
                </c:pt>
                <c:pt idx="16990">
                  <c:v>59360</c:v>
                </c:pt>
                <c:pt idx="16991">
                  <c:v>59361</c:v>
                </c:pt>
                <c:pt idx="16992">
                  <c:v>59362</c:v>
                </c:pt>
                <c:pt idx="16993">
                  <c:v>59363</c:v>
                </c:pt>
                <c:pt idx="16994">
                  <c:v>59364</c:v>
                </c:pt>
                <c:pt idx="16995">
                  <c:v>59365</c:v>
                </c:pt>
                <c:pt idx="16996">
                  <c:v>59366</c:v>
                </c:pt>
                <c:pt idx="16997">
                  <c:v>59367</c:v>
                </c:pt>
                <c:pt idx="16998">
                  <c:v>59368</c:v>
                </c:pt>
                <c:pt idx="16999">
                  <c:v>59369</c:v>
                </c:pt>
                <c:pt idx="17000">
                  <c:v>59370</c:v>
                </c:pt>
                <c:pt idx="17001">
                  <c:v>59371</c:v>
                </c:pt>
                <c:pt idx="17002">
                  <c:v>59372</c:v>
                </c:pt>
                <c:pt idx="17003">
                  <c:v>59373</c:v>
                </c:pt>
                <c:pt idx="17004">
                  <c:v>59374</c:v>
                </c:pt>
                <c:pt idx="17005">
                  <c:v>59375</c:v>
                </c:pt>
                <c:pt idx="17006">
                  <c:v>59376</c:v>
                </c:pt>
                <c:pt idx="17007">
                  <c:v>59377</c:v>
                </c:pt>
                <c:pt idx="17008">
                  <c:v>59378</c:v>
                </c:pt>
                <c:pt idx="17009">
                  <c:v>59379</c:v>
                </c:pt>
                <c:pt idx="17010">
                  <c:v>59380</c:v>
                </c:pt>
                <c:pt idx="17011">
                  <c:v>59381</c:v>
                </c:pt>
                <c:pt idx="17012">
                  <c:v>59382</c:v>
                </c:pt>
                <c:pt idx="17013">
                  <c:v>59383</c:v>
                </c:pt>
                <c:pt idx="17014">
                  <c:v>59384</c:v>
                </c:pt>
                <c:pt idx="17015">
                  <c:v>59385</c:v>
                </c:pt>
                <c:pt idx="17016">
                  <c:v>59386</c:v>
                </c:pt>
                <c:pt idx="17017">
                  <c:v>59387</c:v>
                </c:pt>
                <c:pt idx="17018">
                  <c:v>59388</c:v>
                </c:pt>
                <c:pt idx="17019">
                  <c:v>59389</c:v>
                </c:pt>
                <c:pt idx="17020">
                  <c:v>59390</c:v>
                </c:pt>
                <c:pt idx="17021">
                  <c:v>59391</c:v>
                </c:pt>
                <c:pt idx="17022">
                  <c:v>59392</c:v>
                </c:pt>
                <c:pt idx="17023">
                  <c:v>59393</c:v>
                </c:pt>
                <c:pt idx="17024">
                  <c:v>59394</c:v>
                </c:pt>
                <c:pt idx="17025">
                  <c:v>59395</c:v>
                </c:pt>
                <c:pt idx="17026">
                  <c:v>59396</c:v>
                </c:pt>
                <c:pt idx="17027">
                  <c:v>59397</c:v>
                </c:pt>
                <c:pt idx="17028">
                  <c:v>59398</c:v>
                </c:pt>
                <c:pt idx="17029">
                  <c:v>59399</c:v>
                </c:pt>
                <c:pt idx="17030">
                  <c:v>59400</c:v>
                </c:pt>
                <c:pt idx="17031">
                  <c:v>59401</c:v>
                </c:pt>
                <c:pt idx="17032">
                  <c:v>59402</c:v>
                </c:pt>
                <c:pt idx="17033">
                  <c:v>59403</c:v>
                </c:pt>
                <c:pt idx="17034">
                  <c:v>59404</c:v>
                </c:pt>
                <c:pt idx="17035">
                  <c:v>59405</c:v>
                </c:pt>
                <c:pt idx="17036">
                  <c:v>59406</c:v>
                </c:pt>
                <c:pt idx="17037">
                  <c:v>59407</c:v>
                </c:pt>
                <c:pt idx="17038">
                  <c:v>59408</c:v>
                </c:pt>
                <c:pt idx="17039">
                  <c:v>59409</c:v>
                </c:pt>
                <c:pt idx="17040">
                  <c:v>59410</c:v>
                </c:pt>
                <c:pt idx="17041">
                  <c:v>59411</c:v>
                </c:pt>
                <c:pt idx="17042">
                  <c:v>59412</c:v>
                </c:pt>
                <c:pt idx="17043">
                  <c:v>59413</c:v>
                </c:pt>
                <c:pt idx="17044">
                  <c:v>59414</c:v>
                </c:pt>
                <c:pt idx="17045">
                  <c:v>59415</c:v>
                </c:pt>
                <c:pt idx="17046">
                  <c:v>59416</c:v>
                </c:pt>
                <c:pt idx="17047">
                  <c:v>59417</c:v>
                </c:pt>
                <c:pt idx="17048">
                  <c:v>59418</c:v>
                </c:pt>
                <c:pt idx="17049">
                  <c:v>59419</c:v>
                </c:pt>
                <c:pt idx="17050">
                  <c:v>59420</c:v>
                </c:pt>
                <c:pt idx="17051">
                  <c:v>59421</c:v>
                </c:pt>
                <c:pt idx="17052">
                  <c:v>59422</c:v>
                </c:pt>
                <c:pt idx="17053">
                  <c:v>59423</c:v>
                </c:pt>
                <c:pt idx="17054">
                  <c:v>59424</c:v>
                </c:pt>
                <c:pt idx="17055">
                  <c:v>59425</c:v>
                </c:pt>
                <c:pt idx="17056">
                  <c:v>59426</c:v>
                </c:pt>
                <c:pt idx="17057">
                  <c:v>59427</c:v>
                </c:pt>
                <c:pt idx="17058">
                  <c:v>59428</c:v>
                </c:pt>
                <c:pt idx="17059">
                  <c:v>59429</c:v>
                </c:pt>
                <c:pt idx="17060">
                  <c:v>59430</c:v>
                </c:pt>
                <c:pt idx="17061">
                  <c:v>59431</c:v>
                </c:pt>
                <c:pt idx="17062">
                  <c:v>59432</c:v>
                </c:pt>
                <c:pt idx="17063">
                  <c:v>59433</c:v>
                </c:pt>
                <c:pt idx="17064">
                  <c:v>59434</c:v>
                </c:pt>
                <c:pt idx="17065">
                  <c:v>59435</c:v>
                </c:pt>
                <c:pt idx="17066">
                  <c:v>59436</c:v>
                </c:pt>
                <c:pt idx="17067">
                  <c:v>59437</c:v>
                </c:pt>
                <c:pt idx="17068">
                  <c:v>59438</c:v>
                </c:pt>
                <c:pt idx="17069">
                  <c:v>59439</c:v>
                </c:pt>
                <c:pt idx="17070">
                  <c:v>59440</c:v>
                </c:pt>
                <c:pt idx="17071">
                  <c:v>59441</c:v>
                </c:pt>
                <c:pt idx="17072">
                  <c:v>59442</c:v>
                </c:pt>
                <c:pt idx="17073">
                  <c:v>59443</c:v>
                </c:pt>
                <c:pt idx="17074">
                  <c:v>59444</c:v>
                </c:pt>
                <c:pt idx="17075">
                  <c:v>59445</c:v>
                </c:pt>
                <c:pt idx="17076">
                  <c:v>59446</c:v>
                </c:pt>
                <c:pt idx="17077">
                  <c:v>59447</c:v>
                </c:pt>
                <c:pt idx="17078">
                  <c:v>59448</c:v>
                </c:pt>
                <c:pt idx="17079">
                  <c:v>59449</c:v>
                </c:pt>
                <c:pt idx="17080">
                  <c:v>59450</c:v>
                </c:pt>
                <c:pt idx="17081">
                  <c:v>59451</c:v>
                </c:pt>
                <c:pt idx="17082">
                  <c:v>59452</c:v>
                </c:pt>
                <c:pt idx="17083">
                  <c:v>59453</c:v>
                </c:pt>
                <c:pt idx="17084">
                  <c:v>59454</c:v>
                </c:pt>
                <c:pt idx="17085">
                  <c:v>59455</c:v>
                </c:pt>
                <c:pt idx="17086">
                  <c:v>59456</c:v>
                </c:pt>
                <c:pt idx="17087">
                  <c:v>59457</c:v>
                </c:pt>
                <c:pt idx="17088">
                  <c:v>59458</c:v>
                </c:pt>
                <c:pt idx="17089">
                  <c:v>59459</c:v>
                </c:pt>
                <c:pt idx="17090">
                  <c:v>59460</c:v>
                </c:pt>
                <c:pt idx="17091">
                  <c:v>59461</c:v>
                </c:pt>
                <c:pt idx="17092">
                  <c:v>59462</c:v>
                </c:pt>
                <c:pt idx="17093">
                  <c:v>59463</c:v>
                </c:pt>
                <c:pt idx="17094">
                  <c:v>59464</c:v>
                </c:pt>
                <c:pt idx="17095">
                  <c:v>59465</c:v>
                </c:pt>
                <c:pt idx="17096">
                  <c:v>59466</c:v>
                </c:pt>
                <c:pt idx="17097">
                  <c:v>59467</c:v>
                </c:pt>
                <c:pt idx="17098">
                  <c:v>59468</c:v>
                </c:pt>
                <c:pt idx="17099">
                  <c:v>59469</c:v>
                </c:pt>
                <c:pt idx="17100">
                  <c:v>59470</c:v>
                </c:pt>
                <c:pt idx="17101">
                  <c:v>59471</c:v>
                </c:pt>
                <c:pt idx="17102">
                  <c:v>59472</c:v>
                </c:pt>
                <c:pt idx="17103">
                  <c:v>59473</c:v>
                </c:pt>
                <c:pt idx="17104">
                  <c:v>59474</c:v>
                </c:pt>
                <c:pt idx="17105">
                  <c:v>59475</c:v>
                </c:pt>
                <c:pt idx="17106">
                  <c:v>59476</c:v>
                </c:pt>
                <c:pt idx="17107">
                  <c:v>59477</c:v>
                </c:pt>
                <c:pt idx="17108">
                  <c:v>59478</c:v>
                </c:pt>
                <c:pt idx="17109">
                  <c:v>59479</c:v>
                </c:pt>
                <c:pt idx="17110">
                  <c:v>59480</c:v>
                </c:pt>
                <c:pt idx="17111">
                  <c:v>59481</c:v>
                </c:pt>
                <c:pt idx="17112">
                  <c:v>59482</c:v>
                </c:pt>
                <c:pt idx="17113">
                  <c:v>59483</c:v>
                </c:pt>
                <c:pt idx="17114">
                  <c:v>59484</c:v>
                </c:pt>
                <c:pt idx="17115">
                  <c:v>59485</c:v>
                </c:pt>
                <c:pt idx="17116">
                  <c:v>59486</c:v>
                </c:pt>
                <c:pt idx="17117">
                  <c:v>59487</c:v>
                </c:pt>
                <c:pt idx="17118">
                  <c:v>59488</c:v>
                </c:pt>
                <c:pt idx="17119">
                  <c:v>59489</c:v>
                </c:pt>
                <c:pt idx="17120">
                  <c:v>59490</c:v>
                </c:pt>
                <c:pt idx="17121">
                  <c:v>59491</c:v>
                </c:pt>
                <c:pt idx="17122">
                  <c:v>59492</c:v>
                </c:pt>
                <c:pt idx="17123">
                  <c:v>59493</c:v>
                </c:pt>
                <c:pt idx="17124">
                  <c:v>59494</c:v>
                </c:pt>
                <c:pt idx="17125">
                  <c:v>59495</c:v>
                </c:pt>
                <c:pt idx="17126">
                  <c:v>59496</c:v>
                </c:pt>
                <c:pt idx="17127">
                  <c:v>59497</c:v>
                </c:pt>
                <c:pt idx="17128">
                  <c:v>59498</c:v>
                </c:pt>
                <c:pt idx="17129">
                  <c:v>59499</c:v>
                </c:pt>
                <c:pt idx="17130">
                  <c:v>59500</c:v>
                </c:pt>
                <c:pt idx="17131">
                  <c:v>59501</c:v>
                </c:pt>
                <c:pt idx="17132">
                  <c:v>59502</c:v>
                </c:pt>
                <c:pt idx="17133">
                  <c:v>59503</c:v>
                </c:pt>
                <c:pt idx="17134">
                  <c:v>59504</c:v>
                </c:pt>
                <c:pt idx="17135">
                  <c:v>59505</c:v>
                </c:pt>
                <c:pt idx="17136">
                  <c:v>59506</c:v>
                </c:pt>
                <c:pt idx="17137">
                  <c:v>59507</c:v>
                </c:pt>
                <c:pt idx="17138">
                  <c:v>59508</c:v>
                </c:pt>
                <c:pt idx="17139">
                  <c:v>59509</c:v>
                </c:pt>
                <c:pt idx="17140">
                  <c:v>59510</c:v>
                </c:pt>
                <c:pt idx="17141">
                  <c:v>59511</c:v>
                </c:pt>
                <c:pt idx="17142">
                  <c:v>59512</c:v>
                </c:pt>
                <c:pt idx="17143">
                  <c:v>59513</c:v>
                </c:pt>
                <c:pt idx="17144">
                  <c:v>59514</c:v>
                </c:pt>
                <c:pt idx="17145">
                  <c:v>59515</c:v>
                </c:pt>
                <c:pt idx="17146">
                  <c:v>59516</c:v>
                </c:pt>
                <c:pt idx="17147">
                  <c:v>59517</c:v>
                </c:pt>
                <c:pt idx="17148">
                  <c:v>59518</c:v>
                </c:pt>
                <c:pt idx="17149">
                  <c:v>59519</c:v>
                </c:pt>
                <c:pt idx="17150">
                  <c:v>59520</c:v>
                </c:pt>
                <c:pt idx="17151">
                  <c:v>59521</c:v>
                </c:pt>
                <c:pt idx="17152">
                  <c:v>59522</c:v>
                </c:pt>
                <c:pt idx="17153">
                  <c:v>59523</c:v>
                </c:pt>
                <c:pt idx="17154">
                  <c:v>59524</c:v>
                </c:pt>
                <c:pt idx="17155">
                  <c:v>59525</c:v>
                </c:pt>
                <c:pt idx="17156">
                  <c:v>59526</c:v>
                </c:pt>
                <c:pt idx="17157">
                  <c:v>59527</c:v>
                </c:pt>
                <c:pt idx="17158">
                  <c:v>59528</c:v>
                </c:pt>
                <c:pt idx="17159">
                  <c:v>59529</c:v>
                </c:pt>
                <c:pt idx="17160">
                  <c:v>59530</c:v>
                </c:pt>
                <c:pt idx="17161">
                  <c:v>59531</c:v>
                </c:pt>
                <c:pt idx="17162">
                  <c:v>59532</c:v>
                </c:pt>
                <c:pt idx="17163">
                  <c:v>59533</c:v>
                </c:pt>
                <c:pt idx="17164">
                  <c:v>59534</c:v>
                </c:pt>
                <c:pt idx="17165">
                  <c:v>59535</c:v>
                </c:pt>
                <c:pt idx="17166">
                  <c:v>59536</c:v>
                </c:pt>
                <c:pt idx="17167">
                  <c:v>59537</c:v>
                </c:pt>
                <c:pt idx="17168">
                  <c:v>59538</c:v>
                </c:pt>
                <c:pt idx="17169">
                  <c:v>59539</c:v>
                </c:pt>
                <c:pt idx="17170">
                  <c:v>59540</c:v>
                </c:pt>
                <c:pt idx="17171">
                  <c:v>59541</c:v>
                </c:pt>
                <c:pt idx="17172">
                  <c:v>59542</c:v>
                </c:pt>
                <c:pt idx="17173">
                  <c:v>59543</c:v>
                </c:pt>
                <c:pt idx="17174">
                  <c:v>59544</c:v>
                </c:pt>
                <c:pt idx="17175">
                  <c:v>59545</c:v>
                </c:pt>
                <c:pt idx="17176">
                  <c:v>59546</c:v>
                </c:pt>
                <c:pt idx="17177">
                  <c:v>59547</c:v>
                </c:pt>
                <c:pt idx="17178">
                  <c:v>59548</c:v>
                </c:pt>
                <c:pt idx="17179">
                  <c:v>59549</c:v>
                </c:pt>
                <c:pt idx="17180">
                  <c:v>59550</c:v>
                </c:pt>
                <c:pt idx="17181">
                  <c:v>59551</c:v>
                </c:pt>
                <c:pt idx="17182">
                  <c:v>59552</c:v>
                </c:pt>
                <c:pt idx="17183">
                  <c:v>59553</c:v>
                </c:pt>
                <c:pt idx="17184">
                  <c:v>59554</c:v>
                </c:pt>
                <c:pt idx="17185">
                  <c:v>59555</c:v>
                </c:pt>
                <c:pt idx="17186">
                  <c:v>59556</c:v>
                </c:pt>
                <c:pt idx="17187">
                  <c:v>59557</c:v>
                </c:pt>
                <c:pt idx="17188">
                  <c:v>59558</c:v>
                </c:pt>
                <c:pt idx="17189">
                  <c:v>59559</c:v>
                </c:pt>
                <c:pt idx="17190">
                  <c:v>59560</c:v>
                </c:pt>
                <c:pt idx="17191">
                  <c:v>59561</c:v>
                </c:pt>
                <c:pt idx="17192">
                  <c:v>59562</c:v>
                </c:pt>
                <c:pt idx="17193">
                  <c:v>59563</c:v>
                </c:pt>
                <c:pt idx="17194">
                  <c:v>59564</c:v>
                </c:pt>
                <c:pt idx="17195">
                  <c:v>59565</c:v>
                </c:pt>
                <c:pt idx="17196">
                  <c:v>59566</c:v>
                </c:pt>
                <c:pt idx="17197">
                  <c:v>59567</c:v>
                </c:pt>
                <c:pt idx="17198">
                  <c:v>59568</c:v>
                </c:pt>
                <c:pt idx="17199">
                  <c:v>59569</c:v>
                </c:pt>
                <c:pt idx="17200">
                  <c:v>59570</c:v>
                </c:pt>
                <c:pt idx="17201">
                  <c:v>59571</c:v>
                </c:pt>
                <c:pt idx="17202">
                  <c:v>59572</c:v>
                </c:pt>
                <c:pt idx="17203">
                  <c:v>59573</c:v>
                </c:pt>
                <c:pt idx="17204">
                  <c:v>59574</c:v>
                </c:pt>
                <c:pt idx="17205">
                  <c:v>59575</c:v>
                </c:pt>
                <c:pt idx="17206">
                  <c:v>59576</c:v>
                </c:pt>
                <c:pt idx="17207">
                  <c:v>59577</c:v>
                </c:pt>
                <c:pt idx="17208">
                  <c:v>59578</c:v>
                </c:pt>
                <c:pt idx="17209">
                  <c:v>59579</c:v>
                </c:pt>
                <c:pt idx="17210">
                  <c:v>59580</c:v>
                </c:pt>
                <c:pt idx="17211">
                  <c:v>59581</c:v>
                </c:pt>
                <c:pt idx="17212">
                  <c:v>59582</c:v>
                </c:pt>
                <c:pt idx="17213">
                  <c:v>59583</c:v>
                </c:pt>
                <c:pt idx="17214">
                  <c:v>59584</c:v>
                </c:pt>
                <c:pt idx="17215">
                  <c:v>59585</c:v>
                </c:pt>
                <c:pt idx="17216">
                  <c:v>59586</c:v>
                </c:pt>
                <c:pt idx="17217">
                  <c:v>59587</c:v>
                </c:pt>
                <c:pt idx="17218">
                  <c:v>59588</c:v>
                </c:pt>
                <c:pt idx="17219">
                  <c:v>59589</c:v>
                </c:pt>
                <c:pt idx="17220">
                  <c:v>59590</c:v>
                </c:pt>
                <c:pt idx="17221">
                  <c:v>59591</c:v>
                </c:pt>
                <c:pt idx="17222">
                  <c:v>59592</c:v>
                </c:pt>
                <c:pt idx="17223">
                  <c:v>59593</c:v>
                </c:pt>
                <c:pt idx="17224">
                  <c:v>59594</c:v>
                </c:pt>
                <c:pt idx="17225">
                  <c:v>59595</c:v>
                </c:pt>
                <c:pt idx="17226">
                  <c:v>59596</c:v>
                </c:pt>
                <c:pt idx="17227">
                  <c:v>59597</c:v>
                </c:pt>
                <c:pt idx="17228">
                  <c:v>59598</c:v>
                </c:pt>
                <c:pt idx="17229">
                  <c:v>59599</c:v>
                </c:pt>
                <c:pt idx="17230">
                  <c:v>59600</c:v>
                </c:pt>
                <c:pt idx="17231">
                  <c:v>59601</c:v>
                </c:pt>
                <c:pt idx="17232">
                  <c:v>59602</c:v>
                </c:pt>
                <c:pt idx="17233">
                  <c:v>59603</c:v>
                </c:pt>
                <c:pt idx="17234">
                  <c:v>59604</c:v>
                </c:pt>
                <c:pt idx="17235">
                  <c:v>59605</c:v>
                </c:pt>
                <c:pt idx="17236">
                  <c:v>59606</c:v>
                </c:pt>
                <c:pt idx="17237">
                  <c:v>59607</c:v>
                </c:pt>
                <c:pt idx="17238">
                  <c:v>59608</c:v>
                </c:pt>
                <c:pt idx="17239">
                  <c:v>59609</c:v>
                </c:pt>
                <c:pt idx="17240">
                  <c:v>59610</c:v>
                </c:pt>
                <c:pt idx="17241">
                  <c:v>59611</c:v>
                </c:pt>
                <c:pt idx="17242">
                  <c:v>59612</c:v>
                </c:pt>
                <c:pt idx="17243">
                  <c:v>59613</c:v>
                </c:pt>
                <c:pt idx="17244">
                  <c:v>59614</c:v>
                </c:pt>
                <c:pt idx="17245">
                  <c:v>59615</c:v>
                </c:pt>
                <c:pt idx="17246">
                  <c:v>59616</c:v>
                </c:pt>
                <c:pt idx="17247">
                  <c:v>59617</c:v>
                </c:pt>
                <c:pt idx="17248">
                  <c:v>59618</c:v>
                </c:pt>
                <c:pt idx="17249">
                  <c:v>59619</c:v>
                </c:pt>
                <c:pt idx="17250">
                  <c:v>59620</c:v>
                </c:pt>
                <c:pt idx="17251">
                  <c:v>59621</c:v>
                </c:pt>
                <c:pt idx="17252">
                  <c:v>59622</c:v>
                </c:pt>
                <c:pt idx="17253">
                  <c:v>59623</c:v>
                </c:pt>
                <c:pt idx="17254">
                  <c:v>59624</c:v>
                </c:pt>
                <c:pt idx="17255">
                  <c:v>59625</c:v>
                </c:pt>
                <c:pt idx="17256">
                  <c:v>59626</c:v>
                </c:pt>
                <c:pt idx="17257">
                  <c:v>59627</c:v>
                </c:pt>
                <c:pt idx="17258">
                  <c:v>59628</c:v>
                </c:pt>
                <c:pt idx="17259">
                  <c:v>59629</c:v>
                </c:pt>
                <c:pt idx="17260">
                  <c:v>59630</c:v>
                </c:pt>
                <c:pt idx="17261">
                  <c:v>59631</c:v>
                </c:pt>
                <c:pt idx="17262">
                  <c:v>59632</c:v>
                </c:pt>
                <c:pt idx="17263">
                  <c:v>59633</c:v>
                </c:pt>
                <c:pt idx="17264">
                  <c:v>59634</c:v>
                </c:pt>
                <c:pt idx="17265">
                  <c:v>59635</c:v>
                </c:pt>
                <c:pt idx="17266">
                  <c:v>59636</c:v>
                </c:pt>
                <c:pt idx="17267">
                  <c:v>59637</c:v>
                </c:pt>
                <c:pt idx="17268">
                  <c:v>59638</c:v>
                </c:pt>
                <c:pt idx="17269">
                  <c:v>59639</c:v>
                </c:pt>
                <c:pt idx="17270">
                  <c:v>59640</c:v>
                </c:pt>
                <c:pt idx="17271">
                  <c:v>59641</c:v>
                </c:pt>
                <c:pt idx="17272">
                  <c:v>59642</c:v>
                </c:pt>
                <c:pt idx="17273">
                  <c:v>59643</c:v>
                </c:pt>
                <c:pt idx="17274">
                  <c:v>59644</c:v>
                </c:pt>
                <c:pt idx="17275">
                  <c:v>59645</c:v>
                </c:pt>
                <c:pt idx="17276">
                  <c:v>59646</c:v>
                </c:pt>
                <c:pt idx="17277">
                  <c:v>59647</c:v>
                </c:pt>
                <c:pt idx="17278">
                  <c:v>59648</c:v>
                </c:pt>
                <c:pt idx="17279">
                  <c:v>59649</c:v>
                </c:pt>
                <c:pt idx="17280">
                  <c:v>59650</c:v>
                </c:pt>
                <c:pt idx="17281">
                  <c:v>59651</c:v>
                </c:pt>
                <c:pt idx="17282">
                  <c:v>59652</c:v>
                </c:pt>
                <c:pt idx="17283">
                  <c:v>59653</c:v>
                </c:pt>
                <c:pt idx="17284">
                  <c:v>59654</c:v>
                </c:pt>
                <c:pt idx="17285">
                  <c:v>59655</c:v>
                </c:pt>
                <c:pt idx="17286">
                  <c:v>59656</c:v>
                </c:pt>
                <c:pt idx="17287">
                  <c:v>59657</c:v>
                </c:pt>
                <c:pt idx="17288">
                  <c:v>59658</c:v>
                </c:pt>
                <c:pt idx="17289">
                  <c:v>59659</c:v>
                </c:pt>
                <c:pt idx="17290">
                  <c:v>59660</c:v>
                </c:pt>
                <c:pt idx="17291">
                  <c:v>59661</c:v>
                </c:pt>
                <c:pt idx="17292">
                  <c:v>59662</c:v>
                </c:pt>
                <c:pt idx="17293">
                  <c:v>59663</c:v>
                </c:pt>
                <c:pt idx="17294">
                  <c:v>59664</c:v>
                </c:pt>
                <c:pt idx="17295">
                  <c:v>59665</c:v>
                </c:pt>
                <c:pt idx="17296">
                  <c:v>59666</c:v>
                </c:pt>
                <c:pt idx="17297">
                  <c:v>59667</c:v>
                </c:pt>
                <c:pt idx="17298">
                  <c:v>59668</c:v>
                </c:pt>
                <c:pt idx="17299">
                  <c:v>59669</c:v>
                </c:pt>
                <c:pt idx="17300">
                  <c:v>59670</c:v>
                </c:pt>
                <c:pt idx="17301">
                  <c:v>59671</c:v>
                </c:pt>
                <c:pt idx="17302">
                  <c:v>59672</c:v>
                </c:pt>
                <c:pt idx="17303">
                  <c:v>59673</c:v>
                </c:pt>
                <c:pt idx="17304">
                  <c:v>59674</c:v>
                </c:pt>
                <c:pt idx="17305">
                  <c:v>59675</c:v>
                </c:pt>
                <c:pt idx="17306">
                  <c:v>59676</c:v>
                </c:pt>
                <c:pt idx="17307">
                  <c:v>59677</c:v>
                </c:pt>
                <c:pt idx="17308">
                  <c:v>59678</c:v>
                </c:pt>
                <c:pt idx="17309">
                  <c:v>59679</c:v>
                </c:pt>
                <c:pt idx="17310">
                  <c:v>59680</c:v>
                </c:pt>
                <c:pt idx="17311">
                  <c:v>59681</c:v>
                </c:pt>
                <c:pt idx="17312">
                  <c:v>59682</c:v>
                </c:pt>
                <c:pt idx="17313">
                  <c:v>59683</c:v>
                </c:pt>
                <c:pt idx="17314">
                  <c:v>59684</c:v>
                </c:pt>
                <c:pt idx="17315">
                  <c:v>59685</c:v>
                </c:pt>
                <c:pt idx="17316">
                  <c:v>59686</c:v>
                </c:pt>
                <c:pt idx="17317">
                  <c:v>59687</c:v>
                </c:pt>
                <c:pt idx="17318">
                  <c:v>59688</c:v>
                </c:pt>
                <c:pt idx="17319">
                  <c:v>59689</c:v>
                </c:pt>
                <c:pt idx="17320">
                  <c:v>59690</c:v>
                </c:pt>
                <c:pt idx="17321">
                  <c:v>59691</c:v>
                </c:pt>
                <c:pt idx="17322">
                  <c:v>59692</c:v>
                </c:pt>
                <c:pt idx="17323">
                  <c:v>59693</c:v>
                </c:pt>
                <c:pt idx="17324">
                  <c:v>59694</c:v>
                </c:pt>
                <c:pt idx="17325">
                  <c:v>59695</c:v>
                </c:pt>
                <c:pt idx="17326">
                  <c:v>59696</c:v>
                </c:pt>
                <c:pt idx="17327">
                  <c:v>59697</c:v>
                </c:pt>
                <c:pt idx="17328">
                  <c:v>59698</c:v>
                </c:pt>
                <c:pt idx="17329">
                  <c:v>59699</c:v>
                </c:pt>
                <c:pt idx="17330">
                  <c:v>59700</c:v>
                </c:pt>
                <c:pt idx="17331">
                  <c:v>59701</c:v>
                </c:pt>
                <c:pt idx="17332">
                  <c:v>59702</c:v>
                </c:pt>
                <c:pt idx="17333">
                  <c:v>59703</c:v>
                </c:pt>
                <c:pt idx="17334">
                  <c:v>59704</c:v>
                </c:pt>
                <c:pt idx="17335">
                  <c:v>59705</c:v>
                </c:pt>
                <c:pt idx="17336">
                  <c:v>59706</c:v>
                </c:pt>
                <c:pt idx="17337">
                  <c:v>59707</c:v>
                </c:pt>
                <c:pt idx="17338">
                  <c:v>59708</c:v>
                </c:pt>
                <c:pt idx="17339">
                  <c:v>59709</c:v>
                </c:pt>
                <c:pt idx="17340">
                  <c:v>59710</c:v>
                </c:pt>
                <c:pt idx="17341">
                  <c:v>59711</c:v>
                </c:pt>
                <c:pt idx="17342">
                  <c:v>59712</c:v>
                </c:pt>
                <c:pt idx="17343">
                  <c:v>59713</c:v>
                </c:pt>
                <c:pt idx="17344">
                  <c:v>59714</c:v>
                </c:pt>
                <c:pt idx="17345">
                  <c:v>59715</c:v>
                </c:pt>
                <c:pt idx="17346">
                  <c:v>59716</c:v>
                </c:pt>
                <c:pt idx="17347">
                  <c:v>59717</c:v>
                </c:pt>
                <c:pt idx="17348">
                  <c:v>59718</c:v>
                </c:pt>
                <c:pt idx="17349">
                  <c:v>59719</c:v>
                </c:pt>
                <c:pt idx="17350">
                  <c:v>59720</c:v>
                </c:pt>
                <c:pt idx="17351">
                  <c:v>59721</c:v>
                </c:pt>
                <c:pt idx="17352">
                  <c:v>59722</c:v>
                </c:pt>
                <c:pt idx="17353">
                  <c:v>59723</c:v>
                </c:pt>
                <c:pt idx="17354">
                  <c:v>59724</c:v>
                </c:pt>
                <c:pt idx="17355">
                  <c:v>59725</c:v>
                </c:pt>
                <c:pt idx="17356">
                  <c:v>59726</c:v>
                </c:pt>
                <c:pt idx="17357">
                  <c:v>59727</c:v>
                </c:pt>
                <c:pt idx="17358">
                  <c:v>59728</c:v>
                </c:pt>
                <c:pt idx="17359">
                  <c:v>59729</c:v>
                </c:pt>
                <c:pt idx="17360">
                  <c:v>59730</c:v>
                </c:pt>
                <c:pt idx="17361">
                  <c:v>59731</c:v>
                </c:pt>
                <c:pt idx="17362">
                  <c:v>59732</c:v>
                </c:pt>
                <c:pt idx="17363">
                  <c:v>59733</c:v>
                </c:pt>
                <c:pt idx="17364">
                  <c:v>59734</c:v>
                </c:pt>
                <c:pt idx="17365">
                  <c:v>59735</c:v>
                </c:pt>
                <c:pt idx="17366">
                  <c:v>59736</c:v>
                </c:pt>
                <c:pt idx="17367">
                  <c:v>59737</c:v>
                </c:pt>
                <c:pt idx="17368">
                  <c:v>59738</c:v>
                </c:pt>
                <c:pt idx="17369">
                  <c:v>59739</c:v>
                </c:pt>
                <c:pt idx="17370">
                  <c:v>59740</c:v>
                </c:pt>
                <c:pt idx="17371">
                  <c:v>59741</c:v>
                </c:pt>
                <c:pt idx="17372">
                  <c:v>59742</c:v>
                </c:pt>
                <c:pt idx="17373">
                  <c:v>59743</c:v>
                </c:pt>
                <c:pt idx="17374">
                  <c:v>59744</c:v>
                </c:pt>
                <c:pt idx="17375">
                  <c:v>59745</c:v>
                </c:pt>
                <c:pt idx="17376">
                  <c:v>59746</c:v>
                </c:pt>
                <c:pt idx="17377">
                  <c:v>59747</c:v>
                </c:pt>
                <c:pt idx="17378">
                  <c:v>59748</c:v>
                </c:pt>
                <c:pt idx="17379">
                  <c:v>59749</c:v>
                </c:pt>
                <c:pt idx="17380">
                  <c:v>59750</c:v>
                </c:pt>
                <c:pt idx="17381">
                  <c:v>59751</c:v>
                </c:pt>
                <c:pt idx="17382">
                  <c:v>59752</c:v>
                </c:pt>
                <c:pt idx="17383">
                  <c:v>59753</c:v>
                </c:pt>
                <c:pt idx="17384">
                  <c:v>59754</c:v>
                </c:pt>
                <c:pt idx="17385">
                  <c:v>59755</c:v>
                </c:pt>
                <c:pt idx="17386">
                  <c:v>59756</c:v>
                </c:pt>
                <c:pt idx="17387">
                  <c:v>59757</c:v>
                </c:pt>
                <c:pt idx="17388">
                  <c:v>59758</c:v>
                </c:pt>
                <c:pt idx="17389">
                  <c:v>59759</c:v>
                </c:pt>
                <c:pt idx="17390">
                  <c:v>59760</c:v>
                </c:pt>
                <c:pt idx="17391">
                  <c:v>59761</c:v>
                </c:pt>
                <c:pt idx="17392">
                  <c:v>59762</c:v>
                </c:pt>
                <c:pt idx="17393">
                  <c:v>59763</c:v>
                </c:pt>
                <c:pt idx="17394">
                  <c:v>59764</c:v>
                </c:pt>
                <c:pt idx="17395">
                  <c:v>59765</c:v>
                </c:pt>
                <c:pt idx="17396">
                  <c:v>59766</c:v>
                </c:pt>
                <c:pt idx="17397">
                  <c:v>59767</c:v>
                </c:pt>
                <c:pt idx="17398">
                  <c:v>59768</c:v>
                </c:pt>
                <c:pt idx="17399">
                  <c:v>59769</c:v>
                </c:pt>
                <c:pt idx="17400">
                  <c:v>59770</c:v>
                </c:pt>
                <c:pt idx="17401">
                  <c:v>59771</c:v>
                </c:pt>
                <c:pt idx="17402">
                  <c:v>59772</c:v>
                </c:pt>
                <c:pt idx="17403">
                  <c:v>59773</c:v>
                </c:pt>
                <c:pt idx="17404">
                  <c:v>59774</c:v>
                </c:pt>
                <c:pt idx="17405">
                  <c:v>59775</c:v>
                </c:pt>
                <c:pt idx="17406">
                  <c:v>59776</c:v>
                </c:pt>
                <c:pt idx="17407">
                  <c:v>59777</c:v>
                </c:pt>
                <c:pt idx="17408">
                  <c:v>59778</c:v>
                </c:pt>
                <c:pt idx="17409">
                  <c:v>59779</c:v>
                </c:pt>
                <c:pt idx="17410">
                  <c:v>59780</c:v>
                </c:pt>
                <c:pt idx="17411">
                  <c:v>59781</c:v>
                </c:pt>
                <c:pt idx="17412">
                  <c:v>59782</c:v>
                </c:pt>
                <c:pt idx="17413">
                  <c:v>59783</c:v>
                </c:pt>
                <c:pt idx="17414">
                  <c:v>59784</c:v>
                </c:pt>
                <c:pt idx="17415">
                  <c:v>59785</c:v>
                </c:pt>
                <c:pt idx="17416">
                  <c:v>59786</c:v>
                </c:pt>
                <c:pt idx="17417">
                  <c:v>59787</c:v>
                </c:pt>
                <c:pt idx="17418">
                  <c:v>59788</c:v>
                </c:pt>
                <c:pt idx="17419">
                  <c:v>59789</c:v>
                </c:pt>
                <c:pt idx="17420">
                  <c:v>59790</c:v>
                </c:pt>
                <c:pt idx="17421">
                  <c:v>59791</c:v>
                </c:pt>
                <c:pt idx="17422">
                  <c:v>59792</c:v>
                </c:pt>
                <c:pt idx="17423">
                  <c:v>59793</c:v>
                </c:pt>
                <c:pt idx="17424">
                  <c:v>59794</c:v>
                </c:pt>
                <c:pt idx="17425">
                  <c:v>59795</c:v>
                </c:pt>
                <c:pt idx="17426">
                  <c:v>59796</c:v>
                </c:pt>
                <c:pt idx="17427">
                  <c:v>59797</c:v>
                </c:pt>
                <c:pt idx="17428">
                  <c:v>59798</c:v>
                </c:pt>
                <c:pt idx="17429">
                  <c:v>59799</c:v>
                </c:pt>
                <c:pt idx="17430">
                  <c:v>59800</c:v>
                </c:pt>
                <c:pt idx="17431">
                  <c:v>59801</c:v>
                </c:pt>
                <c:pt idx="17432">
                  <c:v>59802</c:v>
                </c:pt>
                <c:pt idx="17433">
                  <c:v>59803</c:v>
                </c:pt>
                <c:pt idx="17434">
                  <c:v>59804</c:v>
                </c:pt>
                <c:pt idx="17435">
                  <c:v>59805</c:v>
                </c:pt>
                <c:pt idx="17436">
                  <c:v>59806</c:v>
                </c:pt>
                <c:pt idx="17437">
                  <c:v>59807</c:v>
                </c:pt>
                <c:pt idx="17438">
                  <c:v>59808</c:v>
                </c:pt>
                <c:pt idx="17439">
                  <c:v>59809</c:v>
                </c:pt>
                <c:pt idx="17440">
                  <c:v>59810</c:v>
                </c:pt>
                <c:pt idx="17441">
                  <c:v>59811</c:v>
                </c:pt>
                <c:pt idx="17442">
                  <c:v>59812</c:v>
                </c:pt>
                <c:pt idx="17443">
                  <c:v>59813</c:v>
                </c:pt>
                <c:pt idx="17444">
                  <c:v>59814</c:v>
                </c:pt>
                <c:pt idx="17445">
                  <c:v>59815</c:v>
                </c:pt>
                <c:pt idx="17446">
                  <c:v>59816</c:v>
                </c:pt>
                <c:pt idx="17447">
                  <c:v>59817</c:v>
                </c:pt>
                <c:pt idx="17448">
                  <c:v>59818</c:v>
                </c:pt>
                <c:pt idx="17449">
                  <c:v>59819</c:v>
                </c:pt>
                <c:pt idx="17450">
                  <c:v>59820</c:v>
                </c:pt>
                <c:pt idx="17451">
                  <c:v>59821</c:v>
                </c:pt>
                <c:pt idx="17452">
                  <c:v>59822</c:v>
                </c:pt>
                <c:pt idx="17453">
                  <c:v>59823</c:v>
                </c:pt>
                <c:pt idx="17454">
                  <c:v>59824</c:v>
                </c:pt>
                <c:pt idx="17455">
                  <c:v>59825</c:v>
                </c:pt>
                <c:pt idx="17456">
                  <c:v>59826</c:v>
                </c:pt>
                <c:pt idx="17457">
                  <c:v>59827</c:v>
                </c:pt>
                <c:pt idx="17458">
                  <c:v>59828</c:v>
                </c:pt>
                <c:pt idx="17459">
                  <c:v>59829</c:v>
                </c:pt>
                <c:pt idx="17460">
                  <c:v>59830</c:v>
                </c:pt>
                <c:pt idx="17461">
                  <c:v>59831</c:v>
                </c:pt>
                <c:pt idx="17462">
                  <c:v>59832</c:v>
                </c:pt>
                <c:pt idx="17463">
                  <c:v>59833</c:v>
                </c:pt>
                <c:pt idx="17464">
                  <c:v>59834</c:v>
                </c:pt>
                <c:pt idx="17465">
                  <c:v>59835</c:v>
                </c:pt>
                <c:pt idx="17466">
                  <c:v>59836</c:v>
                </c:pt>
                <c:pt idx="17467">
                  <c:v>59837</c:v>
                </c:pt>
                <c:pt idx="17468">
                  <c:v>59838</c:v>
                </c:pt>
                <c:pt idx="17469">
                  <c:v>59839</c:v>
                </c:pt>
                <c:pt idx="17470">
                  <c:v>59840</c:v>
                </c:pt>
                <c:pt idx="17471">
                  <c:v>59841</c:v>
                </c:pt>
                <c:pt idx="17472">
                  <c:v>59842</c:v>
                </c:pt>
                <c:pt idx="17473">
                  <c:v>59843</c:v>
                </c:pt>
                <c:pt idx="17474">
                  <c:v>59844</c:v>
                </c:pt>
                <c:pt idx="17475">
                  <c:v>59845</c:v>
                </c:pt>
                <c:pt idx="17476">
                  <c:v>59846</c:v>
                </c:pt>
                <c:pt idx="17477">
                  <c:v>59847</c:v>
                </c:pt>
                <c:pt idx="17478">
                  <c:v>59848</c:v>
                </c:pt>
                <c:pt idx="17479">
                  <c:v>59849</c:v>
                </c:pt>
                <c:pt idx="17480">
                  <c:v>59850</c:v>
                </c:pt>
                <c:pt idx="17481">
                  <c:v>59851</c:v>
                </c:pt>
                <c:pt idx="17482">
                  <c:v>59852</c:v>
                </c:pt>
                <c:pt idx="17483">
                  <c:v>59853</c:v>
                </c:pt>
                <c:pt idx="17484">
                  <c:v>59854</c:v>
                </c:pt>
                <c:pt idx="17485">
                  <c:v>59855</c:v>
                </c:pt>
                <c:pt idx="17486">
                  <c:v>59856</c:v>
                </c:pt>
                <c:pt idx="17487">
                  <c:v>59857</c:v>
                </c:pt>
                <c:pt idx="17488">
                  <c:v>59858</c:v>
                </c:pt>
                <c:pt idx="17489">
                  <c:v>59859</c:v>
                </c:pt>
                <c:pt idx="17490">
                  <c:v>59860</c:v>
                </c:pt>
                <c:pt idx="17491">
                  <c:v>59861</c:v>
                </c:pt>
                <c:pt idx="17492">
                  <c:v>59862</c:v>
                </c:pt>
                <c:pt idx="17493">
                  <c:v>59863</c:v>
                </c:pt>
                <c:pt idx="17494">
                  <c:v>59864</c:v>
                </c:pt>
                <c:pt idx="17495">
                  <c:v>59865</c:v>
                </c:pt>
                <c:pt idx="17496">
                  <c:v>59866</c:v>
                </c:pt>
                <c:pt idx="17497">
                  <c:v>59867</c:v>
                </c:pt>
                <c:pt idx="17498">
                  <c:v>59868</c:v>
                </c:pt>
                <c:pt idx="17499">
                  <c:v>59869</c:v>
                </c:pt>
                <c:pt idx="17500">
                  <c:v>59870</c:v>
                </c:pt>
                <c:pt idx="17501">
                  <c:v>59871</c:v>
                </c:pt>
                <c:pt idx="17502">
                  <c:v>59872</c:v>
                </c:pt>
                <c:pt idx="17503">
                  <c:v>59873</c:v>
                </c:pt>
                <c:pt idx="17504">
                  <c:v>59874</c:v>
                </c:pt>
                <c:pt idx="17505">
                  <c:v>59875</c:v>
                </c:pt>
                <c:pt idx="17506">
                  <c:v>59876</c:v>
                </c:pt>
                <c:pt idx="17507">
                  <c:v>59877</c:v>
                </c:pt>
                <c:pt idx="17508">
                  <c:v>59878</c:v>
                </c:pt>
                <c:pt idx="17509">
                  <c:v>59879</c:v>
                </c:pt>
                <c:pt idx="17510">
                  <c:v>59880</c:v>
                </c:pt>
                <c:pt idx="17511">
                  <c:v>59881</c:v>
                </c:pt>
                <c:pt idx="17512">
                  <c:v>59882</c:v>
                </c:pt>
                <c:pt idx="17513">
                  <c:v>59883</c:v>
                </c:pt>
                <c:pt idx="17514">
                  <c:v>59884</c:v>
                </c:pt>
                <c:pt idx="17515">
                  <c:v>59885</c:v>
                </c:pt>
                <c:pt idx="17516">
                  <c:v>59886</c:v>
                </c:pt>
                <c:pt idx="17517">
                  <c:v>59887</c:v>
                </c:pt>
                <c:pt idx="17518">
                  <c:v>59888</c:v>
                </c:pt>
                <c:pt idx="17519">
                  <c:v>59889</c:v>
                </c:pt>
                <c:pt idx="17520">
                  <c:v>59890</c:v>
                </c:pt>
                <c:pt idx="17521">
                  <c:v>59891</c:v>
                </c:pt>
                <c:pt idx="17522">
                  <c:v>59892</c:v>
                </c:pt>
                <c:pt idx="17523">
                  <c:v>59893</c:v>
                </c:pt>
                <c:pt idx="17524">
                  <c:v>59894</c:v>
                </c:pt>
                <c:pt idx="17525">
                  <c:v>59895</c:v>
                </c:pt>
                <c:pt idx="17526">
                  <c:v>59896</c:v>
                </c:pt>
                <c:pt idx="17527">
                  <c:v>59897</c:v>
                </c:pt>
                <c:pt idx="17528">
                  <c:v>59898</c:v>
                </c:pt>
                <c:pt idx="17529">
                  <c:v>59899</c:v>
                </c:pt>
                <c:pt idx="17530">
                  <c:v>59900</c:v>
                </c:pt>
                <c:pt idx="17531">
                  <c:v>59901</c:v>
                </c:pt>
                <c:pt idx="17532">
                  <c:v>59902</c:v>
                </c:pt>
                <c:pt idx="17533">
                  <c:v>59903</c:v>
                </c:pt>
                <c:pt idx="17534">
                  <c:v>59904</c:v>
                </c:pt>
                <c:pt idx="17535">
                  <c:v>59905</c:v>
                </c:pt>
                <c:pt idx="17536">
                  <c:v>59906</c:v>
                </c:pt>
                <c:pt idx="17537">
                  <c:v>59907</c:v>
                </c:pt>
                <c:pt idx="17538">
                  <c:v>59908</c:v>
                </c:pt>
                <c:pt idx="17539">
                  <c:v>59909</c:v>
                </c:pt>
                <c:pt idx="17540">
                  <c:v>59910</c:v>
                </c:pt>
                <c:pt idx="17541">
                  <c:v>59911</c:v>
                </c:pt>
                <c:pt idx="17542">
                  <c:v>59912</c:v>
                </c:pt>
                <c:pt idx="17543">
                  <c:v>59913</c:v>
                </c:pt>
                <c:pt idx="17544">
                  <c:v>59914</c:v>
                </c:pt>
                <c:pt idx="17545">
                  <c:v>59915</c:v>
                </c:pt>
                <c:pt idx="17546">
                  <c:v>59916</c:v>
                </c:pt>
                <c:pt idx="17547">
                  <c:v>59917</c:v>
                </c:pt>
                <c:pt idx="17548">
                  <c:v>59918</c:v>
                </c:pt>
                <c:pt idx="17549">
                  <c:v>59919</c:v>
                </c:pt>
                <c:pt idx="17550">
                  <c:v>59920</c:v>
                </c:pt>
                <c:pt idx="17551">
                  <c:v>59921</c:v>
                </c:pt>
                <c:pt idx="17552">
                  <c:v>59922</c:v>
                </c:pt>
                <c:pt idx="17553">
                  <c:v>59923</c:v>
                </c:pt>
                <c:pt idx="17554">
                  <c:v>59924</c:v>
                </c:pt>
                <c:pt idx="17555">
                  <c:v>59925</c:v>
                </c:pt>
                <c:pt idx="17556">
                  <c:v>59926</c:v>
                </c:pt>
                <c:pt idx="17557">
                  <c:v>59927</c:v>
                </c:pt>
                <c:pt idx="17558">
                  <c:v>59928</c:v>
                </c:pt>
                <c:pt idx="17559">
                  <c:v>59929</c:v>
                </c:pt>
                <c:pt idx="17560">
                  <c:v>59930</c:v>
                </c:pt>
                <c:pt idx="17561">
                  <c:v>59931</c:v>
                </c:pt>
                <c:pt idx="17562">
                  <c:v>59932</c:v>
                </c:pt>
                <c:pt idx="17563">
                  <c:v>59933</c:v>
                </c:pt>
                <c:pt idx="17564">
                  <c:v>59934</c:v>
                </c:pt>
                <c:pt idx="17565">
                  <c:v>59935</c:v>
                </c:pt>
                <c:pt idx="17566">
                  <c:v>59936</c:v>
                </c:pt>
                <c:pt idx="17567">
                  <c:v>59937</c:v>
                </c:pt>
                <c:pt idx="17568">
                  <c:v>59938</c:v>
                </c:pt>
                <c:pt idx="17569">
                  <c:v>59939</c:v>
                </c:pt>
                <c:pt idx="17570">
                  <c:v>59940</c:v>
                </c:pt>
                <c:pt idx="17571">
                  <c:v>59941</c:v>
                </c:pt>
                <c:pt idx="17572">
                  <c:v>59942</c:v>
                </c:pt>
                <c:pt idx="17573">
                  <c:v>59943</c:v>
                </c:pt>
                <c:pt idx="17574">
                  <c:v>59944</c:v>
                </c:pt>
                <c:pt idx="17575">
                  <c:v>59945</c:v>
                </c:pt>
                <c:pt idx="17576">
                  <c:v>59946</c:v>
                </c:pt>
                <c:pt idx="17577">
                  <c:v>59947</c:v>
                </c:pt>
                <c:pt idx="17578">
                  <c:v>59948</c:v>
                </c:pt>
                <c:pt idx="17579">
                  <c:v>59949</c:v>
                </c:pt>
                <c:pt idx="17580">
                  <c:v>59950</c:v>
                </c:pt>
                <c:pt idx="17581">
                  <c:v>59951</c:v>
                </c:pt>
                <c:pt idx="17582">
                  <c:v>59952</c:v>
                </c:pt>
                <c:pt idx="17583">
                  <c:v>59953</c:v>
                </c:pt>
                <c:pt idx="17584">
                  <c:v>59954</c:v>
                </c:pt>
                <c:pt idx="17585">
                  <c:v>59955</c:v>
                </c:pt>
                <c:pt idx="17586">
                  <c:v>59956</c:v>
                </c:pt>
                <c:pt idx="17587">
                  <c:v>59957</c:v>
                </c:pt>
                <c:pt idx="17588">
                  <c:v>59958</c:v>
                </c:pt>
                <c:pt idx="17589">
                  <c:v>59959</c:v>
                </c:pt>
                <c:pt idx="17590">
                  <c:v>59960</c:v>
                </c:pt>
                <c:pt idx="17591">
                  <c:v>59961</c:v>
                </c:pt>
                <c:pt idx="17592">
                  <c:v>59962</c:v>
                </c:pt>
                <c:pt idx="17593">
                  <c:v>59963</c:v>
                </c:pt>
                <c:pt idx="17594">
                  <c:v>59964</c:v>
                </c:pt>
                <c:pt idx="17595">
                  <c:v>59965</c:v>
                </c:pt>
                <c:pt idx="17596">
                  <c:v>59966</c:v>
                </c:pt>
                <c:pt idx="17597">
                  <c:v>59967</c:v>
                </c:pt>
                <c:pt idx="17598">
                  <c:v>59968</c:v>
                </c:pt>
                <c:pt idx="17599">
                  <c:v>59969</c:v>
                </c:pt>
                <c:pt idx="17600">
                  <c:v>59970</c:v>
                </c:pt>
                <c:pt idx="17601">
                  <c:v>59971</c:v>
                </c:pt>
                <c:pt idx="17602">
                  <c:v>59972</c:v>
                </c:pt>
                <c:pt idx="17603">
                  <c:v>59973</c:v>
                </c:pt>
                <c:pt idx="17604">
                  <c:v>59974</c:v>
                </c:pt>
                <c:pt idx="17605">
                  <c:v>59975</c:v>
                </c:pt>
                <c:pt idx="17606">
                  <c:v>59976</c:v>
                </c:pt>
                <c:pt idx="17607">
                  <c:v>59977</c:v>
                </c:pt>
                <c:pt idx="17608">
                  <c:v>59978</c:v>
                </c:pt>
                <c:pt idx="17609">
                  <c:v>59979</c:v>
                </c:pt>
                <c:pt idx="17610">
                  <c:v>59980</c:v>
                </c:pt>
                <c:pt idx="17611">
                  <c:v>59981</c:v>
                </c:pt>
                <c:pt idx="17612">
                  <c:v>59982</c:v>
                </c:pt>
                <c:pt idx="17613">
                  <c:v>59983</c:v>
                </c:pt>
                <c:pt idx="17614">
                  <c:v>59984</c:v>
                </c:pt>
                <c:pt idx="17615">
                  <c:v>59985</c:v>
                </c:pt>
                <c:pt idx="17616">
                  <c:v>59986</c:v>
                </c:pt>
                <c:pt idx="17617">
                  <c:v>59987</c:v>
                </c:pt>
                <c:pt idx="17618">
                  <c:v>59988</c:v>
                </c:pt>
                <c:pt idx="17619">
                  <c:v>59989</c:v>
                </c:pt>
                <c:pt idx="17620">
                  <c:v>59990</c:v>
                </c:pt>
                <c:pt idx="17621">
                  <c:v>59991</c:v>
                </c:pt>
                <c:pt idx="17622">
                  <c:v>59992</c:v>
                </c:pt>
                <c:pt idx="17623">
                  <c:v>59993</c:v>
                </c:pt>
                <c:pt idx="17624">
                  <c:v>59994</c:v>
                </c:pt>
                <c:pt idx="17625">
                  <c:v>59995</c:v>
                </c:pt>
                <c:pt idx="17626">
                  <c:v>59996</c:v>
                </c:pt>
                <c:pt idx="17627">
                  <c:v>59997</c:v>
                </c:pt>
                <c:pt idx="17628">
                  <c:v>59998</c:v>
                </c:pt>
                <c:pt idx="17629">
                  <c:v>59999</c:v>
                </c:pt>
                <c:pt idx="17630">
                  <c:v>60000</c:v>
                </c:pt>
                <c:pt idx="17631">
                  <c:v>60001</c:v>
                </c:pt>
                <c:pt idx="17632">
                  <c:v>60002</c:v>
                </c:pt>
                <c:pt idx="17633">
                  <c:v>60003</c:v>
                </c:pt>
                <c:pt idx="17634">
                  <c:v>60004</c:v>
                </c:pt>
                <c:pt idx="17635">
                  <c:v>60005</c:v>
                </c:pt>
                <c:pt idx="17636">
                  <c:v>60006</c:v>
                </c:pt>
                <c:pt idx="17637">
                  <c:v>60007</c:v>
                </c:pt>
                <c:pt idx="17638">
                  <c:v>60008</c:v>
                </c:pt>
                <c:pt idx="17639">
                  <c:v>60009</c:v>
                </c:pt>
                <c:pt idx="17640">
                  <c:v>60010</c:v>
                </c:pt>
                <c:pt idx="17641">
                  <c:v>60011</c:v>
                </c:pt>
                <c:pt idx="17642">
                  <c:v>60012</c:v>
                </c:pt>
                <c:pt idx="17643">
                  <c:v>60013</c:v>
                </c:pt>
                <c:pt idx="17644">
                  <c:v>60014</c:v>
                </c:pt>
                <c:pt idx="17645">
                  <c:v>60015</c:v>
                </c:pt>
                <c:pt idx="17646">
                  <c:v>60016</c:v>
                </c:pt>
                <c:pt idx="17647">
                  <c:v>60017</c:v>
                </c:pt>
                <c:pt idx="17648">
                  <c:v>60018</c:v>
                </c:pt>
                <c:pt idx="17649">
                  <c:v>60019</c:v>
                </c:pt>
                <c:pt idx="17650">
                  <c:v>60020</c:v>
                </c:pt>
                <c:pt idx="17651">
                  <c:v>60021</c:v>
                </c:pt>
                <c:pt idx="17652">
                  <c:v>60022</c:v>
                </c:pt>
                <c:pt idx="17653">
                  <c:v>60023</c:v>
                </c:pt>
                <c:pt idx="17654">
                  <c:v>60024</c:v>
                </c:pt>
                <c:pt idx="17655">
                  <c:v>60025</c:v>
                </c:pt>
                <c:pt idx="17656">
                  <c:v>60026</c:v>
                </c:pt>
                <c:pt idx="17657">
                  <c:v>60027</c:v>
                </c:pt>
                <c:pt idx="17658">
                  <c:v>60028</c:v>
                </c:pt>
                <c:pt idx="17659">
                  <c:v>60029</c:v>
                </c:pt>
                <c:pt idx="17660">
                  <c:v>60030</c:v>
                </c:pt>
                <c:pt idx="17661">
                  <c:v>60031</c:v>
                </c:pt>
                <c:pt idx="17662">
                  <c:v>60032</c:v>
                </c:pt>
                <c:pt idx="17663">
                  <c:v>60033</c:v>
                </c:pt>
                <c:pt idx="17664">
                  <c:v>60034</c:v>
                </c:pt>
                <c:pt idx="17665">
                  <c:v>60035</c:v>
                </c:pt>
                <c:pt idx="17666">
                  <c:v>60036</c:v>
                </c:pt>
                <c:pt idx="17667">
                  <c:v>60037</c:v>
                </c:pt>
                <c:pt idx="17668">
                  <c:v>60038</c:v>
                </c:pt>
                <c:pt idx="17669">
                  <c:v>60039</c:v>
                </c:pt>
                <c:pt idx="17670">
                  <c:v>60040</c:v>
                </c:pt>
                <c:pt idx="17671">
                  <c:v>60041</c:v>
                </c:pt>
                <c:pt idx="17672">
                  <c:v>60042</c:v>
                </c:pt>
                <c:pt idx="17673">
                  <c:v>60043</c:v>
                </c:pt>
                <c:pt idx="17674">
                  <c:v>60044</c:v>
                </c:pt>
                <c:pt idx="17675">
                  <c:v>60045</c:v>
                </c:pt>
                <c:pt idx="17676">
                  <c:v>60046</c:v>
                </c:pt>
                <c:pt idx="17677">
                  <c:v>60047</c:v>
                </c:pt>
                <c:pt idx="17678">
                  <c:v>60048</c:v>
                </c:pt>
                <c:pt idx="17679">
                  <c:v>60049</c:v>
                </c:pt>
                <c:pt idx="17680">
                  <c:v>60050</c:v>
                </c:pt>
                <c:pt idx="17681">
                  <c:v>60051</c:v>
                </c:pt>
                <c:pt idx="17682">
                  <c:v>60052</c:v>
                </c:pt>
                <c:pt idx="17683">
                  <c:v>60053</c:v>
                </c:pt>
                <c:pt idx="17684">
                  <c:v>60054</c:v>
                </c:pt>
                <c:pt idx="17685">
                  <c:v>60055</c:v>
                </c:pt>
                <c:pt idx="17686">
                  <c:v>60056</c:v>
                </c:pt>
                <c:pt idx="17687">
                  <c:v>60057</c:v>
                </c:pt>
                <c:pt idx="17688">
                  <c:v>60058</c:v>
                </c:pt>
                <c:pt idx="17689">
                  <c:v>60059</c:v>
                </c:pt>
                <c:pt idx="17690">
                  <c:v>60060</c:v>
                </c:pt>
                <c:pt idx="17691">
                  <c:v>60061</c:v>
                </c:pt>
                <c:pt idx="17692">
                  <c:v>60062</c:v>
                </c:pt>
                <c:pt idx="17693">
                  <c:v>60063</c:v>
                </c:pt>
                <c:pt idx="17694">
                  <c:v>60064</c:v>
                </c:pt>
                <c:pt idx="17695">
                  <c:v>60065</c:v>
                </c:pt>
                <c:pt idx="17696">
                  <c:v>60066</c:v>
                </c:pt>
                <c:pt idx="17697">
                  <c:v>60067</c:v>
                </c:pt>
                <c:pt idx="17698">
                  <c:v>60068</c:v>
                </c:pt>
                <c:pt idx="17699">
                  <c:v>60069</c:v>
                </c:pt>
                <c:pt idx="17700">
                  <c:v>60070</c:v>
                </c:pt>
                <c:pt idx="17701">
                  <c:v>60071</c:v>
                </c:pt>
                <c:pt idx="17702">
                  <c:v>60072</c:v>
                </c:pt>
                <c:pt idx="17703">
                  <c:v>60073</c:v>
                </c:pt>
                <c:pt idx="17704">
                  <c:v>60074</c:v>
                </c:pt>
                <c:pt idx="17705">
                  <c:v>60075</c:v>
                </c:pt>
                <c:pt idx="17706">
                  <c:v>60076</c:v>
                </c:pt>
                <c:pt idx="17707">
                  <c:v>60077</c:v>
                </c:pt>
                <c:pt idx="17708">
                  <c:v>60078</c:v>
                </c:pt>
                <c:pt idx="17709">
                  <c:v>60079</c:v>
                </c:pt>
                <c:pt idx="17710">
                  <c:v>60080</c:v>
                </c:pt>
                <c:pt idx="17711">
                  <c:v>60081</c:v>
                </c:pt>
                <c:pt idx="17712">
                  <c:v>60082</c:v>
                </c:pt>
                <c:pt idx="17713">
                  <c:v>60083</c:v>
                </c:pt>
                <c:pt idx="17714">
                  <c:v>60084</c:v>
                </c:pt>
                <c:pt idx="17715">
                  <c:v>60085</c:v>
                </c:pt>
                <c:pt idx="17716">
                  <c:v>60086</c:v>
                </c:pt>
                <c:pt idx="17717">
                  <c:v>60087</c:v>
                </c:pt>
                <c:pt idx="17718">
                  <c:v>60088</c:v>
                </c:pt>
                <c:pt idx="17719">
                  <c:v>60089</c:v>
                </c:pt>
                <c:pt idx="17720">
                  <c:v>60090</c:v>
                </c:pt>
                <c:pt idx="17721">
                  <c:v>60091</c:v>
                </c:pt>
                <c:pt idx="17722">
                  <c:v>60092</c:v>
                </c:pt>
                <c:pt idx="17723">
                  <c:v>60093</c:v>
                </c:pt>
                <c:pt idx="17724">
                  <c:v>60094</c:v>
                </c:pt>
                <c:pt idx="17725">
                  <c:v>60095</c:v>
                </c:pt>
                <c:pt idx="17726">
                  <c:v>60096</c:v>
                </c:pt>
                <c:pt idx="17727">
                  <c:v>60097</c:v>
                </c:pt>
                <c:pt idx="17728">
                  <c:v>60098</c:v>
                </c:pt>
                <c:pt idx="17729">
                  <c:v>60099</c:v>
                </c:pt>
                <c:pt idx="17730">
                  <c:v>60100</c:v>
                </c:pt>
                <c:pt idx="17731">
                  <c:v>60101</c:v>
                </c:pt>
                <c:pt idx="17732">
                  <c:v>60102</c:v>
                </c:pt>
                <c:pt idx="17733">
                  <c:v>60103</c:v>
                </c:pt>
                <c:pt idx="17734">
                  <c:v>60104</c:v>
                </c:pt>
                <c:pt idx="17735">
                  <c:v>60105</c:v>
                </c:pt>
                <c:pt idx="17736">
                  <c:v>60106</c:v>
                </c:pt>
                <c:pt idx="17737">
                  <c:v>60107</c:v>
                </c:pt>
                <c:pt idx="17738">
                  <c:v>60108</c:v>
                </c:pt>
                <c:pt idx="17739">
                  <c:v>60109</c:v>
                </c:pt>
                <c:pt idx="17740">
                  <c:v>60110</c:v>
                </c:pt>
                <c:pt idx="17741">
                  <c:v>60111</c:v>
                </c:pt>
                <c:pt idx="17742">
                  <c:v>60112</c:v>
                </c:pt>
                <c:pt idx="17743">
                  <c:v>60113</c:v>
                </c:pt>
                <c:pt idx="17744">
                  <c:v>60114</c:v>
                </c:pt>
                <c:pt idx="17745">
                  <c:v>60115</c:v>
                </c:pt>
                <c:pt idx="17746">
                  <c:v>60116</c:v>
                </c:pt>
                <c:pt idx="17747">
                  <c:v>60117</c:v>
                </c:pt>
                <c:pt idx="17748">
                  <c:v>60118</c:v>
                </c:pt>
                <c:pt idx="17749">
                  <c:v>60119</c:v>
                </c:pt>
                <c:pt idx="17750">
                  <c:v>60120</c:v>
                </c:pt>
                <c:pt idx="17751">
                  <c:v>60121</c:v>
                </c:pt>
                <c:pt idx="17752">
                  <c:v>60122</c:v>
                </c:pt>
                <c:pt idx="17753">
                  <c:v>60123</c:v>
                </c:pt>
                <c:pt idx="17754">
                  <c:v>60124</c:v>
                </c:pt>
                <c:pt idx="17755">
                  <c:v>60125</c:v>
                </c:pt>
                <c:pt idx="17756">
                  <c:v>60126</c:v>
                </c:pt>
                <c:pt idx="17757">
                  <c:v>60127</c:v>
                </c:pt>
                <c:pt idx="17758">
                  <c:v>60128</c:v>
                </c:pt>
                <c:pt idx="17759">
                  <c:v>60129</c:v>
                </c:pt>
                <c:pt idx="17760">
                  <c:v>60130</c:v>
                </c:pt>
                <c:pt idx="17761">
                  <c:v>60131</c:v>
                </c:pt>
                <c:pt idx="17762">
                  <c:v>60132</c:v>
                </c:pt>
                <c:pt idx="17763">
                  <c:v>60133</c:v>
                </c:pt>
                <c:pt idx="17764">
                  <c:v>60134</c:v>
                </c:pt>
                <c:pt idx="17765">
                  <c:v>60135</c:v>
                </c:pt>
                <c:pt idx="17766">
                  <c:v>60136</c:v>
                </c:pt>
                <c:pt idx="17767">
                  <c:v>60137</c:v>
                </c:pt>
                <c:pt idx="17768">
                  <c:v>60138</c:v>
                </c:pt>
                <c:pt idx="17769">
                  <c:v>60139</c:v>
                </c:pt>
                <c:pt idx="17770">
                  <c:v>60140</c:v>
                </c:pt>
                <c:pt idx="17771">
                  <c:v>60141</c:v>
                </c:pt>
                <c:pt idx="17772">
                  <c:v>60142</c:v>
                </c:pt>
                <c:pt idx="17773">
                  <c:v>60143</c:v>
                </c:pt>
                <c:pt idx="17774">
                  <c:v>60144</c:v>
                </c:pt>
                <c:pt idx="17775">
                  <c:v>60145</c:v>
                </c:pt>
                <c:pt idx="17776">
                  <c:v>60146</c:v>
                </c:pt>
                <c:pt idx="17777">
                  <c:v>60147</c:v>
                </c:pt>
                <c:pt idx="17778">
                  <c:v>60148</c:v>
                </c:pt>
                <c:pt idx="17779">
                  <c:v>60149</c:v>
                </c:pt>
                <c:pt idx="17780">
                  <c:v>60150</c:v>
                </c:pt>
                <c:pt idx="17781">
                  <c:v>60151</c:v>
                </c:pt>
                <c:pt idx="17782">
                  <c:v>60152</c:v>
                </c:pt>
                <c:pt idx="17783">
                  <c:v>60153</c:v>
                </c:pt>
                <c:pt idx="17784">
                  <c:v>60154</c:v>
                </c:pt>
                <c:pt idx="17785">
                  <c:v>60155</c:v>
                </c:pt>
                <c:pt idx="17786">
                  <c:v>60156</c:v>
                </c:pt>
                <c:pt idx="17787">
                  <c:v>60157</c:v>
                </c:pt>
                <c:pt idx="17788">
                  <c:v>60158</c:v>
                </c:pt>
                <c:pt idx="17789">
                  <c:v>60159</c:v>
                </c:pt>
                <c:pt idx="17790">
                  <c:v>60160</c:v>
                </c:pt>
                <c:pt idx="17791">
                  <c:v>60161</c:v>
                </c:pt>
                <c:pt idx="17792">
                  <c:v>60162</c:v>
                </c:pt>
                <c:pt idx="17793">
                  <c:v>60163</c:v>
                </c:pt>
                <c:pt idx="17794">
                  <c:v>60164</c:v>
                </c:pt>
                <c:pt idx="17795">
                  <c:v>60165</c:v>
                </c:pt>
                <c:pt idx="17796">
                  <c:v>60166</c:v>
                </c:pt>
                <c:pt idx="17797">
                  <c:v>60167</c:v>
                </c:pt>
                <c:pt idx="17798">
                  <c:v>60168</c:v>
                </c:pt>
                <c:pt idx="17799">
                  <c:v>60169</c:v>
                </c:pt>
                <c:pt idx="17800">
                  <c:v>60170</c:v>
                </c:pt>
                <c:pt idx="17801">
                  <c:v>60171</c:v>
                </c:pt>
                <c:pt idx="17802">
                  <c:v>60172</c:v>
                </c:pt>
                <c:pt idx="17803">
                  <c:v>60173</c:v>
                </c:pt>
                <c:pt idx="17804">
                  <c:v>60174</c:v>
                </c:pt>
                <c:pt idx="17805">
                  <c:v>60175</c:v>
                </c:pt>
                <c:pt idx="17806">
                  <c:v>60176</c:v>
                </c:pt>
                <c:pt idx="17807">
                  <c:v>60177</c:v>
                </c:pt>
                <c:pt idx="17808">
                  <c:v>60178</c:v>
                </c:pt>
                <c:pt idx="17809">
                  <c:v>60179</c:v>
                </c:pt>
                <c:pt idx="17810">
                  <c:v>60180</c:v>
                </c:pt>
                <c:pt idx="17811">
                  <c:v>60181</c:v>
                </c:pt>
                <c:pt idx="17812">
                  <c:v>60182</c:v>
                </c:pt>
                <c:pt idx="17813">
                  <c:v>60183</c:v>
                </c:pt>
                <c:pt idx="17814">
                  <c:v>60184</c:v>
                </c:pt>
                <c:pt idx="17815">
                  <c:v>60185</c:v>
                </c:pt>
                <c:pt idx="17816">
                  <c:v>60186</c:v>
                </c:pt>
                <c:pt idx="17817">
                  <c:v>60187</c:v>
                </c:pt>
                <c:pt idx="17818">
                  <c:v>60188</c:v>
                </c:pt>
                <c:pt idx="17819">
                  <c:v>60189</c:v>
                </c:pt>
                <c:pt idx="17820">
                  <c:v>60190</c:v>
                </c:pt>
                <c:pt idx="17821">
                  <c:v>60191</c:v>
                </c:pt>
                <c:pt idx="17822">
                  <c:v>60192</c:v>
                </c:pt>
                <c:pt idx="17823">
                  <c:v>60193</c:v>
                </c:pt>
                <c:pt idx="17824">
                  <c:v>60194</c:v>
                </c:pt>
                <c:pt idx="17825">
                  <c:v>60195</c:v>
                </c:pt>
                <c:pt idx="17826">
                  <c:v>60196</c:v>
                </c:pt>
                <c:pt idx="17827">
                  <c:v>60197</c:v>
                </c:pt>
                <c:pt idx="17828">
                  <c:v>60198</c:v>
                </c:pt>
                <c:pt idx="17829">
                  <c:v>60199</c:v>
                </c:pt>
                <c:pt idx="17830">
                  <c:v>60200</c:v>
                </c:pt>
                <c:pt idx="17831">
                  <c:v>60201</c:v>
                </c:pt>
                <c:pt idx="17832">
                  <c:v>60202</c:v>
                </c:pt>
                <c:pt idx="17833">
                  <c:v>60203</c:v>
                </c:pt>
                <c:pt idx="17834">
                  <c:v>60204</c:v>
                </c:pt>
                <c:pt idx="17835">
                  <c:v>60205</c:v>
                </c:pt>
                <c:pt idx="17836">
                  <c:v>60206</c:v>
                </c:pt>
                <c:pt idx="17837">
                  <c:v>60207</c:v>
                </c:pt>
                <c:pt idx="17838">
                  <c:v>60208</c:v>
                </c:pt>
                <c:pt idx="17839">
                  <c:v>60209</c:v>
                </c:pt>
                <c:pt idx="17840">
                  <c:v>60210</c:v>
                </c:pt>
                <c:pt idx="17841">
                  <c:v>60211</c:v>
                </c:pt>
                <c:pt idx="17842">
                  <c:v>60212</c:v>
                </c:pt>
                <c:pt idx="17843">
                  <c:v>60213</c:v>
                </c:pt>
                <c:pt idx="17844">
                  <c:v>60214</c:v>
                </c:pt>
                <c:pt idx="17845">
                  <c:v>60215</c:v>
                </c:pt>
                <c:pt idx="17846">
                  <c:v>60216</c:v>
                </c:pt>
                <c:pt idx="17847">
                  <c:v>60217</c:v>
                </c:pt>
                <c:pt idx="17848">
                  <c:v>60218</c:v>
                </c:pt>
                <c:pt idx="17849">
                  <c:v>60219</c:v>
                </c:pt>
                <c:pt idx="17850">
                  <c:v>60220</c:v>
                </c:pt>
                <c:pt idx="17851">
                  <c:v>60221</c:v>
                </c:pt>
                <c:pt idx="17852">
                  <c:v>60222</c:v>
                </c:pt>
                <c:pt idx="17853">
                  <c:v>60223</c:v>
                </c:pt>
                <c:pt idx="17854">
                  <c:v>60224</c:v>
                </c:pt>
                <c:pt idx="17855">
                  <c:v>60225</c:v>
                </c:pt>
                <c:pt idx="17856">
                  <c:v>60226</c:v>
                </c:pt>
                <c:pt idx="17857">
                  <c:v>60227</c:v>
                </c:pt>
                <c:pt idx="17858">
                  <c:v>60228</c:v>
                </c:pt>
                <c:pt idx="17859">
                  <c:v>60229</c:v>
                </c:pt>
                <c:pt idx="17860">
                  <c:v>60230</c:v>
                </c:pt>
                <c:pt idx="17861">
                  <c:v>60231</c:v>
                </c:pt>
                <c:pt idx="17862">
                  <c:v>60232</c:v>
                </c:pt>
                <c:pt idx="17863">
                  <c:v>60233</c:v>
                </c:pt>
                <c:pt idx="17864">
                  <c:v>60234</c:v>
                </c:pt>
                <c:pt idx="17865">
                  <c:v>60235</c:v>
                </c:pt>
                <c:pt idx="17866">
                  <c:v>60236</c:v>
                </c:pt>
                <c:pt idx="17867">
                  <c:v>60237</c:v>
                </c:pt>
                <c:pt idx="17868">
                  <c:v>60238</c:v>
                </c:pt>
                <c:pt idx="17869">
                  <c:v>60239</c:v>
                </c:pt>
                <c:pt idx="17870">
                  <c:v>60240</c:v>
                </c:pt>
                <c:pt idx="17871">
                  <c:v>60241</c:v>
                </c:pt>
                <c:pt idx="17872">
                  <c:v>60242</c:v>
                </c:pt>
                <c:pt idx="17873">
                  <c:v>60243</c:v>
                </c:pt>
                <c:pt idx="17874">
                  <c:v>60244</c:v>
                </c:pt>
                <c:pt idx="17875">
                  <c:v>60245</c:v>
                </c:pt>
                <c:pt idx="17876">
                  <c:v>60246</c:v>
                </c:pt>
                <c:pt idx="17877">
                  <c:v>60247</c:v>
                </c:pt>
                <c:pt idx="17878">
                  <c:v>60248</c:v>
                </c:pt>
                <c:pt idx="17879">
                  <c:v>60249</c:v>
                </c:pt>
                <c:pt idx="17880">
                  <c:v>60250</c:v>
                </c:pt>
                <c:pt idx="17881">
                  <c:v>60251</c:v>
                </c:pt>
                <c:pt idx="17882">
                  <c:v>60252</c:v>
                </c:pt>
                <c:pt idx="17883">
                  <c:v>60253</c:v>
                </c:pt>
                <c:pt idx="17884">
                  <c:v>60254</c:v>
                </c:pt>
                <c:pt idx="17885">
                  <c:v>60255</c:v>
                </c:pt>
                <c:pt idx="17886">
                  <c:v>60256</c:v>
                </c:pt>
                <c:pt idx="17887">
                  <c:v>60257</c:v>
                </c:pt>
                <c:pt idx="17888">
                  <c:v>60258</c:v>
                </c:pt>
                <c:pt idx="17889">
                  <c:v>60259</c:v>
                </c:pt>
                <c:pt idx="17890">
                  <c:v>60260</c:v>
                </c:pt>
                <c:pt idx="17891">
                  <c:v>60261</c:v>
                </c:pt>
                <c:pt idx="17892">
                  <c:v>60262</c:v>
                </c:pt>
                <c:pt idx="17893">
                  <c:v>60263</c:v>
                </c:pt>
                <c:pt idx="17894">
                  <c:v>60264</c:v>
                </c:pt>
                <c:pt idx="17895">
                  <c:v>60265</c:v>
                </c:pt>
                <c:pt idx="17896">
                  <c:v>60266</c:v>
                </c:pt>
                <c:pt idx="17897">
                  <c:v>60267</c:v>
                </c:pt>
                <c:pt idx="17898">
                  <c:v>60268</c:v>
                </c:pt>
                <c:pt idx="17899">
                  <c:v>60269</c:v>
                </c:pt>
                <c:pt idx="17900">
                  <c:v>60270</c:v>
                </c:pt>
                <c:pt idx="17901">
                  <c:v>60271</c:v>
                </c:pt>
                <c:pt idx="17902">
                  <c:v>60272</c:v>
                </c:pt>
                <c:pt idx="17903">
                  <c:v>60273</c:v>
                </c:pt>
                <c:pt idx="17904">
                  <c:v>60274</c:v>
                </c:pt>
                <c:pt idx="17905">
                  <c:v>60275</c:v>
                </c:pt>
                <c:pt idx="17906">
                  <c:v>60276</c:v>
                </c:pt>
                <c:pt idx="17907">
                  <c:v>60277</c:v>
                </c:pt>
                <c:pt idx="17908">
                  <c:v>60278</c:v>
                </c:pt>
                <c:pt idx="17909">
                  <c:v>60279</c:v>
                </c:pt>
                <c:pt idx="17910">
                  <c:v>60280</c:v>
                </c:pt>
                <c:pt idx="17911">
                  <c:v>60281</c:v>
                </c:pt>
                <c:pt idx="17912">
                  <c:v>60282</c:v>
                </c:pt>
                <c:pt idx="17913">
                  <c:v>60283</c:v>
                </c:pt>
                <c:pt idx="17914">
                  <c:v>60284</c:v>
                </c:pt>
                <c:pt idx="17915">
                  <c:v>60285</c:v>
                </c:pt>
                <c:pt idx="17916">
                  <c:v>60286</c:v>
                </c:pt>
                <c:pt idx="17917">
                  <c:v>60287</c:v>
                </c:pt>
                <c:pt idx="17918">
                  <c:v>60288</c:v>
                </c:pt>
                <c:pt idx="17919">
                  <c:v>60289</c:v>
                </c:pt>
                <c:pt idx="17920">
                  <c:v>60290</c:v>
                </c:pt>
                <c:pt idx="17921">
                  <c:v>60291</c:v>
                </c:pt>
                <c:pt idx="17922">
                  <c:v>60292</c:v>
                </c:pt>
                <c:pt idx="17923">
                  <c:v>60293</c:v>
                </c:pt>
                <c:pt idx="17924">
                  <c:v>60294</c:v>
                </c:pt>
                <c:pt idx="17925">
                  <c:v>60295</c:v>
                </c:pt>
                <c:pt idx="17926">
                  <c:v>60296</c:v>
                </c:pt>
                <c:pt idx="17927">
                  <c:v>60297</c:v>
                </c:pt>
                <c:pt idx="17928">
                  <c:v>60298</c:v>
                </c:pt>
                <c:pt idx="17929">
                  <c:v>60299</c:v>
                </c:pt>
                <c:pt idx="17930">
                  <c:v>60300</c:v>
                </c:pt>
                <c:pt idx="17931">
                  <c:v>60301</c:v>
                </c:pt>
                <c:pt idx="17932">
                  <c:v>60302</c:v>
                </c:pt>
                <c:pt idx="17933">
                  <c:v>60303</c:v>
                </c:pt>
                <c:pt idx="17934">
                  <c:v>60304</c:v>
                </c:pt>
                <c:pt idx="17935">
                  <c:v>60305</c:v>
                </c:pt>
                <c:pt idx="17936">
                  <c:v>60306</c:v>
                </c:pt>
                <c:pt idx="17937">
                  <c:v>60307</c:v>
                </c:pt>
                <c:pt idx="17938">
                  <c:v>60308</c:v>
                </c:pt>
                <c:pt idx="17939">
                  <c:v>60309</c:v>
                </c:pt>
                <c:pt idx="17940">
                  <c:v>60310</c:v>
                </c:pt>
                <c:pt idx="17941">
                  <c:v>60311</c:v>
                </c:pt>
                <c:pt idx="17942">
                  <c:v>60312</c:v>
                </c:pt>
                <c:pt idx="17943">
                  <c:v>60313</c:v>
                </c:pt>
                <c:pt idx="17944">
                  <c:v>60314</c:v>
                </c:pt>
                <c:pt idx="17945">
                  <c:v>60315</c:v>
                </c:pt>
                <c:pt idx="17946">
                  <c:v>60316</c:v>
                </c:pt>
                <c:pt idx="17947">
                  <c:v>60317</c:v>
                </c:pt>
                <c:pt idx="17948">
                  <c:v>60318</c:v>
                </c:pt>
                <c:pt idx="17949">
                  <c:v>60319</c:v>
                </c:pt>
                <c:pt idx="17950">
                  <c:v>60320</c:v>
                </c:pt>
                <c:pt idx="17951">
                  <c:v>60321</c:v>
                </c:pt>
                <c:pt idx="17952">
                  <c:v>60322</c:v>
                </c:pt>
                <c:pt idx="17953">
                  <c:v>60323</c:v>
                </c:pt>
                <c:pt idx="17954">
                  <c:v>60324</c:v>
                </c:pt>
                <c:pt idx="17955">
                  <c:v>60325</c:v>
                </c:pt>
                <c:pt idx="17956">
                  <c:v>60326</c:v>
                </c:pt>
                <c:pt idx="17957">
                  <c:v>60327</c:v>
                </c:pt>
                <c:pt idx="17958">
                  <c:v>60328</c:v>
                </c:pt>
                <c:pt idx="17959">
                  <c:v>60329</c:v>
                </c:pt>
                <c:pt idx="17960">
                  <c:v>60330</c:v>
                </c:pt>
                <c:pt idx="17961">
                  <c:v>60331</c:v>
                </c:pt>
                <c:pt idx="17962">
                  <c:v>60332</c:v>
                </c:pt>
                <c:pt idx="17963">
                  <c:v>60333</c:v>
                </c:pt>
                <c:pt idx="17964">
                  <c:v>60334</c:v>
                </c:pt>
                <c:pt idx="17965">
                  <c:v>60335</c:v>
                </c:pt>
                <c:pt idx="17966">
                  <c:v>60336</c:v>
                </c:pt>
                <c:pt idx="17967">
                  <c:v>60337</c:v>
                </c:pt>
                <c:pt idx="17968">
                  <c:v>60338</c:v>
                </c:pt>
                <c:pt idx="17969">
                  <c:v>60339</c:v>
                </c:pt>
                <c:pt idx="17970">
                  <c:v>60340</c:v>
                </c:pt>
                <c:pt idx="17971">
                  <c:v>60341</c:v>
                </c:pt>
                <c:pt idx="17972">
                  <c:v>60342</c:v>
                </c:pt>
                <c:pt idx="17973">
                  <c:v>60343</c:v>
                </c:pt>
                <c:pt idx="17974">
                  <c:v>60344</c:v>
                </c:pt>
                <c:pt idx="17975">
                  <c:v>60345</c:v>
                </c:pt>
                <c:pt idx="17976">
                  <c:v>60346</c:v>
                </c:pt>
                <c:pt idx="17977">
                  <c:v>60347</c:v>
                </c:pt>
                <c:pt idx="17978">
                  <c:v>60348</c:v>
                </c:pt>
                <c:pt idx="17979">
                  <c:v>60349</c:v>
                </c:pt>
                <c:pt idx="17980">
                  <c:v>60350</c:v>
                </c:pt>
                <c:pt idx="17981">
                  <c:v>60351</c:v>
                </c:pt>
                <c:pt idx="17982">
                  <c:v>60352</c:v>
                </c:pt>
                <c:pt idx="17983">
                  <c:v>60353</c:v>
                </c:pt>
                <c:pt idx="17984">
                  <c:v>60354</c:v>
                </c:pt>
                <c:pt idx="17985">
                  <c:v>60355</c:v>
                </c:pt>
                <c:pt idx="17986">
                  <c:v>60356</c:v>
                </c:pt>
                <c:pt idx="17987">
                  <c:v>60357</c:v>
                </c:pt>
                <c:pt idx="17988">
                  <c:v>60358</c:v>
                </c:pt>
                <c:pt idx="17989">
                  <c:v>60359</c:v>
                </c:pt>
                <c:pt idx="17990">
                  <c:v>60360</c:v>
                </c:pt>
                <c:pt idx="17991">
                  <c:v>60361</c:v>
                </c:pt>
                <c:pt idx="17992">
                  <c:v>60362</c:v>
                </c:pt>
                <c:pt idx="17993">
                  <c:v>60363</c:v>
                </c:pt>
                <c:pt idx="17994">
                  <c:v>60364</c:v>
                </c:pt>
                <c:pt idx="17995">
                  <c:v>60365</c:v>
                </c:pt>
                <c:pt idx="17996">
                  <c:v>60366</c:v>
                </c:pt>
                <c:pt idx="17997">
                  <c:v>60367</c:v>
                </c:pt>
                <c:pt idx="17998">
                  <c:v>60368</c:v>
                </c:pt>
                <c:pt idx="17999">
                  <c:v>60369</c:v>
                </c:pt>
                <c:pt idx="18000">
                  <c:v>60370</c:v>
                </c:pt>
                <c:pt idx="18001">
                  <c:v>60371</c:v>
                </c:pt>
                <c:pt idx="18002">
                  <c:v>60372</c:v>
                </c:pt>
                <c:pt idx="18003">
                  <c:v>60373</c:v>
                </c:pt>
                <c:pt idx="18004">
                  <c:v>60374</c:v>
                </c:pt>
                <c:pt idx="18005">
                  <c:v>60375</c:v>
                </c:pt>
                <c:pt idx="18006">
                  <c:v>60376</c:v>
                </c:pt>
                <c:pt idx="18007">
                  <c:v>60377</c:v>
                </c:pt>
                <c:pt idx="18008">
                  <c:v>60378</c:v>
                </c:pt>
                <c:pt idx="18009">
                  <c:v>60379</c:v>
                </c:pt>
                <c:pt idx="18010">
                  <c:v>60380</c:v>
                </c:pt>
                <c:pt idx="18011">
                  <c:v>60381</c:v>
                </c:pt>
                <c:pt idx="18012">
                  <c:v>60382</c:v>
                </c:pt>
                <c:pt idx="18013">
                  <c:v>60383</c:v>
                </c:pt>
                <c:pt idx="18014">
                  <c:v>60384</c:v>
                </c:pt>
                <c:pt idx="18015">
                  <c:v>60385</c:v>
                </c:pt>
                <c:pt idx="18016">
                  <c:v>60386</c:v>
                </c:pt>
                <c:pt idx="18017">
                  <c:v>60387</c:v>
                </c:pt>
                <c:pt idx="18018">
                  <c:v>60388</c:v>
                </c:pt>
                <c:pt idx="18019">
                  <c:v>60389</c:v>
                </c:pt>
                <c:pt idx="18020">
                  <c:v>60390</c:v>
                </c:pt>
                <c:pt idx="18021">
                  <c:v>60391</c:v>
                </c:pt>
                <c:pt idx="18022">
                  <c:v>60392</c:v>
                </c:pt>
                <c:pt idx="18023">
                  <c:v>60393</c:v>
                </c:pt>
                <c:pt idx="18024">
                  <c:v>60394</c:v>
                </c:pt>
                <c:pt idx="18025">
                  <c:v>60395</c:v>
                </c:pt>
                <c:pt idx="18026">
                  <c:v>60396</c:v>
                </c:pt>
                <c:pt idx="18027">
                  <c:v>60397</c:v>
                </c:pt>
                <c:pt idx="18028">
                  <c:v>60398</c:v>
                </c:pt>
                <c:pt idx="18029">
                  <c:v>60399</c:v>
                </c:pt>
                <c:pt idx="18030">
                  <c:v>60400</c:v>
                </c:pt>
                <c:pt idx="18031">
                  <c:v>60401</c:v>
                </c:pt>
                <c:pt idx="18032">
                  <c:v>60402</c:v>
                </c:pt>
                <c:pt idx="18033">
                  <c:v>60403</c:v>
                </c:pt>
                <c:pt idx="18034">
                  <c:v>60404</c:v>
                </c:pt>
                <c:pt idx="18035">
                  <c:v>60405</c:v>
                </c:pt>
                <c:pt idx="18036">
                  <c:v>60406</c:v>
                </c:pt>
                <c:pt idx="18037">
                  <c:v>60407</c:v>
                </c:pt>
                <c:pt idx="18038">
                  <c:v>60408</c:v>
                </c:pt>
                <c:pt idx="18039">
                  <c:v>60409</c:v>
                </c:pt>
                <c:pt idx="18040">
                  <c:v>60410</c:v>
                </c:pt>
                <c:pt idx="18041">
                  <c:v>60411</c:v>
                </c:pt>
                <c:pt idx="18042">
                  <c:v>60412</c:v>
                </c:pt>
                <c:pt idx="18043">
                  <c:v>60413</c:v>
                </c:pt>
                <c:pt idx="18044">
                  <c:v>60414</c:v>
                </c:pt>
                <c:pt idx="18045">
                  <c:v>60415</c:v>
                </c:pt>
                <c:pt idx="18046">
                  <c:v>60416</c:v>
                </c:pt>
                <c:pt idx="18047">
                  <c:v>60417</c:v>
                </c:pt>
                <c:pt idx="18048">
                  <c:v>60418</c:v>
                </c:pt>
                <c:pt idx="18049">
                  <c:v>60419</c:v>
                </c:pt>
                <c:pt idx="18050">
                  <c:v>60420</c:v>
                </c:pt>
                <c:pt idx="18051">
                  <c:v>60421</c:v>
                </c:pt>
                <c:pt idx="18052">
                  <c:v>60422</c:v>
                </c:pt>
                <c:pt idx="18053">
                  <c:v>60423</c:v>
                </c:pt>
                <c:pt idx="18054">
                  <c:v>60424</c:v>
                </c:pt>
                <c:pt idx="18055">
                  <c:v>60425</c:v>
                </c:pt>
                <c:pt idx="18056">
                  <c:v>60426</c:v>
                </c:pt>
                <c:pt idx="18057">
                  <c:v>60427</c:v>
                </c:pt>
                <c:pt idx="18058">
                  <c:v>60428</c:v>
                </c:pt>
                <c:pt idx="18059">
                  <c:v>60429</c:v>
                </c:pt>
                <c:pt idx="18060">
                  <c:v>60430</c:v>
                </c:pt>
                <c:pt idx="18061">
                  <c:v>60431</c:v>
                </c:pt>
                <c:pt idx="18062">
                  <c:v>60432</c:v>
                </c:pt>
                <c:pt idx="18063">
                  <c:v>60433</c:v>
                </c:pt>
                <c:pt idx="18064">
                  <c:v>60434</c:v>
                </c:pt>
                <c:pt idx="18065">
                  <c:v>60435</c:v>
                </c:pt>
                <c:pt idx="18066">
                  <c:v>60436</c:v>
                </c:pt>
                <c:pt idx="18067">
                  <c:v>60437</c:v>
                </c:pt>
                <c:pt idx="18068">
                  <c:v>60438</c:v>
                </c:pt>
                <c:pt idx="18069">
                  <c:v>60439</c:v>
                </c:pt>
                <c:pt idx="18070">
                  <c:v>60440</c:v>
                </c:pt>
                <c:pt idx="18071">
                  <c:v>60441</c:v>
                </c:pt>
                <c:pt idx="18072">
                  <c:v>60442</c:v>
                </c:pt>
                <c:pt idx="18073">
                  <c:v>60443</c:v>
                </c:pt>
                <c:pt idx="18074">
                  <c:v>60444</c:v>
                </c:pt>
                <c:pt idx="18075">
                  <c:v>60445</c:v>
                </c:pt>
                <c:pt idx="18076">
                  <c:v>60446</c:v>
                </c:pt>
                <c:pt idx="18077">
                  <c:v>60447</c:v>
                </c:pt>
                <c:pt idx="18078">
                  <c:v>60448</c:v>
                </c:pt>
                <c:pt idx="18079">
                  <c:v>60449</c:v>
                </c:pt>
                <c:pt idx="18080">
                  <c:v>60450</c:v>
                </c:pt>
                <c:pt idx="18081">
                  <c:v>60451</c:v>
                </c:pt>
                <c:pt idx="18082">
                  <c:v>60452</c:v>
                </c:pt>
                <c:pt idx="18083">
                  <c:v>60453</c:v>
                </c:pt>
                <c:pt idx="18084">
                  <c:v>60454</c:v>
                </c:pt>
                <c:pt idx="18085">
                  <c:v>60455</c:v>
                </c:pt>
                <c:pt idx="18086">
                  <c:v>60456</c:v>
                </c:pt>
                <c:pt idx="18087">
                  <c:v>60457</c:v>
                </c:pt>
                <c:pt idx="18088">
                  <c:v>60458</c:v>
                </c:pt>
                <c:pt idx="18089">
                  <c:v>60459</c:v>
                </c:pt>
                <c:pt idx="18090">
                  <c:v>60460</c:v>
                </c:pt>
                <c:pt idx="18091">
                  <c:v>60461</c:v>
                </c:pt>
                <c:pt idx="18092">
                  <c:v>60462</c:v>
                </c:pt>
                <c:pt idx="18093">
                  <c:v>60463</c:v>
                </c:pt>
                <c:pt idx="18094">
                  <c:v>60464</c:v>
                </c:pt>
                <c:pt idx="18095">
                  <c:v>60465</c:v>
                </c:pt>
                <c:pt idx="18096">
                  <c:v>60466</c:v>
                </c:pt>
                <c:pt idx="18097">
                  <c:v>60467</c:v>
                </c:pt>
                <c:pt idx="18098">
                  <c:v>60468</c:v>
                </c:pt>
                <c:pt idx="18099">
                  <c:v>60469</c:v>
                </c:pt>
                <c:pt idx="18100">
                  <c:v>60470</c:v>
                </c:pt>
                <c:pt idx="18101">
                  <c:v>60471</c:v>
                </c:pt>
                <c:pt idx="18102">
                  <c:v>60472</c:v>
                </c:pt>
                <c:pt idx="18103">
                  <c:v>60473</c:v>
                </c:pt>
                <c:pt idx="18104">
                  <c:v>60474</c:v>
                </c:pt>
                <c:pt idx="18105">
                  <c:v>60475</c:v>
                </c:pt>
                <c:pt idx="18106">
                  <c:v>60476</c:v>
                </c:pt>
                <c:pt idx="18107">
                  <c:v>60477</c:v>
                </c:pt>
                <c:pt idx="18108">
                  <c:v>60478</c:v>
                </c:pt>
                <c:pt idx="18109">
                  <c:v>60479</c:v>
                </c:pt>
                <c:pt idx="18110">
                  <c:v>60480</c:v>
                </c:pt>
                <c:pt idx="18111">
                  <c:v>60481</c:v>
                </c:pt>
                <c:pt idx="18112">
                  <c:v>60482</c:v>
                </c:pt>
                <c:pt idx="18113">
                  <c:v>60483</c:v>
                </c:pt>
                <c:pt idx="18114">
                  <c:v>60484</c:v>
                </c:pt>
                <c:pt idx="18115">
                  <c:v>60485</c:v>
                </c:pt>
                <c:pt idx="18116">
                  <c:v>60486</c:v>
                </c:pt>
                <c:pt idx="18117">
                  <c:v>60487</c:v>
                </c:pt>
                <c:pt idx="18118">
                  <c:v>60488</c:v>
                </c:pt>
                <c:pt idx="18119">
                  <c:v>60489</c:v>
                </c:pt>
                <c:pt idx="18120">
                  <c:v>60490</c:v>
                </c:pt>
                <c:pt idx="18121">
                  <c:v>60491</c:v>
                </c:pt>
                <c:pt idx="18122">
                  <c:v>60492</c:v>
                </c:pt>
                <c:pt idx="18123">
                  <c:v>60493</c:v>
                </c:pt>
                <c:pt idx="18124">
                  <c:v>60494</c:v>
                </c:pt>
                <c:pt idx="18125">
                  <c:v>60495</c:v>
                </c:pt>
                <c:pt idx="18126">
                  <c:v>60496</c:v>
                </c:pt>
                <c:pt idx="18127">
                  <c:v>60497</c:v>
                </c:pt>
                <c:pt idx="18128">
                  <c:v>60498</c:v>
                </c:pt>
                <c:pt idx="18129">
                  <c:v>60499</c:v>
                </c:pt>
                <c:pt idx="18130">
                  <c:v>60500</c:v>
                </c:pt>
                <c:pt idx="18131">
                  <c:v>60501</c:v>
                </c:pt>
                <c:pt idx="18132">
                  <c:v>60502</c:v>
                </c:pt>
                <c:pt idx="18133">
                  <c:v>60503</c:v>
                </c:pt>
                <c:pt idx="18134">
                  <c:v>60504</c:v>
                </c:pt>
                <c:pt idx="18135">
                  <c:v>60505</c:v>
                </c:pt>
                <c:pt idx="18136">
                  <c:v>60506</c:v>
                </c:pt>
                <c:pt idx="18137">
                  <c:v>60507</c:v>
                </c:pt>
                <c:pt idx="18138">
                  <c:v>60508</c:v>
                </c:pt>
                <c:pt idx="18139">
                  <c:v>60509</c:v>
                </c:pt>
                <c:pt idx="18140">
                  <c:v>60510</c:v>
                </c:pt>
                <c:pt idx="18141">
                  <c:v>60511</c:v>
                </c:pt>
                <c:pt idx="18142">
                  <c:v>60512</c:v>
                </c:pt>
                <c:pt idx="18143">
                  <c:v>60513</c:v>
                </c:pt>
                <c:pt idx="18144">
                  <c:v>60514</c:v>
                </c:pt>
                <c:pt idx="18145">
                  <c:v>60515</c:v>
                </c:pt>
                <c:pt idx="18146">
                  <c:v>60516</c:v>
                </c:pt>
                <c:pt idx="18147">
                  <c:v>60517</c:v>
                </c:pt>
                <c:pt idx="18148">
                  <c:v>60518</c:v>
                </c:pt>
                <c:pt idx="18149">
                  <c:v>60519</c:v>
                </c:pt>
                <c:pt idx="18150">
                  <c:v>60520</c:v>
                </c:pt>
                <c:pt idx="18151">
                  <c:v>60521</c:v>
                </c:pt>
                <c:pt idx="18152">
                  <c:v>60522</c:v>
                </c:pt>
                <c:pt idx="18153">
                  <c:v>60523</c:v>
                </c:pt>
                <c:pt idx="18154">
                  <c:v>60524</c:v>
                </c:pt>
                <c:pt idx="18155">
                  <c:v>60525</c:v>
                </c:pt>
                <c:pt idx="18156">
                  <c:v>60526</c:v>
                </c:pt>
                <c:pt idx="18157">
                  <c:v>60527</c:v>
                </c:pt>
                <c:pt idx="18158">
                  <c:v>60528</c:v>
                </c:pt>
                <c:pt idx="18159">
                  <c:v>60529</c:v>
                </c:pt>
                <c:pt idx="18160">
                  <c:v>60530</c:v>
                </c:pt>
                <c:pt idx="18161">
                  <c:v>60531</c:v>
                </c:pt>
                <c:pt idx="18162">
                  <c:v>60532</c:v>
                </c:pt>
                <c:pt idx="18163">
                  <c:v>60533</c:v>
                </c:pt>
                <c:pt idx="18164">
                  <c:v>60534</c:v>
                </c:pt>
                <c:pt idx="18165">
                  <c:v>60535</c:v>
                </c:pt>
                <c:pt idx="18166">
                  <c:v>60536</c:v>
                </c:pt>
                <c:pt idx="18167">
                  <c:v>60537</c:v>
                </c:pt>
                <c:pt idx="18168">
                  <c:v>60538</c:v>
                </c:pt>
                <c:pt idx="18169">
                  <c:v>60539</c:v>
                </c:pt>
                <c:pt idx="18170">
                  <c:v>60540</c:v>
                </c:pt>
                <c:pt idx="18171">
                  <c:v>60541</c:v>
                </c:pt>
                <c:pt idx="18172">
                  <c:v>60542</c:v>
                </c:pt>
                <c:pt idx="18173">
                  <c:v>60543</c:v>
                </c:pt>
                <c:pt idx="18174">
                  <c:v>60544</c:v>
                </c:pt>
                <c:pt idx="18175">
                  <c:v>60545</c:v>
                </c:pt>
                <c:pt idx="18176">
                  <c:v>60546</c:v>
                </c:pt>
                <c:pt idx="18177">
                  <c:v>60547</c:v>
                </c:pt>
                <c:pt idx="18178">
                  <c:v>60548</c:v>
                </c:pt>
                <c:pt idx="18179">
                  <c:v>60549</c:v>
                </c:pt>
                <c:pt idx="18180">
                  <c:v>60550</c:v>
                </c:pt>
                <c:pt idx="18181">
                  <c:v>60551</c:v>
                </c:pt>
                <c:pt idx="18182">
                  <c:v>60552</c:v>
                </c:pt>
                <c:pt idx="18183">
                  <c:v>60553</c:v>
                </c:pt>
                <c:pt idx="18184">
                  <c:v>60554</c:v>
                </c:pt>
                <c:pt idx="18185">
                  <c:v>60555</c:v>
                </c:pt>
                <c:pt idx="18186">
                  <c:v>60556</c:v>
                </c:pt>
                <c:pt idx="18187">
                  <c:v>60557</c:v>
                </c:pt>
                <c:pt idx="18188">
                  <c:v>60558</c:v>
                </c:pt>
                <c:pt idx="18189">
                  <c:v>60559</c:v>
                </c:pt>
                <c:pt idx="18190">
                  <c:v>60560</c:v>
                </c:pt>
                <c:pt idx="18191">
                  <c:v>60561</c:v>
                </c:pt>
                <c:pt idx="18192">
                  <c:v>60562</c:v>
                </c:pt>
                <c:pt idx="18193">
                  <c:v>60563</c:v>
                </c:pt>
                <c:pt idx="18194">
                  <c:v>60564</c:v>
                </c:pt>
                <c:pt idx="18195">
                  <c:v>60565</c:v>
                </c:pt>
                <c:pt idx="18196">
                  <c:v>60566</c:v>
                </c:pt>
                <c:pt idx="18197">
                  <c:v>60567</c:v>
                </c:pt>
                <c:pt idx="18198">
                  <c:v>60568</c:v>
                </c:pt>
                <c:pt idx="18199">
                  <c:v>60569</c:v>
                </c:pt>
                <c:pt idx="18200">
                  <c:v>60570</c:v>
                </c:pt>
                <c:pt idx="18201">
                  <c:v>60571</c:v>
                </c:pt>
                <c:pt idx="18202">
                  <c:v>60572</c:v>
                </c:pt>
                <c:pt idx="18203">
                  <c:v>60573</c:v>
                </c:pt>
                <c:pt idx="18204">
                  <c:v>60574</c:v>
                </c:pt>
                <c:pt idx="18205">
                  <c:v>60575</c:v>
                </c:pt>
                <c:pt idx="18206">
                  <c:v>60576</c:v>
                </c:pt>
                <c:pt idx="18207">
                  <c:v>60577</c:v>
                </c:pt>
                <c:pt idx="18208">
                  <c:v>60578</c:v>
                </c:pt>
                <c:pt idx="18209">
                  <c:v>60579</c:v>
                </c:pt>
                <c:pt idx="18210">
                  <c:v>60580</c:v>
                </c:pt>
                <c:pt idx="18211">
                  <c:v>60581</c:v>
                </c:pt>
                <c:pt idx="18212">
                  <c:v>60582</c:v>
                </c:pt>
                <c:pt idx="18213">
                  <c:v>60583</c:v>
                </c:pt>
                <c:pt idx="18214">
                  <c:v>60584</c:v>
                </c:pt>
                <c:pt idx="18215">
                  <c:v>60585</c:v>
                </c:pt>
                <c:pt idx="18216">
                  <c:v>60586</c:v>
                </c:pt>
                <c:pt idx="18217">
                  <c:v>60587</c:v>
                </c:pt>
                <c:pt idx="18218">
                  <c:v>60588</c:v>
                </c:pt>
                <c:pt idx="18219">
                  <c:v>60589</c:v>
                </c:pt>
                <c:pt idx="18220">
                  <c:v>60590</c:v>
                </c:pt>
                <c:pt idx="18221">
                  <c:v>60591</c:v>
                </c:pt>
                <c:pt idx="18222">
                  <c:v>60592</c:v>
                </c:pt>
                <c:pt idx="18223">
                  <c:v>60593</c:v>
                </c:pt>
                <c:pt idx="18224">
                  <c:v>60594</c:v>
                </c:pt>
                <c:pt idx="18225">
                  <c:v>60595</c:v>
                </c:pt>
                <c:pt idx="18226">
                  <c:v>60596</c:v>
                </c:pt>
                <c:pt idx="18227">
                  <c:v>60597</c:v>
                </c:pt>
                <c:pt idx="18228">
                  <c:v>60598</c:v>
                </c:pt>
                <c:pt idx="18229">
                  <c:v>60599</c:v>
                </c:pt>
                <c:pt idx="18230">
                  <c:v>60600</c:v>
                </c:pt>
                <c:pt idx="18231">
                  <c:v>60601</c:v>
                </c:pt>
                <c:pt idx="18232">
                  <c:v>60602</c:v>
                </c:pt>
                <c:pt idx="18233">
                  <c:v>60603</c:v>
                </c:pt>
                <c:pt idx="18234">
                  <c:v>60604</c:v>
                </c:pt>
                <c:pt idx="18235">
                  <c:v>60605</c:v>
                </c:pt>
                <c:pt idx="18236">
                  <c:v>60606</c:v>
                </c:pt>
                <c:pt idx="18237">
                  <c:v>60607</c:v>
                </c:pt>
                <c:pt idx="18238">
                  <c:v>60608</c:v>
                </c:pt>
                <c:pt idx="18239">
                  <c:v>60609</c:v>
                </c:pt>
                <c:pt idx="18240">
                  <c:v>60610</c:v>
                </c:pt>
                <c:pt idx="18241">
                  <c:v>60611</c:v>
                </c:pt>
                <c:pt idx="18242">
                  <c:v>60612</c:v>
                </c:pt>
                <c:pt idx="18243">
                  <c:v>60613</c:v>
                </c:pt>
                <c:pt idx="18244">
                  <c:v>60614</c:v>
                </c:pt>
                <c:pt idx="18245">
                  <c:v>60615</c:v>
                </c:pt>
                <c:pt idx="18246">
                  <c:v>60616</c:v>
                </c:pt>
                <c:pt idx="18247">
                  <c:v>60617</c:v>
                </c:pt>
                <c:pt idx="18248">
                  <c:v>60618</c:v>
                </c:pt>
                <c:pt idx="18249">
                  <c:v>60619</c:v>
                </c:pt>
                <c:pt idx="18250">
                  <c:v>60620</c:v>
                </c:pt>
                <c:pt idx="18251">
                  <c:v>60621</c:v>
                </c:pt>
                <c:pt idx="18252">
                  <c:v>60622</c:v>
                </c:pt>
                <c:pt idx="18253">
                  <c:v>60623</c:v>
                </c:pt>
                <c:pt idx="18254">
                  <c:v>60624</c:v>
                </c:pt>
                <c:pt idx="18255">
                  <c:v>60625</c:v>
                </c:pt>
                <c:pt idx="18256">
                  <c:v>60626</c:v>
                </c:pt>
                <c:pt idx="18257">
                  <c:v>60627</c:v>
                </c:pt>
                <c:pt idx="18258">
                  <c:v>60628</c:v>
                </c:pt>
                <c:pt idx="18259">
                  <c:v>60629</c:v>
                </c:pt>
                <c:pt idx="18260">
                  <c:v>60630</c:v>
                </c:pt>
                <c:pt idx="18261">
                  <c:v>60631</c:v>
                </c:pt>
                <c:pt idx="18262">
                  <c:v>60632</c:v>
                </c:pt>
                <c:pt idx="18263">
                  <c:v>60633</c:v>
                </c:pt>
                <c:pt idx="18264">
                  <c:v>60634</c:v>
                </c:pt>
                <c:pt idx="18265">
                  <c:v>60635</c:v>
                </c:pt>
                <c:pt idx="18266">
                  <c:v>60636</c:v>
                </c:pt>
                <c:pt idx="18267">
                  <c:v>60637</c:v>
                </c:pt>
                <c:pt idx="18268">
                  <c:v>60638</c:v>
                </c:pt>
                <c:pt idx="18269">
                  <c:v>60639</c:v>
                </c:pt>
                <c:pt idx="18270">
                  <c:v>60640</c:v>
                </c:pt>
                <c:pt idx="18271">
                  <c:v>60641</c:v>
                </c:pt>
                <c:pt idx="18272">
                  <c:v>60642</c:v>
                </c:pt>
                <c:pt idx="18273">
                  <c:v>60643</c:v>
                </c:pt>
                <c:pt idx="18274">
                  <c:v>60644</c:v>
                </c:pt>
                <c:pt idx="18275">
                  <c:v>60645</c:v>
                </c:pt>
                <c:pt idx="18276">
                  <c:v>60646</c:v>
                </c:pt>
                <c:pt idx="18277">
                  <c:v>60647</c:v>
                </c:pt>
                <c:pt idx="18278">
                  <c:v>60648</c:v>
                </c:pt>
                <c:pt idx="18279">
                  <c:v>60649</c:v>
                </c:pt>
                <c:pt idx="18280">
                  <c:v>60650</c:v>
                </c:pt>
                <c:pt idx="18281">
                  <c:v>60651</c:v>
                </c:pt>
                <c:pt idx="18282">
                  <c:v>60652</c:v>
                </c:pt>
                <c:pt idx="18283">
                  <c:v>60653</c:v>
                </c:pt>
                <c:pt idx="18284">
                  <c:v>60654</c:v>
                </c:pt>
                <c:pt idx="18285">
                  <c:v>60655</c:v>
                </c:pt>
                <c:pt idx="18286">
                  <c:v>60656</c:v>
                </c:pt>
                <c:pt idx="18287">
                  <c:v>60657</c:v>
                </c:pt>
                <c:pt idx="18288">
                  <c:v>60658</c:v>
                </c:pt>
                <c:pt idx="18289">
                  <c:v>60659</c:v>
                </c:pt>
                <c:pt idx="18290">
                  <c:v>60660</c:v>
                </c:pt>
                <c:pt idx="18291">
                  <c:v>60661</c:v>
                </c:pt>
                <c:pt idx="18292">
                  <c:v>60662</c:v>
                </c:pt>
                <c:pt idx="18293">
                  <c:v>60663</c:v>
                </c:pt>
                <c:pt idx="18294">
                  <c:v>60664</c:v>
                </c:pt>
                <c:pt idx="18295">
                  <c:v>60665</c:v>
                </c:pt>
                <c:pt idx="18296">
                  <c:v>60666</c:v>
                </c:pt>
                <c:pt idx="18297">
                  <c:v>60667</c:v>
                </c:pt>
                <c:pt idx="18298">
                  <c:v>60668</c:v>
                </c:pt>
                <c:pt idx="18299">
                  <c:v>60669</c:v>
                </c:pt>
                <c:pt idx="18300">
                  <c:v>60670</c:v>
                </c:pt>
                <c:pt idx="18301">
                  <c:v>60671</c:v>
                </c:pt>
                <c:pt idx="18302">
                  <c:v>60672</c:v>
                </c:pt>
                <c:pt idx="18303">
                  <c:v>60673</c:v>
                </c:pt>
                <c:pt idx="18304">
                  <c:v>60674</c:v>
                </c:pt>
                <c:pt idx="18305">
                  <c:v>60675</c:v>
                </c:pt>
                <c:pt idx="18306">
                  <c:v>60676</c:v>
                </c:pt>
                <c:pt idx="18307">
                  <c:v>60677</c:v>
                </c:pt>
                <c:pt idx="18308">
                  <c:v>60678</c:v>
                </c:pt>
                <c:pt idx="18309">
                  <c:v>60679</c:v>
                </c:pt>
                <c:pt idx="18310">
                  <c:v>60680</c:v>
                </c:pt>
                <c:pt idx="18311">
                  <c:v>60681</c:v>
                </c:pt>
                <c:pt idx="18312">
                  <c:v>60682</c:v>
                </c:pt>
                <c:pt idx="18313">
                  <c:v>60683</c:v>
                </c:pt>
                <c:pt idx="18314">
                  <c:v>60684</c:v>
                </c:pt>
                <c:pt idx="18315">
                  <c:v>60685</c:v>
                </c:pt>
                <c:pt idx="18316">
                  <c:v>60686</c:v>
                </c:pt>
                <c:pt idx="18317">
                  <c:v>60687</c:v>
                </c:pt>
                <c:pt idx="18318">
                  <c:v>60688</c:v>
                </c:pt>
                <c:pt idx="18319">
                  <c:v>60689</c:v>
                </c:pt>
                <c:pt idx="18320">
                  <c:v>60690</c:v>
                </c:pt>
                <c:pt idx="18321">
                  <c:v>60691</c:v>
                </c:pt>
                <c:pt idx="18322">
                  <c:v>60692</c:v>
                </c:pt>
                <c:pt idx="18323">
                  <c:v>60693</c:v>
                </c:pt>
                <c:pt idx="18324">
                  <c:v>60694</c:v>
                </c:pt>
                <c:pt idx="18325">
                  <c:v>60695</c:v>
                </c:pt>
                <c:pt idx="18326">
                  <c:v>60696</c:v>
                </c:pt>
                <c:pt idx="18327">
                  <c:v>60697</c:v>
                </c:pt>
                <c:pt idx="18328">
                  <c:v>60698</c:v>
                </c:pt>
                <c:pt idx="18329">
                  <c:v>60699</c:v>
                </c:pt>
                <c:pt idx="18330">
                  <c:v>60700</c:v>
                </c:pt>
                <c:pt idx="18331">
                  <c:v>60701</c:v>
                </c:pt>
                <c:pt idx="18332">
                  <c:v>60702</c:v>
                </c:pt>
                <c:pt idx="18333">
                  <c:v>60703</c:v>
                </c:pt>
                <c:pt idx="18334">
                  <c:v>60704</c:v>
                </c:pt>
                <c:pt idx="18335">
                  <c:v>60705</c:v>
                </c:pt>
                <c:pt idx="18336">
                  <c:v>60706</c:v>
                </c:pt>
                <c:pt idx="18337">
                  <c:v>60707</c:v>
                </c:pt>
                <c:pt idx="18338">
                  <c:v>60708</c:v>
                </c:pt>
                <c:pt idx="18339">
                  <c:v>60709</c:v>
                </c:pt>
                <c:pt idx="18340">
                  <c:v>60710</c:v>
                </c:pt>
                <c:pt idx="18341">
                  <c:v>60711</c:v>
                </c:pt>
                <c:pt idx="18342">
                  <c:v>60712</c:v>
                </c:pt>
                <c:pt idx="18343">
                  <c:v>60713</c:v>
                </c:pt>
                <c:pt idx="18344">
                  <c:v>60714</c:v>
                </c:pt>
                <c:pt idx="18345">
                  <c:v>60715</c:v>
                </c:pt>
                <c:pt idx="18346">
                  <c:v>60716</c:v>
                </c:pt>
                <c:pt idx="18347">
                  <c:v>60717</c:v>
                </c:pt>
                <c:pt idx="18348">
                  <c:v>60718</c:v>
                </c:pt>
                <c:pt idx="18349">
                  <c:v>60719</c:v>
                </c:pt>
                <c:pt idx="18350">
                  <c:v>60720</c:v>
                </c:pt>
                <c:pt idx="18351">
                  <c:v>60721</c:v>
                </c:pt>
                <c:pt idx="18352">
                  <c:v>60722</c:v>
                </c:pt>
                <c:pt idx="18353">
                  <c:v>60723</c:v>
                </c:pt>
                <c:pt idx="18354">
                  <c:v>60724</c:v>
                </c:pt>
                <c:pt idx="18355">
                  <c:v>60725</c:v>
                </c:pt>
                <c:pt idx="18356">
                  <c:v>60726</c:v>
                </c:pt>
                <c:pt idx="18357">
                  <c:v>60727</c:v>
                </c:pt>
                <c:pt idx="18358">
                  <c:v>60728</c:v>
                </c:pt>
                <c:pt idx="18359">
                  <c:v>60729</c:v>
                </c:pt>
                <c:pt idx="18360">
                  <c:v>60730</c:v>
                </c:pt>
                <c:pt idx="18361">
                  <c:v>60731</c:v>
                </c:pt>
                <c:pt idx="18362">
                  <c:v>60732</c:v>
                </c:pt>
                <c:pt idx="18363">
                  <c:v>60733</c:v>
                </c:pt>
                <c:pt idx="18364">
                  <c:v>60734</c:v>
                </c:pt>
                <c:pt idx="18365">
                  <c:v>60735</c:v>
                </c:pt>
                <c:pt idx="18366">
                  <c:v>60736</c:v>
                </c:pt>
                <c:pt idx="18367">
                  <c:v>60737</c:v>
                </c:pt>
                <c:pt idx="18368">
                  <c:v>60738</c:v>
                </c:pt>
                <c:pt idx="18369">
                  <c:v>60739</c:v>
                </c:pt>
                <c:pt idx="18370">
                  <c:v>60740</c:v>
                </c:pt>
                <c:pt idx="18371">
                  <c:v>60741</c:v>
                </c:pt>
                <c:pt idx="18372">
                  <c:v>60742</c:v>
                </c:pt>
                <c:pt idx="18373">
                  <c:v>60743</c:v>
                </c:pt>
                <c:pt idx="18374">
                  <c:v>60744</c:v>
                </c:pt>
                <c:pt idx="18375">
                  <c:v>60745</c:v>
                </c:pt>
                <c:pt idx="18376">
                  <c:v>60746</c:v>
                </c:pt>
                <c:pt idx="18377">
                  <c:v>60747</c:v>
                </c:pt>
                <c:pt idx="18378">
                  <c:v>60748</c:v>
                </c:pt>
                <c:pt idx="18379">
                  <c:v>60749</c:v>
                </c:pt>
                <c:pt idx="18380">
                  <c:v>60750</c:v>
                </c:pt>
                <c:pt idx="18381">
                  <c:v>60751</c:v>
                </c:pt>
                <c:pt idx="18382">
                  <c:v>60752</c:v>
                </c:pt>
                <c:pt idx="18383">
                  <c:v>60753</c:v>
                </c:pt>
                <c:pt idx="18384">
                  <c:v>60754</c:v>
                </c:pt>
                <c:pt idx="18385">
                  <c:v>60755</c:v>
                </c:pt>
                <c:pt idx="18386">
                  <c:v>60756</c:v>
                </c:pt>
                <c:pt idx="18387">
                  <c:v>60757</c:v>
                </c:pt>
                <c:pt idx="18388">
                  <c:v>60758</c:v>
                </c:pt>
                <c:pt idx="18389">
                  <c:v>60759</c:v>
                </c:pt>
                <c:pt idx="18390">
                  <c:v>60760</c:v>
                </c:pt>
                <c:pt idx="18391">
                  <c:v>60761</c:v>
                </c:pt>
                <c:pt idx="18392">
                  <c:v>60762</c:v>
                </c:pt>
                <c:pt idx="18393">
                  <c:v>60763</c:v>
                </c:pt>
                <c:pt idx="18394">
                  <c:v>60764</c:v>
                </c:pt>
                <c:pt idx="18395">
                  <c:v>60765</c:v>
                </c:pt>
                <c:pt idx="18396">
                  <c:v>60766</c:v>
                </c:pt>
                <c:pt idx="18397">
                  <c:v>60767</c:v>
                </c:pt>
                <c:pt idx="18398">
                  <c:v>60768</c:v>
                </c:pt>
                <c:pt idx="18399">
                  <c:v>60769</c:v>
                </c:pt>
                <c:pt idx="18400">
                  <c:v>60770</c:v>
                </c:pt>
                <c:pt idx="18401">
                  <c:v>60771</c:v>
                </c:pt>
                <c:pt idx="18402">
                  <c:v>60772</c:v>
                </c:pt>
                <c:pt idx="18403">
                  <c:v>60773</c:v>
                </c:pt>
                <c:pt idx="18404">
                  <c:v>60774</c:v>
                </c:pt>
                <c:pt idx="18405">
                  <c:v>60775</c:v>
                </c:pt>
                <c:pt idx="18406">
                  <c:v>60776</c:v>
                </c:pt>
                <c:pt idx="18407">
                  <c:v>60777</c:v>
                </c:pt>
                <c:pt idx="18408">
                  <c:v>60778</c:v>
                </c:pt>
                <c:pt idx="18409">
                  <c:v>60779</c:v>
                </c:pt>
                <c:pt idx="18410">
                  <c:v>60780</c:v>
                </c:pt>
                <c:pt idx="18411">
                  <c:v>60781</c:v>
                </c:pt>
                <c:pt idx="18412">
                  <c:v>60782</c:v>
                </c:pt>
                <c:pt idx="18413">
                  <c:v>60783</c:v>
                </c:pt>
                <c:pt idx="18414">
                  <c:v>60784</c:v>
                </c:pt>
                <c:pt idx="18415">
                  <c:v>60785</c:v>
                </c:pt>
                <c:pt idx="18416">
                  <c:v>60786</c:v>
                </c:pt>
                <c:pt idx="18417">
                  <c:v>60787</c:v>
                </c:pt>
                <c:pt idx="18418">
                  <c:v>60788</c:v>
                </c:pt>
                <c:pt idx="18419">
                  <c:v>60789</c:v>
                </c:pt>
                <c:pt idx="18420">
                  <c:v>60790</c:v>
                </c:pt>
                <c:pt idx="18421">
                  <c:v>60791</c:v>
                </c:pt>
                <c:pt idx="18422">
                  <c:v>60792</c:v>
                </c:pt>
                <c:pt idx="18423">
                  <c:v>60793</c:v>
                </c:pt>
                <c:pt idx="18424">
                  <c:v>60794</c:v>
                </c:pt>
                <c:pt idx="18425">
                  <c:v>60795</c:v>
                </c:pt>
                <c:pt idx="18426">
                  <c:v>60796</c:v>
                </c:pt>
                <c:pt idx="18427">
                  <c:v>60797</c:v>
                </c:pt>
                <c:pt idx="18428">
                  <c:v>60798</c:v>
                </c:pt>
                <c:pt idx="18429">
                  <c:v>60799</c:v>
                </c:pt>
                <c:pt idx="18430">
                  <c:v>60800</c:v>
                </c:pt>
                <c:pt idx="18431">
                  <c:v>60801</c:v>
                </c:pt>
                <c:pt idx="18432">
                  <c:v>60802</c:v>
                </c:pt>
                <c:pt idx="18433">
                  <c:v>60803</c:v>
                </c:pt>
                <c:pt idx="18434">
                  <c:v>60804</c:v>
                </c:pt>
                <c:pt idx="18435">
                  <c:v>60805</c:v>
                </c:pt>
                <c:pt idx="18436">
                  <c:v>60806</c:v>
                </c:pt>
                <c:pt idx="18437">
                  <c:v>60807</c:v>
                </c:pt>
                <c:pt idx="18438">
                  <c:v>60808</c:v>
                </c:pt>
                <c:pt idx="18439">
                  <c:v>60809</c:v>
                </c:pt>
                <c:pt idx="18440">
                  <c:v>60810</c:v>
                </c:pt>
                <c:pt idx="18441">
                  <c:v>60811</c:v>
                </c:pt>
                <c:pt idx="18442">
                  <c:v>60812</c:v>
                </c:pt>
                <c:pt idx="18443">
                  <c:v>60813</c:v>
                </c:pt>
                <c:pt idx="18444">
                  <c:v>60814</c:v>
                </c:pt>
                <c:pt idx="18445">
                  <c:v>60815</c:v>
                </c:pt>
                <c:pt idx="18446">
                  <c:v>60816</c:v>
                </c:pt>
                <c:pt idx="18447">
                  <c:v>60817</c:v>
                </c:pt>
                <c:pt idx="18448">
                  <c:v>60818</c:v>
                </c:pt>
                <c:pt idx="18449">
                  <c:v>60819</c:v>
                </c:pt>
                <c:pt idx="18450">
                  <c:v>60820</c:v>
                </c:pt>
                <c:pt idx="18451">
                  <c:v>60821</c:v>
                </c:pt>
                <c:pt idx="18452">
                  <c:v>60822</c:v>
                </c:pt>
                <c:pt idx="18453">
                  <c:v>60823</c:v>
                </c:pt>
                <c:pt idx="18454">
                  <c:v>60824</c:v>
                </c:pt>
                <c:pt idx="18455">
                  <c:v>60825</c:v>
                </c:pt>
                <c:pt idx="18456">
                  <c:v>60826</c:v>
                </c:pt>
                <c:pt idx="18457">
                  <c:v>60827</c:v>
                </c:pt>
                <c:pt idx="18458">
                  <c:v>60828</c:v>
                </c:pt>
                <c:pt idx="18459">
                  <c:v>60829</c:v>
                </c:pt>
                <c:pt idx="18460">
                  <c:v>60830</c:v>
                </c:pt>
                <c:pt idx="18461">
                  <c:v>60831</c:v>
                </c:pt>
                <c:pt idx="18462">
                  <c:v>60832</c:v>
                </c:pt>
                <c:pt idx="18463">
                  <c:v>60833</c:v>
                </c:pt>
                <c:pt idx="18464">
                  <c:v>60834</c:v>
                </c:pt>
                <c:pt idx="18465">
                  <c:v>60835</c:v>
                </c:pt>
                <c:pt idx="18466">
                  <c:v>60836</c:v>
                </c:pt>
                <c:pt idx="18467">
                  <c:v>60837</c:v>
                </c:pt>
                <c:pt idx="18468">
                  <c:v>60838</c:v>
                </c:pt>
                <c:pt idx="18469">
                  <c:v>60839</c:v>
                </c:pt>
                <c:pt idx="18470">
                  <c:v>60840</c:v>
                </c:pt>
                <c:pt idx="18471">
                  <c:v>60841</c:v>
                </c:pt>
                <c:pt idx="18472">
                  <c:v>60842</c:v>
                </c:pt>
                <c:pt idx="18473">
                  <c:v>60843</c:v>
                </c:pt>
                <c:pt idx="18474">
                  <c:v>60844</c:v>
                </c:pt>
                <c:pt idx="18475">
                  <c:v>60845</c:v>
                </c:pt>
                <c:pt idx="18476">
                  <c:v>60846</c:v>
                </c:pt>
                <c:pt idx="18477">
                  <c:v>60847</c:v>
                </c:pt>
                <c:pt idx="18478">
                  <c:v>60848</c:v>
                </c:pt>
                <c:pt idx="18479">
                  <c:v>60849</c:v>
                </c:pt>
                <c:pt idx="18480">
                  <c:v>60850</c:v>
                </c:pt>
                <c:pt idx="18481">
                  <c:v>60851</c:v>
                </c:pt>
                <c:pt idx="18482">
                  <c:v>60852</c:v>
                </c:pt>
                <c:pt idx="18483">
                  <c:v>60853</c:v>
                </c:pt>
                <c:pt idx="18484">
                  <c:v>60854</c:v>
                </c:pt>
                <c:pt idx="18485">
                  <c:v>60855</c:v>
                </c:pt>
                <c:pt idx="18486">
                  <c:v>60856</c:v>
                </c:pt>
                <c:pt idx="18487">
                  <c:v>60857</c:v>
                </c:pt>
                <c:pt idx="18488">
                  <c:v>60858</c:v>
                </c:pt>
                <c:pt idx="18489">
                  <c:v>60859</c:v>
                </c:pt>
                <c:pt idx="18490">
                  <c:v>60860</c:v>
                </c:pt>
                <c:pt idx="18491">
                  <c:v>60861</c:v>
                </c:pt>
                <c:pt idx="18492">
                  <c:v>60862</c:v>
                </c:pt>
                <c:pt idx="18493">
                  <c:v>60863</c:v>
                </c:pt>
                <c:pt idx="18494">
                  <c:v>60864</c:v>
                </c:pt>
                <c:pt idx="18495">
                  <c:v>60865</c:v>
                </c:pt>
                <c:pt idx="18496">
                  <c:v>60866</c:v>
                </c:pt>
                <c:pt idx="18497">
                  <c:v>60867</c:v>
                </c:pt>
                <c:pt idx="18498">
                  <c:v>60868</c:v>
                </c:pt>
                <c:pt idx="18499">
                  <c:v>60869</c:v>
                </c:pt>
                <c:pt idx="18500">
                  <c:v>60870</c:v>
                </c:pt>
                <c:pt idx="18501">
                  <c:v>60871</c:v>
                </c:pt>
                <c:pt idx="18502">
                  <c:v>60872</c:v>
                </c:pt>
                <c:pt idx="18503">
                  <c:v>60873</c:v>
                </c:pt>
                <c:pt idx="18504">
                  <c:v>60874</c:v>
                </c:pt>
                <c:pt idx="18505">
                  <c:v>60875</c:v>
                </c:pt>
                <c:pt idx="18506">
                  <c:v>60876</c:v>
                </c:pt>
                <c:pt idx="18507">
                  <c:v>60877</c:v>
                </c:pt>
                <c:pt idx="18508">
                  <c:v>60878</c:v>
                </c:pt>
                <c:pt idx="18509">
                  <c:v>60879</c:v>
                </c:pt>
                <c:pt idx="18510">
                  <c:v>60880</c:v>
                </c:pt>
                <c:pt idx="18511">
                  <c:v>60881</c:v>
                </c:pt>
                <c:pt idx="18512">
                  <c:v>60882</c:v>
                </c:pt>
                <c:pt idx="18513">
                  <c:v>60883</c:v>
                </c:pt>
                <c:pt idx="18514">
                  <c:v>60884</c:v>
                </c:pt>
                <c:pt idx="18515">
                  <c:v>60885</c:v>
                </c:pt>
                <c:pt idx="18516">
                  <c:v>60886</c:v>
                </c:pt>
                <c:pt idx="18517">
                  <c:v>60887</c:v>
                </c:pt>
                <c:pt idx="18518">
                  <c:v>60888</c:v>
                </c:pt>
                <c:pt idx="18519">
                  <c:v>60889</c:v>
                </c:pt>
                <c:pt idx="18520">
                  <c:v>60890</c:v>
                </c:pt>
                <c:pt idx="18521">
                  <c:v>60891</c:v>
                </c:pt>
                <c:pt idx="18522">
                  <c:v>60892</c:v>
                </c:pt>
                <c:pt idx="18523">
                  <c:v>60893</c:v>
                </c:pt>
                <c:pt idx="18524">
                  <c:v>60894</c:v>
                </c:pt>
                <c:pt idx="18525">
                  <c:v>60895</c:v>
                </c:pt>
                <c:pt idx="18526">
                  <c:v>60896</c:v>
                </c:pt>
                <c:pt idx="18527">
                  <c:v>60897</c:v>
                </c:pt>
                <c:pt idx="18528">
                  <c:v>60898</c:v>
                </c:pt>
                <c:pt idx="18529">
                  <c:v>60899</c:v>
                </c:pt>
                <c:pt idx="18530">
                  <c:v>60900</c:v>
                </c:pt>
                <c:pt idx="18531">
                  <c:v>60901</c:v>
                </c:pt>
                <c:pt idx="18532">
                  <c:v>60902</c:v>
                </c:pt>
                <c:pt idx="18533">
                  <c:v>60903</c:v>
                </c:pt>
                <c:pt idx="18534">
                  <c:v>60904</c:v>
                </c:pt>
                <c:pt idx="18535">
                  <c:v>60905</c:v>
                </c:pt>
                <c:pt idx="18536">
                  <c:v>60906</c:v>
                </c:pt>
                <c:pt idx="18537">
                  <c:v>60907</c:v>
                </c:pt>
                <c:pt idx="18538">
                  <c:v>60908</c:v>
                </c:pt>
                <c:pt idx="18539">
                  <c:v>60909</c:v>
                </c:pt>
                <c:pt idx="18540">
                  <c:v>60910</c:v>
                </c:pt>
                <c:pt idx="18541">
                  <c:v>60911</c:v>
                </c:pt>
                <c:pt idx="18542">
                  <c:v>60912</c:v>
                </c:pt>
                <c:pt idx="18543">
                  <c:v>60913</c:v>
                </c:pt>
                <c:pt idx="18544">
                  <c:v>60914</c:v>
                </c:pt>
                <c:pt idx="18545">
                  <c:v>60915</c:v>
                </c:pt>
                <c:pt idx="18546">
                  <c:v>60916</c:v>
                </c:pt>
                <c:pt idx="18547">
                  <c:v>60917</c:v>
                </c:pt>
                <c:pt idx="18548">
                  <c:v>60918</c:v>
                </c:pt>
                <c:pt idx="18549">
                  <c:v>60919</c:v>
                </c:pt>
                <c:pt idx="18550">
                  <c:v>60920</c:v>
                </c:pt>
                <c:pt idx="18551">
                  <c:v>60921</c:v>
                </c:pt>
                <c:pt idx="18552">
                  <c:v>60922</c:v>
                </c:pt>
                <c:pt idx="18553">
                  <c:v>60923</c:v>
                </c:pt>
                <c:pt idx="18554">
                  <c:v>60924</c:v>
                </c:pt>
                <c:pt idx="18555">
                  <c:v>60925</c:v>
                </c:pt>
                <c:pt idx="18556">
                  <c:v>60926</c:v>
                </c:pt>
                <c:pt idx="18557">
                  <c:v>60927</c:v>
                </c:pt>
                <c:pt idx="18558">
                  <c:v>60928</c:v>
                </c:pt>
                <c:pt idx="18559">
                  <c:v>60929</c:v>
                </c:pt>
                <c:pt idx="18560">
                  <c:v>60930</c:v>
                </c:pt>
                <c:pt idx="18561">
                  <c:v>60931</c:v>
                </c:pt>
                <c:pt idx="18562">
                  <c:v>60932</c:v>
                </c:pt>
                <c:pt idx="18563">
                  <c:v>60933</c:v>
                </c:pt>
                <c:pt idx="18564">
                  <c:v>60934</c:v>
                </c:pt>
                <c:pt idx="18565">
                  <c:v>60935</c:v>
                </c:pt>
                <c:pt idx="18566">
                  <c:v>60936</c:v>
                </c:pt>
                <c:pt idx="18567">
                  <c:v>60937</c:v>
                </c:pt>
                <c:pt idx="18568">
                  <c:v>60938</c:v>
                </c:pt>
                <c:pt idx="18569">
                  <c:v>60939</c:v>
                </c:pt>
                <c:pt idx="18570">
                  <c:v>60940</c:v>
                </c:pt>
                <c:pt idx="18571">
                  <c:v>60941</c:v>
                </c:pt>
                <c:pt idx="18572">
                  <c:v>60942</c:v>
                </c:pt>
                <c:pt idx="18573">
                  <c:v>60943</c:v>
                </c:pt>
                <c:pt idx="18574">
                  <c:v>60944</c:v>
                </c:pt>
                <c:pt idx="18575">
                  <c:v>60945</c:v>
                </c:pt>
                <c:pt idx="18576">
                  <c:v>60946</c:v>
                </c:pt>
                <c:pt idx="18577">
                  <c:v>60947</c:v>
                </c:pt>
                <c:pt idx="18578">
                  <c:v>60948</c:v>
                </c:pt>
                <c:pt idx="18579">
                  <c:v>60949</c:v>
                </c:pt>
                <c:pt idx="18580">
                  <c:v>60950</c:v>
                </c:pt>
                <c:pt idx="18581">
                  <c:v>60951</c:v>
                </c:pt>
                <c:pt idx="18582">
                  <c:v>60952</c:v>
                </c:pt>
                <c:pt idx="18583">
                  <c:v>60953</c:v>
                </c:pt>
                <c:pt idx="18584">
                  <c:v>60954</c:v>
                </c:pt>
                <c:pt idx="18585">
                  <c:v>60955</c:v>
                </c:pt>
                <c:pt idx="18586">
                  <c:v>60956</c:v>
                </c:pt>
                <c:pt idx="18587">
                  <c:v>60957</c:v>
                </c:pt>
                <c:pt idx="18588">
                  <c:v>60958</c:v>
                </c:pt>
                <c:pt idx="18589">
                  <c:v>60959</c:v>
                </c:pt>
                <c:pt idx="18590">
                  <c:v>60960</c:v>
                </c:pt>
                <c:pt idx="18591">
                  <c:v>60961</c:v>
                </c:pt>
                <c:pt idx="18592">
                  <c:v>60962</c:v>
                </c:pt>
                <c:pt idx="18593">
                  <c:v>60963</c:v>
                </c:pt>
                <c:pt idx="18594">
                  <c:v>60964</c:v>
                </c:pt>
                <c:pt idx="18595">
                  <c:v>60965</c:v>
                </c:pt>
                <c:pt idx="18596">
                  <c:v>60966</c:v>
                </c:pt>
                <c:pt idx="18597">
                  <c:v>60967</c:v>
                </c:pt>
                <c:pt idx="18598">
                  <c:v>60968</c:v>
                </c:pt>
                <c:pt idx="18599">
                  <c:v>60969</c:v>
                </c:pt>
                <c:pt idx="18600">
                  <c:v>60970</c:v>
                </c:pt>
                <c:pt idx="18601">
                  <c:v>60971</c:v>
                </c:pt>
                <c:pt idx="18602">
                  <c:v>60972</c:v>
                </c:pt>
                <c:pt idx="18603">
                  <c:v>60973</c:v>
                </c:pt>
                <c:pt idx="18604">
                  <c:v>60974</c:v>
                </c:pt>
                <c:pt idx="18605">
                  <c:v>60975</c:v>
                </c:pt>
                <c:pt idx="18606">
                  <c:v>60976</c:v>
                </c:pt>
                <c:pt idx="18607">
                  <c:v>60977</c:v>
                </c:pt>
                <c:pt idx="18608">
                  <c:v>60978</c:v>
                </c:pt>
                <c:pt idx="18609">
                  <c:v>60979</c:v>
                </c:pt>
                <c:pt idx="18610">
                  <c:v>60980</c:v>
                </c:pt>
                <c:pt idx="18611">
                  <c:v>60981</c:v>
                </c:pt>
                <c:pt idx="18612">
                  <c:v>60982</c:v>
                </c:pt>
                <c:pt idx="18613">
                  <c:v>60983</c:v>
                </c:pt>
                <c:pt idx="18614">
                  <c:v>60984</c:v>
                </c:pt>
                <c:pt idx="18615">
                  <c:v>60985</c:v>
                </c:pt>
                <c:pt idx="18616">
                  <c:v>60986</c:v>
                </c:pt>
                <c:pt idx="18617">
                  <c:v>60987</c:v>
                </c:pt>
                <c:pt idx="18618">
                  <c:v>60988</c:v>
                </c:pt>
                <c:pt idx="18619">
                  <c:v>60989</c:v>
                </c:pt>
                <c:pt idx="18620">
                  <c:v>60990</c:v>
                </c:pt>
                <c:pt idx="18621">
                  <c:v>60991</c:v>
                </c:pt>
                <c:pt idx="18622">
                  <c:v>60992</c:v>
                </c:pt>
                <c:pt idx="18623">
                  <c:v>60993</c:v>
                </c:pt>
                <c:pt idx="18624">
                  <c:v>60994</c:v>
                </c:pt>
                <c:pt idx="18625">
                  <c:v>60995</c:v>
                </c:pt>
                <c:pt idx="18626">
                  <c:v>60996</c:v>
                </c:pt>
                <c:pt idx="18627">
                  <c:v>60997</c:v>
                </c:pt>
                <c:pt idx="18628">
                  <c:v>60998</c:v>
                </c:pt>
                <c:pt idx="18629">
                  <c:v>60999</c:v>
                </c:pt>
                <c:pt idx="18630">
                  <c:v>61000</c:v>
                </c:pt>
                <c:pt idx="18631">
                  <c:v>61001</c:v>
                </c:pt>
                <c:pt idx="18632">
                  <c:v>61002</c:v>
                </c:pt>
                <c:pt idx="18633">
                  <c:v>61003</c:v>
                </c:pt>
                <c:pt idx="18634">
                  <c:v>61004</c:v>
                </c:pt>
                <c:pt idx="18635">
                  <c:v>61005</c:v>
                </c:pt>
                <c:pt idx="18636">
                  <c:v>61006</c:v>
                </c:pt>
                <c:pt idx="18637">
                  <c:v>61007</c:v>
                </c:pt>
                <c:pt idx="18638">
                  <c:v>61008</c:v>
                </c:pt>
                <c:pt idx="18639">
                  <c:v>61009</c:v>
                </c:pt>
                <c:pt idx="18640">
                  <c:v>61010</c:v>
                </c:pt>
                <c:pt idx="18641">
                  <c:v>61011</c:v>
                </c:pt>
                <c:pt idx="18642">
                  <c:v>61012</c:v>
                </c:pt>
                <c:pt idx="18643">
                  <c:v>61013</c:v>
                </c:pt>
                <c:pt idx="18644">
                  <c:v>61014</c:v>
                </c:pt>
                <c:pt idx="18645">
                  <c:v>61015</c:v>
                </c:pt>
                <c:pt idx="18646">
                  <c:v>61016</c:v>
                </c:pt>
                <c:pt idx="18647">
                  <c:v>61017</c:v>
                </c:pt>
                <c:pt idx="18648">
                  <c:v>61018</c:v>
                </c:pt>
                <c:pt idx="18649">
                  <c:v>61019</c:v>
                </c:pt>
                <c:pt idx="18650">
                  <c:v>61020</c:v>
                </c:pt>
                <c:pt idx="18651">
                  <c:v>61021</c:v>
                </c:pt>
                <c:pt idx="18652">
                  <c:v>61022</c:v>
                </c:pt>
                <c:pt idx="18653">
                  <c:v>61023</c:v>
                </c:pt>
                <c:pt idx="18654">
                  <c:v>61024</c:v>
                </c:pt>
                <c:pt idx="18655">
                  <c:v>61025</c:v>
                </c:pt>
                <c:pt idx="18656">
                  <c:v>61026</c:v>
                </c:pt>
                <c:pt idx="18657">
                  <c:v>61027</c:v>
                </c:pt>
                <c:pt idx="18658">
                  <c:v>61028</c:v>
                </c:pt>
                <c:pt idx="18659">
                  <c:v>61029</c:v>
                </c:pt>
                <c:pt idx="18660">
                  <c:v>61030</c:v>
                </c:pt>
                <c:pt idx="18661">
                  <c:v>61031</c:v>
                </c:pt>
                <c:pt idx="18662">
                  <c:v>61032</c:v>
                </c:pt>
                <c:pt idx="18663">
                  <c:v>61033</c:v>
                </c:pt>
                <c:pt idx="18664">
                  <c:v>61034</c:v>
                </c:pt>
                <c:pt idx="18665">
                  <c:v>61035</c:v>
                </c:pt>
                <c:pt idx="18666">
                  <c:v>61036</c:v>
                </c:pt>
                <c:pt idx="18667">
                  <c:v>61037</c:v>
                </c:pt>
                <c:pt idx="18668">
                  <c:v>61038</c:v>
                </c:pt>
                <c:pt idx="18669">
                  <c:v>61039</c:v>
                </c:pt>
                <c:pt idx="18670">
                  <c:v>61040</c:v>
                </c:pt>
                <c:pt idx="18671">
                  <c:v>61041</c:v>
                </c:pt>
                <c:pt idx="18672">
                  <c:v>61042</c:v>
                </c:pt>
                <c:pt idx="18673">
                  <c:v>61043</c:v>
                </c:pt>
                <c:pt idx="18674">
                  <c:v>61044</c:v>
                </c:pt>
                <c:pt idx="18675">
                  <c:v>61045</c:v>
                </c:pt>
                <c:pt idx="18676">
                  <c:v>61046</c:v>
                </c:pt>
                <c:pt idx="18677">
                  <c:v>61047</c:v>
                </c:pt>
                <c:pt idx="18678">
                  <c:v>61048</c:v>
                </c:pt>
                <c:pt idx="18679">
                  <c:v>61049</c:v>
                </c:pt>
                <c:pt idx="18680">
                  <c:v>61050</c:v>
                </c:pt>
                <c:pt idx="18681">
                  <c:v>61051</c:v>
                </c:pt>
                <c:pt idx="18682">
                  <c:v>61052</c:v>
                </c:pt>
                <c:pt idx="18683">
                  <c:v>61053</c:v>
                </c:pt>
                <c:pt idx="18684">
                  <c:v>61054</c:v>
                </c:pt>
                <c:pt idx="18685">
                  <c:v>61055</c:v>
                </c:pt>
                <c:pt idx="18686">
                  <c:v>61056</c:v>
                </c:pt>
                <c:pt idx="18687">
                  <c:v>61057</c:v>
                </c:pt>
                <c:pt idx="18688">
                  <c:v>61058</c:v>
                </c:pt>
                <c:pt idx="18689">
                  <c:v>61059</c:v>
                </c:pt>
                <c:pt idx="18690">
                  <c:v>61060</c:v>
                </c:pt>
                <c:pt idx="18691">
                  <c:v>61061</c:v>
                </c:pt>
                <c:pt idx="18692">
                  <c:v>61062</c:v>
                </c:pt>
                <c:pt idx="18693">
                  <c:v>61063</c:v>
                </c:pt>
                <c:pt idx="18694">
                  <c:v>61064</c:v>
                </c:pt>
                <c:pt idx="18695">
                  <c:v>61065</c:v>
                </c:pt>
                <c:pt idx="18696">
                  <c:v>61066</c:v>
                </c:pt>
                <c:pt idx="18697">
                  <c:v>61067</c:v>
                </c:pt>
                <c:pt idx="18698">
                  <c:v>61068</c:v>
                </c:pt>
                <c:pt idx="18699">
                  <c:v>61069</c:v>
                </c:pt>
                <c:pt idx="18700">
                  <c:v>61070</c:v>
                </c:pt>
                <c:pt idx="18701">
                  <c:v>61071</c:v>
                </c:pt>
                <c:pt idx="18702">
                  <c:v>61072</c:v>
                </c:pt>
                <c:pt idx="18703">
                  <c:v>61073</c:v>
                </c:pt>
                <c:pt idx="18704">
                  <c:v>61074</c:v>
                </c:pt>
                <c:pt idx="18705">
                  <c:v>61075</c:v>
                </c:pt>
                <c:pt idx="18706">
                  <c:v>61076</c:v>
                </c:pt>
                <c:pt idx="18707">
                  <c:v>61077</c:v>
                </c:pt>
                <c:pt idx="18708">
                  <c:v>61078</c:v>
                </c:pt>
                <c:pt idx="18709">
                  <c:v>61079</c:v>
                </c:pt>
                <c:pt idx="18710">
                  <c:v>61080</c:v>
                </c:pt>
                <c:pt idx="18711">
                  <c:v>61081</c:v>
                </c:pt>
                <c:pt idx="18712">
                  <c:v>61082</c:v>
                </c:pt>
                <c:pt idx="18713">
                  <c:v>61083</c:v>
                </c:pt>
                <c:pt idx="18714">
                  <c:v>61084</c:v>
                </c:pt>
                <c:pt idx="18715">
                  <c:v>61085</c:v>
                </c:pt>
                <c:pt idx="18716">
                  <c:v>61086</c:v>
                </c:pt>
                <c:pt idx="18717">
                  <c:v>61087</c:v>
                </c:pt>
                <c:pt idx="18718">
                  <c:v>61088</c:v>
                </c:pt>
                <c:pt idx="18719">
                  <c:v>61089</c:v>
                </c:pt>
                <c:pt idx="18720">
                  <c:v>61090</c:v>
                </c:pt>
                <c:pt idx="18721">
                  <c:v>61091</c:v>
                </c:pt>
                <c:pt idx="18722">
                  <c:v>61092</c:v>
                </c:pt>
                <c:pt idx="18723">
                  <c:v>61093</c:v>
                </c:pt>
                <c:pt idx="18724">
                  <c:v>61094</c:v>
                </c:pt>
                <c:pt idx="18725">
                  <c:v>61095</c:v>
                </c:pt>
                <c:pt idx="18726">
                  <c:v>61096</c:v>
                </c:pt>
                <c:pt idx="18727">
                  <c:v>61097</c:v>
                </c:pt>
                <c:pt idx="18728">
                  <c:v>61098</c:v>
                </c:pt>
                <c:pt idx="18729">
                  <c:v>61099</c:v>
                </c:pt>
                <c:pt idx="18730">
                  <c:v>61100</c:v>
                </c:pt>
                <c:pt idx="18731">
                  <c:v>61101</c:v>
                </c:pt>
                <c:pt idx="18732">
                  <c:v>61102</c:v>
                </c:pt>
                <c:pt idx="18733">
                  <c:v>61103</c:v>
                </c:pt>
                <c:pt idx="18734">
                  <c:v>61104</c:v>
                </c:pt>
                <c:pt idx="18735">
                  <c:v>61105</c:v>
                </c:pt>
                <c:pt idx="18736">
                  <c:v>61106</c:v>
                </c:pt>
                <c:pt idx="18737">
                  <c:v>61107</c:v>
                </c:pt>
                <c:pt idx="18738">
                  <c:v>61108</c:v>
                </c:pt>
                <c:pt idx="18739">
                  <c:v>61109</c:v>
                </c:pt>
                <c:pt idx="18740">
                  <c:v>61110</c:v>
                </c:pt>
                <c:pt idx="18741">
                  <c:v>61111</c:v>
                </c:pt>
                <c:pt idx="18742">
                  <c:v>61112</c:v>
                </c:pt>
                <c:pt idx="18743">
                  <c:v>61113</c:v>
                </c:pt>
                <c:pt idx="18744">
                  <c:v>61114</c:v>
                </c:pt>
                <c:pt idx="18745">
                  <c:v>61115</c:v>
                </c:pt>
                <c:pt idx="18746">
                  <c:v>61116</c:v>
                </c:pt>
                <c:pt idx="18747">
                  <c:v>61117</c:v>
                </c:pt>
                <c:pt idx="18748">
                  <c:v>61118</c:v>
                </c:pt>
                <c:pt idx="18749">
                  <c:v>61119</c:v>
                </c:pt>
                <c:pt idx="18750">
                  <c:v>61120</c:v>
                </c:pt>
                <c:pt idx="18751">
                  <c:v>61121</c:v>
                </c:pt>
                <c:pt idx="18752">
                  <c:v>61122</c:v>
                </c:pt>
                <c:pt idx="18753">
                  <c:v>61123</c:v>
                </c:pt>
                <c:pt idx="18754">
                  <c:v>61124</c:v>
                </c:pt>
                <c:pt idx="18755">
                  <c:v>61125</c:v>
                </c:pt>
                <c:pt idx="18756">
                  <c:v>61126</c:v>
                </c:pt>
                <c:pt idx="18757">
                  <c:v>61127</c:v>
                </c:pt>
                <c:pt idx="18758">
                  <c:v>61128</c:v>
                </c:pt>
                <c:pt idx="18759">
                  <c:v>61129</c:v>
                </c:pt>
                <c:pt idx="18760">
                  <c:v>61130</c:v>
                </c:pt>
                <c:pt idx="18761">
                  <c:v>61131</c:v>
                </c:pt>
                <c:pt idx="18762">
                  <c:v>61132</c:v>
                </c:pt>
                <c:pt idx="18763">
                  <c:v>61133</c:v>
                </c:pt>
                <c:pt idx="18764">
                  <c:v>61134</c:v>
                </c:pt>
                <c:pt idx="18765">
                  <c:v>61135</c:v>
                </c:pt>
                <c:pt idx="18766">
                  <c:v>61136</c:v>
                </c:pt>
                <c:pt idx="18767">
                  <c:v>61137</c:v>
                </c:pt>
                <c:pt idx="18768">
                  <c:v>61138</c:v>
                </c:pt>
                <c:pt idx="18769">
                  <c:v>61139</c:v>
                </c:pt>
                <c:pt idx="18770">
                  <c:v>61140</c:v>
                </c:pt>
                <c:pt idx="18771">
                  <c:v>61141</c:v>
                </c:pt>
                <c:pt idx="18772">
                  <c:v>61142</c:v>
                </c:pt>
                <c:pt idx="18773">
                  <c:v>61143</c:v>
                </c:pt>
                <c:pt idx="18774">
                  <c:v>61144</c:v>
                </c:pt>
                <c:pt idx="18775">
                  <c:v>61145</c:v>
                </c:pt>
                <c:pt idx="18776">
                  <c:v>61146</c:v>
                </c:pt>
                <c:pt idx="18777">
                  <c:v>61147</c:v>
                </c:pt>
                <c:pt idx="18778">
                  <c:v>61148</c:v>
                </c:pt>
                <c:pt idx="18779">
                  <c:v>61149</c:v>
                </c:pt>
                <c:pt idx="18780">
                  <c:v>61150</c:v>
                </c:pt>
                <c:pt idx="18781">
                  <c:v>61151</c:v>
                </c:pt>
                <c:pt idx="18782">
                  <c:v>61152</c:v>
                </c:pt>
                <c:pt idx="18783">
                  <c:v>61153</c:v>
                </c:pt>
                <c:pt idx="18784">
                  <c:v>61154</c:v>
                </c:pt>
                <c:pt idx="18785">
                  <c:v>61155</c:v>
                </c:pt>
                <c:pt idx="18786">
                  <c:v>61156</c:v>
                </c:pt>
                <c:pt idx="18787">
                  <c:v>61157</c:v>
                </c:pt>
                <c:pt idx="18788">
                  <c:v>61158</c:v>
                </c:pt>
                <c:pt idx="18789">
                  <c:v>61159</c:v>
                </c:pt>
                <c:pt idx="18790">
                  <c:v>61160</c:v>
                </c:pt>
                <c:pt idx="18791">
                  <c:v>61161</c:v>
                </c:pt>
                <c:pt idx="18792">
                  <c:v>61162</c:v>
                </c:pt>
                <c:pt idx="18793">
                  <c:v>61163</c:v>
                </c:pt>
                <c:pt idx="18794">
                  <c:v>61164</c:v>
                </c:pt>
                <c:pt idx="18795">
                  <c:v>61165</c:v>
                </c:pt>
                <c:pt idx="18796">
                  <c:v>61166</c:v>
                </c:pt>
                <c:pt idx="18797">
                  <c:v>61167</c:v>
                </c:pt>
                <c:pt idx="18798">
                  <c:v>61168</c:v>
                </c:pt>
                <c:pt idx="18799">
                  <c:v>61169</c:v>
                </c:pt>
                <c:pt idx="18800">
                  <c:v>61170</c:v>
                </c:pt>
                <c:pt idx="18801">
                  <c:v>61171</c:v>
                </c:pt>
                <c:pt idx="18802">
                  <c:v>61172</c:v>
                </c:pt>
                <c:pt idx="18803">
                  <c:v>61173</c:v>
                </c:pt>
                <c:pt idx="18804">
                  <c:v>61174</c:v>
                </c:pt>
                <c:pt idx="18805">
                  <c:v>61175</c:v>
                </c:pt>
                <c:pt idx="18806">
                  <c:v>61176</c:v>
                </c:pt>
                <c:pt idx="18807">
                  <c:v>61177</c:v>
                </c:pt>
                <c:pt idx="18808">
                  <c:v>61178</c:v>
                </c:pt>
                <c:pt idx="18809">
                  <c:v>61179</c:v>
                </c:pt>
                <c:pt idx="18810">
                  <c:v>61180</c:v>
                </c:pt>
                <c:pt idx="18811">
                  <c:v>61181</c:v>
                </c:pt>
                <c:pt idx="18812">
                  <c:v>61182</c:v>
                </c:pt>
                <c:pt idx="18813">
                  <c:v>61183</c:v>
                </c:pt>
                <c:pt idx="18814">
                  <c:v>61184</c:v>
                </c:pt>
                <c:pt idx="18815">
                  <c:v>61185</c:v>
                </c:pt>
                <c:pt idx="18816">
                  <c:v>61186</c:v>
                </c:pt>
                <c:pt idx="18817">
                  <c:v>61187</c:v>
                </c:pt>
                <c:pt idx="18818">
                  <c:v>61188</c:v>
                </c:pt>
                <c:pt idx="18819">
                  <c:v>61189</c:v>
                </c:pt>
                <c:pt idx="18820">
                  <c:v>61190</c:v>
                </c:pt>
                <c:pt idx="18821">
                  <c:v>61191</c:v>
                </c:pt>
                <c:pt idx="18822">
                  <c:v>61192</c:v>
                </c:pt>
                <c:pt idx="18823">
                  <c:v>61193</c:v>
                </c:pt>
                <c:pt idx="18824">
                  <c:v>61194</c:v>
                </c:pt>
                <c:pt idx="18825">
                  <c:v>61195</c:v>
                </c:pt>
                <c:pt idx="18826">
                  <c:v>61196</c:v>
                </c:pt>
                <c:pt idx="18827">
                  <c:v>61197</c:v>
                </c:pt>
                <c:pt idx="18828">
                  <c:v>61198</c:v>
                </c:pt>
                <c:pt idx="18829">
                  <c:v>61199</c:v>
                </c:pt>
                <c:pt idx="18830">
                  <c:v>61200</c:v>
                </c:pt>
                <c:pt idx="18831">
                  <c:v>61201</c:v>
                </c:pt>
                <c:pt idx="18832">
                  <c:v>61202</c:v>
                </c:pt>
                <c:pt idx="18833">
                  <c:v>61203</c:v>
                </c:pt>
                <c:pt idx="18834">
                  <c:v>61204</c:v>
                </c:pt>
                <c:pt idx="18835">
                  <c:v>61205</c:v>
                </c:pt>
                <c:pt idx="18836">
                  <c:v>61206</c:v>
                </c:pt>
                <c:pt idx="18837">
                  <c:v>61207</c:v>
                </c:pt>
                <c:pt idx="18838">
                  <c:v>61208</c:v>
                </c:pt>
                <c:pt idx="18839">
                  <c:v>61209</c:v>
                </c:pt>
                <c:pt idx="18840">
                  <c:v>61210</c:v>
                </c:pt>
                <c:pt idx="18841">
                  <c:v>61211</c:v>
                </c:pt>
                <c:pt idx="18842">
                  <c:v>61212</c:v>
                </c:pt>
                <c:pt idx="18843">
                  <c:v>61213</c:v>
                </c:pt>
                <c:pt idx="18844">
                  <c:v>61214</c:v>
                </c:pt>
                <c:pt idx="18845">
                  <c:v>61215</c:v>
                </c:pt>
                <c:pt idx="18846">
                  <c:v>61216</c:v>
                </c:pt>
                <c:pt idx="18847">
                  <c:v>61217</c:v>
                </c:pt>
                <c:pt idx="18848">
                  <c:v>61218</c:v>
                </c:pt>
                <c:pt idx="18849">
                  <c:v>61219</c:v>
                </c:pt>
                <c:pt idx="18850">
                  <c:v>61220</c:v>
                </c:pt>
                <c:pt idx="18851">
                  <c:v>61221</c:v>
                </c:pt>
                <c:pt idx="18852">
                  <c:v>61222</c:v>
                </c:pt>
                <c:pt idx="18853">
                  <c:v>61223</c:v>
                </c:pt>
                <c:pt idx="18854">
                  <c:v>61224</c:v>
                </c:pt>
                <c:pt idx="18855">
                  <c:v>61225</c:v>
                </c:pt>
                <c:pt idx="18856">
                  <c:v>61226</c:v>
                </c:pt>
                <c:pt idx="18857">
                  <c:v>61227</c:v>
                </c:pt>
                <c:pt idx="18858">
                  <c:v>61228</c:v>
                </c:pt>
                <c:pt idx="18859">
                  <c:v>61229</c:v>
                </c:pt>
                <c:pt idx="18860">
                  <c:v>61230</c:v>
                </c:pt>
                <c:pt idx="18861">
                  <c:v>61231</c:v>
                </c:pt>
                <c:pt idx="18862">
                  <c:v>61232</c:v>
                </c:pt>
                <c:pt idx="18863">
                  <c:v>61233</c:v>
                </c:pt>
                <c:pt idx="18864">
                  <c:v>61234</c:v>
                </c:pt>
                <c:pt idx="18865">
                  <c:v>61235</c:v>
                </c:pt>
                <c:pt idx="18866">
                  <c:v>61236</c:v>
                </c:pt>
                <c:pt idx="18867">
                  <c:v>61237</c:v>
                </c:pt>
                <c:pt idx="18868">
                  <c:v>61238</c:v>
                </c:pt>
                <c:pt idx="18869">
                  <c:v>61239</c:v>
                </c:pt>
                <c:pt idx="18870">
                  <c:v>61240</c:v>
                </c:pt>
                <c:pt idx="18871">
                  <c:v>61241</c:v>
                </c:pt>
                <c:pt idx="18872">
                  <c:v>61242</c:v>
                </c:pt>
                <c:pt idx="18873">
                  <c:v>61243</c:v>
                </c:pt>
                <c:pt idx="18874">
                  <c:v>61244</c:v>
                </c:pt>
                <c:pt idx="18875">
                  <c:v>61245</c:v>
                </c:pt>
                <c:pt idx="18876">
                  <c:v>61246</c:v>
                </c:pt>
                <c:pt idx="18877">
                  <c:v>61247</c:v>
                </c:pt>
                <c:pt idx="18878">
                  <c:v>61248</c:v>
                </c:pt>
                <c:pt idx="18879">
                  <c:v>61249</c:v>
                </c:pt>
                <c:pt idx="18880">
                  <c:v>61250</c:v>
                </c:pt>
                <c:pt idx="18881">
                  <c:v>61251</c:v>
                </c:pt>
                <c:pt idx="18882">
                  <c:v>61252</c:v>
                </c:pt>
                <c:pt idx="18883">
                  <c:v>61253</c:v>
                </c:pt>
                <c:pt idx="18884">
                  <c:v>61254</c:v>
                </c:pt>
                <c:pt idx="18885">
                  <c:v>61255</c:v>
                </c:pt>
                <c:pt idx="18886">
                  <c:v>61256</c:v>
                </c:pt>
                <c:pt idx="18887">
                  <c:v>61257</c:v>
                </c:pt>
                <c:pt idx="18888">
                  <c:v>61258</c:v>
                </c:pt>
                <c:pt idx="18889">
                  <c:v>61259</c:v>
                </c:pt>
                <c:pt idx="18890">
                  <c:v>61260</c:v>
                </c:pt>
                <c:pt idx="18891">
                  <c:v>61261</c:v>
                </c:pt>
                <c:pt idx="18892">
                  <c:v>61262</c:v>
                </c:pt>
                <c:pt idx="18893">
                  <c:v>61263</c:v>
                </c:pt>
                <c:pt idx="18894">
                  <c:v>61264</c:v>
                </c:pt>
                <c:pt idx="18895">
                  <c:v>61265</c:v>
                </c:pt>
                <c:pt idx="18896">
                  <c:v>61266</c:v>
                </c:pt>
                <c:pt idx="18897">
                  <c:v>61267</c:v>
                </c:pt>
                <c:pt idx="18898">
                  <c:v>61268</c:v>
                </c:pt>
                <c:pt idx="18899">
                  <c:v>61269</c:v>
                </c:pt>
                <c:pt idx="18900">
                  <c:v>61270</c:v>
                </c:pt>
                <c:pt idx="18901">
                  <c:v>61271</c:v>
                </c:pt>
                <c:pt idx="18902">
                  <c:v>61272</c:v>
                </c:pt>
                <c:pt idx="18903">
                  <c:v>61273</c:v>
                </c:pt>
                <c:pt idx="18904">
                  <c:v>61274</c:v>
                </c:pt>
                <c:pt idx="18905">
                  <c:v>61275</c:v>
                </c:pt>
                <c:pt idx="18906">
                  <c:v>61276</c:v>
                </c:pt>
                <c:pt idx="18907">
                  <c:v>61277</c:v>
                </c:pt>
                <c:pt idx="18908">
                  <c:v>61278</c:v>
                </c:pt>
                <c:pt idx="18909">
                  <c:v>61279</c:v>
                </c:pt>
                <c:pt idx="18910">
                  <c:v>61280</c:v>
                </c:pt>
                <c:pt idx="18911">
                  <c:v>61281</c:v>
                </c:pt>
                <c:pt idx="18912">
                  <c:v>61282</c:v>
                </c:pt>
                <c:pt idx="18913">
                  <c:v>61283</c:v>
                </c:pt>
                <c:pt idx="18914">
                  <c:v>61284</c:v>
                </c:pt>
                <c:pt idx="18915">
                  <c:v>61285</c:v>
                </c:pt>
                <c:pt idx="18916">
                  <c:v>61286</c:v>
                </c:pt>
                <c:pt idx="18917">
                  <c:v>61287</c:v>
                </c:pt>
                <c:pt idx="18918">
                  <c:v>61288</c:v>
                </c:pt>
                <c:pt idx="18919">
                  <c:v>61289</c:v>
                </c:pt>
                <c:pt idx="18920">
                  <c:v>61290</c:v>
                </c:pt>
                <c:pt idx="18921">
                  <c:v>61291</c:v>
                </c:pt>
                <c:pt idx="18922">
                  <c:v>61292</c:v>
                </c:pt>
                <c:pt idx="18923">
                  <c:v>61293</c:v>
                </c:pt>
                <c:pt idx="18924">
                  <c:v>61294</c:v>
                </c:pt>
                <c:pt idx="18925">
                  <c:v>61295</c:v>
                </c:pt>
                <c:pt idx="18926">
                  <c:v>61296</c:v>
                </c:pt>
                <c:pt idx="18927">
                  <c:v>61297</c:v>
                </c:pt>
                <c:pt idx="18928">
                  <c:v>61298</c:v>
                </c:pt>
                <c:pt idx="18929">
                  <c:v>61299</c:v>
                </c:pt>
                <c:pt idx="18930">
                  <c:v>61300</c:v>
                </c:pt>
                <c:pt idx="18931">
                  <c:v>61301</c:v>
                </c:pt>
                <c:pt idx="18932">
                  <c:v>61302</c:v>
                </c:pt>
                <c:pt idx="18933">
                  <c:v>61303</c:v>
                </c:pt>
                <c:pt idx="18934">
                  <c:v>61304</c:v>
                </c:pt>
                <c:pt idx="18935">
                  <c:v>61305</c:v>
                </c:pt>
                <c:pt idx="18936">
                  <c:v>61306</c:v>
                </c:pt>
                <c:pt idx="18937">
                  <c:v>61307</c:v>
                </c:pt>
                <c:pt idx="18938">
                  <c:v>61308</c:v>
                </c:pt>
                <c:pt idx="18939">
                  <c:v>61309</c:v>
                </c:pt>
                <c:pt idx="18940">
                  <c:v>61310</c:v>
                </c:pt>
                <c:pt idx="18941">
                  <c:v>61311</c:v>
                </c:pt>
                <c:pt idx="18942">
                  <c:v>61312</c:v>
                </c:pt>
                <c:pt idx="18943">
                  <c:v>61313</c:v>
                </c:pt>
                <c:pt idx="18944">
                  <c:v>61314</c:v>
                </c:pt>
                <c:pt idx="18945">
                  <c:v>61315</c:v>
                </c:pt>
                <c:pt idx="18946">
                  <c:v>61316</c:v>
                </c:pt>
                <c:pt idx="18947">
                  <c:v>61317</c:v>
                </c:pt>
                <c:pt idx="18948">
                  <c:v>61318</c:v>
                </c:pt>
                <c:pt idx="18949">
                  <c:v>61319</c:v>
                </c:pt>
                <c:pt idx="18950">
                  <c:v>61320</c:v>
                </c:pt>
                <c:pt idx="18951">
                  <c:v>61321</c:v>
                </c:pt>
                <c:pt idx="18952">
                  <c:v>61322</c:v>
                </c:pt>
                <c:pt idx="18953">
                  <c:v>61323</c:v>
                </c:pt>
                <c:pt idx="18954">
                  <c:v>61324</c:v>
                </c:pt>
                <c:pt idx="18955">
                  <c:v>61325</c:v>
                </c:pt>
                <c:pt idx="18956">
                  <c:v>61326</c:v>
                </c:pt>
                <c:pt idx="18957">
                  <c:v>61327</c:v>
                </c:pt>
                <c:pt idx="18958">
                  <c:v>61328</c:v>
                </c:pt>
                <c:pt idx="18959">
                  <c:v>61329</c:v>
                </c:pt>
                <c:pt idx="18960">
                  <c:v>61330</c:v>
                </c:pt>
                <c:pt idx="18961">
                  <c:v>61331</c:v>
                </c:pt>
                <c:pt idx="18962">
                  <c:v>61332</c:v>
                </c:pt>
                <c:pt idx="18963">
                  <c:v>61333</c:v>
                </c:pt>
                <c:pt idx="18964">
                  <c:v>61334</c:v>
                </c:pt>
                <c:pt idx="18965">
                  <c:v>61335</c:v>
                </c:pt>
                <c:pt idx="18966">
                  <c:v>61336</c:v>
                </c:pt>
                <c:pt idx="18967">
                  <c:v>61337</c:v>
                </c:pt>
                <c:pt idx="18968">
                  <c:v>61338</c:v>
                </c:pt>
                <c:pt idx="18969">
                  <c:v>61339</c:v>
                </c:pt>
                <c:pt idx="18970">
                  <c:v>61340</c:v>
                </c:pt>
                <c:pt idx="18971">
                  <c:v>61341</c:v>
                </c:pt>
                <c:pt idx="18972">
                  <c:v>61342</c:v>
                </c:pt>
                <c:pt idx="18973">
                  <c:v>61343</c:v>
                </c:pt>
                <c:pt idx="18974">
                  <c:v>61344</c:v>
                </c:pt>
                <c:pt idx="18975">
                  <c:v>61345</c:v>
                </c:pt>
                <c:pt idx="18976">
                  <c:v>61346</c:v>
                </c:pt>
                <c:pt idx="18977">
                  <c:v>61347</c:v>
                </c:pt>
                <c:pt idx="18978">
                  <c:v>61348</c:v>
                </c:pt>
                <c:pt idx="18979">
                  <c:v>61349</c:v>
                </c:pt>
                <c:pt idx="18980">
                  <c:v>61350</c:v>
                </c:pt>
                <c:pt idx="18981">
                  <c:v>61351</c:v>
                </c:pt>
                <c:pt idx="18982">
                  <c:v>61352</c:v>
                </c:pt>
                <c:pt idx="18983">
                  <c:v>61353</c:v>
                </c:pt>
                <c:pt idx="18984">
                  <c:v>61354</c:v>
                </c:pt>
                <c:pt idx="18985">
                  <c:v>61355</c:v>
                </c:pt>
                <c:pt idx="18986">
                  <c:v>61356</c:v>
                </c:pt>
                <c:pt idx="18987">
                  <c:v>61357</c:v>
                </c:pt>
                <c:pt idx="18988">
                  <c:v>61358</c:v>
                </c:pt>
                <c:pt idx="18989">
                  <c:v>61359</c:v>
                </c:pt>
                <c:pt idx="18990">
                  <c:v>61360</c:v>
                </c:pt>
                <c:pt idx="18991">
                  <c:v>61361</c:v>
                </c:pt>
                <c:pt idx="18992">
                  <c:v>61362</c:v>
                </c:pt>
                <c:pt idx="18993">
                  <c:v>61363</c:v>
                </c:pt>
                <c:pt idx="18994">
                  <c:v>61364</c:v>
                </c:pt>
                <c:pt idx="18995">
                  <c:v>61365</c:v>
                </c:pt>
                <c:pt idx="18996">
                  <c:v>61366</c:v>
                </c:pt>
                <c:pt idx="18997">
                  <c:v>61367</c:v>
                </c:pt>
                <c:pt idx="18998">
                  <c:v>61368</c:v>
                </c:pt>
                <c:pt idx="18999">
                  <c:v>61369</c:v>
                </c:pt>
                <c:pt idx="19000">
                  <c:v>61370</c:v>
                </c:pt>
                <c:pt idx="19001">
                  <c:v>61371</c:v>
                </c:pt>
                <c:pt idx="19002">
                  <c:v>61372</c:v>
                </c:pt>
                <c:pt idx="19003">
                  <c:v>61373</c:v>
                </c:pt>
                <c:pt idx="19004">
                  <c:v>61374</c:v>
                </c:pt>
                <c:pt idx="19005">
                  <c:v>61375</c:v>
                </c:pt>
                <c:pt idx="19006">
                  <c:v>61376</c:v>
                </c:pt>
                <c:pt idx="19007">
                  <c:v>61377</c:v>
                </c:pt>
                <c:pt idx="19008">
                  <c:v>61378</c:v>
                </c:pt>
                <c:pt idx="19009">
                  <c:v>61379</c:v>
                </c:pt>
                <c:pt idx="19010">
                  <c:v>61380</c:v>
                </c:pt>
                <c:pt idx="19011">
                  <c:v>61381</c:v>
                </c:pt>
                <c:pt idx="19012">
                  <c:v>61382</c:v>
                </c:pt>
                <c:pt idx="19013">
                  <c:v>61383</c:v>
                </c:pt>
                <c:pt idx="19014">
                  <c:v>61384</c:v>
                </c:pt>
                <c:pt idx="19015">
                  <c:v>61385</c:v>
                </c:pt>
                <c:pt idx="19016">
                  <c:v>61386</c:v>
                </c:pt>
                <c:pt idx="19017">
                  <c:v>61387</c:v>
                </c:pt>
                <c:pt idx="19018">
                  <c:v>61388</c:v>
                </c:pt>
                <c:pt idx="19019">
                  <c:v>61389</c:v>
                </c:pt>
                <c:pt idx="19020">
                  <c:v>61390</c:v>
                </c:pt>
                <c:pt idx="19021">
                  <c:v>61391</c:v>
                </c:pt>
                <c:pt idx="19022">
                  <c:v>61392</c:v>
                </c:pt>
                <c:pt idx="19023">
                  <c:v>61393</c:v>
                </c:pt>
                <c:pt idx="19024">
                  <c:v>61394</c:v>
                </c:pt>
                <c:pt idx="19025">
                  <c:v>61395</c:v>
                </c:pt>
                <c:pt idx="19026">
                  <c:v>61396</c:v>
                </c:pt>
                <c:pt idx="19027">
                  <c:v>61397</c:v>
                </c:pt>
                <c:pt idx="19028">
                  <c:v>61398</c:v>
                </c:pt>
                <c:pt idx="19029">
                  <c:v>61399</c:v>
                </c:pt>
                <c:pt idx="19030">
                  <c:v>61400</c:v>
                </c:pt>
                <c:pt idx="19031">
                  <c:v>61401</c:v>
                </c:pt>
                <c:pt idx="19032">
                  <c:v>61402</c:v>
                </c:pt>
                <c:pt idx="19033">
                  <c:v>61403</c:v>
                </c:pt>
                <c:pt idx="19034">
                  <c:v>61404</c:v>
                </c:pt>
                <c:pt idx="19035">
                  <c:v>61405</c:v>
                </c:pt>
                <c:pt idx="19036">
                  <c:v>61406</c:v>
                </c:pt>
                <c:pt idx="19037">
                  <c:v>61407</c:v>
                </c:pt>
                <c:pt idx="19038">
                  <c:v>61408</c:v>
                </c:pt>
                <c:pt idx="19039">
                  <c:v>61409</c:v>
                </c:pt>
                <c:pt idx="19040">
                  <c:v>61410</c:v>
                </c:pt>
                <c:pt idx="19041">
                  <c:v>61411</c:v>
                </c:pt>
                <c:pt idx="19042">
                  <c:v>61412</c:v>
                </c:pt>
                <c:pt idx="19043">
                  <c:v>61413</c:v>
                </c:pt>
                <c:pt idx="19044">
                  <c:v>61414</c:v>
                </c:pt>
                <c:pt idx="19045">
                  <c:v>61415</c:v>
                </c:pt>
                <c:pt idx="19046">
                  <c:v>61416</c:v>
                </c:pt>
                <c:pt idx="19047">
                  <c:v>61417</c:v>
                </c:pt>
                <c:pt idx="19048">
                  <c:v>61418</c:v>
                </c:pt>
                <c:pt idx="19049">
                  <c:v>61419</c:v>
                </c:pt>
                <c:pt idx="19050">
                  <c:v>61420</c:v>
                </c:pt>
                <c:pt idx="19051">
                  <c:v>61421</c:v>
                </c:pt>
                <c:pt idx="19052">
                  <c:v>61422</c:v>
                </c:pt>
                <c:pt idx="19053">
                  <c:v>61423</c:v>
                </c:pt>
                <c:pt idx="19054">
                  <c:v>61424</c:v>
                </c:pt>
                <c:pt idx="19055">
                  <c:v>61425</c:v>
                </c:pt>
                <c:pt idx="19056">
                  <c:v>61426</c:v>
                </c:pt>
                <c:pt idx="19057">
                  <c:v>61427</c:v>
                </c:pt>
                <c:pt idx="19058">
                  <c:v>61428</c:v>
                </c:pt>
                <c:pt idx="19059">
                  <c:v>61429</c:v>
                </c:pt>
                <c:pt idx="19060">
                  <c:v>61430</c:v>
                </c:pt>
                <c:pt idx="19061">
                  <c:v>61431</c:v>
                </c:pt>
                <c:pt idx="19062">
                  <c:v>61432</c:v>
                </c:pt>
                <c:pt idx="19063">
                  <c:v>61433</c:v>
                </c:pt>
                <c:pt idx="19064">
                  <c:v>61434</c:v>
                </c:pt>
                <c:pt idx="19065">
                  <c:v>61435</c:v>
                </c:pt>
                <c:pt idx="19066">
                  <c:v>61436</c:v>
                </c:pt>
                <c:pt idx="19067">
                  <c:v>61437</c:v>
                </c:pt>
                <c:pt idx="19068">
                  <c:v>61438</c:v>
                </c:pt>
                <c:pt idx="19069">
                  <c:v>61439</c:v>
                </c:pt>
                <c:pt idx="19070">
                  <c:v>61440</c:v>
                </c:pt>
                <c:pt idx="19071">
                  <c:v>61441</c:v>
                </c:pt>
                <c:pt idx="19072">
                  <c:v>61442</c:v>
                </c:pt>
                <c:pt idx="19073">
                  <c:v>61443</c:v>
                </c:pt>
                <c:pt idx="19074">
                  <c:v>61444</c:v>
                </c:pt>
                <c:pt idx="19075">
                  <c:v>61445</c:v>
                </c:pt>
                <c:pt idx="19076">
                  <c:v>61446</c:v>
                </c:pt>
                <c:pt idx="19077">
                  <c:v>61447</c:v>
                </c:pt>
                <c:pt idx="19078">
                  <c:v>61448</c:v>
                </c:pt>
                <c:pt idx="19079">
                  <c:v>61449</c:v>
                </c:pt>
                <c:pt idx="19080">
                  <c:v>61450</c:v>
                </c:pt>
                <c:pt idx="19081">
                  <c:v>61451</c:v>
                </c:pt>
                <c:pt idx="19082">
                  <c:v>61452</c:v>
                </c:pt>
                <c:pt idx="19083">
                  <c:v>61453</c:v>
                </c:pt>
                <c:pt idx="19084">
                  <c:v>61454</c:v>
                </c:pt>
                <c:pt idx="19085">
                  <c:v>61455</c:v>
                </c:pt>
                <c:pt idx="19086">
                  <c:v>61456</c:v>
                </c:pt>
                <c:pt idx="19087">
                  <c:v>61457</c:v>
                </c:pt>
                <c:pt idx="19088">
                  <c:v>61458</c:v>
                </c:pt>
                <c:pt idx="19089">
                  <c:v>61459</c:v>
                </c:pt>
                <c:pt idx="19090">
                  <c:v>61460</c:v>
                </c:pt>
                <c:pt idx="19091">
                  <c:v>61461</c:v>
                </c:pt>
                <c:pt idx="19092">
                  <c:v>61462</c:v>
                </c:pt>
                <c:pt idx="19093">
                  <c:v>61463</c:v>
                </c:pt>
                <c:pt idx="19094">
                  <c:v>61464</c:v>
                </c:pt>
                <c:pt idx="19095">
                  <c:v>61465</c:v>
                </c:pt>
                <c:pt idx="19096">
                  <c:v>61466</c:v>
                </c:pt>
                <c:pt idx="19097">
                  <c:v>61467</c:v>
                </c:pt>
                <c:pt idx="19098">
                  <c:v>61468</c:v>
                </c:pt>
                <c:pt idx="19099">
                  <c:v>61469</c:v>
                </c:pt>
                <c:pt idx="19100">
                  <c:v>61470</c:v>
                </c:pt>
                <c:pt idx="19101">
                  <c:v>61471</c:v>
                </c:pt>
                <c:pt idx="19102">
                  <c:v>61472</c:v>
                </c:pt>
                <c:pt idx="19103">
                  <c:v>61473</c:v>
                </c:pt>
                <c:pt idx="19104">
                  <c:v>61474</c:v>
                </c:pt>
                <c:pt idx="19105">
                  <c:v>61475</c:v>
                </c:pt>
                <c:pt idx="19106">
                  <c:v>61476</c:v>
                </c:pt>
                <c:pt idx="19107">
                  <c:v>61477</c:v>
                </c:pt>
                <c:pt idx="19108">
                  <c:v>61478</c:v>
                </c:pt>
                <c:pt idx="19109">
                  <c:v>61479</c:v>
                </c:pt>
                <c:pt idx="19110">
                  <c:v>61480</c:v>
                </c:pt>
                <c:pt idx="19111">
                  <c:v>61481</c:v>
                </c:pt>
                <c:pt idx="19112">
                  <c:v>61482</c:v>
                </c:pt>
                <c:pt idx="19113">
                  <c:v>61483</c:v>
                </c:pt>
                <c:pt idx="19114">
                  <c:v>61484</c:v>
                </c:pt>
                <c:pt idx="19115">
                  <c:v>61485</c:v>
                </c:pt>
                <c:pt idx="19116">
                  <c:v>61486</c:v>
                </c:pt>
                <c:pt idx="19117">
                  <c:v>61487</c:v>
                </c:pt>
                <c:pt idx="19118">
                  <c:v>61488</c:v>
                </c:pt>
                <c:pt idx="19119">
                  <c:v>61489</c:v>
                </c:pt>
                <c:pt idx="19120">
                  <c:v>61490</c:v>
                </c:pt>
                <c:pt idx="19121">
                  <c:v>61491</c:v>
                </c:pt>
                <c:pt idx="19122">
                  <c:v>61492</c:v>
                </c:pt>
                <c:pt idx="19123">
                  <c:v>61493</c:v>
                </c:pt>
                <c:pt idx="19124">
                  <c:v>61494</c:v>
                </c:pt>
                <c:pt idx="19125">
                  <c:v>61495</c:v>
                </c:pt>
                <c:pt idx="19126">
                  <c:v>61496</c:v>
                </c:pt>
                <c:pt idx="19127">
                  <c:v>61497</c:v>
                </c:pt>
                <c:pt idx="19128">
                  <c:v>61498</c:v>
                </c:pt>
                <c:pt idx="19129">
                  <c:v>61499</c:v>
                </c:pt>
                <c:pt idx="19130">
                  <c:v>61500</c:v>
                </c:pt>
                <c:pt idx="19131">
                  <c:v>61501</c:v>
                </c:pt>
                <c:pt idx="19132">
                  <c:v>61502</c:v>
                </c:pt>
                <c:pt idx="19133">
                  <c:v>61503</c:v>
                </c:pt>
                <c:pt idx="19134">
                  <c:v>61504</c:v>
                </c:pt>
                <c:pt idx="19135">
                  <c:v>61505</c:v>
                </c:pt>
                <c:pt idx="19136">
                  <c:v>61506</c:v>
                </c:pt>
                <c:pt idx="19137">
                  <c:v>61507</c:v>
                </c:pt>
                <c:pt idx="19138">
                  <c:v>61508</c:v>
                </c:pt>
                <c:pt idx="19139">
                  <c:v>61509</c:v>
                </c:pt>
                <c:pt idx="19140">
                  <c:v>61510</c:v>
                </c:pt>
                <c:pt idx="19141">
                  <c:v>61511</c:v>
                </c:pt>
                <c:pt idx="19142">
                  <c:v>61512</c:v>
                </c:pt>
                <c:pt idx="19143">
                  <c:v>61513</c:v>
                </c:pt>
                <c:pt idx="19144">
                  <c:v>61514</c:v>
                </c:pt>
                <c:pt idx="19145">
                  <c:v>61515</c:v>
                </c:pt>
                <c:pt idx="19146">
                  <c:v>61516</c:v>
                </c:pt>
                <c:pt idx="19147">
                  <c:v>61517</c:v>
                </c:pt>
                <c:pt idx="19148">
                  <c:v>61518</c:v>
                </c:pt>
                <c:pt idx="19149">
                  <c:v>61519</c:v>
                </c:pt>
                <c:pt idx="19150">
                  <c:v>61520</c:v>
                </c:pt>
                <c:pt idx="19151">
                  <c:v>61521</c:v>
                </c:pt>
                <c:pt idx="19152">
                  <c:v>61522</c:v>
                </c:pt>
                <c:pt idx="19153">
                  <c:v>61523</c:v>
                </c:pt>
                <c:pt idx="19154">
                  <c:v>61524</c:v>
                </c:pt>
                <c:pt idx="19155">
                  <c:v>61525</c:v>
                </c:pt>
                <c:pt idx="19156">
                  <c:v>61526</c:v>
                </c:pt>
                <c:pt idx="19157">
                  <c:v>61527</c:v>
                </c:pt>
                <c:pt idx="19158">
                  <c:v>61528</c:v>
                </c:pt>
                <c:pt idx="19159">
                  <c:v>61529</c:v>
                </c:pt>
                <c:pt idx="19160">
                  <c:v>61530</c:v>
                </c:pt>
                <c:pt idx="19161">
                  <c:v>61531</c:v>
                </c:pt>
                <c:pt idx="19162">
                  <c:v>61532</c:v>
                </c:pt>
                <c:pt idx="19163">
                  <c:v>61533</c:v>
                </c:pt>
                <c:pt idx="19164">
                  <c:v>61534</c:v>
                </c:pt>
                <c:pt idx="19165">
                  <c:v>61535</c:v>
                </c:pt>
                <c:pt idx="19166">
                  <c:v>61536</c:v>
                </c:pt>
                <c:pt idx="19167">
                  <c:v>61537</c:v>
                </c:pt>
                <c:pt idx="19168">
                  <c:v>61538</c:v>
                </c:pt>
                <c:pt idx="19169">
                  <c:v>61539</c:v>
                </c:pt>
                <c:pt idx="19170">
                  <c:v>61540</c:v>
                </c:pt>
                <c:pt idx="19171">
                  <c:v>61541</c:v>
                </c:pt>
                <c:pt idx="19172">
                  <c:v>61542</c:v>
                </c:pt>
                <c:pt idx="19173">
                  <c:v>61543</c:v>
                </c:pt>
                <c:pt idx="19174">
                  <c:v>61544</c:v>
                </c:pt>
                <c:pt idx="19175">
                  <c:v>61545</c:v>
                </c:pt>
                <c:pt idx="19176">
                  <c:v>61546</c:v>
                </c:pt>
                <c:pt idx="19177">
                  <c:v>61547</c:v>
                </c:pt>
                <c:pt idx="19178">
                  <c:v>61548</c:v>
                </c:pt>
                <c:pt idx="19179">
                  <c:v>61549</c:v>
                </c:pt>
                <c:pt idx="19180">
                  <c:v>61550</c:v>
                </c:pt>
                <c:pt idx="19181">
                  <c:v>61551</c:v>
                </c:pt>
                <c:pt idx="19182">
                  <c:v>61552</c:v>
                </c:pt>
                <c:pt idx="19183">
                  <c:v>61553</c:v>
                </c:pt>
                <c:pt idx="19184">
                  <c:v>61554</c:v>
                </c:pt>
                <c:pt idx="19185">
                  <c:v>61555</c:v>
                </c:pt>
                <c:pt idx="19186">
                  <c:v>61556</c:v>
                </c:pt>
                <c:pt idx="19187">
                  <c:v>61557</c:v>
                </c:pt>
                <c:pt idx="19188">
                  <c:v>61558</c:v>
                </c:pt>
                <c:pt idx="19189">
                  <c:v>61559</c:v>
                </c:pt>
                <c:pt idx="19190">
                  <c:v>61560</c:v>
                </c:pt>
                <c:pt idx="19191">
                  <c:v>61561</c:v>
                </c:pt>
                <c:pt idx="19192">
                  <c:v>61562</c:v>
                </c:pt>
                <c:pt idx="19193">
                  <c:v>61563</c:v>
                </c:pt>
                <c:pt idx="19194">
                  <c:v>61564</c:v>
                </c:pt>
                <c:pt idx="19195">
                  <c:v>61565</c:v>
                </c:pt>
                <c:pt idx="19196">
                  <c:v>61566</c:v>
                </c:pt>
                <c:pt idx="19197">
                  <c:v>61567</c:v>
                </c:pt>
                <c:pt idx="19198">
                  <c:v>61568</c:v>
                </c:pt>
                <c:pt idx="19199">
                  <c:v>61569</c:v>
                </c:pt>
                <c:pt idx="19200">
                  <c:v>61570</c:v>
                </c:pt>
                <c:pt idx="19201">
                  <c:v>61571</c:v>
                </c:pt>
                <c:pt idx="19202">
                  <c:v>61572</c:v>
                </c:pt>
                <c:pt idx="19203">
                  <c:v>61573</c:v>
                </c:pt>
                <c:pt idx="19204">
                  <c:v>61574</c:v>
                </c:pt>
                <c:pt idx="19205">
                  <c:v>61575</c:v>
                </c:pt>
                <c:pt idx="19206">
                  <c:v>61576</c:v>
                </c:pt>
                <c:pt idx="19207">
                  <c:v>61577</c:v>
                </c:pt>
                <c:pt idx="19208">
                  <c:v>61578</c:v>
                </c:pt>
                <c:pt idx="19209">
                  <c:v>61579</c:v>
                </c:pt>
                <c:pt idx="19210">
                  <c:v>61580</c:v>
                </c:pt>
                <c:pt idx="19211">
                  <c:v>61581</c:v>
                </c:pt>
                <c:pt idx="19212">
                  <c:v>61582</c:v>
                </c:pt>
                <c:pt idx="19213">
                  <c:v>61583</c:v>
                </c:pt>
                <c:pt idx="19214">
                  <c:v>61584</c:v>
                </c:pt>
                <c:pt idx="19215">
                  <c:v>61585</c:v>
                </c:pt>
                <c:pt idx="19216">
                  <c:v>61586</c:v>
                </c:pt>
                <c:pt idx="19217">
                  <c:v>61587</c:v>
                </c:pt>
                <c:pt idx="19218">
                  <c:v>61588</c:v>
                </c:pt>
                <c:pt idx="19219">
                  <c:v>61589</c:v>
                </c:pt>
                <c:pt idx="19220">
                  <c:v>61590</c:v>
                </c:pt>
                <c:pt idx="19221">
                  <c:v>61591</c:v>
                </c:pt>
                <c:pt idx="19222">
                  <c:v>61592</c:v>
                </c:pt>
                <c:pt idx="19223">
                  <c:v>61593</c:v>
                </c:pt>
                <c:pt idx="19224">
                  <c:v>61594</c:v>
                </c:pt>
                <c:pt idx="19225">
                  <c:v>61595</c:v>
                </c:pt>
                <c:pt idx="19226">
                  <c:v>61596</c:v>
                </c:pt>
                <c:pt idx="19227">
                  <c:v>61597</c:v>
                </c:pt>
                <c:pt idx="19228">
                  <c:v>61598</c:v>
                </c:pt>
                <c:pt idx="19229">
                  <c:v>61599</c:v>
                </c:pt>
                <c:pt idx="19230">
                  <c:v>61600</c:v>
                </c:pt>
                <c:pt idx="19231">
                  <c:v>61601</c:v>
                </c:pt>
                <c:pt idx="19232">
                  <c:v>61602</c:v>
                </c:pt>
                <c:pt idx="19233">
                  <c:v>61603</c:v>
                </c:pt>
                <c:pt idx="19234">
                  <c:v>61604</c:v>
                </c:pt>
                <c:pt idx="19235">
                  <c:v>61605</c:v>
                </c:pt>
                <c:pt idx="19236">
                  <c:v>61606</c:v>
                </c:pt>
                <c:pt idx="19237">
                  <c:v>61607</c:v>
                </c:pt>
                <c:pt idx="19238">
                  <c:v>61608</c:v>
                </c:pt>
                <c:pt idx="19239">
                  <c:v>61609</c:v>
                </c:pt>
                <c:pt idx="19240">
                  <c:v>61610</c:v>
                </c:pt>
                <c:pt idx="19241">
                  <c:v>61611</c:v>
                </c:pt>
                <c:pt idx="19242">
                  <c:v>61612</c:v>
                </c:pt>
                <c:pt idx="19243">
                  <c:v>61613</c:v>
                </c:pt>
                <c:pt idx="19244">
                  <c:v>61614</c:v>
                </c:pt>
                <c:pt idx="19245">
                  <c:v>61615</c:v>
                </c:pt>
                <c:pt idx="19246">
                  <c:v>61616</c:v>
                </c:pt>
                <c:pt idx="19247">
                  <c:v>61617</c:v>
                </c:pt>
                <c:pt idx="19248">
                  <c:v>61618</c:v>
                </c:pt>
                <c:pt idx="19249">
                  <c:v>61619</c:v>
                </c:pt>
                <c:pt idx="19250">
                  <c:v>61620</c:v>
                </c:pt>
                <c:pt idx="19251">
                  <c:v>61621</c:v>
                </c:pt>
                <c:pt idx="19252">
                  <c:v>61622</c:v>
                </c:pt>
                <c:pt idx="19253">
                  <c:v>61623</c:v>
                </c:pt>
                <c:pt idx="19254">
                  <c:v>61624</c:v>
                </c:pt>
                <c:pt idx="19255">
                  <c:v>61625</c:v>
                </c:pt>
                <c:pt idx="19256">
                  <c:v>61626</c:v>
                </c:pt>
                <c:pt idx="19257">
                  <c:v>61627</c:v>
                </c:pt>
                <c:pt idx="19258">
                  <c:v>61628</c:v>
                </c:pt>
                <c:pt idx="19259">
                  <c:v>61629</c:v>
                </c:pt>
                <c:pt idx="19260">
                  <c:v>61630</c:v>
                </c:pt>
                <c:pt idx="19261">
                  <c:v>61631</c:v>
                </c:pt>
                <c:pt idx="19262">
                  <c:v>61632</c:v>
                </c:pt>
                <c:pt idx="19263">
                  <c:v>61633</c:v>
                </c:pt>
                <c:pt idx="19264">
                  <c:v>61634</c:v>
                </c:pt>
                <c:pt idx="19265">
                  <c:v>61635</c:v>
                </c:pt>
                <c:pt idx="19266">
                  <c:v>61636</c:v>
                </c:pt>
                <c:pt idx="19267">
                  <c:v>61637</c:v>
                </c:pt>
                <c:pt idx="19268">
                  <c:v>61638</c:v>
                </c:pt>
                <c:pt idx="19269">
                  <c:v>61639</c:v>
                </c:pt>
                <c:pt idx="19270">
                  <c:v>61640</c:v>
                </c:pt>
                <c:pt idx="19271">
                  <c:v>61641</c:v>
                </c:pt>
                <c:pt idx="19272">
                  <c:v>61642</c:v>
                </c:pt>
                <c:pt idx="19273">
                  <c:v>61643</c:v>
                </c:pt>
                <c:pt idx="19274">
                  <c:v>61644</c:v>
                </c:pt>
                <c:pt idx="19275">
                  <c:v>61645</c:v>
                </c:pt>
                <c:pt idx="19276">
                  <c:v>61646</c:v>
                </c:pt>
                <c:pt idx="19277">
                  <c:v>61647</c:v>
                </c:pt>
                <c:pt idx="19278">
                  <c:v>61648</c:v>
                </c:pt>
                <c:pt idx="19279">
                  <c:v>61649</c:v>
                </c:pt>
                <c:pt idx="19280">
                  <c:v>61650</c:v>
                </c:pt>
                <c:pt idx="19281">
                  <c:v>61651</c:v>
                </c:pt>
                <c:pt idx="19282">
                  <c:v>61652</c:v>
                </c:pt>
                <c:pt idx="19283">
                  <c:v>61653</c:v>
                </c:pt>
                <c:pt idx="19284">
                  <c:v>61654</c:v>
                </c:pt>
                <c:pt idx="19285">
                  <c:v>61655</c:v>
                </c:pt>
                <c:pt idx="19286">
                  <c:v>61656</c:v>
                </c:pt>
                <c:pt idx="19287">
                  <c:v>61657</c:v>
                </c:pt>
                <c:pt idx="19288">
                  <c:v>61658</c:v>
                </c:pt>
                <c:pt idx="19289">
                  <c:v>61659</c:v>
                </c:pt>
                <c:pt idx="19290">
                  <c:v>61660</c:v>
                </c:pt>
                <c:pt idx="19291">
                  <c:v>61661</c:v>
                </c:pt>
                <c:pt idx="19292">
                  <c:v>61662</c:v>
                </c:pt>
                <c:pt idx="19293">
                  <c:v>61663</c:v>
                </c:pt>
                <c:pt idx="19294">
                  <c:v>61664</c:v>
                </c:pt>
                <c:pt idx="19295">
                  <c:v>61665</c:v>
                </c:pt>
                <c:pt idx="19296">
                  <c:v>61666</c:v>
                </c:pt>
                <c:pt idx="19297">
                  <c:v>61667</c:v>
                </c:pt>
                <c:pt idx="19298">
                  <c:v>61668</c:v>
                </c:pt>
                <c:pt idx="19299">
                  <c:v>61669</c:v>
                </c:pt>
                <c:pt idx="19300">
                  <c:v>61670</c:v>
                </c:pt>
                <c:pt idx="19301">
                  <c:v>61671</c:v>
                </c:pt>
                <c:pt idx="19302">
                  <c:v>61672</c:v>
                </c:pt>
                <c:pt idx="19303">
                  <c:v>61673</c:v>
                </c:pt>
                <c:pt idx="19304">
                  <c:v>61674</c:v>
                </c:pt>
                <c:pt idx="19305">
                  <c:v>61675</c:v>
                </c:pt>
                <c:pt idx="19306">
                  <c:v>61676</c:v>
                </c:pt>
                <c:pt idx="19307">
                  <c:v>61677</c:v>
                </c:pt>
                <c:pt idx="19308">
                  <c:v>61678</c:v>
                </c:pt>
                <c:pt idx="19309">
                  <c:v>61679</c:v>
                </c:pt>
                <c:pt idx="19310">
                  <c:v>61680</c:v>
                </c:pt>
                <c:pt idx="19311">
                  <c:v>61681</c:v>
                </c:pt>
                <c:pt idx="19312">
                  <c:v>61682</c:v>
                </c:pt>
                <c:pt idx="19313">
                  <c:v>61683</c:v>
                </c:pt>
                <c:pt idx="19314">
                  <c:v>61684</c:v>
                </c:pt>
                <c:pt idx="19315">
                  <c:v>61685</c:v>
                </c:pt>
                <c:pt idx="19316">
                  <c:v>61686</c:v>
                </c:pt>
                <c:pt idx="19317">
                  <c:v>61687</c:v>
                </c:pt>
                <c:pt idx="19318">
                  <c:v>61688</c:v>
                </c:pt>
                <c:pt idx="19319">
                  <c:v>61689</c:v>
                </c:pt>
                <c:pt idx="19320">
                  <c:v>61690</c:v>
                </c:pt>
                <c:pt idx="19321">
                  <c:v>61691</c:v>
                </c:pt>
                <c:pt idx="19322">
                  <c:v>61692</c:v>
                </c:pt>
                <c:pt idx="19323">
                  <c:v>61693</c:v>
                </c:pt>
                <c:pt idx="19324">
                  <c:v>61694</c:v>
                </c:pt>
                <c:pt idx="19325">
                  <c:v>61695</c:v>
                </c:pt>
                <c:pt idx="19326">
                  <c:v>61696</c:v>
                </c:pt>
                <c:pt idx="19327">
                  <c:v>61697</c:v>
                </c:pt>
                <c:pt idx="19328">
                  <c:v>61698</c:v>
                </c:pt>
                <c:pt idx="19329">
                  <c:v>61699</c:v>
                </c:pt>
                <c:pt idx="19330">
                  <c:v>61700</c:v>
                </c:pt>
                <c:pt idx="19331">
                  <c:v>61701</c:v>
                </c:pt>
                <c:pt idx="19332">
                  <c:v>61702</c:v>
                </c:pt>
                <c:pt idx="19333">
                  <c:v>61703</c:v>
                </c:pt>
                <c:pt idx="19334">
                  <c:v>61704</c:v>
                </c:pt>
                <c:pt idx="19335">
                  <c:v>61705</c:v>
                </c:pt>
                <c:pt idx="19336">
                  <c:v>61706</c:v>
                </c:pt>
                <c:pt idx="19337">
                  <c:v>61707</c:v>
                </c:pt>
                <c:pt idx="19338">
                  <c:v>61708</c:v>
                </c:pt>
                <c:pt idx="19339">
                  <c:v>61709</c:v>
                </c:pt>
                <c:pt idx="19340">
                  <c:v>61710</c:v>
                </c:pt>
                <c:pt idx="19341">
                  <c:v>61711</c:v>
                </c:pt>
                <c:pt idx="19342">
                  <c:v>61712</c:v>
                </c:pt>
                <c:pt idx="19343">
                  <c:v>61713</c:v>
                </c:pt>
                <c:pt idx="19344">
                  <c:v>61714</c:v>
                </c:pt>
                <c:pt idx="19345">
                  <c:v>61715</c:v>
                </c:pt>
                <c:pt idx="19346">
                  <c:v>61716</c:v>
                </c:pt>
                <c:pt idx="19347">
                  <c:v>61717</c:v>
                </c:pt>
                <c:pt idx="19348">
                  <c:v>61718</c:v>
                </c:pt>
                <c:pt idx="19349">
                  <c:v>61719</c:v>
                </c:pt>
                <c:pt idx="19350">
                  <c:v>61720</c:v>
                </c:pt>
                <c:pt idx="19351">
                  <c:v>61721</c:v>
                </c:pt>
                <c:pt idx="19352">
                  <c:v>61722</c:v>
                </c:pt>
                <c:pt idx="19353">
                  <c:v>61723</c:v>
                </c:pt>
                <c:pt idx="19354">
                  <c:v>61724</c:v>
                </c:pt>
                <c:pt idx="19355">
                  <c:v>61725</c:v>
                </c:pt>
                <c:pt idx="19356">
                  <c:v>61726</c:v>
                </c:pt>
                <c:pt idx="19357">
                  <c:v>61727</c:v>
                </c:pt>
                <c:pt idx="19358">
                  <c:v>61728</c:v>
                </c:pt>
                <c:pt idx="19359">
                  <c:v>61729</c:v>
                </c:pt>
                <c:pt idx="19360">
                  <c:v>61730</c:v>
                </c:pt>
                <c:pt idx="19361">
                  <c:v>61731</c:v>
                </c:pt>
                <c:pt idx="19362">
                  <c:v>61732</c:v>
                </c:pt>
                <c:pt idx="19363">
                  <c:v>61733</c:v>
                </c:pt>
                <c:pt idx="19364">
                  <c:v>61734</c:v>
                </c:pt>
                <c:pt idx="19365">
                  <c:v>61735</c:v>
                </c:pt>
                <c:pt idx="19366">
                  <c:v>61736</c:v>
                </c:pt>
                <c:pt idx="19367">
                  <c:v>61737</c:v>
                </c:pt>
                <c:pt idx="19368">
                  <c:v>61738</c:v>
                </c:pt>
                <c:pt idx="19369">
                  <c:v>61739</c:v>
                </c:pt>
                <c:pt idx="19370">
                  <c:v>61740</c:v>
                </c:pt>
                <c:pt idx="19371">
                  <c:v>61741</c:v>
                </c:pt>
                <c:pt idx="19372">
                  <c:v>61742</c:v>
                </c:pt>
                <c:pt idx="19373">
                  <c:v>61743</c:v>
                </c:pt>
                <c:pt idx="19374">
                  <c:v>61744</c:v>
                </c:pt>
                <c:pt idx="19375">
                  <c:v>61745</c:v>
                </c:pt>
                <c:pt idx="19376">
                  <c:v>61746</c:v>
                </c:pt>
                <c:pt idx="19377">
                  <c:v>61747</c:v>
                </c:pt>
                <c:pt idx="19378">
                  <c:v>61748</c:v>
                </c:pt>
                <c:pt idx="19379">
                  <c:v>61749</c:v>
                </c:pt>
                <c:pt idx="19380">
                  <c:v>61750</c:v>
                </c:pt>
                <c:pt idx="19381">
                  <c:v>61751</c:v>
                </c:pt>
                <c:pt idx="19382">
                  <c:v>61752</c:v>
                </c:pt>
                <c:pt idx="19383">
                  <c:v>61753</c:v>
                </c:pt>
                <c:pt idx="19384">
                  <c:v>61754</c:v>
                </c:pt>
                <c:pt idx="19385">
                  <c:v>61755</c:v>
                </c:pt>
                <c:pt idx="19386">
                  <c:v>61756</c:v>
                </c:pt>
                <c:pt idx="19387">
                  <c:v>61757</c:v>
                </c:pt>
                <c:pt idx="19388">
                  <c:v>61758</c:v>
                </c:pt>
                <c:pt idx="19389">
                  <c:v>61759</c:v>
                </c:pt>
                <c:pt idx="19390">
                  <c:v>61760</c:v>
                </c:pt>
                <c:pt idx="19391">
                  <c:v>61761</c:v>
                </c:pt>
                <c:pt idx="19392">
                  <c:v>61762</c:v>
                </c:pt>
                <c:pt idx="19393">
                  <c:v>61763</c:v>
                </c:pt>
                <c:pt idx="19394">
                  <c:v>61764</c:v>
                </c:pt>
                <c:pt idx="19395">
                  <c:v>61765</c:v>
                </c:pt>
                <c:pt idx="19396">
                  <c:v>61766</c:v>
                </c:pt>
                <c:pt idx="19397">
                  <c:v>61767</c:v>
                </c:pt>
                <c:pt idx="19398">
                  <c:v>61768</c:v>
                </c:pt>
                <c:pt idx="19399">
                  <c:v>61769</c:v>
                </c:pt>
                <c:pt idx="19400">
                  <c:v>61770</c:v>
                </c:pt>
                <c:pt idx="19401">
                  <c:v>61771</c:v>
                </c:pt>
                <c:pt idx="19402">
                  <c:v>61772</c:v>
                </c:pt>
                <c:pt idx="19403">
                  <c:v>61773</c:v>
                </c:pt>
                <c:pt idx="19404">
                  <c:v>61774</c:v>
                </c:pt>
                <c:pt idx="19405">
                  <c:v>61775</c:v>
                </c:pt>
                <c:pt idx="19406">
                  <c:v>61776</c:v>
                </c:pt>
                <c:pt idx="19407">
                  <c:v>61777</c:v>
                </c:pt>
                <c:pt idx="19408">
                  <c:v>61778</c:v>
                </c:pt>
                <c:pt idx="19409">
                  <c:v>61779</c:v>
                </c:pt>
                <c:pt idx="19410">
                  <c:v>61780</c:v>
                </c:pt>
                <c:pt idx="19411">
                  <c:v>61781</c:v>
                </c:pt>
                <c:pt idx="19412">
                  <c:v>61782</c:v>
                </c:pt>
                <c:pt idx="19413">
                  <c:v>61783</c:v>
                </c:pt>
                <c:pt idx="19414">
                  <c:v>61784</c:v>
                </c:pt>
                <c:pt idx="19415">
                  <c:v>61785</c:v>
                </c:pt>
                <c:pt idx="19416">
                  <c:v>61786</c:v>
                </c:pt>
                <c:pt idx="19417">
                  <c:v>61787</c:v>
                </c:pt>
                <c:pt idx="19418">
                  <c:v>61788</c:v>
                </c:pt>
                <c:pt idx="19419">
                  <c:v>61789</c:v>
                </c:pt>
                <c:pt idx="19420">
                  <c:v>61790</c:v>
                </c:pt>
                <c:pt idx="19421">
                  <c:v>61791</c:v>
                </c:pt>
                <c:pt idx="19422">
                  <c:v>61792</c:v>
                </c:pt>
                <c:pt idx="19423">
                  <c:v>61793</c:v>
                </c:pt>
                <c:pt idx="19424">
                  <c:v>61794</c:v>
                </c:pt>
                <c:pt idx="19425">
                  <c:v>61795</c:v>
                </c:pt>
                <c:pt idx="19426">
                  <c:v>61796</c:v>
                </c:pt>
                <c:pt idx="19427">
                  <c:v>61797</c:v>
                </c:pt>
                <c:pt idx="19428">
                  <c:v>61798</c:v>
                </c:pt>
                <c:pt idx="19429">
                  <c:v>61799</c:v>
                </c:pt>
                <c:pt idx="19430">
                  <c:v>61800</c:v>
                </c:pt>
                <c:pt idx="19431">
                  <c:v>61801</c:v>
                </c:pt>
                <c:pt idx="19432">
                  <c:v>61802</c:v>
                </c:pt>
                <c:pt idx="19433">
                  <c:v>61803</c:v>
                </c:pt>
                <c:pt idx="19434">
                  <c:v>61804</c:v>
                </c:pt>
                <c:pt idx="19435">
                  <c:v>61805</c:v>
                </c:pt>
                <c:pt idx="19436">
                  <c:v>61806</c:v>
                </c:pt>
                <c:pt idx="19437">
                  <c:v>61807</c:v>
                </c:pt>
                <c:pt idx="19438">
                  <c:v>61808</c:v>
                </c:pt>
                <c:pt idx="19439">
                  <c:v>61809</c:v>
                </c:pt>
                <c:pt idx="19440">
                  <c:v>61810</c:v>
                </c:pt>
                <c:pt idx="19441">
                  <c:v>61811</c:v>
                </c:pt>
                <c:pt idx="19442">
                  <c:v>61812</c:v>
                </c:pt>
                <c:pt idx="19443">
                  <c:v>61813</c:v>
                </c:pt>
                <c:pt idx="19444">
                  <c:v>61814</c:v>
                </c:pt>
                <c:pt idx="19445">
                  <c:v>61815</c:v>
                </c:pt>
                <c:pt idx="19446">
                  <c:v>61816</c:v>
                </c:pt>
                <c:pt idx="19447">
                  <c:v>61817</c:v>
                </c:pt>
                <c:pt idx="19448">
                  <c:v>61818</c:v>
                </c:pt>
                <c:pt idx="19449">
                  <c:v>61819</c:v>
                </c:pt>
                <c:pt idx="19450">
                  <c:v>61820</c:v>
                </c:pt>
                <c:pt idx="19451">
                  <c:v>61821</c:v>
                </c:pt>
                <c:pt idx="19452">
                  <c:v>61822</c:v>
                </c:pt>
                <c:pt idx="19453">
                  <c:v>61823</c:v>
                </c:pt>
                <c:pt idx="19454">
                  <c:v>61824</c:v>
                </c:pt>
                <c:pt idx="19455">
                  <c:v>61825</c:v>
                </c:pt>
                <c:pt idx="19456">
                  <c:v>61826</c:v>
                </c:pt>
                <c:pt idx="19457">
                  <c:v>61827</c:v>
                </c:pt>
                <c:pt idx="19458">
                  <c:v>61828</c:v>
                </c:pt>
                <c:pt idx="19459">
                  <c:v>61829</c:v>
                </c:pt>
                <c:pt idx="19460">
                  <c:v>61830</c:v>
                </c:pt>
                <c:pt idx="19461">
                  <c:v>61831</c:v>
                </c:pt>
                <c:pt idx="19462">
                  <c:v>61832</c:v>
                </c:pt>
                <c:pt idx="19463">
                  <c:v>61833</c:v>
                </c:pt>
                <c:pt idx="19464">
                  <c:v>61834</c:v>
                </c:pt>
                <c:pt idx="19465">
                  <c:v>61835</c:v>
                </c:pt>
                <c:pt idx="19466">
                  <c:v>61836</c:v>
                </c:pt>
                <c:pt idx="19467">
                  <c:v>61837</c:v>
                </c:pt>
                <c:pt idx="19468">
                  <c:v>61838</c:v>
                </c:pt>
                <c:pt idx="19469">
                  <c:v>61839</c:v>
                </c:pt>
                <c:pt idx="19470">
                  <c:v>61840</c:v>
                </c:pt>
                <c:pt idx="19471">
                  <c:v>61841</c:v>
                </c:pt>
                <c:pt idx="19472">
                  <c:v>61842</c:v>
                </c:pt>
                <c:pt idx="19473">
                  <c:v>61843</c:v>
                </c:pt>
                <c:pt idx="19474">
                  <c:v>61844</c:v>
                </c:pt>
                <c:pt idx="19475">
                  <c:v>61845</c:v>
                </c:pt>
                <c:pt idx="19476">
                  <c:v>61846</c:v>
                </c:pt>
                <c:pt idx="19477">
                  <c:v>61847</c:v>
                </c:pt>
                <c:pt idx="19478">
                  <c:v>61848</c:v>
                </c:pt>
                <c:pt idx="19479">
                  <c:v>61849</c:v>
                </c:pt>
                <c:pt idx="19480">
                  <c:v>61850</c:v>
                </c:pt>
                <c:pt idx="19481">
                  <c:v>61851</c:v>
                </c:pt>
                <c:pt idx="19482">
                  <c:v>61852</c:v>
                </c:pt>
                <c:pt idx="19483">
                  <c:v>61853</c:v>
                </c:pt>
                <c:pt idx="19484">
                  <c:v>61854</c:v>
                </c:pt>
                <c:pt idx="19485">
                  <c:v>61855</c:v>
                </c:pt>
                <c:pt idx="19486">
                  <c:v>61856</c:v>
                </c:pt>
                <c:pt idx="19487">
                  <c:v>61857</c:v>
                </c:pt>
                <c:pt idx="19488">
                  <c:v>61858</c:v>
                </c:pt>
                <c:pt idx="19489">
                  <c:v>61859</c:v>
                </c:pt>
                <c:pt idx="19490">
                  <c:v>61860</c:v>
                </c:pt>
                <c:pt idx="19491">
                  <c:v>61861</c:v>
                </c:pt>
                <c:pt idx="19492">
                  <c:v>61862</c:v>
                </c:pt>
                <c:pt idx="19493">
                  <c:v>61863</c:v>
                </c:pt>
                <c:pt idx="19494">
                  <c:v>61864</c:v>
                </c:pt>
                <c:pt idx="19495">
                  <c:v>61865</c:v>
                </c:pt>
                <c:pt idx="19496">
                  <c:v>61866</c:v>
                </c:pt>
                <c:pt idx="19497">
                  <c:v>61867</c:v>
                </c:pt>
                <c:pt idx="19498">
                  <c:v>61868</c:v>
                </c:pt>
                <c:pt idx="19499">
                  <c:v>61869</c:v>
                </c:pt>
                <c:pt idx="19500">
                  <c:v>61870</c:v>
                </c:pt>
                <c:pt idx="19501">
                  <c:v>61871</c:v>
                </c:pt>
                <c:pt idx="19502">
                  <c:v>61872</c:v>
                </c:pt>
                <c:pt idx="19503">
                  <c:v>61873</c:v>
                </c:pt>
                <c:pt idx="19504">
                  <c:v>61874</c:v>
                </c:pt>
                <c:pt idx="19505">
                  <c:v>61875</c:v>
                </c:pt>
                <c:pt idx="19506">
                  <c:v>61876</c:v>
                </c:pt>
                <c:pt idx="19507">
                  <c:v>61877</c:v>
                </c:pt>
                <c:pt idx="19508">
                  <c:v>61878</c:v>
                </c:pt>
                <c:pt idx="19509">
                  <c:v>61879</c:v>
                </c:pt>
                <c:pt idx="19510">
                  <c:v>61880</c:v>
                </c:pt>
                <c:pt idx="19511">
                  <c:v>61881</c:v>
                </c:pt>
                <c:pt idx="19512">
                  <c:v>61882</c:v>
                </c:pt>
                <c:pt idx="19513">
                  <c:v>61883</c:v>
                </c:pt>
                <c:pt idx="19514">
                  <c:v>61884</c:v>
                </c:pt>
                <c:pt idx="19515">
                  <c:v>61885</c:v>
                </c:pt>
                <c:pt idx="19516">
                  <c:v>61886</c:v>
                </c:pt>
                <c:pt idx="19517">
                  <c:v>61887</c:v>
                </c:pt>
                <c:pt idx="19518">
                  <c:v>61888</c:v>
                </c:pt>
                <c:pt idx="19519">
                  <c:v>61889</c:v>
                </c:pt>
                <c:pt idx="19520">
                  <c:v>61890</c:v>
                </c:pt>
                <c:pt idx="19521">
                  <c:v>61891</c:v>
                </c:pt>
                <c:pt idx="19522">
                  <c:v>61892</c:v>
                </c:pt>
                <c:pt idx="19523">
                  <c:v>61893</c:v>
                </c:pt>
                <c:pt idx="19524">
                  <c:v>61894</c:v>
                </c:pt>
                <c:pt idx="19525">
                  <c:v>61895</c:v>
                </c:pt>
                <c:pt idx="19526">
                  <c:v>61896</c:v>
                </c:pt>
                <c:pt idx="19527">
                  <c:v>61897</c:v>
                </c:pt>
                <c:pt idx="19528">
                  <c:v>61898</c:v>
                </c:pt>
                <c:pt idx="19529">
                  <c:v>61899</c:v>
                </c:pt>
                <c:pt idx="19530">
                  <c:v>61900</c:v>
                </c:pt>
                <c:pt idx="19531">
                  <c:v>61901</c:v>
                </c:pt>
                <c:pt idx="19532">
                  <c:v>61902</c:v>
                </c:pt>
                <c:pt idx="19533">
                  <c:v>61903</c:v>
                </c:pt>
                <c:pt idx="19534">
                  <c:v>61904</c:v>
                </c:pt>
                <c:pt idx="19535">
                  <c:v>61905</c:v>
                </c:pt>
                <c:pt idx="19536">
                  <c:v>61906</c:v>
                </c:pt>
                <c:pt idx="19537">
                  <c:v>61907</c:v>
                </c:pt>
                <c:pt idx="19538">
                  <c:v>61908</c:v>
                </c:pt>
                <c:pt idx="19539">
                  <c:v>61909</c:v>
                </c:pt>
                <c:pt idx="19540">
                  <c:v>61910</c:v>
                </c:pt>
                <c:pt idx="19541">
                  <c:v>61911</c:v>
                </c:pt>
                <c:pt idx="19542">
                  <c:v>61912</c:v>
                </c:pt>
                <c:pt idx="19543">
                  <c:v>61913</c:v>
                </c:pt>
                <c:pt idx="19544">
                  <c:v>61914</c:v>
                </c:pt>
                <c:pt idx="19545">
                  <c:v>61915</c:v>
                </c:pt>
                <c:pt idx="19546">
                  <c:v>61916</c:v>
                </c:pt>
                <c:pt idx="19547">
                  <c:v>61917</c:v>
                </c:pt>
                <c:pt idx="19548">
                  <c:v>61918</c:v>
                </c:pt>
                <c:pt idx="19549">
                  <c:v>61919</c:v>
                </c:pt>
                <c:pt idx="19550">
                  <c:v>61920</c:v>
                </c:pt>
                <c:pt idx="19551">
                  <c:v>61921</c:v>
                </c:pt>
                <c:pt idx="19552">
                  <c:v>61922</c:v>
                </c:pt>
                <c:pt idx="19553">
                  <c:v>61923</c:v>
                </c:pt>
                <c:pt idx="19554">
                  <c:v>61924</c:v>
                </c:pt>
                <c:pt idx="19555">
                  <c:v>61925</c:v>
                </c:pt>
                <c:pt idx="19556">
                  <c:v>61926</c:v>
                </c:pt>
                <c:pt idx="19557">
                  <c:v>61927</c:v>
                </c:pt>
                <c:pt idx="19558">
                  <c:v>61928</c:v>
                </c:pt>
                <c:pt idx="19559">
                  <c:v>61929</c:v>
                </c:pt>
                <c:pt idx="19560">
                  <c:v>61930</c:v>
                </c:pt>
                <c:pt idx="19561">
                  <c:v>61931</c:v>
                </c:pt>
                <c:pt idx="19562">
                  <c:v>61932</c:v>
                </c:pt>
                <c:pt idx="19563">
                  <c:v>61933</c:v>
                </c:pt>
                <c:pt idx="19564">
                  <c:v>61934</c:v>
                </c:pt>
                <c:pt idx="19565">
                  <c:v>61935</c:v>
                </c:pt>
                <c:pt idx="19566">
                  <c:v>61936</c:v>
                </c:pt>
                <c:pt idx="19567">
                  <c:v>61937</c:v>
                </c:pt>
                <c:pt idx="19568">
                  <c:v>61938</c:v>
                </c:pt>
                <c:pt idx="19569">
                  <c:v>61939</c:v>
                </c:pt>
                <c:pt idx="19570">
                  <c:v>61940</c:v>
                </c:pt>
                <c:pt idx="19571">
                  <c:v>61941</c:v>
                </c:pt>
                <c:pt idx="19572">
                  <c:v>61942</c:v>
                </c:pt>
                <c:pt idx="19573">
                  <c:v>61943</c:v>
                </c:pt>
                <c:pt idx="19574">
                  <c:v>61944</c:v>
                </c:pt>
                <c:pt idx="19575">
                  <c:v>61945</c:v>
                </c:pt>
                <c:pt idx="19576">
                  <c:v>61946</c:v>
                </c:pt>
                <c:pt idx="19577">
                  <c:v>61947</c:v>
                </c:pt>
                <c:pt idx="19578">
                  <c:v>61948</c:v>
                </c:pt>
                <c:pt idx="19579">
                  <c:v>61949</c:v>
                </c:pt>
                <c:pt idx="19580">
                  <c:v>61950</c:v>
                </c:pt>
                <c:pt idx="19581">
                  <c:v>61951</c:v>
                </c:pt>
                <c:pt idx="19582">
                  <c:v>61952</c:v>
                </c:pt>
                <c:pt idx="19583">
                  <c:v>61953</c:v>
                </c:pt>
                <c:pt idx="19584">
                  <c:v>61954</c:v>
                </c:pt>
                <c:pt idx="19585">
                  <c:v>61955</c:v>
                </c:pt>
                <c:pt idx="19586">
                  <c:v>61956</c:v>
                </c:pt>
                <c:pt idx="19587">
                  <c:v>61957</c:v>
                </c:pt>
                <c:pt idx="19588">
                  <c:v>61958</c:v>
                </c:pt>
                <c:pt idx="19589">
                  <c:v>61959</c:v>
                </c:pt>
                <c:pt idx="19590">
                  <c:v>61960</c:v>
                </c:pt>
                <c:pt idx="19591">
                  <c:v>61961</c:v>
                </c:pt>
                <c:pt idx="19592">
                  <c:v>61962</c:v>
                </c:pt>
                <c:pt idx="19593">
                  <c:v>61963</c:v>
                </c:pt>
                <c:pt idx="19594">
                  <c:v>61964</c:v>
                </c:pt>
                <c:pt idx="19595">
                  <c:v>61965</c:v>
                </c:pt>
                <c:pt idx="19596">
                  <c:v>61966</c:v>
                </c:pt>
                <c:pt idx="19597">
                  <c:v>61967</c:v>
                </c:pt>
                <c:pt idx="19598">
                  <c:v>61968</c:v>
                </c:pt>
                <c:pt idx="19599">
                  <c:v>61969</c:v>
                </c:pt>
                <c:pt idx="19600">
                  <c:v>61970</c:v>
                </c:pt>
                <c:pt idx="19601">
                  <c:v>61971</c:v>
                </c:pt>
                <c:pt idx="19602">
                  <c:v>61972</c:v>
                </c:pt>
                <c:pt idx="19603">
                  <c:v>61973</c:v>
                </c:pt>
                <c:pt idx="19604">
                  <c:v>61974</c:v>
                </c:pt>
                <c:pt idx="19605">
                  <c:v>61975</c:v>
                </c:pt>
                <c:pt idx="19606">
                  <c:v>61976</c:v>
                </c:pt>
                <c:pt idx="19607">
                  <c:v>61977</c:v>
                </c:pt>
                <c:pt idx="19608">
                  <c:v>61978</c:v>
                </c:pt>
                <c:pt idx="19609">
                  <c:v>61979</c:v>
                </c:pt>
                <c:pt idx="19610">
                  <c:v>61980</c:v>
                </c:pt>
                <c:pt idx="19611">
                  <c:v>61981</c:v>
                </c:pt>
                <c:pt idx="19612">
                  <c:v>61982</c:v>
                </c:pt>
                <c:pt idx="19613">
                  <c:v>61983</c:v>
                </c:pt>
                <c:pt idx="19614">
                  <c:v>61984</c:v>
                </c:pt>
                <c:pt idx="19615">
                  <c:v>61985</c:v>
                </c:pt>
                <c:pt idx="19616">
                  <c:v>61986</c:v>
                </c:pt>
                <c:pt idx="19617">
                  <c:v>61987</c:v>
                </c:pt>
                <c:pt idx="19618">
                  <c:v>61988</c:v>
                </c:pt>
                <c:pt idx="19619">
                  <c:v>61989</c:v>
                </c:pt>
                <c:pt idx="19620">
                  <c:v>61990</c:v>
                </c:pt>
                <c:pt idx="19621">
                  <c:v>61991</c:v>
                </c:pt>
                <c:pt idx="19622">
                  <c:v>61992</c:v>
                </c:pt>
                <c:pt idx="19623">
                  <c:v>61993</c:v>
                </c:pt>
                <c:pt idx="19624">
                  <c:v>61994</c:v>
                </c:pt>
                <c:pt idx="19625">
                  <c:v>61995</c:v>
                </c:pt>
                <c:pt idx="19626">
                  <c:v>61996</c:v>
                </c:pt>
                <c:pt idx="19627">
                  <c:v>61997</c:v>
                </c:pt>
                <c:pt idx="19628">
                  <c:v>61998</c:v>
                </c:pt>
                <c:pt idx="19629">
                  <c:v>61999</c:v>
                </c:pt>
                <c:pt idx="19630">
                  <c:v>62000</c:v>
                </c:pt>
                <c:pt idx="19631">
                  <c:v>62001</c:v>
                </c:pt>
                <c:pt idx="19632">
                  <c:v>62002</c:v>
                </c:pt>
                <c:pt idx="19633">
                  <c:v>62003</c:v>
                </c:pt>
                <c:pt idx="19634">
                  <c:v>62004</c:v>
                </c:pt>
                <c:pt idx="19635">
                  <c:v>62005</c:v>
                </c:pt>
                <c:pt idx="19636">
                  <c:v>62006</c:v>
                </c:pt>
                <c:pt idx="19637">
                  <c:v>62007</c:v>
                </c:pt>
                <c:pt idx="19638">
                  <c:v>62008</c:v>
                </c:pt>
                <c:pt idx="19639">
                  <c:v>62009</c:v>
                </c:pt>
                <c:pt idx="19640">
                  <c:v>62010</c:v>
                </c:pt>
                <c:pt idx="19641">
                  <c:v>62011</c:v>
                </c:pt>
                <c:pt idx="19642">
                  <c:v>62012</c:v>
                </c:pt>
                <c:pt idx="19643">
                  <c:v>62013</c:v>
                </c:pt>
                <c:pt idx="19644">
                  <c:v>62014</c:v>
                </c:pt>
                <c:pt idx="19645">
                  <c:v>62015</c:v>
                </c:pt>
                <c:pt idx="19646">
                  <c:v>62016</c:v>
                </c:pt>
                <c:pt idx="19647">
                  <c:v>62017</c:v>
                </c:pt>
                <c:pt idx="19648">
                  <c:v>62018</c:v>
                </c:pt>
                <c:pt idx="19649">
                  <c:v>62019</c:v>
                </c:pt>
                <c:pt idx="19650">
                  <c:v>62020</c:v>
                </c:pt>
                <c:pt idx="19651">
                  <c:v>62021</c:v>
                </c:pt>
                <c:pt idx="19652">
                  <c:v>62022</c:v>
                </c:pt>
                <c:pt idx="19653">
                  <c:v>62023</c:v>
                </c:pt>
                <c:pt idx="19654">
                  <c:v>62024</c:v>
                </c:pt>
                <c:pt idx="19655">
                  <c:v>62025</c:v>
                </c:pt>
                <c:pt idx="19656">
                  <c:v>62026</c:v>
                </c:pt>
                <c:pt idx="19657">
                  <c:v>62027</c:v>
                </c:pt>
                <c:pt idx="19658">
                  <c:v>62028</c:v>
                </c:pt>
                <c:pt idx="19659">
                  <c:v>62029</c:v>
                </c:pt>
                <c:pt idx="19660">
                  <c:v>62030</c:v>
                </c:pt>
                <c:pt idx="19661">
                  <c:v>62031</c:v>
                </c:pt>
                <c:pt idx="19662">
                  <c:v>62032</c:v>
                </c:pt>
                <c:pt idx="19663">
                  <c:v>62033</c:v>
                </c:pt>
                <c:pt idx="19664">
                  <c:v>62034</c:v>
                </c:pt>
                <c:pt idx="19665">
                  <c:v>62035</c:v>
                </c:pt>
                <c:pt idx="19666">
                  <c:v>62036</c:v>
                </c:pt>
                <c:pt idx="19667">
                  <c:v>62037</c:v>
                </c:pt>
                <c:pt idx="19668">
                  <c:v>62038</c:v>
                </c:pt>
                <c:pt idx="19669">
                  <c:v>62039</c:v>
                </c:pt>
                <c:pt idx="19670">
                  <c:v>62040</c:v>
                </c:pt>
                <c:pt idx="19671">
                  <c:v>62041</c:v>
                </c:pt>
                <c:pt idx="19672">
                  <c:v>62042</c:v>
                </c:pt>
                <c:pt idx="19673">
                  <c:v>62043</c:v>
                </c:pt>
                <c:pt idx="19674">
                  <c:v>62044</c:v>
                </c:pt>
                <c:pt idx="19675">
                  <c:v>62045</c:v>
                </c:pt>
                <c:pt idx="19676">
                  <c:v>62046</c:v>
                </c:pt>
                <c:pt idx="19677">
                  <c:v>62047</c:v>
                </c:pt>
                <c:pt idx="19678">
                  <c:v>62048</c:v>
                </c:pt>
                <c:pt idx="19679">
                  <c:v>62049</c:v>
                </c:pt>
                <c:pt idx="19680">
                  <c:v>62050</c:v>
                </c:pt>
                <c:pt idx="19681">
                  <c:v>62051</c:v>
                </c:pt>
                <c:pt idx="19682">
                  <c:v>62052</c:v>
                </c:pt>
                <c:pt idx="19683">
                  <c:v>62053</c:v>
                </c:pt>
                <c:pt idx="19684">
                  <c:v>62054</c:v>
                </c:pt>
                <c:pt idx="19685">
                  <c:v>62055</c:v>
                </c:pt>
                <c:pt idx="19686">
                  <c:v>62056</c:v>
                </c:pt>
                <c:pt idx="19687">
                  <c:v>62057</c:v>
                </c:pt>
                <c:pt idx="19688">
                  <c:v>62058</c:v>
                </c:pt>
                <c:pt idx="19689">
                  <c:v>62059</c:v>
                </c:pt>
                <c:pt idx="19690">
                  <c:v>62060</c:v>
                </c:pt>
                <c:pt idx="19691">
                  <c:v>62061</c:v>
                </c:pt>
                <c:pt idx="19692">
                  <c:v>62062</c:v>
                </c:pt>
                <c:pt idx="19693">
                  <c:v>62063</c:v>
                </c:pt>
                <c:pt idx="19694">
                  <c:v>62064</c:v>
                </c:pt>
                <c:pt idx="19695">
                  <c:v>62065</c:v>
                </c:pt>
                <c:pt idx="19696">
                  <c:v>62066</c:v>
                </c:pt>
                <c:pt idx="19697">
                  <c:v>62067</c:v>
                </c:pt>
                <c:pt idx="19698">
                  <c:v>62068</c:v>
                </c:pt>
                <c:pt idx="19699">
                  <c:v>62069</c:v>
                </c:pt>
                <c:pt idx="19700">
                  <c:v>62070</c:v>
                </c:pt>
                <c:pt idx="19701">
                  <c:v>62071</c:v>
                </c:pt>
                <c:pt idx="19702">
                  <c:v>62072</c:v>
                </c:pt>
                <c:pt idx="19703">
                  <c:v>62073</c:v>
                </c:pt>
                <c:pt idx="19704">
                  <c:v>62074</c:v>
                </c:pt>
                <c:pt idx="19705">
                  <c:v>62075</c:v>
                </c:pt>
                <c:pt idx="19706">
                  <c:v>62076</c:v>
                </c:pt>
                <c:pt idx="19707">
                  <c:v>62077</c:v>
                </c:pt>
                <c:pt idx="19708">
                  <c:v>62078</c:v>
                </c:pt>
                <c:pt idx="19709">
                  <c:v>62079</c:v>
                </c:pt>
                <c:pt idx="19710">
                  <c:v>62080</c:v>
                </c:pt>
                <c:pt idx="19711">
                  <c:v>62081</c:v>
                </c:pt>
                <c:pt idx="19712">
                  <c:v>62082</c:v>
                </c:pt>
                <c:pt idx="19713">
                  <c:v>62083</c:v>
                </c:pt>
                <c:pt idx="19714">
                  <c:v>62084</c:v>
                </c:pt>
                <c:pt idx="19715">
                  <c:v>62085</c:v>
                </c:pt>
                <c:pt idx="19716">
                  <c:v>62086</c:v>
                </c:pt>
                <c:pt idx="19717">
                  <c:v>62087</c:v>
                </c:pt>
                <c:pt idx="19718">
                  <c:v>62088</c:v>
                </c:pt>
                <c:pt idx="19719">
                  <c:v>62089</c:v>
                </c:pt>
                <c:pt idx="19720">
                  <c:v>62090</c:v>
                </c:pt>
                <c:pt idx="19721">
                  <c:v>62091</c:v>
                </c:pt>
                <c:pt idx="19722">
                  <c:v>62092</c:v>
                </c:pt>
                <c:pt idx="19723">
                  <c:v>62093</c:v>
                </c:pt>
                <c:pt idx="19724">
                  <c:v>62094</c:v>
                </c:pt>
                <c:pt idx="19725">
                  <c:v>62095</c:v>
                </c:pt>
                <c:pt idx="19726">
                  <c:v>62096</c:v>
                </c:pt>
                <c:pt idx="19727">
                  <c:v>62097</c:v>
                </c:pt>
                <c:pt idx="19728">
                  <c:v>62098</c:v>
                </c:pt>
                <c:pt idx="19729">
                  <c:v>62099</c:v>
                </c:pt>
                <c:pt idx="19730">
                  <c:v>62100</c:v>
                </c:pt>
                <c:pt idx="19731">
                  <c:v>62101</c:v>
                </c:pt>
                <c:pt idx="19732">
                  <c:v>62102</c:v>
                </c:pt>
                <c:pt idx="19733">
                  <c:v>62103</c:v>
                </c:pt>
                <c:pt idx="19734">
                  <c:v>62104</c:v>
                </c:pt>
                <c:pt idx="19735">
                  <c:v>62105</c:v>
                </c:pt>
                <c:pt idx="19736">
                  <c:v>62106</c:v>
                </c:pt>
                <c:pt idx="19737">
                  <c:v>62107</c:v>
                </c:pt>
                <c:pt idx="19738">
                  <c:v>62108</c:v>
                </c:pt>
                <c:pt idx="19739">
                  <c:v>62109</c:v>
                </c:pt>
                <c:pt idx="19740">
                  <c:v>62110</c:v>
                </c:pt>
                <c:pt idx="19741">
                  <c:v>62111</c:v>
                </c:pt>
                <c:pt idx="19742">
                  <c:v>62112</c:v>
                </c:pt>
                <c:pt idx="19743">
                  <c:v>62113</c:v>
                </c:pt>
                <c:pt idx="19744">
                  <c:v>62114</c:v>
                </c:pt>
                <c:pt idx="19745">
                  <c:v>62115</c:v>
                </c:pt>
                <c:pt idx="19746">
                  <c:v>62116</c:v>
                </c:pt>
                <c:pt idx="19747">
                  <c:v>62117</c:v>
                </c:pt>
                <c:pt idx="19748">
                  <c:v>62118</c:v>
                </c:pt>
                <c:pt idx="19749">
                  <c:v>62119</c:v>
                </c:pt>
                <c:pt idx="19750">
                  <c:v>62120</c:v>
                </c:pt>
                <c:pt idx="19751">
                  <c:v>62121</c:v>
                </c:pt>
                <c:pt idx="19752">
                  <c:v>62122</c:v>
                </c:pt>
                <c:pt idx="19753">
                  <c:v>62123</c:v>
                </c:pt>
                <c:pt idx="19754">
                  <c:v>62124</c:v>
                </c:pt>
                <c:pt idx="19755">
                  <c:v>62125</c:v>
                </c:pt>
                <c:pt idx="19756">
                  <c:v>62126</c:v>
                </c:pt>
                <c:pt idx="19757">
                  <c:v>62127</c:v>
                </c:pt>
                <c:pt idx="19758">
                  <c:v>62128</c:v>
                </c:pt>
                <c:pt idx="19759">
                  <c:v>62129</c:v>
                </c:pt>
                <c:pt idx="19760">
                  <c:v>62130</c:v>
                </c:pt>
                <c:pt idx="19761">
                  <c:v>62131</c:v>
                </c:pt>
                <c:pt idx="19762">
                  <c:v>62132</c:v>
                </c:pt>
                <c:pt idx="19763">
                  <c:v>62133</c:v>
                </c:pt>
                <c:pt idx="19764">
                  <c:v>62134</c:v>
                </c:pt>
                <c:pt idx="19765">
                  <c:v>62135</c:v>
                </c:pt>
                <c:pt idx="19766">
                  <c:v>62136</c:v>
                </c:pt>
                <c:pt idx="19767">
                  <c:v>62137</c:v>
                </c:pt>
                <c:pt idx="19768">
                  <c:v>62138</c:v>
                </c:pt>
                <c:pt idx="19769">
                  <c:v>62139</c:v>
                </c:pt>
                <c:pt idx="19770">
                  <c:v>62140</c:v>
                </c:pt>
                <c:pt idx="19771">
                  <c:v>62141</c:v>
                </c:pt>
                <c:pt idx="19772">
                  <c:v>62142</c:v>
                </c:pt>
                <c:pt idx="19773">
                  <c:v>62143</c:v>
                </c:pt>
                <c:pt idx="19774">
                  <c:v>62144</c:v>
                </c:pt>
                <c:pt idx="19775">
                  <c:v>62145</c:v>
                </c:pt>
                <c:pt idx="19776">
                  <c:v>62146</c:v>
                </c:pt>
                <c:pt idx="19777">
                  <c:v>62147</c:v>
                </c:pt>
                <c:pt idx="19778">
                  <c:v>62148</c:v>
                </c:pt>
                <c:pt idx="19779">
                  <c:v>62149</c:v>
                </c:pt>
                <c:pt idx="19780">
                  <c:v>62150</c:v>
                </c:pt>
                <c:pt idx="19781">
                  <c:v>62151</c:v>
                </c:pt>
                <c:pt idx="19782">
                  <c:v>62152</c:v>
                </c:pt>
                <c:pt idx="19783">
                  <c:v>62153</c:v>
                </c:pt>
                <c:pt idx="19784">
                  <c:v>62154</c:v>
                </c:pt>
                <c:pt idx="19785">
                  <c:v>62155</c:v>
                </c:pt>
                <c:pt idx="19786">
                  <c:v>62156</c:v>
                </c:pt>
                <c:pt idx="19787">
                  <c:v>62157</c:v>
                </c:pt>
                <c:pt idx="19788">
                  <c:v>62158</c:v>
                </c:pt>
                <c:pt idx="19789">
                  <c:v>62159</c:v>
                </c:pt>
                <c:pt idx="19790">
                  <c:v>62160</c:v>
                </c:pt>
                <c:pt idx="19791">
                  <c:v>62161</c:v>
                </c:pt>
                <c:pt idx="19792">
                  <c:v>62162</c:v>
                </c:pt>
                <c:pt idx="19793">
                  <c:v>62163</c:v>
                </c:pt>
                <c:pt idx="19794">
                  <c:v>62164</c:v>
                </c:pt>
                <c:pt idx="19795">
                  <c:v>62165</c:v>
                </c:pt>
                <c:pt idx="19796">
                  <c:v>62166</c:v>
                </c:pt>
                <c:pt idx="19797">
                  <c:v>62167</c:v>
                </c:pt>
                <c:pt idx="19798">
                  <c:v>62168</c:v>
                </c:pt>
                <c:pt idx="19799">
                  <c:v>62169</c:v>
                </c:pt>
                <c:pt idx="19800">
                  <c:v>62170</c:v>
                </c:pt>
                <c:pt idx="19801">
                  <c:v>62171</c:v>
                </c:pt>
                <c:pt idx="19802">
                  <c:v>62172</c:v>
                </c:pt>
                <c:pt idx="19803">
                  <c:v>62173</c:v>
                </c:pt>
                <c:pt idx="19804">
                  <c:v>62174</c:v>
                </c:pt>
                <c:pt idx="19805">
                  <c:v>62175</c:v>
                </c:pt>
                <c:pt idx="19806">
                  <c:v>62176</c:v>
                </c:pt>
                <c:pt idx="19807">
                  <c:v>62177</c:v>
                </c:pt>
                <c:pt idx="19808">
                  <c:v>62178</c:v>
                </c:pt>
                <c:pt idx="19809">
                  <c:v>62179</c:v>
                </c:pt>
                <c:pt idx="19810">
                  <c:v>62180</c:v>
                </c:pt>
                <c:pt idx="19811">
                  <c:v>62181</c:v>
                </c:pt>
                <c:pt idx="19812">
                  <c:v>62182</c:v>
                </c:pt>
                <c:pt idx="19813">
                  <c:v>62183</c:v>
                </c:pt>
                <c:pt idx="19814">
                  <c:v>62184</c:v>
                </c:pt>
                <c:pt idx="19815">
                  <c:v>62185</c:v>
                </c:pt>
                <c:pt idx="19816">
                  <c:v>62186</c:v>
                </c:pt>
                <c:pt idx="19817">
                  <c:v>62187</c:v>
                </c:pt>
                <c:pt idx="19818">
                  <c:v>62188</c:v>
                </c:pt>
                <c:pt idx="19819">
                  <c:v>62189</c:v>
                </c:pt>
                <c:pt idx="19820">
                  <c:v>62190</c:v>
                </c:pt>
                <c:pt idx="19821">
                  <c:v>62191</c:v>
                </c:pt>
                <c:pt idx="19822">
                  <c:v>62192</c:v>
                </c:pt>
                <c:pt idx="19823">
                  <c:v>62193</c:v>
                </c:pt>
                <c:pt idx="19824">
                  <c:v>62194</c:v>
                </c:pt>
                <c:pt idx="19825">
                  <c:v>62195</c:v>
                </c:pt>
                <c:pt idx="19826">
                  <c:v>62196</c:v>
                </c:pt>
                <c:pt idx="19827">
                  <c:v>62197</c:v>
                </c:pt>
                <c:pt idx="19828">
                  <c:v>62198</c:v>
                </c:pt>
                <c:pt idx="19829">
                  <c:v>62199</c:v>
                </c:pt>
                <c:pt idx="19830">
                  <c:v>62200</c:v>
                </c:pt>
                <c:pt idx="19831">
                  <c:v>62201</c:v>
                </c:pt>
                <c:pt idx="19832">
                  <c:v>62202</c:v>
                </c:pt>
                <c:pt idx="19833">
                  <c:v>62203</c:v>
                </c:pt>
                <c:pt idx="19834">
                  <c:v>62204</c:v>
                </c:pt>
                <c:pt idx="19835">
                  <c:v>62205</c:v>
                </c:pt>
                <c:pt idx="19836">
                  <c:v>62206</c:v>
                </c:pt>
                <c:pt idx="19837">
                  <c:v>62207</c:v>
                </c:pt>
                <c:pt idx="19838">
                  <c:v>62208</c:v>
                </c:pt>
                <c:pt idx="19839">
                  <c:v>62209</c:v>
                </c:pt>
                <c:pt idx="19840">
                  <c:v>62210</c:v>
                </c:pt>
                <c:pt idx="19841">
                  <c:v>62211</c:v>
                </c:pt>
                <c:pt idx="19842">
                  <c:v>62212</c:v>
                </c:pt>
                <c:pt idx="19843">
                  <c:v>62213</c:v>
                </c:pt>
                <c:pt idx="19844">
                  <c:v>62214</c:v>
                </c:pt>
                <c:pt idx="19845">
                  <c:v>62215</c:v>
                </c:pt>
                <c:pt idx="19846">
                  <c:v>62216</c:v>
                </c:pt>
                <c:pt idx="19847">
                  <c:v>62217</c:v>
                </c:pt>
                <c:pt idx="19848">
                  <c:v>62218</c:v>
                </c:pt>
                <c:pt idx="19849">
                  <c:v>62219</c:v>
                </c:pt>
                <c:pt idx="19850">
                  <c:v>62220</c:v>
                </c:pt>
                <c:pt idx="19851">
                  <c:v>62221</c:v>
                </c:pt>
                <c:pt idx="19852">
                  <c:v>62222</c:v>
                </c:pt>
                <c:pt idx="19853">
                  <c:v>62223</c:v>
                </c:pt>
                <c:pt idx="19854">
                  <c:v>62224</c:v>
                </c:pt>
                <c:pt idx="19855">
                  <c:v>62225</c:v>
                </c:pt>
                <c:pt idx="19856">
                  <c:v>62226</c:v>
                </c:pt>
                <c:pt idx="19857">
                  <c:v>62227</c:v>
                </c:pt>
                <c:pt idx="19858">
                  <c:v>62228</c:v>
                </c:pt>
                <c:pt idx="19859">
                  <c:v>62229</c:v>
                </c:pt>
                <c:pt idx="19860">
                  <c:v>62230</c:v>
                </c:pt>
                <c:pt idx="19861">
                  <c:v>62231</c:v>
                </c:pt>
                <c:pt idx="19862">
                  <c:v>62232</c:v>
                </c:pt>
                <c:pt idx="19863">
                  <c:v>62233</c:v>
                </c:pt>
                <c:pt idx="19864">
                  <c:v>62234</c:v>
                </c:pt>
                <c:pt idx="19865">
                  <c:v>62235</c:v>
                </c:pt>
                <c:pt idx="19866">
                  <c:v>62236</c:v>
                </c:pt>
                <c:pt idx="19867">
                  <c:v>62237</c:v>
                </c:pt>
                <c:pt idx="19868">
                  <c:v>62238</c:v>
                </c:pt>
                <c:pt idx="19869">
                  <c:v>62239</c:v>
                </c:pt>
                <c:pt idx="19870">
                  <c:v>62240</c:v>
                </c:pt>
                <c:pt idx="19871">
                  <c:v>62241</c:v>
                </c:pt>
                <c:pt idx="19872">
                  <c:v>62242</c:v>
                </c:pt>
                <c:pt idx="19873">
                  <c:v>62243</c:v>
                </c:pt>
                <c:pt idx="19874">
                  <c:v>62244</c:v>
                </c:pt>
                <c:pt idx="19875">
                  <c:v>62245</c:v>
                </c:pt>
                <c:pt idx="19876">
                  <c:v>62246</c:v>
                </c:pt>
                <c:pt idx="19877">
                  <c:v>62247</c:v>
                </c:pt>
                <c:pt idx="19878">
                  <c:v>62248</c:v>
                </c:pt>
                <c:pt idx="19879">
                  <c:v>62249</c:v>
                </c:pt>
                <c:pt idx="19880">
                  <c:v>62250</c:v>
                </c:pt>
                <c:pt idx="19881">
                  <c:v>62251</c:v>
                </c:pt>
                <c:pt idx="19882">
                  <c:v>62252</c:v>
                </c:pt>
                <c:pt idx="19883">
                  <c:v>62253</c:v>
                </c:pt>
                <c:pt idx="19884">
                  <c:v>62254</c:v>
                </c:pt>
                <c:pt idx="19885">
                  <c:v>62255</c:v>
                </c:pt>
                <c:pt idx="19886">
                  <c:v>62256</c:v>
                </c:pt>
                <c:pt idx="19887">
                  <c:v>62257</c:v>
                </c:pt>
                <c:pt idx="19888">
                  <c:v>62258</c:v>
                </c:pt>
                <c:pt idx="19889">
                  <c:v>62259</c:v>
                </c:pt>
                <c:pt idx="19890">
                  <c:v>62260</c:v>
                </c:pt>
                <c:pt idx="19891">
                  <c:v>62261</c:v>
                </c:pt>
                <c:pt idx="19892">
                  <c:v>62262</c:v>
                </c:pt>
                <c:pt idx="19893">
                  <c:v>62263</c:v>
                </c:pt>
                <c:pt idx="19894">
                  <c:v>62264</c:v>
                </c:pt>
                <c:pt idx="19895">
                  <c:v>62265</c:v>
                </c:pt>
                <c:pt idx="19896">
                  <c:v>62266</c:v>
                </c:pt>
                <c:pt idx="19897">
                  <c:v>62267</c:v>
                </c:pt>
                <c:pt idx="19898">
                  <c:v>62268</c:v>
                </c:pt>
                <c:pt idx="19899">
                  <c:v>62269</c:v>
                </c:pt>
                <c:pt idx="19900">
                  <c:v>62270</c:v>
                </c:pt>
                <c:pt idx="19901">
                  <c:v>62271</c:v>
                </c:pt>
                <c:pt idx="19902">
                  <c:v>62272</c:v>
                </c:pt>
                <c:pt idx="19903">
                  <c:v>62273</c:v>
                </c:pt>
                <c:pt idx="19904">
                  <c:v>62274</c:v>
                </c:pt>
                <c:pt idx="19905">
                  <c:v>62275</c:v>
                </c:pt>
                <c:pt idx="19906">
                  <c:v>62276</c:v>
                </c:pt>
                <c:pt idx="19907">
                  <c:v>62277</c:v>
                </c:pt>
                <c:pt idx="19908">
                  <c:v>62278</c:v>
                </c:pt>
                <c:pt idx="19909">
                  <c:v>62279</c:v>
                </c:pt>
                <c:pt idx="19910">
                  <c:v>62280</c:v>
                </c:pt>
                <c:pt idx="19911">
                  <c:v>62281</c:v>
                </c:pt>
                <c:pt idx="19912">
                  <c:v>62282</c:v>
                </c:pt>
                <c:pt idx="19913">
                  <c:v>62283</c:v>
                </c:pt>
                <c:pt idx="19914">
                  <c:v>62284</c:v>
                </c:pt>
                <c:pt idx="19915">
                  <c:v>62285</c:v>
                </c:pt>
                <c:pt idx="19916">
                  <c:v>62286</c:v>
                </c:pt>
                <c:pt idx="19917">
                  <c:v>62287</c:v>
                </c:pt>
                <c:pt idx="19918">
                  <c:v>62288</c:v>
                </c:pt>
                <c:pt idx="19919">
                  <c:v>62289</c:v>
                </c:pt>
                <c:pt idx="19920">
                  <c:v>62290</c:v>
                </c:pt>
                <c:pt idx="19921">
                  <c:v>62291</c:v>
                </c:pt>
                <c:pt idx="19922">
                  <c:v>62292</c:v>
                </c:pt>
                <c:pt idx="19923">
                  <c:v>62293</c:v>
                </c:pt>
                <c:pt idx="19924">
                  <c:v>62294</c:v>
                </c:pt>
                <c:pt idx="19925">
                  <c:v>62295</c:v>
                </c:pt>
                <c:pt idx="19926">
                  <c:v>62296</c:v>
                </c:pt>
                <c:pt idx="19927">
                  <c:v>62297</c:v>
                </c:pt>
                <c:pt idx="19928">
                  <c:v>62298</c:v>
                </c:pt>
                <c:pt idx="19929">
                  <c:v>62299</c:v>
                </c:pt>
                <c:pt idx="19930">
                  <c:v>62300</c:v>
                </c:pt>
                <c:pt idx="19931">
                  <c:v>62301</c:v>
                </c:pt>
                <c:pt idx="19932">
                  <c:v>62302</c:v>
                </c:pt>
                <c:pt idx="19933">
                  <c:v>62303</c:v>
                </c:pt>
                <c:pt idx="19934">
                  <c:v>62304</c:v>
                </c:pt>
                <c:pt idx="19935">
                  <c:v>62305</c:v>
                </c:pt>
                <c:pt idx="19936">
                  <c:v>62306</c:v>
                </c:pt>
                <c:pt idx="19937">
                  <c:v>62307</c:v>
                </c:pt>
                <c:pt idx="19938">
                  <c:v>62308</c:v>
                </c:pt>
                <c:pt idx="19939">
                  <c:v>62309</c:v>
                </c:pt>
                <c:pt idx="19940">
                  <c:v>62310</c:v>
                </c:pt>
                <c:pt idx="19941">
                  <c:v>62311</c:v>
                </c:pt>
                <c:pt idx="19942">
                  <c:v>62312</c:v>
                </c:pt>
                <c:pt idx="19943">
                  <c:v>62313</c:v>
                </c:pt>
                <c:pt idx="19944">
                  <c:v>62314</c:v>
                </c:pt>
                <c:pt idx="19945">
                  <c:v>62315</c:v>
                </c:pt>
                <c:pt idx="19946">
                  <c:v>62316</c:v>
                </c:pt>
                <c:pt idx="19947">
                  <c:v>62317</c:v>
                </c:pt>
                <c:pt idx="19948">
                  <c:v>62318</c:v>
                </c:pt>
                <c:pt idx="19949">
                  <c:v>62319</c:v>
                </c:pt>
                <c:pt idx="19950">
                  <c:v>62320</c:v>
                </c:pt>
                <c:pt idx="19951">
                  <c:v>62321</c:v>
                </c:pt>
                <c:pt idx="19952">
                  <c:v>62322</c:v>
                </c:pt>
                <c:pt idx="19953">
                  <c:v>62323</c:v>
                </c:pt>
                <c:pt idx="19954">
                  <c:v>62324</c:v>
                </c:pt>
                <c:pt idx="19955">
                  <c:v>62325</c:v>
                </c:pt>
                <c:pt idx="19956">
                  <c:v>62326</c:v>
                </c:pt>
                <c:pt idx="19957">
                  <c:v>62327</c:v>
                </c:pt>
                <c:pt idx="19958">
                  <c:v>62328</c:v>
                </c:pt>
                <c:pt idx="19959">
                  <c:v>62329</c:v>
                </c:pt>
                <c:pt idx="19960">
                  <c:v>62330</c:v>
                </c:pt>
                <c:pt idx="19961">
                  <c:v>62331</c:v>
                </c:pt>
                <c:pt idx="19962">
                  <c:v>62332</c:v>
                </c:pt>
                <c:pt idx="19963">
                  <c:v>62333</c:v>
                </c:pt>
                <c:pt idx="19964">
                  <c:v>62334</c:v>
                </c:pt>
                <c:pt idx="19965">
                  <c:v>62335</c:v>
                </c:pt>
                <c:pt idx="19966">
                  <c:v>62336</c:v>
                </c:pt>
                <c:pt idx="19967">
                  <c:v>62337</c:v>
                </c:pt>
                <c:pt idx="19968">
                  <c:v>62338</c:v>
                </c:pt>
                <c:pt idx="19969">
                  <c:v>62339</c:v>
                </c:pt>
                <c:pt idx="19970">
                  <c:v>62340</c:v>
                </c:pt>
                <c:pt idx="19971">
                  <c:v>62341</c:v>
                </c:pt>
                <c:pt idx="19972">
                  <c:v>62342</c:v>
                </c:pt>
                <c:pt idx="19973">
                  <c:v>62343</c:v>
                </c:pt>
                <c:pt idx="19974">
                  <c:v>62344</c:v>
                </c:pt>
                <c:pt idx="19975">
                  <c:v>62345</c:v>
                </c:pt>
                <c:pt idx="19976">
                  <c:v>62346</c:v>
                </c:pt>
                <c:pt idx="19977">
                  <c:v>62347</c:v>
                </c:pt>
                <c:pt idx="19978">
                  <c:v>62348</c:v>
                </c:pt>
                <c:pt idx="19979">
                  <c:v>62349</c:v>
                </c:pt>
                <c:pt idx="19980">
                  <c:v>62350</c:v>
                </c:pt>
                <c:pt idx="19981">
                  <c:v>62351</c:v>
                </c:pt>
                <c:pt idx="19982">
                  <c:v>62352</c:v>
                </c:pt>
                <c:pt idx="19983">
                  <c:v>62353</c:v>
                </c:pt>
                <c:pt idx="19984">
                  <c:v>62354</c:v>
                </c:pt>
                <c:pt idx="19985">
                  <c:v>62355</c:v>
                </c:pt>
                <c:pt idx="19986">
                  <c:v>62356</c:v>
                </c:pt>
                <c:pt idx="19987">
                  <c:v>62357</c:v>
                </c:pt>
                <c:pt idx="19988">
                  <c:v>62358</c:v>
                </c:pt>
                <c:pt idx="19989">
                  <c:v>62359</c:v>
                </c:pt>
                <c:pt idx="19990">
                  <c:v>62360</c:v>
                </c:pt>
                <c:pt idx="19991">
                  <c:v>62361</c:v>
                </c:pt>
                <c:pt idx="19992">
                  <c:v>62362</c:v>
                </c:pt>
                <c:pt idx="19993">
                  <c:v>62363</c:v>
                </c:pt>
                <c:pt idx="19994">
                  <c:v>62364</c:v>
                </c:pt>
                <c:pt idx="19995">
                  <c:v>62365</c:v>
                </c:pt>
                <c:pt idx="19996">
                  <c:v>62366</c:v>
                </c:pt>
                <c:pt idx="19997">
                  <c:v>62367</c:v>
                </c:pt>
                <c:pt idx="19998">
                  <c:v>62368</c:v>
                </c:pt>
                <c:pt idx="19999">
                  <c:v>62369</c:v>
                </c:pt>
                <c:pt idx="20000">
                  <c:v>62370</c:v>
                </c:pt>
                <c:pt idx="20001">
                  <c:v>62371</c:v>
                </c:pt>
                <c:pt idx="20002">
                  <c:v>62372</c:v>
                </c:pt>
                <c:pt idx="20003">
                  <c:v>62373</c:v>
                </c:pt>
                <c:pt idx="20004">
                  <c:v>62374</c:v>
                </c:pt>
                <c:pt idx="20005">
                  <c:v>62375</c:v>
                </c:pt>
                <c:pt idx="20006">
                  <c:v>62376</c:v>
                </c:pt>
                <c:pt idx="20007">
                  <c:v>62377</c:v>
                </c:pt>
                <c:pt idx="20008">
                  <c:v>62378</c:v>
                </c:pt>
                <c:pt idx="20009">
                  <c:v>62379</c:v>
                </c:pt>
                <c:pt idx="20010">
                  <c:v>62380</c:v>
                </c:pt>
                <c:pt idx="20011">
                  <c:v>62381</c:v>
                </c:pt>
                <c:pt idx="20012">
                  <c:v>62382</c:v>
                </c:pt>
                <c:pt idx="20013">
                  <c:v>62383</c:v>
                </c:pt>
                <c:pt idx="20014">
                  <c:v>62384</c:v>
                </c:pt>
                <c:pt idx="20015">
                  <c:v>62385</c:v>
                </c:pt>
                <c:pt idx="20016">
                  <c:v>62386</c:v>
                </c:pt>
                <c:pt idx="20017">
                  <c:v>62387</c:v>
                </c:pt>
                <c:pt idx="20018">
                  <c:v>62388</c:v>
                </c:pt>
                <c:pt idx="20019">
                  <c:v>62389</c:v>
                </c:pt>
                <c:pt idx="20020">
                  <c:v>62390</c:v>
                </c:pt>
                <c:pt idx="20021">
                  <c:v>62391</c:v>
                </c:pt>
                <c:pt idx="20022">
                  <c:v>62392</c:v>
                </c:pt>
                <c:pt idx="20023">
                  <c:v>62393</c:v>
                </c:pt>
                <c:pt idx="20024">
                  <c:v>62394</c:v>
                </c:pt>
                <c:pt idx="20025">
                  <c:v>62395</c:v>
                </c:pt>
                <c:pt idx="20026">
                  <c:v>62396</c:v>
                </c:pt>
                <c:pt idx="20027">
                  <c:v>62397</c:v>
                </c:pt>
                <c:pt idx="20028">
                  <c:v>62398</c:v>
                </c:pt>
                <c:pt idx="20029">
                  <c:v>62399</c:v>
                </c:pt>
                <c:pt idx="20030">
                  <c:v>62400</c:v>
                </c:pt>
                <c:pt idx="20031">
                  <c:v>62401</c:v>
                </c:pt>
                <c:pt idx="20032">
                  <c:v>62402</c:v>
                </c:pt>
                <c:pt idx="20033">
                  <c:v>62403</c:v>
                </c:pt>
                <c:pt idx="20034">
                  <c:v>62404</c:v>
                </c:pt>
                <c:pt idx="20035">
                  <c:v>62405</c:v>
                </c:pt>
                <c:pt idx="20036">
                  <c:v>62406</c:v>
                </c:pt>
                <c:pt idx="20037">
                  <c:v>62407</c:v>
                </c:pt>
                <c:pt idx="20038">
                  <c:v>62408</c:v>
                </c:pt>
                <c:pt idx="20039">
                  <c:v>62409</c:v>
                </c:pt>
                <c:pt idx="20040">
                  <c:v>62410</c:v>
                </c:pt>
                <c:pt idx="20041">
                  <c:v>62411</c:v>
                </c:pt>
                <c:pt idx="20042">
                  <c:v>62412</c:v>
                </c:pt>
                <c:pt idx="20043">
                  <c:v>62413</c:v>
                </c:pt>
                <c:pt idx="20044">
                  <c:v>62414</c:v>
                </c:pt>
                <c:pt idx="20045">
                  <c:v>62415</c:v>
                </c:pt>
                <c:pt idx="20046">
                  <c:v>62416</c:v>
                </c:pt>
                <c:pt idx="20047">
                  <c:v>62417</c:v>
                </c:pt>
                <c:pt idx="20048">
                  <c:v>62418</c:v>
                </c:pt>
                <c:pt idx="20049">
                  <c:v>62419</c:v>
                </c:pt>
                <c:pt idx="20050">
                  <c:v>62420</c:v>
                </c:pt>
                <c:pt idx="20051">
                  <c:v>62421</c:v>
                </c:pt>
                <c:pt idx="20052">
                  <c:v>62422</c:v>
                </c:pt>
                <c:pt idx="20053">
                  <c:v>62423</c:v>
                </c:pt>
                <c:pt idx="20054">
                  <c:v>62424</c:v>
                </c:pt>
                <c:pt idx="20055">
                  <c:v>62425</c:v>
                </c:pt>
                <c:pt idx="20056">
                  <c:v>62426</c:v>
                </c:pt>
                <c:pt idx="20057">
                  <c:v>62427</c:v>
                </c:pt>
                <c:pt idx="20058">
                  <c:v>62428</c:v>
                </c:pt>
                <c:pt idx="20059">
                  <c:v>62429</c:v>
                </c:pt>
                <c:pt idx="20060">
                  <c:v>62430</c:v>
                </c:pt>
                <c:pt idx="20061">
                  <c:v>62431</c:v>
                </c:pt>
                <c:pt idx="20062">
                  <c:v>62432</c:v>
                </c:pt>
                <c:pt idx="20063">
                  <c:v>62433</c:v>
                </c:pt>
                <c:pt idx="20064">
                  <c:v>62434</c:v>
                </c:pt>
                <c:pt idx="20065">
                  <c:v>62435</c:v>
                </c:pt>
                <c:pt idx="20066">
                  <c:v>62436</c:v>
                </c:pt>
                <c:pt idx="20067">
                  <c:v>62437</c:v>
                </c:pt>
                <c:pt idx="20068">
                  <c:v>62438</c:v>
                </c:pt>
                <c:pt idx="20069">
                  <c:v>62439</c:v>
                </c:pt>
                <c:pt idx="20070">
                  <c:v>62440</c:v>
                </c:pt>
                <c:pt idx="20071">
                  <c:v>62441</c:v>
                </c:pt>
                <c:pt idx="20072">
                  <c:v>62442</c:v>
                </c:pt>
                <c:pt idx="20073">
                  <c:v>62443</c:v>
                </c:pt>
                <c:pt idx="20074">
                  <c:v>62444</c:v>
                </c:pt>
                <c:pt idx="20075">
                  <c:v>62445</c:v>
                </c:pt>
                <c:pt idx="20076">
                  <c:v>62446</c:v>
                </c:pt>
                <c:pt idx="20077">
                  <c:v>62447</c:v>
                </c:pt>
                <c:pt idx="20078">
                  <c:v>62448</c:v>
                </c:pt>
                <c:pt idx="20079">
                  <c:v>62449</c:v>
                </c:pt>
                <c:pt idx="20080">
                  <c:v>62450</c:v>
                </c:pt>
                <c:pt idx="20081">
                  <c:v>62451</c:v>
                </c:pt>
                <c:pt idx="20082">
                  <c:v>62452</c:v>
                </c:pt>
                <c:pt idx="20083">
                  <c:v>62453</c:v>
                </c:pt>
                <c:pt idx="20084">
                  <c:v>62454</c:v>
                </c:pt>
                <c:pt idx="20085">
                  <c:v>62455</c:v>
                </c:pt>
                <c:pt idx="20086">
                  <c:v>62456</c:v>
                </c:pt>
                <c:pt idx="20087">
                  <c:v>62457</c:v>
                </c:pt>
                <c:pt idx="20088">
                  <c:v>62458</c:v>
                </c:pt>
                <c:pt idx="20089">
                  <c:v>62459</c:v>
                </c:pt>
                <c:pt idx="20090">
                  <c:v>62460</c:v>
                </c:pt>
                <c:pt idx="20091">
                  <c:v>62461</c:v>
                </c:pt>
                <c:pt idx="20092">
                  <c:v>62462</c:v>
                </c:pt>
                <c:pt idx="20093">
                  <c:v>62463</c:v>
                </c:pt>
                <c:pt idx="20094">
                  <c:v>62464</c:v>
                </c:pt>
                <c:pt idx="20095">
                  <c:v>62465</c:v>
                </c:pt>
                <c:pt idx="20096">
                  <c:v>62466</c:v>
                </c:pt>
                <c:pt idx="20097">
                  <c:v>62467</c:v>
                </c:pt>
                <c:pt idx="20098">
                  <c:v>62468</c:v>
                </c:pt>
                <c:pt idx="20099">
                  <c:v>62469</c:v>
                </c:pt>
                <c:pt idx="20100">
                  <c:v>62470</c:v>
                </c:pt>
                <c:pt idx="20101">
                  <c:v>62471</c:v>
                </c:pt>
                <c:pt idx="20102">
                  <c:v>62472</c:v>
                </c:pt>
                <c:pt idx="20103">
                  <c:v>62473</c:v>
                </c:pt>
                <c:pt idx="20104">
                  <c:v>62474</c:v>
                </c:pt>
                <c:pt idx="20105">
                  <c:v>62475</c:v>
                </c:pt>
                <c:pt idx="20106">
                  <c:v>62476</c:v>
                </c:pt>
                <c:pt idx="20107">
                  <c:v>62477</c:v>
                </c:pt>
                <c:pt idx="20108">
                  <c:v>62478</c:v>
                </c:pt>
                <c:pt idx="20109">
                  <c:v>62479</c:v>
                </c:pt>
                <c:pt idx="20110">
                  <c:v>62480</c:v>
                </c:pt>
                <c:pt idx="20111">
                  <c:v>62481</c:v>
                </c:pt>
                <c:pt idx="20112">
                  <c:v>62482</c:v>
                </c:pt>
                <c:pt idx="20113">
                  <c:v>62483</c:v>
                </c:pt>
                <c:pt idx="20114">
                  <c:v>62484</c:v>
                </c:pt>
                <c:pt idx="20115">
                  <c:v>62485</c:v>
                </c:pt>
                <c:pt idx="20116">
                  <c:v>62486</c:v>
                </c:pt>
                <c:pt idx="20117">
                  <c:v>62487</c:v>
                </c:pt>
                <c:pt idx="20118">
                  <c:v>62488</c:v>
                </c:pt>
                <c:pt idx="20119">
                  <c:v>62489</c:v>
                </c:pt>
                <c:pt idx="20120">
                  <c:v>62490</c:v>
                </c:pt>
                <c:pt idx="20121">
                  <c:v>62491</c:v>
                </c:pt>
                <c:pt idx="20122">
                  <c:v>62492</c:v>
                </c:pt>
                <c:pt idx="20123">
                  <c:v>62493</c:v>
                </c:pt>
                <c:pt idx="20124">
                  <c:v>62494</c:v>
                </c:pt>
                <c:pt idx="20125">
                  <c:v>62495</c:v>
                </c:pt>
                <c:pt idx="20126">
                  <c:v>62496</c:v>
                </c:pt>
                <c:pt idx="20127">
                  <c:v>62497</c:v>
                </c:pt>
                <c:pt idx="20128">
                  <c:v>62498</c:v>
                </c:pt>
                <c:pt idx="20129">
                  <c:v>62499</c:v>
                </c:pt>
                <c:pt idx="20130">
                  <c:v>62500</c:v>
                </c:pt>
                <c:pt idx="20131">
                  <c:v>62501</c:v>
                </c:pt>
                <c:pt idx="20132">
                  <c:v>62502</c:v>
                </c:pt>
                <c:pt idx="20133">
                  <c:v>62503</c:v>
                </c:pt>
                <c:pt idx="20134">
                  <c:v>62504</c:v>
                </c:pt>
                <c:pt idx="20135">
                  <c:v>62505</c:v>
                </c:pt>
                <c:pt idx="20136">
                  <c:v>62506</c:v>
                </c:pt>
                <c:pt idx="20137">
                  <c:v>62507</c:v>
                </c:pt>
                <c:pt idx="20138">
                  <c:v>62508</c:v>
                </c:pt>
                <c:pt idx="20139">
                  <c:v>62509</c:v>
                </c:pt>
                <c:pt idx="20140">
                  <c:v>62510</c:v>
                </c:pt>
                <c:pt idx="20141">
                  <c:v>62511</c:v>
                </c:pt>
                <c:pt idx="20142">
                  <c:v>62512</c:v>
                </c:pt>
                <c:pt idx="20143">
                  <c:v>62513</c:v>
                </c:pt>
                <c:pt idx="20144">
                  <c:v>62514</c:v>
                </c:pt>
                <c:pt idx="20145">
                  <c:v>62515</c:v>
                </c:pt>
                <c:pt idx="20146">
                  <c:v>62516</c:v>
                </c:pt>
                <c:pt idx="20147">
                  <c:v>62517</c:v>
                </c:pt>
                <c:pt idx="20148">
                  <c:v>62518</c:v>
                </c:pt>
                <c:pt idx="20149">
                  <c:v>62519</c:v>
                </c:pt>
                <c:pt idx="20150">
                  <c:v>62520</c:v>
                </c:pt>
                <c:pt idx="20151">
                  <c:v>62521</c:v>
                </c:pt>
                <c:pt idx="20152">
                  <c:v>62522</c:v>
                </c:pt>
                <c:pt idx="20153">
                  <c:v>62523</c:v>
                </c:pt>
                <c:pt idx="20154">
                  <c:v>62524</c:v>
                </c:pt>
                <c:pt idx="20155">
                  <c:v>62525</c:v>
                </c:pt>
                <c:pt idx="20156">
                  <c:v>62526</c:v>
                </c:pt>
                <c:pt idx="20157">
                  <c:v>62527</c:v>
                </c:pt>
                <c:pt idx="20158">
                  <c:v>62528</c:v>
                </c:pt>
                <c:pt idx="20159">
                  <c:v>62529</c:v>
                </c:pt>
                <c:pt idx="20160">
                  <c:v>62530</c:v>
                </c:pt>
                <c:pt idx="20161">
                  <c:v>62531</c:v>
                </c:pt>
                <c:pt idx="20162">
                  <c:v>62532</c:v>
                </c:pt>
                <c:pt idx="20163">
                  <c:v>62533</c:v>
                </c:pt>
                <c:pt idx="20164">
                  <c:v>62534</c:v>
                </c:pt>
                <c:pt idx="20165">
                  <c:v>62535</c:v>
                </c:pt>
                <c:pt idx="20166">
                  <c:v>62536</c:v>
                </c:pt>
                <c:pt idx="20167">
                  <c:v>62537</c:v>
                </c:pt>
                <c:pt idx="20168">
                  <c:v>62538</c:v>
                </c:pt>
                <c:pt idx="20169">
                  <c:v>62539</c:v>
                </c:pt>
                <c:pt idx="20170">
                  <c:v>62540</c:v>
                </c:pt>
                <c:pt idx="20171">
                  <c:v>62541</c:v>
                </c:pt>
                <c:pt idx="20172">
                  <c:v>62542</c:v>
                </c:pt>
                <c:pt idx="20173">
                  <c:v>62543</c:v>
                </c:pt>
                <c:pt idx="20174">
                  <c:v>62544</c:v>
                </c:pt>
                <c:pt idx="20175">
                  <c:v>62545</c:v>
                </c:pt>
                <c:pt idx="20176">
                  <c:v>62546</c:v>
                </c:pt>
                <c:pt idx="20177">
                  <c:v>62547</c:v>
                </c:pt>
                <c:pt idx="20178">
                  <c:v>62548</c:v>
                </c:pt>
                <c:pt idx="20179">
                  <c:v>62549</c:v>
                </c:pt>
                <c:pt idx="20180">
                  <c:v>62550</c:v>
                </c:pt>
                <c:pt idx="20181">
                  <c:v>62551</c:v>
                </c:pt>
                <c:pt idx="20182">
                  <c:v>62552</c:v>
                </c:pt>
                <c:pt idx="20183">
                  <c:v>62553</c:v>
                </c:pt>
                <c:pt idx="20184">
                  <c:v>62554</c:v>
                </c:pt>
                <c:pt idx="20185">
                  <c:v>62555</c:v>
                </c:pt>
                <c:pt idx="20186">
                  <c:v>62556</c:v>
                </c:pt>
                <c:pt idx="20187">
                  <c:v>62557</c:v>
                </c:pt>
                <c:pt idx="20188">
                  <c:v>62558</c:v>
                </c:pt>
                <c:pt idx="20189">
                  <c:v>62559</c:v>
                </c:pt>
                <c:pt idx="20190">
                  <c:v>62560</c:v>
                </c:pt>
                <c:pt idx="20191">
                  <c:v>62561</c:v>
                </c:pt>
                <c:pt idx="20192">
                  <c:v>62562</c:v>
                </c:pt>
                <c:pt idx="20193">
                  <c:v>62563</c:v>
                </c:pt>
                <c:pt idx="20194">
                  <c:v>62564</c:v>
                </c:pt>
                <c:pt idx="20195">
                  <c:v>62565</c:v>
                </c:pt>
                <c:pt idx="20196">
                  <c:v>62566</c:v>
                </c:pt>
                <c:pt idx="20197">
                  <c:v>62567</c:v>
                </c:pt>
                <c:pt idx="20198">
                  <c:v>62568</c:v>
                </c:pt>
                <c:pt idx="20199">
                  <c:v>62569</c:v>
                </c:pt>
                <c:pt idx="20200">
                  <c:v>62570</c:v>
                </c:pt>
                <c:pt idx="20201">
                  <c:v>62571</c:v>
                </c:pt>
                <c:pt idx="20202">
                  <c:v>62572</c:v>
                </c:pt>
                <c:pt idx="20203">
                  <c:v>62573</c:v>
                </c:pt>
                <c:pt idx="20204">
                  <c:v>62574</c:v>
                </c:pt>
                <c:pt idx="20205">
                  <c:v>62575</c:v>
                </c:pt>
                <c:pt idx="20206">
                  <c:v>62576</c:v>
                </c:pt>
                <c:pt idx="20207">
                  <c:v>62577</c:v>
                </c:pt>
                <c:pt idx="20208">
                  <c:v>62578</c:v>
                </c:pt>
                <c:pt idx="20209">
                  <c:v>62579</c:v>
                </c:pt>
                <c:pt idx="20210">
                  <c:v>62580</c:v>
                </c:pt>
                <c:pt idx="20211">
                  <c:v>62581</c:v>
                </c:pt>
                <c:pt idx="20212">
                  <c:v>62582</c:v>
                </c:pt>
                <c:pt idx="20213">
                  <c:v>62583</c:v>
                </c:pt>
                <c:pt idx="20214">
                  <c:v>62584</c:v>
                </c:pt>
                <c:pt idx="20215">
                  <c:v>62585</c:v>
                </c:pt>
                <c:pt idx="20216">
                  <c:v>62586</c:v>
                </c:pt>
                <c:pt idx="20217">
                  <c:v>62587</c:v>
                </c:pt>
                <c:pt idx="20218">
                  <c:v>62588</c:v>
                </c:pt>
                <c:pt idx="20219">
                  <c:v>62589</c:v>
                </c:pt>
                <c:pt idx="20220">
                  <c:v>62590</c:v>
                </c:pt>
                <c:pt idx="20221">
                  <c:v>62591</c:v>
                </c:pt>
                <c:pt idx="20222">
                  <c:v>62592</c:v>
                </c:pt>
                <c:pt idx="20223">
                  <c:v>62593</c:v>
                </c:pt>
                <c:pt idx="20224">
                  <c:v>62594</c:v>
                </c:pt>
                <c:pt idx="20225">
                  <c:v>62595</c:v>
                </c:pt>
                <c:pt idx="20226">
                  <c:v>62596</c:v>
                </c:pt>
                <c:pt idx="20227">
                  <c:v>62597</c:v>
                </c:pt>
                <c:pt idx="20228">
                  <c:v>62598</c:v>
                </c:pt>
                <c:pt idx="20229">
                  <c:v>62599</c:v>
                </c:pt>
                <c:pt idx="20230">
                  <c:v>62600</c:v>
                </c:pt>
                <c:pt idx="20231">
                  <c:v>62601</c:v>
                </c:pt>
                <c:pt idx="20232">
                  <c:v>62602</c:v>
                </c:pt>
                <c:pt idx="20233">
                  <c:v>62603</c:v>
                </c:pt>
                <c:pt idx="20234">
                  <c:v>62604</c:v>
                </c:pt>
                <c:pt idx="20235">
                  <c:v>62605</c:v>
                </c:pt>
                <c:pt idx="20236">
                  <c:v>62606</c:v>
                </c:pt>
                <c:pt idx="20237">
                  <c:v>62607</c:v>
                </c:pt>
                <c:pt idx="20238">
                  <c:v>62608</c:v>
                </c:pt>
                <c:pt idx="20239">
                  <c:v>62609</c:v>
                </c:pt>
                <c:pt idx="20240">
                  <c:v>62610</c:v>
                </c:pt>
                <c:pt idx="20241">
                  <c:v>62611</c:v>
                </c:pt>
                <c:pt idx="20242">
                  <c:v>62612</c:v>
                </c:pt>
                <c:pt idx="20243">
                  <c:v>62613</c:v>
                </c:pt>
                <c:pt idx="20244">
                  <c:v>62614</c:v>
                </c:pt>
                <c:pt idx="20245">
                  <c:v>62615</c:v>
                </c:pt>
                <c:pt idx="20246">
                  <c:v>62616</c:v>
                </c:pt>
                <c:pt idx="20247">
                  <c:v>62617</c:v>
                </c:pt>
                <c:pt idx="20248">
                  <c:v>62618</c:v>
                </c:pt>
                <c:pt idx="20249">
                  <c:v>62619</c:v>
                </c:pt>
                <c:pt idx="20250">
                  <c:v>62620</c:v>
                </c:pt>
                <c:pt idx="20251">
                  <c:v>62621</c:v>
                </c:pt>
                <c:pt idx="20252">
                  <c:v>62622</c:v>
                </c:pt>
                <c:pt idx="20253">
                  <c:v>62623</c:v>
                </c:pt>
                <c:pt idx="20254">
                  <c:v>62624</c:v>
                </c:pt>
                <c:pt idx="20255">
                  <c:v>62625</c:v>
                </c:pt>
                <c:pt idx="20256">
                  <c:v>62626</c:v>
                </c:pt>
                <c:pt idx="20257">
                  <c:v>62627</c:v>
                </c:pt>
                <c:pt idx="20258">
                  <c:v>62628</c:v>
                </c:pt>
                <c:pt idx="20259">
                  <c:v>62629</c:v>
                </c:pt>
                <c:pt idx="20260">
                  <c:v>62630</c:v>
                </c:pt>
                <c:pt idx="20261">
                  <c:v>62631</c:v>
                </c:pt>
                <c:pt idx="20262">
                  <c:v>62632</c:v>
                </c:pt>
                <c:pt idx="20263">
                  <c:v>62633</c:v>
                </c:pt>
                <c:pt idx="20264">
                  <c:v>62634</c:v>
                </c:pt>
                <c:pt idx="20265">
                  <c:v>62635</c:v>
                </c:pt>
                <c:pt idx="20266">
                  <c:v>62636</c:v>
                </c:pt>
                <c:pt idx="20267">
                  <c:v>62637</c:v>
                </c:pt>
                <c:pt idx="20268">
                  <c:v>62638</c:v>
                </c:pt>
                <c:pt idx="20269">
                  <c:v>62639</c:v>
                </c:pt>
                <c:pt idx="20270">
                  <c:v>62640</c:v>
                </c:pt>
                <c:pt idx="20271">
                  <c:v>62641</c:v>
                </c:pt>
                <c:pt idx="20272">
                  <c:v>62642</c:v>
                </c:pt>
                <c:pt idx="20273">
                  <c:v>62643</c:v>
                </c:pt>
                <c:pt idx="20274">
                  <c:v>62644</c:v>
                </c:pt>
                <c:pt idx="20275">
                  <c:v>62645</c:v>
                </c:pt>
                <c:pt idx="20276">
                  <c:v>62646</c:v>
                </c:pt>
                <c:pt idx="20277">
                  <c:v>62647</c:v>
                </c:pt>
                <c:pt idx="20278">
                  <c:v>62648</c:v>
                </c:pt>
                <c:pt idx="20279">
                  <c:v>62649</c:v>
                </c:pt>
                <c:pt idx="20280">
                  <c:v>62650</c:v>
                </c:pt>
                <c:pt idx="20281">
                  <c:v>62651</c:v>
                </c:pt>
                <c:pt idx="20282">
                  <c:v>62652</c:v>
                </c:pt>
                <c:pt idx="20283">
                  <c:v>62653</c:v>
                </c:pt>
                <c:pt idx="20284">
                  <c:v>62654</c:v>
                </c:pt>
                <c:pt idx="20285">
                  <c:v>62655</c:v>
                </c:pt>
                <c:pt idx="20286">
                  <c:v>62656</c:v>
                </c:pt>
                <c:pt idx="20287">
                  <c:v>62657</c:v>
                </c:pt>
                <c:pt idx="20288">
                  <c:v>62658</c:v>
                </c:pt>
                <c:pt idx="20289">
                  <c:v>62659</c:v>
                </c:pt>
                <c:pt idx="20290">
                  <c:v>62660</c:v>
                </c:pt>
                <c:pt idx="20291">
                  <c:v>62661</c:v>
                </c:pt>
                <c:pt idx="20292">
                  <c:v>62662</c:v>
                </c:pt>
                <c:pt idx="20293">
                  <c:v>62663</c:v>
                </c:pt>
                <c:pt idx="20294">
                  <c:v>62664</c:v>
                </c:pt>
                <c:pt idx="20295">
                  <c:v>62665</c:v>
                </c:pt>
                <c:pt idx="20296">
                  <c:v>62666</c:v>
                </c:pt>
                <c:pt idx="20297">
                  <c:v>62667</c:v>
                </c:pt>
                <c:pt idx="20298">
                  <c:v>62668</c:v>
                </c:pt>
                <c:pt idx="20299">
                  <c:v>62669</c:v>
                </c:pt>
                <c:pt idx="20300">
                  <c:v>62670</c:v>
                </c:pt>
                <c:pt idx="20301">
                  <c:v>62671</c:v>
                </c:pt>
                <c:pt idx="20302">
                  <c:v>62672</c:v>
                </c:pt>
                <c:pt idx="20303">
                  <c:v>62673</c:v>
                </c:pt>
                <c:pt idx="20304">
                  <c:v>62674</c:v>
                </c:pt>
                <c:pt idx="20305">
                  <c:v>62675</c:v>
                </c:pt>
                <c:pt idx="20306">
                  <c:v>62676</c:v>
                </c:pt>
                <c:pt idx="20307">
                  <c:v>62677</c:v>
                </c:pt>
                <c:pt idx="20308">
                  <c:v>62678</c:v>
                </c:pt>
                <c:pt idx="20309">
                  <c:v>62679</c:v>
                </c:pt>
                <c:pt idx="20310">
                  <c:v>62680</c:v>
                </c:pt>
                <c:pt idx="20311">
                  <c:v>62681</c:v>
                </c:pt>
                <c:pt idx="20312">
                  <c:v>62682</c:v>
                </c:pt>
                <c:pt idx="20313">
                  <c:v>62683</c:v>
                </c:pt>
                <c:pt idx="20314">
                  <c:v>62684</c:v>
                </c:pt>
                <c:pt idx="20315">
                  <c:v>62685</c:v>
                </c:pt>
                <c:pt idx="20316">
                  <c:v>62686</c:v>
                </c:pt>
                <c:pt idx="20317">
                  <c:v>62687</c:v>
                </c:pt>
                <c:pt idx="20318">
                  <c:v>62688</c:v>
                </c:pt>
                <c:pt idx="20319">
                  <c:v>62689</c:v>
                </c:pt>
                <c:pt idx="20320">
                  <c:v>62690</c:v>
                </c:pt>
                <c:pt idx="20321">
                  <c:v>62691</c:v>
                </c:pt>
                <c:pt idx="20322">
                  <c:v>62692</c:v>
                </c:pt>
                <c:pt idx="20323">
                  <c:v>62693</c:v>
                </c:pt>
                <c:pt idx="20324">
                  <c:v>62694</c:v>
                </c:pt>
                <c:pt idx="20325">
                  <c:v>62695</c:v>
                </c:pt>
                <c:pt idx="20326">
                  <c:v>62696</c:v>
                </c:pt>
                <c:pt idx="20327">
                  <c:v>62697</c:v>
                </c:pt>
                <c:pt idx="20328">
                  <c:v>62698</c:v>
                </c:pt>
                <c:pt idx="20329">
                  <c:v>62699</c:v>
                </c:pt>
                <c:pt idx="20330">
                  <c:v>62700</c:v>
                </c:pt>
                <c:pt idx="20331">
                  <c:v>62701</c:v>
                </c:pt>
                <c:pt idx="20332">
                  <c:v>62702</c:v>
                </c:pt>
                <c:pt idx="20333">
                  <c:v>62703</c:v>
                </c:pt>
                <c:pt idx="20334">
                  <c:v>62704</c:v>
                </c:pt>
                <c:pt idx="20335">
                  <c:v>62705</c:v>
                </c:pt>
                <c:pt idx="20336">
                  <c:v>62706</c:v>
                </c:pt>
                <c:pt idx="20337">
                  <c:v>62707</c:v>
                </c:pt>
                <c:pt idx="20338">
                  <c:v>62708</c:v>
                </c:pt>
                <c:pt idx="20339">
                  <c:v>62709</c:v>
                </c:pt>
                <c:pt idx="20340">
                  <c:v>62710</c:v>
                </c:pt>
                <c:pt idx="20341">
                  <c:v>62711</c:v>
                </c:pt>
                <c:pt idx="20342">
                  <c:v>62712</c:v>
                </c:pt>
                <c:pt idx="20343">
                  <c:v>62713</c:v>
                </c:pt>
                <c:pt idx="20344">
                  <c:v>62714</c:v>
                </c:pt>
                <c:pt idx="20345">
                  <c:v>62715</c:v>
                </c:pt>
                <c:pt idx="20346">
                  <c:v>62716</c:v>
                </c:pt>
                <c:pt idx="20347">
                  <c:v>62717</c:v>
                </c:pt>
                <c:pt idx="20348">
                  <c:v>62718</c:v>
                </c:pt>
                <c:pt idx="20349">
                  <c:v>62719</c:v>
                </c:pt>
                <c:pt idx="20350">
                  <c:v>62720</c:v>
                </c:pt>
                <c:pt idx="20351">
                  <c:v>62721</c:v>
                </c:pt>
                <c:pt idx="20352">
                  <c:v>62722</c:v>
                </c:pt>
                <c:pt idx="20353">
                  <c:v>62723</c:v>
                </c:pt>
                <c:pt idx="20354">
                  <c:v>62724</c:v>
                </c:pt>
                <c:pt idx="20355">
                  <c:v>62725</c:v>
                </c:pt>
                <c:pt idx="20356">
                  <c:v>62726</c:v>
                </c:pt>
                <c:pt idx="20357">
                  <c:v>62727</c:v>
                </c:pt>
                <c:pt idx="20358">
                  <c:v>62728</c:v>
                </c:pt>
                <c:pt idx="20359">
                  <c:v>62729</c:v>
                </c:pt>
                <c:pt idx="20360">
                  <c:v>62730</c:v>
                </c:pt>
                <c:pt idx="20361">
                  <c:v>62731</c:v>
                </c:pt>
                <c:pt idx="20362">
                  <c:v>62732</c:v>
                </c:pt>
                <c:pt idx="20363">
                  <c:v>62733</c:v>
                </c:pt>
                <c:pt idx="20364">
                  <c:v>62734</c:v>
                </c:pt>
                <c:pt idx="20365">
                  <c:v>62735</c:v>
                </c:pt>
                <c:pt idx="20366">
                  <c:v>62736</c:v>
                </c:pt>
                <c:pt idx="20367">
                  <c:v>62737</c:v>
                </c:pt>
                <c:pt idx="20368">
                  <c:v>62738</c:v>
                </c:pt>
                <c:pt idx="20369">
                  <c:v>62739</c:v>
                </c:pt>
                <c:pt idx="20370">
                  <c:v>62740</c:v>
                </c:pt>
                <c:pt idx="20371">
                  <c:v>62741</c:v>
                </c:pt>
                <c:pt idx="20372">
                  <c:v>62742</c:v>
                </c:pt>
                <c:pt idx="20373">
                  <c:v>62743</c:v>
                </c:pt>
                <c:pt idx="20374">
                  <c:v>62744</c:v>
                </c:pt>
                <c:pt idx="20375">
                  <c:v>62745</c:v>
                </c:pt>
                <c:pt idx="20376">
                  <c:v>62746</c:v>
                </c:pt>
                <c:pt idx="20377">
                  <c:v>62747</c:v>
                </c:pt>
                <c:pt idx="20378">
                  <c:v>62748</c:v>
                </c:pt>
                <c:pt idx="20379">
                  <c:v>62749</c:v>
                </c:pt>
                <c:pt idx="20380">
                  <c:v>62750</c:v>
                </c:pt>
                <c:pt idx="20381">
                  <c:v>62751</c:v>
                </c:pt>
                <c:pt idx="20382">
                  <c:v>62752</c:v>
                </c:pt>
                <c:pt idx="20383">
                  <c:v>62753</c:v>
                </c:pt>
                <c:pt idx="20384">
                  <c:v>62754</c:v>
                </c:pt>
                <c:pt idx="20385">
                  <c:v>62755</c:v>
                </c:pt>
                <c:pt idx="20386">
                  <c:v>62756</c:v>
                </c:pt>
                <c:pt idx="20387">
                  <c:v>62757</c:v>
                </c:pt>
                <c:pt idx="20388">
                  <c:v>62758</c:v>
                </c:pt>
                <c:pt idx="20389">
                  <c:v>62759</c:v>
                </c:pt>
                <c:pt idx="20390">
                  <c:v>62760</c:v>
                </c:pt>
                <c:pt idx="20391">
                  <c:v>62761</c:v>
                </c:pt>
                <c:pt idx="20392">
                  <c:v>62762</c:v>
                </c:pt>
                <c:pt idx="20393">
                  <c:v>62763</c:v>
                </c:pt>
                <c:pt idx="20394">
                  <c:v>62764</c:v>
                </c:pt>
                <c:pt idx="20395">
                  <c:v>62765</c:v>
                </c:pt>
                <c:pt idx="20396">
                  <c:v>62766</c:v>
                </c:pt>
                <c:pt idx="20397">
                  <c:v>62767</c:v>
                </c:pt>
                <c:pt idx="20398">
                  <c:v>62768</c:v>
                </c:pt>
                <c:pt idx="20399">
                  <c:v>62769</c:v>
                </c:pt>
                <c:pt idx="20400">
                  <c:v>62770</c:v>
                </c:pt>
                <c:pt idx="20401">
                  <c:v>62771</c:v>
                </c:pt>
                <c:pt idx="20402">
                  <c:v>62772</c:v>
                </c:pt>
                <c:pt idx="20403">
                  <c:v>62773</c:v>
                </c:pt>
                <c:pt idx="20404">
                  <c:v>62774</c:v>
                </c:pt>
                <c:pt idx="20405">
                  <c:v>62775</c:v>
                </c:pt>
                <c:pt idx="20406">
                  <c:v>62776</c:v>
                </c:pt>
                <c:pt idx="20407">
                  <c:v>62777</c:v>
                </c:pt>
                <c:pt idx="20408">
                  <c:v>62778</c:v>
                </c:pt>
                <c:pt idx="20409">
                  <c:v>62779</c:v>
                </c:pt>
                <c:pt idx="20410">
                  <c:v>62780</c:v>
                </c:pt>
                <c:pt idx="20411">
                  <c:v>62781</c:v>
                </c:pt>
                <c:pt idx="20412">
                  <c:v>62782</c:v>
                </c:pt>
                <c:pt idx="20413">
                  <c:v>62783</c:v>
                </c:pt>
                <c:pt idx="20414">
                  <c:v>62784</c:v>
                </c:pt>
                <c:pt idx="20415">
                  <c:v>62785</c:v>
                </c:pt>
                <c:pt idx="20416">
                  <c:v>62786</c:v>
                </c:pt>
                <c:pt idx="20417">
                  <c:v>62787</c:v>
                </c:pt>
                <c:pt idx="20418">
                  <c:v>62788</c:v>
                </c:pt>
                <c:pt idx="20419">
                  <c:v>62789</c:v>
                </c:pt>
                <c:pt idx="20420">
                  <c:v>62790</c:v>
                </c:pt>
                <c:pt idx="20421">
                  <c:v>62791</c:v>
                </c:pt>
                <c:pt idx="20422">
                  <c:v>62792</c:v>
                </c:pt>
                <c:pt idx="20423">
                  <c:v>62793</c:v>
                </c:pt>
                <c:pt idx="20424">
                  <c:v>62794</c:v>
                </c:pt>
                <c:pt idx="20425">
                  <c:v>62795</c:v>
                </c:pt>
                <c:pt idx="20426">
                  <c:v>62796</c:v>
                </c:pt>
                <c:pt idx="20427">
                  <c:v>62797</c:v>
                </c:pt>
                <c:pt idx="20428">
                  <c:v>62798</c:v>
                </c:pt>
                <c:pt idx="20429">
                  <c:v>62799</c:v>
                </c:pt>
                <c:pt idx="20430">
                  <c:v>62800</c:v>
                </c:pt>
                <c:pt idx="20431">
                  <c:v>62801</c:v>
                </c:pt>
                <c:pt idx="20432">
                  <c:v>62802</c:v>
                </c:pt>
                <c:pt idx="20433">
                  <c:v>62803</c:v>
                </c:pt>
                <c:pt idx="20434">
                  <c:v>62804</c:v>
                </c:pt>
                <c:pt idx="20435">
                  <c:v>62805</c:v>
                </c:pt>
                <c:pt idx="20436">
                  <c:v>62806</c:v>
                </c:pt>
                <c:pt idx="20437">
                  <c:v>62807</c:v>
                </c:pt>
                <c:pt idx="20438">
                  <c:v>62808</c:v>
                </c:pt>
                <c:pt idx="20439">
                  <c:v>62809</c:v>
                </c:pt>
                <c:pt idx="20440">
                  <c:v>62810</c:v>
                </c:pt>
                <c:pt idx="20441">
                  <c:v>62811</c:v>
                </c:pt>
                <c:pt idx="20442">
                  <c:v>62812</c:v>
                </c:pt>
                <c:pt idx="20443">
                  <c:v>62813</c:v>
                </c:pt>
                <c:pt idx="20444">
                  <c:v>62814</c:v>
                </c:pt>
                <c:pt idx="20445">
                  <c:v>62815</c:v>
                </c:pt>
                <c:pt idx="20446">
                  <c:v>62816</c:v>
                </c:pt>
                <c:pt idx="20447">
                  <c:v>62817</c:v>
                </c:pt>
                <c:pt idx="20448">
                  <c:v>62818</c:v>
                </c:pt>
                <c:pt idx="20449">
                  <c:v>62819</c:v>
                </c:pt>
                <c:pt idx="20450">
                  <c:v>62820</c:v>
                </c:pt>
                <c:pt idx="20451">
                  <c:v>62821</c:v>
                </c:pt>
                <c:pt idx="20452">
                  <c:v>62822</c:v>
                </c:pt>
                <c:pt idx="20453">
                  <c:v>62823</c:v>
                </c:pt>
                <c:pt idx="20454">
                  <c:v>62824</c:v>
                </c:pt>
                <c:pt idx="20455">
                  <c:v>62825</c:v>
                </c:pt>
                <c:pt idx="20456">
                  <c:v>62826</c:v>
                </c:pt>
                <c:pt idx="20457">
                  <c:v>62827</c:v>
                </c:pt>
                <c:pt idx="20458">
                  <c:v>62828</c:v>
                </c:pt>
                <c:pt idx="20459">
                  <c:v>62829</c:v>
                </c:pt>
                <c:pt idx="20460">
                  <c:v>62830</c:v>
                </c:pt>
                <c:pt idx="20461">
                  <c:v>62831</c:v>
                </c:pt>
                <c:pt idx="20462">
                  <c:v>62832</c:v>
                </c:pt>
                <c:pt idx="20463">
                  <c:v>62833</c:v>
                </c:pt>
                <c:pt idx="20464">
                  <c:v>62834</c:v>
                </c:pt>
                <c:pt idx="20465">
                  <c:v>62835</c:v>
                </c:pt>
                <c:pt idx="20466">
                  <c:v>62836</c:v>
                </c:pt>
                <c:pt idx="20467">
                  <c:v>62837</c:v>
                </c:pt>
                <c:pt idx="20468">
                  <c:v>62838</c:v>
                </c:pt>
                <c:pt idx="20469">
                  <c:v>62839</c:v>
                </c:pt>
                <c:pt idx="20470">
                  <c:v>62840</c:v>
                </c:pt>
                <c:pt idx="20471">
                  <c:v>62841</c:v>
                </c:pt>
                <c:pt idx="20472">
                  <c:v>62842</c:v>
                </c:pt>
                <c:pt idx="20473">
                  <c:v>62843</c:v>
                </c:pt>
                <c:pt idx="20474">
                  <c:v>62844</c:v>
                </c:pt>
                <c:pt idx="20475">
                  <c:v>62845</c:v>
                </c:pt>
                <c:pt idx="20476">
                  <c:v>62846</c:v>
                </c:pt>
                <c:pt idx="20477">
                  <c:v>62847</c:v>
                </c:pt>
                <c:pt idx="20478">
                  <c:v>62848</c:v>
                </c:pt>
                <c:pt idx="20479">
                  <c:v>62849</c:v>
                </c:pt>
                <c:pt idx="20480">
                  <c:v>62850</c:v>
                </c:pt>
                <c:pt idx="20481">
                  <c:v>62851</c:v>
                </c:pt>
                <c:pt idx="20482">
                  <c:v>62852</c:v>
                </c:pt>
                <c:pt idx="20483">
                  <c:v>62853</c:v>
                </c:pt>
                <c:pt idx="20484">
                  <c:v>62854</c:v>
                </c:pt>
                <c:pt idx="20485">
                  <c:v>62855</c:v>
                </c:pt>
                <c:pt idx="20486">
                  <c:v>62856</c:v>
                </c:pt>
                <c:pt idx="20487">
                  <c:v>62857</c:v>
                </c:pt>
                <c:pt idx="20488">
                  <c:v>62858</c:v>
                </c:pt>
                <c:pt idx="20489">
                  <c:v>62859</c:v>
                </c:pt>
                <c:pt idx="20490">
                  <c:v>62860</c:v>
                </c:pt>
                <c:pt idx="20491">
                  <c:v>62861</c:v>
                </c:pt>
                <c:pt idx="20492">
                  <c:v>62862</c:v>
                </c:pt>
                <c:pt idx="20493">
                  <c:v>62863</c:v>
                </c:pt>
                <c:pt idx="20494">
                  <c:v>62864</c:v>
                </c:pt>
                <c:pt idx="20495">
                  <c:v>62865</c:v>
                </c:pt>
                <c:pt idx="20496">
                  <c:v>62866</c:v>
                </c:pt>
                <c:pt idx="20497">
                  <c:v>62867</c:v>
                </c:pt>
                <c:pt idx="20498">
                  <c:v>62868</c:v>
                </c:pt>
                <c:pt idx="20499">
                  <c:v>62869</c:v>
                </c:pt>
                <c:pt idx="20500">
                  <c:v>62870</c:v>
                </c:pt>
                <c:pt idx="20501">
                  <c:v>62871</c:v>
                </c:pt>
                <c:pt idx="20502">
                  <c:v>62872</c:v>
                </c:pt>
                <c:pt idx="20503">
                  <c:v>62873</c:v>
                </c:pt>
                <c:pt idx="20504">
                  <c:v>62874</c:v>
                </c:pt>
                <c:pt idx="20505">
                  <c:v>62875</c:v>
                </c:pt>
                <c:pt idx="20506">
                  <c:v>62876</c:v>
                </c:pt>
                <c:pt idx="20507">
                  <c:v>62877</c:v>
                </c:pt>
                <c:pt idx="20508">
                  <c:v>62878</c:v>
                </c:pt>
                <c:pt idx="20509">
                  <c:v>62879</c:v>
                </c:pt>
                <c:pt idx="20510">
                  <c:v>62880</c:v>
                </c:pt>
                <c:pt idx="20511">
                  <c:v>62881</c:v>
                </c:pt>
                <c:pt idx="20512">
                  <c:v>62882</c:v>
                </c:pt>
                <c:pt idx="20513">
                  <c:v>62883</c:v>
                </c:pt>
                <c:pt idx="20514">
                  <c:v>62884</c:v>
                </c:pt>
                <c:pt idx="20515">
                  <c:v>62885</c:v>
                </c:pt>
                <c:pt idx="20516">
                  <c:v>62886</c:v>
                </c:pt>
                <c:pt idx="20517">
                  <c:v>62887</c:v>
                </c:pt>
                <c:pt idx="20518">
                  <c:v>62888</c:v>
                </c:pt>
                <c:pt idx="20519">
                  <c:v>62889</c:v>
                </c:pt>
                <c:pt idx="20520">
                  <c:v>62890</c:v>
                </c:pt>
                <c:pt idx="20521">
                  <c:v>62891</c:v>
                </c:pt>
                <c:pt idx="20522">
                  <c:v>62892</c:v>
                </c:pt>
                <c:pt idx="20523">
                  <c:v>62893</c:v>
                </c:pt>
                <c:pt idx="20524">
                  <c:v>62894</c:v>
                </c:pt>
                <c:pt idx="20525">
                  <c:v>62895</c:v>
                </c:pt>
                <c:pt idx="20526">
                  <c:v>62896</c:v>
                </c:pt>
                <c:pt idx="20527">
                  <c:v>62897</c:v>
                </c:pt>
                <c:pt idx="20528">
                  <c:v>62898</c:v>
                </c:pt>
                <c:pt idx="20529">
                  <c:v>62899</c:v>
                </c:pt>
                <c:pt idx="20530">
                  <c:v>62900</c:v>
                </c:pt>
                <c:pt idx="20531">
                  <c:v>62901</c:v>
                </c:pt>
                <c:pt idx="20532">
                  <c:v>62902</c:v>
                </c:pt>
                <c:pt idx="20533">
                  <c:v>62903</c:v>
                </c:pt>
                <c:pt idx="20534">
                  <c:v>62904</c:v>
                </c:pt>
                <c:pt idx="20535">
                  <c:v>62905</c:v>
                </c:pt>
                <c:pt idx="20536">
                  <c:v>62906</c:v>
                </c:pt>
                <c:pt idx="20537">
                  <c:v>62907</c:v>
                </c:pt>
                <c:pt idx="20538">
                  <c:v>62908</c:v>
                </c:pt>
                <c:pt idx="20539">
                  <c:v>62909</c:v>
                </c:pt>
                <c:pt idx="20540">
                  <c:v>62910</c:v>
                </c:pt>
                <c:pt idx="20541">
                  <c:v>62911</c:v>
                </c:pt>
                <c:pt idx="20542">
                  <c:v>62912</c:v>
                </c:pt>
                <c:pt idx="20543">
                  <c:v>62913</c:v>
                </c:pt>
                <c:pt idx="20544">
                  <c:v>62914</c:v>
                </c:pt>
                <c:pt idx="20545">
                  <c:v>62915</c:v>
                </c:pt>
                <c:pt idx="20546">
                  <c:v>62916</c:v>
                </c:pt>
                <c:pt idx="20547">
                  <c:v>62917</c:v>
                </c:pt>
                <c:pt idx="20548">
                  <c:v>62918</c:v>
                </c:pt>
                <c:pt idx="20549">
                  <c:v>62919</c:v>
                </c:pt>
                <c:pt idx="20550">
                  <c:v>62920</c:v>
                </c:pt>
                <c:pt idx="20551">
                  <c:v>62921</c:v>
                </c:pt>
                <c:pt idx="20552">
                  <c:v>62922</c:v>
                </c:pt>
                <c:pt idx="20553">
                  <c:v>62923</c:v>
                </c:pt>
                <c:pt idx="20554">
                  <c:v>62924</c:v>
                </c:pt>
                <c:pt idx="20555">
                  <c:v>62925</c:v>
                </c:pt>
                <c:pt idx="20556">
                  <c:v>62926</c:v>
                </c:pt>
                <c:pt idx="20557">
                  <c:v>62927</c:v>
                </c:pt>
                <c:pt idx="20558">
                  <c:v>62928</c:v>
                </c:pt>
                <c:pt idx="20559">
                  <c:v>62929</c:v>
                </c:pt>
                <c:pt idx="20560">
                  <c:v>62930</c:v>
                </c:pt>
                <c:pt idx="20561">
                  <c:v>62931</c:v>
                </c:pt>
                <c:pt idx="20562">
                  <c:v>62932</c:v>
                </c:pt>
                <c:pt idx="20563">
                  <c:v>62933</c:v>
                </c:pt>
                <c:pt idx="20564">
                  <c:v>62934</c:v>
                </c:pt>
                <c:pt idx="20565">
                  <c:v>62935</c:v>
                </c:pt>
                <c:pt idx="20566">
                  <c:v>62936</c:v>
                </c:pt>
                <c:pt idx="20567">
                  <c:v>62937</c:v>
                </c:pt>
                <c:pt idx="20568">
                  <c:v>62938</c:v>
                </c:pt>
                <c:pt idx="20569">
                  <c:v>62939</c:v>
                </c:pt>
                <c:pt idx="20570">
                  <c:v>62940</c:v>
                </c:pt>
                <c:pt idx="20571">
                  <c:v>62941</c:v>
                </c:pt>
                <c:pt idx="20572">
                  <c:v>62942</c:v>
                </c:pt>
                <c:pt idx="20573">
                  <c:v>62943</c:v>
                </c:pt>
                <c:pt idx="20574">
                  <c:v>62944</c:v>
                </c:pt>
                <c:pt idx="20575">
                  <c:v>62945</c:v>
                </c:pt>
                <c:pt idx="20576">
                  <c:v>62946</c:v>
                </c:pt>
                <c:pt idx="20577">
                  <c:v>62947</c:v>
                </c:pt>
                <c:pt idx="20578">
                  <c:v>62948</c:v>
                </c:pt>
                <c:pt idx="20579">
                  <c:v>62949</c:v>
                </c:pt>
                <c:pt idx="20580">
                  <c:v>62950</c:v>
                </c:pt>
                <c:pt idx="20581">
                  <c:v>62951</c:v>
                </c:pt>
                <c:pt idx="20582">
                  <c:v>62952</c:v>
                </c:pt>
                <c:pt idx="20583">
                  <c:v>62953</c:v>
                </c:pt>
                <c:pt idx="20584">
                  <c:v>62954</c:v>
                </c:pt>
                <c:pt idx="20585">
                  <c:v>62955</c:v>
                </c:pt>
                <c:pt idx="20586">
                  <c:v>62956</c:v>
                </c:pt>
                <c:pt idx="20587">
                  <c:v>62957</c:v>
                </c:pt>
                <c:pt idx="20588">
                  <c:v>62958</c:v>
                </c:pt>
                <c:pt idx="20589">
                  <c:v>62959</c:v>
                </c:pt>
                <c:pt idx="20590">
                  <c:v>62960</c:v>
                </c:pt>
                <c:pt idx="20591">
                  <c:v>62961</c:v>
                </c:pt>
                <c:pt idx="20592">
                  <c:v>62962</c:v>
                </c:pt>
                <c:pt idx="20593">
                  <c:v>62963</c:v>
                </c:pt>
                <c:pt idx="20594">
                  <c:v>62964</c:v>
                </c:pt>
                <c:pt idx="20595">
                  <c:v>62965</c:v>
                </c:pt>
                <c:pt idx="20596">
                  <c:v>62966</c:v>
                </c:pt>
                <c:pt idx="20597">
                  <c:v>62967</c:v>
                </c:pt>
                <c:pt idx="20598">
                  <c:v>62968</c:v>
                </c:pt>
                <c:pt idx="20599">
                  <c:v>62969</c:v>
                </c:pt>
                <c:pt idx="20600">
                  <c:v>62970</c:v>
                </c:pt>
                <c:pt idx="20601">
                  <c:v>62971</c:v>
                </c:pt>
                <c:pt idx="20602">
                  <c:v>62972</c:v>
                </c:pt>
                <c:pt idx="20603">
                  <c:v>62973</c:v>
                </c:pt>
                <c:pt idx="20604">
                  <c:v>62974</c:v>
                </c:pt>
                <c:pt idx="20605">
                  <c:v>62975</c:v>
                </c:pt>
                <c:pt idx="20606">
                  <c:v>62976</c:v>
                </c:pt>
                <c:pt idx="20607">
                  <c:v>62977</c:v>
                </c:pt>
                <c:pt idx="20608">
                  <c:v>62978</c:v>
                </c:pt>
                <c:pt idx="20609">
                  <c:v>62979</c:v>
                </c:pt>
                <c:pt idx="20610">
                  <c:v>62980</c:v>
                </c:pt>
                <c:pt idx="20611">
                  <c:v>62981</c:v>
                </c:pt>
                <c:pt idx="20612">
                  <c:v>62982</c:v>
                </c:pt>
                <c:pt idx="20613">
                  <c:v>62983</c:v>
                </c:pt>
                <c:pt idx="20614">
                  <c:v>62984</c:v>
                </c:pt>
                <c:pt idx="20615">
                  <c:v>62985</c:v>
                </c:pt>
                <c:pt idx="20616">
                  <c:v>62986</c:v>
                </c:pt>
                <c:pt idx="20617">
                  <c:v>62987</c:v>
                </c:pt>
                <c:pt idx="20618">
                  <c:v>62988</c:v>
                </c:pt>
                <c:pt idx="20619">
                  <c:v>62989</c:v>
                </c:pt>
                <c:pt idx="20620">
                  <c:v>62990</c:v>
                </c:pt>
                <c:pt idx="20621">
                  <c:v>62991</c:v>
                </c:pt>
                <c:pt idx="20622">
                  <c:v>62992</c:v>
                </c:pt>
                <c:pt idx="20623">
                  <c:v>62993</c:v>
                </c:pt>
                <c:pt idx="20624">
                  <c:v>62994</c:v>
                </c:pt>
                <c:pt idx="20625">
                  <c:v>62995</c:v>
                </c:pt>
                <c:pt idx="20626">
                  <c:v>62996</c:v>
                </c:pt>
                <c:pt idx="20627">
                  <c:v>62997</c:v>
                </c:pt>
                <c:pt idx="20628">
                  <c:v>62998</c:v>
                </c:pt>
                <c:pt idx="20629">
                  <c:v>62999</c:v>
                </c:pt>
                <c:pt idx="20630">
                  <c:v>63000</c:v>
                </c:pt>
                <c:pt idx="20631">
                  <c:v>63001</c:v>
                </c:pt>
                <c:pt idx="20632">
                  <c:v>63002</c:v>
                </c:pt>
                <c:pt idx="20633">
                  <c:v>63003</c:v>
                </c:pt>
                <c:pt idx="20634">
                  <c:v>63004</c:v>
                </c:pt>
                <c:pt idx="20635">
                  <c:v>63005</c:v>
                </c:pt>
                <c:pt idx="20636">
                  <c:v>63006</c:v>
                </c:pt>
                <c:pt idx="20637">
                  <c:v>63007</c:v>
                </c:pt>
                <c:pt idx="20638">
                  <c:v>63008</c:v>
                </c:pt>
                <c:pt idx="20639">
                  <c:v>63009</c:v>
                </c:pt>
                <c:pt idx="20640">
                  <c:v>63010</c:v>
                </c:pt>
                <c:pt idx="20641">
                  <c:v>63011</c:v>
                </c:pt>
                <c:pt idx="20642">
                  <c:v>63012</c:v>
                </c:pt>
                <c:pt idx="20643">
                  <c:v>63013</c:v>
                </c:pt>
                <c:pt idx="20644">
                  <c:v>63014</c:v>
                </c:pt>
                <c:pt idx="20645">
                  <c:v>63015</c:v>
                </c:pt>
                <c:pt idx="20646">
                  <c:v>63016</c:v>
                </c:pt>
                <c:pt idx="20647">
                  <c:v>63017</c:v>
                </c:pt>
                <c:pt idx="20648">
                  <c:v>63018</c:v>
                </c:pt>
                <c:pt idx="20649">
                  <c:v>63019</c:v>
                </c:pt>
                <c:pt idx="20650">
                  <c:v>63020</c:v>
                </c:pt>
                <c:pt idx="20651">
                  <c:v>63021</c:v>
                </c:pt>
                <c:pt idx="20652">
                  <c:v>63022</c:v>
                </c:pt>
                <c:pt idx="20653">
                  <c:v>63023</c:v>
                </c:pt>
                <c:pt idx="20654">
                  <c:v>63024</c:v>
                </c:pt>
                <c:pt idx="20655">
                  <c:v>63025</c:v>
                </c:pt>
                <c:pt idx="20656">
                  <c:v>63026</c:v>
                </c:pt>
                <c:pt idx="20657">
                  <c:v>63027</c:v>
                </c:pt>
                <c:pt idx="20658">
                  <c:v>63028</c:v>
                </c:pt>
                <c:pt idx="20659">
                  <c:v>63029</c:v>
                </c:pt>
                <c:pt idx="20660">
                  <c:v>63030</c:v>
                </c:pt>
                <c:pt idx="20661">
                  <c:v>63031</c:v>
                </c:pt>
                <c:pt idx="20662">
                  <c:v>63032</c:v>
                </c:pt>
                <c:pt idx="20663">
                  <c:v>63033</c:v>
                </c:pt>
                <c:pt idx="20664">
                  <c:v>63034</c:v>
                </c:pt>
                <c:pt idx="20665">
                  <c:v>63035</c:v>
                </c:pt>
                <c:pt idx="20666">
                  <c:v>63036</c:v>
                </c:pt>
                <c:pt idx="20667">
                  <c:v>63037</c:v>
                </c:pt>
                <c:pt idx="20668">
                  <c:v>63038</c:v>
                </c:pt>
                <c:pt idx="20669">
                  <c:v>63039</c:v>
                </c:pt>
                <c:pt idx="20670">
                  <c:v>63040</c:v>
                </c:pt>
                <c:pt idx="20671">
                  <c:v>63041</c:v>
                </c:pt>
                <c:pt idx="20672">
                  <c:v>63042</c:v>
                </c:pt>
                <c:pt idx="20673">
                  <c:v>63043</c:v>
                </c:pt>
                <c:pt idx="20674">
                  <c:v>63044</c:v>
                </c:pt>
                <c:pt idx="20675">
                  <c:v>63045</c:v>
                </c:pt>
                <c:pt idx="20676">
                  <c:v>63046</c:v>
                </c:pt>
                <c:pt idx="20677">
                  <c:v>63047</c:v>
                </c:pt>
                <c:pt idx="20678">
                  <c:v>63048</c:v>
                </c:pt>
                <c:pt idx="20679">
                  <c:v>63049</c:v>
                </c:pt>
                <c:pt idx="20680">
                  <c:v>63050</c:v>
                </c:pt>
                <c:pt idx="20681">
                  <c:v>63051</c:v>
                </c:pt>
                <c:pt idx="20682">
                  <c:v>63052</c:v>
                </c:pt>
                <c:pt idx="20683">
                  <c:v>63053</c:v>
                </c:pt>
                <c:pt idx="20684">
                  <c:v>63054</c:v>
                </c:pt>
                <c:pt idx="20685">
                  <c:v>63055</c:v>
                </c:pt>
                <c:pt idx="20686">
                  <c:v>63056</c:v>
                </c:pt>
                <c:pt idx="20687">
                  <c:v>63057</c:v>
                </c:pt>
                <c:pt idx="20688">
                  <c:v>63058</c:v>
                </c:pt>
                <c:pt idx="20689">
                  <c:v>63059</c:v>
                </c:pt>
                <c:pt idx="20690">
                  <c:v>63060</c:v>
                </c:pt>
                <c:pt idx="20691">
                  <c:v>63061</c:v>
                </c:pt>
                <c:pt idx="20692">
                  <c:v>63062</c:v>
                </c:pt>
                <c:pt idx="20693">
                  <c:v>63063</c:v>
                </c:pt>
                <c:pt idx="20694">
                  <c:v>63064</c:v>
                </c:pt>
                <c:pt idx="20695">
                  <c:v>63065</c:v>
                </c:pt>
                <c:pt idx="20696">
                  <c:v>63066</c:v>
                </c:pt>
                <c:pt idx="20697">
                  <c:v>63067</c:v>
                </c:pt>
                <c:pt idx="20698">
                  <c:v>63068</c:v>
                </c:pt>
                <c:pt idx="20699">
                  <c:v>63069</c:v>
                </c:pt>
                <c:pt idx="20700">
                  <c:v>63070</c:v>
                </c:pt>
                <c:pt idx="20701">
                  <c:v>63071</c:v>
                </c:pt>
                <c:pt idx="20702">
                  <c:v>63072</c:v>
                </c:pt>
                <c:pt idx="20703">
                  <c:v>63073</c:v>
                </c:pt>
                <c:pt idx="20704">
                  <c:v>63074</c:v>
                </c:pt>
                <c:pt idx="20705">
                  <c:v>63075</c:v>
                </c:pt>
                <c:pt idx="20706">
                  <c:v>63076</c:v>
                </c:pt>
                <c:pt idx="20707">
                  <c:v>63077</c:v>
                </c:pt>
                <c:pt idx="20708">
                  <c:v>63078</c:v>
                </c:pt>
                <c:pt idx="20709">
                  <c:v>63079</c:v>
                </c:pt>
                <c:pt idx="20710">
                  <c:v>63080</c:v>
                </c:pt>
                <c:pt idx="20711">
                  <c:v>63081</c:v>
                </c:pt>
                <c:pt idx="20712">
                  <c:v>63082</c:v>
                </c:pt>
                <c:pt idx="20713">
                  <c:v>63083</c:v>
                </c:pt>
                <c:pt idx="20714">
                  <c:v>63084</c:v>
                </c:pt>
                <c:pt idx="20715">
                  <c:v>63085</c:v>
                </c:pt>
                <c:pt idx="20716">
                  <c:v>63086</c:v>
                </c:pt>
                <c:pt idx="20717">
                  <c:v>63087</c:v>
                </c:pt>
                <c:pt idx="20718">
                  <c:v>63088</c:v>
                </c:pt>
                <c:pt idx="20719">
                  <c:v>63089</c:v>
                </c:pt>
                <c:pt idx="20720">
                  <c:v>63090</c:v>
                </c:pt>
                <c:pt idx="20721">
                  <c:v>63091</c:v>
                </c:pt>
                <c:pt idx="20722">
                  <c:v>63092</c:v>
                </c:pt>
                <c:pt idx="20723">
                  <c:v>63093</c:v>
                </c:pt>
                <c:pt idx="20724">
                  <c:v>63094</c:v>
                </c:pt>
                <c:pt idx="20725">
                  <c:v>63095</c:v>
                </c:pt>
                <c:pt idx="20726">
                  <c:v>63096</c:v>
                </c:pt>
                <c:pt idx="20727">
                  <c:v>63097</c:v>
                </c:pt>
                <c:pt idx="20728">
                  <c:v>63098</c:v>
                </c:pt>
                <c:pt idx="20729">
                  <c:v>63099</c:v>
                </c:pt>
                <c:pt idx="20730">
                  <c:v>63100</c:v>
                </c:pt>
                <c:pt idx="20731">
                  <c:v>63101</c:v>
                </c:pt>
                <c:pt idx="20732">
                  <c:v>63102</c:v>
                </c:pt>
                <c:pt idx="20733">
                  <c:v>63103</c:v>
                </c:pt>
                <c:pt idx="20734">
                  <c:v>63104</c:v>
                </c:pt>
                <c:pt idx="20735">
                  <c:v>63105</c:v>
                </c:pt>
                <c:pt idx="20736">
                  <c:v>63106</c:v>
                </c:pt>
                <c:pt idx="20737">
                  <c:v>63107</c:v>
                </c:pt>
                <c:pt idx="20738">
                  <c:v>63108</c:v>
                </c:pt>
                <c:pt idx="20739">
                  <c:v>63109</c:v>
                </c:pt>
                <c:pt idx="20740">
                  <c:v>63110</c:v>
                </c:pt>
                <c:pt idx="20741">
                  <c:v>63111</c:v>
                </c:pt>
                <c:pt idx="20742">
                  <c:v>63112</c:v>
                </c:pt>
                <c:pt idx="20743">
                  <c:v>63113</c:v>
                </c:pt>
                <c:pt idx="20744">
                  <c:v>63114</c:v>
                </c:pt>
                <c:pt idx="20745">
                  <c:v>63115</c:v>
                </c:pt>
                <c:pt idx="20746">
                  <c:v>63116</c:v>
                </c:pt>
                <c:pt idx="20747">
                  <c:v>63117</c:v>
                </c:pt>
                <c:pt idx="20748">
                  <c:v>63118</c:v>
                </c:pt>
                <c:pt idx="20749">
                  <c:v>63119</c:v>
                </c:pt>
                <c:pt idx="20750">
                  <c:v>63120</c:v>
                </c:pt>
                <c:pt idx="20751">
                  <c:v>63121</c:v>
                </c:pt>
                <c:pt idx="20752">
                  <c:v>63122</c:v>
                </c:pt>
                <c:pt idx="20753">
                  <c:v>63123</c:v>
                </c:pt>
                <c:pt idx="20754">
                  <c:v>63124</c:v>
                </c:pt>
                <c:pt idx="20755">
                  <c:v>63125</c:v>
                </c:pt>
                <c:pt idx="20756">
                  <c:v>63126</c:v>
                </c:pt>
                <c:pt idx="20757">
                  <c:v>63127</c:v>
                </c:pt>
                <c:pt idx="20758">
                  <c:v>63128</c:v>
                </c:pt>
                <c:pt idx="20759">
                  <c:v>63129</c:v>
                </c:pt>
                <c:pt idx="20760">
                  <c:v>63130</c:v>
                </c:pt>
                <c:pt idx="20761">
                  <c:v>63131</c:v>
                </c:pt>
                <c:pt idx="20762">
                  <c:v>63132</c:v>
                </c:pt>
                <c:pt idx="20763">
                  <c:v>63133</c:v>
                </c:pt>
                <c:pt idx="20764">
                  <c:v>63134</c:v>
                </c:pt>
                <c:pt idx="20765">
                  <c:v>63135</c:v>
                </c:pt>
                <c:pt idx="20766">
                  <c:v>63136</c:v>
                </c:pt>
                <c:pt idx="20767">
                  <c:v>63137</c:v>
                </c:pt>
                <c:pt idx="20768">
                  <c:v>63138</c:v>
                </c:pt>
                <c:pt idx="20769">
                  <c:v>63139</c:v>
                </c:pt>
                <c:pt idx="20770">
                  <c:v>63140</c:v>
                </c:pt>
                <c:pt idx="20771">
                  <c:v>63141</c:v>
                </c:pt>
                <c:pt idx="20772">
                  <c:v>63142</c:v>
                </c:pt>
                <c:pt idx="20773">
                  <c:v>63143</c:v>
                </c:pt>
                <c:pt idx="20774">
                  <c:v>63144</c:v>
                </c:pt>
                <c:pt idx="20775">
                  <c:v>63145</c:v>
                </c:pt>
                <c:pt idx="20776">
                  <c:v>63146</c:v>
                </c:pt>
                <c:pt idx="20777">
                  <c:v>63147</c:v>
                </c:pt>
                <c:pt idx="20778">
                  <c:v>63148</c:v>
                </c:pt>
                <c:pt idx="20779">
                  <c:v>63149</c:v>
                </c:pt>
                <c:pt idx="20780">
                  <c:v>63150</c:v>
                </c:pt>
                <c:pt idx="20781">
                  <c:v>63151</c:v>
                </c:pt>
                <c:pt idx="20782">
                  <c:v>63152</c:v>
                </c:pt>
                <c:pt idx="20783">
                  <c:v>63153</c:v>
                </c:pt>
                <c:pt idx="20784">
                  <c:v>63154</c:v>
                </c:pt>
                <c:pt idx="20785">
                  <c:v>63155</c:v>
                </c:pt>
                <c:pt idx="20786">
                  <c:v>63156</c:v>
                </c:pt>
                <c:pt idx="20787">
                  <c:v>63157</c:v>
                </c:pt>
                <c:pt idx="20788">
                  <c:v>63158</c:v>
                </c:pt>
                <c:pt idx="20789">
                  <c:v>63159</c:v>
                </c:pt>
                <c:pt idx="20790">
                  <c:v>63160</c:v>
                </c:pt>
                <c:pt idx="20791">
                  <c:v>63161</c:v>
                </c:pt>
                <c:pt idx="20792">
                  <c:v>63162</c:v>
                </c:pt>
                <c:pt idx="20793">
                  <c:v>63163</c:v>
                </c:pt>
                <c:pt idx="20794">
                  <c:v>63164</c:v>
                </c:pt>
                <c:pt idx="20795">
                  <c:v>63165</c:v>
                </c:pt>
                <c:pt idx="20796">
                  <c:v>63166</c:v>
                </c:pt>
                <c:pt idx="20797">
                  <c:v>63167</c:v>
                </c:pt>
                <c:pt idx="20798">
                  <c:v>63168</c:v>
                </c:pt>
                <c:pt idx="20799">
                  <c:v>63169</c:v>
                </c:pt>
                <c:pt idx="20800">
                  <c:v>63170</c:v>
                </c:pt>
                <c:pt idx="20801">
                  <c:v>63171</c:v>
                </c:pt>
                <c:pt idx="20802">
                  <c:v>63172</c:v>
                </c:pt>
                <c:pt idx="20803">
                  <c:v>63173</c:v>
                </c:pt>
                <c:pt idx="20804">
                  <c:v>63174</c:v>
                </c:pt>
                <c:pt idx="20805">
                  <c:v>63175</c:v>
                </c:pt>
                <c:pt idx="20806">
                  <c:v>63176</c:v>
                </c:pt>
                <c:pt idx="20807">
                  <c:v>63177</c:v>
                </c:pt>
                <c:pt idx="20808">
                  <c:v>63178</c:v>
                </c:pt>
                <c:pt idx="20809">
                  <c:v>63179</c:v>
                </c:pt>
                <c:pt idx="20810">
                  <c:v>63180</c:v>
                </c:pt>
                <c:pt idx="20811">
                  <c:v>63181</c:v>
                </c:pt>
                <c:pt idx="20812">
                  <c:v>63182</c:v>
                </c:pt>
                <c:pt idx="20813">
                  <c:v>63183</c:v>
                </c:pt>
                <c:pt idx="20814">
                  <c:v>63184</c:v>
                </c:pt>
                <c:pt idx="20815">
                  <c:v>63185</c:v>
                </c:pt>
                <c:pt idx="20816">
                  <c:v>63186</c:v>
                </c:pt>
                <c:pt idx="20817">
                  <c:v>63187</c:v>
                </c:pt>
                <c:pt idx="20818">
                  <c:v>63188</c:v>
                </c:pt>
                <c:pt idx="20819">
                  <c:v>63189</c:v>
                </c:pt>
                <c:pt idx="20820">
                  <c:v>63190</c:v>
                </c:pt>
                <c:pt idx="20821">
                  <c:v>63191</c:v>
                </c:pt>
                <c:pt idx="20822">
                  <c:v>63192</c:v>
                </c:pt>
                <c:pt idx="20823">
                  <c:v>63193</c:v>
                </c:pt>
                <c:pt idx="20824">
                  <c:v>63194</c:v>
                </c:pt>
                <c:pt idx="20825">
                  <c:v>63195</c:v>
                </c:pt>
                <c:pt idx="20826">
                  <c:v>63196</c:v>
                </c:pt>
                <c:pt idx="20827">
                  <c:v>63197</c:v>
                </c:pt>
                <c:pt idx="20828">
                  <c:v>63198</c:v>
                </c:pt>
                <c:pt idx="20829">
                  <c:v>63199</c:v>
                </c:pt>
                <c:pt idx="20830">
                  <c:v>63200</c:v>
                </c:pt>
                <c:pt idx="20831">
                  <c:v>63201</c:v>
                </c:pt>
                <c:pt idx="20832">
                  <c:v>63202</c:v>
                </c:pt>
                <c:pt idx="20833">
                  <c:v>63203</c:v>
                </c:pt>
                <c:pt idx="20834">
                  <c:v>63204</c:v>
                </c:pt>
                <c:pt idx="20835">
                  <c:v>63205</c:v>
                </c:pt>
                <c:pt idx="20836">
                  <c:v>63206</c:v>
                </c:pt>
                <c:pt idx="20837">
                  <c:v>63207</c:v>
                </c:pt>
                <c:pt idx="20838">
                  <c:v>63208</c:v>
                </c:pt>
                <c:pt idx="20839">
                  <c:v>63209</c:v>
                </c:pt>
                <c:pt idx="20840">
                  <c:v>63210</c:v>
                </c:pt>
                <c:pt idx="20841">
                  <c:v>63211</c:v>
                </c:pt>
                <c:pt idx="20842">
                  <c:v>63212</c:v>
                </c:pt>
                <c:pt idx="20843">
                  <c:v>63213</c:v>
                </c:pt>
                <c:pt idx="20844">
                  <c:v>63214</c:v>
                </c:pt>
                <c:pt idx="20845">
                  <c:v>63215</c:v>
                </c:pt>
                <c:pt idx="20846">
                  <c:v>63216</c:v>
                </c:pt>
                <c:pt idx="20847">
                  <c:v>63217</c:v>
                </c:pt>
                <c:pt idx="20848">
                  <c:v>63218</c:v>
                </c:pt>
                <c:pt idx="20849">
                  <c:v>63219</c:v>
                </c:pt>
                <c:pt idx="20850">
                  <c:v>63220</c:v>
                </c:pt>
                <c:pt idx="20851">
                  <c:v>63221</c:v>
                </c:pt>
                <c:pt idx="20852">
                  <c:v>63222</c:v>
                </c:pt>
                <c:pt idx="20853">
                  <c:v>63223</c:v>
                </c:pt>
                <c:pt idx="20854">
                  <c:v>63224</c:v>
                </c:pt>
                <c:pt idx="20855">
                  <c:v>63225</c:v>
                </c:pt>
                <c:pt idx="20856">
                  <c:v>63226</c:v>
                </c:pt>
                <c:pt idx="20857">
                  <c:v>63227</c:v>
                </c:pt>
                <c:pt idx="20858">
                  <c:v>63228</c:v>
                </c:pt>
                <c:pt idx="20859">
                  <c:v>63229</c:v>
                </c:pt>
                <c:pt idx="20860">
                  <c:v>63230</c:v>
                </c:pt>
                <c:pt idx="20861">
                  <c:v>63231</c:v>
                </c:pt>
                <c:pt idx="20862">
                  <c:v>63232</c:v>
                </c:pt>
                <c:pt idx="20863">
                  <c:v>63233</c:v>
                </c:pt>
                <c:pt idx="20864">
                  <c:v>63234</c:v>
                </c:pt>
                <c:pt idx="20865">
                  <c:v>63235</c:v>
                </c:pt>
                <c:pt idx="20866">
                  <c:v>63236</c:v>
                </c:pt>
                <c:pt idx="20867">
                  <c:v>63237</c:v>
                </c:pt>
                <c:pt idx="20868">
                  <c:v>63238</c:v>
                </c:pt>
                <c:pt idx="20869">
                  <c:v>63239</c:v>
                </c:pt>
                <c:pt idx="20870">
                  <c:v>63240</c:v>
                </c:pt>
                <c:pt idx="20871">
                  <c:v>63241</c:v>
                </c:pt>
                <c:pt idx="20872">
                  <c:v>63242</c:v>
                </c:pt>
                <c:pt idx="20873">
                  <c:v>63243</c:v>
                </c:pt>
                <c:pt idx="20874">
                  <c:v>63244</c:v>
                </c:pt>
                <c:pt idx="20875">
                  <c:v>63245</c:v>
                </c:pt>
                <c:pt idx="20876">
                  <c:v>63246</c:v>
                </c:pt>
                <c:pt idx="20877">
                  <c:v>63247</c:v>
                </c:pt>
                <c:pt idx="20878">
                  <c:v>63248</c:v>
                </c:pt>
                <c:pt idx="20879">
                  <c:v>63249</c:v>
                </c:pt>
                <c:pt idx="20880">
                  <c:v>63250</c:v>
                </c:pt>
                <c:pt idx="20881">
                  <c:v>63251</c:v>
                </c:pt>
                <c:pt idx="20882">
                  <c:v>63252</c:v>
                </c:pt>
                <c:pt idx="20883">
                  <c:v>63253</c:v>
                </c:pt>
                <c:pt idx="20884">
                  <c:v>63254</c:v>
                </c:pt>
                <c:pt idx="20885">
                  <c:v>63255</c:v>
                </c:pt>
                <c:pt idx="20886">
                  <c:v>63256</c:v>
                </c:pt>
                <c:pt idx="20887">
                  <c:v>63257</c:v>
                </c:pt>
                <c:pt idx="20888">
                  <c:v>63258</c:v>
                </c:pt>
                <c:pt idx="20889">
                  <c:v>63259</c:v>
                </c:pt>
                <c:pt idx="20890">
                  <c:v>63260</c:v>
                </c:pt>
                <c:pt idx="20891">
                  <c:v>63261</c:v>
                </c:pt>
                <c:pt idx="20892">
                  <c:v>63262</c:v>
                </c:pt>
                <c:pt idx="20893">
                  <c:v>63263</c:v>
                </c:pt>
                <c:pt idx="20894">
                  <c:v>63264</c:v>
                </c:pt>
                <c:pt idx="20895">
                  <c:v>63265</c:v>
                </c:pt>
                <c:pt idx="20896">
                  <c:v>63266</c:v>
                </c:pt>
                <c:pt idx="20897">
                  <c:v>63267</c:v>
                </c:pt>
                <c:pt idx="20898">
                  <c:v>63268</c:v>
                </c:pt>
                <c:pt idx="20899">
                  <c:v>63269</c:v>
                </c:pt>
                <c:pt idx="20900">
                  <c:v>63270</c:v>
                </c:pt>
                <c:pt idx="20901">
                  <c:v>63271</c:v>
                </c:pt>
                <c:pt idx="20902">
                  <c:v>63272</c:v>
                </c:pt>
                <c:pt idx="20903">
                  <c:v>63273</c:v>
                </c:pt>
                <c:pt idx="20904">
                  <c:v>63274</c:v>
                </c:pt>
                <c:pt idx="20905">
                  <c:v>63275</c:v>
                </c:pt>
                <c:pt idx="20906">
                  <c:v>63276</c:v>
                </c:pt>
                <c:pt idx="20907">
                  <c:v>63277</c:v>
                </c:pt>
                <c:pt idx="20908">
                  <c:v>63278</c:v>
                </c:pt>
                <c:pt idx="20909">
                  <c:v>63279</c:v>
                </c:pt>
                <c:pt idx="20910">
                  <c:v>63280</c:v>
                </c:pt>
                <c:pt idx="20911">
                  <c:v>63281</c:v>
                </c:pt>
                <c:pt idx="20912">
                  <c:v>63282</c:v>
                </c:pt>
                <c:pt idx="20913">
                  <c:v>63283</c:v>
                </c:pt>
                <c:pt idx="20914">
                  <c:v>63284</c:v>
                </c:pt>
                <c:pt idx="20915">
                  <c:v>63285</c:v>
                </c:pt>
                <c:pt idx="20916">
                  <c:v>63286</c:v>
                </c:pt>
                <c:pt idx="20917">
                  <c:v>63287</c:v>
                </c:pt>
                <c:pt idx="20918">
                  <c:v>63288</c:v>
                </c:pt>
                <c:pt idx="20919">
                  <c:v>63289</c:v>
                </c:pt>
                <c:pt idx="20920">
                  <c:v>63290</c:v>
                </c:pt>
                <c:pt idx="20921">
                  <c:v>63291</c:v>
                </c:pt>
                <c:pt idx="20922">
                  <c:v>63292</c:v>
                </c:pt>
                <c:pt idx="20923">
                  <c:v>63293</c:v>
                </c:pt>
                <c:pt idx="20924">
                  <c:v>63294</c:v>
                </c:pt>
                <c:pt idx="20925">
                  <c:v>63295</c:v>
                </c:pt>
                <c:pt idx="20926">
                  <c:v>63296</c:v>
                </c:pt>
                <c:pt idx="20927">
                  <c:v>63297</c:v>
                </c:pt>
                <c:pt idx="20928">
                  <c:v>63298</c:v>
                </c:pt>
                <c:pt idx="20929">
                  <c:v>63299</c:v>
                </c:pt>
                <c:pt idx="20930">
                  <c:v>63300</c:v>
                </c:pt>
                <c:pt idx="20931">
                  <c:v>63301</c:v>
                </c:pt>
                <c:pt idx="20932">
                  <c:v>63302</c:v>
                </c:pt>
                <c:pt idx="20933">
                  <c:v>63303</c:v>
                </c:pt>
                <c:pt idx="20934">
                  <c:v>63304</c:v>
                </c:pt>
                <c:pt idx="20935">
                  <c:v>63305</c:v>
                </c:pt>
                <c:pt idx="20936">
                  <c:v>63306</c:v>
                </c:pt>
                <c:pt idx="20937">
                  <c:v>63307</c:v>
                </c:pt>
                <c:pt idx="20938">
                  <c:v>63308</c:v>
                </c:pt>
                <c:pt idx="20939">
                  <c:v>63309</c:v>
                </c:pt>
                <c:pt idx="20940">
                  <c:v>63310</c:v>
                </c:pt>
                <c:pt idx="20941">
                  <c:v>63311</c:v>
                </c:pt>
                <c:pt idx="20942">
                  <c:v>63312</c:v>
                </c:pt>
                <c:pt idx="20943">
                  <c:v>63313</c:v>
                </c:pt>
                <c:pt idx="20944">
                  <c:v>63314</c:v>
                </c:pt>
                <c:pt idx="20945">
                  <c:v>63315</c:v>
                </c:pt>
                <c:pt idx="20946">
                  <c:v>63316</c:v>
                </c:pt>
                <c:pt idx="20947">
                  <c:v>63317</c:v>
                </c:pt>
                <c:pt idx="20948">
                  <c:v>63318</c:v>
                </c:pt>
                <c:pt idx="20949">
                  <c:v>63319</c:v>
                </c:pt>
                <c:pt idx="20950">
                  <c:v>63320</c:v>
                </c:pt>
                <c:pt idx="20951">
                  <c:v>63321</c:v>
                </c:pt>
                <c:pt idx="20952">
                  <c:v>63322</c:v>
                </c:pt>
                <c:pt idx="20953">
                  <c:v>63323</c:v>
                </c:pt>
                <c:pt idx="20954">
                  <c:v>63324</c:v>
                </c:pt>
                <c:pt idx="20955">
                  <c:v>63325</c:v>
                </c:pt>
                <c:pt idx="20956">
                  <c:v>63326</c:v>
                </c:pt>
                <c:pt idx="20957">
                  <c:v>63327</c:v>
                </c:pt>
                <c:pt idx="20958">
                  <c:v>63328</c:v>
                </c:pt>
                <c:pt idx="20959">
                  <c:v>63329</c:v>
                </c:pt>
                <c:pt idx="20960">
                  <c:v>63330</c:v>
                </c:pt>
                <c:pt idx="20961">
                  <c:v>63331</c:v>
                </c:pt>
                <c:pt idx="20962">
                  <c:v>63332</c:v>
                </c:pt>
                <c:pt idx="20963">
                  <c:v>63333</c:v>
                </c:pt>
                <c:pt idx="20964">
                  <c:v>63334</c:v>
                </c:pt>
                <c:pt idx="20965">
                  <c:v>63335</c:v>
                </c:pt>
                <c:pt idx="20966">
                  <c:v>63336</c:v>
                </c:pt>
                <c:pt idx="20967">
                  <c:v>63337</c:v>
                </c:pt>
                <c:pt idx="20968">
                  <c:v>63338</c:v>
                </c:pt>
                <c:pt idx="20969">
                  <c:v>63339</c:v>
                </c:pt>
                <c:pt idx="20970">
                  <c:v>63340</c:v>
                </c:pt>
                <c:pt idx="20971">
                  <c:v>63341</c:v>
                </c:pt>
                <c:pt idx="20972">
                  <c:v>63342</c:v>
                </c:pt>
                <c:pt idx="20973">
                  <c:v>63343</c:v>
                </c:pt>
                <c:pt idx="20974">
                  <c:v>63344</c:v>
                </c:pt>
                <c:pt idx="20975">
                  <c:v>63345</c:v>
                </c:pt>
                <c:pt idx="20976">
                  <c:v>63346</c:v>
                </c:pt>
                <c:pt idx="20977">
                  <c:v>63347</c:v>
                </c:pt>
                <c:pt idx="20978">
                  <c:v>63348</c:v>
                </c:pt>
                <c:pt idx="20979">
                  <c:v>63349</c:v>
                </c:pt>
                <c:pt idx="20980">
                  <c:v>63350</c:v>
                </c:pt>
                <c:pt idx="20981">
                  <c:v>63351</c:v>
                </c:pt>
                <c:pt idx="20982">
                  <c:v>63352</c:v>
                </c:pt>
                <c:pt idx="20983">
                  <c:v>63353</c:v>
                </c:pt>
                <c:pt idx="20984">
                  <c:v>63354</c:v>
                </c:pt>
                <c:pt idx="20985">
                  <c:v>63355</c:v>
                </c:pt>
                <c:pt idx="20986">
                  <c:v>63356</c:v>
                </c:pt>
                <c:pt idx="20987">
                  <c:v>63357</c:v>
                </c:pt>
                <c:pt idx="20988">
                  <c:v>63358</c:v>
                </c:pt>
                <c:pt idx="20989">
                  <c:v>63359</c:v>
                </c:pt>
                <c:pt idx="20990">
                  <c:v>63360</c:v>
                </c:pt>
                <c:pt idx="20991">
                  <c:v>63361</c:v>
                </c:pt>
                <c:pt idx="20992">
                  <c:v>63362</c:v>
                </c:pt>
                <c:pt idx="20993">
                  <c:v>63363</c:v>
                </c:pt>
                <c:pt idx="20994">
                  <c:v>63364</c:v>
                </c:pt>
                <c:pt idx="20995">
                  <c:v>63365</c:v>
                </c:pt>
                <c:pt idx="20996">
                  <c:v>63366</c:v>
                </c:pt>
                <c:pt idx="20997">
                  <c:v>63367</c:v>
                </c:pt>
                <c:pt idx="20998">
                  <c:v>63368</c:v>
                </c:pt>
                <c:pt idx="20999">
                  <c:v>63369</c:v>
                </c:pt>
                <c:pt idx="21000">
                  <c:v>63370</c:v>
                </c:pt>
                <c:pt idx="21001">
                  <c:v>63371</c:v>
                </c:pt>
                <c:pt idx="21002">
                  <c:v>63372</c:v>
                </c:pt>
                <c:pt idx="21003">
                  <c:v>63373</c:v>
                </c:pt>
                <c:pt idx="21004">
                  <c:v>63374</c:v>
                </c:pt>
                <c:pt idx="21005">
                  <c:v>63375</c:v>
                </c:pt>
                <c:pt idx="21006">
                  <c:v>63376</c:v>
                </c:pt>
                <c:pt idx="21007">
                  <c:v>63377</c:v>
                </c:pt>
                <c:pt idx="21008">
                  <c:v>63378</c:v>
                </c:pt>
                <c:pt idx="21009">
                  <c:v>63379</c:v>
                </c:pt>
                <c:pt idx="21010">
                  <c:v>63380</c:v>
                </c:pt>
                <c:pt idx="21011">
                  <c:v>63381</c:v>
                </c:pt>
                <c:pt idx="21012">
                  <c:v>63382</c:v>
                </c:pt>
                <c:pt idx="21013">
                  <c:v>63383</c:v>
                </c:pt>
                <c:pt idx="21014">
                  <c:v>63384</c:v>
                </c:pt>
                <c:pt idx="21015">
                  <c:v>63385</c:v>
                </c:pt>
                <c:pt idx="21016">
                  <c:v>63386</c:v>
                </c:pt>
                <c:pt idx="21017">
                  <c:v>63387</c:v>
                </c:pt>
                <c:pt idx="21018">
                  <c:v>63388</c:v>
                </c:pt>
                <c:pt idx="21019">
                  <c:v>63389</c:v>
                </c:pt>
                <c:pt idx="21020">
                  <c:v>63390</c:v>
                </c:pt>
                <c:pt idx="21021">
                  <c:v>63391</c:v>
                </c:pt>
                <c:pt idx="21022">
                  <c:v>63392</c:v>
                </c:pt>
                <c:pt idx="21023">
                  <c:v>63393</c:v>
                </c:pt>
                <c:pt idx="21024">
                  <c:v>63394</c:v>
                </c:pt>
                <c:pt idx="21025">
                  <c:v>63395</c:v>
                </c:pt>
                <c:pt idx="21026">
                  <c:v>63396</c:v>
                </c:pt>
                <c:pt idx="21027">
                  <c:v>63397</c:v>
                </c:pt>
                <c:pt idx="21028">
                  <c:v>63398</c:v>
                </c:pt>
                <c:pt idx="21029">
                  <c:v>63399</c:v>
                </c:pt>
                <c:pt idx="21030">
                  <c:v>63400</c:v>
                </c:pt>
                <c:pt idx="21031">
                  <c:v>63401</c:v>
                </c:pt>
                <c:pt idx="21032">
                  <c:v>63402</c:v>
                </c:pt>
                <c:pt idx="21033">
                  <c:v>63403</c:v>
                </c:pt>
                <c:pt idx="21034">
                  <c:v>63404</c:v>
                </c:pt>
                <c:pt idx="21035">
                  <c:v>63405</c:v>
                </c:pt>
                <c:pt idx="21036">
                  <c:v>63406</c:v>
                </c:pt>
                <c:pt idx="21037">
                  <c:v>63407</c:v>
                </c:pt>
                <c:pt idx="21038">
                  <c:v>63408</c:v>
                </c:pt>
                <c:pt idx="21039">
                  <c:v>63409</c:v>
                </c:pt>
                <c:pt idx="21040">
                  <c:v>63410</c:v>
                </c:pt>
                <c:pt idx="21041">
                  <c:v>63411</c:v>
                </c:pt>
                <c:pt idx="21042">
                  <c:v>63412</c:v>
                </c:pt>
                <c:pt idx="21043">
                  <c:v>63413</c:v>
                </c:pt>
                <c:pt idx="21044">
                  <c:v>63414</c:v>
                </c:pt>
                <c:pt idx="21045">
                  <c:v>63415</c:v>
                </c:pt>
                <c:pt idx="21046">
                  <c:v>63416</c:v>
                </c:pt>
                <c:pt idx="21047">
                  <c:v>63417</c:v>
                </c:pt>
                <c:pt idx="21048">
                  <c:v>63418</c:v>
                </c:pt>
                <c:pt idx="21049">
                  <c:v>63419</c:v>
                </c:pt>
                <c:pt idx="21050">
                  <c:v>63420</c:v>
                </c:pt>
                <c:pt idx="21051">
                  <c:v>63421</c:v>
                </c:pt>
                <c:pt idx="21052">
                  <c:v>63422</c:v>
                </c:pt>
                <c:pt idx="21053">
                  <c:v>63423</c:v>
                </c:pt>
                <c:pt idx="21054">
                  <c:v>63424</c:v>
                </c:pt>
                <c:pt idx="21055">
                  <c:v>63425</c:v>
                </c:pt>
                <c:pt idx="21056">
                  <c:v>63426</c:v>
                </c:pt>
                <c:pt idx="21057">
                  <c:v>63427</c:v>
                </c:pt>
                <c:pt idx="21058">
                  <c:v>63428</c:v>
                </c:pt>
                <c:pt idx="21059">
                  <c:v>63429</c:v>
                </c:pt>
                <c:pt idx="21060">
                  <c:v>63430</c:v>
                </c:pt>
                <c:pt idx="21061">
                  <c:v>63431</c:v>
                </c:pt>
                <c:pt idx="21062">
                  <c:v>63432</c:v>
                </c:pt>
                <c:pt idx="21063">
                  <c:v>63433</c:v>
                </c:pt>
                <c:pt idx="21064">
                  <c:v>63434</c:v>
                </c:pt>
                <c:pt idx="21065">
                  <c:v>63435</c:v>
                </c:pt>
                <c:pt idx="21066">
                  <c:v>63436</c:v>
                </c:pt>
                <c:pt idx="21067">
                  <c:v>63437</c:v>
                </c:pt>
                <c:pt idx="21068">
                  <c:v>63438</c:v>
                </c:pt>
                <c:pt idx="21069">
                  <c:v>63439</c:v>
                </c:pt>
                <c:pt idx="21070">
                  <c:v>63440</c:v>
                </c:pt>
                <c:pt idx="21071">
                  <c:v>63441</c:v>
                </c:pt>
                <c:pt idx="21072">
                  <c:v>63442</c:v>
                </c:pt>
                <c:pt idx="21073">
                  <c:v>63443</c:v>
                </c:pt>
                <c:pt idx="21074">
                  <c:v>63444</c:v>
                </c:pt>
                <c:pt idx="21075">
                  <c:v>63445</c:v>
                </c:pt>
                <c:pt idx="21076">
                  <c:v>63446</c:v>
                </c:pt>
                <c:pt idx="21077">
                  <c:v>63447</c:v>
                </c:pt>
                <c:pt idx="21078">
                  <c:v>63448</c:v>
                </c:pt>
                <c:pt idx="21079">
                  <c:v>63449</c:v>
                </c:pt>
                <c:pt idx="21080">
                  <c:v>63450</c:v>
                </c:pt>
                <c:pt idx="21081">
                  <c:v>63451</c:v>
                </c:pt>
                <c:pt idx="21082">
                  <c:v>63452</c:v>
                </c:pt>
                <c:pt idx="21083">
                  <c:v>63453</c:v>
                </c:pt>
                <c:pt idx="21084">
                  <c:v>63454</c:v>
                </c:pt>
                <c:pt idx="21085">
                  <c:v>63455</c:v>
                </c:pt>
                <c:pt idx="21086">
                  <c:v>63456</c:v>
                </c:pt>
                <c:pt idx="21087">
                  <c:v>63457</c:v>
                </c:pt>
                <c:pt idx="21088">
                  <c:v>63458</c:v>
                </c:pt>
                <c:pt idx="21089">
                  <c:v>63459</c:v>
                </c:pt>
                <c:pt idx="21090">
                  <c:v>63460</c:v>
                </c:pt>
                <c:pt idx="21091">
                  <c:v>63461</c:v>
                </c:pt>
                <c:pt idx="21092">
                  <c:v>63462</c:v>
                </c:pt>
                <c:pt idx="21093">
                  <c:v>63463</c:v>
                </c:pt>
                <c:pt idx="21094">
                  <c:v>63464</c:v>
                </c:pt>
                <c:pt idx="21095">
                  <c:v>63465</c:v>
                </c:pt>
                <c:pt idx="21096">
                  <c:v>63466</c:v>
                </c:pt>
                <c:pt idx="21097">
                  <c:v>63467</c:v>
                </c:pt>
                <c:pt idx="21098">
                  <c:v>63468</c:v>
                </c:pt>
                <c:pt idx="21099">
                  <c:v>63469</c:v>
                </c:pt>
                <c:pt idx="21100">
                  <c:v>63470</c:v>
                </c:pt>
                <c:pt idx="21101">
                  <c:v>63471</c:v>
                </c:pt>
                <c:pt idx="21102">
                  <c:v>63472</c:v>
                </c:pt>
                <c:pt idx="21103">
                  <c:v>63473</c:v>
                </c:pt>
                <c:pt idx="21104">
                  <c:v>63474</c:v>
                </c:pt>
                <c:pt idx="21105">
                  <c:v>63475</c:v>
                </c:pt>
                <c:pt idx="21106">
                  <c:v>63476</c:v>
                </c:pt>
                <c:pt idx="21107">
                  <c:v>63477</c:v>
                </c:pt>
                <c:pt idx="21108">
                  <c:v>63478</c:v>
                </c:pt>
                <c:pt idx="21109">
                  <c:v>63479</c:v>
                </c:pt>
                <c:pt idx="21110">
                  <c:v>63480</c:v>
                </c:pt>
                <c:pt idx="21111">
                  <c:v>63481</c:v>
                </c:pt>
                <c:pt idx="21112">
                  <c:v>63482</c:v>
                </c:pt>
                <c:pt idx="21113">
                  <c:v>63483</c:v>
                </c:pt>
                <c:pt idx="21114">
                  <c:v>63484</c:v>
                </c:pt>
                <c:pt idx="21115">
                  <c:v>63485</c:v>
                </c:pt>
                <c:pt idx="21116">
                  <c:v>63486</c:v>
                </c:pt>
                <c:pt idx="21117">
                  <c:v>63487</c:v>
                </c:pt>
                <c:pt idx="21118">
                  <c:v>63488</c:v>
                </c:pt>
                <c:pt idx="21119">
                  <c:v>63489</c:v>
                </c:pt>
                <c:pt idx="21120">
                  <c:v>63490</c:v>
                </c:pt>
                <c:pt idx="21121">
                  <c:v>63491</c:v>
                </c:pt>
                <c:pt idx="21122">
                  <c:v>63492</c:v>
                </c:pt>
                <c:pt idx="21123">
                  <c:v>63493</c:v>
                </c:pt>
                <c:pt idx="21124">
                  <c:v>63494</c:v>
                </c:pt>
                <c:pt idx="21125">
                  <c:v>63495</c:v>
                </c:pt>
                <c:pt idx="21126">
                  <c:v>63496</c:v>
                </c:pt>
                <c:pt idx="21127">
                  <c:v>63497</c:v>
                </c:pt>
                <c:pt idx="21128">
                  <c:v>63498</c:v>
                </c:pt>
                <c:pt idx="21129">
                  <c:v>63499</c:v>
                </c:pt>
                <c:pt idx="21130">
                  <c:v>63500</c:v>
                </c:pt>
                <c:pt idx="21131">
                  <c:v>63501</c:v>
                </c:pt>
                <c:pt idx="21132">
                  <c:v>63502</c:v>
                </c:pt>
                <c:pt idx="21133">
                  <c:v>63503</c:v>
                </c:pt>
                <c:pt idx="21134">
                  <c:v>63504</c:v>
                </c:pt>
                <c:pt idx="21135">
                  <c:v>63505</c:v>
                </c:pt>
                <c:pt idx="21136">
                  <c:v>63506</c:v>
                </c:pt>
                <c:pt idx="21137">
                  <c:v>63507</c:v>
                </c:pt>
                <c:pt idx="21138">
                  <c:v>63508</c:v>
                </c:pt>
                <c:pt idx="21139">
                  <c:v>63509</c:v>
                </c:pt>
                <c:pt idx="21140">
                  <c:v>63510</c:v>
                </c:pt>
                <c:pt idx="21141">
                  <c:v>63511</c:v>
                </c:pt>
                <c:pt idx="21142">
                  <c:v>63512</c:v>
                </c:pt>
                <c:pt idx="21143">
                  <c:v>63513</c:v>
                </c:pt>
                <c:pt idx="21144">
                  <c:v>63514</c:v>
                </c:pt>
                <c:pt idx="21145">
                  <c:v>63515</c:v>
                </c:pt>
                <c:pt idx="21146">
                  <c:v>63516</c:v>
                </c:pt>
                <c:pt idx="21147">
                  <c:v>63517</c:v>
                </c:pt>
                <c:pt idx="21148">
                  <c:v>63518</c:v>
                </c:pt>
                <c:pt idx="21149">
                  <c:v>63519</c:v>
                </c:pt>
                <c:pt idx="21150">
                  <c:v>63520</c:v>
                </c:pt>
                <c:pt idx="21151">
                  <c:v>63521</c:v>
                </c:pt>
                <c:pt idx="21152">
                  <c:v>63522</c:v>
                </c:pt>
                <c:pt idx="21153">
                  <c:v>63523</c:v>
                </c:pt>
                <c:pt idx="21154">
                  <c:v>63524</c:v>
                </c:pt>
                <c:pt idx="21155">
                  <c:v>63525</c:v>
                </c:pt>
                <c:pt idx="21156">
                  <c:v>63526</c:v>
                </c:pt>
                <c:pt idx="21157">
                  <c:v>63527</c:v>
                </c:pt>
                <c:pt idx="21158">
                  <c:v>63528</c:v>
                </c:pt>
                <c:pt idx="21159">
                  <c:v>63529</c:v>
                </c:pt>
                <c:pt idx="21160">
                  <c:v>63530</c:v>
                </c:pt>
                <c:pt idx="21161">
                  <c:v>63531</c:v>
                </c:pt>
                <c:pt idx="21162">
                  <c:v>63532</c:v>
                </c:pt>
                <c:pt idx="21163">
                  <c:v>63533</c:v>
                </c:pt>
                <c:pt idx="21164">
                  <c:v>63534</c:v>
                </c:pt>
                <c:pt idx="21165">
                  <c:v>63535</c:v>
                </c:pt>
                <c:pt idx="21166">
                  <c:v>63536</c:v>
                </c:pt>
                <c:pt idx="21167">
                  <c:v>63537</c:v>
                </c:pt>
                <c:pt idx="21168">
                  <c:v>63538</c:v>
                </c:pt>
                <c:pt idx="21169">
                  <c:v>63539</c:v>
                </c:pt>
                <c:pt idx="21170">
                  <c:v>63540</c:v>
                </c:pt>
                <c:pt idx="21171">
                  <c:v>63541</c:v>
                </c:pt>
                <c:pt idx="21172">
                  <c:v>63542</c:v>
                </c:pt>
                <c:pt idx="21173">
                  <c:v>63543</c:v>
                </c:pt>
                <c:pt idx="21174">
                  <c:v>63544</c:v>
                </c:pt>
                <c:pt idx="21175">
                  <c:v>63545</c:v>
                </c:pt>
                <c:pt idx="21176">
                  <c:v>63546</c:v>
                </c:pt>
                <c:pt idx="21177">
                  <c:v>63547</c:v>
                </c:pt>
                <c:pt idx="21178">
                  <c:v>63548</c:v>
                </c:pt>
                <c:pt idx="21179">
                  <c:v>63549</c:v>
                </c:pt>
                <c:pt idx="21180">
                  <c:v>63550</c:v>
                </c:pt>
                <c:pt idx="21181">
                  <c:v>63551</c:v>
                </c:pt>
                <c:pt idx="21182">
                  <c:v>63552</c:v>
                </c:pt>
                <c:pt idx="21183">
                  <c:v>63553</c:v>
                </c:pt>
                <c:pt idx="21184">
                  <c:v>63554</c:v>
                </c:pt>
                <c:pt idx="21185">
                  <c:v>63555</c:v>
                </c:pt>
                <c:pt idx="21186">
                  <c:v>63556</c:v>
                </c:pt>
                <c:pt idx="21187">
                  <c:v>63557</c:v>
                </c:pt>
                <c:pt idx="21188">
                  <c:v>63558</c:v>
                </c:pt>
                <c:pt idx="21189">
                  <c:v>63559</c:v>
                </c:pt>
                <c:pt idx="21190">
                  <c:v>63560</c:v>
                </c:pt>
                <c:pt idx="21191">
                  <c:v>63561</c:v>
                </c:pt>
                <c:pt idx="21192">
                  <c:v>63562</c:v>
                </c:pt>
                <c:pt idx="21193">
                  <c:v>63563</c:v>
                </c:pt>
                <c:pt idx="21194">
                  <c:v>63564</c:v>
                </c:pt>
                <c:pt idx="21195">
                  <c:v>63565</c:v>
                </c:pt>
                <c:pt idx="21196">
                  <c:v>63566</c:v>
                </c:pt>
                <c:pt idx="21197">
                  <c:v>63567</c:v>
                </c:pt>
                <c:pt idx="21198">
                  <c:v>63568</c:v>
                </c:pt>
                <c:pt idx="21199">
                  <c:v>63569</c:v>
                </c:pt>
                <c:pt idx="21200">
                  <c:v>63570</c:v>
                </c:pt>
                <c:pt idx="21201">
                  <c:v>63571</c:v>
                </c:pt>
                <c:pt idx="21202">
                  <c:v>63572</c:v>
                </c:pt>
                <c:pt idx="21203">
                  <c:v>63573</c:v>
                </c:pt>
                <c:pt idx="21204">
                  <c:v>63574</c:v>
                </c:pt>
                <c:pt idx="21205">
                  <c:v>63575</c:v>
                </c:pt>
                <c:pt idx="21206">
                  <c:v>63576</c:v>
                </c:pt>
                <c:pt idx="21207">
                  <c:v>63577</c:v>
                </c:pt>
                <c:pt idx="21208">
                  <c:v>63578</c:v>
                </c:pt>
                <c:pt idx="21209">
                  <c:v>63579</c:v>
                </c:pt>
                <c:pt idx="21210">
                  <c:v>63580</c:v>
                </c:pt>
                <c:pt idx="21211">
                  <c:v>63581</c:v>
                </c:pt>
                <c:pt idx="21212">
                  <c:v>63582</c:v>
                </c:pt>
                <c:pt idx="21213">
                  <c:v>63583</c:v>
                </c:pt>
                <c:pt idx="21214">
                  <c:v>63584</c:v>
                </c:pt>
                <c:pt idx="21215">
                  <c:v>63585</c:v>
                </c:pt>
                <c:pt idx="21216">
                  <c:v>63586</c:v>
                </c:pt>
                <c:pt idx="21217">
                  <c:v>63587</c:v>
                </c:pt>
                <c:pt idx="21218">
                  <c:v>63588</c:v>
                </c:pt>
                <c:pt idx="21219">
                  <c:v>63589</c:v>
                </c:pt>
                <c:pt idx="21220">
                  <c:v>63590</c:v>
                </c:pt>
                <c:pt idx="21221">
                  <c:v>63591</c:v>
                </c:pt>
                <c:pt idx="21222">
                  <c:v>63592</c:v>
                </c:pt>
                <c:pt idx="21223">
                  <c:v>63593</c:v>
                </c:pt>
                <c:pt idx="21224">
                  <c:v>63594</c:v>
                </c:pt>
                <c:pt idx="21225">
                  <c:v>63595</c:v>
                </c:pt>
                <c:pt idx="21226">
                  <c:v>63596</c:v>
                </c:pt>
                <c:pt idx="21227">
                  <c:v>63597</c:v>
                </c:pt>
                <c:pt idx="21228">
                  <c:v>63598</c:v>
                </c:pt>
                <c:pt idx="21229">
                  <c:v>63599</c:v>
                </c:pt>
                <c:pt idx="21230">
                  <c:v>63600</c:v>
                </c:pt>
                <c:pt idx="21231">
                  <c:v>63601</c:v>
                </c:pt>
                <c:pt idx="21232">
                  <c:v>63602</c:v>
                </c:pt>
                <c:pt idx="21233">
                  <c:v>63603</c:v>
                </c:pt>
                <c:pt idx="21234">
                  <c:v>63604</c:v>
                </c:pt>
                <c:pt idx="21235">
                  <c:v>63605</c:v>
                </c:pt>
                <c:pt idx="21236">
                  <c:v>63606</c:v>
                </c:pt>
                <c:pt idx="21237">
                  <c:v>63607</c:v>
                </c:pt>
                <c:pt idx="21238">
                  <c:v>63608</c:v>
                </c:pt>
                <c:pt idx="21239">
                  <c:v>63609</c:v>
                </c:pt>
                <c:pt idx="21240">
                  <c:v>63610</c:v>
                </c:pt>
                <c:pt idx="21241">
                  <c:v>63611</c:v>
                </c:pt>
                <c:pt idx="21242">
                  <c:v>63612</c:v>
                </c:pt>
                <c:pt idx="21243">
                  <c:v>63613</c:v>
                </c:pt>
                <c:pt idx="21244">
                  <c:v>63614</c:v>
                </c:pt>
                <c:pt idx="21245">
                  <c:v>63615</c:v>
                </c:pt>
                <c:pt idx="21246">
                  <c:v>63616</c:v>
                </c:pt>
                <c:pt idx="21247">
                  <c:v>63617</c:v>
                </c:pt>
                <c:pt idx="21248">
                  <c:v>63618</c:v>
                </c:pt>
                <c:pt idx="21249">
                  <c:v>63619</c:v>
                </c:pt>
                <c:pt idx="21250">
                  <c:v>63620</c:v>
                </c:pt>
                <c:pt idx="21251">
                  <c:v>63621</c:v>
                </c:pt>
                <c:pt idx="21252">
                  <c:v>63622</c:v>
                </c:pt>
                <c:pt idx="21253">
                  <c:v>63623</c:v>
                </c:pt>
                <c:pt idx="21254">
                  <c:v>63624</c:v>
                </c:pt>
                <c:pt idx="21255">
                  <c:v>63625</c:v>
                </c:pt>
                <c:pt idx="21256">
                  <c:v>63626</c:v>
                </c:pt>
                <c:pt idx="21257">
                  <c:v>63627</c:v>
                </c:pt>
                <c:pt idx="21258">
                  <c:v>63628</c:v>
                </c:pt>
                <c:pt idx="21259">
                  <c:v>63629</c:v>
                </c:pt>
                <c:pt idx="21260">
                  <c:v>63630</c:v>
                </c:pt>
                <c:pt idx="21261">
                  <c:v>63631</c:v>
                </c:pt>
                <c:pt idx="21262">
                  <c:v>63632</c:v>
                </c:pt>
                <c:pt idx="21263">
                  <c:v>63633</c:v>
                </c:pt>
                <c:pt idx="21264">
                  <c:v>63634</c:v>
                </c:pt>
                <c:pt idx="21265">
                  <c:v>63635</c:v>
                </c:pt>
                <c:pt idx="21266">
                  <c:v>63636</c:v>
                </c:pt>
                <c:pt idx="21267">
                  <c:v>63637</c:v>
                </c:pt>
                <c:pt idx="21268">
                  <c:v>63638</c:v>
                </c:pt>
                <c:pt idx="21269">
                  <c:v>63639</c:v>
                </c:pt>
                <c:pt idx="21270">
                  <c:v>63640</c:v>
                </c:pt>
                <c:pt idx="21271">
                  <c:v>63641</c:v>
                </c:pt>
                <c:pt idx="21272">
                  <c:v>63642</c:v>
                </c:pt>
                <c:pt idx="21273">
                  <c:v>63643</c:v>
                </c:pt>
                <c:pt idx="21274">
                  <c:v>63644</c:v>
                </c:pt>
                <c:pt idx="21275">
                  <c:v>63645</c:v>
                </c:pt>
                <c:pt idx="21276">
                  <c:v>63646</c:v>
                </c:pt>
                <c:pt idx="21277">
                  <c:v>63647</c:v>
                </c:pt>
                <c:pt idx="21278">
                  <c:v>63648</c:v>
                </c:pt>
                <c:pt idx="21279">
                  <c:v>63649</c:v>
                </c:pt>
                <c:pt idx="21280">
                  <c:v>63650</c:v>
                </c:pt>
                <c:pt idx="21281">
                  <c:v>63651</c:v>
                </c:pt>
                <c:pt idx="21282">
                  <c:v>63652</c:v>
                </c:pt>
                <c:pt idx="21283">
                  <c:v>63653</c:v>
                </c:pt>
                <c:pt idx="21284">
                  <c:v>63654</c:v>
                </c:pt>
                <c:pt idx="21285">
                  <c:v>63655</c:v>
                </c:pt>
                <c:pt idx="21286">
                  <c:v>63656</c:v>
                </c:pt>
                <c:pt idx="21287">
                  <c:v>63657</c:v>
                </c:pt>
                <c:pt idx="21288">
                  <c:v>63658</c:v>
                </c:pt>
                <c:pt idx="21289">
                  <c:v>63659</c:v>
                </c:pt>
                <c:pt idx="21290">
                  <c:v>63660</c:v>
                </c:pt>
                <c:pt idx="21291">
                  <c:v>63661</c:v>
                </c:pt>
                <c:pt idx="21292">
                  <c:v>63662</c:v>
                </c:pt>
                <c:pt idx="21293">
                  <c:v>63663</c:v>
                </c:pt>
                <c:pt idx="21294">
                  <c:v>63664</c:v>
                </c:pt>
                <c:pt idx="21295">
                  <c:v>63665</c:v>
                </c:pt>
                <c:pt idx="21296">
                  <c:v>63666</c:v>
                </c:pt>
                <c:pt idx="21297">
                  <c:v>63667</c:v>
                </c:pt>
                <c:pt idx="21298">
                  <c:v>63668</c:v>
                </c:pt>
                <c:pt idx="21299">
                  <c:v>63669</c:v>
                </c:pt>
                <c:pt idx="21300">
                  <c:v>63670</c:v>
                </c:pt>
                <c:pt idx="21301">
                  <c:v>63671</c:v>
                </c:pt>
                <c:pt idx="21302">
                  <c:v>63672</c:v>
                </c:pt>
                <c:pt idx="21303">
                  <c:v>63673</c:v>
                </c:pt>
                <c:pt idx="21304">
                  <c:v>63674</c:v>
                </c:pt>
                <c:pt idx="21305">
                  <c:v>63675</c:v>
                </c:pt>
                <c:pt idx="21306">
                  <c:v>63676</c:v>
                </c:pt>
                <c:pt idx="21307">
                  <c:v>63677</c:v>
                </c:pt>
                <c:pt idx="21308">
                  <c:v>63678</c:v>
                </c:pt>
                <c:pt idx="21309">
                  <c:v>63679</c:v>
                </c:pt>
                <c:pt idx="21310">
                  <c:v>63680</c:v>
                </c:pt>
                <c:pt idx="21311">
                  <c:v>63681</c:v>
                </c:pt>
                <c:pt idx="21312">
                  <c:v>63682</c:v>
                </c:pt>
                <c:pt idx="21313">
                  <c:v>63683</c:v>
                </c:pt>
                <c:pt idx="21314">
                  <c:v>63684</c:v>
                </c:pt>
                <c:pt idx="21315">
                  <c:v>63685</c:v>
                </c:pt>
                <c:pt idx="21316">
                  <c:v>63686</c:v>
                </c:pt>
                <c:pt idx="21317">
                  <c:v>63687</c:v>
                </c:pt>
                <c:pt idx="21318">
                  <c:v>63688</c:v>
                </c:pt>
                <c:pt idx="21319">
                  <c:v>63689</c:v>
                </c:pt>
                <c:pt idx="21320">
                  <c:v>63690</c:v>
                </c:pt>
                <c:pt idx="21321">
                  <c:v>63691</c:v>
                </c:pt>
                <c:pt idx="21322">
                  <c:v>63692</c:v>
                </c:pt>
                <c:pt idx="21323">
                  <c:v>63693</c:v>
                </c:pt>
                <c:pt idx="21324">
                  <c:v>63694</c:v>
                </c:pt>
                <c:pt idx="21325">
                  <c:v>63695</c:v>
                </c:pt>
                <c:pt idx="21326">
                  <c:v>63696</c:v>
                </c:pt>
                <c:pt idx="21327">
                  <c:v>63697</c:v>
                </c:pt>
                <c:pt idx="21328">
                  <c:v>63698</c:v>
                </c:pt>
                <c:pt idx="21329">
                  <c:v>63699</c:v>
                </c:pt>
                <c:pt idx="21330">
                  <c:v>63700</c:v>
                </c:pt>
                <c:pt idx="21331">
                  <c:v>63701</c:v>
                </c:pt>
                <c:pt idx="21332">
                  <c:v>63702</c:v>
                </c:pt>
                <c:pt idx="21333">
                  <c:v>63703</c:v>
                </c:pt>
                <c:pt idx="21334">
                  <c:v>63704</c:v>
                </c:pt>
                <c:pt idx="21335">
                  <c:v>63705</c:v>
                </c:pt>
                <c:pt idx="21336">
                  <c:v>63706</c:v>
                </c:pt>
                <c:pt idx="21337">
                  <c:v>63707</c:v>
                </c:pt>
                <c:pt idx="21338">
                  <c:v>63708</c:v>
                </c:pt>
                <c:pt idx="21339">
                  <c:v>63709</c:v>
                </c:pt>
                <c:pt idx="21340">
                  <c:v>63710</c:v>
                </c:pt>
                <c:pt idx="21341">
                  <c:v>63711</c:v>
                </c:pt>
                <c:pt idx="21342">
                  <c:v>63712</c:v>
                </c:pt>
                <c:pt idx="21343">
                  <c:v>63713</c:v>
                </c:pt>
                <c:pt idx="21344">
                  <c:v>63714</c:v>
                </c:pt>
                <c:pt idx="21345">
                  <c:v>63715</c:v>
                </c:pt>
                <c:pt idx="21346">
                  <c:v>63716</c:v>
                </c:pt>
                <c:pt idx="21347">
                  <c:v>63717</c:v>
                </c:pt>
                <c:pt idx="21348">
                  <c:v>63718</c:v>
                </c:pt>
                <c:pt idx="21349">
                  <c:v>63719</c:v>
                </c:pt>
                <c:pt idx="21350">
                  <c:v>63720</c:v>
                </c:pt>
                <c:pt idx="21351">
                  <c:v>63721</c:v>
                </c:pt>
                <c:pt idx="21352">
                  <c:v>63722</c:v>
                </c:pt>
                <c:pt idx="21353">
                  <c:v>63723</c:v>
                </c:pt>
                <c:pt idx="21354">
                  <c:v>63724</c:v>
                </c:pt>
                <c:pt idx="21355">
                  <c:v>63725</c:v>
                </c:pt>
                <c:pt idx="21356">
                  <c:v>63726</c:v>
                </c:pt>
                <c:pt idx="21357">
                  <c:v>63727</c:v>
                </c:pt>
                <c:pt idx="21358">
                  <c:v>63728</c:v>
                </c:pt>
                <c:pt idx="21359">
                  <c:v>63729</c:v>
                </c:pt>
                <c:pt idx="21360">
                  <c:v>63730</c:v>
                </c:pt>
                <c:pt idx="21361">
                  <c:v>63731</c:v>
                </c:pt>
                <c:pt idx="21362">
                  <c:v>63732</c:v>
                </c:pt>
                <c:pt idx="21363">
                  <c:v>63733</c:v>
                </c:pt>
                <c:pt idx="21364">
                  <c:v>63734</c:v>
                </c:pt>
                <c:pt idx="21365">
                  <c:v>63735</c:v>
                </c:pt>
                <c:pt idx="21366">
                  <c:v>63736</c:v>
                </c:pt>
                <c:pt idx="21367">
                  <c:v>63737</c:v>
                </c:pt>
                <c:pt idx="21368">
                  <c:v>63738</c:v>
                </c:pt>
                <c:pt idx="21369">
                  <c:v>63739</c:v>
                </c:pt>
                <c:pt idx="21370">
                  <c:v>63740</c:v>
                </c:pt>
                <c:pt idx="21371">
                  <c:v>63741</c:v>
                </c:pt>
                <c:pt idx="21372">
                  <c:v>63742</c:v>
                </c:pt>
                <c:pt idx="21373">
                  <c:v>63743</c:v>
                </c:pt>
                <c:pt idx="21374">
                  <c:v>63744</c:v>
                </c:pt>
                <c:pt idx="21375">
                  <c:v>63745</c:v>
                </c:pt>
                <c:pt idx="21376">
                  <c:v>63746</c:v>
                </c:pt>
                <c:pt idx="21377">
                  <c:v>63747</c:v>
                </c:pt>
                <c:pt idx="21378">
                  <c:v>63748</c:v>
                </c:pt>
                <c:pt idx="21379">
                  <c:v>63749</c:v>
                </c:pt>
                <c:pt idx="21380">
                  <c:v>63750</c:v>
                </c:pt>
                <c:pt idx="21381">
                  <c:v>63751</c:v>
                </c:pt>
                <c:pt idx="21382">
                  <c:v>63752</c:v>
                </c:pt>
                <c:pt idx="21383">
                  <c:v>63753</c:v>
                </c:pt>
                <c:pt idx="21384">
                  <c:v>63754</c:v>
                </c:pt>
                <c:pt idx="21385">
                  <c:v>63755</c:v>
                </c:pt>
                <c:pt idx="21386">
                  <c:v>63756</c:v>
                </c:pt>
                <c:pt idx="21387">
                  <c:v>63757</c:v>
                </c:pt>
                <c:pt idx="21388">
                  <c:v>63758</c:v>
                </c:pt>
                <c:pt idx="21389">
                  <c:v>63759</c:v>
                </c:pt>
                <c:pt idx="21390">
                  <c:v>63760</c:v>
                </c:pt>
                <c:pt idx="21391">
                  <c:v>63761</c:v>
                </c:pt>
                <c:pt idx="21392">
                  <c:v>63762</c:v>
                </c:pt>
                <c:pt idx="21393">
                  <c:v>63763</c:v>
                </c:pt>
                <c:pt idx="21394">
                  <c:v>63764</c:v>
                </c:pt>
                <c:pt idx="21395">
                  <c:v>63765</c:v>
                </c:pt>
                <c:pt idx="21396">
                  <c:v>63766</c:v>
                </c:pt>
                <c:pt idx="21397">
                  <c:v>63767</c:v>
                </c:pt>
                <c:pt idx="21398">
                  <c:v>63768</c:v>
                </c:pt>
                <c:pt idx="21399">
                  <c:v>63769</c:v>
                </c:pt>
                <c:pt idx="21400">
                  <c:v>63770</c:v>
                </c:pt>
                <c:pt idx="21401">
                  <c:v>63771</c:v>
                </c:pt>
                <c:pt idx="21402">
                  <c:v>63772</c:v>
                </c:pt>
                <c:pt idx="21403">
                  <c:v>63773</c:v>
                </c:pt>
                <c:pt idx="21404">
                  <c:v>63774</c:v>
                </c:pt>
                <c:pt idx="21405">
                  <c:v>63775</c:v>
                </c:pt>
                <c:pt idx="21406">
                  <c:v>63776</c:v>
                </c:pt>
                <c:pt idx="21407">
                  <c:v>63777</c:v>
                </c:pt>
                <c:pt idx="21408">
                  <c:v>63778</c:v>
                </c:pt>
                <c:pt idx="21409">
                  <c:v>63779</c:v>
                </c:pt>
                <c:pt idx="21410">
                  <c:v>63780</c:v>
                </c:pt>
                <c:pt idx="21411">
                  <c:v>63781</c:v>
                </c:pt>
                <c:pt idx="21412">
                  <c:v>63782</c:v>
                </c:pt>
                <c:pt idx="21413">
                  <c:v>63783</c:v>
                </c:pt>
                <c:pt idx="21414">
                  <c:v>63784</c:v>
                </c:pt>
                <c:pt idx="21415">
                  <c:v>63785</c:v>
                </c:pt>
                <c:pt idx="21416">
                  <c:v>63786</c:v>
                </c:pt>
                <c:pt idx="21417">
                  <c:v>63787</c:v>
                </c:pt>
                <c:pt idx="21418">
                  <c:v>63788</c:v>
                </c:pt>
                <c:pt idx="21419">
                  <c:v>63789</c:v>
                </c:pt>
                <c:pt idx="21420">
                  <c:v>63790</c:v>
                </c:pt>
                <c:pt idx="21421">
                  <c:v>63791</c:v>
                </c:pt>
                <c:pt idx="21422">
                  <c:v>63792</c:v>
                </c:pt>
                <c:pt idx="21423">
                  <c:v>63793</c:v>
                </c:pt>
                <c:pt idx="21424">
                  <c:v>63794</c:v>
                </c:pt>
                <c:pt idx="21425">
                  <c:v>63795</c:v>
                </c:pt>
                <c:pt idx="21426">
                  <c:v>63796</c:v>
                </c:pt>
                <c:pt idx="21427">
                  <c:v>63797</c:v>
                </c:pt>
                <c:pt idx="21428">
                  <c:v>63798</c:v>
                </c:pt>
                <c:pt idx="21429">
                  <c:v>63799</c:v>
                </c:pt>
                <c:pt idx="21430">
                  <c:v>63800</c:v>
                </c:pt>
                <c:pt idx="21431">
                  <c:v>63801</c:v>
                </c:pt>
                <c:pt idx="21432">
                  <c:v>63802</c:v>
                </c:pt>
                <c:pt idx="21433">
                  <c:v>63803</c:v>
                </c:pt>
                <c:pt idx="21434">
                  <c:v>63804</c:v>
                </c:pt>
                <c:pt idx="21435">
                  <c:v>63805</c:v>
                </c:pt>
                <c:pt idx="21436">
                  <c:v>63806</c:v>
                </c:pt>
                <c:pt idx="21437">
                  <c:v>63807</c:v>
                </c:pt>
                <c:pt idx="21438">
                  <c:v>63808</c:v>
                </c:pt>
                <c:pt idx="21439">
                  <c:v>63809</c:v>
                </c:pt>
                <c:pt idx="21440">
                  <c:v>63810</c:v>
                </c:pt>
                <c:pt idx="21441">
                  <c:v>63811</c:v>
                </c:pt>
                <c:pt idx="21442">
                  <c:v>63812</c:v>
                </c:pt>
                <c:pt idx="21443">
                  <c:v>63813</c:v>
                </c:pt>
                <c:pt idx="21444">
                  <c:v>63814</c:v>
                </c:pt>
                <c:pt idx="21445">
                  <c:v>63815</c:v>
                </c:pt>
                <c:pt idx="21446">
                  <c:v>63816</c:v>
                </c:pt>
                <c:pt idx="21447">
                  <c:v>63817</c:v>
                </c:pt>
                <c:pt idx="21448">
                  <c:v>63818</c:v>
                </c:pt>
                <c:pt idx="21449">
                  <c:v>63819</c:v>
                </c:pt>
                <c:pt idx="21450">
                  <c:v>63820</c:v>
                </c:pt>
                <c:pt idx="21451">
                  <c:v>63821</c:v>
                </c:pt>
                <c:pt idx="21452">
                  <c:v>63822</c:v>
                </c:pt>
                <c:pt idx="21453">
                  <c:v>63823</c:v>
                </c:pt>
                <c:pt idx="21454">
                  <c:v>63824</c:v>
                </c:pt>
                <c:pt idx="21455">
                  <c:v>63825</c:v>
                </c:pt>
                <c:pt idx="21456">
                  <c:v>63826</c:v>
                </c:pt>
                <c:pt idx="21457">
                  <c:v>63827</c:v>
                </c:pt>
                <c:pt idx="21458">
                  <c:v>63828</c:v>
                </c:pt>
                <c:pt idx="21459">
                  <c:v>63829</c:v>
                </c:pt>
                <c:pt idx="21460">
                  <c:v>63830</c:v>
                </c:pt>
                <c:pt idx="21461">
                  <c:v>63831</c:v>
                </c:pt>
                <c:pt idx="21462">
                  <c:v>63832</c:v>
                </c:pt>
                <c:pt idx="21463">
                  <c:v>63833</c:v>
                </c:pt>
                <c:pt idx="21464">
                  <c:v>63834</c:v>
                </c:pt>
                <c:pt idx="21465">
                  <c:v>63835</c:v>
                </c:pt>
                <c:pt idx="21466">
                  <c:v>63836</c:v>
                </c:pt>
                <c:pt idx="21467">
                  <c:v>63837</c:v>
                </c:pt>
                <c:pt idx="21468">
                  <c:v>63838</c:v>
                </c:pt>
                <c:pt idx="21469">
                  <c:v>63839</c:v>
                </c:pt>
                <c:pt idx="21470">
                  <c:v>63840</c:v>
                </c:pt>
                <c:pt idx="21471">
                  <c:v>63841</c:v>
                </c:pt>
                <c:pt idx="21472">
                  <c:v>63842</c:v>
                </c:pt>
                <c:pt idx="21473">
                  <c:v>63843</c:v>
                </c:pt>
                <c:pt idx="21474">
                  <c:v>63844</c:v>
                </c:pt>
                <c:pt idx="21475">
                  <c:v>63845</c:v>
                </c:pt>
                <c:pt idx="21476">
                  <c:v>63846</c:v>
                </c:pt>
                <c:pt idx="21477">
                  <c:v>63847</c:v>
                </c:pt>
                <c:pt idx="21478">
                  <c:v>63848</c:v>
                </c:pt>
                <c:pt idx="21479">
                  <c:v>63849</c:v>
                </c:pt>
                <c:pt idx="21480">
                  <c:v>63850</c:v>
                </c:pt>
                <c:pt idx="21481">
                  <c:v>63851</c:v>
                </c:pt>
                <c:pt idx="21482">
                  <c:v>63852</c:v>
                </c:pt>
                <c:pt idx="21483">
                  <c:v>63853</c:v>
                </c:pt>
                <c:pt idx="21484">
                  <c:v>63854</c:v>
                </c:pt>
                <c:pt idx="21485">
                  <c:v>63855</c:v>
                </c:pt>
                <c:pt idx="21486">
                  <c:v>63856</c:v>
                </c:pt>
                <c:pt idx="21487">
                  <c:v>63857</c:v>
                </c:pt>
                <c:pt idx="21488">
                  <c:v>63858</c:v>
                </c:pt>
                <c:pt idx="21489">
                  <c:v>63859</c:v>
                </c:pt>
                <c:pt idx="21490">
                  <c:v>63860</c:v>
                </c:pt>
                <c:pt idx="21491">
                  <c:v>63861</c:v>
                </c:pt>
                <c:pt idx="21492">
                  <c:v>63862</c:v>
                </c:pt>
                <c:pt idx="21493">
                  <c:v>63863</c:v>
                </c:pt>
                <c:pt idx="21494">
                  <c:v>63864</c:v>
                </c:pt>
                <c:pt idx="21495">
                  <c:v>63865</c:v>
                </c:pt>
                <c:pt idx="21496">
                  <c:v>63866</c:v>
                </c:pt>
                <c:pt idx="21497">
                  <c:v>63867</c:v>
                </c:pt>
                <c:pt idx="21498">
                  <c:v>63868</c:v>
                </c:pt>
                <c:pt idx="21499">
                  <c:v>63869</c:v>
                </c:pt>
                <c:pt idx="21500">
                  <c:v>63870</c:v>
                </c:pt>
                <c:pt idx="21501">
                  <c:v>63871</c:v>
                </c:pt>
                <c:pt idx="21502">
                  <c:v>63872</c:v>
                </c:pt>
                <c:pt idx="21503">
                  <c:v>63873</c:v>
                </c:pt>
                <c:pt idx="21504">
                  <c:v>63874</c:v>
                </c:pt>
                <c:pt idx="21505">
                  <c:v>63875</c:v>
                </c:pt>
                <c:pt idx="21506">
                  <c:v>63876</c:v>
                </c:pt>
                <c:pt idx="21507">
                  <c:v>63877</c:v>
                </c:pt>
                <c:pt idx="21508">
                  <c:v>63878</c:v>
                </c:pt>
                <c:pt idx="21509">
                  <c:v>63879</c:v>
                </c:pt>
                <c:pt idx="21510">
                  <c:v>63880</c:v>
                </c:pt>
                <c:pt idx="21511">
                  <c:v>63881</c:v>
                </c:pt>
                <c:pt idx="21512">
                  <c:v>63882</c:v>
                </c:pt>
                <c:pt idx="21513">
                  <c:v>63883</c:v>
                </c:pt>
                <c:pt idx="21514">
                  <c:v>63884</c:v>
                </c:pt>
                <c:pt idx="21515">
                  <c:v>63885</c:v>
                </c:pt>
                <c:pt idx="21516">
                  <c:v>63886</c:v>
                </c:pt>
                <c:pt idx="21517">
                  <c:v>63887</c:v>
                </c:pt>
                <c:pt idx="21518">
                  <c:v>63888</c:v>
                </c:pt>
                <c:pt idx="21519">
                  <c:v>63889</c:v>
                </c:pt>
                <c:pt idx="21520">
                  <c:v>63890</c:v>
                </c:pt>
                <c:pt idx="21521">
                  <c:v>63891</c:v>
                </c:pt>
                <c:pt idx="21522">
                  <c:v>63892</c:v>
                </c:pt>
                <c:pt idx="21523">
                  <c:v>63893</c:v>
                </c:pt>
                <c:pt idx="21524">
                  <c:v>63894</c:v>
                </c:pt>
                <c:pt idx="21525">
                  <c:v>63895</c:v>
                </c:pt>
                <c:pt idx="21526">
                  <c:v>63896</c:v>
                </c:pt>
                <c:pt idx="21527">
                  <c:v>63897</c:v>
                </c:pt>
                <c:pt idx="21528">
                  <c:v>63898</c:v>
                </c:pt>
                <c:pt idx="21529">
                  <c:v>63899</c:v>
                </c:pt>
                <c:pt idx="21530">
                  <c:v>63900</c:v>
                </c:pt>
                <c:pt idx="21531">
                  <c:v>63901</c:v>
                </c:pt>
                <c:pt idx="21532">
                  <c:v>63902</c:v>
                </c:pt>
                <c:pt idx="21533">
                  <c:v>63903</c:v>
                </c:pt>
                <c:pt idx="21534">
                  <c:v>63904</c:v>
                </c:pt>
                <c:pt idx="21535">
                  <c:v>63905</c:v>
                </c:pt>
                <c:pt idx="21536">
                  <c:v>63906</c:v>
                </c:pt>
                <c:pt idx="21537">
                  <c:v>63907</c:v>
                </c:pt>
                <c:pt idx="21538">
                  <c:v>63908</c:v>
                </c:pt>
                <c:pt idx="21539">
                  <c:v>63909</c:v>
                </c:pt>
                <c:pt idx="21540">
                  <c:v>63910</c:v>
                </c:pt>
                <c:pt idx="21541">
                  <c:v>63911</c:v>
                </c:pt>
                <c:pt idx="21542">
                  <c:v>63912</c:v>
                </c:pt>
                <c:pt idx="21543">
                  <c:v>63913</c:v>
                </c:pt>
                <c:pt idx="21544">
                  <c:v>63914</c:v>
                </c:pt>
                <c:pt idx="21545">
                  <c:v>63915</c:v>
                </c:pt>
                <c:pt idx="21546">
                  <c:v>63916</c:v>
                </c:pt>
                <c:pt idx="21547">
                  <c:v>63917</c:v>
                </c:pt>
                <c:pt idx="21548">
                  <c:v>63918</c:v>
                </c:pt>
                <c:pt idx="21549">
                  <c:v>63919</c:v>
                </c:pt>
                <c:pt idx="21550">
                  <c:v>63920</c:v>
                </c:pt>
                <c:pt idx="21551">
                  <c:v>63921</c:v>
                </c:pt>
                <c:pt idx="21552">
                  <c:v>63922</c:v>
                </c:pt>
                <c:pt idx="21553">
                  <c:v>63923</c:v>
                </c:pt>
                <c:pt idx="21554">
                  <c:v>63924</c:v>
                </c:pt>
                <c:pt idx="21555">
                  <c:v>63925</c:v>
                </c:pt>
                <c:pt idx="21556">
                  <c:v>63926</c:v>
                </c:pt>
                <c:pt idx="21557">
                  <c:v>63927</c:v>
                </c:pt>
                <c:pt idx="21558">
                  <c:v>63928</c:v>
                </c:pt>
                <c:pt idx="21559">
                  <c:v>63929</c:v>
                </c:pt>
                <c:pt idx="21560">
                  <c:v>63930</c:v>
                </c:pt>
                <c:pt idx="21561">
                  <c:v>63931</c:v>
                </c:pt>
                <c:pt idx="21562">
                  <c:v>63932</c:v>
                </c:pt>
                <c:pt idx="21563">
                  <c:v>63933</c:v>
                </c:pt>
                <c:pt idx="21564">
                  <c:v>63934</c:v>
                </c:pt>
                <c:pt idx="21565">
                  <c:v>63935</c:v>
                </c:pt>
                <c:pt idx="21566">
                  <c:v>63936</c:v>
                </c:pt>
                <c:pt idx="21567">
                  <c:v>63937</c:v>
                </c:pt>
                <c:pt idx="21568">
                  <c:v>63938</c:v>
                </c:pt>
                <c:pt idx="21569">
                  <c:v>63939</c:v>
                </c:pt>
                <c:pt idx="21570">
                  <c:v>63940</c:v>
                </c:pt>
                <c:pt idx="21571">
                  <c:v>63941</c:v>
                </c:pt>
                <c:pt idx="21572">
                  <c:v>63942</c:v>
                </c:pt>
                <c:pt idx="21573">
                  <c:v>63943</c:v>
                </c:pt>
                <c:pt idx="21574">
                  <c:v>63944</c:v>
                </c:pt>
                <c:pt idx="21575">
                  <c:v>63945</c:v>
                </c:pt>
                <c:pt idx="21576">
                  <c:v>63946</c:v>
                </c:pt>
                <c:pt idx="21577">
                  <c:v>63947</c:v>
                </c:pt>
                <c:pt idx="21578">
                  <c:v>63948</c:v>
                </c:pt>
                <c:pt idx="21579">
                  <c:v>63949</c:v>
                </c:pt>
                <c:pt idx="21580">
                  <c:v>63950</c:v>
                </c:pt>
                <c:pt idx="21581">
                  <c:v>63951</c:v>
                </c:pt>
                <c:pt idx="21582">
                  <c:v>63952</c:v>
                </c:pt>
                <c:pt idx="21583">
                  <c:v>63953</c:v>
                </c:pt>
                <c:pt idx="21584">
                  <c:v>63954</c:v>
                </c:pt>
                <c:pt idx="21585">
                  <c:v>63955</c:v>
                </c:pt>
                <c:pt idx="21586">
                  <c:v>63956</c:v>
                </c:pt>
                <c:pt idx="21587">
                  <c:v>63957</c:v>
                </c:pt>
                <c:pt idx="21588">
                  <c:v>63958</c:v>
                </c:pt>
                <c:pt idx="21589">
                  <c:v>63959</c:v>
                </c:pt>
                <c:pt idx="21590">
                  <c:v>63960</c:v>
                </c:pt>
                <c:pt idx="21591">
                  <c:v>63961</c:v>
                </c:pt>
                <c:pt idx="21592">
                  <c:v>63962</c:v>
                </c:pt>
                <c:pt idx="21593">
                  <c:v>63963</c:v>
                </c:pt>
                <c:pt idx="21594">
                  <c:v>63964</c:v>
                </c:pt>
                <c:pt idx="21595">
                  <c:v>63965</c:v>
                </c:pt>
                <c:pt idx="21596">
                  <c:v>63966</c:v>
                </c:pt>
                <c:pt idx="21597">
                  <c:v>63967</c:v>
                </c:pt>
                <c:pt idx="21598">
                  <c:v>63968</c:v>
                </c:pt>
                <c:pt idx="21599">
                  <c:v>63969</c:v>
                </c:pt>
                <c:pt idx="21600">
                  <c:v>63970</c:v>
                </c:pt>
                <c:pt idx="21601">
                  <c:v>63971</c:v>
                </c:pt>
                <c:pt idx="21602">
                  <c:v>63972</c:v>
                </c:pt>
                <c:pt idx="21603">
                  <c:v>63973</c:v>
                </c:pt>
                <c:pt idx="21604">
                  <c:v>63974</c:v>
                </c:pt>
                <c:pt idx="21605">
                  <c:v>63975</c:v>
                </c:pt>
                <c:pt idx="21606">
                  <c:v>63976</c:v>
                </c:pt>
                <c:pt idx="21607">
                  <c:v>63977</c:v>
                </c:pt>
                <c:pt idx="21608">
                  <c:v>63978</c:v>
                </c:pt>
                <c:pt idx="21609">
                  <c:v>63979</c:v>
                </c:pt>
                <c:pt idx="21610">
                  <c:v>63980</c:v>
                </c:pt>
                <c:pt idx="21611">
                  <c:v>63981</c:v>
                </c:pt>
                <c:pt idx="21612">
                  <c:v>63982</c:v>
                </c:pt>
                <c:pt idx="21613">
                  <c:v>63983</c:v>
                </c:pt>
                <c:pt idx="21614">
                  <c:v>63984</c:v>
                </c:pt>
                <c:pt idx="21615">
                  <c:v>63985</c:v>
                </c:pt>
                <c:pt idx="21616">
                  <c:v>63986</c:v>
                </c:pt>
                <c:pt idx="21617">
                  <c:v>63987</c:v>
                </c:pt>
                <c:pt idx="21618">
                  <c:v>63988</c:v>
                </c:pt>
                <c:pt idx="21619">
                  <c:v>63989</c:v>
                </c:pt>
                <c:pt idx="21620">
                  <c:v>63990</c:v>
                </c:pt>
                <c:pt idx="21621">
                  <c:v>63991</c:v>
                </c:pt>
                <c:pt idx="21622">
                  <c:v>63992</c:v>
                </c:pt>
                <c:pt idx="21623">
                  <c:v>63993</c:v>
                </c:pt>
                <c:pt idx="21624">
                  <c:v>63994</c:v>
                </c:pt>
                <c:pt idx="21625">
                  <c:v>63995</c:v>
                </c:pt>
                <c:pt idx="21626">
                  <c:v>63996</c:v>
                </c:pt>
                <c:pt idx="21627">
                  <c:v>63997</c:v>
                </c:pt>
                <c:pt idx="21628">
                  <c:v>63998</c:v>
                </c:pt>
                <c:pt idx="21629">
                  <c:v>63999</c:v>
                </c:pt>
                <c:pt idx="21630">
                  <c:v>64000</c:v>
                </c:pt>
                <c:pt idx="21631">
                  <c:v>64001</c:v>
                </c:pt>
                <c:pt idx="21632">
                  <c:v>64002</c:v>
                </c:pt>
                <c:pt idx="21633">
                  <c:v>64003</c:v>
                </c:pt>
                <c:pt idx="21634">
                  <c:v>64004</c:v>
                </c:pt>
                <c:pt idx="21635">
                  <c:v>64005</c:v>
                </c:pt>
                <c:pt idx="21636">
                  <c:v>64006</c:v>
                </c:pt>
                <c:pt idx="21637">
                  <c:v>64007</c:v>
                </c:pt>
                <c:pt idx="21638">
                  <c:v>64008</c:v>
                </c:pt>
                <c:pt idx="21639">
                  <c:v>64009</c:v>
                </c:pt>
                <c:pt idx="21640">
                  <c:v>64010</c:v>
                </c:pt>
                <c:pt idx="21641">
                  <c:v>64011</c:v>
                </c:pt>
                <c:pt idx="21642">
                  <c:v>64012</c:v>
                </c:pt>
                <c:pt idx="21643">
                  <c:v>64013</c:v>
                </c:pt>
                <c:pt idx="21644">
                  <c:v>64014</c:v>
                </c:pt>
                <c:pt idx="21645">
                  <c:v>64015</c:v>
                </c:pt>
                <c:pt idx="21646">
                  <c:v>64016</c:v>
                </c:pt>
                <c:pt idx="21647">
                  <c:v>64017</c:v>
                </c:pt>
                <c:pt idx="21648">
                  <c:v>64018</c:v>
                </c:pt>
                <c:pt idx="21649">
                  <c:v>64019</c:v>
                </c:pt>
                <c:pt idx="21650">
                  <c:v>64020</c:v>
                </c:pt>
                <c:pt idx="21651">
                  <c:v>64021</c:v>
                </c:pt>
                <c:pt idx="21652">
                  <c:v>64022</c:v>
                </c:pt>
                <c:pt idx="21653">
                  <c:v>64023</c:v>
                </c:pt>
                <c:pt idx="21654">
                  <c:v>64024</c:v>
                </c:pt>
                <c:pt idx="21655">
                  <c:v>64025</c:v>
                </c:pt>
                <c:pt idx="21656">
                  <c:v>64026</c:v>
                </c:pt>
                <c:pt idx="21657">
                  <c:v>64027</c:v>
                </c:pt>
                <c:pt idx="21658">
                  <c:v>64028</c:v>
                </c:pt>
                <c:pt idx="21659">
                  <c:v>64029</c:v>
                </c:pt>
                <c:pt idx="21660">
                  <c:v>64030</c:v>
                </c:pt>
                <c:pt idx="21661">
                  <c:v>64031</c:v>
                </c:pt>
                <c:pt idx="21662">
                  <c:v>64032</c:v>
                </c:pt>
                <c:pt idx="21663">
                  <c:v>64033</c:v>
                </c:pt>
                <c:pt idx="21664">
                  <c:v>64034</c:v>
                </c:pt>
                <c:pt idx="21665">
                  <c:v>64035</c:v>
                </c:pt>
                <c:pt idx="21666">
                  <c:v>64036</c:v>
                </c:pt>
                <c:pt idx="21667">
                  <c:v>64037</c:v>
                </c:pt>
                <c:pt idx="21668">
                  <c:v>64038</c:v>
                </c:pt>
                <c:pt idx="21669">
                  <c:v>64039</c:v>
                </c:pt>
                <c:pt idx="21670">
                  <c:v>64040</c:v>
                </c:pt>
                <c:pt idx="21671">
                  <c:v>64041</c:v>
                </c:pt>
                <c:pt idx="21672">
                  <c:v>64042</c:v>
                </c:pt>
                <c:pt idx="21673">
                  <c:v>64043</c:v>
                </c:pt>
                <c:pt idx="21674">
                  <c:v>64044</c:v>
                </c:pt>
                <c:pt idx="21675">
                  <c:v>64045</c:v>
                </c:pt>
                <c:pt idx="21676">
                  <c:v>64046</c:v>
                </c:pt>
                <c:pt idx="21677">
                  <c:v>64047</c:v>
                </c:pt>
                <c:pt idx="21678">
                  <c:v>64048</c:v>
                </c:pt>
                <c:pt idx="21679">
                  <c:v>64049</c:v>
                </c:pt>
                <c:pt idx="21680">
                  <c:v>64050</c:v>
                </c:pt>
                <c:pt idx="21681">
                  <c:v>64051</c:v>
                </c:pt>
                <c:pt idx="21682">
                  <c:v>64052</c:v>
                </c:pt>
                <c:pt idx="21683">
                  <c:v>64053</c:v>
                </c:pt>
                <c:pt idx="21684">
                  <c:v>64054</c:v>
                </c:pt>
                <c:pt idx="21685">
                  <c:v>64055</c:v>
                </c:pt>
                <c:pt idx="21686">
                  <c:v>64056</c:v>
                </c:pt>
                <c:pt idx="21687">
                  <c:v>64057</c:v>
                </c:pt>
                <c:pt idx="21688">
                  <c:v>64058</c:v>
                </c:pt>
                <c:pt idx="21689">
                  <c:v>64059</c:v>
                </c:pt>
                <c:pt idx="21690">
                  <c:v>64060</c:v>
                </c:pt>
                <c:pt idx="21691">
                  <c:v>64061</c:v>
                </c:pt>
                <c:pt idx="21692">
                  <c:v>64062</c:v>
                </c:pt>
                <c:pt idx="21693">
                  <c:v>64063</c:v>
                </c:pt>
                <c:pt idx="21694">
                  <c:v>64064</c:v>
                </c:pt>
                <c:pt idx="21695">
                  <c:v>64065</c:v>
                </c:pt>
                <c:pt idx="21696">
                  <c:v>64066</c:v>
                </c:pt>
                <c:pt idx="21697">
                  <c:v>64067</c:v>
                </c:pt>
                <c:pt idx="21698">
                  <c:v>64068</c:v>
                </c:pt>
                <c:pt idx="21699">
                  <c:v>64069</c:v>
                </c:pt>
                <c:pt idx="21700">
                  <c:v>64070</c:v>
                </c:pt>
                <c:pt idx="21701">
                  <c:v>64071</c:v>
                </c:pt>
                <c:pt idx="21702">
                  <c:v>64072</c:v>
                </c:pt>
                <c:pt idx="21703">
                  <c:v>64073</c:v>
                </c:pt>
                <c:pt idx="21704">
                  <c:v>64074</c:v>
                </c:pt>
                <c:pt idx="21705">
                  <c:v>64075</c:v>
                </c:pt>
                <c:pt idx="21706">
                  <c:v>64076</c:v>
                </c:pt>
                <c:pt idx="21707">
                  <c:v>64077</c:v>
                </c:pt>
                <c:pt idx="21708">
                  <c:v>64078</c:v>
                </c:pt>
                <c:pt idx="21709">
                  <c:v>64079</c:v>
                </c:pt>
                <c:pt idx="21710">
                  <c:v>64080</c:v>
                </c:pt>
                <c:pt idx="21711">
                  <c:v>64081</c:v>
                </c:pt>
                <c:pt idx="21712">
                  <c:v>64082</c:v>
                </c:pt>
                <c:pt idx="21713">
                  <c:v>64083</c:v>
                </c:pt>
                <c:pt idx="21714">
                  <c:v>64084</c:v>
                </c:pt>
                <c:pt idx="21715">
                  <c:v>64085</c:v>
                </c:pt>
                <c:pt idx="21716">
                  <c:v>64086</c:v>
                </c:pt>
                <c:pt idx="21717">
                  <c:v>64087</c:v>
                </c:pt>
                <c:pt idx="21718">
                  <c:v>64088</c:v>
                </c:pt>
                <c:pt idx="21719">
                  <c:v>64089</c:v>
                </c:pt>
                <c:pt idx="21720">
                  <c:v>64090</c:v>
                </c:pt>
                <c:pt idx="21721">
                  <c:v>64091</c:v>
                </c:pt>
                <c:pt idx="21722">
                  <c:v>64092</c:v>
                </c:pt>
                <c:pt idx="21723">
                  <c:v>64093</c:v>
                </c:pt>
                <c:pt idx="21724">
                  <c:v>64094</c:v>
                </c:pt>
                <c:pt idx="21725">
                  <c:v>64095</c:v>
                </c:pt>
                <c:pt idx="21726">
                  <c:v>64096</c:v>
                </c:pt>
                <c:pt idx="21727">
                  <c:v>64097</c:v>
                </c:pt>
                <c:pt idx="21728">
                  <c:v>64098</c:v>
                </c:pt>
                <c:pt idx="21729">
                  <c:v>64099</c:v>
                </c:pt>
                <c:pt idx="21730">
                  <c:v>64100</c:v>
                </c:pt>
                <c:pt idx="21731">
                  <c:v>64101</c:v>
                </c:pt>
                <c:pt idx="21732">
                  <c:v>64102</c:v>
                </c:pt>
                <c:pt idx="21733">
                  <c:v>64103</c:v>
                </c:pt>
                <c:pt idx="21734">
                  <c:v>64104</c:v>
                </c:pt>
                <c:pt idx="21735">
                  <c:v>64105</c:v>
                </c:pt>
                <c:pt idx="21736">
                  <c:v>64106</c:v>
                </c:pt>
                <c:pt idx="21737">
                  <c:v>64107</c:v>
                </c:pt>
                <c:pt idx="21738">
                  <c:v>64108</c:v>
                </c:pt>
                <c:pt idx="21739">
                  <c:v>64109</c:v>
                </c:pt>
                <c:pt idx="21740">
                  <c:v>64110</c:v>
                </c:pt>
                <c:pt idx="21741">
                  <c:v>64111</c:v>
                </c:pt>
                <c:pt idx="21742">
                  <c:v>64112</c:v>
                </c:pt>
                <c:pt idx="21743">
                  <c:v>64113</c:v>
                </c:pt>
                <c:pt idx="21744">
                  <c:v>64114</c:v>
                </c:pt>
                <c:pt idx="21745">
                  <c:v>64115</c:v>
                </c:pt>
                <c:pt idx="21746">
                  <c:v>64116</c:v>
                </c:pt>
                <c:pt idx="21747">
                  <c:v>64117</c:v>
                </c:pt>
                <c:pt idx="21748">
                  <c:v>64118</c:v>
                </c:pt>
                <c:pt idx="21749">
                  <c:v>64119</c:v>
                </c:pt>
                <c:pt idx="21750">
                  <c:v>64120</c:v>
                </c:pt>
                <c:pt idx="21751">
                  <c:v>64121</c:v>
                </c:pt>
                <c:pt idx="21752">
                  <c:v>64122</c:v>
                </c:pt>
                <c:pt idx="21753">
                  <c:v>64123</c:v>
                </c:pt>
                <c:pt idx="21754">
                  <c:v>64124</c:v>
                </c:pt>
                <c:pt idx="21755">
                  <c:v>64125</c:v>
                </c:pt>
                <c:pt idx="21756">
                  <c:v>64126</c:v>
                </c:pt>
                <c:pt idx="21757">
                  <c:v>64127</c:v>
                </c:pt>
                <c:pt idx="21758">
                  <c:v>64128</c:v>
                </c:pt>
                <c:pt idx="21759">
                  <c:v>64129</c:v>
                </c:pt>
                <c:pt idx="21760">
                  <c:v>64130</c:v>
                </c:pt>
                <c:pt idx="21761">
                  <c:v>64131</c:v>
                </c:pt>
                <c:pt idx="21762">
                  <c:v>64132</c:v>
                </c:pt>
                <c:pt idx="21763">
                  <c:v>64133</c:v>
                </c:pt>
                <c:pt idx="21764">
                  <c:v>64134</c:v>
                </c:pt>
                <c:pt idx="21765">
                  <c:v>64135</c:v>
                </c:pt>
                <c:pt idx="21766">
                  <c:v>64136</c:v>
                </c:pt>
                <c:pt idx="21767">
                  <c:v>64137</c:v>
                </c:pt>
                <c:pt idx="21768">
                  <c:v>64138</c:v>
                </c:pt>
                <c:pt idx="21769">
                  <c:v>64139</c:v>
                </c:pt>
                <c:pt idx="21770">
                  <c:v>64140</c:v>
                </c:pt>
                <c:pt idx="21771">
                  <c:v>64141</c:v>
                </c:pt>
                <c:pt idx="21772">
                  <c:v>64142</c:v>
                </c:pt>
                <c:pt idx="21773">
                  <c:v>64143</c:v>
                </c:pt>
                <c:pt idx="21774">
                  <c:v>64144</c:v>
                </c:pt>
                <c:pt idx="21775">
                  <c:v>64145</c:v>
                </c:pt>
                <c:pt idx="21776">
                  <c:v>64146</c:v>
                </c:pt>
                <c:pt idx="21777">
                  <c:v>64147</c:v>
                </c:pt>
                <c:pt idx="21778">
                  <c:v>64148</c:v>
                </c:pt>
                <c:pt idx="21779">
                  <c:v>64149</c:v>
                </c:pt>
                <c:pt idx="21780">
                  <c:v>64150</c:v>
                </c:pt>
                <c:pt idx="21781">
                  <c:v>64151</c:v>
                </c:pt>
                <c:pt idx="21782">
                  <c:v>64152</c:v>
                </c:pt>
                <c:pt idx="21783">
                  <c:v>64153</c:v>
                </c:pt>
                <c:pt idx="21784">
                  <c:v>64154</c:v>
                </c:pt>
                <c:pt idx="21785">
                  <c:v>64155</c:v>
                </c:pt>
                <c:pt idx="21786">
                  <c:v>64156</c:v>
                </c:pt>
                <c:pt idx="21787">
                  <c:v>64157</c:v>
                </c:pt>
                <c:pt idx="21788">
                  <c:v>64158</c:v>
                </c:pt>
                <c:pt idx="21789">
                  <c:v>64159</c:v>
                </c:pt>
                <c:pt idx="21790">
                  <c:v>64160</c:v>
                </c:pt>
                <c:pt idx="21791">
                  <c:v>64161</c:v>
                </c:pt>
                <c:pt idx="21792">
                  <c:v>64162</c:v>
                </c:pt>
                <c:pt idx="21793">
                  <c:v>64163</c:v>
                </c:pt>
                <c:pt idx="21794">
                  <c:v>64164</c:v>
                </c:pt>
                <c:pt idx="21795">
                  <c:v>64165</c:v>
                </c:pt>
                <c:pt idx="21796">
                  <c:v>64166</c:v>
                </c:pt>
                <c:pt idx="21797">
                  <c:v>64167</c:v>
                </c:pt>
                <c:pt idx="21798">
                  <c:v>64168</c:v>
                </c:pt>
                <c:pt idx="21799">
                  <c:v>64169</c:v>
                </c:pt>
                <c:pt idx="21800">
                  <c:v>64170</c:v>
                </c:pt>
                <c:pt idx="21801">
                  <c:v>64171</c:v>
                </c:pt>
                <c:pt idx="21802">
                  <c:v>64172</c:v>
                </c:pt>
                <c:pt idx="21803">
                  <c:v>64173</c:v>
                </c:pt>
                <c:pt idx="21804">
                  <c:v>64174</c:v>
                </c:pt>
                <c:pt idx="21805">
                  <c:v>64175</c:v>
                </c:pt>
                <c:pt idx="21806">
                  <c:v>64176</c:v>
                </c:pt>
                <c:pt idx="21807">
                  <c:v>64177</c:v>
                </c:pt>
                <c:pt idx="21808">
                  <c:v>64178</c:v>
                </c:pt>
                <c:pt idx="21809">
                  <c:v>64179</c:v>
                </c:pt>
                <c:pt idx="21810">
                  <c:v>64180</c:v>
                </c:pt>
                <c:pt idx="21811">
                  <c:v>64181</c:v>
                </c:pt>
                <c:pt idx="21812">
                  <c:v>64182</c:v>
                </c:pt>
                <c:pt idx="21813">
                  <c:v>64183</c:v>
                </c:pt>
                <c:pt idx="21814">
                  <c:v>64184</c:v>
                </c:pt>
                <c:pt idx="21815">
                  <c:v>64185</c:v>
                </c:pt>
                <c:pt idx="21816">
                  <c:v>64186</c:v>
                </c:pt>
                <c:pt idx="21817">
                  <c:v>64187</c:v>
                </c:pt>
                <c:pt idx="21818">
                  <c:v>64188</c:v>
                </c:pt>
                <c:pt idx="21819">
                  <c:v>64189</c:v>
                </c:pt>
                <c:pt idx="21820">
                  <c:v>64190</c:v>
                </c:pt>
                <c:pt idx="21821">
                  <c:v>64191</c:v>
                </c:pt>
                <c:pt idx="21822">
                  <c:v>64192</c:v>
                </c:pt>
                <c:pt idx="21823">
                  <c:v>64193</c:v>
                </c:pt>
                <c:pt idx="21824">
                  <c:v>64194</c:v>
                </c:pt>
                <c:pt idx="21825">
                  <c:v>64195</c:v>
                </c:pt>
                <c:pt idx="21826">
                  <c:v>64196</c:v>
                </c:pt>
                <c:pt idx="21827">
                  <c:v>64197</c:v>
                </c:pt>
                <c:pt idx="21828">
                  <c:v>64198</c:v>
                </c:pt>
                <c:pt idx="21829">
                  <c:v>64199</c:v>
                </c:pt>
                <c:pt idx="21830">
                  <c:v>64200</c:v>
                </c:pt>
                <c:pt idx="21831">
                  <c:v>64201</c:v>
                </c:pt>
                <c:pt idx="21832">
                  <c:v>64202</c:v>
                </c:pt>
                <c:pt idx="21833">
                  <c:v>64203</c:v>
                </c:pt>
                <c:pt idx="21834">
                  <c:v>64204</c:v>
                </c:pt>
                <c:pt idx="21835">
                  <c:v>64205</c:v>
                </c:pt>
                <c:pt idx="21836">
                  <c:v>64206</c:v>
                </c:pt>
                <c:pt idx="21837">
                  <c:v>64207</c:v>
                </c:pt>
                <c:pt idx="21838">
                  <c:v>64208</c:v>
                </c:pt>
                <c:pt idx="21839">
                  <c:v>64209</c:v>
                </c:pt>
                <c:pt idx="21840">
                  <c:v>64210</c:v>
                </c:pt>
                <c:pt idx="21841">
                  <c:v>64211</c:v>
                </c:pt>
                <c:pt idx="21842">
                  <c:v>64212</c:v>
                </c:pt>
                <c:pt idx="21843">
                  <c:v>64213</c:v>
                </c:pt>
                <c:pt idx="21844">
                  <c:v>64214</c:v>
                </c:pt>
                <c:pt idx="21845">
                  <c:v>64215</c:v>
                </c:pt>
                <c:pt idx="21846">
                  <c:v>64216</c:v>
                </c:pt>
                <c:pt idx="21847">
                  <c:v>64217</c:v>
                </c:pt>
                <c:pt idx="21848">
                  <c:v>64218</c:v>
                </c:pt>
                <c:pt idx="21849">
                  <c:v>64219</c:v>
                </c:pt>
                <c:pt idx="21850">
                  <c:v>64220</c:v>
                </c:pt>
                <c:pt idx="21851">
                  <c:v>64221</c:v>
                </c:pt>
                <c:pt idx="21852">
                  <c:v>64222</c:v>
                </c:pt>
                <c:pt idx="21853">
                  <c:v>64223</c:v>
                </c:pt>
                <c:pt idx="21854">
                  <c:v>64224</c:v>
                </c:pt>
                <c:pt idx="21855">
                  <c:v>64225</c:v>
                </c:pt>
                <c:pt idx="21856">
                  <c:v>64226</c:v>
                </c:pt>
                <c:pt idx="21857">
                  <c:v>64227</c:v>
                </c:pt>
                <c:pt idx="21858">
                  <c:v>64228</c:v>
                </c:pt>
                <c:pt idx="21859">
                  <c:v>64229</c:v>
                </c:pt>
                <c:pt idx="21860">
                  <c:v>64230</c:v>
                </c:pt>
                <c:pt idx="21861">
                  <c:v>64231</c:v>
                </c:pt>
                <c:pt idx="21862">
                  <c:v>64232</c:v>
                </c:pt>
                <c:pt idx="21863">
                  <c:v>64233</c:v>
                </c:pt>
                <c:pt idx="21864">
                  <c:v>64234</c:v>
                </c:pt>
                <c:pt idx="21865">
                  <c:v>64235</c:v>
                </c:pt>
                <c:pt idx="21866">
                  <c:v>64236</c:v>
                </c:pt>
                <c:pt idx="21867">
                  <c:v>64237</c:v>
                </c:pt>
                <c:pt idx="21868">
                  <c:v>64238</c:v>
                </c:pt>
                <c:pt idx="21869">
                  <c:v>64239</c:v>
                </c:pt>
                <c:pt idx="21870">
                  <c:v>64240</c:v>
                </c:pt>
                <c:pt idx="21871">
                  <c:v>64241</c:v>
                </c:pt>
                <c:pt idx="21872">
                  <c:v>64242</c:v>
                </c:pt>
                <c:pt idx="21873">
                  <c:v>64243</c:v>
                </c:pt>
                <c:pt idx="21874">
                  <c:v>64244</c:v>
                </c:pt>
                <c:pt idx="21875">
                  <c:v>64245</c:v>
                </c:pt>
                <c:pt idx="21876">
                  <c:v>64246</c:v>
                </c:pt>
                <c:pt idx="21877">
                  <c:v>64247</c:v>
                </c:pt>
                <c:pt idx="21878">
                  <c:v>64248</c:v>
                </c:pt>
                <c:pt idx="21879">
                  <c:v>64249</c:v>
                </c:pt>
                <c:pt idx="21880">
                  <c:v>64250</c:v>
                </c:pt>
                <c:pt idx="21881">
                  <c:v>64251</c:v>
                </c:pt>
                <c:pt idx="21882">
                  <c:v>64252</c:v>
                </c:pt>
                <c:pt idx="21883">
                  <c:v>64253</c:v>
                </c:pt>
                <c:pt idx="21884">
                  <c:v>64254</c:v>
                </c:pt>
                <c:pt idx="21885">
                  <c:v>64255</c:v>
                </c:pt>
                <c:pt idx="21886">
                  <c:v>64256</c:v>
                </c:pt>
                <c:pt idx="21887">
                  <c:v>64257</c:v>
                </c:pt>
                <c:pt idx="21888">
                  <c:v>64258</c:v>
                </c:pt>
                <c:pt idx="21889">
                  <c:v>64259</c:v>
                </c:pt>
                <c:pt idx="21890">
                  <c:v>64260</c:v>
                </c:pt>
                <c:pt idx="21891">
                  <c:v>64261</c:v>
                </c:pt>
                <c:pt idx="21892">
                  <c:v>64262</c:v>
                </c:pt>
                <c:pt idx="21893">
                  <c:v>64263</c:v>
                </c:pt>
                <c:pt idx="21894">
                  <c:v>64264</c:v>
                </c:pt>
                <c:pt idx="21895">
                  <c:v>64265</c:v>
                </c:pt>
                <c:pt idx="21896">
                  <c:v>64266</c:v>
                </c:pt>
                <c:pt idx="21897">
                  <c:v>64267</c:v>
                </c:pt>
                <c:pt idx="21898">
                  <c:v>64268</c:v>
                </c:pt>
                <c:pt idx="21899">
                  <c:v>64269</c:v>
                </c:pt>
                <c:pt idx="21900">
                  <c:v>64270</c:v>
                </c:pt>
                <c:pt idx="21901">
                  <c:v>64271</c:v>
                </c:pt>
                <c:pt idx="21902">
                  <c:v>64272</c:v>
                </c:pt>
                <c:pt idx="21903">
                  <c:v>64273</c:v>
                </c:pt>
                <c:pt idx="21904">
                  <c:v>64274</c:v>
                </c:pt>
                <c:pt idx="21905">
                  <c:v>64275</c:v>
                </c:pt>
                <c:pt idx="21906">
                  <c:v>64276</c:v>
                </c:pt>
                <c:pt idx="21907">
                  <c:v>64277</c:v>
                </c:pt>
                <c:pt idx="21908">
                  <c:v>64278</c:v>
                </c:pt>
                <c:pt idx="21909">
                  <c:v>64279</c:v>
                </c:pt>
                <c:pt idx="21910">
                  <c:v>64280</c:v>
                </c:pt>
                <c:pt idx="21911">
                  <c:v>64281</c:v>
                </c:pt>
                <c:pt idx="21912">
                  <c:v>64282</c:v>
                </c:pt>
                <c:pt idx="21913">
                  <c:v>64283</c:v>
                </c:pt>
                <c:pt idx="21914">
                  <c:v>64284</c:v>
                </c:pt>
                <c:pt idx="21915">
                  <c:v>64285</c:v>
                </c:pt>
                <c:pt idx="21916">
                  <c:v>64286</c:v>
                </c:pt>
                <c:pt idx="21917">
                  <c:v>64287</c:v>
                </c:pt>
                <c:pt idx="21918">
                  <c:v>64288</c:v>
                </c:pt>
                <c:pt idx="21919">
                  <c:v>64289</c:v>
                </c:pt>
                <c:pt idx="21920">
                  <c:v>64290</c:v>
                </c:pt>
                <c:pt idx="21921">
                  <c:v>64291</c:v>
                </c:pt>
                <c:pt idx="21922">
                  <c:v>64292</c:v>
                </c:pt>
                <c:pt idx="21923">
                  <c:v>64293</c:v>
                </c:pt>
                <c:pt idx="21924">
                  <c:v>64294</c:v>
                </c:pt>
                <c:pt idx="21925">
                  <c:v>64295</c:v>
                </c:pt>
                <c:pt idx="21926">
                  <c:v>64296</c:v>
                </c:pt>
                <c:pt idx="21927">
                  <c:v>64297</c:v>
                </c:pt>
                <c:pt idx="21928">
                  <c:v>64298</c:v>
                </c:pt>
                <c:pt idx="21929">
                  <c:v>64299</c:v>
                </c:pt>
                <c:pt idx="21930">
                  <c:v>64300</c:v>
                </c:pt>
                <c:pt idx="21931">
                  <c:v>64301</c:v>
                </c:pt>
                <c:pt idx="21932">
                  <c:v>64302</c:v>
                </c:pt>
                <c:pt idx="21933">
                  <c:v>64303</c:v>
                </c:pt>
                <c:pt idx="21934">
                  <c:v>64304</c:v>
                </c:pt>
                <c:pt idx="21935">
                  <c:v>64305</c:v>
                </c:pt>
                <c:pt idx="21936">
                  <c:v>64306</c:v>
                </c:pt>
                <c:pt idx="21937">
                  <c:v>64307</c:v>
                </c:pt>
                <c:pt idx="21938">
                  <c:v>64308</c:v>
                </c:pt>
                <c:pt idx="21939">
                  <c:v>64309</c:v>
                </c:pt>
                <c:pt idx="21940">
                  <c:v>64310</c:v>
                </c:pt>
                <c:pt idx="21941">
                  <c:v>64311</c:v>
                </c:pt>
                <c:pt idx="21942">
                  <c:v>64312</c:v>
                </c:pt>
                <c:pt idx="21943">
                  <c:v>64313</c:v>
                </c:pt>
                <c:pt idx="21944">
                  <c:v>64314</c:v>
                </c:pt>
                <c:pt idx="21945">
                  <c:v>64315</c:v>
                </c:pt>
                <c:pt idx="21946">
                  <c:v>64316</c:v>
                </c:pt>
                <c:pt idx="21947">
                  <c:v>64317</c:v>
                </c:pt>
                <c:pt idx="21948">
                  <c:v>64318</c:v>
                </c:pt>
                <c:pt idx="21949">
                  <c:v>64319</c:v>
                </c:pt>
                <c:pt idx="21950">
                  <c:v>64320</c:v>
                </c:pt>
                <c:pt idx="21951">
                  <c:v>64321</c:v>
                </c:pt>
                <c:pt idx="21952">
                  <c:v>64322</c:v>
                </c:pt>
                <c:pt idx="21953">
                  <c:v>64323</c:v>
                </c:pt>
                <c:pt idx="21954">
                  <c:v>64324</c:v>
                </c:pt>
                <c:pt idx="21955">
                  <c:v>64325</c:v>
                </c:pt>
                <c:pt idx="21956">
                  <c:v>64326</c:v>
                </c:pt>
                <c:pt idx="21957">
                  <c:v>64327</c:v>
                </c:pt>
                <c:pt idx="21958">
                  <c:v>64328</c:v>
                </c:pt>
                <c:pt idx="21959">
                  <c:v>64329</c:v>
                </c:pt>
                <c:pt idx="21960">
                  <c:v>64330</c:v>
                </c:pt>
                <c:pt idx="21961">
                  <c:v>64331</c:v>
                </c:pt>
                <c:pt idx="21962">
                  <c:v>64332</c:v>
                </c:pt>
                <c:pt idx="21963">
                  <c:v>64333</c:v>
                </c:pt>
                <c:pt idx="21964">
                  <c:v>64334</c:v>
                </c:pt>
                <c:pt idx="21965">
                  <c:v>64335</c:v>
                </c:pt>
                <c:pt idx="21966">
                  <c:v>64336</c:v>
                </c:pt>
                <c:pt idx="21967">
                  <c:v>64337</c:v>
                </c:pt>
                <c:pt idx="21968">
                  <c:v>64338</c:v>
                </c:pt>
                <c:pt idx="21969">
                  <c:v>64339</c:v>
                </c:pt>
                <c:pt idx="21970">
                  <c:v>64340</c:v>
                </c:pt>
                <c:pt idx="21971">
                  <c:v>64341</c:v>
                </c:pt>
                <c:pt idx="21972">
                  <c:v>64342</c:v>
                </c:pt>
                <c:pt idx="21973">
                  <c:v>64343</c:v>
                </c:pt>
                <c:pt idx="21974">
                  <c:v>64344</c:v>
                </c:pt>
                <c:pt idx="21975">
                  <c:v>64345</c:v>
                </c:pt>
                <c:pt idx="21976">
                  <c:v>64346</c:v>
                </c:pt>
                <c:pt idx="21977">
                  <c:v>64347</c:v>
                </c:pt>
                <c:pt idx="21978">
                  <c:v>64348</c:v>
                </c:pt>
                <c:pt idx="21979">
                  <c:v>64349</c:v>
                </c:pt>
                <c:pt idx="21980">
                  <c:v>64350</c:v>
                </c:pt>
                <c:pt idx="21981">
                  <c:v>64351</c:v>
                </c:pt>
                <c:pt idx="21982">
                  <c:v>64352</c:v>
                </c:pt>
                <c:pt idx="21983">
                  <c:v>64353</c:v>
                </c:pt>
                <c:pt idx="21984">
                  <c:v>64354</c:v>
                </c:pt>
                <c:pt idx="21985">
                  <c:v>64355</c:v>
                </c:pt>
                <c:pt idx="21986">
                  <c:v>64356</c:v>
                </c:pt>
                <c:pt idx="21987">
                  <c:v>64357</c:v>
                </c:pt>
                <c:pt idx="21988">
                  <c:v>64358</c:v>
                </c:pt>
                <c:pt idx="21989">
                  <c:v>64359</c:v>
                </c:pt>
                <c:pt idx="21990">
                  <c:v>64360</c:v>
                </c:pt>
                <c:pt idx="21991">
                  <c:v>64361</c:v>
                </c:pt>
                <c:pt idx="21992">
                  <c:v>64362</c:v>
                </c:pt>
                <c:pt idx="21993">
                  <c:v>64363</c:v>
                </c:pt>
                <c:pt idx="21994">
                  <c:v>64364</c:v>
                </c:pt>
                <c:pt idx="21995">
                  <c:v>64365</c:v>
                </c:pt>
                <c:pt idx="21996">
                  <c:v>64366</c:v>
                </c:pt>
                <c:pt idx="21997">
                  <c:v>64367</c:v>
                </c:pt>
                <c:pt idx="21998">
                  <c:v>64368</c:v>
                </c:pt>
                <c:pt idx="21999">
                  <c:v>64369</c:v>
                </c:pt>
                <c:pt idx="22000">
                  <c:v>64370</c:v>
                </c:pt>
                <c:pt idx="22001">
                  <c:v>64371</c:v>
                </c:pt>
                <c:pt idx="22002">
                  <c:v>64372</c:v>
                </c:pt>
                <c:pt idx="22003">
                  <c:v>64373</c:v>
                </c:pt>
                <c:pt idx="22004">
                  <c:v>64374</c:v>
                </c:pt>
                <c:pt idx="22005">
                  <c:v>64375</c:v>
                </c:pt>
                <c:pt idx="22006">
                  <c:v>64376</c:v>
                </c:pt>
                <c:pt idx="22007">
                  <c:v>64377</c:v>
                </c:pt>
                <c:pt idx="22008">
                  <c:v>64378</c:v>
                </c:pt>
                <c:pt idx="22009">
                  <c:v>64379</c:v>
                </c:pt>
                <c:pt idx="22010">
                  <c:v>64380</c:v>
                </c:pt>
                <c:pt idx="22011">
                  <c:v>64381</c:v>
                </c:pt>
                <c:pt idx="22012">
                  <c:v>64382</c:v>
                </c:pt>
                <c:pt idx="22013">
                  <c:v>64383</c:v>
                </c:pt>
                <c:pt idx="22014">
                  <c:v>64384</c:v>
                </c:pt>
                <c:pt idx="22015">
                  <c:v>64385</c:v>
                </c:pt>
                <c:pt idx="22016">
                  <c:v>64386</c:v>
                </c:pt>
                <c:pt idx="22017">
                  <c:v>64387</c:v>
                </c:pt>
                <c:pt idx="22018">
                  <c:v>64388</c:v>
                </c:pt>
                <c:pt idx="22019">
                  <c:v>64389</c:v>
                </c:pt>
                <c:pt idx="22020">
                  <c:v>64390</c:v>
                </c:pt>
                <c:pt idx="22021">
                  <c:v>64391</c:v>
                </c:pt>
                <c:pt idx="22022">
                  <c:v>64392</c:v>
                </c:pt>
                <c:pt idx="22023">
                  <c:v>64393</c:v>
                </c:pt>
                <c:pt idx="22024">
                  <c:v>64394</c:v>
                </c:pt>
                <c:pt idx="22025">
                  <c:v>64395</c:v>
                </c:pt>
                <c:pt idx="22026">
                  <c:v>64396</c:v>
                </c:pt>
                <c:pt idx="22027">
                  <c:v>64397</c:v>
                </c:pt>
                <c:pt idx="22028">
                  <c:v>64398</c:v>
                </c:pt>
                <c:pt idx="22029">
                  <c:v>64399</c:v>
                </c:pt>
                <c:pt idx="22030">
                  <c:v>64400</c:v>
                </c:pt>
                <c:pt idx="22031">
                  <c:v>64401</c:v>
                </c:pt>
                <c:pt idx="22032">
                  <c:v>64402</c:v>
                </c:pt>
                <c:pt idx="22033">
                  <c:v>64403</c:v>
                </c:pt>
                <c:pt idx="22034">
                  <c:v>64404</c:v>
                </c:pt>
                <c:pt idx="22035">
                  <c:v>64405</c:v>
                </c:pt>
                <c:pt idx="22036">
                  <c:v>64406</c:v>
                </c:pt>
                <c:pt idx="22037">
                  <c:v>64407</c:v>
                </c:pt>
                <c:pt idx="22038">
                  <c:v>64408</c:v>
                </c:pt>
                <c:pt idx="22039">
                  <c:v>64409</c:v>
                </c:pt>
                <c:pt idx="22040">
                  <c:v>64410</c:v>
                </c:pt>
                <c:pt idx="22041">
                  <c:v>64411</c:v>
                </c:pt>
                <c:pt idx="22042">
                  <c:v>64412</c:v>
                </c:pt>
                <c:pt idx="22043">
                  <c:v>64413</c:v>
                </c:pt>
                <c:pt idx="22044">
                  <c:v>64414</c:v>
                </c:pt>
                <c:pt idx="22045">
                  <c:v>64415</c:v>
                </c:pt>
                <c:pt idx="22046">
                  <c:v>64416</c:v>
                </c:pt>
                <c:pt idx="22047">
                  <c:v>64417</c:v>
                </c:pt>
                <c:pt idx="22048">
                  <c:v>64418</c:v>
                </c:pt>
                <c:pt idx="22049">
                  <c:v>64419</c:v>
                </c:pt>
                <c:pt idx="22050">
                  <c:v>64420</c:v>
                </c:pt>
                <c:pt idx="22051">
                  <c:v>64421</c:v>
                </c:pt>
                <c:pt idx="22052">
                  <c:v>64422</c:v>
                </c:pt>
                <c:pt idx="22053">
                  <c:v>64423</c:v>
                </c:pt>
                <c:pt idx="22054">
                  <c:v>64424</c:v>
                </c:pt>
                <c:pt idx="22055">
                  <c:v>64425</c:v>
                </c:pt>
                <c:pt idx="22056">
                  <c:v>64426</c:v>
                </c:pt>
                <c:pt idx="22057">
                  <c:v>64427</c:v>
                </c:pt>
                <c:pt idx="22058">
                  <c:v>64428</c:v>
                </c:pt>
                <c:pt idx="22059">
                  <c:v>64429</c:v>
                </c:pt>
                <c:pt idx="22060">
                  <c:v>64430</c:v>
                </c:pt>
                <c:pt idx="22061">
                  <c:v>64431</c:v>
                </c:pt>
                <c:pt idx="22062">
                  <c:v>64432</c:v>
                </c:pt>
                <c:pt idx="22063">
                  <c:v>64433</c:v>
                </c:pt>
                <c:pt idx="22064">
                  <c:v>64434</c:v>
                </c:pt>
                <c:pt idx="22065">
                  <c:v>64435</c:v>
                </c:pt>
                <c:pt idx="22066">
                  <c:v>64436</c:v>
                </c:pt>
                <c:pt idx="22067">
                  <c:v>64437</c:v>
                </c:pt>
                <c:pt idx="22068">
                  <c:v>64438</c:v>
                </c:pt>
                <c:pt idx="22069">
                  <c:v>64439</c:v>
                </c:pt>
                <c:pt idx="22070">
                  <c:v>64440</c:v>
                </c:pt>
                <c:pt idx="22071">
                  <c:v>64441</c:v>
                </c:pt>
                <c:pt idx="22072">
                  <c:v>64442</c:v>
                </c:pt>
                <c:pt idx="22073">
                  <c:v>64443</c:v>
                </c:pt>
                <c:pt idx="22074">
                  <c:v>64444</c:v>
                </c:pt>
                <c:pt idx="22075">
                  <c:v>64445</c:v>
                </c:pt>
                <c:pt idx="22076">
                  <c:v>64446</c:v>
                </c:pt>
                <c:pt idx="22077">
                  <c:v>64447</c:v>
                </c:pt>
                <c:pt idx="22078">
                  <c:v>64448</c:v>
                </c:pt>
                <c:pt idx="22079">
                  <c:v>64449</c:v>
                </c:pt>
                <c:pt idx="22080">
                  <c:v>64450</c:v>
                </c:pt>
                <c:pt idx="22081">
                  <c:v>64451</c:v>
                </c:pt>
                <c:pt idx="22082">
                  <c:v>64452</c:v>
                </c:pt>
                <c:pt idx="22083">
                  <c:v>64453</c:v>
                </c:pt>
                <c:pt idx="22084">
                  <c:v>64454</c:v>
                </c:pt>
                <c:pt idx="22085">
                  <c:v>64455</c:v>
                </c:pt>
                <c:pt idx="22086">
                  <c:v>64456</c:v>
                </c:pt>
                <c:pt idx="22087">
                  <c:v>64457</c:v>
                </c:pt>
                <c:pt idx="22088">
                  <c:v>64458</c:v>
                </c:pt>
                <c:pt idx="22089">
                  <c:v>64459</c:v>
                </c:pt>
                <c:pt idx="22090">
                  <c:v>64460</c:v>
                </c:pt>
                <c:pt idx="22091">
                  <c:v>64461</c:v>
                </c:pt>
                <c:pt idx="22092">
                  <c:v>64462</c:v>
                </c:pt>
                <c:pt idx="22093">
                  <c:v>64463</c:v>
                </c:pt>
                <c:pt idx="22094">
                  <c:v>64464</c:v>
                </c:pt>
                <c:pt idx="22095">
                  <c:v>64465</c:v>
                </c:pt>
                <c:pt idx="22096">
                  <c:v>64466</c:v>
                </c:pt>
                <c:pt idx="22097">
                  <c:v>64467</c:v>
                </c:pt>
                <c:pt idx="22098">
                  <c:v>64468</c:v>
                </c:pt>
                <c:pt idx="22099">
                  <c:v>64469</c:v>
                </c:pt>
                <c:pt idx="22100">
                  <c:v>64470</c:v>
                </c:pt>
                <c:pt idx="22101">
                  <c:v>64471</c:v>
                </c:pt>
                <c:pt idx="22102">
                  <c:v>64472</c:v>
                </c:pt>
                <c:pt idx="22103">
                  <c:v>64473</c:v>
                </c:pt>
                <c:pt idx="22104">
                  <c:v>64474</c:v>
                </c:pt>
                <c:pt idx="22105">
                  <c:v>64475</c:v>
                </c:pt>
                <c:pt idx="22106">
                  <c:v>64476</c:v>
                </c:pt>
                <c:pt idx="22107">
                  <c:v>64477</c:v>
                </c:pt>
                <c:pt idx="22108">
                  <c:v>64478</c:v>
                </c:pt>
                <c:pt idx="22109">
                  <c:v>64479</c:v>
                </c:pt>
                <c:pt idx="22110">
                  <c:v>64480</c:v>
                </c:pt>
                <c:pt idx="22111">
                  <c:v>64481</c:v>
                </c:pt>
                <c:pt idx="22112">
                  <c:v>64482</c:v>
                </c:pt>
                <c:pt idx="22113">
                  <c:v>64483</c:v>
                </c:pt>
                <c:pt idx="22114">
                  <c:v>64484</c:v>
                </c:pt>
                <c:pt idx="22115">
                  <c:v>64485</c:v>
                </c:pt>
                <c:pt idx="22116">
                  <c:v>64486</c:v>
                </c:pt>
                <c:pt idx="22117">
                  <c:v>64487</c:v>
                </c:pt>
                <c:pt idx="22118">
                  <c:v>64488</c:v>
                </c:pt>
                <c:pt idx="22119">
                  <c:v>64489</c:v>
                </c:pt>
                <c:pt idx="22120">
                  <c:v>64490</c:v>
                </c:pt>
                <c:pt idx="22121">
                  <c:v>64491</c:v>
                </c:pt>
                <c:pt idx="22122">
                  <c:v>64492</c:v>
                </c:pt>
                <c:pt idx="22123">
                  <c:v>64493</c:v>
                </c:pt>
                <c:pt idx="22124">
                  <c:v>64494</c:v>
                </c:pt>
                <c:pt idx="22125">
                  <c:v>64495</c:v>
                </c:pt>
                <c:pt idx="22126">
                  <c:v>64496</c:v>
                </c:pt>
                <c:pt idx="22127">
                  <c:v>64497</c:v>
                </c:pt>
                <c:pt idx="22128">
                  <c:v>64498</c:v>
                </c:pt>
                <c:pt idx="22129">
                  <c:v>64499</c:v>
                </c:pt>
                <c:pt idx="22130">
                  <c:v>64500</c:v>
                </c:pt>
                <c:pt idx="22131">
                  <c:v>64501</c:v>
                </c:pt>
                <c:pt idx="22132">
                  <c:v>64502</c:v>
                </c:pt>
                <c:pt idx="22133">
                  <c:v>64503</c:v>
                </c:pt>
                <c:pt idx="22134">
                  <c:v>64504</c:v>
                </c:pt>
                <c:pt idx="22135">
                  <c:v>64505</c:v>
                </c:pt>
                <c:pt idx="22136">
                  <c:v>64506</c:v>
                </c:pt>
                <c:pt idx="22137">
                  <c:v>64507</c:v>
                </c:pt>
                <c:pt idx="22138">
                  <c:v>64508</c:v>
                </c:pt>
                <c:pt idx="22139">
                  <c:v>64509</c:v>
                </c:pt>
                <c:pt idx="22140">
                  <c:v>64510</c:v>
                </c:pt>
                <c:pt idx="22141">
                  <c:v>64511</c:v>
                </c:pt>
                <c:pt idx="22142">
                  <c:v>64512</c:v>
                </c:pt>
                <c:pt idx="22143">
                  <c:v>64513</c:v>
                </c:pt>
                <c:pt idx="22144">
                  <c:v>64514</c:v>
                </c:pt>
                <c:pt idx="22145">
                  <c:v>64515</c:v>
                </c:pt>
                <c:pt idx="22146">
                  <c:v>64516</c:v>
                </c:pt>
                <c:pt idx="22147">
                  <c:v>64517</c:v>
                </c:pt>
                <c:pt idx="22148">
                  <c:v>64518</c:v>
                </c:pt>
                <c:pt idx="22149">
                  <c:v>64519</c:v>
                </c:pt>
                <c:pt idx="22150">
                  <c:v>64520</c:v>
                </c:pt>
                <c:pt idx="22151">
                  <c:v>64521</c:v>
                </c:pt>
                <c:pt idx="22152">
                  <c:v>64522</c:v>
                </c:pt>
                <c:pt idx="22153">
                  <c:v>64523</c:v>
                </c:pt>
                <c:pt idx="22154">
                  <c:v>64524</c:v>
                </c:pt>
                <c:pt idx="22155">
                  <c:v>64525</c:v>
                </c:pt>
                <c:pt idx="22156">
                  <c:v>64526</c:v>
                </c:pt>
                <c:pt idx="22157">
                  <c:v>64527</c:v>
                </c:pt>
                <c:pt idx="22158">
                  <c:v>64528</c:v>
                </c:pt>
                <c:pt idx="22159">
                  <c:v>64529</c:v>
                </c:pt>
                <c:pt idx="22160">
                  <c:v>64530</c:v>
                </c:pt>
                <c:pt idx="22161">
                  <c:v>64531</c:v>
                </c:pt>
                <c:pt idx="22162">
                  <c:v>64532</c:v>
                </c:pt>
                <c:pt idx="22163">
                  <c:v>64533</c:v>
                </c:pt>
                <c:pt idx="22164">
                  <c:v>64534</c:v>
                </c:pt>
                <c:pt idx="22165">
                  <c:v>64535</c:v>
                </c:pt>
                <c:pt idx="22166">
                  <c:v>64536</c:v>
                </c:pt>
                <c:pt idx="22167">
                  <c:v>64537</c:v>
                </c:pt>
                <c:pt idx="22168">
                  <c:v>64538</c:v>
                </c:pt>
                <c:pt idx="22169">
                  <c:v>64539</c:v>
                </c:pt>
                <c:pt idx="22170">
                  <c:v>64540</c:v>
                </c:pt>
                <c:pt idx="22171">
                  <c:v>64541</c:v>
                </c:pt>
                <c:pt idx="22172">
                  <c:v>64542</c:v>
                </c:pt>
                <c:pt idx="22173">
                  <c:v>64543</c:v>
                </c:pt>
                <c:pt idx="22174">
                  <c:v>64544</c:v>
                </c:pt>
                <c:pt idx="22175">
                  <c:v>64545</c:v>
                </c:pt>
                <c:pt idx="22176">
                  <c:v>64546</c:v>
                </c:pt>
                <c:pt idx="22177">
                  <c:v>64547</c:v>
                </c:pt>
                <c:pt idx="22178">
                  <c:v>64548</c:v>
                </c:pt>
                <c:pt idx="22179">
                  <c:v>64549</c:v>
                </c:pt>
                <c:pt idx="22180">
                  <c:v>64550</c:v>
                </c:pt>
                <c:pt idx="22181">
                  <c:v>64551</c:v>
                </c:pt>
                <c:pt idx="22182">
                  <c:v>64552</c:v>
                </c:pt>
                <c:pt idx="22183">
                  <c:v>64553</c:v>
                </c:pt>
                <c:pt idx="22184">
                  <c:v>64554</c:v>
                </c:pt>
                <c:pt idx="22185">
                  <c:v>64555</c:v>
                </c:pt>
                <c:pt idx="22186">
                  <c:v>64556</c:v>
                </c:pt>
                <c:pt idx="22187">
                  <c:v>64557</c:v>
                </c:pt>
                <c:pt idx="22188">
                  <c:v>64558</c:v>
                </c:pt>
                <c:pt idx="22189">
                  <c:v>64559</c:v>
                </c:pt>
                <c:pt idx="22190">
                  <c:v>64560</c:v>
                </c:pt>
                <c:pt idx="22191">
                  <c:v>64561</c:v>
                </c:pt>
                <c:pt idx="22192">
                  <c:v>64562</c:v>
                </c:pt>
                <c:pt idx="22193">
                  <c:v>64563</c:v>
                </c:pt>
                <c:pt idx="22194">
                  <c:v>64564</c:v>
                </c:pt>
                <c:pt idx="22195">
                  <c:v>64565</c:v>
                </c:pt>
                <c:pt idx="22196">
                  <c:v>64566</c:v>
                </c:pt>
                <c:pt idx="22197">
                  <c:v>64567</c:v>
                </c:pt>
                <c:pt idx="22198">
                  <c:v>64568</c:v>
                </c:pt>
                <c:pt idx="22199">
                  <c:v>64569</c:v>
                </c:pt>
                <c:pt idx="22200">
                  <c:v>64570</c:v>
                </c:pt>
                <c:pt idx="22201">
                  <c:v>64571</c:v>
                </c:pt>
                <c:pt idx="22202">
                  <c:v>64572</c:v>
                </c:pt>
                <c:pt idx="22203">
                  <c:v>64573</c:v>
                </c:pt>
                <c:pt idx="22204">
                  <c:v>64574</c:v>
                </c:pt>
                <c:pt idx="22205">
                  <c:v>64575</c:v>
                </c:pt>
                <c:pt idx="22206">
                  <c:v>64576</c:v>
                </c:pt>
                <c:pt idx="22207">
                  <c:v>64577</c:v>
                </c:pt>
                <c:pt idx="22208">
                  <c:v>64578</c:v>
                </c:pt>
                <c:pt idx="22209">
                  <c:v>64579</c:v>
                </c:pt>
                <c:pt idx="22210">
                  <c:v>64580</c:v>
                </c:pt>
                <c:pt idx="22211">
                  <c:v>64581</c:v>
                </c:pt>
                <c:pt idx="22212">
                  <c:v>64582</c:v>
                </c:pt>
                <c:pt idx="22213">
                  <c:v>64583</c:v>
                </c:pt>
                <c:pt idx="22214">
                  <c:v>64584</c:v>
                </c:pt>
                <c:pt idx="22215">
                  <c:v>64585</c:v>
                </c:pt>
                <c:pt idx="22216">
                  <c:v>64586</c:v>
                </c:pt>
                <c:pt idx="22217">
                  <c:v>64587</c:v>
                </c:pt>
                <c:pt idx="22218">
                  <c:v>64588</c:v>
                </c:pt>
                <c:pt idx="22219">
                  <c:v>64589</c:v>
                </c:pt>
                <c:pt idx="22220">
                  <c:v>64590</c:v>
                </c:pt>
                <c:pt idx="22221">
                  <c:v>64591</c:v>
                </c:pt>
                <c:pt idx="22222">
                  <c:v>64592</c:v>
                </c:pt>
                <c:pt idx="22223">
                  <c:v>64593</c:v>
                </c:pt>
                <c:pt idx="22224">
                  <c:v>64594</c:v>
                </c:pt>
                <c:pt idx="22225">
                  <c:v>64595</c:v>
                </c:pt>
                <c:pt idx="22226">
                  <c:v>64596</c:v>
                </c:pt>
                <c:pt idx="22227">
                  <c:v>64597</c:v>
                </c:pt>
                <c:pt idx="22228">
                  <c:v>64598</c:v>
                </c:pt>
                <c:pt idx="22229">
                  <c:v>64599</c:v>
                </c:pt>
                <c:pt idx="22230">
                  <c:v>64600</c:v>
                </c:pt>
                <c:pt idx="22231">
                  <c:v>64601</c:v>
                </c:pt>
                <c:pt idx="22232">
                  <c:v>64602</c:v>
                </c:pt>
                <c:pt idx="22233">
                  <c:v>64603</c:v>
                </c:pt>
                <c:pt idx="22234">
                  <c:v>64604</c:v>
                </c:pt>
                <c:pt idx="22235">
                  <c:v>64605</c:v>
                </c:pt>
                <c:pt idx="22236">
                  <c:v>64606</c:v>
                </c:pt>
                <c:pt idx="22237">
                  <c:v>64607</c:v>
                </c:pt>
                <c:pt idx="22238">
                  <c:v>64608</c:v>
                </c:pt>
                <c:pt idx="22239">
                  <c:v>64609</c:v>
                </c:pt>
                <c:pt idx="22240">
                  <c:v>64610</c:v>
                </c:pt>
                <c:pt idx="22241">
                  <c:v>64611</c:v>
                </c:pt>
                <c:pt idx="22242">
                  <c:v>64612</c:v>
                </c:pt>
                <c:pt idx="22243">
                  <c:v>64613</c:v>
                </c:pt>
                <c:pt idx="22244">
                  <c:v>64614</c:v>
                </c:pt>
                <c:pt idx="22245">
                  <c:v>64615</c:v>
                </c:pt>
                <c:pt idx="22246">
                  <c:v>64616</c:v>
                </c:pt>
                <c:pt idx="22247">
                  <c:v>64617</c:v>
                </c:pt>
                <c:pt idx="22248">
                  <c:v>64618</c:v>
                </c:pt>
                <c:pt idx="22249">
                  <c:v>64619</c:v>
                </c:pt>
                <c:pt idx="22250">
                  <c:v>64620</c:v>
                </c:pt>
                <c:pt idx="22251">
                  <c:v>64621</c:v>
                </c:pt>
                <c:pt idx="22252">
                  <c:v>64622</c:v>
                </c:pt>
                <c:pt idx="22253">
                  <c:v>64623</c:v>
                </c:pt>
                <c:pt idx="22254">
                  <c:v>64624</c:v>
                </c:pt>
                <c:pt idx="22255">
                  <c:v>64625</c:v>
                </c:pt>
                <c:pt idx="22256">
                  <c:v>64626</c:v>
                </c:pt>
                <c:pt idx="22257">
                  <c:v>64627</c:v>
                </c:pt>
                <c:pt idx="22258">
                  <c:v>64628</c:v>
                </c:pt>
                <c:pt idx="22259">
                  <c:v>64629</c:v>
                </c:pt>
                <c:pt idx="22260">
                  <c:v>64630</c:v>
                </c:pt>
                <c:pt idx="22261">
                  <c:v>64631</c:v>
                </c:pt>
                <c:pt idx="22262">
                  <c:v>64632</c:v>
                </c:pt>
                <c:pt idx="22263">
                  <c:v>64633</c:v>
                </c:pt>
                <c:pt idx="22264">
                  <c:v>64634</c:v>
                </c:pt>
                <c:pt idx="22265">
                  <c:v>64635</c:v>
                </c:pt>
                <c:pt idx="22266">
                  <c:v>64636</c:v>
                </c:pt>
                <c:pt idx="22267">
                  <c:v>64637</c:v>
                </c:pt>
                <c:pt idx="22268">
                  <c:v>64638</c:v>
                </c:pt>
                <c:pt idx="22269">
                  <c:v>64639</c:v>
                </c:pt>
                <c:pt idx="22270">
                  <c:v>64640</c:v>
                </c:pt>
                <c:pt idx="22271">
                  <c:v>64641</c:v>
                </c:pt>
                <c:pt idx="22272">
                  <c:v>64642</c:v>
                </c:pt>
                <c:pt idx="22273">
                  <c:v>64643</c:v>
                </c:pt>
                <c:pt idx="22274">
                  <c:v>64644</c:v>
                </c:pt>
                <c:pt idx="22275">
                  <c:v>64645</c:v>
                </c:pt>
                <c:pt idx="22276">
                  <c:v>64646</c:v>
                </c:pt>
                <c:pt idx="22277">
                  <c:v>64647</c:v>
                </c:pt>
                <c:pt idx="22278">
                  <c:v>64648</c:v>
                </c:pt>
                <c:pt idx="22279">
                  <c:v>64649</c:v>
                </c:pt>
                <c:pt idx="22280">
                  <c:v>64650</c:v>
                </c:pt>
                <c:pt idx="22281">
                  <c:v>64651</c:v>
                </c:pt>
                <c:pt idx="22282">
                  <c:v>64652</c:v>
                </c:pt>
                <c:pt idx="22283">
                  <c:v>64653</c:v>
                </c:pt>
                <c:pt idx="22284">
                  <c:v>64654</c:v>
                </c:pt>
                <c:pt idx="22285">
                  <c:v>64655</c:v>
                </c:pt>
                <c:pt idx="22286">
                  <c:v>64656</c:v>
                </c:pt>
                <c:pt idx="22287">
                  <c:v>64657</c:v>
                </c:pt>
                <c:pt idx="22288">
                  <c:v>64658</c:v>
                </c:pt>
                <c:pt idx="22289">
                  <c:v>64659</c:v>
                </c:pt>
                <c:pt idx="22290">
                  <c:v>64660</c:v>
                </c:pt>
                <c:pt idx="22291">
                  <c:v>64661</c:v>
                </c:pt>
                <c:pt idx="22292">
                  <c:v>64662</c:v>
                </c:pt>
                <c:pt idx="22293">
                  <c:v>64663</c:v>
                </c:pt>
                <c:pt idx="22294">
                  <c:v>64664</c:v>
                </c:pt>
                <c:pt idx="22295">
                  <c:v>64665</c:v>
                </c:pt>
                <c:pt idx="22296">
                  <c:v>64666</c:v>
                </c:pt>
                <c:pt idx="22297">
                  <c:v>64667</c:v>
                </c:pt>
                <c:pt idx="22298">
                  <c:v>64668</c:v>
                </c:pt>
                <c:pt idx="22299">
                  <c:v>64669</c:v>
                </c:pt>
                <c:pt idx="22300">
                  <c:v>64670</c:v>
                </c:pt>
                <c:pt idx="22301">
                  <c:v>64671</c:v>
                </c:pt>
                <c:pt idx="22302">
                  <c:v>64672</c:v>
                </c:pt>
                <c:pt idx="22303">
                  <c:v>64673</c:v>
                </c:pt>
                <c:pt idx="22304">
                  <c:v>64674</c:v>
                </c:pt>
                <c:pt idx="22305">
                  <c:v>64675</c:v>
                </c:pt>
                <c:pt idx="22306">
                  <c:v>64676</c:v>
                </c:pt>
                <c:pt idx="22307">
                  <c:v>64677</c:v>
                </c:pt>
                <c:pt idx="22308">
                  <c:v>64678</c:v>
                </c:pt>
                <c:pt idx="22309">
                  <c:v>64679</c:v>
                </c:pt>
                <c:pt idx="22310">
                  <c:v>64680</c:v>
                </c:pt>
                <c:pt idx="22311">
                  <c:v>64681</c:v>
                </c:pt>
                <c:pt idx="22312">
                  <c:v>64682</c:v>
                </c:pt>
                <c:pt idx="22313">
                  <c:v>64683</c:v>
                </c:pt>
                <c:pt idx="22314">
                  <c:v>64684</c:v>
                </c:pt>
                <c:pt idx="22315">
                  <c:v>64685</c:v>
                </c:pt>
                <c:pt idx="22316">
                  <c:v>64686</c:v>
                </c:pt>
                <c:pt idx="22317">
                  <c:v>64687</c:v>
                </c:pt>
                <c:pt idx="22318">
                  <c:v>64688</c:v>
                </c:pt>
                <c:pt idx="22319">
                  <c:v>64689</c:v>
                </c:pt>
                <c:pt idx="22320">
                  <c:v>64690</c:v>
                </c:pt>
                <c:pt idx="22321">
                  <c:v>64691</c:v>
                </c:pt>
                <c:pt idx="22322">
                  <c:v>64692</c:v>
                </c:pt>
                <c:pt idx="22323">
                  <c:v>64693</c:v>
                </c:pt>
                <c:pt idx="22324">
                  <c:v>64694</c:v>
                </c:pt>
                <c:pt idx="22325">
                  <c:v>64695</c:v>
                </c:pt>
                <c:pt idx="22326">
                  <c:v>64696</c:v>
                </c:pt>
                <c:pt idx="22327">
                  <c:v>64697</c:v>
                </c:pt>
                <c:pt idx="22328">
                  <c:v>64698</c:v>
                </c:pt>
                <c:pt idx="22329">
                  <c:v>64699</c:v>
                </c:pt>
                <c:pt idx="22330">
                  <c:v>64700</c:v>
                </c:pt>
                <c:pt idx="22331">
                  <c:v>64701</c:v>
                </c:pt>
                <c:pt idx="22332">
                  <c:v>64702</c:v>
                </c:pt>
                <c:pt idx="22333">
                  <c:v>64703</c:v>
                </c:pt>
                <c:pt idx="22334">
                  <c:v>64704</c:v>
                </c:pt>
                <c:pt idx="22335">
                  <c:v>64705</c:v>
                </c:pt>
                <c:pt idx="22336">
                  <c:v>64706</c:v>
                </c:pt>
                <c:pt idx="22337">
                  <c:v>64707</c:v>
                </c:pt>
                <c:pt idx="22338">
                  <c:v>64708</c:v>
                </c:pt>
                <c:pt idx="22339">
                  <c:v>64709</c:v>
                </c:pt>
                <c:pt idx="22340">
                  <c:v>64710</c:v>
                </c:pt>
                <c:pt idx="22341">
                  <c:v>64711</c:v>
                </c:pt>
                <c:pt idx="22342">
                  <c:v>64712</c:v>
                </c:pt>
                <c:pt idx="22343">
                  <c:v>64713</c:v>
                </c:pt>
                <c:pt idx="22344">
                  <c:v>64714</c:v>
                </c:pt>
                <c:pt idx="22345">
                  <c:v>64715</c:v>
                </c:pt>
                <c:pt idx="22346">
                  <c:v>64716</c:v>
                </c:pt>
                <c:pt idx="22347">
                  <c:v>64717</c:v>
                </c:pt>
                <c:pt idx="22348">
                  <c:v>64718</c:v>
                </c:pt>
                <c:pt idx="22349">
                  <c:v>64719</c:v>
                </c:pt>
                <c:pt idx="22350">
                  <c:v>64720</c:v>
                </c:pt>
                <c:pt idx="22351">
                  <c:v>64721</c:v>
                </c:pt>
                <c:pt idx="22352">
                  <c:v>64722</c:v>
                </c:pt>
                <c:pt idx="22353">
                  <c:v>64723</c:v>
                </c:pt>
                <c:pt idx="22354">
                  <c:v>64724</c:v>
                </c:pt>
                <c:pt idx="22355">
                  <c:v>64725</c:v>
                </c:pt>
                <c:pt idx="22356">
                  <c:v>64726</c:v>
                </c:pt>
                <c:pt idx="22357">
                  <c:v>64727</c:v>
                </c:pt>
                <c:pt idx="22358">
                  <c:v>64728</c:v>
                </c:pt>
                <c:pt idx="22359">
                  <c:v>64729</c:v>
                </c:pt>
                <c:pt idx="22360">
                  <c:v>64730</c:v>
                </c:pt>
                <c:pt idx="22361">
                  <c:v>64731</c:v>
                </c:pt>
                <c:pt idx="22362">
                  <c:v>64732</c:v>
                </c:pt>
                <c:pt idx="22363">
                  <c:v>64733</c:v>
                </c:pt>
                <c:pt idx="22364">
                  <c:v>64734</c:v>
                </c:pt>
                <c:pt idx="22365">
                  <c:v>64735</c:v>
                </c:pt>
                <c:pt idx="22366">
                  <c:v>64736</c:v>
                </c:pt>
                <c:pt idx="22367">
                  <c:v>64737</c:v>
                </c:pt>
                <c:pt idx="22368">
                  <c:v>64738</c:v>
                </c:pt>
                <c:pt idx="22369">
                  <c:v>64739</c:v>
                </c:pt>
                <c:pt idx="22370">
                  <c:v>64740</c:v>
                </c:pt>
                <c:pt idx="22371">
                  <c:v>64741</c:v>
                </c:pt>
                <c:pt idx="22372">
                  <c:v>64742</c:v>
                </c:pt>
                <c:pt idx="22373">
                  <c:v>64743</c:v>
                </c:pt>
                <c:pt idx="22374">
                  <c:v>64744</c:v>
                </c:pt>
                <c:pt idx="22375">
                  <c:v>64745</c:v>
                </c:pt>
                <c:pt idx="22376">
                  <c:v>64746</c:v>
                </c:pt>
                <c:pt idx="22377">
                  <c:v>64747</c:v>
                </c:pt>
                <c:pt idx="22378">
                  <c:v>64748</c:v>
                </c:pt>
                <c:pt idx="22379">
                  <c:v>64749</c:v>
                </c:pt>
                <c:pt idx="22380">
                  <c:v>64750</c:v>
                </c:pt>
                <c:pt idx="22381">
                  <c:v>64751</c:v>
                </c:pt>
                <c:pt idx="22382">
                  <c:v>64752</c:v>
                </c:pt>
                <c:pt idx="22383">
                  <c:v>64753</c:v>
                </c:pt>
                <c:pt idx="22384">
                  <c:v>64754</c:v>
                </c:pt>
                <c:pt idx="22385">
                  <c:v>64755</c:v>
                </c:pt>
                <c:pt idx="22386">
                  <c:v>64756</c:v>
                </c:pt>
                <c:pt idx="22387">
                  <c:v>64757</c:v>
                </c:pt>
                <c:pt idx="22388">
                  <c:v>64758</c:v>
                </c:pt>
                <c:pt idx="22389">
                  <c:v>64759</c:v>
                </c:pt>
                <c:pt idx="22390">
                  <c:v>64760</c:v>
                </c:pt>
                <c:pt idx="22391">
                  <c:v>64761</c:v>
                </c:pt>
                <c:pt idx="22392">
                  <c:v>64762</c:v>
                </c:pt>
                <c:pt idx="22393">
                  <c:v>64763</c:v>
                </c:pt>
                <c:pt idx="22394">
                  <c:v>64764</c:v>
                </c:pt>
                <c:pt idx="22395">
                  <c:v>64765</c:v>
                </c:pt>
                <c:pt idx="22396">
                  <c:v>64766</c:v>
                </c:pt>
                <c:pt idx="22397">
                  <c:v>64767</c:v>
                </c:pt>
                <c:pt idx="22398">
                  <c:v>64768</c:v>
                </c:pt>
                <c:pt idx="22399">
                  <c:v>64769</c:v>
                </c:pt>
                <c:pt idx="22400">
                  <c:v>64770</c:v>
                </c:pt>
                <c:pt idx="22401">
                  <c:v>64771</c:v>
                </c:pt>
                <c:pt idx="22402">
                  <c:v>64772</c:v>
                </c:pt>
                <c:pt idx="22403">
                  <c:v>64773</c:v>
                </c:pt>
                <c:pt idx="22404">
                  <c:v>64774</c:v>
                </c:pt>
                <c:pt idx="22405">
                  <c:v>64775</c:v>
                </c:pt>
                <c:pt idx="22406">
                  <c:v>64776</c:v>
                </c:pt>
                <c:pt idx="22407">
                  <c:v>64777</c:v>
                </c:pt>
                <c:pt idx="22408">
                  <c:v>64778</c:v>
                </c:pt>
                <c:pt idx="22409">
                  <c:v>64779</c:v>
                </c:pt>
                <c:pt idx="22410">
                  <c:v>64780</c:v>
                </c:pt>
                <c:pt idx="22411">
                  <c:v>64781</c:v>
                </c:pt>
                <c:pt idx="22412">
                  <c:v>64782</c:v>
                </c:pt>
                <c:pt idx="22413">
                  <c:v>64783</c:v>
                </c:pt>
                <c:pt idx="22414">
                  <c:v>64784</c:v>
                </c:pt>
                <c:pt idx="22415">
                  <c:v>64785</c:v>
                </c:pt>
                <c:pt idx="22416">
                  <c:v>64786</c:v>
                </c:pt>
                <c:pt idx="22417">
                  <c:v>64787</c:v>
                </c:pt>
                <c:pt idx="22418">
                  <c:v>64788</c:v>
                </c:pt>
                <c:pt idx="22419">
                  <c:v>64789</c:v>
                </c:pt>
                <c:pt idx="22420">
                  <c:v>64790</c:v>
                </c:pt>
                <c:pt idx="22421">
                  <c:v>64791</c:v>
                </c:pt>
                <c:pt idx="22422">
                  <c:v>64792</c:v>
                </c:pt>
                <c:pt idx="22423">
                  <c:v>64793</c:v>
                </c:pt>
                <c:pt idx="22424">
                  <c:v>64794</c:v>
                </c:pt>
                <c:pt idx="22425">
                  <c:v>64795</c:v>
                </c:pt>
                <c:pt idx="22426">
                  <c:v>64796</c:v>
                </c:pt>
                <c:pt idx="22427">
                  <c:v>64797</c:v>
                </c:pt>
                <c:pt idx="22428">
                  <c:v>64798</c:v>
                </c:pt>
                <c:pt idx="22429">
                  <c:v>64799</c:v>
                </c:pt>
                <c:pt idx="22430">
                  <c:v>64800</c:v>
                </c:pt>
                <c:pt idx="22431">
                  <c:v>64801</c:v>
                </c:pt>
                <c:pt idx="22432">
                  <c:v>64802</c:v>
                </c:pt>
                <c:pt idx="22433">
                  <c:v>64803</c:v>
                </c:pt>
                <c:pt idx="22434">
                  <c:v>64804</c:v>
                </c:pt>
                <c:pt idx="22435">
                  <c:v>64805</c:v>
                </c:pt>
                <c:pt idx="22436">
                  <c:v>64806</c:v>
                </c:pt>
                <c:pt idx="22437">
                  <c:v>64807</c:v>
                </c:pt>
                <c:pt idx="22438">
                  <c:v>64808</c:v>
                </c:pt>
                <c:pt idx="22439">
                  <c:v>64809</c:v>
                </c:pt>
                <c:pt idx="22440">
                  <c:v>64810</c:v>
                </c:pt>
                <c:pt idx="22441">
                  <c:v>64811</c:v>
                </c:pt>
                <c:pt idx="22442">
                  <c:v>64812</c:v>
                </c:pt>
                <c:pt idx="22443">
                  <c:v>64813</c:v>
                </c:pt>
                <c:pt idx="22444">
                  <c:v>64814</c:v>
                </c:pt>
                <c:pt idx="22445">
                  <c:v>64815</c:v>
                </c:pt>
                <c:pt idx="22446">
                  <c:v>64816</c:v>
                </c:pt>
                <c:pt idx="22447">
                  <c:v>64817</c:v>
                </c:pt>
                <c:pt idx="22448">
                  <c:v>64818</c:v>
                </c:pt>
                <c:pt idx="22449">
                  <c:v>64819</c:v>
                </c:pt>
                <c:pt idx="22450">
                  <c:v>64820</c:v>
                </c:pt>
                <c:pt idx="22451">
                  <c:v>64821</c:v>
                </c:pt>
                <c:pt idx="22452">
                  <c:v>64822</c:v>
                </c:pt>
                <c:pt idx="22453">
                  <c:v>64823</c:v>
                </c:pt>
                <c:pt idx="22454">
                  <c:v>64824</c:v>
                </c:pt>
                <c:pt idx="22455">
                  <c:v>64825</c:v>
                </c:pt>
                <c:pt idx="22456">
                  <c:v>64826</c:v>
                </c:pt>
                <c:pt idx="22457">
                  <c:v>64827</c:v>
                </c:pt>
                <c:pt idx="22458">
                  <c:v>64828</c:v>
                </c:pt>
                <c:pt idx="22459">
                  <c:v>64829</c:v>
                </c:pt>
                <c:pt idx="22460">
                  <c:v>64830</c:v>
                </c:pt>
                <c:pt idx="22461">
                  <c:v>64831</c:v>
                </c:pt>
                <c:pt idx="22462">
                  <c:v>64832</c:v>
                </c:pt>
                <c:pt idx="22463">
                  <c:v>64833</c:v>
                </c:pt>
                <c:pt idx="22464">
                  <c:v>64834</c:v>
                </c:pt>
                <c:pt idx="22465">
                  <c:v>64835</c:v>
                </c:pt>
                <c:pt idx="22466">
                  <c:v>64836</c:v>
                </c:pt>
                <c:pt idx="22467">
                  <c:v>64837</c:v>
                </c:pt>
                <c:pt idx="22468">
                  <c:v>64838</c:v>
                </c:pt>
                <c:pt idx="22469">
                  <c:v>64839</c:v>
                </c:pt>
                <c:pt idx="22470">
                  <c:v>64840</c:v>
                </c:pt>
                <c:pt idx="22471">
                  <c:v>64841</c:v>
                </c:pt>
                <c:pt idx="22472">
                  <c:v>64842</c:v>
                </c:pt>
                <c:pt idx="22473">
                  <c:v>64843</c:v>
                </c:pt>
                <c:pt idx="22474">
                  <c:v>64844</c:v>
                </c:pt>
                <c:pt idx="22475">
                  <c:v>64845</c:v>
                </c:pt>
                <c:pt idx="22476">
                  <c:v>64846</c:v>
                </c:pt>
                <c:pt idx="22477">
                  <c:v>64847</c:v>
                </c:pt>
                <c:pt idx="22478">
                  <c:v>64848</c:v>
                </c:pt>
                <c:pt idx="22479">
                  <c:v>64849</c:v>
                </c:pt>
                <c:pt idx="22480">
                  <c:v>64850</c:v>
                </c:pt>
                <c:pt idx="22481">
                  <c:v>64851</c:v>
                </c:pt>
                <c:pt idx="22482">
                  <c:v>64852</c:v>
                </c:pt>
                <c:pt idx="22483">
                  <c:v>64853</c:v>
                </c:pt>
                <c:pt idx="22484">
                  <c:v>64854</c:v>
                </c:pt>
                <c:pt idx="22485">
                  <c:v>64855</c:v>
                </c:pt>
                <c:pt idx="22486">
                  <c:v>64856</c:v>
                </c:pt>
                <c:pt idx="22487">
                  <c:v>64857</c:v>
                </c:pt>
                <c:pt idx="22488">
                  <c:v>64858</c:v>
                </c:pt>
                <c:pt idx="22489">
                  <c:v>64859</c:v>
                </c:pt>
                <c:pt idx="22490">
                  <c:v>64860</c:v>
                </c:pt>
                <c:pt idx="22491">
                  <c:v>64861</c:v>
                </c:pt>
                <c:pt idx="22492">
                  <c:v>64862</c:v>
                </c:pt>
                <c:pt idx="22493">
                  <c:v>64863</c:v>
                </c:pt>
                <c:pt idx="22494">
                  <c:v>64864</c:v>
                </c:pt>
                <c:pt idx="22495">
                  <c:v>64865</c:v>
                </c:pt>
                <c:pt idx="22496">
                  <c:v>64866</c:v>
                </c:pt>
                <c:pt idx="22497">
                  <c:v>64867</c:v>
                </c:pt>
                <c:pt idx="22498">
                  <c:v>64868</c:v>
                </c:pt>
                <c:pt idx="22499">
                  <c:v>64869</c:v>
                </c:pt>
                <c:pt idx="22500">
                  <c:v>64870</c:v>
                </c:pt>
                <c:pt idx="22501">
                  <c:v>64871</c:v>
                </c:pt>
                <c:pt idx="22502">
                  <c:v>64872</c:v>
                </c:pt>
                <c:pt idx="22503">
                  <c:v>64873</c:v>
                </c:pt>
                <c:pt idx="22504">
                  <c:v>64874</c:v>
                </c:pt>
                <c:pt idx="22505">
                  <c:v>64875</c:v>
                </c:pt>
                <c:pt idx="22506">
                  <c:v>64876</c:v>
                </c:pt>
                <c:pt idx="22507">
                  <c:v>64877</c:v>
                </c:pt>
                <c:pt idx="22508">
                  <c:v>64878</c:v>
                </c:pt>
                <c:pt idx="22509">
                  <c:v>64879</c:v>
                </c:pt>
                <c:pt idx="22510">
                  <c:v>64880</c:v>
                </c:pt>
                <c:pt idx="22511">
                  <c:v>64881</c:v>
                </c:pt>
                <c:pt idx="22512">
                  <c:v>64882</c:v>
                </c:pt>
                <c:pt idx="22513">
                  <c:v>64883</c:v>
                </c:pt>
                <c:pt idx="22514">
                  <c:v>64884</c:v>
                </c:pt>
                <c:pt idx="22515">
                  <c:v>64885</c:v>
                </c:pt>
                <c:pt idx="22516">
                  <c:v>64886</c:v>
                </c:pt>
                <c:pt idx="22517">
                  <c:v>64887</c:v>
                </c:pt>
                <c:pt idx="22518">
                  <c:v>64888</c:v>
                </c:pt>
                <c:pt idx="22519">
                  <c:v>64889</c:v>
                </c:pt>
                <c:pt idx="22520">
                  <c:v>64890</c:v>
                </c:pt>
                <c:pt idx="22521">
                  <c:v>64891</c:v>
                </c:pt>
                <c:pt idx="22522">
                  <c:v>64892</c:v>
                </c:pt>
                <c:pt idx="22523">
                  <c:v>64893</c:v>
                </c:pt>
                <c:pt idx="22524">
                  <c:v>64894</c:v>
                </c:pt>
                <c:pt idx="22525">
                  <c:v>64895</c:v>
                </c:pt>
                <c:pt idx="22526">
                  <c:v>64896</c:v>
                </c:pt>
                <c:pt idx="22527">
                  <c:v>64897</c:v>
                </c:pt>
                <c:pt idx="22528">
                  <c:v>64898</c:v>
                </c:pt>
                <c:pt idx="22529">
                  <c:v>64899</c:v>
                </c:pt>
                <c:pt idx="22530">
                  <c:v>64900</c:v>
                </c:pt>
                <c:pt idx="22531">
                  <c:v>64901</c:v>
                </c:pt>
                <c:pt idx="22532">
                  <c:v>64902</c:v>
                </c:pt>
                <c:pt idx="22533">
                  <c:v>64903</c:v>
                </c:pt>
                <c:pt idx="22534">
                  <c:v>64904</c:v>
                </c:pt>
                <c:pt idx="22535">
                  <c:v>64905</c:v>
                </c:pt>
                <c:pt idx="22536">
                  <c:v>64906</c:v>
                </c:pt>
                <c:pt idx="22537">
                  <c:v>64907</c:v>
                </c:pt>
                <c:pt idx="22538">
                  <c:v>64908</c:v>
                </c:pt>
                <c:pt idx="22539">
                  <c:v>64909</c:v>
                </c:pt>
                <c:pt idx="22540">
                  <c:v>64910</c:v>
                </c:pt>
                <c:pt idx="22541">
                  <c:v>64911</c:v>
                </c:pt>
                <c:pt idx="22542">
                  <c:v>64912</c:v>
                </c:pt>
                <c:pt idx="22543">
                  <c:v>64913</c:v>
                </c:pt>
                <c:pt idx="22544">
                  <c:v>64914</c:v>
                </c:pt>
                <c:pt idx="22545">
                  <c:v>64915</c:v>
                </c:pt>
                <c:pt idx="22546">
                  <c:v>64916</c:v>
                </c:pt>
                <c:pt idx="22547">
                  <c:v>64917</c:v>
                </c:pt>
                <c:pt idx="22548">
                  <c:v>64918</c:v>
                </c:pt>
                <c:pt idx="22549">
                  <c:v>64919</c:v>
                </c:pt>
                <c:pt idx="22550">
                  <c:v>64920</c:v>
                </c:pt>
                <c:pt idx="22551">
                  <c:v>64921</c:v>
                </c:pt>
                <c:pt idx="22552">
                  <c:v>64922</c:v>
                </c:pt>
                <c:pt idx="22553">
                  <c:v>64923</c:v>
                </c:pt>
                <c:pt idx="22554">
                  <c:v>64924</c:v>
                </c:pt>
                <c:pt idx="22555">
                  <c:v>64925</c:v>
                </c:pt>
                <c:pt idx="22556">
                  <c:v>64926</c:v>
                </c:pt>
                <c:pt idx="22557">
                  <c:v>64927</c:v>
                </c:pt>
                <c:pt idx="22558">
                  <c:v>64928</c:v>
                </c:pt>
                <c:pt idx="22559">
                  <c:v>64929</c:v>
                </c:pt>
                <c:pt idx="22560">
                  <c:v>64930</c:v>
                </c:pt>
                <c:pt idx="22561">
                  <c:v>64931</c:v>
                </c:pt>
                <c:pt idx="22562">
                  <c:v>64932</c:v>
                </c:pt>
                <c:pt idx="22563">
                  <c:v>64933</c:v>
                </c:pt>
                <c:pt idx="22564">
                  <c:v>64934</c:v>
                </c:pt>
                <c:pt idx="22565">
                  <c:v>64935</c:v>
                </c:pt>
                <c:pt idx="22566">
                  <c:v>64936</c:v>
                </c:pt>
                <c:pt idx="22567">
                  <c:v>64937</c:v>
                </c:pt>
                <c:pt idx="22568">
                  <c:v>64938</c:v>
                </c:pt>
                <c:pt idx="22569">
                  <c:v>64939</c:v>
                </c:pt>
                <c:pt idx="22570">
                  <c:v>64940</c:v>
                </c:pt>
                <c:pt idx="22571">
                  <c:v>64941</c:v>
                </c:pt>
                <c:pt idx="22572">
                  <c:v>64942</c:v>
                </c:pt>
                <c:pt idx="22573">
                  <c:v>64943</c:v>
                </c:pt>
                <c:pt idx="22574">
                  <c:v>64944</c:v>
                </c:pt>
                <c:pt idx="22575">
                  <c:v>64945</c:v>
                </c:pt>
                <c:pt idx="22576">
                  <c:v>64946</c:v>
                </c:pt>
                <c:pt idx="22577">
                  <c:v>64947</c:v>
                </c:pt>
                <c:pt idx="22578">
                  <c:v>64948</c:v>
                </c:pt>
                <c:pt idx="22579">
                  <c:v>64949</c:v>
                </c:pt>
                <c:pt idx="22580">
                  <c:v>64950</c:v>
                </c:pt>
                <c:pt idx="22581">
                  <c:v>64951</c:v>
                </c:pt>
                <c:pt idx="22582">
                  <c:v>64952</c:v>
                </c:pt>
                <c:pt idx="22583">
                  <c:v>64953</c:v>
                </c:pt>
                <c:pt idx="22584">
                  <c:v>64954</c:v>
                </c:pt>
                <c:pt idx="22585">
                  <c:v>64955</c:v>
                </c:pt>
                <c:pt idx="22586">
                  <c:v>64956</c:v>
                </c:pt>
                <c:pt idx="22587">
                  <c:v>64957</c:v>
                </c:pt>
                <c:pt idx="22588">
                  <c:v>64958</c:v>
                </c:pt>
                <c:pt idx="22589">
                  <c:v>64959</c:v>
                </c:pt>
                <c:pt idx="22590">
                  <c:v>64960</c:v>
                </c:pt>
                <c:pt idx="22591">
                  <c:v>64961</c:v>
                </c:pt>
                <c:pt idx="22592">
                  <c:v>64962</c:v>
                </c:pt>
                <c:pt idx="22593">
                  <c:v>64963</c:v>
                </c:pt>
                <c:pt idx="22594">
                  <c:v>64964</c:v>
                </c:pt>
                <c:pt idx="22595">
                  <c:v>64965</c:v>
                </c:pt>
                <c:pt idx="22596">
                  <c:v>64966</c:v>
                </c:pt>
                <c:pt idx="22597">
                  <c:v>64967</c:v>
                </c:pt>
                <c:pt idx="22598">
                  <c:v>64968</c:v>
                </c:pt>
                <c:pt idx="22599">
                  <c:v>64969</c:v>
                </c:pt>
                <c:pt idx="22600">
                  <c:v>64970</c:v>
                </c:pt>
                <c:pt idx="22601">
                  <c:v>64971</c:v>
                </c:pt>
                <c:pt idx="22602">
                  <c:v>64972</c:v>
                </c:pt>
                <c:pt idx="22603">
                  <c:v>64973</c:v>
                </c:pt>
                <c:pt idx="22604">
                  <c:v>64974</c:v>
                </c:pt>
                <c:pt idx="22605">
                  <c:v>64975</c:v>
                </c:pt>
                <c:pt idx="22606">
                  <c:v>64976</c:v>
                </c:pt>
                <c:pt idx="22607">
                  <c:v>64977</c:v>
                </c:pt>
                <c:pt idx="22608">
                  <c:v>64978</c:v>
                </c:pt>
                <c:pt idx="22609">
                  <c:v>64979</c:v>
                </c:pt>
                <c:pt idx="22610">
                  <c:v>64980</c:v>
                </c:pt>
                <c:pt idx="22611">
                  <c:v>64981</c:v>
                </c:pt>
                <c:pt idx="22612">
                  <c:v>64982</c:v>
                </c:pt>
                <c:pt idx="22613">
                  <c:v>64983</c:v>
                </c:pt>
                <c:pt idx="22614">
                  <c:v>64984</c:v>
                </c:pt>
                <c:pt idx="22615">
                  <c:v>64985</c:v>
                </c:pt>
                <c:pt idx="22616">
                  <c:v>64986</c:v>
                </c:pt>
                <c:pt idx="22617">
                  <c:v>64987</c:v>
                </c:pt>
                <c:pt idx="22618">
                  <c:v>64988</c:v>
                </c:pt>
                <c:pt idx="22619">
                  <c:v>64989</c:v>
                </c:pt>
                <c:pt idx="22620">
                  <c:v>64990</c:v>
                </c:pt>
                <c:pt idx="22621">
                  <c:v>64991</c:v>
                </c:pt>
                <c:pt idx="22622">
                  <c:v>64992</c:v>
                </c:pt>
                <c:pt idx="22623">
                  <c:v>64993</c:v>
                </c:pt>
                <c:pt idx="22624">
                  <c:v>64994</c:v>
                </c:pt>
                <c:pt idx="22625">
                  <c:v>64995</c:v>
                </c:pt>
                <c:pt idx="22626">
                  <c:v>64996</c:v>
                </c:pt>
                <c:pt idx="22627">
                  <c:v>64997</c:v>
                </c:pt>
                <c:pt idx="22628">
                  <c:v>64998</c:v>
                </c:pt>
                <c:pt idx="22629">
                  <c:v>64999</c:v>
                </c:pt>
                <c:pt idx="22630">
                  <c:v>65000</c:v>
                </c:pt>
                <c:pt idx="22631">
                  <c:v>65001</c:v>
                </c:pt>
                <c:pt idx="22632">
                  <c:v>65002</c:v>
                </c:pt>
                <c:pt idx="22633">
                  <c:v>65003</c:v>
                </c:pt>
                <c:pt idx="22634">
                  <c:v>65004</c:v>
                </c:pt>
                <c:pt idx="22635">
                  <c:v>65005</c:v>
                </c:pt>
                <c:pt idx="22636">
                  <c:v>65006</c:v>
                </c:pt>
                <c:pt idx="22637">
                  <c:v>65007</c:v>
                </c:pt>
                <c:pt idx="22638">
                  <c:v>65008</c:v>
                </c:pt>
                <c:pt idx="22639">
                  <c:v>65009</c:v>
                </c:pt>
                <c:pt idx="22640">
                  <c:v>65010</c:v>
                </c:pt>
                <c:pt idx="22641">
                  <c:v>65011</c:v>
                </c:pt>
                <c:pt idx="22642">
                  <c:v>65012</c:v>
                </c:pt>
                <c:pt idx="22643">
                  <c:v>65013</c:v>
                </c:pt>
                <c:pt idx="22644">
                  <c:v>65014</c:v>
                </c:pt>
                <c:pt idx="22645">
                  <c:v>65015</c:v>
                </c:pt>
                <c:pt idx="22646">
                  <c:v>65016</c:v>
                </c:pt>
                <c:pt idx="22647">
                  <c:v>65017</c:v>
                </c:pt>
                <c:pt idx="22648">
                  <c:v>65018</c:v>
                </c:pt>
                <c:pt idx="22649">
                  <c:v>65019</c:v>
                </c:pt>
                <c:pt idx="22650">
                  <c:v>65020</c:v>
                </c:pt>
                <c:pt idx="22651">
                  <c:v>65021</c:v>
                </c:pt>
                <c:pt idx="22652">
                  <c:v>65022</c:v>
                </c:pt>
                <c:pt idx="22653">
                  <c:v>65023</c:v>
                </c:pt>
                <c:pt idx="22654">
                  <c:v>65024</c:v>
                </c:pt>
                <c:pt idx="22655">
                  <c:v>65025</c:v>
                </c:pt>
                <c:pt idx="22656">
                  <c:v>65026</c:v>
                </c:pt>
                <c:pt idx="22657">
                  <c:v>65027</c:v>
                </c:pt>
                <c:pt idx="22658">
                  <c:v>65028</c:v>
                </c:pt>
                <c:pt idx="22659">
                  <c:v>65029</c:v>
                </c:pt>
                <c:pt idx="22660">
                  <c:v>65030</c:v>
                </c:pt>
                <c:pt idx="22661">
                  <c:v>65031</c:v>
                </c:pt>
                <c:pt idx="22662">
                  <c:v>65032</c:v>
                </c:pt>
                <c:pt idx="22663">
                  <c:v>65033</c:v>
                </c:pt>
                <c:pt idx="22664">
                  <c:v>65034</c:v>
                </c:pt>
                <c:pt idx="22665">
                  <c:v>65035</c:v>
                </c:pt>
                <c:pt idx="22666">
                  <c:v>65036</c:v>
                </c:pt>
                <c:pt idx="22667">
                  <c:v>65037</c:v>
                </c:pt>
                <c:pt idx="22668">
                  <c:v>65038</c:v>
                </c:pt>
                <c:pt idx="22669">
                  <c:v>65039</c:v>
                </c:pt>
                <c:pt idx="22670">
                  <c:v>65040</c:v>
                </c:pt>
                <c:pt idx="22671">
                  <c:v>65041</c:v>
                </c:pt>
                <c:pt idx="22672">
                  <c:v>65042</c:v>
                </c:pt>
                <c:pt idx="22673">
                  <c:v>65043</c:v>
                </c:pt>
                <c:pt idx="22674">
                  <c:v>65044</c:v>
                </c:pt>
                <c:pt idx="22675">
                  <c:v>65045</c:v>
                </c:pt>
                <c:pt idx="22676">
                  <c:v>65046</c:v>
                </c:pt>
                <c:pt idx="22677">
                  <c:v>65047</c:v>
                </c:pt>
                <c:pt idx="22678">
                  <c:v>65048</c:v>
                </c:pt>
                <c:pt idx="22679">
                  <c:v>65049</c:v>
                </c:pt>
                <c:pt idx="22680">
                  <c:v>65050</c:v>
                </c:pt>
                <c:pt idx="22681">
                  <c:v>65051</c:v>
                </c:pt>
                <c:pt idx="22682">
                  <c:v>65052</c:v>
                </c:pt>
                <c:pt idx="22683">
                  <c:v>65053</c:v>
                </c:pt>
                <c:pt idx="22684">
                  <c:v>65054</c:v>
                </c:pt>
                <c:pt idx="22685">
                  <c:v>65055</c:v>
                </c:pt>
                <c:pt idx="22686">
                  <c:v>65056</c:v>
                </c:pt>
                <c:pt idx="22687">
                  <c:v>65057</c:v>
                </c:pt>
                <c:pt idx="22688">
                  <c:v>65058</c:v>
                </c:pt>
                <c:pt idx="22689">
                  <c:v>65059</c:v>
                </c:pt>
                <c:pt idx="22690">
                  <c:v>65060</c:v>
                </c:pt>
                <c:pt idx="22691">
                  <c:v>65061</c:v>
                </c:pt>
                <c:pt idx="22692">
                  <c:v>65062</c:v>
                </c:pt>
                <c:pt idx="22693">
                  <c:v>65063</c:v>
                </c:pt>
                <c:pt idx="22694">
                  <c:v>65064</c:v>
                </c:pt>
                <c:pt idx="22695">
                  <c:v>65065</c:v>
                </c:pt>
                <c:pt idx="22696">
                  <c:v>65066</c:v>
                </c:pt>
                <c:pt idx="22697">
                  <c:v>65067</c:v>
                </c:pt>
                <c:pt idx="22698">
                  <c:v>65068</c:v>
                </c:pt>
                <c:pt idx="22699">
                  <c:v>65069</c:v>
                </c:pt>
                <c:pt idx="22700">
                  <c:v>65070</c:v>
                </c:pt>
                <c:pt idx="22701">
                  <c:v>65071</c:v>
                </c:pt>
                <c:pt idx="22702">
                  <c:v>65072</c:v>
                </c:pt>
                <c:pt idx="22703">
                  <c:v>65073</c:v>
                </c:pt>
                <c:pt idx="22704">
                  <c:v>65074</c:v>
                </c:pt>
                <c:pt idx="22705">
                  <c:v>65075</c:v>
                </c:pt>
                <c:pt idx="22706">
                  <c:v>65076</c:v>
                </c:pt>
                <c:pt idx="22707">
                  <c:v>65077</c:v>
                </c:pt>
                <c:pt idx="22708">
                  <c:v>65078</c:v>
                </c:pt>
                <c:pt idx="22709">
                  <c:v>65079</c:v>
                </c:pt>
                <c:pt idx="22710">
                  <c:v>65080</c:v>
                </c:pt>
                <c:pt idx="22711">
                  <c:v>65081</c:v>
                </c:pt>
                <c:pt idx="22712">
                  <c:v>65082</c:v>
                </c:pt>
                <c:pt idx="22713">
                  <c:v>65083</c:v>
                </c:pt>
                <c:pt idx="22714">
                  <c:v>65084</c:v>
                </c:pt>
                <c:pt idx="22715">
                  <c:v>65085</c:v>
                </c:pt>
                <c:pt idx="22716">
                  <c:v>65086</c:v>
                </c:pt>
                <c:pt idx="22717">
                  <c:v>65087</c:v>
                </c:pt>
                <c:pt idx="22718">
                  <c:v>65088</c:v>
                </c:pt>
                <c:pt idx="22719">
                  <c:v>65089</c:v>
                </c:pt>
                <c:pt idx="22720">
                  <c:v>65090</c:v>
                </c:pt>
                <c:pt idx="22721">
                  <c:v>65091</c:v>
                </c:pt>
                <c:pt idx="22722">
                  <c:v>65092</c:v>
                </c:pt>
                <c:pt idx="22723">
                  <c:v>65093</c:v>
                </c:pt>
                <c:pt idx="22724">
                  <c:v>65094</c:v>
                </c:pt>
                <c:pt idx="22725">
                  <c:v>65095</c:v>
                </c:pt>
                <c:pt idx="22726">
                  <c:v>65096</c:v>
                </c:pt>
                <c:pt idx="22727">
                  <c:v>65097</c:v>
                </c:pt>
                <c:pt idx="22728">
                  <c:v>65098</c:v>
                </c:pt>
                <c:pt idx="22729">
                  <c:v>65099</c:v>
                </c:pt>
                <c:pt idx="22730">
                  <c:v>65100</c:v>
                </c:pt>
                <c:pt idx="22731">
                  <c:v>65101</c:v>
                </c:pt>
                <c:pt idx="22732">
                  <c:v>65102</c:v>
                </c:pt>
                <c:pt idx="22733">
                  <c:v>65103</c:v>
                </c:pt>
                <c:pt idx="22734">
                  <c:v>65104</c:v>
                </c:pt>
                <c:pt idx="22735">
                  <c:v>65105</c:v>
                </c:pt>
                <c:pt idx="22736">
                  <c:v>65106</c:v>
                </c:pt>
                <c:pt idx="22737">
                  <c:v>65107</c:v>
                </c:pt>
                <c:pt idx="22738">
                  <c:v>65108</c:v>
                </c:pt>
                <c:pt idx="22739">
                  <c:v>65109</c:v>
                </c:pt>
                <c:pt idx="22740">
                  <c:v>65110</c:v>
                </c:pt>
                <c:pt idx="22741">
                  <c:v>65111</c:v>
                </c:pt>
                <c:pt idx="22742">
                  <c:v>65112</c:v>
                </c:pt>
                <c:pt idx="22743">
                  <c:v>65113</c:v>
                </c:pt>
                <c:pt idx="22744">
                  <c:v>65114</c:v>
                </c:pt>
                <c:pt idx="22745">
                  <c:v>65115</c:v>
                </c:pt>
                <c:pt idx="22746">
                  <c:v>65116</c:v>
                </c:pt>
                <c:pt idx="22747">
                  <c:v>65117</c:v>
                </c:pt>
                <c:pt idx="22748">
                  <c:v>65118</c:v>
                </c:pt>
                <c:pt idx="22749">
                  <c:v>65119</c:v>
                </c:pt>
                <c:pt idx="22750">
                  <c:v>65120</c:v>
                </c:pt>
                <c:pt idx="22751">
                  <c:v>65121</c:v>
                </c:pt>
                <c:pt idx="22752">
                  <c:v>65122</c:v>
                </c:pt>
                <c:pt idx="22753">
                  <c:v>65123</c:v>
                </c:pt>
                <c:pt idx="22754">
                  <c:v>65124</c:v>
                </c:pt>
                <c:pt idx="22755">
                  <c:v>65125</c:v>
                </c:pt>
                <c:pt idx="22756">
                  <c:v>65126</c:v>
                </c:pt>
                <c:pt idx="22757">
                  <c:v>65127</c:v>
                </c:pt>
                <c:pt idx="22758">
                  <c:v>65128</c:v>
                </c:pt>
                <c:pt idx="22759">
                  <c:v>65129</c:v>
                </c:pt>
                <c:pt idx="22760">
                  <c:v>65130</c:v>
                </c:pt>
                <c:pt idx="22761">
                  <c:v>65131</c:v>
                </c:pt>
                <c:pt idx="22762">
                  <c:v>65132</c:v>
                </c:pt>
                <c:pt idx="22763">
                  <c:v>65133</c:v>
                </c:pt>
                <c:pt idx="22764">
                  <c:v>65134</c:v>
                </c:pt>
                <c:pt idx="22765">
                  <c:v>65135</c:v>
                </c:pt>
                <c:pt idx="22766">
                  <c:v>65136</c:v>
                </c:pt>
                <c:pt idx="22767">
                  <c:v>65137</c:v>
                </c:pt>
                <c:pt idx="22768">
                  <c:v>65138</c:v>
                </c:pt>
                <c:pt idx="22769">
                  <c:v>65139</c:v>
                </c:pt>
                <c:pt idx="22770">
                  <c:v>65140</c:v>
                </c:pt>
                <c:pt idx="22771">
                  <c:v>65141</c:v>
                </c:pt>
                <c:pt idx="22772">
                  <c:v>65142</c:v>
                </c:pt>
                <c:pt idx="22773">
                  <c:v>65143</c:v>
                </c:pt>
                <c:pt idx="22774">
                  <c:v>65144</c:v>
                </c:pt>
                <c:pt idx="22775">
                  <c:v>65145</c:v>
                </c:pt>
                <c:pt idx="22776">
                  <c:v>65146</c:v>
                </c:pt>
                <c:pt idx="22777">
                  <c:v>65147</c:v>
                </c:pt>
                <c:pt idx="22778">
                  <c:v>65148</c:v>
                </c:pt>
                <c:pt idx="22779">
                  <c:v>65149</c:v>
                </c:pt>
                <c:pt idx="22780">
                  <c:v>65150</c:v>
                </c:pt>
                <c:pt idx="22781">
                  <c:v>65151</c:v>
                </c:pt>
                <c:pt idx="22782">
                  <c:v>65152</c:v>
                </c:pt>
                <c:pt idx="22783">
                  <c:v>65153</c:v>
                </c:pt>
                <c:pt idx="22784">
                  <c:v>65154</c:v>
                </c:pt>
                <c:pt idx="22785">
                  <c:v>65155</c:v>
                </c:pt>
                <c:pt idx="22786">
                  <c:v>65156</c:v>
                </c:pt>
                <c:pt idx="22787">
                  <c:v>65157</c:v>
                </c:pt>
                <c:pt idx="22788">
                  <c:v>65158</c:v>
                </c:pt>
                <c:pt idx="22789">
                  <c:v>65159</c:v>
                </c:pt>
                <c:pt idx="22790">
                  <c:v>65160</c:v>
                </c:pt>
                <c:pt idx="22791">
                  <c:v>65161</c:v>
                </c:pt>
                <c:pt idx="22792">
                  <c:v>65162</c:v>
                </c:pt>
                <c:pt idx="22793">
                  <c:v>65163</c:v>
                </c:pt>
                <c:pt idx="22794">
                  <c:v>65164</c:v>
                </c:pt>
                <c:pt idx="22795">
                  <c:v>65165</c:v>
                </c:pt>
                <c:pt idx="22796">
                  <c:v>65166</c:v>
                </c:pt>
                <c:pt idx="22797">
                  <c:v>65167</c:v>
                </c:pt>
                <c:pt idx="22798">
                  <c:v>65168</c:v>
                </c:pt>
                <c:pt idx="22799">
                  <c:v>65169</c:v>
                </c:pt>
                <c:pt idx="22800">
                  <c:v>65170</c:v>
                </c:pt>
                <c:pt idx="22801">
                  <c:v>65171</c:v>
                </c:pt>
                <c:pt idx="22802">
                  <c:v>65172</c:v>
                </c:pt>
                <c:pt idx="22803">
                  <c:v>65173</c:v>
                </c:pt>
                <c:pt idx="22804">
                  <c:v>65174</c:v>
                </c:pt>
                <c:pt idx="22805">
                  <c:v>65175</c:v>
                </c:pt>
                <c:pt idx="22806">
                  <c:v>65176</c:v>
                </c:pt>
                <c:pt idx="22807">
                  <c:v>65177</c:v>
                </c:pt>
                <c:pt idx="22808">
                  <c:v>65178</c:v>
                </c:pt>
                <c:pt idx="22809">
                  <c:v>65179</c:v>
                </c:pt>
                <c:pt idx="22810">
                  <c:v>65180</c:v>
                </c:pt>
                <c:pt idx="22811">
                  <c:v>65181</c:v>
                </c:pt>
                <c:pt idx="22812">
                  <c:v>65182</c:v>
                </c:pt>
                <c:pt idx="22813">
                  <c:v>65183</c:v>
                </c:pt>
                <c:pt idx="22814">
                  <c:v>65184</c:v>
                </c:pt>
                <c:pt idx="22815">
                  <c:v>65185</c:v>
                </c:pt>
                <c:pt idx="22816">
                  <c:v>65186</c:v>
                </c:pt>
                <c:pt idx="22817">
                  <c:v>65187</c:v>
                </c:pt>
                <c:pt idx="22818">
                  <c:v>65188</c:v>
                </c:pt>
                <c:pt idx="22819">
                  <c:v>65189</c:v>
                </c:pt>
                <c:pt idx="22820">
                  <c:v>65190</c:v>
                </c:pt>
                <c:pt idx="22821">
                  <c:v>65191</c:v>
                </c:pt>
                <c:pt idx="22822">
                  <c:v>65192</c:v>
                </c:pt>
                <c:pt idx="22823">
                  <c:v>65193</c:v>
                </c:pt>
                <c:pt idx="22824">
                  <c:v>65194</c:v>
                </c:pt>
                <c:pt idx="22825">
                  <c:v>65195</c:v>
                </c:pt>
                <c:pt idx="22826">
                  <c:v>65196</c:v>
                </c:pt>
                <c:pt idx="22827">
                  <c:v>65197</c:v>
                </c:pt>
                <c:pt idx="22828">
                  <c:v>65198</c:v>
                </c:pt>
                <c:pt idx="22829">
                  <c:v>65199</c:v>
                </c:pt>
                <c:pt idx="22830">
                  <c:v>65200</c:v>
                </c:pt>
                <c:pt idx="22831">
                  <c:v>65201</c:v>
                </c:pt>
                <c:pt idx="22832">
                  <c:v>65202</c:v>
                </c:pt>
                <c:pt idx="22833">
                  <c:v>65203</c:v>
                </c:pt>
                <c:pt idx="22834">
                  <c:v>65204</c:v>
                </c:pt>
                <c:pt idx="22835">
                  <c:v>65205</c:v>
                </c:pt>
                <c:pt idx="22836">
                  <c:v>65206</c:v>
                </c:pt>
                <c:pt idx="22837">
                  <c:v>65207</c:v>
                </c:pt>
                <c:pt idx="22838">
                  <c:v>65208</c:v>
                </c:pt>
                <c:pt idx="22839">
                  <c:v>65209</c:v>
                </c:pt>
                <c:pt idx="22840">
                  <c:v>65210</c:v>
                </c:pt>
                <c:pt idx="22841">
                  <c:v>65211</c:v>
                </c:pt>
                <c:pt idx="22842">
                  <c:v>65212</c:v>
                </c:pt>
                <c:pt idx="22843">
                  <c:v>65213</c:v>
                </c:pt>
                <c:pt idx="22844">
                  <c:v>65214</c:v>
                </c:pt>
                <c:pt idx="22845">
                  <c:v>65215</c:v>
                </c:pt>
                <c:pt idx="22846">
                  <c:v>65216</c:v>
                </c:pt>
                <c:pt idx="22847">
                  <c:v>65217</c:v>
                </c:pt>
                <c:pt idx="22848">
                  <c:v>65218</c:v>
                </c:pt>
                <c:pt idx="22849">
                  <c:v>65219</c:v>
                </c:pt>
                <c:pt idx="22850">
                  <c:v>65220</c:v>
                </c:pt>
                <c:pt idx="22851">
                  <c:v>65221</c:v>
                </c:pt>
                <c:pt idx="22852">
                  <c:v>65222</c:v>
                </c:pt>
                <c:pt idx="22853">
                  <c:v>65223</c:v>
                </c:pt>
                <c:pt idx="22854">
                  <c:v>65224</c:v>
                </c:pt>
                <c:pt idx="22855">
                  <c:v>65225</c:v>
                </c:pt>
                <c:pt idx="22856">
                  <c:v>65226</c:v>
                </c:pt>
                <c:pt idx="22857">
                  <c:v>65227</c:v>
                </c:pt>
                <c:pt idx="22858">
                  <c:v>65228</c:v>
                </c:pt>
                <c:pt idx="22859">
                  <c:v>65229</c:v>
                </c:pt>
                <c:pt idx="22860">
                  <c:v>65230</c:v>
                </c:pt>
                <c:pt idx="22861">
                  <c:v>65231</c:v>
                </c:pt>
                <c:pt idx="22862">
                  <c:v>65232</c:v>
                </c:pt>
                <c:pt idx="22863">
                  <c:v>65233</c:v>
                </c:pt>
                <c:pt idx="22864">
                  <c:v>65234</c:v>
                </c:pt>
                <c:pt idx="22865">
                  <c:v>65235</c:v>
                </c:pt>
                <c:pt idx="22866">
                  <c:v>65236</c:v>
                </c:pt>
                <c:pt idx="22867">
                  <c:v>65237</c:v>
                </c:pt>
                <c:pt idx="22868">
                  <c:v>65238</c:v>
                </c:pt>
                <c:pt idx="22869">
                  <c:v>65239</c:v>
                </c:pt>
                <c:pt idx="22870">
                  <c:v>65240</c:v>
                </c:pt>
                <c:pt idx="22871">
                  <c:v>65241</c:v>
                </c:pt>
                <c:pt idx="22872">
                  <c:v>65242</c:v>
                </c:pt>
                <c:pt idx="22873">
                  <c:v>65243</c:v>
                </c:pt>
                <c:pt idx="22874">
                  <c:v>65244</c:v>
                </c:pt>
                <c:pt idx="22875">
                  <c:v>65245</c:v>
                </c:pt>
                <c:pt idx="22876">
                  <c:v>65246</c:v>
                </c:pt>
                <c:pt idx="22877">
                  <c:v>65247</c:v>
                </c:pt>
                <c:pt idx="22878">
                  <c:v>65248</c:v>
                </c:pt>
                <c:pt idx="22879">
                  <c:v>65249</c:v>
                </c:pt>
                <c:pt idx="22880">
                  <c:v>65250</c:v>
                </c:pt>
                <c:pt idx="22881">
                  <c:v>65251</c:v>
                </c:pt>
                <c:pt idx="22882">
                  <c:v>65252</c:v>
                </c:pt>
                <c:pt idx="22883">
                  <c:v>65253</c:v>
                </c:pt>
                <c:pt idx="22884">
                  <c:v>65254</c:v>
                </c:pt>
                <c:pt idx="22885">
                  <c:v>65255</c:v>
                </c:pt>
                <c:pt idx="22886">
                  <c:v>65256</c:v>
                </c:pt>
                <c:pt idx="22887">
                  <c:v>65257</c:v>
                </c:pt>
                <c:pt idx="22888">
                  <c:v>65258</c:v>
                </c:pt>
                <c:pt idx="22889">
                  <c:v>65259</c:v>
                </c:pt>
                <c:pt idx="22890">
                  <c:v>65260</c:v>
                </c:pt>
                <c:pt idx="22891">
                  <c:v>65261</c:v>
                </c:pt>
                <c:pt idx="22892">
                  <c:v>65262</c:v>
                </c:pt>
                <c:pt idx="22893">
                  <c:v>65263</c:v>
                </c:pt>
                <c:pt idx="22894">
                  <c:v>65264</c:v>
                </c:pt>
                <c:pt idx="22895">
                  <c:v>65265</c:v>
                </c:pt>
                <c:pt idx="22896">
                  <c:v>65266</c:v>
                </c:pt>
                <c:pt idx="22897">
                  <c:v>65267</c:v>
                </c:pt>
                <c:pt idx="22898">
                  <c:v>65268</c:v>
                </c:pt>
                <c:pt idx="22899">
                  <c:v>65269</c:v>
                </c:pt>
                <c:pt idx="22900">
                  <c:v>65270</c:v>
                </c:pt>
                <c:pt idx="22901">
                  <c:v>65271</c:v>
                </c:pt>
                <c:pt idx="22902">
                  <c:v>65272</c:v>
                </c:pt>
                <c:pt idx="22903">
                  <c:v>65273</c:v>
                </c:pt>
                <c:pt idx="22904">
                  <c:v>65274</c:v>
                </c:pt>
                <c:pt idx="22905">
                  <c:v>65275</c:v>
                </c:pt>
                <c:pt idx="22906">
                  <c:v>65276</c:v>
                </c:pt>
                <c:pt idx="22907">
                  <c:v>65277</c:v>
                </c:pt>
                <c:pt idx="22908">
                  <c:v>65278</c:v>
                </c:pt>
                <c:pt idx="22909">
                  <c:v>65279</c:v>
                </c:pt>
                <c:pt idx="22910">
                  <c:v>65280</c:v>
                </c:pt>
                <c:pt idx="22911">
                  <c:v>65281</c:v>
                </c:pt>
                <c:pt idx="22912">
                  <c:v>65282</c:v>
                </c:pt>
                <c:pt idx="22913">
                  <c:v>65283</c:v>
                </c:pt>
                <c:pt idx="22914">
                  <c:v>65284</c:v>
                </c:pt>
                <c:pt idx="22915">
                  <c:v>65285</c:v>
                </c:pt>
                <c:pt idx="22916">
                  <c:v>65286</c:v>
                </c:pt>
                <c:pt idx="22917">
                  <c:v>65287</c:v>
                </c:pt>
                <c:pt idx="22918">
                  <c:v>65288</c:v>
                </c:pt>
                <c:pt idx="22919">
                  <c:v>65289</c:v>
                </c:pt>
                <c:pt idx="22920">
                  <c:v>65290</c:v>
                </c:pt>
                <c:pt idx="22921">
                  <c:v>65291</c:v>
                </c:pt>
                <c:pt idx="22922">
                  <c:v>65292</c:v>
                </c:pt>
                <c:pt idx="22923">
                  <c:v>65293</c:v>
                </c:pt>
                <c:pt idx="22924">
                  <c:v>65294</c:v>
                </c:pt>
                <c:pt idx="22925">
                  <c:v>65295</c:v>
                </c:pt>
                <c:pt idx="22926">
                  <c:v>65296</c:v>
                </c:pt>
                <c:pt idx="22927">
                  <c:v>65297</c:v>
                </c:pt>
                <c:pt idx="22928">
                  <c:v>65298</c:v>
                </c:pt>
                <c:pt idx="22929">
                  <c:v>65299</c:v>
                </c:pt>
                <c:pt idx="22930">
                  <c:v>65300</c:v>
                </c:pt>
                <c:pt idx="22931">
                  <c:v>65301</c:v>
                </c:pt>
                <c:pt idx="22932">
                  <c:v>65302</c:v>
                </c:pt>
                <c:pt idx="22933">
                  <c:v>65303</c:v>
                </c:pt>
                <c:pt idx="22934">
                  <c:v>65304</c:v>
                </c:pt>
                <c:pt idx="22935">
                  <c:v>65305</c:v>
                </c:pt>
                <c:pt idx="22936">
                  <c:v>65306</c:v>
                </c:pt>
                <c:pt idx="22937">
                  <c:v>65307</c:v>
                </c:pt>
                <c:pt idx="22938">
                  <c:v>65308</c:v>
                </c:pt>
                <c:pt idx="22939">
                  <c:v>65309</c:v>
                </c:pt>
                <c:pt idx="22940">
                  <c:v>65310</c:v>
                </c:pt>
                <c:pt idx="22941">
                  <c:v>65311</c:v>
                </c:pt>
                <c:pt idx="22942">
                  <c:v>65312</c:v>
                </c:pt>
                <c:pt idx="22943">
                  <c:v>65313</c:v>
                </c:pt>
                <c:pt idx="22944">
                  <c:v>65314</c:v>
                </c:pt>
                <c:pt idx="22945">
                  <c:v>65315</c:v>
                </c:pt>
                <c:pt idx="22946">
                  <c:v>65316</c:v>
                </c:pt>
                <c:pt idx="22947">
                  <c:v>65317</c:v>
                </c:pt>
                <c:pt idx="22948">
                  <c:v>65318</c:v>
                </c:pt>
                <c:pt idx="22949">
                  <c:v>65319</c:v>
                </c:pt>
                <c:pt idx="22950">
                  <c:v>65320</c:v>
                </c:pt>
                <c:pt idx="22951">
                  <c:v>65321</c:v>
                </c:pt>
                <c:pt idx="22952">
                  <c:v>65322</c:v>
                </c:pt>
                <c:pt idx="22953">
                  <c:v>65323</c:v>
                </c:pt>
                <c:pt idx="22954">
                  <c:v>65324</c:v>
                </c:pt>
                <c:pt idx="22955">
                  <c:v>65325</c:v>
                </c:pt>
                <c:pt idx="22956">
                  <c:v>65326</c:v>
                </c:pt>
                <c:pt idx="22957">
                  <c:v>65327</c:v>
                </c:pt>
                <c:pt idx="22958">
                  <c:v>65328</c:v>
                </c:pt>
                <c:pt idx="22959">
                  <c:v>65329</c:v>
                </c:pt>
                <c:pt idx="22960">
                  <c:v>65330</c:v>
                </c:pt>
                <c:pt idx="22961">
                  <c:v>65331</c:v>
                </c:pt>
                <c:pt idx="22962">
                  <c:v>65332</c:v>
                </c:pt>
                <c:pt idx="22963">
                  <c:v>65333</c:v>
                </c:pt>
                <c:pt idx="22964">
                  <c:v>65334</c:v>
                </c:pt>
                <c:pt idx="22965">
                  <c:v>65335</c:v>
                </c:pt>
                <c:pt idx="22966">
                  <c:v>65336</c:v>
                </c:pt>
                <c:pt idx="22967">
                  <c:v>65337</c:v>
                </c:pt>
                <c:pt idx="22968">
                  <c:v>65338</c:v>
                </c:pt>
                <c:pt idx="22969">
                  <c:v>65339</c:v>
                </c:pt>
                <c:pt idx="22970">
                  <c:v>65340</c:v>
                </c:pt>
                <c:pt idx="22971">
                  <c:v>65341</c:v>
                </c:pt>
                <c:pt idx="22972">
                  <c:v>65342</c:v>
                </c:pt>
                <c:pt idx="22973">
                  <c:v>65343</c:v>
                </c:pt>
                <c:pt idx="22974">
                  <c:v>65344</c:v>
                </c:pt>
                <c:pt idx="22975">
                  <c:v>65345</c:v>
                </c:pt>
                <c:pt idx="22976">
                  <c:v>65346</c:v>
                </c:pt>
                <c:pt idx="22977">
                  <c:v>65347</c:v>
                </c:pt>
                <c:pt idx="22978">
                  <c:v>65348</c:v>
                </c:pt>
                <c:pt idx="22979">
                  <c:v>65349</c:v>
                </c:pt>
                <c:pt idx="22980">
                  <c:v>65350</c:v>
                </c:pt>
                <c:pt idx="22981">
                  <c:v>65351</c:v>
                </c:pt>
                <c:pt idx="22982">
                  <c:v>65352</c:v>
                </c:pt>
                <c:pt idx="22983">
                  <c:v>65353</c:v>
                </c:pt>
                <c:pt idx="22984">
                  <c:v>65354</c:v>
                </c:pt>
                <c:pt idx="22985">
                  <c:v>65355</c:v>
                </c:pt>
                <c:pt idx="22986">
                  <c:v>65356</c:v>
                </c:pt>
                <c:pt idx="22987">
                  <c:v>65357</c:v>
                </c:pt>
                <c:pt idx="22988">
                  <c:v>65358</c:v>
                </c:pt>
                <c:pt idx="22989">
                  <c:v>65359</c:v>
                </c:pt>
                <c:pt idx="22990">
                  <c:v>65360</c:v>
                </c:pt>
                <c:pt idx="22991">
                  <c:v>65361</c:v>
                </c:pt>
                <c:pt idx="22992">
                  <c:v>65362</c:v>
                </c:pt>
                <c:pt idx="22993">
                  <c:v>65363</c:v>
                </c:pt>
                <c:pt idx="22994">
                  <c:v>65364</c:v>
                </c:pt>
                <c:pt idx="22995">
                  <c:v>65365</c:v>
                </c:pt>
                <c:pt idx="22996">
                  <c:v>65366</c:v>
                </c:pt>
                <c:pt idx="22997">
                  <c:v>65367</c:v>
                </c:pt>
                <c:pt idx="22998">
                  <c:v>65368</c:v>
                </c:pt>
                <c:pt idx="22999">
                  <c:v>65369</c:v>
                </c:pt>
                <c:pt idx="23000">
                  <c:v>65370</c:v>
                </c:pt>
                <c:pt idx="23001">
                  <c:v>65371</c:v>
                </c:pt>
                <c:pt idx="23002">
                  <c:v>65372</c:v>
                </c:pt>
                <c:pt idx="23003">
                  <c:v>65373</c:v>
                </c:pt>
                <c:pt idx="23004">
                  <c:v>65374</c:v>
                </c:pt>
                <c:pt idx="23005">
                  <c:v>65375</c:v>
                </c:pt>
                <c:pt idx="23006">
                  <c:v>65376</c:v>
                </c:pt>
                <c:pt idx="23007">
                  <c:v>65377</c:v>
                </c:pt>
                <c:pt idx="23008">
                  <c:v>65378</c:v>
                </c:pt>
                <c:pt idx="23009">
                  <c:v>65379</c:v>
                </c:pt>
                <c:pt idx="23010">
                  <c:v>65380</c:v>
                </c:pt>
                <c:pt idx="23011">
                  <c:v>65381</c:v>
                </c:pt>
                <c:pt idx="23012">
                  <c:v>65382</c:v>
                </c:pt>
                <c:pt idx="23013">
                  <c:v>65383</c:v>
                </c:pt>
                <c:pt idx="23014">
                  <c:v>65384</c:v>
                </c:pt>
                <c:pt idx="23015">
                  <c:v>65385</c:v>
                </c:pt>
                <c:pt idx="23016">
                  <c:v>65386</c:v>
                </c:pt>
                <c:pt idx="23017">
                  <c:v>65387</c:v>
                </c:pt>
                <c:pt idx="23018">
                  <c:v>65388</c:v>
                </c:pt>
                <c:pt idx="23019">
                  <c:v>65389</c:v>
                </c:pt>
                <c:pt idx="23020">
                  <c:v>65390</c:v>
                </c:pt>
                <c:pt idx="23021">
                  <c:v>65391</c:v>
                </c:pt>
                <c:pt idx="23022">
                  <c:v>65392</c:v>
                </c:pt>
                <c:pt idx="23023">
                  <c:v>65393</c:v>
                </c:pt>
                <c:pt idx="23024">
                  <c:v>65394</c:v>
                </c:pt>
                <c:pt idx="23025">
                  <c:v>65395</c:v>
                </c:pt>
                <c:pt idx="23026">
                  <c:v>65396</c:v>
                </c:pt>
                <c:pt idx="23027">
                  <c:v>65397</c:v>
                </c:pt>
                <c:pt idx="23028">
                  <c:v>65398</c:v>
                </c:pt>
                <c:pt idx="23029">
                  <c:v>65399</c:v>
                </c:pt>
                <c:pt idx="23030">
                  <c:v>65400</c:v>
                </c:pt>
                <c:pt idx="23031">
                  <c:v>65401</c:v>
                </c:pt>
                <c:pt idx="23032">
                  <c:v>65402</c:v>
                </c:pt>
                <c:pt idx="23033">
                  <c:v>65403</c:v>
                </c:pt>
                <c:pt idx="23034">
                  <c:v>65404</c:v>
                </c:pt>
                <c:pt idx="23035">
                  <c:v>65405</c:v>
                </c:pt>
                <c:pt idx="23036">
                  <c:v>65406</c:v>
                </c:pt>
                <c:pt idx="23037">
                  <c:v>65407</c:v>
                </c:pt>
                <c:pt idx="23038">
                  <c:v>65408</c:v>
                </c:pt>
                <c:pt idx="23039">
                  <c:v>65409</c:v>
                </c:pt>
                <c:pt idx="23040">
                  <c:v>65410</c:v>
                </c:pt>
                <c:pt idx="23041">
                  <c:v>65411</c:v>
                </c:pt>
                <c:pt idx="23042">
                  <c:v>65412</c:v>
                </c:pt>
                <c:pt idx="23043">
                  <c:v>65413</c:v>
                </c:pt>
                <c:pt idx="23044">
                  <c:v>65414</c:v>
                </c:pt>
                <c:pt idx="23045">
                  <c:v>65415</c:v>
                </c:pt>
                <c:pt idx="23046">
                  <c:v>65416</c:v>
                </c:pt>
                <c:pt idx="23047">
                  <c:v>65417</c:v>
                </c:pt>
                <c:pt idx="23048">
                  <c:v>65418</c:v>
                </c:pt>
                <c:pt idx="23049">
                  <c:v>65419</c:v>
                </c:pt>
                <c:pt idx="23050">
                  <c:v>65420</c:v>
                </c:pt>
                <c:pt idx="23051">
                  <c:v>65421</c:v>
                </c:pt>
                <c:pt idx="23052">
                  <c:v>65422</c:v>
                </c:pt>
                <c:pt idx="23053">
                  <c:v>65423</c:v>
                </c:pt>
                <c:pt idx="23054">
                  <c:v>65424</c:v>
                </c:pt>
                <c:pt idx="23055">
                  <c:v>65425</c:v>
                </c:pt>
                <c:pt idx="23056">
                  <c:v>65426</c:v>
                </c:pt>
                <c:pt idx="23057">
                  <c:v>65427</c:v>
                </c:pt>
                <c:pt idx="23058">
                  <c:v>65428</c:v>
                </c:pt>
                <c:pt idx="23059">
                  <c:v>65429</c:v>
                </c:pt>
                <c:pt idx="23060">
                  <c:v>65430</c:v>
                </c:pt>
                <c:pt idx="23061">
                  <c:v>65431</c:v>
                </c:pt>
                <c:pt idx="23062">
                  <c:v>65432</c:v>
                </c:pt>
                <c:pt idx="23063">
                  <c:v>65433</c:v>
                </c:pt>
                <c:pt idx="23064">
                  <c:v>65434</c:v>
                </c:pt>
                <c:pt idx="23065">
                  <c:v>65435</c:v>
                </c:pt>
                <c:pt idx="23066">
                  <c:v>65436</c:v>
                </c:pt>
                <c:pt idx="23067">
                  <c:v>65437</c:v>
                </c:pt>
                <c:pt idx="23068">
                  <c:v>65438</c:v>
                </c:pt>
                <c:pt idx="23069">
                  <c:v>65439</c:v>
                </c:pt>
                <c:pt idx="23070">
                  <c:v>65440</c:v>
                </c:pt>
                <c:pt idx="23071">
                  <c:v>65441</c:v>
                </c:pt>
                <c:pt idx="23072">
                  <c:v>65442</c:v>
                </c:pt>
                <c:pt idx="23073">
                  <c:v>65443</c:v>
                </c:pt>
                <c:pt idx="23074">
                  <c:v>65444</c:v>
                </c:pt>
                <c:pt idx="23075">
                  <c:v>65445</c:v>
                </c:pt>
                <c:pt idx="23076">
                  <c:v>65446</c:v>
                </c:pt>
                <c:pt idx="23077">
                  <c:v>65447</c:v>
                </c:pt>
                <c:pt idx="23078">
                  <c:v>65448</c:v>
                </c:pt>
                <c:pt idx="23079">
                  <c:v>65449</c:v>
                </c:pt>
                <c:pt idx="23080">
                  <c:v>65450</c:v>
                </c:pt>
                <c:pt idx="23081">
                  <c:v>65451</c:v>
                </c:pt>
                <c:pt idx="23082">
                  <c:v>65452</c:v>
                </c:pt>
                <c:pt idx="23083">
                  <c:v>65453</c:v>
                </c:pt>
                <c:pt idx="23084">
                  <c:v>65454</c:v>
                </c:pt>
                <c:pt idx="23085">
                  <c:v>65455</c:v>
                </c:pt>
                <c:pt idx="23086">
                  <c:v>65456</c:v>
                </c:pt>
                <c:pt idx="23087">
                  <c:v>65457</c:v>
                </c:pt>
                <c:pt idx="23088">
                  <c:v>65458</c:v>
                </c:pt>
                <c:pt idx="23089">
                  <c:v>65459</c:v>
                </c:pt>
                <c:pt idx="23090">
                  <c:v>65460</c:v>
                </c:pt>
                <c:pt idx="23091">
                  <c:v>65461</c:v>
                </c:pt>
                <c:pt idx="23092">
                  <c:v>65462</c:v>
                </c:pt>
                <c:pt idx="23093">
                  <c:v>65463</c:v>
                </c:pt>
                <c:pt idx="23094">
                  <c:v>65464</c:v>
                </c:pt>
                <c:pt idx="23095">
                  <c:v>65465</c:v>
                </c:pt>
                <c:pt idx="23096">
                  <c:v>65466</c:v>
                </c:pt>
                <c:pt idx="23097">
                  <c:v>65467</c:v>
                </c:pt>
                <c:pt idx="23098">
                  <c:v>65468</c:v>
                </c:pt>
                <c:pt idx="23099">
                  <c:v>65469</c:v>
                </c:pt>
                <c:pt idx="23100">
                  <c:v>65470</c:v>
                </c:pt>
                <c:pt idx="23101">
                  <c:v>65471</c:v>
                </c:pt>
                <c:pt idx="23102">
                  <c:v>65472</c:v>
                </c:pt>
                <c:pt idx="23103">
                  <c:v>65473</c:v>
                </c:pt>
                <c:pt idx="23104">
                  <c:v>65474</c:v>
                </c:pt>
                <c:pt idx="23105">
                  <c:v>65475</c:v>
                </c:pt>
                <c:pt idx="23106">
                  <c:v>65476</c:v>
                </c:pt>
                <c:pt idx="23107">
                  <c:v>65477</c:v>
                </c:pt>
                <c:pt idx="23108">
                  <c:v>65478</c:v>
                </c:pt>
                <c:pt idx="23109">
                  <c:v>65479</c:v>
                </c:pt>
                <c:pt idx="23110">
                  <c:v>65480</c:v>
                </c:pt>
                <c:pt idx="23111">
                  <c:v>65481</c:v>
                </c:pt>
                <c:pt idx="23112">
                  <c:v>65482</c:v>
                </c:pt>
                <c:pt idx="23113">
                  <c:v>65483</c:v>
                </c:pt>
                <c:pt idx="23114">
                  <c:v>65484</c:v>
                </c:pt>
                <c:pt idx="23115">
                  <c:v>65485</c:v>
                </c:pt>
                <c:pt idx="23116">
                  <c:v>65486</c:v>
                </c:pt>
                <c:pt idx="23117">
                  <c:v>65487</c:v>
                </c:pt>
                <c:pt idx="23118">
                  <c:v>65488</c:v>
                </c:pt>
                <c:pt idx="23119">
                  <c:v>65489</c:v>
                </c:pt>
                <c:pt idx="23120">
                  <c:v>65490</c:v>
                </c:pt>
                <c:pt idx="23121">
                  <c:v>65491</c:v>
                </c:pt>
                <c:pt idx="23122">
                  <c:v>65492</c:v>
                </c:pt>
                <c:pt idx="23123">
                  <c:v>65493</c:v>
                </c:pt>
                <c:pt idx="23124">
                  <c:v>65494</c:v>
                </c:pt>
                <c:pt idx="23125">
                  <c:v>65495</c:v>
                </c:pt>
                <c:pt idx="23126">
                  <c:v>65496</c:v>
                </c:pt>
                <c:pt idx="23127">
                  <c:v>65497</c:v>
                </c:pt>
                <c:pt idx="23128">
                  <c:v>65498</c:v>
                </c:pt>
                <c:pt idx="23129">
                  <c:v>65499</c:v>
                </c:pt>
                <c:pt idx="23130">
                  <c:v>65500</c:v>
                </c:pt>
                <c:pt idx="23131">
                  <c:v>65501</c:v>
                </c:pt>
                <c:pt idx="23132">
                  <c:v>65502</c:v>
                </c:pt>
                <c:pt idx="23133">
                  <c:v>65503</c:v>
                </c:pt>
                <c:pt idx="23134">
                  <c:v>65504</c:v>
                </c:pt>
                <c:pt idx="23135">
                  <c:v>65505</c:v>
                </c:pt>
                <c:pt idx="23136">
                  <c:v>65506</c:v>
                </c:pt>
                <c:pt idx="23137">
                  <c:v>65507</c:v>
                </c:pt>
                <c:pt idx="23138">
                  <c:v>65508</c:v>
                </c:pt>
                <c:pt idx="23139">
                  <c:v>65509</c:v>
                </c:pt>
                <c:pt idx="23140">
                  <c:v>65510</c:v>
                </c:pt>
                <c:pt idx="23141">
                  <c:v>65511</c:v>
                </c:pt>
                <c:pt idx="23142">
                  <c:v>65512</c:v>
                </c:pt>
                <c:pt idx="23143">
                  <c:v>65513</c:v>
                </c:pt>
                <c:pt idx="23144">
                  <c:v>65514</c:v>
                </c:pt>
                <c:pt idx="23145">
                  <c:v>65515</c:v>
                </c:pt>
                <c:pt idx="23146">
                  <c:v>65516</c:v>
                </c:pt>
                <c:pt idx="23147">
                  <c:v>65517</c:v>
                </c:pt>
                <c:pt idx="23148">
                  <c:v>65518</c:v>
                </c:pt>
                <c:pt idx="23149">
                  <c:v>65519</c:v>
                </c:pt>
                <c:pt idx="23150">
                  <c:v>65520</c:v>
                </c:pt>
                <c:pt idx="23151">
                  <c:v>65521</c:v>
                </c:pt>
                <c:pt idx="23152">
                  <c:v>65522</c:v>
                </c:pt>
                <c:pt idx="23153">
                  <c:v>65523</c:v>
                </c:pt>
                <c:pt idx="23154">
                  <c:v>65524</c:v>
                </c:pt>
                <c:pt idx="23155">
                  <c:v>65525</c:v>
                </c:pt>
                <c:pt idx="23156">
                  <c:v>65526</c:v>
                </c:pt>
                <c:pt idx="23157">
                  <c:v>65527</c:v>
                </c:pt>
                <c:pt idx="23158">
                  <c:v>65528</c:v>
                </c:pt>
                <c:pt idx="23159">
                  <c:v>65529</c:v>
                </c:pt>
                <c:pt idx="23160">
                  <c:v>65530</c:v>
                </c:pt>
                <c:pt idx="23161">
                  <c:v>65531</c:v>
                </c:pt>
                <c:pt idx="23162">
                  <c:v>65532</c:v>
                </c:pt>
                <c:pt idx="23163">
                  <c:v>65533</c:v>
                </c:pt>
                <c:pt idx="23164">
                  <c:v>65534</c:v>
                </c:pt>
                <c:pt idx="23165">
                  <c:v>65535</c:v>
                </c:pt>
                <c:pt idx="23166">
                  <c:v>65536</c:v>
                </c:pt>
                <c:pt idx="23167">
                  <c:v>65537</c:v>
                </c:pt>
                <c:pt idx="23168">
                  <c:v>65538</c:v>
                </c:pt>
                <c:pt idx="23169">
                  <c:v>65539</c:v>
                </c:pt>
                <c:pt idx="23170">
                  <c:v>65540</c:v>
                </c:pt>
                <c:pt idx="23171">
                  <c:v>65541</c:v>
                </c:pt>
                <c:pt idx="23172">
                  <c:v>65542</c:v>
                </c:pt>
                <c:pt idx="23173">
                  <c:v>65543</c:v>
                </c:pt>
                <c:pt idx="23174">
                  <c:v>65544</c:v>
                </c:pt>
                <c:pt idx="23175">
                  <c:v>65545</c:v>
                </c:pt>
                <c:pt idx="23176">
                  <c:v>65546</c:v>
                </c:pt>
                <c:pt idx="23177">
                  <c:v>65547</c:v>
                </c:pt>
                <c:pt idx="23178">
                  <c:v>65548</c:v>
                </c:pt>
                <c:pt idx="23179">
                  <c:v>65549</c:v>
                </c:pt>
                <c:pt idx="23180">
                  <c:v>65550</c:v>
                </c:pt>
                <c:pt idx="23181">
                  <c:v>65551</c:v>
                </c:pt>
                <c:pt idx="23182">
                  <c:v>65552</c:v>
                </c:pt>
                <c:pt idx="23183">
                  <c:v>65553</c:v>
                </c:pt>
                <c:pt idx="23184">
                  <c:v>65554</c:v>
                </c:pt>
                <c:pt idx="23185">
                  <c:v>65555</c:v>
                </c:pt>
                <c:pt idx="23186">
                  <c:v>65556</c:v>
                </c:pt>
                <c:pt idx="23187">
                  <c:v>65557</c:v>
                </c:pt>
                <c:pt idx="23188">
                  <c:v>65558</c:v>
                </c:pt>
                <c:pt idx="23189">
                  <c:v>65559</c:v>
                </c:pt>
                <c:pt idx="23190">
                  <c:v>65560</c:v>
                </c:pt>
                <c:pt idx="23191">
                  <c:v>65561</c:v>
                </c:pt>
                <c:pt idx="23192">
                  <c:v>65562</c:v>
                </c:pt>
                <c:pt idx="23193">
                  <c:v>65563</c:v>
                </c:pt>
                <c:pt idx="23194">
                  <c:v>65564</c:v>
                </c:pt>
                <c:pt idx="23195">
                  <c:v>65565</c:v>
                </c:pt>
                <c:pt idx="23196">
                  <c:v>65566</c:v>
                </c:pt>
                <c:pt idx="23197">
                  <c:v>65567</c:v>
                </c:pt>
                <c:pt idx="23198">
                  <c:v>65568</c:v>
                </c:pt>
                <c:pt idx="23199">
                  <c:v>65569</c:v>
                </c:pt>
                <c:pt idx="23200">
                  <c:v>65570</c:v>
                </c:pt>
                <c:pt idx="23201">
                  <c:v>65571</c:v>
                </c:pt>
                <c:pt idx="23202">
                  <c:v>65572</c:v>
                </c:pt>
                <c:pt idx="23203">
                  <c:v>65573</c:v>
                </c:pt>
                <c:pt idx="23204">
                  <c:v>65574</c:v>
                </c:pt>
                <c:pt idx="23205">
                  <c:v>65575</c:v>
                </c:pt>
                <c:pt idx="23206">
                  <c:v>65576</c:v>
                </c:pt>
                <c:pt idx="23207">
                  <c:v>65577</c:v>
                </c:pt>
                <c:pt idx="23208">
                  <c:v>65578</c:v>
                </c:pt>
                <c:pt idx="23209">
                  <c:v>65579</c:v>
                </c:pt>
                <c:pt idx="23210">
                  <c:v>65580</c:v>
                </c:pt>
                <c:pt idx="23211">
                  <c:v>65581</c:v>
                </c:pt>
                <c:pt idx="23212">
                  <c:v>65582</c:v>
                </c:pt>
                <c:pt idx="23213">
                  <c:v>65583</c:v>
                </c:pt>
                <c:pt idx="23214">
                  <c:v>65584</c:v>
                </c:pt>
                <c:pt idx="23215">
                  <c:v>65585</c:v>
                </c:pt>
                <c:pt idx="23216">
                  <c:v>65586</c:v>
                </c:pt>
                <c:pt idx="23217">
                  <c:v>65587</c:v>
                </c:pt>
                <c:pt idx="23218">
                  <c:v>65588</c:v>
                </c:pt>
                <c:pt idx="23219">
                  <c:v>65589</c:v>
                </c:pt>
                <c:pt idx="23220">
                  <c:v>65590</c:v>
                </c:pt>
                <c:pt idx="23221">
                  <c:v>65591</c:v>
                </c:pt>
                <c:pt idx="23222">
                  <c:v>65592</c:v>
                </c:pt>
                <c:pt idx="23223">
                  <c:v>65593</c:v>
                </c:pt>
                <c:pt idx="23224">
                  <c:v>65594</c:v>
                </c:pt>
                <c:pt idx="23225">
                  <c:v>65595</c:v>
                </c:pt>
                <c:pt idx="23226">
                  <c:v>65596</c:v>
                </c:pt>
                <c:pt idx="23227">
                  <c:v>65597</c:v>
                </c:pt>
                <c:pt idx="23228">
                  <c:v>65598</c:v>
                </c:pt>
                <c:pt idx="23229">
                  <c:v>65599</c:v>
                </c:pt>
                <c:pt idx="23230">
                  <c:v>65600</c:v>
                </c:pt>
                <c:pt idx="23231">
                  <c:v>65601</c:v>
                </c:pt>
                <c:pt idx="23232">
                  <c:v>65602</c:v>
                </c:pt>
                <c:pt idx="23233">
                  <c:v>65603</c:v>
                </c:pt>
                <c:pt idx="23234">
                  <c:v>65604</c:v>
                </c:pt>
                <c:pt idx="23235">
                  <c:v>65605</c:v>
                </c:pt>
                <c:pt idx="23236">
                  <c:v>65606</c:v>
                </c:pt>
                <c:pt idx="23237">
                  <c:v>65607</c:v>
                </c:pt>
                <c:pt idx="23238">
                  <c:v>65608</c:v>
                </c:pt>
                <c:pt idx="23239">
                  <c:v>65609</c:v>
                </c:pt>
                <c:pt idx="23240">
                  <c:v>65610</c:v>
                </c:pt>
                <c:pt idx="23241">
                  <c:v>65611</c:v>
                </c:pt>
                <c:pt idx="23242">
                  <c:v>65612</c:v>
                </c:pt>
                <c:pt idx="23243">
                  <c:v>65613</c:v>
                </c:pt>
                <c:pt idx="23244">
                  <c:v>65614</c:v>
                </c:pt>
                <c:pt idx="23245">
                  <c:v>65615</c:v>
                </c:pt>
                <c:pt idx="23246">
                  <c:v>65616</c:v>
                </c:pt>
                <c:pt idx="23247">
                  <c:v>65617</c:v>
                </c:pt>
                <c:pt idx="23248">
                  <c:v>65618</c:v>
                </c:pt>
                <c:pt idx="23249">
                  <c:v>65619</c:v>
                </c:pt>
                <c:pt idx="23250">
                  <c:v>65620</c:v>
                </c:pt>
                <c:pt idx="23251">
                  <c:v>65621</c:v>
                </c:pt>
                <c:pt idx="23252">
                  <c:v>65622</c:v>
                </c:pt>
                <c:pt idx="23253">
                  <c:v>65623</c:v>
                </c:pt>
                <c:pt idx="23254">
                  <c:v>65624</c:v>
                </c:pt>
                <c:pt idx="23255">
                  <c:v>65625</c:v>
                </c:pt>
                <c:pt idx="23256">
                  <c:v>65626</c:v>
                </c:pt>
                <c:pt idx="23257">
                  <c:v>65627</c:v>
                </c:pt>
                <c:pt idx="23258">
                  <c:v>65628</c:v>
                </c:pt>
                <c:pt idx="23259">
                  <c:v>65629</c:v>
                </c:pt>
                <c:pt idx="23260">
                  <c:v>65630</c:v>
                </c:pt>
                <c:pt idx="23261">
                  <c:v>65631</c:v>
                </c:pt>
                <c:pt idx="23262">
                  <c:v>65632</c:v>
                </c:pt>
                <c:pt idx="23263">
                  <c:v>65633</c:v>
                </c:pt>
                <c:pt idx="23264">
                  <c:v>65634</c:v>
                </c:pt>
                <c:pt idx="23265">
                  <c:v>65635</c:v>
                </c:pt>
                <c:pt idx="23266">
                  <c:v>65636</c:v>
                </c:pt>
                <c:pt idx="23267">
                  <c:v>65637</c:v>
                </c:pt>
                <c:pt idx="23268">
                  <c:v>65638</c:v>
                </c:pt>
                <c:pt idx="23269">
                  <c:v>65639</c:v>
                </c:pt>
                <c:pt idx="23270">
                  <c:v>65640</c:v>
                </c:pt>
                <c:pt idx="23271">
                  <c:v>65641</c:v>
                </c:pt>
                <c:pt idx="23272">
                  <c:v>65642</c:v>
                </c:pt>
                <c:pt idx="23273">
                  <c:v>65643</c:v>
                </c:pt>
                <c:pt idx="23274">
                  <c:v>65644</c:v>
                </c:pt>
                <c:pt idx="23275">
                  <c:v>65645</c:v>
                </c:pt>
                <c:pt idx="23276">
                  <c:v>65646</c:v>
                </c:pt>
                <c:pt idx="23277">
                  <c:v>65647</c:v>
                </c:pt>
                <c:pt idx="23278">
                  <c:v>65648</c:v>
                </c:pt>
                <c:pt idx="23279">
                  <c:v>65649</c:v>
                </c:pt>
                <c:pt idx="23280">
                  <c:v>65650</c:v>
                </c:pt>
                <c:pt idx="23281">
                  <c:v>65651</c:v>
                </c:pt>
                <c:pt idx="23282">
                  <c:v>65652</c:v>
                </c:pt>
                <c:pt idx="23283">
                  <c:v>65653</c:v>
                </c:pt>
                <c:pt idx="23284">
                  <c:v>65654</c:v>
                </c:pt>
                <c:pt idx="23285">
                  <c:v>65655</c:v>
                </c:pt>
                <c:pt idx="23286">
                  <c:v>65656</c:v>
                </c:pt>
                <c:pt idx="23287">
                  <c:v>65657</c:v>
                </c:pt>
                <c:pt idx="23288">
                  <c:v>65658</c:v>
                </c:pt>
                <c:pt idx="23289">
                  <c:v>65659</c:v>
                </c:pt>
                <c:pt idx="23290">
                  <c:v>65660</c:v>
                </c:pt>
                <c:pt idx="23291">
                  <c:v>65661</c:v>
                </c:pt>
                <c:pt idx="23292">
                  <c:v>65662</c:v>
                </c:pt>
                <c:pt idx="23293">
                  <c:v>65663</c:v>
                </c:pt>
                <c:pt idx="23294">
                  <c:v>65664</c:v>
                </c:pt>
                <c:pt idx="23295">
                  <c:v>65665</c:v>
                </c:pt>
                <c:pt idx="23296">
                  <c:v>65666</c:v>
                </c:pt>
                <c:pt idx="23297">
                  <c:v>65667</c:v>
                </c:pt>
                <c:pt idx="23298">
                  <c:v>65668</c:v>
                </c:pt>
                <c:pt idx="23299">
                  <c:v>65669</c:v>
                </c:pt>
                <c:pt idx="23300">
                  <c:v>65670</c:v>
                </c:pt>
                <c:pt idx="23301">
                  <c:v>65671</c:v>
                </c:pt>
                <c:pt idx="23302">
                  <c:v>65672</c:v>
                </c:pt>
                <c:pt idx="23303">
                  <c:v>65673</c:v>
                </c:pt>
                <c:pt idx="23304">
                  <c:v>65674</c:v>
                </c:pt>
                <c:pt idx="23305">
                  <c:v>65675</c:v>
                </c:pt>
                <c:pt idx="23306">
                  <c:v>65676</c:v>
                </c:pt>
                <c:pt idx="23307">
                  <c:v>65677</c:v>
                </c:pt>
                <c:pt idx="23308">
                  <c:v>65678</c:v>
                </c:pt>
                <c:pt idx="23309">
                  <c:v>65679</c:v>
                </c:pt>
                <c:pt idx="23310">
                  <c:v>65680</c:v>
                </c:pt>
                <c:pt idx="23311">
                  <c:v>65681</c:v>
                </c:pt>
                <c:pt idx="23312">
                  <c:v>65682</c:v>
                </c:pt>
                <c:pt idx="23313">
                  <c:v>65683</c:v>
                </c:pt>
                <c:pt idx="23314">
                  <c:v>65684</c:v>
                </c:pt>
                <c:pt idx="23315">
                  <c:v>65685</c:v>
                </c:pt>
                <c:pt idx="23316">
                  <c:v>65686</c:v>
                </c:pt>
                <c:pt idx="23317">
                  <c:v>65687</c:v>
                </c:pt>
                <c:pt idx="23318">
                  <c:v>65688</c:v>
                </c:pt>
                <c:pt idx="23319">
                  <c:v>65689</c:v>
                </c:pt>
                <c:pt idx="23320">
                  <c:v>65690</c:v>
                </c:pt>
                <c:pt idx="23321">
                  <c:v>65691</c:v>
                </c:pt>
                <c:pt idx="23322">
                  <c:v>65692</c:v>
                </c:pt>
                <c:pt idx="23323">
                  <c:v>65693</c:v>
                </c:pt>
                <c:pt idx="23324">
                  <c:v>65694</c:v>
                </c:pt>
                <c:pt idx="23325">
                  <c:v>65695</c:v>
                </c:pt>
                <c:pt idx="23326">
                  <c:v>65696</c:v>
                </c:pt>
                <c:pt idx="23327">
                  <c:v>65697</c:v>
                </c:pt>
                <c:pt idx="23328">
                  <c:v>65698</c:v>
                </c:pt>
                <c:pt idx="23329">
                  <c:v>65699</c:v>
                </c:pt>
                <c:pt idx="23330">
                  <c:v>65700</c:v>
                </c:pt>
                <c:pt idx="23331">
                  <c:v>65701</c:v>
                </c:pt>
                <c:pt idx="23332">
                  <c:v>65702</c:v>
                </c:pt>
                <c:pt idx="23333">
                  <c:v>65703</c:v>
                </c:pt>
                <c:pt idx="23334">
                  <c:v>65704</c:v>
                </c:pt>
                <c:pt idx="23335">
                  <c:v>65705</c:v>
                </c:pt>
                <c:pt idx="23336">
                  <c:v>65706</c:v>
                </c:pt>
                <c:pt idx="23337">
                  <c:v>65707</c:v>
                </c:pt>
                <c:pt idx="23338">
                  <c:v>65708</c:v>
                </c:pt>
                <c:pt idx="23339">
                  <c:v>65709</c:v>
                </c:pt>
                <c:pt idx="23340">
                  <c:v>65710</c:v>
                </c:pt>
                <c:pt idx="23341">
                  <c:v>65711</c:v>
                </c:pt>
                <c:pt idx="23342">
                  <c:v>65712</c:v>
                </c:pt>
                <c:pt idx="23343">
                  <c:v>65713</c:v>
                </c:pt>
                <c:pt idx="23344">
                  <c:v>65714</c:v>
                </c:pt>
                <c:pt idx="23345">
                  <c:v>65715</c:v>
                </c:pt>
                <c:pt idx="23346">
                  <c:v>65716</c:v>
                </c:pt>
                <c:pt idx="23347">
                  <c:v>65717</c:v>
                </c:pt>
                <c:pt idx="23348">
                  <c:v>65718</c:v>
                </c:pt>
                <c:pt idx="23349">
                  <c:v>65719</c:v>
                </c:pt>
                <c:pt idx="23350">
                  <c:v>65720</c:v>
                </c:pt>
                <c:pt idx="23351">
                  <c:v>65721</c:v>
                </c:pt>
                <c:pt idx="23352">
                  <c:v>65722</c:v>
                </c:pt>
                <c:pt idx="23353">
                  <c:v>65723</c:v>
                </c:pt>
                <c:pt idx="23354">
                  <c:v>65724</c:v>
                </c:pt>
                <c:pt idx="23355">
                  <c:v>65725</c:v>
                </c:pt>
                <c:pt idx="23356">
                  <c:v>65726</c:v>
                </c:pt>
                <c:pt idx="23357">
                  <c:v>65727</c:v>
                </c:pt>
                <c:pt idx="23358">
                  <c:v>65728</c:v>
                </c:pt>
                <c:pt idx="23359">
                  <c:v>65729</c:v>
                </c:pt>
                <c:pt idx="23360">
                  <c:v>65730</c:v>
                </c:pt>
                <c:pt idx="23361">
                  <c:v>65731</c:v>
                </c:pt>
                <c:pt idx="23362">
                  <c:v>65732</c:v>
                </c:pt>
                <c:pt idx="23363">
                  <c:v>65733</c:v>
                </c:pt>
                <c:pt idx="23364">
                  <c:v>65734</c:v>
                </c:pt>
                <c:pt idx="23365">
                  <c:v>65735</c:v>
                </c:pt>
                <c:pt idx="23366">
                  <c:v>65736</c:v>
                </c:pt>
                <c:pt idx="23367">
                  <c:v>65737</c:v>
                </c:pt>
                <c:pt idx="23368">
                  <c:v>65738</c:v>
                </c:pt>
                <c:pt idx="23369">
                  <c:v>65739</c:v>
                </c:pt>
                <c:pt idx="23370">
                  <c:v>65740</c:v>
                </c:pt>
                <c:pt idx="23371">
                  <c:v>65741</c:v>
                </c:pt>
                <c:pt idx="23372">
                  <c:v>65742</c:v>
                </c:pt>
                <c:pt idx="23373">
                  <c:v>65743</c:v>
                </c:pt>
                <c:pt idx="23374">
                  <c:v>65744</c:v>
                </c:pt>
                <c:pt idx="23375">
                  <c:v>65745</c:v>
                </c:pt>
                <c:pt idx="23376">
                  <c:v>65746</c:v>
                </c:pt>
                <c:pt idx="23377">
                  <c:v>65747</c:v>
                </c:pt>
                <c:pt idx="23378">
                  <c:v>65748</c:v>
                </c:pt>
                <c:pt idx="23379">
                  <c:v>65749</c:v>
                </c:pt>
                <c:pt idx="23380">
                  <c:v>65750</c:v>
                </c:pt>
                <c:pt idx="23381">
                  <c:v>65751</c:v>
                </c:pt>
                <c:pt idx="23382">
                  <c:v>65752</c:v>
                </c:pt>
                <c:pt idx="23383">
                  <c:v>65753</c:v>
                </c:pt>
                <c:pt idx="23384">
                  <c:v>65754</c:v>
                </c:pt>
                <c:pt idx="23385">
                  <c:v>65755</c:v>
                </c:pt>
                <c:pt idx="23386">
                  <c:v>65756</c:v>
                </c:pt>
                <c:pt idx="23387">
                  <c:v>65757</c:v>
                </c:pt>
                <c:pt idx="23388">
                  <c:v>65758</c:v>
                </c:pt>
                <c:pt idx="23389">
                  <c:v>65759</c:v>
                </c:pt>
                <c:pt idx="23390">
                  <c:v>65760</c:v>
                </c:pt>
                <c:pt idx="23391">
                  <c:v>65761</c:v>
                </c:pt>
                <c:pt idx="23392">
                  <c:v>65762</c:v>
                </c:pt>
                <c:pt idx="23393">
                  <c:v>65763</c:v>
                </c:pt>
                <c:pt idx="23394">
                  <c:v>65764</c:v>
                </c:pt>
                <c:pt idx="23395">
                  <c:v>65765</c:v>
                </c:pt>
                <c:pt idx="23396">
                  <c:v>65766</c:v>
                </c:pt>
                <c:pt idx="23397">
                  <c:v>65767</c:v>
                </c:pt>
                <c:pt idx="23398">
                  <c:v>65768</c:v>
                </c:pt>
                <c:pt idx="23399">
                  <c:v>65769</c:v>
                </c:pt>
                <c:pt idx="23400">
                  <c:v>65770</c:v>
                </c:pt>
                <c:pt idx="23401">
                  <c:v>65771</c:v>
                </c:pt>
                <c:pt idx="23402">
                  <c:v>65772</c:v>
                </c:pt>
                <c:pt idx="23403">
                  <c:v>65773</c:v>
                </c:pt>
                <c:pt idx="23404">
                  <c:v>65774</c:v>
                </c:pt>
                <c:pt idx="23405">
                  <c:v>65775</c:v>
                </c:pt>
                <c:pt idx="23406">
                  <c:v>65776</c:v>
                </c:pt>
                <c:pt idx="23407">
                  <c:v>65777</c:v>
                </c:pt>
                <c:pt idx="23408">
                  <c:v>65778</c:v>
                </c:pt>
                <c:pt idx="23409">
                  <c:v>65779</c:v>
                </c:pt>
                <c:pt idx="23410">
                  <c:v>65780</c:v>
                </c:pt>
                <c:pt idx="23411">
                  <c:v>65781</c:v>
                </c:pt>
                <c:pt idx="23412">
                  <c:v>65782</c:v>
                </c:pt>
                <c:pt idx="23413">
                  <c:v>65783</c:v>
                </c:pt>
                <c:pt idx="23414">
                  <c:v>65784</c:v>
                </c:pt>
                <c:pt idx="23415">
                  <c:v>65785</c:v>
                </c:pt>
                <c:pt idx="23416">
                  <c:v>65786</c:v>
                </c:pt>
                <c:pt idx="23417">
                  <c:v>65787</c:v>
                </c:pt>
                <c:pt idx="23418">
                  <c:v>65788</c:v>
                </c:pt>
                <c:pt idx="23419">
                  <c:v>65789</c:v>
                </c:pt>
                <c:pt idx="23420">
                  <c:v>65790</c:v>
                </c:pt>
                <c:pt idx="23421">
                  <c:v>65791</c:v>
                </c:pt>
                <c:pt idx="23422">
                  <c:v>65792</c:v>
                </c:pt>
                <c:pt idx="23423">
                  <c:v>65793</c:v>
                </c:pt>
                <c:pt idx="23424">
                  <c:v>65794</c:v>
                </c:pt>
                <c:pt idx="23425">
                  <c:v>65795</c:v>
                </c:pt>
                <c:pt idx="23426">
                  <c:v>65796</c:v>
                </c:pt>
                <c:pt idx="23427">
                  <c:v>65797</c:v>
                </c:pt>
                <c:pt idx="23428">
                  <c:v>65798</c:v>
                </c:pt>
                <c:pt idx="23429">
                  <c:v>65799</c:v>
                </c:pt>
                <c:pt idx="23430">
                  <c:v>65800</c:v>
                </c:pt>
                <c:pt idx="23431">
                  <c:v>65801</c:v>
                </c:pt>
                <c:pt idx="23432">
                  <c:v>65802</c:v>
                </c:pt>
                <c:pt idx="23433">
                  <c:v>65803</c:v>
                </c:pt>
                <c:pt idx="23434">
                  <c:v>65804</c:v>
                </c:pt>
                <c:pt idx="23435">
                  <c:v>65805</c:v>
                </c:pt>
                <c:pt idx="23436">
                  <c:v>65806</c:v>
                </c:pt>
                <c:pt idx="23437">
                  <c:v>65807</c:v>
                </c:pt>
                <c:pt idx="23438">
                  <c:v>65808</c:v>
                </c:pt>
                <c:pt idx="23439">
                  <c:v>65809</c:v>
                </c:pt>
                <c:pt idx="23440">
                  <c:v>65810</c:v>
                </c:pt>
                <c:pt idx="23441">
                  <c:v>65811</c:v>
                </c:pt>
                <c:pt idx="23442">
                  <c:v>65812</c:v>
                </c:pt>
                <c:pt idx="23443">
                  <c:v>65813</c:v>
                </c:pt>
                <c:pt idx="23444">
                  <c:v>65814</c:v>
                </c:pt>
                <c:pt idx="23445">
                  <c:v>65815</c:v>
                </c:pt>
                <c:pt idx="23446">
                  <c:v>65816</c:v>
                </c:pt>
                <c:pt idx="23447">
                  <c:v>65817</c:v>
                </c:pt>
                <c:pt idx="23448">
                  <c:v>65818</c:v>
                </c:pt>
                <c:pt idx="23449">
                  <c:v>65819</c:v>
                </c:pt>
                <c:pt idx="23450">
                  <c:v>65820</c:v>
                </c:pt>
                <c:pt idx="23451">
                  <c:v>65821</c:v>
                </c:pt>
                <c:pt idx="23452">
                  <c:v>65822</c:v>
                </c:pt>
                <c:pt idx="23453">
                  <c:v>65823</c:v>
                </c:pt>
                <c:pt idx="23454">
                  <c:v>65824</c:v>
                </c:pt>
                <c:pt idx="23455">
                  <c:v>65825</c:v>
                </c:pt>
                <c:pt idx="23456">
                  <c:v>65826</c:v>
                </c:pt>
                <c:pt idx="23457">
                  <c:v>65827</c:v>
                </c:pt>
                <c:pt idx="23458">
                  <c:v>65828</c:v>
                </c:pt>
                <c:pt idx="23459">
                  <c:v>65829</c:v>
                </c:pt>
                <c:pt idx="23460">
                  <c:v>65830</c:v>
                </c:pt>
                <c:pt idx="23461">
                  <c:v>65831</c:v>
                </c:pt>
                <c:pt idx="23462">
                  <c:v>65832</c:v>
                </c:pt>
                <c:pt idx="23463">
                  <c:v>65833</c:v>
                </c:pt>
                <c:pt idx="23464">
                  <c:v>65834</c:v>
                </c:pt>
                <c:pt idx="23465">
                  <c:v>65835</c:v>
                </c:pt>
                <c:pt idx="23466">
                  <c:v>65836</c:v>
                </c:pt>
                <c:pt idx="23467">
                  <c:v>65837</c:v>
                </c:pt>
                <c:pt idx="23468">
                  <c:v>65838</c:v>
                </c:pt>
                <c:pt idx="23469">
                  <c:v>65839</c:v>
                </c:pt>
                <c:pt idx="23470">
                  <c:v>65840</c:v>
                </c:pt>
                <c:pt idx="23471">
                  <c:v>65841</c:v>
                </c:pt>
                <c:pt idx="23472">
                  <c:v>65842</c:v>
                </c:pt>
                <c:pt idx="23473">
                  <c:v>65843</c:v>
                </c:pt>
                <c:pt idx="23474">
                  <c:v>65844</c:v>
                </c:pt>
                <c:pt idx="23475">
                  <c:v>65845</c:v>
                </c:pt>
                <c:pt idx="23476">
                  <c:v>65846</c:v>
                </c:pt>
                <c:pt idx="23477">
                  <c:v>65847</c:v>
                </c:pt>
                <c:pt idx="23478">
                  <c:v>65848</c:v>
                </c:pt>
                <c:pt idx="23479">
                  <c:v>65849</c:v>
                </c:pt>
                <c:pt idx="23480">
                  <c:v>65850</c:v>
                </c:pt>
                <c:pt idx="23481">
                  <c:v>65851</c:v>
                </c:pt>
                <c:pt idx="23482">
                  <c:v>65852</c:v>
                </c:pt>
                <c:pt idx="23483">
                  <c:v>65853</c:v>
                </c:pt>
                <c:pt idx="23484">
                  <c:v>65854</c:v>
                </c:pt>
                <c:pt idx="23485">
                  <c:v>65855</c:v>
                </c:pt>
                <c:pt idx="23486">
                  <c:v>65856</c:v>
                </c:pt>
                <c:pt idx="23487">
                  <c:v>65857</c:v>
                </c:pt>
                <c:pt idx="23488">
                  <c:v>65858</c:v>
                </c:pt>
                <c:pt idx="23489">
                  <c:v>65859</c:v>
                </c:pt>
                <c:pt idx="23490">
                  <c:v>65860</c:v>
                </c:pt>
                <c:pt idx="23491">
                  <c:v>65861</c:v>
                </c:pt>
                <c:pt idx="23492">
                  <c:v>65862</c:v>
                </c:pt>
                <c:pt idx="23493">
                  <c:v>65863</c:v>
                </c:pt>
                <c:pt idx="23494">
                  <c:v>65864</c:v>
                </c:pt>
                <c:pt idx="23495">
                  <c:v>65865</c:v>
                </c:pt>
                <c:pt idx="23496">
                  <c:v>65866</c:v>
                </c:pt>
                <c:pt idx="23497">
                  <c:v>65867</c:v>
                </c:pt>
                <c:pt idx="23498">
                  <c:v>65868</c:v>
                </c:pt>
                <c:pt idx="23499">
                  <c:v>65869</c:v>
                </c:pt>
                <c:pt idx="23500">
                  <c:v>65870</c:v>
                </c:pt>
                <c:pt idx="23501">
                  <c:v>65871</c:v>
                </c:pt>
                <c:pt idx="23502">
                  <c:v>65872</c:v>
                </c:pt>
                <c:pt idx="23503">
                  <c:v>65873</c:v>
                </c:pt>
                <c:pt idx="23504">
                  <c:v>65874</c:v>
                </c:pt>
                <c:pt idx="23505">
                  <c:v>65875</c:v>
                </c:pt>
                <c:pt idx="23506">
                  <c:v>65876</c:v>
                </c:pt>
                <c:pt idx="23507">
                  <c:v>65877</c:v>
                </c:pt>
                <c:pt idx="23508">
                  <c:v>65878</c:v>
                </c:pt>
                <c:pt idx="23509">
                  <c:v>65879</c:v>
                </c:pt>
                <c:pt idx="23510">
                  <c:v>65880</c:v>
                </c:pt>
                <c:pt idx="23511">
                  <c:v>65881</c:v>
                </c:pt>
                <c:pt idx="23512">
                  <c:v>65882</c:v>
                </c:pt>
                <c:pt idx="23513">
                  <c:v>65883</c:v>
                </c:pt>
                <c:pt idx="23514">
                  <c:v>65884</c:v>
                </c:pt>
                <c:pt idx="23515">
                  <c:v>65885</c:v>
                </c:pt>
                <c:pt idx="23516">
                  <c:v>65886</c:v>
                </c:pt>
                <c:pt idx="23517">
                  <c:v>65887</c:v>
                </c:pt>
                <c:pt idx="23518">
                  <c:v>65888</c:v>
                </c:pt>
                <c:pt idx="23519">
                  <c:v>65889</c:v>
                </c:pt>
                <c:pt idx="23520">
                  <c:v>65890</c:v>
                </c:pt>
                <c:pt idx="23521">
                  <c:v>65891</c:v>
                </c:pt>
                <c:pt idx="23522">
                  <c:v>65892</c:v>
                </c:pt>
                <c:pt idx="23523">
                  <c:v>65893</c:v>
                </c:pt>
                <c:pt idx="23524">
                  <c:v>65894</c:v>
                </c:pt>
                <c:pt idx="23525">
                  <c:v>65895</c:v>
                </c:pt>
                <c:pt idx="23526">
                  <c:v>65896</c:v>
                </c:pt>
                <c:pt idx="23527">
                  <c:v>65897</c:v>
                </c:pt>
                <c:pt idx="23528">
                  <c:v>65898</c:v>
                </c:pt>
                <c:pt idx="23529">
                  <c:v>65899</c:v>
                </c:pt>
                <c:pt idx="23530">
                  <c:v>65900</c:v>
                </c:pt>
                <c:pt idx="23531">
                  <c:v>65901</c:v>
                </c:pt>
                <c:pt idx="23532">
                  <c:v>65902</c:v>
                </c:pt>
                <c:pt idx="23533">
                  <c:v>65903</c:v>
                </c:pt>
                <c:pt idx="23534">
                  <c:v>65904</c:v>
                </c:pt>
                <c:pt idx="23535">
                  <c:v>65905</c:v>
                </c:pt>
                <c:pt idx="23536">
                  <c:v>65906</c:v>
                </c:pt>
                <c:pt idx="23537">
                  <c:v>65907</c:v>
                </c:pt>
                <c:pt idx="23538">
                  <c:v>65908</c:v>
                </c:pt>
                <c:pt idx="23539">
                  <c:v>65909</c:v>
                </c:pt>
                <c:pt idx="23540">
                  <c:v>65910</c:v>
                </c:pt>
                <c:pt idx="23541">
                  <c:v>65911</c:v>
                </c:pt>
                <c:pt idx="23542">
                  <c:v>65912</c:v>
                </c:pt>
                <c:pt idx="23543">
                  <c:v>65913</c:v>
                </c:pt>
                <c:pt idx="23544">
                  <c:v>65914</c:v>
                </c:pt>
                <c:pt idx="23545">
                  <c:v>65915</c:v>
                </c:pt>
                <c:pt idx="23546">
                  <c:v>65916</c:v>
                </c:pt>
                <c:pt idx="23547">
                  <c:v>65917</c:v>
                </c:pt>
                <c:pt idx="23548">
                  <c:v>65918</c:v>
                </c:pt>
                <c:pt idx="23549">
                  <c:v>65919</c:v>
                </c:pt>
                <c:pt idx="23550">
                  <c:v>65920</c:v>
                </c:pt>
                <c:pt idx="23551">
                  <c:v>65921</c:v>
                </c:pt>
                <c:pt idx="23552">
                  <c:v>65922</c:v>
                </c:pt>
                <c:pt idx="23553">
                  <c:v>65923</c:v>
                </c:pt>
                <c:pt idx="23554">
                  <c:v>65924</c:v>
                </c:pt>
                <c:pt idx="23555">
                  <c:v>65925</c:v>
                </c:pt>
                <c:pt idx="23556">
                  <c:v>65926</c:v>
                </c:pt>
                <c:pt idx="23557">
                  <c:v>65927</c:v>
                </c:pt>
                <c:pt idx="23558">
                  <c:v>65928</c:v>
                </c:pt>
                <c:pt idx="23559">
                  <c:v>65929</c:v>
                </c:pt>
                <c:pt idx="23560">
                  <c:v>65930</c:v>
                </c:pt>
                <c:pt idx="23561">
                  <c:v>65931</c:v>
                </c:pt>
                <c:pt idx="23562">
                  <c:v>65932</c:v>
                </c:pt>
                <c:pt idx="23563">
                  <c:v>65933</c:v>
                </c:pt>
                <c:pt idx="23564">
                  <c:v>65934</c:v>
                </c:pt>
                <c:pt idx="23565">
                  <c:v>65935</c:v>
                </c:pt>
                <c:pt idx="23566">
                  <c:v>65936</c:v>
                </c:pt>
                <c:pt idx="23567">
                  <c:v>65937</c:v>
                </c:pt>
                <c:pt idx="23568">
                  <c:v>65938</c:v>
                </c:pt>
                <c:pt idx="23569">
                  <c:v>65939</c:v>
                </c:pt>
                <c:pt idx="23570">
                  <c:v>65940</c:v>
                </c:pt>
                <c:pt idx="23571">
                  <c:v>65941</c:v>
                </c:pt>
                <c:pt idx="23572">
                  <c:v>65942</c:v>
                </c:pt>
                <c:pt idx="23573">
                  <c:v>65943</c:v>
                </c:pt>
                <c:pt idx="23574">
                  <c:v>65944</c:v>
                </c:pt>
                <c:pt idx="23575">
                  <c:v>65945</c:v>
                </c:pt>
                <c:pt idx="23576">
                  <c:v>65946</c:v>
                </c:pt>
                <c:pt idx="23577">
                  <c:v>65947</c:v>
                </c:pt>
                <c:pt idx="23578">
                  <c:v>65948</c:v>
                </c:pt>
                <c:pt idx="23579">
                  <c:v>65949</c:v>
                </c:pt>
                <c:pt idx="23580">
                  <c:v>65950</c:v>
                </c:pt>
                <c:pt idx="23581">
                  <c:v>65951</c:v>
                </c:pt>
                <c:pt idx="23582">
                  <c:v>65952</c:v>
                </c:pt>
                <c:pt idx="23583">
                  <c:v>65953</c:v>
                </c:pt>
                <c:pt idx="23584">
                  <c:v>65954</c:v>
                </c:pt>
                <c:pt idx="23585">
                  <c:v>65955</c:v>
                </c:pt>
                <c:pt idx="23586">
                  <c:v>65956</c:v>
                </c:pt>
                <c:pt idx="23587">
                  <c:v>65957</c:v>
                </c:pt>
                <c:pt idx="23588">
                  <c:v>65958</c:v>
                </c:pt>
                <c:pt idx="23589">
                  <c:v>65959</c:v>
                </c:pt>
                <c:pt idx="23590">
                  <c:v>65960</c:v>
                </c:pt>
                <c:pt idx="23591">
                  <c:v>65961</c:v>
                </c:pt>
                <c:pt idx="23592">
                  <c:v>65962</c:v>
                </c:pt>
                <c:pt idx="23593">
                  <c:v>65963</c:v>
                </c:pt>
                <c:pt idx="23594">
                  <c:v>65964</c:v>
                </c:pt>
                <c:pt idx="23595">
                  <c:v>65965</c:v>
                </c:pt>
                <c:pt idx="23596">
                  <c:v>65966</c:v>
                </c:pt>
                <c:pt idx="23597">
                  <c:v>65967</c:v>
                </c:pt>
                <c:pt idx="23598">
                  <c:v>65968</c:v>
                </c:pt>
                <c:pt idx="23599">
                  <c:v>65969</c:v>
                </c:pt>
                <c:pt idx="23600">
                  <c:v>65970</c:v>
                </c:pt>
                <c:pt idx="23601">
                  <c:v>65971</c:v>
                </c:pt>
                <c:pt idx="23602">
                  <c:v>65972</c:v>
                </c:pt>
                <c:pt idx="23603">
                  <c:v>65973</c:v>
                </c:pt>
                <c:pt idx="23604">
                  <c:v>65974</c:v>
                </c:pt>
                <c:pt idx="23605">
                  <c:v>65975</c:v>
                </c:pt>
                <c:pt idx="23606">
                  <c:v>65976</c:v>
                </c:pt>
                <c:pt idx="23607">
                  <c:v>65977</c:v>
                </c:pt>
                <c:pt idx="23608">
                  <c:v>65978</c:v>
                </c:pt>
                <c:pt idx="23609">
                  <c:v>65979</c:v>
                </c:pt>
                <c:pt idx="23610">
                  <c:v>65980</c:v>
                </c:pt>
                <c:pt idx="23611">
                  <c:v>65981</c:v>
                </c:pt>
                <c:pt idx="23612">
                  <c:v>65982</c:v>
                </c:pt>
                <c:pt idx="23613">
                  <c:v>65983</c:v>
                </c:pt>
                <c:pt idx="23614">
                  <c:v>65984</c:v>
                </c:pt>
                <c:pt idx="23615">
                  <c:v>65985</c:v>
                </c:pt>
                <c:pt idx="23616">
                  <c:v>65986</c:v>
                </c:pt>
                <c:pt idx="23617">
                  <c:v>65987</c:v>
                </c:pt>
                <c:pt idx="23618">
                  <c:v>65988</c:v>
                </c:pt>
                <c:pt idx="23619">
                  <c:v>65989</c:v>
                </c:pt>
                <c:pt idx="23620">
                  <c:v>65990</c:v>
                </c:pt>
                <c:pt idx="23621">
                  <c:v>65991</c:v>
                </c:pt>
                <c:pt idx="23622">
                  <c:v>65992</c:v>
                </c:pt>
                <c:pt idx="23623">
                  <c:v>65993</c:v>
                </c:pt>
                <c:pt idx="23624">
                  <c:v>65994</c:v>
                </c:pt>
                <c:pt idx="23625">
                  <c:v>65995</c:v>
                </c:pt>
                <c:pt idx="23626">
                  <c:v>65996</c:v>
                </c:pt>
                <c:pt idx="23627">
                  <c:v>65997</c:v>
                </c:pt>
                <c:pt idx="23628">
                  <c:v>65998</c:v>
                </c:pt>
                <c:pt idx="23629">
                  <c:v>65999</c:v>
                </c:pt>
                <c:pt idx="23630">
                  <c:v>66000</c:v>
                </c:pt>
                <c:pt idx="23631">
                  <c:v>66001</c:v>
                </c:pt>
                <c:pt idx="23632">
                  <c:v>66002</c:v>
                </c:pt>
                <c:pt idx="23633">
                  <c:v>66003</c:v>
                </c:pt>
                <c:pt idx="23634">
                  <c:v>66004</c:v>
                </c:pt>
                <c:pt idx="23635">
                  <c:v>66005</c:v>
                </c:pt>
                <c:pt idx="23636">
                  <c:v>66006</c:v>
                </c:pt>
                <c:pt idx="23637">
                  <c:v>66007</c:v>
                </c:pt>
                <c:pt idx="23638">
                  <c:v>66008</c:v>
                </c:pt>
                <c:pt idx="23639">
                  <c:v>66009</c:v>
                </c:pt>
                <c:pt idx="23640">
                  <c:v>66010</c:v>
                </c:pt>
                <c:pt idx="23641">
                  <c:v>66011</c:v>
                </c:pt>
                <c:pt idx="23642">
                  <c:v>66012</c:v>
                </c:pt>
                <c:pt idx="23643">
                  <c:v>66013</c:v>
                </c:pt>
                <c:pt idx="23644">
                  <c:v>66014</c:v>
                </c:pt>
                <c:pt idx="23645">
                  <c:v>66015</c:v>
                </c:pt>
                <c:pt idx="23646">
                  <c:v>66016</c:v>
                </c:pt>
                <c:pt idx="23647">
                  <c:v>66017</c:v>
                </c:pt>
                <c:pt idx="23648">
                  <c:v>66018</c:v>
                </c:pt>
                <c:pt idx="23649">
                  <c:v>66019</c:v>
                </c:pt>
                <c:pt idx="23650">
                  <c:v>66020</c:v>
                </c:pt>
                <c:pt idx="23651">
                  <c:v>66021</c:v>
                </c:pt>
                <c:pt idx="23652">
                  <c:v>66022</c:v>
                </c:pt>
                <c:pt idx="23653">
                  <c:v>66023</c:v>
                </c:pt>
                <c:pt idx="23654">
                  <c:v>66024</c:v>
                </c:pt>
                <c:pt idx="23655">
                  <c:v>66025</c:v>
                </c:pt>
                <c:pt idx="23656">
                  <c:v>66026</c:v>
                </c:pt>
                <c:pt idx="23657">
                  <c:v>66027</c:v>
                </c:pt>
                <c:pt idx="23658">
                  <c:v>66028</c:v>
                </c:pt>
                <c:pt idx="23659">
                  <c:v>66029</c:v>
                </c:pt>
                <c:pt idx="23660">
                  <c:v>66030</c:v>
                </c:pt>
                <c:pt idx="23661">
                  <c:v>66031</c:v>
                </c:pt>
                <c:pt idx="23662">
                  <c:v>66032</c:v>
                </c:pt>
                <c:pt idx="23663">
                  <c:v>66033</c:v>
                </c:pt>
                <c:pt idx="23664">
                  <c:v>66034</c:v>
                </c:pt>
                <c:pt idx="23665">
                  <c:v>66035</c:v>
                </c:pt>
                <c:pt idx="23666">
                  <c:v>66036</c:v>
                </c:pt>
                <c:pt idx="23667">
                  <c:v>66037</c:v>
                </c:pt>
                <c:pt idx="23668">
                  <c:v>66038</c:v>
                </c:pt>
                <c:pt idx="23669">
                  <c:v>66039</c:v>
                </c:pt>
                <c:pt idx="23670">
                  <c:v>66040</c:v>
                </c:pt>
                <c:pt idx="23671">
                  <c:v>66041</c:v>
                </c:pt>
                <c:pt idx="23672">
                  <c:v>66042</c:v>
                </c:pt>
                <c:pt idx="23673">
                  <c:v>66043</c:v>
                </c:pt>
                <c:pt idx="23674">
                  <c:v>66044</c:v>
                </c:pt>
                <c:pt idx="23675">
                  <c:v>66045</c:v>
                </c:pt>
                <c:pt idx="23676">
                  <c:v>66046</c:v>
                </c:pt>
                <c:pt idx="23677">
                  <c:v>66047</c:v>
                </c:pt>
                <c:pt idx="23678">
                  <c:v>66048</c:v>
                </c:pt>
                <c:pt idx="23679">
                  <c:v>66049</c:v>
                </c:pt>
                <c:pt idx="23680">
                  <c:v>66050</c:v>
                </c:pt>
                <c:pt idx="23681">
                  <c:v>66051</c:v>
                </c:pt>
                <c:pt idx="23682">
                  <c:v>66052</c:v>
                </c:pt>
                <c:pt idx="23683">
                  <c:v>66053</c:v>
                </c:pt>
                <c:pt idx="23684">
                  <c:v>66054</c:v>
                </c:pt>
                <c:pt idx="23685">
                  <c:v>66055</c:v>
                </c:pt>
                <c:pt idx="23686">
                  <c:v>66056</c:v>
                </c:pt>
                <c:pt idx="23687">
                  <c:v>66057</c:v>
                </c:pt>
                <c:pt idx="23688">
                  <c:v>66058</c:v>
                </c:pt>
                <c:pt idx="23689">
                  <c:v>66059</c:v>
                </c:pt>
                <c:pt idx="23690">
                  <c:v>66060</c:v>
                </c:pt>
                <c:pt idx="23691">
                  <c:v>66061</c:v>
                </c:pt>
                <c:pt idx="23692">
                  <c:v>66062</c:v>
                </c:pt>
                <c:pt idx="23693">
                  <c:v>66063</c:v>
                </c:pt>
                <c:pt idx="23694">
                  <c:v>66064</c:v>
                </c:pt>
                <c:pt idx="23695">
                  <c:v>66065</c:v>
                </c:pt>
                <c:pt idx="23696">
                  <c:v>66066</c:v>
                </c:pt>
                <c:pt idx="23697">
                  <c:v>66067</c:v>
                </c:pt>
                <c:pt idx="23698">
                  <c:v>66068</c:v>
                </c:pt>
                <c:pt idx="23699">
                  <c:v>66069</c:v>
                </c:pt>
                <c:pt idx="23700">
                  <c:v>66070</c:v>
                </c:pt>
                <c:pt idx="23701">
                  <c:v>66071</c:v>
                </c:pt>
                <c:pt idx="23702">
                  <c:v>66072</c:v>
                </c:pt>
                <c:pt idx="23703">
                  <c:v>66073</c:v>
                </c:pt>
                <c:pt idx="23704">
                  <c:v>66074</c:v>
                </c:pt>
                <c:pt idx="23705">
                  <c:v>66075</c:v>
                </c:pt>
                <c:pt idx="23706">
                  <c:v>66076</c:v>
                </c:pt>
                <c:pt idx="23707">
                  <c:v>66077</c:v>
                </c:pt>
                <c:pt idx="23708">
                  <c:v>66078</c:v>
                </c:pt>
                <c:pt idx="23709">
                  <c:v>66079</c:v>
                </c:pt>
                <c:pt idx="23710">
                  <c:v>66080</c:v>
                </c:pt>
                <c:pt idx="23711">
                  <c:v>66081</c:v>
                </c:pt>
                <c:pt idx="23712">
                  <c:v>66082</c:v>
                </c:pt>
                <c:pt idx="23713">
                  <c:v>66083</c:v>
                </c:pt>
                <c:pt idx="23714">
                  <c:v>66084</c:v>
                </c:pt>
                <c:pt idx="23715">
                  <c:v>66085</c:v>
                </c:pt>
                <c:pt idx="23716">
                  <c:v>66086</c:v>
                </c:pt>
                <c:pt idx="23717">
                  <c:v>66087</c:v>
                </c:pt>
                <c:pt idx="23718">
                  <c:v>66088</c:v>
                </c:pt>
                <c:pt idx="23719">
                  <c:v>66089</c:v>
                </c:pt>
                <c:pt idx="23720">
                  <c:v>66090</c:v>
                </c:pt>
                <c:pt idx="23721">
                  <c:v>66091</c:v>
                </c:pt>
                <c:pt idx="23722">
                  <c:v>66092</c:v>
                </c:pt>
                <c:pt idx="23723">
                  <c:v>66093</c:v>
                </c:pt>
                <c:pt idx="23724">
                  <c:v>66094</c:v>
                </c:pt>
                <c:pt idx="23725">
                  <c:v>66095</c:v>
                </c:pt>
                <c:pt idx="23726">
                  <c:v>66096</c:v>
                </c:pt>
                <c:pt idx="23727">
                  <c:v>66097</c:v>
                </c:pt>
                <c:pt idx="23728">
                  <c:v>66098</c:v>
                </c:pt>
                <c:pt idx="23729">
                  <c:v>66099</c:v>
                </c:pt>
                <c:pt idx="23730">
                  <c:v>66100</c:v>
                </c:pt>
                <c:pt idx="23731">
                  <c:v>66101</c:v>
                </c:pt>
                <c:pt idx="23732">
                  <c:v>66102</c:v>
                </c:pt>
                <c:pt idx="23733">
                  <c:v>66103</c:v>
                </c:pt>
                <c:pt idx="23734">
                  <c:v>66104</c:v>
                </c:pt>
                <c:pt idx="23735">
                  <c:v>66105</c:v>
                </c:pt>
                <c:pt idx="23736">
                  <c:v>66106</c:v>
                </c:pt>
                <c:pt idx="23737">
                  <c:v>66107</c:v>
                </c:pt>
                <c:pt idx="23738">
                  <c:v>66108</c:v>
                </c:pt>
                <c:pt idx="23739">
                  <c:v>66109</c:v>
                </c:pt>
                <c:pt idx="23740">
                  <c:v>66110</c:v>
                </c:pt>
                <c:pt idx="23741">
                  <c:v>66111</c:v>
                </c:pt>
                <c:pt idx="23742">
                  <c:v>66112</c:v>
                </c:pt>
                <c:pt idx="23743">
                  <c:v>66113</c:v>
                </c:pt>
                <c:pt idx="23744">
                  <c:v>66114</c:v>
                </c:pt>
                <c:pt idx="23745">
                  <c:v>66115</c:v>
                </c:pt>
                <c:pt idx="23746">
                  <c:v>66116</c:v>
                </c:pt>
                <c:pt idx="23747">
                  <c:v>66117</c:v>
                </c:pt>
                <c:pt idx="23748">
                  <c:v>66118</c:v>
                </c:pt>
                <c:pt idx="23749">
                  <c:v>66119</c:v>
                </c:pt>
                <c:pt idx="23750">
                  <c:v>66120</c:v>
                </c:pt>
                <c:pt idx="23751">
                  <c:v>66121</c:v>
                </c:pt>
                <c:pt idx="23752">
                  <c:v>66122</c:v>
                </c:pt>
                <c:pt idx="23753">
                  <c:v>66123</c:v>
                </c:pt>
                <c:pt idx="23754">
                  <c:v>66124</c:v>
                </c:pt>
                <c:pt idx="23755">
                  <c:v>66125</c:v>
                </c:pt>
                <c:pt idx="23756">
                  <c:v>66126</c:v>
                </c:pt>
                <c:pt idx="23757">
                  <c:v>66127</c:v>
                </c:pt>
                <c:pt idx="23758">
                  <c:v>66128</c:v>
                </c:pt>
                <c:pt idx="23759">
                  <c:v>66129</c:v>
                </c:pt>
                <c:pt idx="23760">
                  <c:v>66130</c:v>
                </c:pt>
                <c:pt idx="23761">
                  <c:v>66131</c:v>
                </c:pt>
                <c:pt idx="23762">
                  <c:v>66132</c:v>
                </c:pt>
                <c:pt idx="23763">
                  <c:v>66133</c:v>
                </c:pt>
                <c:pt idx="23764">
                  <c:v>66134</c:v>
                </c:pt>
                <c:pt idx="23765">
                  <c:v>66135</c:v>
                </c:pt>
                <c:pt idx="23766">
                  <c:v>66136</c:v>
                </c:pt>
                <c:pt idx="23767">
                  <c:v>66137</c:v>
                </c:pt>
                <c:pt idx="23768">
                  <c:v>66138</c:v>
                </c:pt>
                <c:pt idx="23769">
                  <c:v>66139</c:v>
                </c:pt>
                <c:pt idx="23770">
                  <c:v>66140</c:v>
                </c:pt>
                <c:pt idx="23771">
                  <c:v>66141</c:v>
                </c:pt>
                <c:pt idx="23772">
                  <c:v>66142</c:v>
                </c:pt>
                <c:pt idx="23773">
                  <c:v>66143</c:v>
                </c:pt>
                <c:pt idx="23774">
                  <c:v>66144</c:v>
                </c:pt>
                <c:pt idx="23775">
                  <c:v>66145</c:v>
                </c:pt>
                <c:pt idx="23776">
                  <c:v>66146</c:v>
                </c:pt>
                <c:pt idx="23777">
                  <c:v>66147</c:v>
                </c:pt>
                <c:pt idx="23778">
                  <c:v>66148</c:v>
                </c:pt>
                <c:pt idx="23779">
                  <c:v>66149</c:v>
                </c:pt>
                <c:pt idx="23780">
                  <c:v>66150</c:v>
                </c:pt>
                <c:pt idx="23781">
                  <c:v>66151</c:v>
                </c:pt>
                <c:pt idx="23782">
                  <c:v>66152</c:v>
                </c:pt>
                <c:pt idx="23783">
                  <c:v>66153</c:v>
                </c:pt>
                <c:pt idx="23784">
                  <c:v>66154</c:v>
                </c:pt>
                <c:pt idx="23785">
                  <c:v>66155</c:v>
                </c:pt>
                <c:pt idx="23786">
                  <c:v>66156</c:v>
                </c:pt>
                <c:pt idx="23787">
                  <c:v>66157</c:v>
                </c:pt>
                <c:pt idx="23788">
                  <c:v>66158</c:v>
                </c:pt>
                <c:pt idx="23789">
                  <c:v>66159</c:v>
                </c:pt>
                <c:pt idx="23790">
                  <c:v>66160</c:v>
                </c:pt>
                <c:pt idx="23791">
                  <c:v>66161</c:v>
                </c:pt>
                <c:pt idx="23792">
                  <c:v>66162</c:v>
                </c:pt>
                <c:pt idx="23793">
                  <c:v>66163</c:v>
                </c:pt>
                <c:pt idx="23794">
                  <c:v>66164</c:v>
                </c:pt>
                <c:pt idx="23795">
                  <c:v>66165</c:v>
                </c:pt>
                <c:pt idx="23796">
                  <c:v>66166</c:v>
                </c:pt>
                <c:pt idx="23797">
                  <c:v>66167</c:v>
                </c:pt>
                <c:pt idx="23798">
                  <c:v>66168</c:v>
                </c:pt>
                <c:pt idx="23799">
                  <c:v>66169</c:v>
                </c:pt>
                <c:pt idx="23800">
                  <c:v>66170</c:v>
                </c:pt>
                <c:pt idx="23801">
                  <c:v>66171</c:v>
                </c:pt>
                <c:pt idx="23802">
                  <c:v>66172</c:v>
                </c:pt>
                <c:pt idx="23803">
                  <c:v>66173</c:v>
                </c:pt>
                <c:pt idx="23804">
                  <c:v>66174</c:v>
                </c:pt>
                <c:pt idx="23805">
                  <c:v>66175</c:v>
                </c:pt>
                <c:pt idx="23806">
                  <c:v>66176</c:v>
                </c:pt>
                <c:pt idx="23807">
                  <c:v>66177</c:v>
                </c:pt>
                <c:pt idx="23808">
                  <c:v>66178</c:v>
                </c:pt>
                <c:pt idx="23809">
                  <c:v>66179</c:v>
                </c:pt>
                <c:pt idx="23810">
                  <c:v>66180</c:v>
                </c:pt>
                <c:pt idx="23811">
                  <c:v>66181</c:v>
                </c:pt>
                <c:pt idx="23812">
                  <c:v>66182</c:v>
                </c:pt>
                <c:pt idx="23813">
                  <c:v>66183</c:v>
                </c:pt>
                <c:pt idx="23814">
                  <c:v>66184</c:v>
                </c:pt>
                <c:pt idx="23815">
                  <c:v>66185</c:v>
                </c:pt>
                <c:pt idx="23816">
                  <c:v>66186</c:v>
                </c:pt>
                <c:pt idx="23817">
                  <c:v>66187</c:v>
                </c:pt>
                <c:pt idx="23818">
                  <c:v>66188</c:v>
                </c:pt>
                <c:pt idx="23819">
                  <c:v>66189</c:v>
                </c:pt>
                <c:pt idx="23820">
                  <c:v>66190</c:v>
                </c:pt>
                <c:pt idx="23821">
                  <c:v>66191</c:v>
                </c:pt>
                <c:pt idx="23822">
                  <c:v>66192</c:v>
                </c:pt>
                <c:pt idx="23823">
                  <c:v>66193</c:v>
                </c:pt>
                <c:pt idx="23824">
                  <c:v>66194</c:v>
                </c:pt>
                <c:pt idx="23825">
                  <c:v>66195</c:v>
                </c:pt>
                <c:pt idx="23826">
                  <c:v>66196</c:v>
                </c:pt>
                <c:pt idx="23827">
                  <c:v>66197</c:v>
                </c:pt>
                <c:pt idx="23828">
                  <c:v>66198</c:v>
                </c:pt>
                <c:pt idx="23829">
                  <c:v>66199</c:v>
                </c:pt>
                <c:pt idx="23830">
                  <c:v>66200</c:v>
                </c:pt>
                <c:pt idx="23831">
                  <c:v>66201</c:v>
                </c:pt>
                <c:pt idx="23832">
                  <c:v>66202</c:v>
                </c:pt>
                <c:pt idx="23833">
                  <c:v>66203</c:v>
                </c:pt>
                <c:pt idx="23834">
                  <c:v>66204</c:v>
                </c:pt>
                <c:pt idx="23835">
                  <c:v>66205</c:v>
                </c:pt>
                <c:pt idx="23836">
                  <c:v>66206</c:v>
                </c:pt>
                <c:pt idx="23837">
                  <c:v>66207</c:v>
                </c:pt>
                <c:pt idx="23838">
                  <c:v>66208</c:v>
                </c:pt>
                <c:pt idx="23839">
                  <c:v>66209</c:v>
                </c:pt>
                <c:pt idx="23840">
                  <c:v>66210</c:v>
                </c:pt>
                <c:pt idx="23841">
                  <c:v>66211</c:v>
                </c:pt>
                <c:pt idx="23842">
                  <c:v>66212</c:v>
                </c:pt>
                <c:pt idx="23843">
                  <c:v>66213</c:v>
                </c:pt>
                <c:pt idx="23844">
                  <c:v>66214</c:v>
                </c:pt>
                <c:pt idx="23845">
                  <c:v>66215</c:v>
                </c:pt>
                <c:pt idx="23846">
                  <c:v>66216</c:v>
                </c:pt>
                <c:pt idx="23847">
                  <c:v>66217</c:v>
                </c:pt>
                <c:pt idx="23848">
                  <c:v>66218</c:v>
                </c:pt>
                <c:pt idx="23849">
                  <c:v>66219</c:v>
                </c:pt>
                <c:pt idx="23850">
                  <c:v>66220</c:v>
                </c:pt>
                <c:pt idx="23851">
                  <c:v>66221</c:v>
                </c:pt>
                <c:pt idx="23852">
                  <c:v>66222</c:v>
                </c:pt>
                <c:pt idx="23853">
                  <c:v>66223</c:v>
                </c:pt>
                <c:pt idx="23854">
                  <c:v>66224</c:v>
                </c:pt>
                <c:pt idx="23855">
                  <c:v>66225</c:v>
                </c:pt>
                <c:pt idx="23856">
                  <c:v>66226</c:v>
                </c:pt>
                <c:pt idx="23857">
                  <c:v>66227</c:v>
                </c:pt>
                <c:pt idx="23858">
                  <c:v>66228</c:v>
                </c:pt>
                <c:pt idx="23859">
                  <c:v>66229</c:v>
                </c:pt>
                <c:pt idx="23860">
                  <c:v>66230</c:v>
                </c:pt>
                <c:pt idx="23861">
                  <c:v>66231</c:v>
                </c:pt>
                <c:pt idx="23862">
                  <c:v>66232</c:v>
                </c:pt>
                <c:pt idx="23863">
                  <c:v>66233</c:v>
                </c:pt>
                <c:pt idx="23864">
                  <c:v>66234</c:v>
                </c:pt>
                <c:pt idx="23865">
                  <c:v>66235</c:v>
                </c:pt>
                <c:pt idx="23866">
                  <c:v>66236</c:v>
                </c:pt>
                <c:pt idx="23867">
                  <c:v>66237</c:v>
                </c:pt>
                <c:pt idx="23868">
                  <c:v>66238</c:v>
                </c:pt>
                <c:pt idx="23869">
                  <c:v>66239</c:v>
                </c:pt>
                <c:pt idx="23870">
                  <c:v>66240</c:v>
                </c:pt>
                <c:pt idx="23871">
                  <c:v>66241</c:v>
                </c:pt>
                <c:pt idx="23872">
                  <c:v>66242</c:v>
                </c:pt>
                <c:pt idx="23873">
                  <c:v>66243</c:v>
                </c:pt>
                <c:pt idx="23874">
                  <c:v>66244</c:v>
                </c:pt>
                <c:pt idx="23875">
                  <c:v>66245</c:v>
                </c:pt>
                <c:pt idx="23876">
                  <c:v>66246</c:v>
                </c:pt>
                <c:pt idx="23877">
                  <c:v>66247</c:v>
                </c:pt>
                <c:pt idx="23878">
                  <c:v>66248</c:v>
                </c:pt>
                <c:pt idx="23879">
                  <c:v>66249</c:v>
                </c:pt>
                <c:pt idx="23880">
                  <c:v>66250</c:v>
                </c:pt>
                <c:pt idx="23881">
                  <c:v>66251</c:v>
                </c:pt>
                <c:pt idx="23882">
                  <c:v>66252</c:v>
                </c:pt>
                <c:pt idx="23883">
                  <c:v>66253</c:v>
                </c:pt>
                <c:pt idx="23884">
                  <c:v>66254</c:v>
                </c:pt>
                <c:pt idx="23885">
                  <c:v>66255</c:v>
                </c:pt>
                <c:pt idx="23886">
                  <c:v>66256</c:v>
                </c:pt>
                <c:pt idx="23887">
                  <c:v>66257</c:v>
                </c:pt>
                <c:pt idx="23888">
                  <c:v>66258</c:v>
                </c:pt>
                <c:pt idx="23889">
                  <c:v>66259</c:v>
                </c:pt>
                <c:pt idx="23890">
                  <c:v>66260</c:v>
                </c:pt>
                <c:pt idx="23891">
                  <c:v>66261</c:v>
                </c:pt>
                <c:pt idx="23892">
                  <c:v>66262</c:v>
                </c:pt>
                <c:pt idx="23893">
                  <c:v>66263</c:v>
                </c:pt>
                <c:pt idx="23894">
                  <c:v>66264</c:v>
                </c:pt>
                <c:pt idx="23895">
                  <c:v>66265</c:v>
                </c:pt>
                <c:pt idx="23896">
                  <c:v>66266</c:v>
                </c:pt>
                <c:pt idx="23897">
                  <c:v>66267</c:v>
                </c:pt>
                <c:pt idx="23898">
                  <c:v>66268</c:v>
                </c:pt>
                <c:pt idx="23899">
                  <c:v>66269</c:v>
                </c:pt>
                <c:pt idx="23900">
                  <c:v>66270</c:v>
                </c:pt>
                <c:pt idx="23901">
                  <c:v>66271</c:v>
                </c:pt>
                <c:pt idx="23902">
                  <c:v>66272</c:v>
                </c:pt>
                <c:pt idx="23903">
                  <c:v>66273</c:v>
                </c:pt>
                <c:pt idx="23904">
                  <c:v>66274</c:v>
                </c:pt>
                <c:pt idx="23905">
                  <c:v>66275</c:v>
                </c:pt>
                <c:pt idx="23906">
                  <c:v>66276</c:v>
                </c:pt>
                <c:pt idx="23907">
                  <c:v>66277</c:v>
                </c:pt>
                <c:pt idx="23908">
                  <c:v>66278</c:v>
                </c:pt>
                <c:pt idx="23909">
                  <c:v>66279</c:v>
                </c:pt>
                <c:pt idx="23910">
                  <c:v>66280</c:v>
                </c:pt>
                <c:pt idx="23911">
                  <c:v>66281</c:v>
                </c:pt>
                <c:pt idx="23912">
                  <c:v>66282</c:v>
                </c:pt>
                <c:pt idx="23913">
                  <c:v>66283</c:v>
                </c:pt>
                <c:pt idx="23914">
                  <c:v>66284</c:v>
                </c:pt>
                <c:pt idx="23915">
                  <c:v>66285</c:v>
                </c:pt>
                <c:pt idx="23916">
                  <c:v>66286</c:v>
                </c:pt>
                <c:pt idx="23917">
                  <c:v>66287</c:v>
                </c:pt>
                <c:pt idx="23918">
                  <c:v>66288</c:v>
                </c:pt>
                <c:pt idx="23919">
                  <c:v>66289</c:v>
                </c:pt>
                <c:pt idx="23920">
                  <c:v>66290</c:v>
                </c:pt>
                <c:pt idx="23921">
                  <c:v>66291</c:v>
                </c:pt>
                <c:pt idx="23922">
                  <c:v>66292</c:v>
                </c:pt>
                <c:pt idx="23923">
                  <c:v>66293</c:v>
                </c:pt>
                <c:pt idx="23924">
                  <c:v>66294</c:v>
                </c:pt>
                <c:pt idx="23925">
                  <c:v>66295</c:v>
                </c:pt>
                <c:pt idx="23926">
                  <c:v>66296</c:v>
                </c:pt>
                <c:pt idx="23927">
                  <c:v>66297</c:v>
                </c:pt>
                <c:pt idx="23928">
                  <c:v>66298</c:v>
                </c:pt>
                <c:pt idx="23929">
                  <c:v>66299</c:v>
                </c:pt>
                <c:pt idx="23930">
                  <c:v>66300</c:v>
                </c:pt>
                <c:pt idx="23931">
                  <c:v>66301</c:v>
                </c:pt>
                <c:pt idx="23932">
                  <c:v>66302</c:v>
                </c:pt>
                <c:pt idx="23933">
                  <c:v>66303</c:v>
                </c:pt>
                <c:pt idx="23934">
                  <c:v>66304</c:v>
                </c:pt>
                <c:pt idx="23935">
                  <c:v>66305</c:v>
                </c:pt>
                <c:pt idx="23936">
                  <c:v>66306</c:v>
                </c:pt>
                <c:pt idx="23937">
                  <c:v>66307</c:v>
                </c:pt>
                <c:pt idx="23938">
                  <c:v>66308</c:v>
                </c:pt>
                <c:pt idx="23939">
                  <c:v>66309</c:v>
                </c:pt>
                <c:pt idx="23940">
                  <c:v>66310</c:v>
                </c:pt>
                <c:pt idx="23941">
                  <c:v>66311</c:v>
                </c:pt>
                <c:pt idx="23942">
                  <c:v>66312</c:v>
                </c:pt>
                <c:pt idx="23943">
                  <c:v>66313</c:v>
                </c:pt>
                <c:pt idx="23944">
                  <c:v>66314</c:v>
                </c:pt>
                <c:pt idx="23945">
                  <c:v>66315</c:v>
                </c:pt>
                <c:pt idx="23946">
                  <c:v>66316</c:v>
                </c:pt>
                <c:pt idx="23947">
                  <c:v>66317</c:v>
                </c:pt>
                <c:pt idx="23948">
                  <c:v>66318</c:v>
                </c:pt>
                <c:pt idx="23949">
                  <c:v>66319</c:v>
                </c:pt>
                <c:pt idx="23950">
                  <c:v>66320</c:v>
                </c:pt>
                <c:pt idx="23951">
                  <c:v>66321</c:v>
                </c:pt>
                <c:pt idx="23952">
                  <c:v>66322</c:v>
                </c:pt>
                <c:pt idx="23953">
                  <c:v>66323</c:v>
                </c:pt>
                <c:pt idx="23954">
                  <c:v>66324</c:v>
                </c:pt>
                <c:pt idx="23955">
                  <c:v>66325</c:v>
                </c:pt>
                <c:pt idx="23956">
                  <c:v>66326</c:v>
                </c:pt>
                <c:pt idx="23957">
                  <c:v>66327</c:v>
                </c:pt>
                <c:pt idx="23958">
                  <c:v>66328</c:v>
                </c:pt>
                <c:pt idx="23959">
                  <c:v>66329</c:v>
                </c:pt>
                <c:pt idx="23960">
                  <c:v>66330</c:v>
                </c:pt>
                <c:pt idx="23961">
                  <c:v>66331</c:v>
                </c:pt>
                <c:pt idx="23962">
                  <c:v>66332</c:v>
                </c:pt>
                <c:pt idx="23963">
                  <c:v>66333</c:v>
                </c:pt>
                <c:pt idx="23964">
                  <c:v>66334</c:v>
                </c:pt>
                <c:pt idx="23965">
                  <c:v>66335</c:v>
                </c:pt>
                <c:pt idx="23966">
                  <c:v>66336</c:v>
                </c:pt>
                <c:pt idx="23967">
                  <c:v>66337</c:v>
                </c:pt>
                <c:pt idx="23968">
                  <c:v>66338</c:v>
                </c:pt>
                <c:pt idx="23969">
                  <c:v>66339</c:v>
                </c:pt>
                <c:pt idx="23970">
                  <c:v>66340</c:v>
                </c:pt>
                <c:pt idx="23971">
                  <c:v>66341</c:v>
                </c:pt>
                <c:pt idx="23972">
                  <c:v>66342</c:v>
                </c:pt>
                <c:pt idx="23973">
                  <c:v>66343</c:v>
                </c:pt>
                <c:pt idx="23974">
                  <c:v>66344</c:v>
                </c:pt>
                <c:pt idx="23975">
                  <c:v>66345</c:v>
                </c:pt>
                <c:pt idx="23976">
                  <c:v>66346</c:v>
                </c:pt>
                <c:pt idx="23977">
                  <c:v>66347</c:v>
                </c:pt>
                <c:pt idx="23978">
                  <c:v>66348</c:v>
                </c:pt>
                <c:pt idx="23979">
                  <c:v>66349</c:v>
                </c:pt>
                <c:pt idx="23980">
                  <c:v>66350</c:v>
                </c:pt>
                <c:pt idx="23981">
                  <c:v>66351</c:v>
                </c:pt>
                <c:pt idx="23982">
                  <c:v>66352</c:v>
                </c:pt>
                <c:pt idx="23983">
                  <c:v>66353</c:v>
                </c:pt>
                <c:pt idx="23984">
                  <c:v>66354</c:v>
                </c:pt>
                <c:pt idx="23985">
                  <c:v>66355</c:v>
                </c:pt>
                <c:pt idx="23986">
                  <c:v>66356</c:v>
                </c:pt>
                <c:pt idx="23987">
                  <c:v>66357</c:v>
                </c:pt>
                <c:pt idx="23988">
                  <c:v>66358</c:v>
                </c:pt>
                <c:pt idx="23989">
                  <c:v>66359</c:v>
                </c:pt>
                <c:pt idx="23990">
                  <c:v>66360</c:v>
                </c:pt>
                <c:pt idx="23991">
                  <c:v>66361</c:v>
                </c:pt>
                <c:pt idx="23992">
                  <c:v>66362</c:v>
                </c:pt>
                <c:pt idx="23993">
                  <c:v>66363</c:v>
                </c:pt>
                <c:pt idx="23994">
                  <c:v>66364</c:v>
                </c:pt>
                <c:pt idx="23995">
                  <c:v>66365</c:v>
                </c:pt>
                <c:pt idx="23996">
                  <c:v>66366</c:v>
                </c:pt>
                <c:pt idx="23997">
                  <c:v>66367</c:v>
                </c:pt>
                <c:pt idx="23998">
                  <c:v>66368</c:v>
                </c:pt>
                <c:pt idx="23999">
                  <c:v>66369</c:v>
                </c:pt>
                <c:pt idx="24000">
                  <c:v>66370</c:v>
                </c:pt>
                <c:pt idx="24001">
                  <c:v>66371</c:v>
                </c:pt>
                <c:pt idx="24002">
                  <c:v>66372</c:v>
                </c:pt>
                <c:pt idx="24003">
                  <c:v>66373</c:v>
                </c:pt>
                <c:pt idx="24004">
                  <c:v>66374</c:v>
                </c:pt>
                <c:pt idx="24005">
                  <c:v>66375</c:v>
                </c:pt>
                <c:pt idx="24006">
                  <c:v>66376</c:v>
                </c:pt>
                <c:pt idx="24007">
                  <c:v>66377</c:v>
                </c:pt>
                <c:pt idx="24008">
                  <c:v>66378</c:v>
                </c:pt>
                <c:pt idx="24009">
                  <c:v>66379</c:v>
                </c:pt>
                <c:pt idx="24010">
                  <c:v>66380</c:v>
                </c:pt>
                <c:pt idx="24011">
                  <c:v>66381</c:v>
                </c:pt>
                <c:pt idx="24012">
                  <c:v>66382</c:v>
                </c:pt>
                <c:pt idx="24013">
                  <c:v>66383</c:v>
                </c:pt>
                <c:pt idx="24014">
                  <c:v>66384</c:v>
                </c:pt>
                <c:pt idx="24015">
                  <c:v>66385</c:v>
                </c:pt>
                <c:pt idx="24016">
                  <c:v>66386</c:v>
                </c:pt>
                <c:pt idx="24017">
                  <c:v>66387</c:v>
                </c:pt>
                <c:pt idx="24018">
                  <c:v>66388</c:v>
                </c:pt>
                <c:pt idx="24019">
                  <c:v>66389</c:v>
                </c:pt>
                <c:pt idx="24020">
                  <c:v>66390</c:v>
                </c:pt>
                <c:pt idx="24021">
                  <c:v>66391</c:v>
                </c:pt>
                <c:pt idx="24022">
                  <c:v>66392</c:v>
                </c:pt>
                <c:pt idx="24023">
                  <c:v>66393</c:v>
                </c:pt>
                <c:pt idx="24024">
                  <c:v>66394</c:v>
                </c:pt>
                <c:pt idx="24025">
                  <c:v>66395</c:v>
                </c:pt>
                <c:pt idx="24026">
                  <c:v>66396</c:v>
                </c:pt>
                <c:pt idx="24027">
                  <c:v>66397</c:v>
                </c:pt>
                <c:pt idx="24028">
                  <c:v>66398</c:v>
                </c:pt>
                <c:pt idx="24029">
                  <c:v>66399</c:v>
                </c:pt>
                <c:pt idx="24030">
                  <c:v>66400</c:v>
                </c:pt>
                <c:pt idx="24031">
                  <c:v>66401</c:v>
                </c:pt>
                <c:pt idx="24032">
                  <c:v>66402</c:v>
                </c:pt>
                <c:pt idx="24033">
                  <c:v>66403</c:v>
                </c:pt>
                <c:pt idx="24034">
                  <c:v>66404</c:v>
                </c:pt>
                <c:pt idx="24035">
                  <c:v>66405</c:v>
                </c:pt>
                <c:pt idx="24036">
                  <c:v>66406</c:v>
                </c:pt>
                <c:pt idx="24037">
                  <c:v>66407</c:v>
                </c:pt>
                <c:pt idx="24038">
                  <c:v>66408</c:v>
                </c:pt>
                <c:pt idx="24039">
                  <c:v>66409</c:v>
                </c:pt>
                <c:pt idx="24040">
                  <c:v>66410</c:v>
                </c:pt>
                <c:pt idx="24041">
                  <c:v>66411</c:v>
                </c:pt>
                <c:pt idx="24042">
                  <c:v>66412</c:v>
                </c:pt>
                <c:pt idx="24043">
                  <c:v>66413</c:v>
                </c:pt>
                <c:pt idx="24044">
                  <c:v>66414</c:v>
                </c:pt>
                <c:pt idx="24045">
                  <c:v>66415</c:v>
                </c:pt>
                <c:pt idx="24046">
                  <c:v>66416</c:v>
                </c:pt>
                <c:pt idx="24047">
                  <c:v>66417</c:v>
                </c:pt>
                <c:pt idx="24048">
                  <c:v>66418</c:v>
                </c:pt>
                <c:pt idx="24049">
                  <c:v>66419</c:v>
                </c:pt>
                <c:pt idx="24050">
                  <c:v>66420</c:v>
                </c:pt>
                <c:pt idx="24051">
                  <c:v>66421</c:v>
                </c:pt>
                <c:pt idx="24052">
                  <c:v>66422</c:v>
                </c:pt>
                <c:pt idx="24053">
                  <c:v>66423</c:v>
                </c:pt>
                <c:pt idx="24054">
                  <c:v>66424</c:v>
                </c:pt>
                <c:pt idx="24055">
                  <c:v>66425</c:v>
                </c:pt>
                <c:pt idx="24056">
                  <c:v>66426</c:v>
                </c:pt>
                <c:pt idx="24057">
                  <c:v>66427</c:v>
                </c:pt>
                <c:pt idx="24058">
                  <c:v>66428</c:v>
                </c:pt>
                <c:pt idx="24059">
                  <c:v>66429</c:v>
                </c:pt>
                <c:pt idx="24060">
                  <c:v>66430</c:v>
                </c:pt>
                <c:pt idx="24061">
                  <c:v>66431</c:v>
                </c:pt>
                <c:pt idx="24062">
                  <c:v>66432</c:v>
                </c:pt>
                <c:pt idx="24063">
                  <c:v>66433</c:v>
                </c:pt>
                <c:pt idx="24064">
                  <c:v>66434</c:v>
                </c:pt>
                <c:pt idx="24065">
                  <c:v>66435</c:v>
                </c:pt>
                <c:pt idx="24066">
                  <c:v>66436</c:v>
                </c:pt>
                <c:pt idx="24067">
                  <c:v>66437</c:v>
                </c:pt>
                <c:pt idx="24068">
                  <c:v>66438</c:v>
                </c:pt>
                <c:pt idx="24069">
                  <c:v>66439</c:v>
                </c:pt>
                <c:pt idx="24070">
                  <c:v>66440</c:v>
                </c:pt>
                <c:pt idx="24071">
                  <c:v>66441</c:v>
                </c:pt>
                <c:pt idx="24072">
                  <c:v>66442</c:v>
                </c:pt>
                <c:pt idx="24073">
                  <c:v>66443</c:v>
                </c:pt>
                <c:pt idx="24074">
                  <c:v>66444</c:v>
                </c:pt>
                <c:pt idx="24075">
                  <c:v>66445</c:v>
                </c:pt>
                <c:pt idx="24076">
                  <c:v>66446</c:v>
                </c:pt>
                <c:pt idx="24077">
                  <c:v>66447</c:v>
                </c:pt>
                <c:pt idx="24078">
                  <c:v>66448</c:v>
                </c:pt>
                <c:pt idx="24079">
                  <c:v>66449</c:v>
                </c:pt>
                <c:pt idx="24080">
                  <c:v>66450</c:v>
                </c:pt>
                <c:pt idx="24081">
                  <c:v>66451</c:v>
                </c:pt>
                <c:pt idx="24082">
                  <c:v>66452</c:v>
                </c:pt>
                <c:pt idx="24083">
                  <c:v>66453</c:v>
                </c:pt>
                <c:pt idx="24084">
                  <c:v>66454</c:v>
                </c:pt>
                <c:pt idx="24085">
                  <c:v>66455</c:v>
                </c:pt>
                <c:pt idx="24086">
                  <c:v>66456</c:v>
                </c:pt>
                <c:pt idx="24087">
                  <c:v>66457</c:v>
                </c:pt>
                <c:pt idx="24088">
                  <c:v>66458</c:v>
                </c:pt>
                <c:pt idx="24089">
                  <c:v>66459</c:v>
                </c:pt>
                <c:pt idx="24090">
                  <c:v>66460</c:v>
                </c:pt>
                <c:pt idx="24091">
                  <c:v>66461</c:v>
                </c:pt>
                <c:pt idx="24092">
                  <c:v>66462</c:v>
                </c:pt>
                <c:pt idx="24093">
                  <c:v>66463</c:v>
                </c:pt>
                <c:pt idx="24094">
                  <c:v>66464</c:v>
                </c:pt>
                <c:pt idx="24095">
                  <c:v>66465</c:v>
                </c:pt>
                <c:pt idx="24096">
                  <c:v>66466</c:v>
                </c:pt>
                <c:pt idx="24097">
                  <c:v>66467</c:v>
                </c:pt>
                <c:pt idx="24098">
                  <c:v>66468</c:v>
                </c:pt>
                <c:pt idx="24099">
                  <c:v>66469</c:v>
                </c:pt>
                <c:pt idx="24100">
                  <c:v>66470</c:v>
                </c:pt>
                <c:pt idx="24101">
                  <c:v>66471</c:v>
                </c:pt>
                <c:pt idx="24102">
                  <c:v>66472</c:v>
                </c:pt>
                <c:pt idx="24103">
                  <c:v>66473</c:v>
                </c:pt>
                <c:pt idx="24104">
                  <c:v>66474</c:v>
                </c:pt>
                <c:pt idx="24105">
                  <c:v>66475</c:v>
                </c:pt>
                <c:pt idx="24106">
                  <c:v>66476</c:v>
                </c:pt>
                <c:pt idx="24107">
                  <c:v>66477</c:v>
                </c:pt>
                <c:pt idx="24108">
                  <c:v>66478</c:v>
                </c:pt>
                <c:pt idx="24109">
                  <c:v>66479</c:v>
                </c:pt>
                <c:pt idx="24110">
                  <c:v>66480</c:v>
                </c:pt>
                <c:pt idx="24111">
                  <c:v>66481</c:v>
                </c:pt>
                <c:pt idx="24112">
                  <c:v>66482</c:v>
                </c:pt>
                <c:pt idx="24113">
                  <c:v>66483</c:v>
                </c:pt>
                <c:pt idx="24114">
                  <c:v>66484</c:v>
                </c:pt>
                <c:pt idx="24115">
                  <c:v>66485</c:v>
                </c:pt>
                <c:pt idx="24116">
                  <c:v>66486</c:v>
                </c:pt>
                <c:pt idx="24117">
                  <c:v>66487</c:v>
                </c:pt>
                <c:pt idx="24118">
                  <c:v>66488</c:v>
                </c:pt>
                <c:pt idx="24119">
                  <c:v>66489</c:v>
                </c:pt>
                <c:pt idx="24120">
                  <c:v>66490</c:v>
                </c:pt>
                <c:pt idx="24121">
                  <c:v>66491</c:v>
                </c:pt>
                <c:pt idx="24122">
                  <c:v>66492</c:v>
                </c:pt>
                <c:pt idx="24123">
                  <c:v>66493</c:v>
                </c:pt>
                <c:pt idx="24124">
                  <c:v>66494</c:v>
                </c:pt>
                <c:pt idx="24125">
                  <c:v>66495</c:v>
                </c:pt>
                <c:pt idx="24126">
                  <c:v>66496</c:v>
                </c:pt>
                <c:pt idx="24127">
                  <c:v>66497</c:v>
                </c:pt>
                <c:pt idx="24128">
                  <c:v>66498</c:v>
                </c:pt>
                <c:pt idx="24129">
                  <c:v>66499</c:v>
                </c:pt>
                <c:pt idx="24130">
                  <c:v>66500</c:v>
                </c:pt>
                <c:pt idx="24131">
                  <c:v>66501</c:v>
                </c:pt>
                <c:pt idx="24132">
                  <c:v>66502</c:v>
                </c:pt>
                <c:pt idx="24133">
                  <c:v>66503</c:v>
                </c:pt>
                <c:pt idx="24134">
                  <c:v>66504</c:v>
                </c:pt>
                <c:pt idx="24135">
                  <c:v>66505</c:v>
                </c:pt>
                <c:pt idx="24136">
                  <c:v>66506</c:v>
                </c:pt>
                <c:pt idx="24137">
                  <c:v>66507</c:v>
                </c:pt>
                <c:pt idx="24138">
                  <c:v>66508</c:v>
                </c:pt>
                <c:pt idx="24139">
                  <c:v>66509</c:v>
                </c:pt>
                <c:pt idx="24140">
                  <c:v>66510</c:v>
                </c:pt>
                <c:pt idx="24141">
                  <c:v>66511</c:v>
                </c:pt>
                <c:pt idx="24142">
                  <c:v>66512</c:v>
                </c:pt>
                <c:pt idx="24143">
                  <c:v>66513</c:v>
                </c:pt>
                <c:pt idx="24144">
                  <c:v>66514</c:v>
                </c:pt>
                <c:pt idx="24145">
                  <c:v>66515</c:v>
                </c:pt>
                <c:pt idx="24146">
                  <c:v>66516</c:v>
                </c:pt>
                <c:pt idx="24147">
                  <c:v>66517</c:v>
                </c:pt>
                <c:pt idx="24148">
                  <c:v>66518</c:v>
                </c:pt>
                <c:pt idx="24149">
                  <c:v>66519</c:v>
                </c:pt>
                <c:pt idx="24150">
                  <c:v>66520</c:v>
                </c:pt>
                <c:pt idx="24151">
                  <c:v>66521</c:v>
                </c:pt>
                <c:pt idx="24152">
                  <c:v>66522</c:v>
                </c:pt>
                <c:pt idx="24153">
                  <c:v>66523</c:v>
                </c:pt>
                <c:pt idx="24154">
                  <c:v>66524</c:v>
                </c:pt>
                <c:pt idx="24155">
                  <c:v>66525</c:v>
                </c:pt>
                <c:pt idx="24156">
                  <c:v>66526</c:v>
                </c:pt>
                <c:pt idx="24157">
                  <c:v>66527</c:v>
                </c:pt>
                <c:pt idx="24158">
                  <c:v>66528</c:v>
                </c:pt>
                <c:pt idx="24159">
                  <c:v>66529</c:v>
                </c:pt>
                <c:pt idx="24160">
                  <c:v>66530</c:v>
                </c:pt>
                <c:pt idx="24161">
                  <c:v>66531</c:v>
                </c:pt>
                <c:pt idx="24162">
                  <c:v>66532</c:v>
                </c:pt>
                <c:pt idx="24163">
                  <c:v>66533</c:v>
                </c:pt>
                <c:pt idx="24164">
                  <c:v>66534</c:v>
                </c:pt>
                <c:pt idx="24165">
                  <c:v>66535</c:v>
                </c:pt>
                <c:pt idx="24166">
                  <c:v>66536</c:v>
                </c:pt>
                <c:pt idx="24167">
                  <c:v>66537</c:v>
                </c:pt>
                <c:pt idx="24168">
                  <c:v>66538</c:v>
                </c:pt>
                <c:pt idx="24169">
                  <c:v>66539</c:v>
                </c:pt>
                <c:pt idx="24170">
                  <c:v>66540</c:v>
                </c:pt>
                <c:pt idx="24171">
                  <c:v>66541</c:v>
                </c:pt>
                <c:pt idx="24172">
                  <c:v>66542</c:v>
                </c:pt>
                <c:pt idx="24173">
                  <c:v>66543</c:v>
                </c:pt>
                <c:pt idx="24174">
                  <c:v>66544</c:v>
                </c:pt>
                <c:pt idx="24175">
                  <c:v>66545</c:v>
                </c:pt>
                <c:pt idx="24176">
                  <c:v>66546</c:v>
                </c:pt>
                <c:pt idx="24177">
                  <c:v>66547</c:v>
                </c:pt>
                <c:pt idx="24178">
                  <c:v>66548</c:v>
                </c:pt>
                <c:pt idx="24179">
                  <c:v>66549</c:v>
                </c:pt>
                <c:pt idx="24180">
                  <c:v>66550</c:v>
                </c:pt>
                <c:pt idx="24181">
                  <c:v>66551</c:v>
                </c:pt>
                <c:pt idx="24182">
                  <c:v>66552</c:v>
                </c:pt>
                <c:pt idx="24183">
                  <c:v>66553</c:v>
                </c:pt>
                <c:pt idx="24184">
                  <c:v>66554</c:v>
                </c:pt>
                <c:pt idx="24185">
                  <c:v>66555</c:v>
                </c:pt>
                <c:pt idx="24186">
                  <c:v>66556</c:v>
                </c:pt>
                <c:pt idx="24187">
                  <c:v>66557</c:v>
                </c:pt>
                <c:pt idx="24188">
                  <c:v>66558</c:v>
                </c:pt>
                <c:pt idx="24189">
                  <c:v>66559</c:v>
                </c:pt>
                <c:pt idx="24190">
                  <c:v>66560</c:v>
                </c:pt>
                <c:pt idx="24191">
                  <c:v>66561</c:v>
                </c:pt>
                <c:pt idx="24192">
                  <c:v>66562</c:v>
                </c:pt>
                <c:pt idx="24193">
                  <c:v>66563</c:v>
                </c:pt>
                <c:pt idx="24194">
                  <c:v>66564</c:v>
                </c:pt>
                <c:pt idx="24195">
                  <c:v>66565</c:v>
                </c:pt>
                <c:pt idx="24196">
                  <c:v>66566</c:v>
                </c:pt>
                <c:pt idx="24197">
                  <c:v>66567</c:v>
                </c:pt>
                <c:pt idx="24198">
                  <c:v>66568</c:v>
                </c:pt>
                <c:pt idx="24199">
                  <c:v>66569</c:v>
                </c:pt>
                <c:pt idx="24200">
                  <c:v>66570</c:v>
                </c:pt>
                <c:pt idx="24201">
                  <c:v>66571</c:v>
                </c:pt>
                <c:pt idx="24202">
                  <c:v>66572</c:v>
                </c:pt>
                <c:pt idx="24203">
                  <c:v>66573</c:v>
                </c:pt>
                <c:pt idx="24204">
                  <c:v>66574</c:v>
                </c:pt>
                <c:pt idx="24205">
                  <c:v>66575</c:v>
                </c:pt>
                <c:pt idx="24206">
                  <c:v>66576</c:v>
                </c:pt>
                <c:pt idx="24207">
                  <c:v>66577</c:v>
                </c:pt>
                <c:pt idx="24208">
                  <c:v>66578</c:v>
                </c:pt>
                <c:pt idx="24209">
                  <c:v>66579</c:v>
                </c:pt>
                <c:pt idx="24210">
                  <c:v>66580</c:v>
                </c:pt>
                <c:pt idx="24211">
                  <c:v>66581</c:v>
                </c:pt>
                <c:pt idx="24212">
                  <c:v>66582</c:v>
                </c:pt>
                <c:pt idx="24213">
                  <c:v>66583</c:v>
                </c:pt>
                <c:pt idx="24214">
                  <c:v>66584</c:v>
                </c:pt>
                <c:pt idx="24215">
                  <c:v>66585</c:v>
                </c:pt>
                <c:pt idx="24216">
                  <c:v>66586</c:v>
                </c:pt>
                <c:pt idx="24217">
                  <c:v>66587</c:v>
                </c:pt>
                <c:pt idx="24218">
                  <c:v>66588</c:v>
                </c:pt>
                <c:pt idx="24219">
                  <c:v>66589</c:v>
                </c:pt>
                <c:pt idx="24220">
                  <c:v>66590</c:v>
                </c:pt>
                <c:pt idx="24221">
                  <c:v>66591</c:v>
                </c:pt>
                <c:pt idx="24222">
                  <c:v>66592</c:v>
                </c:pt>
                <c:pt idx="24223">
                  <c:v>66593</c:v>
                </c:pt>
                <c:pt idx="24224">
                  <c:v>66594</c:v>
                </c:pt>
                <c:pt idx="24225">
                  <c:v>66595</c:v>
                </c:pt>
                <c:pt idx="24226">
                  <c:v>66596</c:v>
                </c:pt>
                <c:pt idx="24227">
                  <c:v>66597</c:v>
                </c:pt>
                <c:pt idx="24228">
                  <c:v>66598</c:v>
                </c:pt>
                <c:pt idx="24229">
                  <c:v>66599</c:v>
                </c:pt>
                <c:pt idx="24230">
                  <c:v>66600</c:v>
                </c:pt>
                <c:pt idx="24231">
                  <c:v>66601</c:v>
                </c:pt>
                <c:pt idx="24232">
                  <c:v>66602</c:v>
                </c:pt>
                <c:pt idx="24233">
                  <c:v>66603</c:v>
                </c:pt>
                <c:pt idx="24234">
                  <c:v>66604</c:v>
                </c:pt>
                <c:pt idx="24235">
                  <c:v>66605</c:v>
                </c:pt>
                <c:pt idx="24236">
                  <c:v>66606</c:v>
                </c:pt>
                <c:pt idx="24237">
                  <c:v>66607</c:v>
                </c:pt>
                <c:pt idx="24238">
                  <c:v>66608</c:v>
                </c:pt>
                <c:pt idx="24239">
                  <c:v>66609</c:v>
                </c:pt>
                <c:pt idx="24240">
                  <c:v>66610</c:v>
                </c:pt>
                <c:pt idx="24241">
                  <c:v>66611</c:v>
                </c:pt>
                <c:pt idx="24242">
                  <c:v>66612</c:v>
                </c:pt>
                <c:pt idx="24243">
                  <c:v>66613</c:v>
                </c:pt>
                <c:pt idx="24244">
                  <c:v>66614</c:v>
                </c:pt>
                <c:pt idx="24245">
                  <c:v>66615</c:v>
                </c:pt>
                <c:pt idx="24246">
                  <c:v>66616</c:v>
                </c:pt>
                <c:pt idx="24247">
                  <c:v>66617</c:v>
                </c:pt>
                <c:pt idx="24248">
                  <c:v>66618</c:v>
                </c:pt>
                <c:pt idx="24249">
                  <c:v>66619</c:v>
                </c:pt>
                <c:pt idx="24250">
                  <c:v>66620</c:v>
                </c:pt>
                <c:pt idx="24251">
                  <c:v>66621</c:v>
                </c:pt>
                <c:pt idx="24252">
                  <c:v>66622</c:v>
                </c:pt>
                <c:pt idx="24253">
                  <c:v>66623</c:v>
                </c:pt>
                <c:pt idx="24254">
                  <c:v>66624</c:v>
                </c:pt>
                <c:pt idx="24255">
                  <c:v>66625</c:v>
                </c:pt>
                <c:pt idx="24256">
                  <c:v>66626</c:v>
                </c:pt>
                <c:pt idx="24257">
                  <c:v>66627</c:v>
                </c:pt>
                <c:pt idx="24258">
                  <c:v>66628</c:v>
                </c:pt>
                <c:pt idx="24259">
                  <c:v>66629</c:v>
                </c:pt>
                <c:pt idx="24260">
                  <c:v>66630</c:v>
                </c:pt>
                <c:pt idx="24261">
                  <c:v>66631</c:v>
                </c:pt>
                <c:pt idx="24262">
                  <c:v>66632</c:v>
                </c:pt>
                <c:pt idx="24263">
                  <c:v>66633</c:v>
                </c:pt>
                <c:pt idx="24264">
                  <c:v>66634</c:v>
                </c:pt>
                <c:pt idx="24265">
                  <c:v>66635</c:v>
                </c:pt>
                <c:pt idx="24266">
                  <c:v>66636</c:v>
                </c:pt>
                <c:pt idx="24267">
                  <c:v>66637</c:v>
                </c:pt>
                <c:pt idx="24268">
                  <c:v>66638</c:v>
                </c:pt>
                <c:pt idx="24269">
                  <c:v>66639</c:v>
                </c:pt>
                <c:pt idx="24270">
                  <c:v>66640</c:v>
                </c:pt>
                <c:pt idx="24271">
                  <c:v>66641</c:v>
                </c:pt>
                <c:pt idx="24272">
                  <c:v>66642</c:v>
                </c:pt>
                <c:pt idx="24273">
                  <c:v>66643</c:v>
                </c:pt>
                <c:pt idx="24274">
                  <c:v>66644</c:v>
                </c:pt>
                <c:pt idx="24275">
                  <c:v>66645</c:v>
                </c:pt>
                <c:pt idx="24276">
                  <c:v>66646</c:v>
                </c:pt>
                <c:pt idx="24277">
                  <c:v>66647</c:v>
                </c:pt>
                <c:pt idx="24278">
                  <c:v>66648</c:v>
                </c:pt>
                <c:pt idx="24279">
                  <c:v>66649</c:v>
                </c:pt>
                <c:pt idx="24280">
                  <c:v>66650</c:v>
                </c:pt>
                <c:pt idx="24281">
                  <c:v>66651</c:v>
                </c:pt>
                <c:pt idx="24282">
                  <c:v>66652</c:v>
                </c:pt>
                <c:pt idx="24283">
                  <c:v>66653</c:v>
                </c:pt>
                <c:pt idx="24284">
                  <c:v>66654</c:v>
                </c:pt>
                <c:pt idx="24285">
                  <c:v>66655</c:v>
                </c:pt>
                <c:pt idx="24286">
                  <c:v>66656</c:v>
                </c:pt>
                <c:pt idx="24287">
                  <c:v>66657</c:v>
                </c:pt>
                <c:pt idx="24288">
                  <c:v>66658</c:v>
                </c:pt>
                <c:pt idx="24289">
                  <c:v>66659</c:v>
                </c:pt>
                <c:pt idx="24290">
                  <c:v>66660</c:v>
                </c:pt>
                <c:pt idx="24291">
                  <c:v>66661</c:v>
                </c:pt>
                <c:pt idx="24292">
                  <c:v>66662</c:v>
                </c:pt>
                <c:pt idx="24293">
                  <c:v>66663</c:v>
                </c:pt>
                <c:pt idx="24294">
                  <c:v>66664</c:v>
                </c:pt>
                <c:pt idx="24295">
                  <c:v>66665</c:v>
                </c:pt>
                <c:pt idx="24296">
                  <c:v>66666</c:v>
                </c:pt>
                <c:pt idx="24297">
                  <c:v>66667</c:v>
                </c:pt>
                <c:pt idx="24298">
                  <c:v>66668</c:v>
                </c:pt>
                <c:pt idx="24299">
                  <c:v>66669</c:v>
                </c:pt>
                <c:pt idx="24300">
                  <c:v>66670</c:v>
                </c:pt>
                <c:pt idx="24301">
                  <c:v>66671</c:v>
                </c:pt>
                <c:pt idx="24302">
                  <c:v>66672</c:v>
                </c:pt>
                <c:pt idx="24303">
                  <c:v>66673</c:v>
                </c:pt>
                <c:pt idx="24304">
                  <c:v>66674</c:v>
                </c:pt>
                <c:pt idx="24305">
                  <c:v>66675</c:v>
                </c:pt>
                <c:pt idx="24306">
                  <c:v>66676</c:v>
                </c:pt>
                <c:pt idx="24307">
                  <c:v>66677</c:v>
                </c:pt>
                <c:pt idx="24308">
                  <c:v>66678</c:v>
                </c:pt>
                <c:pt idx="24309">
                  <c:v>66679</c:v>
                </c:pt>
                <c:pt idx="24310">
                  <c:v>66680</c:v>
                </c:pt>
                <c:pt idx="24311">
                  <c:v>66681</c:v>
                </c:pt>
                <c:pt idx="24312">
                  <c:v>66682</c:v>
                </c:pt>
                <c:pt idx="24313">
                  <c:v>66683</c:v>
                </c:pt>
                <c:pt idx="24314">
                  <c:v>66684</c:v>
                </c:pt>
                <c:pt idx="24315">
                  <c:v>66685</c:v>
                </c:pt>
                <c:pt idx="24316">
                  <c:v>66686</c:v>
                </c:pt>
                <c:pt idx="24317">
                  <c:v>66687</c:v>
                </c:pt>
                <c:pt idx="24318">
                  <c:v>66688</c:v>
                </c:pt>
                <c:pt idx="24319">
                  <c:v>66689</c:v>
                </c:pt>
                <c:pt idx="24320">
                  <c:v>66690</c:v>
                </c:pt>
                <c:pt idx="24321">
                  <c:v>66691</c:v>
                </c:pt>
                <c:pt idx="24322">
                  <c:v>66692</c:v>
                </c:pt>
                <c:pt idx="24323">
                  <c:v>66693</c:v>
                </c:pt>
                <c:pt idx="24324">
                  <c:v>66694</c:v>
                </c:pt>
                <c:pt idx="24325">
                  <c:v>66695</c:v>
                </c:pt>
                <c:pt idx="24326">
                  <c:v>66696</c:v>
                </c:pt>
                <c:pt idx="24327">
                  <c:v>66697</c:v>
                </c:pt>
                <c:pt idx="24328">
                  <c:v>66698</c:v>
                </c:pt>
                <c:pt idx="24329">
                  <c:v>66699</c:v>
                </c:pt>
                <c:pt idx="24330">
                  <c:v>66700</c:v>
                </c:pt>
                <c:pt idx="24331">
                  <c:v>66701</c:v>
                </c:pt>
                <c:pt idx="24332">
                  <c:v>66702</c:v>
                </c:pt>
                <c:pt idx="24333">
                  <c:v>66703</c:v>
                </c:pt>
                <c:pt idx="24334">
                  <c:v>66704</c:v>
                </c:pt>
                <c:pt idx="24335">
                  <c:v>66705</c:v>
                </c:pt>
                <c:pt idx="24336">
                  <c:v>66706</c:v>
                </c:pt>
                <c:pt idx="24337">
                  <c:v>66707</c:v>
                </c:pt>
                <c:pt idx="24338">
                  <c:v>66708</c:v>
                </c:pt>
                <c:pt idx="24339">
                  <c:v>66709</c:v>
                </c:pt>
                <c:pt idx="24340">
                  <c:v>66710</c:v>
                </c:pt>
                <c:pt idx="24341">
                  <c:v>66711</c:v>
                </c:pt>
                <c:pt idx="24342">
                  <c:v>66712</c:v>
                </c:pt>
                <c:pt idx="24343">
                  <c:v>66713</c:v>
                </c:pt>
                <c:pt idx="24344">
                  <c:v>66714</c:v>
                </c:pt>
                <c:pt idx="24345">
                  <c:v>66715</c:v>
                </c:pt>
                <c:pt idx="24346">
                  <c:v>66716</c:v>
                </c:pt>
                <c:pt idx="24347">
                  <c:v>66717</c:v>
                </c:pt>
                <c:pt idx="24348">
                  <c:v>66718</c:v>
                </c:pt>
                <c:pt idx="24349">
                  <c:v>66719</c:v>
                </c:pt>
                <c:pt idx="24350">
                  <c:v>66720</c:v>
                </c:pt>
                <c:pt idx="24351">
                  <c:v>66721</c:v>
                </c:pt>
                <c:pt idx="24352">
                  <c:v>66722</c:v>
                </c:pt>
                <c:pt idx="24353">
                  <c:v>66723</c:v>
                </c:pt>
                <c:pt idx="24354">
                  <c:v>66724</c:v>
                </c:pt>
                <c:pt idx="24355">
                  <c:v>66725</c:v>
                </c:pt>
                <c:pt idx="24356">
                  <c:v>66726</c:v>
                </c:pt>
                <c:pt idx="24357">
                  <c:v>66727</c:v>
                </c:pt>
                <c:pt idx="24358">
                  <c:v>66728</c:v>
                </c:pt>
                <c:pt idx="24359">
                  <c:v>66729</c:v>
                </c:pt>
                <c:pt idx="24360">
                  <c:v>66730</c:v>
                </c:pt>
                <c:pt idx="24361">
                  <c:v>66731</c:v>
                </c:pt>
                <c:pt idx="24362">
                  <c:v>66732</c:v>
                </c:pt>
                <c:pt idx="24363">
                  <c:v>66733</c:v>
                </c:pt>
                <c:pt idx="24364">
                  <c:v>66734</c:v>
                </c:pt>
                <c:pt idx="24365">
                  <c:v>66735</c:v>
                </c:pt>
                <c:pt idx="24366">
                  <c:v>66736</c:v>
                </c:pt>
                <c:pt idx="24367">
                  <c:v>66737</c:v>
                </c:pt>
                <c:pt idx="24368">
                  <c:v>66738</c:v>
                </c:pt>
                <c:pt idx="24369">
                  <c:v>66739</c:v>
                </c:pt>
                <c:pt idx="24370">
                  <c:v>66740</c:v>
                </c:pt>
                <c:pt idx="24371">
                  <c:v>66741</c:v>
                </c:pt>
                <c:pt idx="24372">
                  <c:v>66742</c:v>
                </c:pt>
                <c:pt idx="24373">
                  <c:v>66743</c:v>
                </c:pt>
                <c:pt idx="24374">
                  <c:v>66744</c:v>
                </c:pt>
                <c:pt idx="24375">
                  <c:v>66745</c:v>
                </c:pt>
                <c:pt idx="24376">
                  <c:v>66746</c:v>
                </c:pt>
                <c:pt idx="24377">
                  <c:v>66747</c:v>
                </c:pt>
                <c:pt idx="24378">
                  <c:v>66748</c:v>
                </c:pt>
                <c:pt idx="24379">
                  <c:v>66749</c:v>
                </c:pt>
                <c:pt idx="24380">
                  <c:v>66750</c:v>
                </c:pt>
                <c:pt idx="24381">
                  <c:v>66751</c:v>
                </c:pt>
                <c:pt idx="24382">
                  <c:v>66752</c:v>
                </c:pt>
                <c:pt idx="24383">
                  <c:v>66753</c:v>
                </c:pt>
                <c:pt idx="24384">
                  <c:v>66754</c:v>
                </c:pt>
                <c:pt idx="24385">
                  <c:v>66755</c:v>
                </c:pt>
                <c:pt idx="24386">
                  <c:v>66756</c:v>
                </c:pt>
                <c:pt idx="24387">
                  <c:v>66757</c:v>
                </c:pt>
                <c:pt idx="24388">
                  <c:v>66758</c:v>
                </c:pt>
                <c:pt idx="24389">
                  <c:v>66759</c:v>
                </c:pt>
                <c:pt idx="24390">
                  <c:v>66760</c:v>
                </c:pt>
                <c:pt idx="24391">
                  <c:v>66761</c:v>
                </c:pt>
                <c:pt idx="24392">
                  <c:v>66762</c:v>
                </c:pt>
                <c:pt idx="24393">
                  <c:v>66763</c:v>
                </c:pt>
                <c:pt idx="24394">
                  <c:v>66764</c:v>
                </c:pt>
                <c:pt idx="24395">
                  <c:v>66765</c:v>
                </c:pt>
                <c:pt idx="24396">
                  <c:v>66766</c:v>
                </c:pt>
                <c:pt idx="24397">
                  <c:v>66767</c:v>
                </c:pt>
                <c:pt idx="24398">
                  <c:v>66768</c:v>
                </c:pt>
                <c:pt idx="24399">
                  <c:v>66769</c:v>
                </c:pt>
                <c:pt idx="24400">
                  <c:v>66770</c:v>
                </c:pt>
                <c:pt idx="24401">
                  <c:v>66771</c:v>
                </c:pt>
                <c:pt idx="24402">
                  <c:v>66772</c:v>
                </c:pt>
                <c:pt idx="24403">
                  <c:v>66773</c:v>
                </c:pt>
                <c:pt idx="24404">
                  <c:v>66774</c:v>
                </c:pt>
                <c:pt idx="24405">
                  <c:v>66775</c:v>
                </c:pt>
                <c:pt idx="24406">
                  <c:v>66776</c:v>
                </c:pt>
                <c:pt idx="24407">
                  <c:v>66777</c:v>
                </c:pt>
                <c:pt idx="24408">
                  <c:v>66778</c:v>
                </c:pt>
                <c:pt idx="24409">
                  <c:v>66779</c:v>
                </c:pt>
                <c:pt idx="24410">
                  <c:v>66780</c:v>
                </c:pt>
                <c:pt idx="24411">
                  <c:v>66781</c:v>
                </c:pt>
                <c:pt idx="24412">
                  <c:v>66782</c:v>
                </c:pt>
                <c:pt idx="24413">
                  <c:v>66783</c:v>
                </c:pt>
                <c:pt idx="24414">
                  <c:v>66784</c:v>
                </c:pt>
                <c:pt idx="24415">
                  <c:v>66785</c:v>
                </c:pt>
                <c:pt idx="24416">
                  <c:v>66786</c:v>
                </c:pt>
                <c:pt idx="24417">
                  <c:v>66787</c:v>
                </c:pt>
                <c:pt idx="24418">
                  <c:v>66788</c:v>
                </c:pt>
                <c:pt idx="24419">
                  <c:v>66789</c:v>
                </c:pt>
                <c:pt idx="24420">
                  <c:v>66790</c:v>
                </c:pt>
                <c:pt idx="24421">
                  <c:v>66791</c:v>
                </c:pt>
                <c:pt idx="24422">
                  <c:v>66792</c:v>
                </c:pt>
                <c:pt idx="24423">
                  <c:v>66793</c:v>
                </c:pt>
                <c:pt idx="24424">
                  <c:v>66794</c:v>
                </c:pt>
                <c:pt idx="24425">
                  <c:v>66795</c:v>
                </c:pt>
                <c:pt idx="24426">
                  <c:v>66796</c:v>
                </c:pt>
                <c:pt idx="24427">
                  <c:v>66797</c:v>
                </c:pt>
                <c:pt idx="24428">
                  <c:v>66798</c:v>
                </c:pt>
                <c:pt idx="24429">
                  <c:v>66799</c:v>
                </c:pt>
                <c:pt idx="24430">
                  <c:v>66800</c:v>
                </c:pt>
                <c:pt idx="24431">
                  <c:v>66801</c:v>
                </c:pt>
                <c:pt idx="24432">
                  <c:v>66802</c:v>
                </c:pt>
                <c:pt idx="24433">
                  <c:v>66803</c:v>
                </c:pt>
                <c:pt idx="24434">
                  <c:v>66804</c:v>
                </c:pt>
                <c:pt idx="24435">
                  <c:v>66805</c:v>
                </c:pt>
                <c:pt idx="24436">
                  <c:v>66806</c:v>
                </c:pt>
                <c:pt idx="24437">
                  <c:v>66807</c:v>
                </c:pt>
                <c:pt idx="24438">
                  <c:v>66808</c:v>
                </c:pt>
                <c:pt idx="24439">
                  <c:v>66809</c:v>
                </c:pt>
                <c:pt idx="24440">
                  <c:v>66810</c:v>
                </c:pt>
                <c:pt idx="24441">
                  <c:v>66811</c:v>
                </c:pt>
                <c:pt idx="24442">
                  <c:v>66812</c:v>
                </c:pt>
                <c:pt idx="24443">
                  <c:v>66813</c:v>
                </c:pt>
                <c:pt idx="24444">
                  <c:v>66814</c:v>
                </c:pt>
                <c:pt idx="24445">
                  <c:v>66815</c:v>
                </c:pt>
                <c:pt idx="24446">
                  <c:v>66816</c:v>
                </c:pt>
                <c:pt idx="24447">
                  <c:v>66817</c:v>
                </c:pt>
                <c:pt idx="24448">
                  <c:v>66818</c:v>
                </c:pt>
                <c:pt idx="24449">
                  <c:v>66819</c:v>
                </c:pt>
                <c:pt idx="24450">
                  <c:v>66820</c:v>
                </c:pt>
                <c:pt idx="24451">
                  <c:v>66821</c:v>
                </c:pt>
                <c:pt idx="24452">
                  <c:v>66822</c:v>
                </c:pt>
                <c:pt idx="24453">
                  <c:v>66823</c:v>
                </c:pt>
                <c:pt idx="24454">
                  <c:v>66824</c:v>
                </c:pt>
                <c:pt idx="24455">
                  <c:v>66825</c:v>
                </c:pt>
                <c:pt idx="24456">
                  <c:v>66826</c:v>
                </c:pt>
                <c:pt idx="24457">
                  <c:v>66827</c:v>
                </c:pt>
                <c:pt idx="24458">
                  <c:v>66828</c:v>
                </c:pt>
                <c:pt idx="24459">
                  <c:v>66829</c:v>
                </c:pt>
                <c:pt idx="24460">
                  <c:v>66830</c:v>
                </c:pt>
                <c:pt idx="24461">
                  <c:v>66831</c:v>
                </c:pt>
                <c:pt idx="24462">
                  <c:v>66832</c:v>
                </c:pt>
                <c:pt idx="24463">
                  <c:v>66833</c:v>
                </c:pt>
                <c:pt idx="24464">
                  <c:v>66834</c:v>
                </c:pt>
                <c:pt idx="24465">
                  <c:v>66835</c:v>
                </c:pt>
                <c:pt idx="24466">
                  <c:v>66836</c:v>
                </c:pt>
                <c:pt idx="24467">
                  <c:v>66837</c:v>
                </c:pt>
                <c:pt idx="24468">
                  <c:v>66838</c:v>
                </c:pt>
                <c:pt idx="24469">
                  <c:v>66839</c:v>
                </c:pt>
                <c:pt idx="24470">
                  <c:v>66840</c:v>
                </c:pt>
                <c:pt idx="24471">
                  <c:v>66841</c:v>
                </c:pt>
                <c:pt idx="24472">
                  <c:v>66842</c:v>
                </c:pt>
                <c:pt idx="24473">
                  <c:v>66843</c:v>
                </c:pt>
                <c:pt idx="24474">
                  <c:v>66844</c:v>
                </c:pt>
                <c:pt idx="24475">
                  <c:v>66845</c:v>
                </c:pt>
                <c:pt idx="24476">
                  <c:v>66846</c:v>
                </c:pt>
                <c:pt idx="24477">
                  <c:v>66847</c:v>
                </c:pt>
                <c:pt idx="24478">
                  <c:v>66848</c:v>
                </c:pt>
                <c:pt idx="24479">
                  <c:v>66849</c:v>
                </c:pt>
                <c:pt idx="24480">
                  <c:v>66850</c:v>
                </c:pt>
                <c:pt idx="24481">
                  <c:v>66851</c:v>
                </c:pt>
                <c:pt idx="24482">
                  <c:v>66852</c:v>
                </c:pt>
                <c:pt idx="24483">
                  <c:v>66853</c:v>
                </c:pt>
                <c:pt idx="24484">
                  <c:v>66854</c:v>
                </c:pt>
                <c:pt idx="24485">
                  <c:v>66855</c:v>
                </c:pt>
                <c:pt idx="24486">
                  <c:v>66856</c:v>
                </c:pt>
                <c:pt idx="24487">
                  <c:v>66857</c:v>
                </c:pt>
                <c:pt idx="24488">
                  <c:v>66858</c:v>
                </c:pt>
                <c:pt idx="24489">
                  <c:v>66859</c:v>
                </c:pt>
                <c:pt idx="24490">
                  <c:v>66860</c:v>
                </c:pt>
                <c:pt idx="24491">
                  <c:v>66861</c:v>
                </c:pt>
                <c:pt idx="24492">
                  <c:v>66862</c:v>
                </c:pt>
                <c:pt idx="24493">
                  <c:v>66863</c:v>
                </c:pt>
                <c:pt idx="24494">
                  <c:v>66864</c:v>
                </c:pt>
                <c:pt idx="24495">
                  <c:v>66865</c:v>
                </c:pt>
                <c:pt idx="24496">
                  <c:v>66866</c:v>
                </c:pt>
                <c:pt idx="24497">
                  <c:v>66867</c:v>
                </c:pt>
                <c:pt idx="24498">
                  <c:v>66868</c:v>
                </c:pt>
                <c:pt idx="24499">
                  <c:v>66869</c:v>
                </c:pt>
                <c:pt idx="24500">
                  <c:v>66870</c:v>
                </c:pt>
                <c:pt idx="24501">
                  <c:v>66871</c:v>
                </c:pt>
                <c:pt idx="24502">
                  <c:v>66872</c:v>
                </c:pt>
                <c:pt idx="24503">
                  <c:v>66873</c:v>
                </c:pt>
                <c:pt idx="24504">
                  <c:v>66874</c:v>
                </c:pt>
                <c:pt idx="24505">
                  <c:v>66875</c:v>
                </c:pt>
                <c:pt idx="24506">
                  <c:v>66876</c:v>
                </c:pt>
                <c:pt idx="24507">
                  <c:v>66877</c:v>
                </c:pt>
                <c:pt idx="24508">
                  <c:v>66878</c:v>
                </c:pt>
                <c:pt idx="24509">
                  <c:v>66879</c:v>
                </c:pt>
                <c:pt idx="24510">
                  <c:v>66880</c:v>
                </c:pt>
                <c:pt idx="24511">
                  <c:v>66881</c:v>
                </c:pt>
                <c:pt idx="24512">
                  <c:v>66882</c:v>
                </c:pt>
                <c:pt idx="24513">
                  <c:v>66883</c:v>
                </c:pt>
                <c:pt idx="24514">
                  <c:v>66884</c:v>
                </c:pt>
                <c:pt idx="24515">
                  <c:v>66885</c:v>
                </c:pt>
                <c:pt idx="24516">
                  <c:v>66886</c:v>
                </c:pt>
                <c:pt idx="24517">
                  <c:v>66887</c:v>
                </c:pt>
                <c:pt idx="24518">
                  <c:v>66888</c:v>
                </c:pt>
                <c:pt idx="24519">
                  <c:v>66889</c:v>
                </c:pt>
                <c:pt idx="24520">
                  <c:v>66890</c:v>
                </c:pt>
                <c:pt idx="24521">
                  <c:v>66891</c:v>
                </c:pt>
                <c:pt idx="24522">
                  <c:v>66892</c:v>
                </c:pt>
                <c:pt idx="24523">
                  <c:v>66893</c:v>
                </c:pt>
                <c:pt idx="24524">
                  <c:v>66894</c:v>
                </c:pt>
                <c:pt idx="24525">
                  <c:v>66895</c:v>
                </c:pt>
                <c:pt idx="24526">
                  <c:v>66896</c:v>
                </c:pt>
                <c:pt idx="24527">
                  <c:v>66897</c:v>
                </c:pt>
                <c:pt idx="24528">
                  <c:v>66898</c:v>
                </c:pt>
                <c:pt idx="24529">
                  <c:v>66899</c:v>
                </c:pt>
                <c:pt idx="24530">
                  <c:v>66900</c:v>
                </c:pt>
                <c:pt idx="24531">
                  <c:v>66901</c:v>
                </c:pt>
                <c:pt idx="24532">
                  <c:v>66902</c:v>
                </c:pt>
                <c:pt idx="24533">
                  <c:v>66903</c:v>
                </c:pt>
                <c:pt idx="24534">
                  <c:v>66904</c:v>
                </c:pt>
                <c:pt idx="24535">
                  <c:v>66905</c:v>
                </c:pt>
                <c:pt idx="24536">
                  <c:v>66906</c:v>
                </c:pt>
                <c:pt idx="24537">
                  <c:v>66907</c:v>
                </c:pt>
                <c:pt idx="24538">
                  <c:v>66908</c:v>
                </c:pt>
                <c:pt idx="24539">
                  <c:v>66909</c:v>
                </c:pt>
                <c:pt idx="24540">
                  <c:v>66910</c:v>
                </c:pt>
                <c:pt idx="24541">
                  <c:v>66911</c:v>
                </c:pt>
                <c:pt idx="24542">
                  <c:v>66912</c:v>
                </c:pt>
                <c:pt idx="24543">
                  <c:v>66913</c:v>
                </c:pt>
                <c:pt idx="24544">
                  <c:v>66914</c:v>
                </c:pt>
                <c:pt idx="24545">
                  <c:v>66915</c:v>
                </c:pt>
                <c:pt idx="24546">
                  <c:v>66916</c:v>
                </c:pt>
                <c:pt idx="24547">
                  <c:v>66917</c:v>
                </c:pt>
                <c:pt idx="24548">
                  <c:v>66918</c:v>
                </c:pt>
                <c:pt idx="24549">
                  <c:v>66919</c:v>
                </c:pt>
                <c:pt idx="24550">
                  <c:v>66920</c:v>
                </c:pt>
                <c:pt idx="24551">
                  <c:v>66921</c:v>
                </c:pt>
                <c:pt idx="24552">
                  <c:v>66922</c:v>
                </c:pt>
                <c:pt idx="24553">
                  <c:v>66923</c:v>
                </c:pt>
                <c:pt idx="24554">
                  <c:v>66924</c:v>
                </c:pt>
                <c:pt idx="24555">
                  <c:v>66925</c:v>
                </c:pt>
                <c:pt idx="24556">
                  <c:v>66926</c:v>
                </c:pt>
                <c:pt idx="24557">
                  <c:v>66927</c:v>
                </c:pt>
                <c:pt idx="24558">
                  <c:v>66928</c:v>
                </c:pt>
                <c:pt idx="24559">
                  <c:v>66929</c:v>
                </c:pt>
                <c:pt idx="24560">
                  <c:v>66930</c:v>
                </c:pt>
                <c:pt idx="24561">
                  <c:v>66931</c:v>
                </c:pt>
                <c:pt idx="24562">
                  <c:v>66932</c:v>
                </c:pt>
                <c:pt idx="24563">
                  <c:v>66933</c:v>
                </c:pt>
                <c:pt idx="24564">
                  <c:v>66934</c:v>
                </c:pt>
                <c:pt idx="24565">
                  <c:v>66935</c:v>
                </c:pt>
                <c:pt idx="24566">
                  <c:v>66936</c:v>
                </c:pt>
                <c:pt idx="24567">
                  <c:v>66937</c:v>
                </c:pt>
                <c:pt idx="24568">
                  <c:v>66938</c:v>
                </c:pt>
                <c:pt idx="24569">
                  <c:v>66939</c:v>
                </c:pt>
                <c:pt idx="24570">
                  <c:v>66940</c:v>
                </c:pt>
                <c:pt idx="24571">
                  <c:v>66941</c:v>
                </c:pt>
                <c:pt idx="24572">
                  <c:v>66942</c:v>
                </c:pt>
                <c:pt idx="24573">
                  <c:v>66943</c:v>
                </c:pt>
                <c:pt idx="24574">
                  <c:v>66944</c:v>
                </c:pt>
                <c:pt idx="24575">
                  <c:v>66945</c:v>
                </c:pt>
                <c:pt idx="24576">
                  <c:v>66946</c:v>
                </c:pt>
                <c:pt idx="24577">
                  <c:v>66947</c:v>
                </c:pt>
                <c:pt idx="24578">
                  <c:v>66948</c:v>
                </c:pt>
                <c:pt idx="24579">
                  <c:v>66949</c:v>
                </c:pt>
                <c:pt idx="24580">
                  <c:v>66950</c:v>
                </c:pt>
                <c:pt idx="24581">
                  <c:v>66951</c:v>
                </c:pt>
                <c:pt idx="24582">
                  <c:v>66952</c:v>
                </c:pt>
                <c:pt idx="24583">
                  <c:v>66953</c:v>
                </c:pt>
                <c:pt idx="24584">
                  <c:v>66954</c:v>
                </c:pt>
                <c:pt idx="24585">
                  <c:v>66955</c:v>
                </c:pt>
                <c:pt idx="24586">
                  <c:v>66956</c:v>
                </c:pt>
                <c:pt idx="24587">
                  <c:v>66957</c:v>
                </c:pt>
                <c:pt idx="24588">
                  <c:v>66958</c:v>
                </c:pt>
                <c:pt idx="24589">
                  <c:v>66959</c:v>
                </c:pt>
                <c:pt idx="24590">
                  <c:v>66960</c:v>
                </c:pt>
                <c:pt idx="24591">
                  <c:v>66961</c:v>
                </c:pt>
                <c:pt idx="24592">
                  <c:v>66962</c:v>
                </c:pt>
                <c:pt idx="24593">
                  <c:v>66963</c:v>
                </c:pt>
                <c:pt idx="24594">
                  <c:v>66964</c:v>
                </c:pt>
                <c:pt idx="24595">
                  <c:v>66965</c:v>
                </c:pt>
                <c:pt idx="24596">
                  <c:v>66966</c:v>
                </c:pt>
                <c:pt idx="24597">
                  <c:v>66967</c:v>
                </c:pt>
                <c:pt idx="24598">
                  <c:v>66968</c:v>
                </c:pt>
                <c:pt idx="24599">
                  <c:v>66969</c:v>
                </c:pt>
                <c:pt idx="24600">
                  <c:v>66970</c:v>
                </c:pt>
                <c:pt idx="24601">
                  <c:v>66971</c:v>
                </c:pt>
                <c:pt idx="24602">
                  <c:v>66972</c:v>
                </c:pt>
                <c:pt idx="24603">
                  <c:v>66973</c:v>
                </c:pt>
                <c:pt idx="24604">
                  <c:v>66974</c:v>
                </c:pt>
                <c:pt idx="24605">
                  <c:v>66975</c:v>
                </c:pt>
                <c:pt idx="24606">
                  <c:v>66976</c:v>
                </c:pt>
                <c:pt idx="24607">
                  <c:v>66977</c:v>
                </c:pt>
                <c:pt idx="24608">
                  <c:v>66978</c:v>
                </c:pt>
                <c:pt idx="24609">
                  <c:v>66979</c:v>
                </c:pt>
                <c:pt idx="24610">
                  <c:v>66980</c:v>
                </c:pt>
                <c:pt idx="24611">
                  <c:v>66981</c:v>
                </c:pt>
                <c:pt idx="24612">
                  <c:v>66982</c:v>
                </c:pt>
                <c:pt idx="24613">
                  <c:v>66983</c:v>
                </c:pt>
                <c:pt idx="24614">
                  <c:v>66984</c:v>
                </c:pt>
                <c:pt idx="24615">
                  <c:v>66985</c:v>
                </c:pt>
                <c:pt idx="24616">
                  <c:v>66986</c:v>
                </c:pt>
                <c:pt idx="24617">
                  <c:v>66987</c:v>
                </c:pt>
                <c:pt idx="24618">
                  <c:v>66988</c:v>
                </c:pt>
                <c:pt idx="24619">
                  <c:v>66989</c:v>
                </c:pt>
                <c:pt idx="24620">
                  <c:v>66990</c:v>
                </c:pt>
                <c:pt idx="24621">
                  <c:v>66991</c:v>
                </c:pt>
                <c:pt idx="24622">
                  <c:v>66992</c:v>
                </c:pt>
                <c:pt idx="24623">
                  <c:v>66993</c:v>
                </c:pt>
                <c:pt idx="24624">
                  <c:v>66994</c:v>
                </c:pt>
                <c:pt idx="24625">
                  <c:v>66995</c:v>
                </c:pt>
                <c:pt idx="24626">
                  <c:v>66996</c:v>
                </c:pt>
                <c:pt idx="24627">
                  <c:v>66997</c:v>
                </c:pt>
                <c:pt idx="24628">
                  <c:v>66998</c:v>
                </c:pt>
                <c:pt idx="24629">
                  <c:v>66999</c:v>
                </c:pt>
                <c:pt idx="24630">
                  <c:v>67000</c:v>
                </c:pt>
                <c:pt idx="24631">
                  <c:v>67001</c:v>
                </c:pt>
                <c:pt idx="24632">
                  <c:v>67002</c:v>
                </c:pt>
                <c:pt idx="24633">
                  <c:v>67003</c:v>
                </c:pt>
                <c:pt idx="24634">
                  <c:v>67004</c:v>
                </c:pt>
                <c:pt idx="24635">
                  <c:v>67005</c:v>
                </c:pt>
                <c:pt idx="24636">
                  <c:v>67006</c:v>
                </c:pt>
                <c:pt idx="24637">
                  <c:v>67007</c:v>
                </c:pt>
                <c:pt idx="24638">
                  <c:v>67008</c:v>
                </c:pt>
                <c:pt idx="24639">
                  <c:v>67009</c:v>
                </c:pt>
                <c:pt idx="24640">
                  <c:v>67010</c:v>
                </c:pt>
                <c:pt idx="24641">
                  <c:v>67011</c:v>
                </c:pt>
                <c:pt idx="24642">
                  <c:v>67012</c:v>
                </c:pt>
                <c:pt idx="24643">
                  <c:v>67013</c:v>
                </c:pt>
                <c:pt idx="24644">
                  <c:v>67014</c:v>
                </c:pt>
                <c:pt idx="24645">
                  <c:v>67015</c:v>
                </c:pt>
                <c:pt idx="24646">
                  <c:v>67016</c:v>
                </c:pt>
                <c:pt idx="24647">
                  <c:v>67017</c:v>
                </c:pt>
                <c:pt idx="24648">
                  <c:v>67018</c:v>
                </c:pt>
                <c:pt idx="24649">
                  <c:v>67019</c:v>
                </c:pt>
                <c:pt idx="24650">
                  <c:v>67020</c:v>
                </c:pt>
                <c:pt idx="24651">
                  <c:v>67021</c:v>
                </c:pt>
                <c:pt idx="24652">
                  <c:v>67022</c:v>
                </c:pt>
                <c:pt idx="24653">
                  <c:v>67023</c:v>
                </c:pt>
                <c:pt idx="24654">
                  <c:v>67024</c:v>
                </c:pt>
                <c:pt idx="24655">
                  <c:v>67025</c:v>
                </c:pt>
                <c:pt idx="24656">
                  <c:v>67026</c:v>
                </c:pt>
                <c:pt idx="24657">
                  <c:v>67027</c:v>
                </c:pt>
                <c:pt idx="24658">
                  <c:v>67028</c:v>
                </c:pt>
                <c:pt idx="24659">
                  <c:v>67029</c:v>
                </c:pt>
                <c:pt idx="24660">
                  <c:v>67030</c:v>
                </c:pt>
                <c:pt idx="24661">
                  <c:v>67031</c:v>
                </c:pt>
                <c:pt idx="24662">
                  <c:v>67032</c:v>
                </c:pt>
                <c:pt idx="24663">
                  <c:v>67033</c:v>
                </c:pt>
                <c:pt idx="24664">
                  <c:v>67034</c:v>
                </c:pt>
                <c:pt idx="24665">
                  <c:v>67035</c:v>
                </c:pt>
                <c:pt idx="24666">
                  <c:v>67036</c:v>
                </c:pt>
                <c:pt idx="24667">
                  <c:v>67037</c:v>
                </c:pt>
                <c:pt idx="24668">
                  <c:v>67038</c:v>
                </c:pt>
                <c:pt idx="24669">
                  <c:v>67039</c:v>
                </c:pt>
                <c:pt idx="24670">
                  <c:v>67040</c:v>
                </c:pt>
                <c:pt idx="24671">
                  <c:v>67041</c:v>
                </c:pt>
                <c:pt idx="24672">
                  <c:v>67042</c:v>
                </c:pt>
                <c:pt idx="24673">
                  <c:v>67043</c:v>
                </c:pt>
                <c:pt idx="24674">
                  <c:v>67044</c:v>
                </c:pt>
                <c:pt idx="24675">
                  <c:v>67045</c:v>
                </c:pt>
                <c:pt idx="24676">
                  <c:v>67046</c:v>
                </c:pt>
                <c:pt idx="24677">
                  <c:v>67047</c:v>
                </c:pt>
                <c:pt idx="24678">
                  <c:v>67048</c:v>
                </c:pt>
                <c:pt idx="24679">
                  <c:v>67049</c:v>
                </c:pt>
                <c:pt idx="24680">
                  <c:v>67050</c:v>
                </c:pt>
                <c:pt idx="24681">
                  <c:v>67051</c:v>
                </c:pt>
                <c:pt idx="24682">
                  <c:v>67052</c:v>
                </c:pt>
                <c:pt idx="24683">
                  <c:v>67053</c:v>
                </c:pt>
                <c:pt idx="24684">
                  <c:v>67054</c:v>
                </c:pt>
                <c:pt idx="24685">
                  <c:v>67055</c:v>
                </c:pt>
                <c:pt idx="24686">
                  <c:v>67056</c:v>
                </c:pt>
                <c:pt idx="24687">
                  <c:v>67057</c:v>
                </c:pt>
                <c:pt idx="24688">
                  <c:v>67058</c:v>
                </c:pt>
                <c:pt idx="24689">
                  <c:v>67059</c:v>
                </c:pt>
                <c:pt idx="24690">
                  <c:v>67060</c:v>
                </c:pt>
                <c:pt idx="24691">
                  <c:v>67061</c:v>
                </c:pt>
                <c:pt idx="24692">
                  <c:v>67062</c:v>
                </c:pt>
                <c:pt idx="24693">
                  <c:v>67063</c:v>
                </c:pt>
                <c:pt idx="24694">
                  <c:v>67064</c:v>
                </c:pt>
                <c:pt idx="24695">
                  <c:v>67065</c:v>
                </c:pt>
                <c:pt idx="24696">
                  <c:v>67066</c:v>
                </c:pt>
                <c:pt idx="24697">
                  <c:v>67067</c:v>
                </c:pt>
                <c:pt idx="24698">
                  <c:v>67068</c:v>
                </c:pt>
                <c:pt idx="24699">
                  <c:v>67069</c:v>
                </c:pt>
                <c:pt idx="24700">
                  <c:v>67070</c:v>
                </c:pt>
                <c:pt idx="24701">
                  <c:v>67071</c:v>
                </c:pt>
                <c:pt idx="24702">
                  <c:v>67072</c:v>
                </c:pt>
                <c:pt idx="24703">
                  <c:v>67073</c:v>
                </c:pt>
                <c:pt idx="24704">
                  <c:v>67074</c:v>
                </c:pt>
                <c:pt idx="24705">
                  <c:v>67075</c:v>
                </c:pt>
                <c:pt idx="24706">
                  <c:v>67076</c:v>
                </c:pt>
                <c:pt idx="24707">
                  <c:v>67077</c:v>
                </c:pt>
                <c:pt idx="24708">
                  <c:v>67078</c:v>
                </c:pt>
                <c:pt idx="24709">
                  <c:v>67079</c:v>
                </c:pt>
                <c:pt idx="24710">
                  <c:v>67080</c:v>
                </c:pt>
                <c:pt idx="24711">
                  <c:v>67081</c:v>
                </c:pt>
                <c:pt idx="24712">
                  <c:v>67082</c:v>
                </c:pt>
                <c:pt idx="24713">
                  <c:v>67083</c:v>
                </c:pt>
                <c:pt idx="24714">
                  <c:v>67084</c:v>
                </c:pt>
                <c:pt idx="24715">
                  <c:v>67085</c:v>
                </c:pt>
                <c:pt idx="24716">
                  <c:v>67086</c:v>
                </c:pt>
                <c:pt idx="24717">
                  <c:v>67087</c:v>
                </c:pt>
                <c:pt idx="24718">
                  <c:v>67088</c:v>
                </c:pt>
                <c:pt idx="24719">
                  <c:v>67089</c:v>
                </c:pt>
                <c:pt idx="24720">
                  <c:v>67090</c:v>
                </c:pt>
                <c:pt idx="24721">
                  <c:v>67091</c:v>
                </c:pt>
                <c:pt idx="24722">
                  <c:v>67092</c:v>
                </c:pt>
                <c:pt idx="24723">
                  <c:v>67093</c:v>
                </c:pt>
                <c:pt idx="24724">
                  <c:v>67094</c:v>
                </c:pt>
                <c:pt idx="24725">
                  <c:v>67095</c:v>
                </c:pt>
                <c:pt idx="24726">
                  <c:v>67096</c:v>
                </c:pt>
                <c:pt idx="24727">
                  <c:v>67097</c:v>
                </c:pt>
                <c:pt idx="24728">
                  <c:v>67098</c:v>
                </c:pt>
                <c:pt idx="24729">
                  <c:v>67099</c:v>
                </c:pt>
                <c:pt idx="24730">
                  <c:v>67100</c:v>
                </c:pt>
                <c:pt idx="24731">
                  <c:v>67101</c:v>
                </c:pt>
                <c:pt idx="24732">
                  <c:v>67102</c:v>
                </c:pt>
                <c:pt idx="24733">
                  <c:v>67103</c:v>
                </c:pt>
                <c:pt idx="24734">
                  <c:v>67104</c:v>
                </c:pt>
                <c:pt idx="24735">
                  <c:v>67105</c:v>
                </c:pt>
                <c:pt idx="24736">
                  <c:v>67106</c:v>
                </c:pt>
                <c:pt idx="24737">
                  <c:v>67107</c:v>
                </c:pt>
                <c:pt idx="24738">
                  <c:v>67108</c:v>
                </c:pt>
                <c:pt idx="24739">
                  <c:v>67109</c:v>
                </c:pt>
                <c:pt idx="24740">
                  <c:v>67110</c:v>
                </c:pt>
                <c:pt idx="24741">
                  <c:v>67111</c:v>
                </c:pt>
                <c:pt idx="24742">
                  <c:v>67112</c:v>
                </c:pt>
                <c:pt idx="24743">
                  <c:v>67113</c:v>
                </c:pt>
                <c:pt idx="24744">
                  <c:v>67114</c:v>
                </c:pt>
                <c:pt idx="24745">
                  <c:v>67115</c:v>
                </c:pt>
                <c:pt idx="24746">
                  <c:v>67116</c:v>
                </c:pt>
                <c:pt idx="24747">
                  <c:v>67117</c:v>
                </c:pt>
                <c:pt idx="24748">
                  <c:v>67118</c:v>
                </c:pt>
                <c:pt idx="24749">
                  <c:v>67119</c:v>
                </c:pt>
                <c:pt idx="24750">
                  <c:v>67120</c:v>
                </c:pt>
                <c:pt idx="24751">
                  <c:v>67121</c:v>
                </c:pt>
                <c:pt idx="24752">
                  <c:v>67122</c:v>
                </c:pt>
                <c:pt idx="24753">
                  <c:v>67123</c:v>
                </c:pt>
                <c:pt idx="24754">
                  <c:v>67124</c:v>
                </c:pt>
                <c:pt idx="24755">
                  <c:v>67125</c:v>
                </c:pt>
                <c:pt idx="24756">
                  <c:v>67126</c:v>
                </c:pt>
                <c:pt idx="24757">
                  <c:v>67127</c:v>
                </c:pt>
                <c:pt idx="24758">
                  <c:v>67128</c:v>
                </c:pt>
                <c:pt idx="24759">
                  <c:v>67129</c:v>
                </c:pt>
                <c:pt idx="24760">
                  <c:v>67130</c:v>
                </c:pt>
                <c:pt idx="24761">
                  <c:v>67131</c:v>
                </c:pt>
                <c:pt idx="24762">
                  <c:v>67132</c:v>
                </c:pt>
                <c:pt idx="24763">
                  <c:v>67133</c:v>
                </c:pt>
                <c:pt idx="24764">
                  <c:v>67134</c:v>
                </c:pt>
                <c:pt idx="24765">
                  <c:v>67135</c:v>
                </c:pt>
                <c:pt idx="24766">
                  <c:v>67136</c:v>
                </c:pt>
                <c:pt idx="24767">
                  <c:v>67137</c:v>
                </c:pt>
                <c:pt idx="24768">
                  <c:v>67138</c:v>
                </c:pt>
                <c:pt idx="24769">
                  <c:v>67139</c:v>
                </c:pt>
                <c:pt idx="24770">
                  <c:v>67140</c:v>
                </c:pt>
                <c:pt idx="24771">
                  <c:v>67141</c:v>
                </c:pt>
                <c:pt idx="24772">
                  <c:v>67142</c:v>
                </c:pt>
                <c:pt idx="24773">
                  <c:v>67143</c:v>
                </c:pt>
                <c:pt idx="24774">
                  <c:v>67144</c:v>
                </c:pt>
                <c:pt idx="24775">
                  <c:v>67145</c:v>
                </c:pt>
                <c:pt idx="24776">
                  <c:v>67146</c:v>
                </c:pt>
                <c:pt idx="24777">
                  <c:v>67147</c:v>
                </c:pt>
                <c:pt idx="24778">
                  <c:v>67148</c:v>
                </c:pt>
                <c:pt idx="24779">
                  <c:v>67149</c:v>
                </c:pt>
                <c:pt idx="24780">
                  <c:v>67150</c:v>
                </c:pt>
                <c:pt idx="24781">
                  <c:v>67151</c:v>
                </c:pt>
                <c:pt idx="24782">
                  <c:v>67152</c:v>
                </c:pt>
                <c:pt idx="24783">
                  <c:v>67153</c:v>
                </c:pt>
                <c:pt idx="24784">
                  <c:v>67154</c:v>
                </c:pt>
                <c:pt idx="24785">
                  <c:v>67155</c:v>
                </c:pt>
                <c:pt idx="24786">
                  <c:v>67156</c:v>
                </c:pt>
                <c:pt idx="24787">
                  <c:v>67157</c:v>
                </c:pt>
                <c:pt idx="24788">
                  <c:v>67158</c:v>
                </c:pt>
                <c:pt idx="24789">
                  <c:v>67159</c:v>
                </c:pt>
                <c:pt idx="24790">
                  <c:v>67160</c:v>
                </c:pt>
                <c:pt idx="24791">
                  <c:v>67161</c:v>
                </c:pt>
                <c:pt idx="24792">
                  <c:v>67162</c:v>
                </c:pt>
                <c:pt idx="24793">
                  <c:v>67163</c:v>
                </c:pt>
                <c:pt idx="24794">
                  <c:v>67164</c:v>
                </c:pt>
                <c:pt idx="24795">
                  <c:v>67165</c:v>
                </c:pt>
                <c:pt idx="24796">
                  <c:v>67166</c:v>
                </c:pt>
                <c:pt idx="24797">
                  <c:v>67167</c:v>
                </c:pt>
                <c:pt idx="24798">
                  <c:v>67168</c:v>
                </c:pt>
                <c:pt idx="24799">
                  <c:v>67169</c:v>
                </c:pt>
                <c:pt idx="24800">
                  <c:v>67170</c:v>
                </c:pt>
                <c:pt idx="24801">
                  <c:v>67171</c:v>
                </c:pt>
                <c:pt idx="24802">
                  <c:v>67172</c:v>
                </c:pt>
                <c:pt idx="24803">
                  <c:v>67173</c:v>
                </c:pt>
                <c:pt idx="24804">
                  <c:v>67174</c:v>
                </c:pt>
                <c:pt idx="24805">
                  <c:v>67175</c:v>
                </c:pt>
                <c:pt idx="24806">
                  <c:v>67176</c:v>
                </c:pt>
                <c:pt idx="24807">
                  <c:v>67177</c:v>
                </c:pt>
                <c:pt idx="24808">
                  <c:v>67178</c:v>
                </c:pt>
                <c:pt idx="24809">
                  <c:v>67179</c:v>
                </c:pt>
                <c:pt idx="24810">
                  <c:v>67180</c:v>
                </c:pt>
                <c:pt idx="24811">
                  <c:v>67181</c:v>
                </c:pt>
                <c:pt idx="24812">
                  <c:v>67182</c:v>
                </c:pt>
                <c:pt idx="24813">
                  <c:v>67183</c:v>
                </c:pt>
                <c:pt idx="24814">
                  <c:v>67184</c:v>
                </c:pt>
                <c:pt idx="24815">
                  <c:v>67185</c:v>
                </c:pt>
                <c:pt idx="24816">
                  <c:v>67186</c:v>
                </c:pt>
                <c:pt idx="24817">
                  <c:v>67187</c:v>
                </c:pt>
                <c:pt idx="24818">
                  <c:v>67188</c:v>
                </c:pt>
                <c:pt idx="24819">
                  <c:v>67189</c:v>
                </c:pt>
                <c:pt idx="24820">
                  <c:v>67190</c:v>
                </c:pt>
                <c:pt idx="24821">
                  <c:v>67191</c:v>
                </c:pt>
                <c:pt idx="24822">
                  <c:v>67192</c:v>
                </c:pt>
                <c:pt idx="24823">
                  <c:v>67193</c:v>
                </c:pt>
                <c:pt idx="24824">
                  <c:v>67194</c:v>
                </c:pt>
                <c:pt idx="24825">
                  <c:v>67195</c:v>
                </c:pt>
                <c:pt idx="24826">
                  <c:v>67196</c:v>
                </c:pt>
                <c:pt idx="24827">
                  <c:v>67197</c:v>
                </c:pt>
                <c:pt idx="24828">
                  <c:v>67198</c:v>
                </c:pt>
                <c:pt idx="24829">
                  <c:v>67199</c:v>
                </c:pt>
                <c:pt idx="24830">
                  <c:v>67200</c:v>
                </c:pt>
                <c:pt idx="24831">
                  <c:v>67201</c:v>
                </c:pt>
                <c:pt idx="24832">
                  <c:v>67202</c:v>
                </c:pt>
                <c:pt idx="24833">
                  <c:v>67203</c:v>
                </c:pt>
                <c:pt idx="24834">
                  <c:v>67204</c:v>
                </c:pt>
                <c:pt idx="24835">
                  <c:v>67205</c:v>
                </c:pt>
                <c:pt idx="24836">
                  <c:v>67206</c:v>
                </c:pt>
                <c:pt idx="24837">
                  <c:v>67207</c:v>
                </c:pt>
                <c:pt idx="24838">
                  <c:v>67208</c:v>
                </c:pt>
                <c:pt idx="24839">
                  <c:v>67209</c:v>
                </c:pt>
                <c:pt idx="24840">
                  <c:v>67210</c:v>
                </c:pt>
                <c:pt idx="24841">
                  <c:v>67211</c:v>
                </c:pt>
                <c:pt idx="24842">
                  <c:v>67212</c:v>
                </c:pt>
                <c:pt idx="24843">
                  <c:v>67213</c:v>
                </c:pt>
                <c:pt idx="24844">
                  <c:v>67214</c:v>
                </c:pt>
                <c:pt idx="24845">
                  <c:v>67215</c:v>
                </c:pt>
                <c:pt idx="24846">
                  <c:v>67216</c:v>
                </c:pt>
                <c:pt idx="24847">
                  <c:v>67217</c:v>
                </c:pt>
                <c:pt idx="24848">
                  <c:v>67218</c:v>
                </c:pt>
                <c:pt idx="24849">
                  <c:v>67219</c:v>
                </c:pt>
                <c:pt idx="24850">
                  <c:v>67220</c:v>
                </c:pt>
                <c:pt idx="24851">
                  <c:v>67221</c:v>
                </c:pt>
                <c:pt idx="24852">
                  <c:v>67222</c:v>
                </c:pt>
                <c:pt idx="24853">
                  <c:v>67223</c:v>
                </c:pt>
                <c:pt idx="24854">
                  <c:v>67224</c:v>
                </c:pt>
                <c:pt idx="24855">
                  <c:v>67225</c:v>
                </c:pt>
                <c:pt idx="24856">
                  <c:v>67226</c:v>
                </c:pt>
                <c:pt idx="24857">
                  <c:v>67227</c:v>
                </c:pt>
                <c:pt idx="24858">
                  <c:v>67228</c:v>
                </c:pt>
                <c:pt idx="24859">
                  <c:v>67229</c:v>
                </c:pt>
                <c:pt idx="24860">
                  <c:v>67230</c:v>
                </c:pt>
                <c:pt idx="24861">
                  <c:v>67231</c:v>
                </c:pt>
                <c:pt idx="24862">
                  <c:v>67232</c:v>
                </c:pt>
                <c:pt idx="24863">
                  <c:v>67233</c:v>
                </c:pt>
                <c:pt idx="24864">
                  <c:v>67234</c:v>
                </c:pt>
                <c:pt idx="24865">
                  <c:v>67235</c:v>
                </c:pt>
                <c:pt idx="24866">
                  <c:v>67236</c:v>
                </c:pt>
                <c:pt idx="24867">
                  <c:v>67237</c:v>
                </c:pt>
                <c:pt idx="24868">
                  <c:v>67238</c:v>
                </c:pt>
                <c:pt idx="24869">
                  <c:v>67239</c:v>
                </c:pt>
                <c:pt idx="24870">
                  <c:v>67240</c:v>
                </c:pt>
                <c:pt idx="24871">
                  <c:v>67241</c:v>
                </c:pt>
                <c:pt idx="24872">
                  <c:v>67242</c:v>
                </c:pt>
                <c:pt idx="24873">
                  <c:v>67243</c:v>
                </c:pt>
                <c:pt idx="24874">
                  <c:v>67244</c:v>
                </c:pt>
                <c:pt idx="24875">
                  <c:v>67245</c:v>
                </c:pt>
                <c:pt idx="24876">
                  <c:v>67246</c:v>
                </c:pt>
                <c:pt idx="24877">
                  <c:v>67247</c:v>
                </c:pt>
                <c:pt idx="24878">
                  <c:v>67248</c:v>
                </c:pt>
                <c:pt idx="24879">
                  <c:v>67249</c:v>
                </c:pt>
                <c:pt idx="24880">
                  <c:v>67250</c:v>
                </c:pt>
                <c:pt idx="24881">
                  <c:v>67251</c:v>
                </c:pt>
                <c:pt idx="24882">
                  <c:v>67252</c:v>
                </c:pt>
                <c:pt idx="24883">
                  <c:v>67253</c:v>
                </c:pt>
                <c:pt idx="24884">
                  <c:v>67254</c:v>
                </c:pt>
                <c:pt idx="24885">
                  <c:v>67255</c:v>
                </c:pt>
                <c:pt idx="24886">
                  <c:v>67256</c:v>
                </c:pt>
                <c:pt idx="24887">
                  <c:v>67257</c:v>
                </c:pt>
                <c:pt idx="24888">
                  <c:v>67258</c:v>
                </c:pt>
                <c:pt idx="24889">
                  <c:v>67259</c:v>
                </c:pt>
                <c:pt idx="24890">
                  <c:v>67260</c:v>
                </c:pt>
                <c:pt idx="24891">
                  <c:v>67261</c:v>
                </c:pt>
                <c:pt idx="24892">
                  <c:v>67262</c:v>
                </c:pt>
                <c:pt idx="24893">
                  <c:v>67263</c:v>
                </c:pt>
                <c:pt idx="24894">
                  <c:v>67264</c:v>
                </c:pt>
                <c:pt idx="24895">
                  <c:v>67265</c:v>
                </c:pt>
                <c:pt idx="24896">
                  <c:v>67266</c:v>
                </c:pt>
                <c:pt idx="24897">
                  <c:v>67267</c:v>
                </c:pt>
                <c:pt idx="24898">
                  <c:v>67268</c:v>
                </c:pt>
                <c:pt idx="24899">
                  <c:v>67269</c:v>
                </c:pt>
                <c:pt idx="24900">
                  <c:v>67270</c:v>
                </c:pt>
                <c:pt idx="24901">
                  <c:v>67271</c:v>
                </c:pt>
                <c:pt idx="24902">
                  <c:v>67272</c:v>
                </c:pt>
                <c:pt idx="24903">
                  <c:v>67273</c:v>
                </c:pt>
                <c:pt idx="24904">
                  <c:v>67274</c:v>
                </c:pt>
                <c:pt idx="24905">
                  <c:v>67275</c:v>
                </c:pt>
                <c:pt idx="24906">
                  <c:v>67276</c:v>
                </c:pt>
                <c:pt idx="24907">
                  <c:v>67277</c:v>
                </c:pt>
                <c:pt idx="24908">
                  <c:v>67278</c:v>
                </c:pt>
                <c:pt idx="24909">
                  <c:v>67279</c:v>
                </c:pt>
                <c:pt idx="24910">
                  <c:v>67280</c:v>
                </c:pt>
                <c:pt idx="24911">
                  <c:v>67281</c:v>
                </c:pt>
                <c:pt idx="24912">
                  <c:v>67282</c:v>
                </c:pt>
                <c:pt idx="24913">
                  <c:v>67283</c:v>
                </c:pt>
                <c:pt idx="24914">
                  <c:v>67284</c:v>
                </c:pt>
                <c:pt idx="24915">
                  <c:v>67285</c:v>
                </c:pt>
                <c:pt idx="24916">
                  <c:v>67286</c:v>
                </c:pt>
                <c:pt idx="24917">
                  <c:v>67287</c:v>
                </c:pt>
                <c:pt idx="24918">
                  <c:v>67288</c:v>
                </c:pt>
                <c:pt idx="24919">
                  <c:v>67289</c:v>
                </c:pt>
                <c:pt idx="24920">
                  <c:v>67290</c:v>
                </c:pt>
                <c:pt idx="24921">
                  <c:v>67291</c:v>
                </c:pt>
                <c:pt idx="24922">
                  <c:v>67292</c:v>
                </c:pt>
                <c:pt idx="24923">
                  <c:v>67293</c:v>
                </c:pt>
                <c:pt idx="24924">
                  <c:v>67294</c:v>
                </c:pt>
                <c:pt idx="24925">
                  <c:v>67295</c:v>
                </c:pt>
                <c:pt idx="24926">
                  <c:v>67296</c:v>
                </c:pt>
                <c:pt idx="24927">
                  <c:v>67297</c:v>
                </c:pt>
                <c:pt idx="24928">
                  <c:v>67298</c:v>
                </c:pt>
                <c:pt idx="24929">
                  <c:v>67299</c:v>
                </c:pt>
                <c:pt idx="24930">
                  <c:v>67300</c:v>
                </c:pt>
                <c:pt idx="24931">
                  <c:v>67301</c:v>
                </c:pt>
                <c:pt idx="24932">
                  <c:v>67302</c:v>
                </c:pt>
                <c:pt idx="24933">
                  <c:v>67303</c:v>
                </c:pt>
                <c:pt idx="24934">
                  <c:v>67304</c:v>
                </c:pt>
                <c:pt idx="24935">
                  <c:v>67305</c:v>
                </c:pt>
                <c:pt idx="24936">
                  <c:v>67306</c:v>
                </c:pt>
                <c:pt idx="24937">
                  <c:v>67307</c:v>
                </c:pt>
                <c:pt idx="24938">
                  <c:v>67308</c:v>
                </c:pt>
                <c:pt idx="24939">
                  <c:v>67309</c:v>
                </c:pt>
                <c:pt idx="24940">
                  <c:v>67310</c:v>
                </c:pt>
                <c:pt idx="24941">
                  <c:v>67311</c:v>
                </c:pt>
                <c:pt idx="24942">
                  <c:v>67312</c:v>
                </c:pt>
                <c:pt idx="24943">
                  <c:v>67313</c:v>
                </c:pt>
                <c:pt idx="24944">
                  <c:v>67314</c:v>
                </c:pt>
                <c:pt idx="24945">
                  <c:v>67315</c:v>
                </c:pt>
                <c:pt idx="24946">
                  <c:v>67316</c:v>
                </c:pt>
                <c:pt idx="24947">
                  <c:v>67317</c:v>
                </c:pt>
                <c:pt idx="24948">
                  <c:v>67318</c:v>
                </c:pt>
                <c:pt idx="24949">
                  <c:v>67319</c:v>
                </c:pt>
                <c:pt idx="24950">
                  <c:v>67320</c:v>
                </c:pt>
                <c:pt idx="24951">
                  <c:v>67321</c:v>
                </c:pt>
                <c:pt idx="24952">
                  <c:v>67322</c:v>
                </c:pt>
                <c:pt idx="24953">
                  <c:v>67323</c:v>
                </c:pt>
                <c:pt idx="24954">
                  <c:v>67324</c:v>
                </c:pt>
                <c:pt idx="24955">
                  <c:v>67325</c:v>
                </c:pt>
                <c:pt idx="24956">
                  <c:v>67326</c:v>
                </c:pt>
                <c:pt idx="24957">
                  <c:v>67327</c:v>
                </c:pt>
                <c:pt idx="24958">
                  <c:v>67328</c:v>
                </c:pt>
                <c:pt idx="24959">
                  <c:v>67329</c:v>
                </c:pt>
                <c:pt idx="24960">
                  <c:v>67330</c:v>
                </c:pt>
                <c:pt idx="24961">
                  <c:v>67331</c:v>
                </c:pt>
                <c:pt idx="24962">
                  <c:v>67332</c:v>
                </c:pt>
                <c:pt idx="24963">
                  <c:v>67333</c:v>
                </c:pt>
                <c:pt idx="24964">
                  <c:v>67334</c:v>
                </c:pt>
                <c:pt idx="24965">
                  <c:v>67335</c:v>
                </c:pt>
                <c:pt idx="24966">
                  <c:v>67336</c:v>
                </c:pt>
                <c:pt idx="24967">
                  <c:v>67337</c:v>
                </c:pt>
                <c:pt idx="24968">
                  <c:v>67338</c:v>
                </c:pt>
                <c:pt idx="24969">
                  <c:v>67339</c:v>
                </c:pt>
                <c:pt idx="24970">
                  <c:v>67340</c:v>
                </c:pt>
                <c:pt idx="24971">
                  <c:v>67341</c:v>
                </c:pt>
                <c:pt idx="24972">
                  <c:v>67342</c:v>
                </c:pt>
                <c:pt idx="24973">
                  <c:v>67343</c:v>
                </c:pt>
                <c:pt idx="24974">
                  <c:v>67344</c:v>
                </c:pt>
                <c:pt idx="24975">
                  <c:v>67345</c:v>
                </c:pt>
                <c:pt idx="24976">
                  <c:v>67346</c:v>
                </c:pt>
                <c:pt idx="24977">
                  <c:v>67347</c:v>
                </c:pt>
                <c:pt idx="24978">
                  <c:v>67348</c:v>
                </c:pt>
                <c:pt idx="24979">
                  <c:v>67349</c:v>
                </c:pt>
                <c:pt idx="24980">
                  <c:v>67350</c:v>
                </c:pt>
                <c:pt idx="24981">
                  <c:v>67351</c:v>
                </c:pt>
                <c:pt idx="24982">
                  <c:v>67352</c:v>
                </c:pt>
                <c:pt idx="24983">
                  <c:v>67353</c:v>
                </c:pt>
                <c:pt idx="24984">
                  <c:v>67354</c:v>
                </c:pt>
                <c:pt idx="24985">
                  <c:v>67355</c:v>
                </c:pt>
                <c:pt idx="24986">
                  <c:v>67356</c:v>
                </c:pt>
                <c:pt idx="24987">
                  <c:v>67357</c:v>
                </c:pt>
                <c:pt idx="24988">
                  <c:v>67358</c:v>
                </c:pt>
                <c:pt idx="24989">
                  <c:v>67359</c:v>
                </c:pt>
                <c:pt idx="24990">
                  <c:v>67360</c:v>
                </c:pt>
                <c:pt idx="24991">
                  <c:v>67361</c:v>
                </c:pt>
                <c:pt idx="24992">
                  <c:v>67362</c:v>
                </c:pt>
                <c:pt idx="24993">
                  <c:v>67363</c:v>
                </c:pt>
                <c:pt idx="24994">
                  <c:v>67364</c:v>
                </c:pt>
                <c:pt idx="24995">
                  <c:v>67365</c:v>
                </c:pt>
                <c:pt idx="24996">
                  <c:v>67366</c:v>
                </c:pt>
                <c:pt idx="24997">
                  <c:v>67367</c:v>
                </c:pt>
                <c:pt idx="24998">
                  <c:v>67368</c:v>
                </c:pt>
                <c:pt idx="24999">
                  <c:v>67369</c:v>
                </c:pt>
                <c:pt idx="25000">
                  <c:v>67370</c:v>
                </c:pt>
                <c:pt idx="25001">
                  <c:v>67371</c:v>
                </c:pt>
                <c:pt idx="25002">
                  <c:v>67372</c:v>
                </c:pt>
                <c:pt idx="25003">
                  <c:v>67373</c:v>
                </c:pt>
                <c:pt idx="25004">
                  <c:v>67374</c:v>
                </c:pt>
                <c:pt idx="25005">
                  <c:v>67375</c:v>
                </c:pt>
                <c:pt idx="25006">
                  <c:v>67376</c:v>
                </c:pt>
                <c:pt idx="25007">
                  <c:v>67377</c:v>
                </c:pt>
                <c:pt idx="25008">
                  <c:v>67378</c:v>
                </c:pt>
                <c:pt idx="25009">
                  <c:v>67379</c:v>
                </c:pt>
                <c:pt idx="25010">
                  <c:v>67380</c:v>
                </c:pt>
                <c:pt idx="25011">
                  <c:v>67381</c:v>
                </c:pt>
                <c:pt idx="25012">
                  <c:v>67382</c:v>
                </c:pt>
                <c:pt idx="25013">
                  <c:v>67383</c:v>
                </c:pt>
                <c:pt idx="25014">
                  <c:v>67384</c:v>
                </c:pt>
                <c:pt idx="25015">
                  <c:v>67385</c:v>
                </c:pt>
                <c:pt idx="25016">
                  <c:v>67386</c:v>
                </c:pt>
                <c:pt idx="25017">
                  <c:v>67387</c:v>
                </c:pt>
                <c:pt idx="25018">
                  <c:v>67388</c:v>
                </c:pt>
                <c:pt idx="25019">
                  <c:v>67389</c:v>
                </c:pt>
                <c:pt idx="25020">
                  <c:v>67390</c:v>
                </c:pt>
                <c:pt idx="25021">
                  <c:v>67391</c:v>
                </c:pt>
                <c:pt idx="25022">
                  <c:v>67392</c:v>
                </c:pt>
                <c:pt idx="25023">
                  <c:v>67393</c:v>
                </c:pt>
                <c:pt idx="25024">
                  <c:v>67394</c:v>
                </c:pt>
                <c:pt idx="25025">
                  <c:v>67395</c:v>
                </c:pt>
                <c:pt idx="25026">
                  <c:v>67396</c:v>
                </c:pt>
                <c:pt idx="25027">
                  <c:v>67397</c:v>
                </c:pt>
                <c:pt idx="25028">
                  <c:v>67398</c:v>
                </c:pt>
                <c:pt idx="25029">
                  <c:v>67399</c:v>
                </c:pt>
                <c:pt idx="25030">
                  <c:v>67400</c:v>
                </c:pt>
                <c:pt idx="25031">
                  <c:v>67401</c:v>
                </c:pt>
                <c:pt idx="25032">
                  <c:v>67402</c:v>
                </c:pt>
                <c:pt idx="25033">
                  <c:v>67403</c:v>
                </c:pt>
                <c:pt idx="25034">
                  <c:v>67404</c:v>
                </c:pt>
                <c:pt idx="25035">
                  <c:v>67405</c:v>
                </c:pt>
                <c:pt idx="25036">
                  <c:v>67406</c:v>
                </c:pt>
                <c:pt idx="25037">
                  <c:v>67407</c:v>
                </c:pt>
                <c:pt idx="25038">
                  <c:v>67408</c:v>
                </c:pt>
                <c:pt idx="25039">
                  <c:v>67409</c:v>
                </c:pt>
                <c:pt idx="25040">
                  <c:v>67410</c:v>
                </c:pt>
                <c:pt idx="25041">
                  <c:v>67411</c:v>
                </c:pt>
                <c:pt idx="25042">
                  <c:v>67412</c:v>
                </c:pt>
                <c:pt idx="25043">
                  <c:v>67413</c:v>
                </c:pt>
                <c:pt idx="25044">
                  <c:v>67414</c:v>
                </c:pt>
                <c:pt idx="25045">
                  <c:v>67415</c:v>
                </c:pt>
                <c:pt idx="25046">
                  <c:v>67416</c:v>
                </c:pt>
                <c:pt idx="25047">
                  <c:v>67417</c:v>
                </c:pt>
                <c:pt idx="25048">
                  <c:v>67418</c:v>
                </c:pt>
                <c:pt idx="25049">
                  <c:v>67419</c:v>
                </c:pt>
                <c:pt idx="25050">
                  <c:v>67420</c:v>
                </c:pt>
                <c:pt idx="25051">
                  <c:v>67421</c:v>
                </c:pt>
                <c:pt idx="25052">
                  <c:v>67422</c:v>
                </c:pt>
                <c:pt idx="25053">
                  <c:v>67423</c:v>
                </c:pt>
                <c:pt idx="25054">
                  <c:v>67424</c:v>
                </c:pt>
                <c:pt idx="25055">
                  <c:v>67425</c:v>
                </c:pt>
                <c:pt idx="25056">
                  <c:v>67426</c:v>
                </c:pt>
                <c:pt idx="25057">
                  <c:v>67427</c:v>
                </c:pt>
                <c:pt idx="25058">
                  <c:v>67428</c:v>
                </c:pt>
                <c:pt idx="25059">
                  <c:v>67429</c:v>
                </c:pt>
                <c:pt idx="25060">
                  <c:v>67430</c:v>
                </c:pt>
                <c:pt idx="25061">
                  <c:v>67431</c:v>
                </c:pt>
                <c:pt idx="25062">
                  <c:v>67432</c:v>
                </c:pt>
                <c:pt idx="25063">
                  <c:v>67433</c:v>
                </c:pt>
                <c:pt idx="25064">
                  <c:v>67434</c:v>
                </c:pt>
                <c:pt idx="25065">
                  <c:v>67435</c:v>
                </c:pt>
                <c:pt idx="25066">
                  <c:v>67436</c:v>
                </c:pt>
                <c:pt idx="25067">
                  <c:v>67437</c:v>
                </c:pt>
                <c:pt idx="25068">
                  <c:v>67438</c:v>
                </c:pt>
                <c:pt idx="25069">
                  <c:v>67439</c:v>
                </c:pt>
                <c:pt idx="25070">
                  <c:v>67440</c:v>
                </c:pt>
                <c:pt idx="25071">
                  <c:v>67441</c:v>
                </c:pt>
                <c:pt idx="25072">
                  <c:v>67442</c:v>
                </c:pt>
                <c:pt idx="25073">
                  <c:v>67443</c:v>
                </c:pt>
                <c:pt idx="25074">
                  <c:v>67444</c:v>
                </c:pt>
                <c:pt idx="25075">
                  <c:v>67445</c:v>
                </c:pt>
                <c:pt idx="25076">
                  <c:v>67446</c:v>
                </c:pt>
                <c:pt idx="25077">
                  <c:v>67447</c:v>
                </c:pt>
                <c:pt idx="25078">
                  <c:v>67448</c:v>
                </c:pt>
                <c:pt idx="25079">
                  <c:v>67449</c:v>
                </c:pt>
                <c:pt idx="25080">
                  <c:v>67450</c:v>
                </c:pt>
                <c:pt idx="25081">
                  <c:v>67451</c:v>
                </c:pt>
                <c:pt idx="25082">
                  <c:v>67452</c:v>
                </c:pt>
                <c:pt idx="25083">
                  <c:v>67453</c:v>
                </c:pt>
                <c:pt idx="25084">
                  <c:v>67454</c:v>
                </c:pt>
                <c:pt idx="25085">
                  <c:v>67455</c:v>
                </c:pt>
                <c:pt idx="25086">
                  <c:v>67456</c:v>
                </c:pt>
                <c:pt idx="25087">
                  <c:v>67457</c:v>
                </c:pt>
                <c:pt idx="25088">
                  <c:v>67458</c:v>
                </c:pt>
                <c:pt idx="25089">
                  <c:v>67459</c:v>
                </c:pt>
                <c:pt idx="25090">
                  <c:v>67460</c:v>
                </c:pt>
                <c:pt idx="25091">
                  <c:v>67461</c:v>
                </c:pt>
                <c:pt idx="25092">
                  <c:v>67462</c:v>
                </c:pt>
                <c:pt idx="25093">
                  <c:v>67463</c:v>
                </c:pt>
                <c:pt idx="25094">
                  <c:v>67464</c:v>
                </c:pt>
                <c:pt idx="25095">
                  <c:v>67465</c:v>
                </c:pt>
                <c:pt idx="25096">
                  <c:v>67466</c:v>
                </c:pt>
                <c:pt idx="25097">
                  <c:v>67467</c:v>
                </c:pt>
                <c:pt idx="25098">
                  <c:v>67468</c:v>
                </c:pt>
                <c:pt idx="25099">
                  <c:v>67469</c:v>
                </c:pt>
                <c:pt idx="25100">
                  <c:v>67470</c:v>
                </c:pt>
                <c:pt idx="25101">
                  <c:v>67471</c:v>
                </c:pt>
                <c:pt idx="25102">
                  <c:v>67472</c:v>
                </c:pt>
                <c:pt idx="25103">
                  <c:v>67473</c:v>
                </c:pt>
                <c:pt idx="25104">
                  <c:v>67474</c:v>
                </c:pt>
                <c:pt idx="25105">
                  <c:v>67475</c:v>
                </c:pt>
                <c:pt idx="25106">
                  <c:v>67476</c:v>
                </c:pt>
                <c:pt idx="25107">
                  <c:v>67477</c:v>
                </c:pt>
                <c:pt idx="25108">
                  <c:v>67478</c:v>
                </c:pt>
                <c:pt idx="25109">
                  <c:v>67479</c:v>
                </c:pt>
                <c:pt idx="25110">
                  <c:v>67480</c:v>
                </c:pt>
                <c:pt idx="25111">
                  <c:v>67481</c:v>
                </c:pt>
                <c:pt idx="25112">
                  <c:v>67482</c:v>
                </c:pt>
                <c:pt idx="25113">
                  <c:v>67483</c:v>
                </c:pt>
                <c:pt idx="25114">
                  <c:v>67484</c:v>
                </c:pt>
                <c:pt idx="25115">
                  <c:v>67485</c:v>
                </c:pt>
                <c:pt idx="25116">
                  <c:v>67486</c:v>
                </c:pt>
                <c:pt idx="25117">
                  <c:v>67487</c:v>
                </c:pt>
                <c:pt idx="25118">
                  <c:v>67488</c:v>
                </c:pt>
                <c:pt idx="25119">
                  <c:v>67489</c:v>
                </c:pt>
                <c:pt idx="25120">
                  <c:v>67490</c:v>
                </c:pt>
                <c:pt idx="25121">
                  <c:v>67491</c:v>
                </c:pt>
                <c:pt idx="25122">
                  <c:v>67492</c:v>
                </c:pt>
                <c:pt idx="25123">
                  <c:v>67493</c:v>
                </c:pt>
                <c:pt idx="25124">
                  <c:v>67494</c:v>
                </c:pt>
                <c:pt idx="25125">
                  <c:v>67495</c:v>
                </c:pt>
                <c:pt idx="25126">
                  <c:v>67496</c:v>
                </c:pt>
                <c:pt idx="25127">
                  <c:v>67497</c:v>
                </c:pt>
                <c:pt idx="25128">
                  <c:v>67498</c:v>
                </c:pt>
                <c:pt idx="25129">
                  <c:v>67499</c:v>
                </c:pt>
                <c:pt idx="25130">
                  <c:v>67500</c:v>
                </c:pt>
                <c:pt idx="25131">
                  <c:v>67501</c:v>
                </c:pt>
                <c:pt idx="25132">
                  <c:v>67502</c:v>
                </c:pt>
                <c:pt idx="25133">
                  <c:v>67503</c:v>
                </c:pt>
                <c:pt idx="25134">
                  <c:v>67504</c:v>
                </c:pt>
                <c:pt idx="25135">
                  <c:v>67505</c:v>
                </c:pt>
                <c:pt idx="25136">
                  <c:v>67506</c:v>
                </c:pt>
                <c:pt idx="25137">
                  <c:v>67507</c:v>
                </c:pt>
                <c:pt idx="25138">
                  <c:v>67508</c:v>
                </c:pt>
                <c:pt idx="25139">
                  <c:v>67509</c:v>
                </c:pt>
                <c:pt idx="25140">
                  <c:v>67510</c:v>
                </c:pt>
                <c:pt idx="25141">
                  <c:v>67511</c:v>
                </c:pt>
                <c:pt idx="25142">
                  <c:v>67512</c:v>
                </c:pt>
                <c:pt idx="25143">
                  <c:v>67513</c:v>
                </c:pt>
                <c:pt idx="25144">
                  <c:v>67514</c:v>
                </c:pt>
                <c:pt idx="25145">
                  <c:v>67515</c:v>
                </c:pt>
                <c:pt idx="25146">
                  <c:v>67516</c:v>
                </c:pt>
                <c:pt idx="25147">
                  <c:v>67517</c:v>
                </c:pt>
                <c:pt idx="25148">
                  <c:v>67518</c:v>
                </c:pt>
                <c:pt idx="25149">
                  <c:v>67519</c:v>
                </c:pt>
                <c:pt idx="25150">
                  <c:v>67520</c:v>
                </c:pt>
                <c:pt idx="25151">
                  <c:v>67521</c:v>
                </c:pt>
                <c:pt idx="25152">
                  <c:v>67522</c:v>
                </c:pt>
                <c:pt idx="25153">
                  <c:v>67523</c:v>
                </c:pt>
                <c:pt idx="25154">
                  <c:v>67524</c:v>
                </c:pt>
                <c:pt idx="25155">
                  <c:v>67525</c:v>
                </c:pt>
                <c:pt idx="25156">
                  <c:v>67526</c:v>
                </c:pt>
                <c:pt idx="25157">
                  <c:v>67527</c:v>
                </c:pt>
                <c:pt idx="25158">
                  <c:v>67528</c:v>
                </c:pt>
                <c:pt idx="25159">
                  <c:v>67529</c:v>
                </c:pt>
                <c:pt idx="25160">
                  <c:v>67530</c:v>
                </c:pt>
                <c:pt idx="25161">
                  <c:v>67531</c:v>
                </c:pt>
                <c:pt idx="25162">
                  <c:v>67532</c:v>
                </c:pt>
                <c:pt idx="25163">
                  <c:v>67533</c:v>
                </c:pt>
                <c:pt idx="25164">
                  <c:v>67534</c:v>
                </c:pt>
                <c:pt idx="25165">
                  <c:v>67535</c:v>
                </c:pt>
                <c:pt idx="25166">
                  <c:v>67536</c:v>
                </c:pt>
                <c:pt idx="25167">
                  <c:v>67537</c:v>
                </c:pt>
                <c:pt idx="25168">
                  <c:v>67538</c:v>
                </c:pt>
                <c:pt idx="25169">
                  <c:v>67539</c:v>
                </c:pt>
                <c:pt idx="25170">
                  <c:v>67540</c:v>
                </c:pt>
                <c:pt idx="25171">
                  <c:v>67541</c:v>
                </c:pt>
                <c:pt idx="25172">
                  <c:v>67542</c:v>
                </c:pt>
                <c:pt idx="25173">
                  <c:v>67543</c:v>
                </c:pt>
                <c:pt idx="25174">
                  <c:v>67544</c:v>
                </c:pt>
                <c:pt idx="25175">
                  <c:v>67545</c:v>
                </c:pt>
                <c:pt idx="25176">
                  <c:v>67546</c:v>
                </c:pt>
                <c:pt idx="25177">
                  <c:v>67547</c:v>
                </c:pt>
                <c:pt idx="25178">
                  <c:v>67548</c:v>
                </c:pt>
                <c:pt idx="25179">
                  <c:v>67549</c:v>
                </c:pt>
                <c:pt idx="25180">
                  <c:v>67550</c:v>
                </c:pt>
                <c:pt idx="25181">
                  <c:v>67551</c:v>
                </c:pt>
                <c:pt idx="25182">
                  <c:v>67552</c:v>
                </c:pt>
                <c:pt idx="25183">
                  <c:v>67553</c:v>
                </c:pt>
                <c:pt idx="25184">
                  <c:v>67554</c:v>
                </c:pt>
                <c:pt idx="25185">
                  <c:v>67555</c:v>
                </c:pt>
                <c:pt idx="25186">
                  <c:v>67556</c:v>
                </c:pt>
                <c:pt idx="25187">
                  <c:v>67557</c:v>
                </c:pt>
                <c:pt idx="25188">
                  <c:v>67558</c:v>
                </c:pt>
                <c:pt idx="25189">
                  <c:v>67559</c:v>
                </c:pt>
                <c:pt idx="25190">
                  <c:v>67560</c:v>
                </c:pt>
                <c:pt idx="25191">
                  <c:v>67561</c:v>
                </c:pt>
                <c:pt idx="25192">
                  <c:v>67562</c:v>
                </c:pt>
                <c:pt idx="25193">
                  <c:v>67563</c:v>
                </c:pt>
                <c:pt idx="25194">
                  <c:v>67564</c:v>
                </c:pt>
                <c:pt idx="25195">
                  <c:v>67565</c:v>
                </c:pt>
                <c:pt idx="25196">
                  <c:v>67566</c:v>
                </c:pt>
                <c:pt idx="25197">
                  <c:v>67567</c:v>
                </c:pt>
                <c:pt idx="25198">
                  <c:v>67568</c:v>
                </c:pt>
                <c:pt idx="25199">
                  <c:v>67569</c:v>
                </c:pt>
                <c:pt idx="25200">
                  <c:v>67570</c:v>
                </c:pt>
                <c:pt idx="25201">
                  <c:v>67571</c:v>
                </c:pt>
                <c:pt idx="25202">
                  <c:v>67572</c:v>
                </c:pt>
                <c:pt idx="25203">
                  <c:v>67573</c:v>
                </c:pt>
                <c:pt idx="25204">
                  <c:v>67574</c:v>
                </c:pt>
                <c:pt idx="25205">
                  <c:v>67575</c:v>
                </c:pt>
                <c:pt idx="25206">
                  <c:v>67576</c:v>
                </c:pt>
                <c:pt idx="25207">
                  <c:v>67577</c:v>
                </c:pt>
                <c:pt idx="25208">
                  <c:v>67578</c:v>
                </c:pt>
                <c:pt idx="25209">
                  <c:v>67579</c:v>
                </c:pt>
                <c:pt idx="25210">
                  <c:v>67580</c:v>
                </c:pt>
                <c:pt idx="25211">
                  <c:v>67581</c:v>
                </c:pt>
                <c:pt idx="25212">
                  <c:v>67582</c:v>
                </c:pt>
                <c:pt idx="25213">
                  <c:v>67583</c:v>
                </c:pt>
                <c:pt idx="25214">
                  <c:v>67584</c:v>
                </c:pt>
                <c:pt idx="25215">
                  <c:v>67585</c:v>
                </c:pt>
                <c:pt idx="25216">
                  <c:v>67586</c:v>
                </c:pt>
                <c:pt idx="25217">
                  <c:v>67587</c:v>
                </c:pt>
                <c:pt idx="25218">
                  <c:v>67588</c:v>
                </c:pt>
                <c:pt idx="25219">
                  <c:v>67589</c:v>
                </c:pt>
                <c:pt idx="25220">
                  <c:v>67590</c:v>
                </c:pt>
                <c:pt idx="25221">
                  <c:v>67591</c:v>
                </c:pt>
                <c:pt idx="25222">
                  <c:v>67592</c:v>
                </c:pt>
                <c:pt idx="25223">
                  <c:v>67593</c:v>
                </c:pt>
                <c:pt idx="25224">
                  <c:v>67594</c:v>
                </c:pt>
                <c:pt idx="25225">
                  <c:v>67595</c:v>
                </c:pt>
                <c:pt idx="25226">
                  <c:v>67596</c:v>
                </c:pt>
                <c:pt idx="25227">
                  <c:v>67597</c:v>
                </c:pt>
                <c:pt idx="25228">
                  <c:v>67598</c:v>
                </c:pt>
                <c:pt idx="25229">
                  <c:v>67599</c:v>
                </c:pt>
                <c:pt idx="25230">
                  <c:v>67600</c:v>
                </c:pt>
                <c:pt idx="25231">
                  <c:v>67601</c:v>
                </c:pt>
                <c:pt idx="25232">
                  <c:v>67602</c:v>
                </c:pt>
                <c:pt idx="25233">
                  <c:v>67603</c:v>
                </c:pt>
                <c:pt idx="25234">
                  <c:v>67604</c:v>
                </c:pt>
                <c:pt idx="25235">
                  <c:v>67605</c:v>
                </c:pt>
                <c:pt idx="25236">
                  <c:v>67606</c:v>
                </c:pt>
                <c:pt idx="25237">
                  <c:v>67607</c:v>
                </c:pt>
                <c:pt idx="25238">
                  <c:v>67608</c:v>
                </c:pt>
                <c:pt idx="25239">
                  <c:v>67609</c:v>
                </c:pt>
                <c:pt idx="25240">
                  <c:v>67610</c:v>
                </c:pt>
                <c:pt idx="25241">
                  <c:v>67611</c:v>
                </c:pt>
                <c:pt idx="25242">
                  <c:v>67612</c:v>
                </c:pt>
                <c:pt idx="25243">
                  <c:v>67613</c:v>
                </c:pt>
                <c:pt idx="25244">
                  <c:v>67614</c:v>
                </c:pt>
                <c:pt idx="25245">
                  <c:v>67615</c:v>
                </c:pt>
                <c:pt idx="25246">
                  <c:v>67616</c:v>
                </c:pt>
                <c:pt idx="25247">
                  <c:v>67617</c:v>
                </c:pt>
                <c:pt idx="25248">
                  <c:v>67618</c:v>
                </c:pt>
                <c:pt idx="25249">
                  <c:v>67619</c:v>
                </c:pt>
                <c:pt idx="25250">
                  <c:v>67620</c:v>
                </c:pt>
                <c:pt idx="25251">
                  <c:v>67621</c:v>
                </c:pt>
                <c:pt idx="25252">
                  <c:v>67622</c:v>
                </c:pt>
                <c:pt idx="25253">
                  <c:v>67623</c:v>
                </c:pt>
                <c:pt idx="25254">
                  <c:v>67624</c:v>
                </c:pt>
                <c:pt idx="25255">
                  <c:v>67625</c:v>
                </c:pt>
                <c:pt idx="25256">
                  <c:v>67626</c:v>
                </c:pt>
                <c:pt idx="25257">
                  <c:v>67627</c:v>
                </c:pt>
                <c:pt idx="25258">
                  <c:v>67628</c:v>
                </c:pt>
                <c:pt idx="25259">
                  <c:v>67629</c:v>
                </c:pt>
                <c:pt idx="25260">
                  <c:v>67630</c:v>
                </c:pt>
                <c:pt idx="25261">
                  <c:v>67631</c:v>
                </c:pt>
                <c:pt idx="25262">
                  <c:v>67632</c:v>
                </c:pt>
                <c:pt idx="25263">
                  <c:v>67633</c:v>
                </c:pt>
                <c:pt idx="25264">
                  <c:v>67634</c:v>
                </c:pt>
                <c:pt idx="25265">
                  <c:v>67635</c:v>
                </c:pt>
                <c:pt idx="25266">
                  <c:v>67636</c:v>
                </c:pt>
                <c:pt idx="25267">
                  <c:v>67637</c:v>
                </c:pt>
                <c:pt idx="25268">
                  <c:v>67638</c:v>
                </c:pt>
                <c:pt idx="25269">
                  <c:v>67639</c:v>
                </c:pt>
                <c:pt idx="25270">
                  <c:v>67640</c:v>
                </c:pt>
                <c:pt idx="25271">
                  <c:v>67641</c:v>
                </c:pt>
                <c:pt idx="25272">
                  <c:v>67642</c:v>
                </c:pt>
                <c:pt idx="25273">
                  <c:v>67643</c:v>
                </c:pt>
                <c:pt idx="25274">
                  <c:v>67644</c:v>
                </c:pt>
                <c:pt idx="25275">
                  <c:v>67645</c:v>
                </c:pt>
                <c:pt idx="25276">
                  <c:v>67646</c:v>
                </c:pt>
                <c:pt idx="25277">
                  <c:v>67647</c:v>
                </c:pt>
                <c:pt idx="25278">
                  <c:v>67648</c:v>
                </c:pt>
                <c:pt idx="25279">
                  <c:v>67649</c:v>
                </c:pt>
                <c:pt idx="25280">
                  <c:v>67650</c:v>
                </c:pt>
                <c:pt idx="25281">
                  <c:v>67651</c:v>
                </c:pt>
                <c:pt idx="25282">
                  <c:v>67652</c:v>
                </c:pt>
                <c:pt idx="25283">
                  <c:v>67653</c:v>
                </c:pt>
                <c:pt idx="25284">
                  <c:v>67654</c:v>
                </c:pt>
                <c:pt idx="25285">
                  <c:v>67655</c:v>
                </c:pt>
                <c:pt idx="25286">
                  <c:v>67656</c:v>
                </c:pt>
                <c:pt idx="25287">
                  <c:v>67657</c:v>
                </c:pt>
                <c:pt idx="25288">
                  <c:v>67658</c:v>
                </c:pt>
                <c:pt idx="25289">
                  <c:v>67659</c:v>
                </c:pt>
                <c:pt idx="25290">
                  <c:v>67660</c:v>
                </c:pt>
                <c:pt idx="25291">
                  <c:v>67661</c:v>
                </c:pt>
                <c:pt idx="25292">
                  <c:v>67662</c:v>
                </c:pt>
                <c:pt idx="25293">
                  <c:v>67663</c:v>
                </c:pt>
                <c:pt idx="25294">
                  <c:v>67664</c:v>
                </c:pt>
                <c:pt idx="25295">
                  <c:v>67665</c:v>
                </c:pt>
                <c:pt idx="25296">
                  <c:v>67666</c:v>
                </c:pt>
                <c:pt idx="25297">
                  <c:v>67667</c:v>
                </c:pt>
                <c:pt idx="25298">
                  <c:v>67668</c:v>
                </c:pt>
                <c:pt idx="25299">
                  <c:v>67669</c:v>
                </c:pt>
                <c:pt idx="25300">
                  <c:v>67670</c:v>
                </c:pt>
                <c:pt idx="25301">
                  <c:v>67671</c:v>
                </c:pt>
                <c:pt idx="25302">
                  <c:v>67672</c:v>
                </c:pt>
                <c:pt idx="25303">
                  <c:v>67673</c:v>
                </c:pt>
                <c:pt idx="25304">
                  <c:v>67674</c:v>
                </c:pt>
                <c:pt idx="25305">
                  <c:v>67675</c:v>
                </c:pt>
                <c:pt idx="25306">
                  <c:v>67676</c:v>
                </c:pt>
                <c:pt idx="25307">
                  <c:v>67677</c:v>
                </c:pt>
                <c:pt idx="25308">
                  <c:v>67678</c:v>
                </c:pt>
                <c:pt idx="25309">
                  <c:v>67679</c:v>
                </c:pt>
                <c:pt idx="25310">
                  <c:v>67680</c:v>
                </c:pt>
                <c:pt idx="25311">
                  <c:v>67681</c:v>
                </c:pt>
                <c:pt idx="25312">
                  <c:v>67682</c:v>
                </c:pt>
                <c:pt idx="25313">
                  <c:v>67683</c:v>
                </c:pt>
                <c:pt idx="25314">
                  <c:v>67684</c:v>
                </c:pt>
                <c:pt idx="25315">
                  <c:v>67685</c:v>
                </c:pt>
                <c:pt idx="25316">
                  <c:v>67686</c:v>
                </c:pt>
                <c:pt idx="25317">
                  <c:v>67687</c:v>
                </c:pt>
                <c:pt idx="25318">
                  <c:v>67688</c:v>
                </c:pt>
                <c:pt idx="25319">
                  <c:v>67689</c:v>
                </c:pt>
                <c:pt idx="25320">
                  <c:v>67690</c:v>
                </c:pt>
                <c:pt idx="25321">
                  <c:v>67691</c:v>
                </c:pt>
                <c:pt idx="25322">
                  <c:v>67692</c:v>
                </c:pt>
                <c:pt idx="25323">
                  <c:v>67693</c:v>
                </c:pt>
                <c:pt idx="25324">
                  <c:v>67694</c:v>
                </c:pt>
                <c:pt idx="25325">
                  <c:v>67695</c:v>
                </c:pt>
                <c:pt idx="25326">
                  <c:v>67696</c:v>
                </c:pt>
                <c:pt idx="25327">
                  <c:v>67697</c:v>
                </c:pt>
                <c:pt idx="25328">
                  <c:v>67698</c:v>
                </c:pt>
                <c:pt idx="25329">
                  <c:v>67699</c:v>
                </c:pt>
                <c:pt idx="25330">
                  <c:v>67700</c:v>
                </c:pt>
                <c:pt idx="25331">
                  <c:v>67701</c:v>
                </c:pt>
                <c:pt idx="25332">
                  <c:v>67702</c:v>
                </c:pt>
                <c:pt idx="25333">
                  <c:v>67703</c:v>
                </c:pt>
                <c:pt idx="25334">
                  <c:v>67704</c:v>
                </c:pt>
                <c:pt idx="25335">
                  <c:v>67705</c:v>
                </c:pt>
                <c:pt idx="25336">
                  <c:v>67706</c:v>
                </c:pt>
                <c:pt idx="25337">
                  <c:v>67707</c:v>
                </c:pt>
                <c:pt idx="25338">
                  <c:v>67708</c:v>
                </c:pt>
                <c:pt idx="25339">
                  <c:v>67709</c:v>
                </c:pt>
                <c:pt idx="25340">
                  <c:v>67710</c:v>
                </c:pt>
                <c:pt idx="25341">
                  <c:v>67711</c:v>
                </c:pt>
                <c:pt idx="25342">
                  <c:v>67712</c:v>
                </c:pt>
                <c:pt idx="25343">
                  <c:v>67713</c:v>
                </c:pt>
                <c:pt idx="25344">
                  <c:v>67714</c:v>
                </c:pt>
                <c:pt idx="25345">
                  <c:v>67715</c:v>
                </c:pt>
                <c:pt idx="25346">
                  <c:v>67716</c:v>
                </c:pt>
                <c:pt idx="25347">
                  <c:v>67717</c:v>
                </c:pt>
                <c:pt idx="25348">
                  <c:v>67718</c:v>
                </c:pt>
                <c:pt idx="25349">
                  <c:v>67719</c:v>
                </c:pt>
                <c:pt idx="25350">
                  <c:v>67720</c:v>
                </c:pt>
                <c:pt idx="25351">
                  <c:v>67721</c:v>
                </c:pt>
                <c:pt idx="25352">
                  <c:v>67722</c:v>
                </c:pt>
                <c:pt idx="25353">
                  <c:v>67723</c:v>
                </c:pt>
                <c:pt idx="25354">
                  <c:v>67724</c:v>
                </c:pt>
                <c:pt idx="25355">
                  <c:v>67725</c:v>
                </c:pt>
                <c:pt idx="25356">
                  <c:v>67726</c:v>
                </c:pt>
                <c:pt idx="25357">
                  <c:v>67727</c:v>
                </c:pt>
                <c:pt idx="25358">
                  <c:v>67728</c:v>
                </c:pt>
                <c:pt idx="25359">
                  <c:v>67729</c:v>
                </c:pt>
                <c:pt idx="25360">
                  <c:v>67730</c:v>
                </c:pt>
                <c:pt idx="25361">
                  <c:v>67731</c:v>
                </c:pt>
                <c:pt idx="25362">
                  <c:v>67732</c:v>
                </c:pt>
                <c:pt idx="25363">
                  <c:v>67733</c:v>
                </c:pt>
                <c:pt idx="25364">
                  <c:v>67734</c:v>
                </c:pt>
                <c:pt idx="25365">
                  <c:v>67735</c:v>
                </c:pt>
                <c:pt idx="25366">
                  <c:v>67736</c:v>
                </c:pt>
                <c:pt idx="25367">
                  <c:v>67737</c:v>
                </c:pt>
                <c:pt idx="25368">
                  <c:v>67738</c:v>
                </c:pt>
                <c:pt idx="25369">
                  <c:v>67739</c:v>
                </c:pt>
                <c:pt idx="25370">
                  <c:v>67740</c:v>
                </c:pt>
                <c:pt idx="25371">
                  <c:v>67741</c:v>
                </c:pt>
                <c:pt idx="25372">
                  <c:v>67742</c:v>
                </c:pt>
                <c:pt idx="25373">
                  <c:v>67743</c:v>
                </c:pt>
                <c:pt idx="25374">
                  <c:v>67744</c:v>
                </c:pt>
                <c:pt idx="25375">
                  <c:v>67745</c:v>
                </c:pt>
                <c:pt idx="25376">
                  <c:v>67746</c:v>
                </c:pt>
                <c:pt idx="25377">
                  <c:v>67747</c:v>
                </c:pt>
                <c:pt idx="25378">
                  <c:v>67748</c:v>
                </c:pt>
                <c:pt idx="25379">
                  <c:v>67749</c:v>
                </c:pt>
                <c:pt idx="25380">
                  <c:v>67750</c:v>
                </c:pt>
                <c:pt idx="25381">
                  <c:v>67751</c:v>
                </c:pt>
                <c:pt idx="25382">
                  <c:v>67752</c:v>
                </c:pt>
                <c:pt idx="25383">
                  <c:v>67753</c:v>
                </c:pt>
                <c:pt idx="25384">
                  <c:v>67754</c:v>
                </c:pt>
                <c:pt idx="25385">
                  <c:v>67755</c:v>
                </c:pt>
                <c:pt idx="25386">
                  <c:v>67756</c:v>
                </c:pt>
                <c:pt idx="25387">
                  <c:v>67757</c:v>
                </c:pt>
                <c:pt idx="25388">
                  <c:v>67758</c:v>
                </c:pt>
                <c:pt idx="25389">
                  <c:v>67759</c:v>
                </c:pt>
                <c:pt idx="25390">
                  <c:v>67760</c:v>
                </c:pt>
                <c:pt idx="25391">
                  <c:v>67761</c:v>
                </c:pt>
                <c:pt idx="25392">
                  <c:v>67762</c:v>
                </c:pt>
                <c:pt idx="25393">
                  <c:v>67763</c:v>
                </c:pt>
                <c:pt idx="25394">
                  <c:v>67764</c:v>
                </c:pt>
                <c:pt idx="25395">
                  <c:v>67765</c:v>
                </c:pt>
                <c:pt idx="25396">
                  <c:v>67766</c:v>
                </c:pt>
                <c:pt idx="25397">
                  <c:v>67767</c:v>
                </c:pt>
                <c:pt idx="25398">
                  <c:v>67768</c:v>
                </c:pt>
                <c:pt idx="25399">
                  <c:v>67769</c:v>
                </c:pt>
                <c:pt idx="25400">
                  <c:v>67770</c:v>
                </c:pt>
                <c:pt idx="25401">
                  <c:v>67771</c:v>
                </c:pt>
                <c:pt idx="25402">
                  <c:v>67772</c:v>
                </c:pt>
                <c:pt idx="25403">
                  <c:v>67773</c:v>
                </c:pt>
                <c:pt idx="25404">
                  <c:v>67774</c:v>
                </c:pt>
                <c:pt idx="25405">
                  <c:v>67775</c:v>
                </c:pt>
                <c:pt idx="25406">
                  <c:v>67776</c:v>
                </c:pt>
                <c:pt idx="25407">
                  <c:v>67777</c:v>
                </c:pt>
                <c:pt idx="25408">
                  <c:v>67778</c:v>
                </c:pt>
                <c:pt idx="25409">
                  <c:v>67779</c:v>
                </c:pt>
                <c:pt idx="25410">
                  <c:v>67780</c:v>
                </c:pt>
                <c:pt idx="25411">
                  <c:v>67781</c:v>
                </c:pt>
                <c:pt idx="25412">
                  <c:v>67782</c:v>
                </c:pt>
                <c:pt idx="25413">
                  <c:v>67783</c:v>
                </c:pt>
                <c:pt idx="25414">
                  <c:v>67784</c:v>
                </c:pt>
                <c:pt idx="25415">
                  <c:v>67785</c:v>
                </c:pt>
                <c:pt idx="25416">
                  <c:v>67786</c:v>
                </c:pt>
                <c:pt idx="25417">
                  <c:v>67787</c:v>
                </c:pt>
                <c:pt idx="25418">
                  <c:v>67788</c:v>
                </c:pt>
                <c:pt idx="25419">
                  <c:v>67789</c:v>
                </c:pt>
                <c:pt idx="25420">
                  <c:v>67790</c:v>
                </c:pt>
                <c:pt idx="25421">
                  <c:v>67791</c:v>
                </c:pt>
                <c:pt idx="25422">
                  <c:v>67792</c:v>
                </c:pt>
                <c:pt idx="25423">
                  <c:v>67793</c:v>
                </c:pt>
                <c:pt idx="25424">
                  <c:v>67794</c:v>
                </c:pt>
                <c:pt idx="25425">
                  <c:v>67795</c:v>
                </c:pt>
                <c:pt idx="25426">
                  <c:v>67796</c:v>
                </c:pt>
                <c:pt idx="25427">
                  <c:v>67797</c:v>
                </c:pt>
                <c:pt idx="25428">
                  <c:v>67798</c:v>
                </c:pt>
                <c:pt idx="25429">
                  <c:v>67799</c:v>
                </c:pt>
                <c:pt idx="25430">
                  <c:v>67800</c:v>
                </c:pt>
                <c:pt idx="25431">
                  <c:v>67801</c:v>
                </c:pt>
                <c:pt idx="25432">
                  <c:v>67802</c:v>
                </c:pt>
                <c:pt idx="25433">
                  <c:v>67803</c:v>
                </c:pt>
                <c:pt idx="25434">
                  <c:v>67804</c:v>
                </c:pt>
                <c:pt idx="25435">
                  <c:v>67805</c:v>
                </c:pt>
                <c:pt idx="25436">
                  <c:v>67806</c:v>
                </c:pt>
                <c:pt idx="25437">
                  <c:v>67807</c:v>
                </c:pt>
                <c:pt idx="25438">
                  <c:v>67808</c:v>
                </c:pt>
                <c:pt idx="25439">
                  <c:v>67809</c:v>
                </c:pt>
                <c:pt idx="25440">
                  <c:v>67810</c:v>
                </c:pt>
                <c:pt idx="25441">
                  <c:v>67811</c:v>
                </c:pt>
                <c:pt idx="25442">
                  <c:v>67812</c:v>
                </c:pt>
                <c:pt idx="25443">
                  <c:v>67813</c:v>
                </c:pt>
                <c:pt idx="25444">
                  <c:v>67814</c:v>
                </c:pt>
                <c:pt idx="25445">
                  <c:v>67815</c:v>
                </c:pt>
                <c:pt idx="25446">
                  <c:v>67816</c:v>
                </c:pt>
                <c:pt idx="25447">
                  <c:v>67817</c:v>
                </c:pt>
                <c:pt idx="25448">
                  <c:v>67818</c:v>
                </c:pt>
                <c:pt idx="25449">
                  <c:v>67819</c:v>
                </c:pt>
                <c:pt idx="25450">
                  <c:v>67820</c:v>
                </c:pt>
                <c:pt idx="25451">
                  <c:v>67821</c:v>
                </c:pt>
                <c:pt idx="25452">
                  <c:v>67822</c:v>
                </c:pt>
                <c:pt idx="25453">
                  <c:v>67823</c:v>
                </c:pt>
                <c:pt idx="25454">
                  <c:v>67824</c:v>
                </c:pt>
                <c:pt idx="25455">
                  <c:v>67825</c:v>
                </c:pt>
                <c:pt idx="25456">
                  <c:v>67826</c:v>
                </c:pt>
                <c:pt idx="25457">
                  <c:v>67827</c:v>
                </c:pt>
                <c:pt idx="25458">
                  <c:v>67828</c:v>
                </c:pt>
                <c:pt idx="25459">
                  <c:v>67829</c:v>
                </c:pt>
                <c:pt idx="25460">
                  <c:v>67830</c:v>
                </c:pt>
                <c:pt idx="25461">
                  <c:v>67831</c:v>
                </c:pt>
                <c:pt idx="25462">
                  <c:v>67832</c:v>
                </c:pt>
                <c:pt idx="25463">
                  <c:v>67833</c:v>
                </c:pt>
                <c:pt idx="25464">
                  <c:v>67834</c:v>
                </c:pt>
                <c:pt idx="25465">
                  <c:v>67835</c:v>
                </c:pt>
                <c:pt idx="25466">
                  <c:v>67836</c:v>
                </c:pt>
                <c:pt idx="25467">
                  <c:v>67837</c:v>
                </c:pt>
                <c:pt idx="25468">
                  <c:v>67838</c:v>
                </c:pt>
                <c:pt idx="25469">
                  <c:v>67839</c:v>
                </c:pt>
                <c:pt idx="25470">
                  <c:v>67840</c:v>
                </c:pt>
                <c:pt idx="25471">
                  <c:v>67841</c:v>
                </c:pt>
                <c:pt idx="25472">
                  <c:v>67842</c:v>
                </c:pt>
                <c:pt idx="25473">
                  <c:v>67843</c:v>
                </c:pt>
                <c:pt idx="25474">
                  <c:v>67844</c:v>
                </c:pt>
                <c:pt idx="25475">
                  <c:v>67845</c:v>
                </c:pt>
                <c:pt idx="25476">
                  <c:v>67846</c:v>
                </c:pt>
                <c:pt idx="25477">
                  <c:v>67847</c:v>
                </c:pt>
                <c:pt idx="25478">
                  <c:v>67848</c:v>
                </c:pt>
                <c:pt idx="25479">
                  <c:v>67849</c:v>
                </c:pt>
                <c:pt idx="25480">
                  <c:v>67850</c:v>
                </c:pt>
                <c:pt idx="25481">
                  <c:v>67851</c:v>
                </c:pt>
                <c:pt idx="25482">
                  <c:v>67852</c:v>
                </c:pt>
                <c:pt idx="25483">
                  <c:v>67853</c:v>
                </c:pt>
                <c:pt idx="25484">
                  <c:v>67854</c:v>
                </c:pt>
                <c:pt idx="25485">
                  <c:v>67855</c:v>
                </c:pt>
                <c:pt idx="25486">
                  <c:v>67856</c:v>
                </c:pt>
                <c:pt idx="25487">
                  <c:v>67857</c:v>
                </c:pt>
                <c:pt idx="25488">
                  <c:v>67858</c:v>
                </c:pt>
                <c:pt idx="25489">
                  <c:v>67859</c:v>
                </c:pt>
                <c:pt idx="25490">
                  <c:v>67860</c:v>
                </c:pt>
                <c:pt idx="25491">
                  <c:v>67861</c:v>
                </c:pt>
                <c:pt idx="25492">
                  <c:v>67862</c:v>
                </c:pt>
                <c:pt idx="25493">
                  <c:v>67863</c:v>
                </c:pt>
                <c:pt idx="25494">
                  <c:v>67864</c:v>
                </c:pt>
                <c:pt idx="25495">
                  <c:v>67865</c:v>
                </c:pt>
                <c:pt idx="25496">
                  <c:v>67866</c:v>
                </c:pt>
                <c:pt idx="25497">
                  <c:v>67867</c:v>
                </c:pt>
                <c:pt idx="25498">
                  <c:v>67868</c:v>
                </c:pt>
                <c:pt idx="25499">
                  <c:v>67869</c:v>
                </c:pt>
                <c:pt idx="25500">
                  <c:v>67870</c:v>
                </c:pt>
                <c:pt idx="25501">
                  <c:v>67871</c:v>
                </c:pt>
                <c:pt idx="25502">
                  <c:v>67872</c:v>
                </c:pt>
                <c:pt idx="25503">
                  <c:v>67873</c:v>
                </c:pt>
                <c:pt idx="25504">
                  <c:v>67874</c:v>
                </c:pt>
                <c:pt idx="25505">
                  <c:v>67875</c:v>
                </c:pt>
                <c:pt idx="25506">
                  <c:v>67876</c:v>
                </c:pt>
                <c:pt idx="25507">
                  <c:v>67877</c:v>
                </c:pt>
                <c:pt idx="25508">
                  <c:v>67878</c:v>
                </c:pt>
                <c:pt idx="25509">
                  <c:v>67879</c:v>
                </c:pt>
                <c:pt idx="25510">
                  <c:v>67880</c:v>
                </c:pt>
                <c:pt idx="25511">
                  <c:v>67881</c:v>
                </c:pt>
                <c:pt idx="25512">
                  <c:v>67882</c:v>
                </c:pt>
                <c:pt idx="25513">
                  <c:v>67883</c:v>
                </c:pt>
                <c:pt idx="25514">
                  <c:v>67884</c:v>
                </c:pt>
                <c:pt idx="25515">
                  <c:v>67885</c:v>
                </c:pt>
                <c:pt idx="25516">
                  <c:v>67886</c:v>
                </c:pt>
                <c:pt idx="25517">
                  <c:v>67887</c:v>
                </c:pt>
                <c:pt idx="25518">
                  <c:v>67888</c:v>
                </c:pt>
                <c:pt idx="25519">
                  <c:v>67889</c:v>
                </c:pt>
                <c:pt idx="25520">
                  <c:v>67890</c:v>
                </c:pt>
                <c:pt idx="25521">
                  <c:v>67891</c:v>
                </c:pt>
                <c:pt idx="25522">
                  <c:v>67892</c:v>
                </c:pt>
                <c:pt idx="25523">
                  <c:v>67893</c:v>
                </c:pt>
                <c:pt idx="25524">
                  <c:v>67894</c:v>
                </c:pt>
                <c:pt idx="25525">
                  <c:v>67895</c:v>
                </c:pt>
                <c:pt idx="25526">
                  <c:v>67896</c:v>
                </c:pt>
                <c:pt idx="25527">
                  <c:v>67897</c:v>
                </c:pt>
                <c:pt idx="25528">
                  <c:v>67898</c:v>
                </c:pt>
                <c:pt idx="25529">
                  <c:v>67899</c:v>
                </c:pt>
                <c:pt idx="25530">
                  <c:v>67900</c:v>
                </c:pt>
                <c:pt idx="25531">
                  <c:v>67901</c:v>
                </c:pt>
                <c:pt idx="25532">
                  <c:v>67902</c:v>
                </c:pt>
                <c:pt idx="25533">
                  <c:v>67903</c:v>
                </c:pt>
                <c:pt idx="25534">
                  <c:v>67904</c:v>
                </c:pt>
                <c:pt idx="25535">
                  <c:v>67905</c:v>
                </c:pt>
                <c:pt idx="25536">
                  <c:v>67906</c:v>
                </c:pt>
                <c:pt idx="25537">
                  <c:v>67907</c:v>
                </c:pt>
                <c:pt idx="25538">
                  <c:v>67908</c:v>
                </c:pt>
                <c:pt idx="25539">
                  <c:v>67909</c:v>
                </c:pt>
                <c:pt idx="25540">
                  <c:v>67910</c:v>
                </c:pt>
                <c:pt idx="25541">
                  <c:v>67911</c:v>
                </c:pt>
                <c:pt idx="25542">
                  <c:v>67912</c:v>
                </c:pt>
                <c:pt idx="25543">
                  <c:v>67913</c:v>
                </c:pt>
                <c:pt idx="25544">
                  <c:v>67914</c:v>
                </c:pt>
                <c:pt idx="25545">
                  <c:v>67915</c:v>
                </c:pt>
                <c:pt idx="25546">
                  <c:v>67916</c:v>
                </c:pt>
                <c:pt idx="25547">
                  <c:v>67917</c:v>
                </c:pt>
                <c:pt idx="25548">
                  <c:v>67918</c:v>
                </c:pt>
                <c:pt idx="25549">
                  <c:v>67919</c:v>
                </c:pt>
                <c:pt idx="25550">
                  <c:v>67920</c:v>
                </c:pt>
                <c:pt idx="25551">
                  <c:v>67921</c:v>
                </c:pt>
                <c:pt idx="25552">
                  <c:v>67922</c:v>
                </c:pt>
                <c:pt idx="25553">
                  <c:v>67923</c:v>
                </c:pt>
                <c:pt idx="25554">
                  <c:v>67924</c:v>
                </c:pt>
                <c:pt idx="25555">
                  <c:v>67925</c:v>
                </c:pt>
                <c:pt idx="25556">
                  <c:v>67926</c:v>
                </c:pt>
                <c:pt idx="25557">
                  <c:v>67927</c:v>
                </c:pt>
                <c:pt idx="25558">
                  <c:v>67928</c:v>
                </c:pt>
                <c:pt idx="25559">
                  <c:v>67929</c:v>
                </c:pt>
                <c:pt idx="25560">
                  <c:v>67930</c:v>
                </c:pt>
                <c:pt idx="25561">
                  <c:v>67931</c:v>
                </c:pt>
                <c:pt idx="25562">
                  <c:v>67932</c:v>
                </c:pt>
                <c:pt idx="25563">
                  <c:v>67933</c:v>
                </c:pt>
                <c:pt idx="25564">
                  <c:v>67934</c:v>
                </c:pt>
                <c:pt idx="25565">
                  <c:v>67935</c:v>
                </c:pt>
                <c:pt idx="25566">
                  <c:v>67936</c:v>
                </c:pt>
                <c:pt idx="25567">
                  <c:v>67937</c:v>
                </c:pt>
                <c:pt idx="25568">
                  <c:v>67938</c:v>
                </c:pt>
                <c:pt idx="25569">
                  <c:v>67939</c:v>
                </c:pt>
                <c:pt idx="25570">
                  <c:v>67940</c:v>
                </c:pt>
                <c:pt idx="25571">
                  <c:v>67941</c:v>
                </c:pt>
                <c:pt idx="25572">
                  <c:v>67942</c:v>
                </c:pt>
                <c:pt idx="25573">
                  <c:v>67943</c:v>
                </c:pt>
                <c:pt idx="25574">
                  <c:v>67944</c:v>
                </c:pt>
                <c:pt idx="25575">
                  <c:v>67945</c:v>
                </c:pt>
                <c:pt idx="25576">
                  <c:v>67946</c:v>
                </c:pt>
                <c:pt idx="25577">
                  <c:v>67947</c:v>
                </c:pt>
                <c:pt idx="25578">
                  <c:v>67948</c:v>
                </c:pt>
                <c:pt idx="25579">
                  <c:v>67949</c:v>
                </c:pt>
                <c:pt idx="25580">
                  <c:v>67950</c:v>
                </c:pt>
                <c:pt idx="25581">
                  <c:v>67951</c:v>
                </c:pt>
                <c:pt idx="25582">
                  <c:v>67952</c:v>
                </c:pt>
                <c:pt idx="25583">
                  <c:v>67953</c:v>
                </c:pt>
                <c:pt idx="25584">
                  <c:v>67954</c:v>
                </c:pt>
                <c:pt idx="25585">
                  <c:v>67955</c:v>
                </c:pt>
                <c:pt idx="25586">
                  <c:v>67956</c:v>
                </c:pt>
                <c:pt idx="25587">
                  <c:v>67957</c:v>
                </c:pt>
                <c:pt idx="25588">
                  <c:v>67958</c:v>
                </c:pt>
                <c:pt idx="25589">
                  <c:v>67959</c:v>
                </c:pt>
                <c:pt idx="25590">
                  <c:v>67960</c:v>
                </c:pt>
                <c:pt idx="25591">
                  <c:v>67961</c:v>
                </c:pt>
                <c:pt idx="25592">
                  <c:v>67962</c:v>
                </c:pt>
                <c:pt idx="25593">
                  <c:v>67963</c:v>
                </c:pt>
                <c:pt idx="25594">
                  <c:v>67964</c:v>
                </c:pt>
                <c:pt idx="25595">
                  <c:v>67965</c:v>
                </c:pt>
                <c:pt idx="25596">
                  <c:v>67966</c:v>
                </c:pt>
                <c:pt idx="25597">
                  <c:v>67967</c:v>
                </c:pt>
                <c:pt idx="25598">
                  <c:v>67968</c:v>
                </c:pt>
                <c:pt idx="25599">
                  <c:v>67969</c:v>
                </c:pt>
                <c:pt idx="25600">
                  <c:v>67970</c:v>
                </c:pt>
                <c:pt idx="25601">
                  <c:v>67971</c:v>
                </c:pt>
                <c:pt idx="25602">
                  <c:v>67972</c:v>
                </c:pt>
                <c:pt idx="25603">
                  <c:v>67973</c:v>
                </c:pt>
                <c:pt idx="25604">
                  <c:v>67974</c:v>
                </c:pt>
                <c:pt idx="25605">
                  <c:v>67975</c:v>
                </c:pt>
                <c:pt idx="25606">
                  <c:v>67976</c:v>
                </c:pt>
                <c:pt idx="25607">
                  <c:v>67977</c:v>
                </c:pt>
                <c:pt idx="25608">
                  <c:v>67978</c:v>
                </c:pt>
                <c:pt idx="25609">
                  <c:v>67979</c:v>
                </c:pt>
                <c:pt idx="25610">
                  <c:v>67980</c:v>
                </c:pt>
                <c:pt idx="25611">
                  <c:v>67981</c:v>
                </c:pt>
                <c:pt idx="25612">
                  <c:v>67982</c:v>
                </c:pt>
                <c:pt idx="25613">
                  <c:v>67983</c:v>
                </c:pt>
                <c:pt idx="25614">
                  <c:v>67984</c:v>
                </c:pt>
                <c:pt idx="25615">
                  <c:v>67985</c:v>
                </c:pt>
                <c:pt idx="25616">
                  <c:v>67986</c:v>
                </c:pt>
                <c:pt idx="25617">
                  <c:v>67987</c:v>
                </c:pt>
                <c:pt idx="25618">
                  <c:v>67988</c:v>
                </c:pt>
                <c:pt idx="25619">
                  <c:v>67989</c:v>
                </c:pt>
                <c:pt idx="25620">
                  <c:v>67990</c:v>
                </c:pt>
                <c:pt idx="25621">
                  <c:v>67991</c:v>
                </c:pt>
                <c:pt idx="25622">
                  <c:v>67992</c:v>
                </c:pt>
                <c:pt idx="25623">
                  <c:v>67993</c:v>
                </c:pt>
                <c:pt idx="25624">
                  <c:v>67994</c:v>
                </c:pt>
                <c:pt idx="25625">
                  <c:v>67995</c:v>
                </c:pt>
                <c:pt idx="25626">
                  <c:v>67996</c:v>
                </c:pt>
                <c:pt idx="25627">
                  <c:v>67997</c:v>
                </c:pt>
                <c:pt idx="25628">
                  <c:v>67998</c:v>
                </c:pt>
                <c:pt idx="25629">
                  <c:v>67999</c:v>
                </c:pt>
                <c:pt idx="25630">
                  <c:v>68000</c:v>
                </c:pt>
                <c:pt idx="25631">
                  <c:v>68001</c:v>
                </c:pt>
                <c:pt idx="25632">
                  <c:v>68002</c:v>
                </c:pt>
                <c:pt idx="25633">
                  <c:v>68003</c:v>
                </c:pt>
                <c:pt idx="25634">
                  <c:v>68004</c:v>
                </c:pt>
                <c:pt idx="25635">
                  <c:v>68005</c:v>
                </c:pt>
                <c:pt idx="25636">
                  <c:v>68006</c:v>
                </c:pt>
                <c:pt idx="25637">
                  <c:v>68007</c:v>
                </c:pt>
                <c:pt idx="25638">
                  <c:v>68008</c:v>
                </c:pt>
                <c:pt idx="25639">
                  <c:v>68009</c:v>
                </c:pt>
                <c:pt idx="25640">
                  <c:v>68010</c:v>
                </c:pt>
                <c:pt idx="25641">
                  <c:v>68011</c:v>
                </c:pt>
                <c:pt idx="25642">
                  <c:v>68012</c:v>
                </c:pt>
                <c:pt idx="25643">
                  <c:v>68013</c:v>
                </c:pt>
                <c:pt idx="25644">
                  <c:v>68014</c:v>
                </c:pt>
                <c:pt idx="25645">
                  <c:v>68015</c:v>
                </c:pt>
                <c:pt idx="25646">
                  <c:v>68016</c:v>
                </c:pt>
                <c:pt idx="25647">
                  <c:v>68017</c:v>
                </c:pt>
                <c:pt idx="25648">
                  <c:v>68018</c:v>
                </c:pt>
                <c:pt idx="25649">
                  <c:v>68019</c:v>
                </c:pt>
                <c:pt idx="25650">
                  <c:v>68020</c:v>
                </c:pt>
                <c:pt idx="25651">
                  <c:v>68021</c:v>
                </c:pt>
                <c:pt idx="25652">
                  <c:v>68022</c:v>
                </c:pt>
                <c:pt idx="25653">
                  <c:v>68023</c:v>
                </c:pt>
                <c:pt idx="25654">
                  <c:v>68024</c:v>
                </c:pt>
                <c:pt idx="25655">
                  <c:v>68025</c:v>
                </c:pt>
                <c:pt idx="25656">
                  <c:v>68026</c:v>
                </c:pt>
                <c:pt idx="25657">
                  <c:v>68027</c:v>
                </c:pt>
                <c:pt idx="25658">
                  <c:v>68028</c:v>
                </c:pt>
                <c:pt idx="25659">
                  <c:v>68029</c:v>
                </c:pt>
                <c:pt idx="25660">
                  <c:v>68030</c:v>
                </c:pt>
                <c:pt idx="25661">
                  <c:v>68031</c:v>
                </c:pt>
                <c:pt idx="25662">
                  <c:v>68032</c:v>
                </c:pt>
                <c:pt idx="25663">
                  <c:v>68033</c:v>
                </c:pt>
                <c:pt idx="25664">
                  <c:v>68034</c:v>
                </c:pt>
                <c:pt idx="25665">
                  <c:v>68035</c:v>
                </c:pt>
                <c:pt idx="25666">
                  <c:v>68036</c:v>
                </c:pt>
                <c:pt idx="25667">
                  <c:v>68037</c:v>
                </c:pt>
                <c:pt idx="25668">
                  <c:v>68038</c:v>
                </c:pt>
                <c:pt idx="25669">
                  <c:v>68039</c:v>
                </c:pt>
                <c:pt idx="25670">
                  <c:v>68040</c:v>
                </c:pt>
                <c:pt idx="25671">
                  <c:v>68041</c:v>
                </c:pt>
                <c:pt idx="25672">
                  <c:v>68042</c:v>
                </c:pt>
                <c:pt idx="25673">
                  <c:v>68043</c:v>
                </c:pt>
                <c:pt idx="25674">
                  <c:v>68044</c:v>
                </c:pt>
                <c:pt idx="25675">
                  <c:v>68045</c:v>
                </c:pt>
                <c:pt idx="25676">
                  <c:v>68046</c:v>
                </c:pt>
                <c:pt idx="25677">
                  <c:v>68047</c:v>
                </c:pt>
                <c:pt idx="25678">
                  <c:v>68048</c:v>
                </c:pt>
                <c:pt idx="25679">
                  <c:v>68049</c:v>
                </c:pt>
                <c:pt idx="25680">
                  <c:v>68050</c:v>
                </c:pt>
                <c:pt idx="25681">
                  <c:v>68051</c:v>
                </c:pt>
                <c:pt idx="25682">
                  <c:v>68052</c:v>
                </c:pt>
                <c:pt idx="25683">
                  <c:v>68053</c:v>
                </c:pt>
                <c:pt idx="25684">
                  <c:v>68054</c:v>
                </c:pt>
                <c:pt idx="25685">
                  <c:v>68055</c:v>
                </c:pt>
                <c:pt idx="25686">
                  <c:v>68056</c:v>
                </c:pt>
                <c:pt idx="25687">
                  <c:v>68057</c:v>
                </c:pt>
                <c:pt idx="25688">
                  <c:v>68058</c:v>
                </c:pt>
                <c:pt idx="25689">
                  <c:v>68059</c:v>
                </c:pt>
                <c:pt idx="25690">
                  <c:v>68060</c:v>
                </c:pt>
                <c:pt idx="25691">
                  <c:v>68061</c:v>
                </c:pt>
                <c:pt idx="25692">
                  <c:v>68062</c:v>
                </c:pt>
                <c:pt idx="25693">
                  <c:v>68063</c:v>
                </c:pt>
                <c:pt idx="25694">
                  <c:v>68064</c:v>
                </c:pt>
                <c:pt idx="25695">
                  <c:v>68065</c:v>
                </c:pt>
                <c:pt idx="25696">
                  <c:v>68066</c:v>
                </c:pt>
                <c:pt idx="25697">
                  <c:v>68067</c:v>
                </c:pt>
                <c:pt idx="25698">
                  <c:v>68068</c:v>
                </c:pt>
                <c:pt idx="25699">
                  <c:v>68069</c:v>
                </c:pt>
                <c:pt idx="25700">
                  <c:v>68070</c:v>
                </c:pt>
                <c:pt idx="25701">
                  <c:v>68071</c:v>
                </c:pt>
                <c:pt idx="25702">
                  <c:v>68072</c:v>
                </c:pt>
                <c:pt idx="25703">
                  <c:v>68073</c:v>
                </c:pt>
                <c:pt idx="25704">
                  <c:v>68074</c:v>
                </c:pt>
                <c:pt idx="25705">
                  <c:v>68075</c:v>
                </c:pt>
                <c:pt idx="25706">
                  <c:v>68076</c:v>
                </c:pt>
                <c:pt idx="25707">
                  <c:v>68077</c:v>
                </c:pt>
                <c:pt idx="25708">
                  <c:v>68078</c:v>
                </c:pt>
                <c:pt idx="25709">
                  <c:v>68079</c:v>
                </c:pt>
                <c:pt idx="25710">
                  <c:v>68080</c:v>
                </c:pt>
                <c:pt idx="25711">
                  <c:v>68081</c:v>
                </c:pt>
                <c:pt idx="25712">
                  <c:v>68082</c:v>
                </c:pt>
                <c:pt idx="25713">
                  <c:v>68083</c:v>
                </c:pt>
                <c:pt idx="25714">
                  <c:v>68084</c:v>
                </c:pt>
                <c:pt idx="25715">
                  <c:v>68085</c:v>
                </c:pt>
                <c:pt idx="25716">
                  <c:v>68086</c:v>
                </c:pt>
                <c:pt idx="25717">
                  <c:v>68087</c:v>
                </c:pt>
                <c:pt idx="25718">
                  <c:v>68088</c:v>
                </c:pt>
                <c:pt idx="25719">
                  <c:v>68089</c:v>
                </c:pt>
                <c:pt idx="25720">
                  <c:v>68090</c:v>
                </c:pt>
                <c:pt idx="25721">
                  <c:v>68091</c:v>
                </c:pt>
                <c:pt idx="25722">
                  <c:v>68092</c:v>
                </c:pt>
                <c:pt idx="25723">
                  <c:v>68093</c:v>
                </c:pt>
                <c:pt idx="25724">
                  <c:v>68094</c:v>
                </c:pt>
                <c:pt idx="25725">
                  <c:v>68095</c:v>
                </c:pt>
                <c:pt idx="25726">
                  <c:v>68096</c:v>
                </c:pt>
                <c:pt idx="25727">
                  <c:v>68097</c:v>
                </c:pt>
                <c:pt idx="25728">
                  <c:v>68098</c:v>
                </c:pt>
                <c:pt idx="25729">
                  <c:v>68099</c:v>
                </c:pt>
                <c:pt idx="25730">
                  <c:v>68100</c:v>
                </c:pt>
                <c:pt idx="25731">
                  <c:v>68101</c:v>
                </c:pt>
                <c:pt idx="25732">
                  <c:v>68102</c:v>
                </c:pt>
                <c:pt idx="25733">
                  <c:v>68103</c:v>
                </c:pt>
                <c:pt idx="25734">
                  <c:v>68104</c:v>
                </c:pt>
                <c:pt idx="25735">
                  <c:v>68105</c:v>
                </c:pt>
                <c:pt idx="25736">
                  <c:v>68106</c:v>
                </c:pt>
                <c:pt idx="25737">
                  <c:v>68107</c:v>
                </c:pt>
                <c:pt idx="25738">
                  <c:v>68108</c:v>
                </c:pt>
                <c:pt idx="25739">
                  <c:v>68109</c:v>
                </c:pt>
                <c:pt idx="25740">
                  <c:v>68110</c:v>
                </c:pt>
                <c:pt idx="25741">
                  <c:v>68111</c:v>
                </c:pt>
                <c:pt idx="25742">
                  <c:v>68112</c:v>
                </c:pt>
                <c:pt idx="25743">
                  <c:v>68113</c:v>
                </c:pt>
                <c:pt idx="25744">
                  <c:v>68114</c:v>
                </c:pt>
                <c:pt idx="25745">
                  <c:v>68115</c:v>
                </c:pt>
                <c:pt idx="25746">
                  <c:v>68116</c:v>
                </c:pt>
                <c:pt idx="25747">
                  <c:v>68117</c:v>
                </c:pt>
                <c:pt idx="25748">
                  <c:v>68118</c:v>
                </c:pt>
                <c:pt idx="25749">
                  <c:v>68119</c:v>
                </c:pt>
                <c:pt idx="25750">
                  <c:v>68120</c:v>
                </c:pt>
                <c:pt idx="25751">
                  <c:v>68121</c:v>
                </c:pt>
                <c:pt idx="25752">
                  <c:v>68122</c:v>
                </c:pt>
                <c:pt idx="25753">
                  <c:v>68123</c:v>
                </c:pt>
                <c:pt idx="25754">
                  <c:v>68124</c:v>
                </c:pt>
                <c:pt idx="25755">
                  <c:v>68125</c:v>
                </c:pt>
                <c:pt idx="25756">
                  <c:v>68126</c:v>
                </c:pt>
                <c:pt idx="25757">
                  <c:v>68127</c:v>
                </c:pt>
                <c:pt idx="25758">
                  <c:v>68128</c:v>
                </c:pt>
                <c:pt idx="25759">
                  <c:v>68129</c:v>
                </c:pt>
                <c:pt idx="25760">
                  <c:v>68130</c:v>
                </c:pt>
                <c:pt idx="25761">
                  <c:v>68131</c:v>
                </c:pt>
                <c:pt idx="25762">
                  <c:v>68132</c:v>
                </c:pt>
                <c:pt idx="25763">
                  <c:v>68133</c:v>
                </c:pt>
                <c:pt idx="25764">
                  <c:v>68134</c:v>
                </c:pt>
                <c:pt idx="25765">
                  <c:v>68135</c:v>
                </c:pt>
                <c:pt idx="25766">
                  <c:v>68136</c:v>
                </c:pt>
                <c:pt idx="25767">
                  <c:v>68137</c:v>
                </c:pt>
                <c:pt idx="25768">
                  <c:v>68138</c:v>
                </c:pt>
                <c:pt idx="25769">
                  <c:v>68139</c:v>
                </c:pt>
                <c:pt idx="25770">
                  <c:v>68140</c:v>
                </c:pt>
                <c:pt idx="25771">
                  <c:v>68141</c:v>
                </c:pt>
                <c:pt idx="25772">
                  <c:v>68142</c:v>
                </c:pt>
                <c:pt idx="25773">
                  <c:v>68143</c:v>
                </c:pt>
                <c:pt idx="25774">
                  <c:v>68144</c:v>
                </c:pt>
                <c:pt idx="25775">
                  <c:v>68145</c:v>
                </c:pt>
                <c:pt idx="25776">
                  <c:v>68146</c:v>
                </c:pt>
                <c:pt idx="25777">
                  <c:v>68147</c:v>
                </c:pt>
                <c:pt idx="25778">
                  <c:v>68148</c:v>
                </c:pt>
                <c:pt idx="25779">
                  <c:v>68149</c:v>
                </c:pt>
                <c:pt idx="25780">
                  <c:v>68150</c:v>
                </c:pt>
                <c:pt idx="25781">
                  <c:v>68151</c:v>
                </c:pt>
                <c:pt idx="25782">
                  <c:v>68152</c:v>
                </c:pt>
                <c:pt idx="25783">
                  <c:v>68153</c:v>
                </c:pt>
                <c:pt idx="25784">
                  <c:v>68154</c:v>
                </c:pt>
                <c:pt idx="25785">
                  <c:v>68155</c:v>
                </c:pt>
                <c:pt idx="25786">
                  <c:v>68156</c:v>
                </c:pt>
                <c:pt idx="25787">
                  <c:v>68157</c:v>
                </c:pt>
                <c:pt idx="25788">
                  <c:v>68158</c:v>
                </c:pt>
                <c:pt idx="25789">
                  <c:v>68159</c:v>
                </c:pt>
                <c:pt idx="25790">
                  <c:v>68160</c:v>
                </c:pt>
                <c:pt idx="25791">
                  <c:v>68161</c:v>
                </c:pt>
                <c:pt idx="25792">
                  <c:v>68162</c:v>
                </c:pt>
                <c:pt idx="25793">
                  <c:v>68163</c:v>
                </c:pt>
                <c:pt idx="25794">
                  <c:v>68164</c:v>
                </c:pt>
                <c:pt idx="25795">
                  <c:v>68165</c:v>
                </c:pt>
                <c:pt idx="25796">
                  <c:v>68166</c:v>
                </c:pt>
                <c:pt idx="25797">
                  <c:v>68167</c:v>
                </c:pt>
                <c:pt idx="25798">
                  <c:v>68168</c:v>
                </c:pt>
                <c:pt idx="25799">
                  <c:v>68169</c:v>
                </c:pt>
                <c:pt idx="25800">
                  <c:v>68170</c:v>
                </c:pt>
                <c:pt idx="25801">
                  <c:v>68171</c:v>
                </c:pt>
                <c:pt idx="25802">
                  <c:v>68172</c:v>
                </c:pt>
                <c:pt idx="25803">
                  <c:v>68173</c:v>
                </c:pt>
                <c:pt idx="25804">
                  <c:v>68174</c:v>
                </c:pt>
                <c:pt idx="25805">
                  <c:v>68175</c:v>
                </c:pt>
                <c:pt idx="25806">
                  <c:v>68176</c:v>
                </c:pt>
                <c:pt idx="25807">
                  <c:v>68177</c:v>
                </c:pt>
                <c:pt idx="25808">
                  <c:v>68178</c:v>
                </c:pt>
                <c:pt idx="25809">
                  <c:v>68179</c:v>
                </c:pt>
                <c:pt idx="25810">
                  <c:v>68180</c:v>
                </c:pt>
                <c:pt idx="25811">
                  <c:v>68181</c:v>
                </c:pt>
                <c:pt idx="25812">
                  <c:v>68182</c:v>
                </c:pt>
                <c:pt idx="25813">
                  <c:v>68183</c:v>
                </c:pt>
                <c:pt idx="25814">
                  <c:v>68184</c:v>
                </c:pt>
                <c:pt idx="25815">
                  <c:v>68185</c:v>
                </c:pt>
                <c:pt idx="25816">
                  <c:v>68186</c:v>
                </c:pt>
                <c:pt idx="25817">
                  <c:v>68187</c:v>
                </c:pt>
                <c:pt idx="25818">
                  <c:v>68188</c:v>
                </c:pt>
                <c:pt idx="25819">
                  <c:v>68189</c:v>
                </c:pt>
                <c:pt idx="25820">
                  <c:v>68190</c:v>
                </c:pt>
                <c:pt idx="25821">
                  <c:v>68191</c:v>
                </c:pt>
                <c:pt idx="25822">
                  <c:v>68192</c:v>
                </c:pt>
                <c:pt idx="25823">
                  <c:v>68193</c:v>
                </c:pt>
                <c:pt idx="25824">
                  <c:v>68194</c:v>
                </c:pt>
                <c:pt idx="25825">
                  <c:v>68195</c:v>
                </c:pt>
                <c:pt idx="25826">
                  <c:v>68196</c:v>
                </c:pt>
                <c:pt idx="25827">
                  <c:v>68197</c:v>
                </c:pt>
                <c:pt idx="25828">
                  <c:v>68198</c:v>
                </c:pt>
                <c:pt idx="25829">
                  <c:v>68199</c:v>
                </c:pt>
                <c:pt idx="25830">
                  <c:v>68200</c:v>
                </c:pt>
                <c:pt idx="25831">
                  <c:v>68201</c:v>
                </c:pt>
                <c:pt idx="25832">
                  <c:v>68202</c:v>
                </c:pt>
                <c:pt idx="25833">
                  <c:v>68203</c:v>
                </c:pt>
                <c:pt idx="25834">
                  <c:v>68204</c:v>
                </c:pt>
                <c:pt idx="25835">
                  <c:v>68205</c:v>
                </c:pt>
                <c:pt idx="25836">
                  <c:v>68206</c:v>
                </c:pt>
                <c:pt idx="25837">
                  <c:v>68207</c:v>
                </c:pt>
                <c:pt idx="25838">
                  <c:v>68208</c:v>
                </c:pt>
                <c:pt idx="25839">
                  <c:v>68209</c:v>
                </c:pt>
                <c:pt idx="25840">
                  <c:v>68210</c:v>
                </c:pt>
                <c:pt idx="25841">
                  <c:v>68211</c:v>
                </c:pt>
                <c:pt idx="25842">
                  <c:v>68212</c:v>
                </c:pt>
                <c:pt idx="25843">
                  <c:v>68213</c:v>
                </c:pt>
                <c:pt idx="25844">
                  <c:v>68214</c:v>
                </c:pt>
                <c:pt idx="25845">
                  <c:v>68215</c:v>
                </c:pt>
                <c:pt idx="25846">
                  <c:v>68216</c:v>
                </c:pt>
                <c:pt idx="25847">
                  <c:v>68217</c:v>
                </c:pt>
                <c:pt idx="25848">
                  <c:v>68218</c:v>
                </c:pt>
                <c:pt idx="25849">
                  <c:v>68219</c:v>
                </c:pt>
                <c:pt idx="25850">
                  <c:v>68220</c:v>
                </c:pt>
                <c:pt idx="25851">
                  <c:v>68221</c:v>
                </c:pt>
                <c:pt idx="25852">
                  <c:v>68222</c:v>
                </c:pt>
                <c:pt idx="25853">
                  <c:v>68223</c:v>
                </c:pt>
                <c:pt idx="25854">
                  <c:v>68224</c:v>
                </c:pt>
                <c:pt idx="25855">
                  <c:v>68225</c:v>
                </c:pt>
                <c:pt idx="25856">
                  <c:v>68226</c:v>
                </c:pt>
                <c:pt idx="25857">
                  <c:v>68227</c:v>
                </c:pt>
                <c:pt idx="25858">
                  <c:v>68228</c:v>
                </c:pt>
                <c:pt idx="25859">
                  <c:v>68229</c:v>
                </c:pt>
                <c:pt idx="25860">
                  <c:v>68230</c:v>
                </c:pt>
                <c:pt idx="25861">
                  <c:v>68231</c:v>
                </c:pt>
                <c:pt idx="25862">
                  <c:v>68232</c:v>
                </c:pt>
                <c:pt idx="25863">
                  <c:v>68233</c:v>
                </c:pt>
                <c:pt idx="25864">
                  <c:v>68234</c:v>
                </c:pt>
                <c:pt idx="25865">
                  <c:v>68235</c:v>
                </c:pt>
                <c:pt idx="25866">
                  <c:v>68236</c:v>
                </c:pt>
                <c:pt idx="25867">
                  <c:v>68237</c:v>
                </c:pt>
                <c:pt idx="25868">
                  <c:v>68238</c:v>
                </c:pt>
                <c:pt idx="25869">
                  <c:v>68239</c:v>
                </c:pt>
                <c:pt idx="25870">
                  <c:v>68240</c:v>
                </c:pt>
                <c:pt idx="25871">
                  <c:v>68241</c:v>
                </c:pt>
                <c:pt idx="25872">
                  <c:v>68242</c:v>
                </c:pt>
                <c:pt idx="25873">
                  <c:v>68243</c:v>
                </c:pt>
                <c:pt idx="25874">
                  <c:v>68244</c:v>
                </c:pt>
                <c:pt idx="25875">
                  <c:v>68245</c:v>
                </c:pt>
                <c:pt idx="25876">
                  <c:v>68246</c:v>
                </c:pt>
                <c:pt idx="25877">
                  <c:v>68247</c:v>
                </c:pt>
                <c:pt idx="25878">
                  <c:v>68248</c:v>
                </c:pt>
                <c:pt idx="25879">
                  <c:v>68249</c:v>
                </c:pt>
                <c:pt idx="25880">
                  <c:v>68250</c:v>
                </c:pt>
                <c:pt idx="25881">
                  <c:v>68251</c:v>
                </c:pt>
                <c:pt idx="25882">
                  <c:v>68252</c:v>
                </c:pt>
                <c:pt idx="25883">
                  <c:v>68253</c:v>
                </c:pt>
                <c:pt idx="25884">
                  <c:v>68254</c:v>
                </c:pt>
                <c:pt idx="25885">
                  <c:v>68255</c:v>
                </c:pt>
                <c:pt idx="25886">
                  <c:v>68256</c:v>
                </c:pt>
                <c:pt idx="25887">
                  <c:v>68257</c:v>
                </c:pt>
                <c:pt idx="25888">
                  <c:v>68258</c:v>
                </c:pt>
                <c:pt idx="25889">
                  <c:v>68259</c:v>
                </c:pt>
                <c:pt idx="25890">
                  <c:v>68260</c:v>
                </c:pt>
                <c:pt idx="25891">
                  <c:v>68261</c:v>
                </c:pt>
                <c:pt idx="25892">
                  <c:v>68262</c:v>
                </c:pt>
                <c:pt idx="25893">
                  <c:v>68263</c:v>
                </c:pt>
                <c:pt idx="25894">
                  <c:v>68264</c:v>
                </c:pt>
                <c:pt idx="25895">
                  <c:v>68265</c:v>
                </c:pt>
                <c:pt idx="25896">
                  <c:v>68266</c:v>
                </c:pt>
                <c:pt idx="25897">
                  <c:v>68267</c:v>
                </c:pt>
                <c:pt idx="25898">
                  <c:v>68268</c:v>
                </c:pt>
                <c:pt idx="25899">
                  <c:v>68269</c:v>
                </c:pt>
                <c:pt idx="25900">
                  <c:v>68270</c:v>
                </c:pt>
                <c:pt idx="25901">
                  <c:v>68271</c:v>
                </c:pt>
                <c:pt idx="25902">
                  <c:v>68272</c:v>
                </c:pt>
                <c:pt idx="25903">
                  <c:v>68273</c:v>
                </c:pt>
                <c:pt idx="25904">
                  <c:v>68274</c:v>
                </c:pt>
                <c:pt idx="25905">
                  <c:v>68275</c:v>
                </c:pt>
                <c:pt idx="25906">
                  <c:v>68276</c:v>
                </c:pt>
                <c:pt idx="25907">
                  <c:v>68277</c:v>
                </c:pt>
                <c:pt idx="25908">
                  <c:v>68278</c:v>
                </c:pt>
                <c:pt idx="25909">
                  <c:v>68279</c:v>
                </c:pt>
                <c:pt idx="25910">
                  <c:v>68280</c:v>
                </c:pt>
                <c:pt idx="25911">
                  <c:v>68281</c:v>
                </c:pt>
                <c:pt idx="25912">
                  <c:v>68282</c:v>
                </c:pt>
                <c:pt idx="25913">
                  <c:v>68283</c:v>
                </c:pt>
                <c:pt idx="25914">
                  <c:v>68284</c:v>
                </c:pt>
                <c:pt idx="25915">
                  <c:v>68285</c:v>
                </c:pt>
                <c:pt idx="25916">
                  <c:v>68286</c:v>
                </c:pt>
                <c:pt idx="25917">
                  <c:v>68287</c:v>
                </c:pt>
                <c:pt idx="25918">
                  <c:v>68288</c:v>
                </c:pt>
                <c:pt idx="25919">
                  <c:v>68289</c:v>
                </c:pt>
                <c:pt idx="25920">
                  <c:v>68290</c:v>
                </c:pt>
                <c:pt idx="25921">
                  <c:v>68291</c:v>
                </c:pt>
                <c:pt idx="25922">
                  <c:v>68292</c:v>
                </c:pt>
                <c:pt idx="25923">
                  <c:v>68293</c:v>
                </c:pt>
                <c:pt idx="25924">
                  <c:v>68294</c:v>
                </c:pt>
                <c:pt idx="25925">
                  <c:v>68295</c:v>
                </c:pt>
                <c:pt idx="25926">
                  <c:v>68296</c:v>
                </c:pt>
                <c:pt idx="25927">
                  <c:v>68297</c:v>
                </c:pt>
                <c:pt idx="25928">
                  <c:v>68298</c:v>
                </c:pt>
                <c:pt idx="25929">
                  <c:v>68299</c:v>
                </c:pt>
                <c:pt idx="25930">
                  <c:v>68300</c:v>
                </c:pt>
                <c:pt idx="25931">
                  <c:v>68301</c:v>
                </c:pt>
                <c:pt idx="25932">
                  <c:v>68302</c:v>
                </c:pt>
                <c:pt idx="25933">
                  <c:v>68303</c:v>
                </c:pt>
                <c:pt idx="25934">
                  <c:v>68304</c:v>
                </c:pt>
                <c:pt idx="25935">
                  <c:v>68305</c:v>
                </c:pt>
                <c:pt idx="25936">
                  <c:v>68306</c:v>
                </c:pt>
                <c:pt idx="25937">
                  <c:v>68307</c:v>
                </c:pt>
                <c:pt idx="25938">
                  <c:v>68308</c:v>
                </c:pt>
                <c:pt idx="25939">
                  <c:v>68309</c:v>
                </c:pt>
                <c:pt idx="25940">
                  <c:v>68310</c:v>
                </c:pt>
                <c:pt idx="25941">
                  <c:v>68311</c:v>
                </c:pt>
                <c:pt idx="25942">
                  <c:v>68312</c:v>
                </c:pt>
                <c:pt idx="25943">
                  <c:v>68313</c:v>
                </c:pt>
                <c:pt idx="25944">
                  <c:v>68314</c:v>
                </c:pt>
                <c:pt idx="25945">
                  <c:v>68315</c:v>
                </c:pt>
                <c:pt idx="25946">
                  <c:v>68316</c:v>
                </c:pt>
                <c:pt idx="25947">
                  <c:v>68317</c:v>
                </c:pt>
                <c:pt idx="25948">
                  <c:v>68318</c:v>
                </c:pt>
                <c:pt idx="25949">
                  <c:v>68319</c:v>
                </c:pt>
                <c:pt idx="25950">
                  <c:v>68320</c:v>
                </c:pt>
                <c:pt idx="25951">
                  <c:v>68321</c:v>
                </c:pt>
                <c:pt idx="25952">
                  <c:v>68322</c:v>
                </c:pt>
                <c:pt idx="25953">
                  <c:v>68323</c:v>
                </c:pt>
                <c:pt idx="25954">
                  <c:v>68324</c:v>
                </c:pt>
                <c:pt idx="25955">
                  <c:v>68325</c:v>
                </c:pt>
                <c:pt idx="25956">
                  <c:v>68326</c:v>
                </c:pt>
                <c:pt idx="25957">
                  <c:v>68327</c:v>
                </c:pt>
                <c:pt idx="25958">
                  <c:v>68328</c:v>
                </c:pt>
                <c:pt idx="25959">
                  <c:v>68329</c:v>
                </c:pt>
                <c:pt idx="25960">
                  <c:v>68330</c:v>
                </c:pt>
                <c:pt idx="25961">
                  <c:v>68331</c:v>
                </c:pt>
                <c:pt idx="25962">
                  <c:v>68332</c:v>
                </c:pt>
                <c:pt idx="25963">
                  <c:v>68333</c:v>
                </c:pt>
                <c:pt idx="25964">
                  <c:v>68334</c:v>
                </c:pt>
                <c:pt idx="25965">
                  <c:v>68335</c:v>
                </c:pt>
                <c:pt idx="25966">
                  <c:v>68336</c:v>
                </c:pt>
                <c:pt idx="25967">
                  <c:v>68337</c:v>
                </c:pt>
                <c:pt idx="25968">
                  <c:v>68338</c:v>
                </c:pt>
                <c:pt idx="25969">
                  <c:v>68339</c:v>
                </c:pt>
                <c:pt idx="25970">
                  <c:v>68340</c:v>
                </c:pt>
                <c:pt idx="25971">
                  <c:v>68341</c:v>
                </c:pt>
                <c:pt idx="25972">
                  <c:v>68342</c:v>
                </c:pt>
                <c:pt idx="25973">
                  <c:v>68343</c:v>
                </c:pt>
                <c:pt idx="25974">
                  <c:v>68344</c:v>
                </c:pt>
                <c:pt idx="25975">
                  <c:v>68345</c:v>
                </c:pt>
                <c:pt idx="25976">
                  <c:v>68346</c:v>
                </c:pt>
                <c:pt idx="25977">
                  <c:v>68347</c:v>
                </c:pt>
                <c:pt idx="25978">
                  <c:v>68348</c:v>
                </c:pt>
                <c:pt idx="25979">
                  <c:v>68349</c:v>
                </c:pt>
                <c:pt idx="25980">
                  <c:v>68350</c:v>
                </c:pt>
                <c:pt idx="25981">
                  <c:v>68351</c:v>
                </c:pt>
                <c:pt idx="25982">
                  <c:v>68352</c:v>
                </c:pt>
                <c:pt idx="25983">
                  <c:v>68353</c:v>
                </c:pt>
                <c:pt idx="25984">
                  <c:v>68354</c:v>
                </c:pt>
                <c:pt idx="25985">
                  <c:v>68355</c:v>
                </c:pt>
                <c:pt idx="25986">
                  <c:v>68356</c:v>
                </c:pt>
                <c:pt idx="25987">
                  <c:v>68357</c:v>
                </c:pt>
                <c:pt idx="25988">
                  <c:v>68358</c:v>
                </c:pt>
                <c:pt idx="25989">
                  <c:v>68359</c:v>
                </c:pt>
                <c:pt idx="25990">
                  <c:v>68360</c:v>
                </c:pt>
                <c:pt idx="25991">
                  <c:v>68361</c:v>
                </c:pt>
                <c:pt idx="25992">
                  <c:v>68362</c:v>
                </c:pt>
                <c:pt idx="25993">
                  <c:v>68363</c:v>
                </c:pt>
                <c:pt idx="25994">
                  <c:v>68364</c:v>
                </c:pt>
                <c:pt idx="25995">
                  <c:v>68365</c:v>
                </c:pt>
                <c:pt idx="25996">
                  <c:v>68366</c:v>
                </c:pt>
                <c:pt idx="25997">
                  <c:v>68367</c:v>
                </c:pt>
                <c:pt idx="25998">
                  <c:v>68368</c:v>
                </c:pt>
                <c:pt idx="25999">
                  <c:v>68369</c:v>
                </c:pt>
                <c:pt idx="26000">
                  <c:v>68370</c:v>
                </c:pt>
                <c:pt idx="26001">
                  <c:v>68371</c:v>
                </c:pt>
                <c:pt idx="26002">
                  <c:v>68372</c:v>
                </c:pt>
                <c:pt idx="26003">
                  <c:v>68373</c:v>
                </c:pt>
                <c:pt idx="26004">
                  <c:v>68374</c:v>
                </c:pt>
                <c:pt idx="26005">
                  <c:v>68375</c:v>
                </c:pt>
                <c:pt idx="26006">
                  <c:v>68376</c:v>
                </c:pt>
                <c:pt idx="26007">
                  <c:v>68377</c:v>
                </c:pt>
                <c:pt idx="26008">
                  <c:v>68378</c:v>
                </c:pt>
                <c:pt idx="26009">
                  <c:v>68379</c:v>
                </c:pt>
                <c:pt idx="26010">
                  <c:v>68380</c:v>
                </c:pt>
                <c:pt idx="26011">
                  <c:v>68381</c:v>
                </c:pt>
                <c:pt idx="26012">
                  <c:v>68382</c:v>
                </c:pt>
                <c:pt idx="26013">
                  <c:v>68383</c:v>
                </c:pt>
                <c:pt idx="26014">
                  <c:v>68384</c:v>
                </c:pt>
                <c:pt idx="26015">
                  <c:v>68385</c:v>
                </c:pt>
                <c:pt idx="26016">
                  <c:v>68386</c:v>
                </c:pt>
                <c:pt idx="26017">
                  <c:v>68387</c:v>
                </c:pt>
                <c:pt idx="26018">
                  <c:v>68388</c:v>
                </c:pt>
                <c:pt idx="26019">
                  <c:v>68389</c:v>
                </c:pt>
                <c:pt idx="26020">
                  <c:v>68390</c:v>
                </c:pt>
                <c:pt idx="26021">
                  <c:v>68391</c:v>
                </c:pt>
                <c:pt idx="26022">
                  <c:v>68392</c:v>
                </c:pt>
                <c:pt idx="26023">
                  <c:v>68393</c:v>
                </c:pt>
                <c:pt idx="26024">
                  <c:v>68394</c:v>
                </c:pt>
                <c:pt idx="26025">
                  <c:v>68395</c:v>
                </c:pt>
                <c:pt idx="26026">
                  <c:v>68396</c:v>
                </c:pt>
                <c:pt idx="26027">
                  <c:v>68397</c:v>
                </c:pt>
                <c:pt idx="26028">
                  <c:v>68398</c:v>
                </c:pt>
                <c:pt idx="26029">
                  <c:v>68399</c:v>
                </c:pt>
                <c:pt idx="26030">
                  <c:v>68400</c:v>
                </c:pt>
                <c:pt idx="26031">
                  <c:v>68401</c:v>
                </c:pt>
                <c:pt idx="26032">
                  <c:v>68402</c:v>
                </c:pt>
                <c:pt idx="26033">
                  <c:v>68403</c:v>
                </c:pt>
                <c:pt idx="26034">
                  <c:v>68404</c:v>
                </c:pt>
                <c:pt idx="26035">
                  <c:v>68405</c:v>
                </c:pt>
                <c:pt idx="26036">
                  <c:v>68406</c:v>
                </c:pt>
                <c:pt idx="26037">
                  <c:v>68407</c:v>
                </c:pt>
                <c:pt idx="26038">
                  <c:v>68408</c:v>
                </c:pt>
                <c:pt idx="26039">
                  <c:v>68409</c:v>
                </c:pt>
                <c:pt idx="26040">
                  <c:v>68410</c:v>
                </c:pt>
                <c:pt idx="26041">
                  <c:v>68411</c:v>
                </c:pt>
                <c:pt idx="26042">
                  <c:v>68412</c:v>
                </c:pt>
                <c:pt idx="26043">
                  <c:v>68413</c:v>
                </c:pt>
                <c:pt idx="26044">
                  <c:v>68414</c:v>
                </c:pt>
                <c:pt idx="26045">
                  <c:v>68415</c:v>
                </c:pt>
                <c:pt idx="26046">
                  <c:v>68416</c:v>
                </c:pt>
                <c:pt idx="26047">
                  <c:v>68417</c:v>
                </c:pt>
                <c:pt idx="26048">
                  <c:v>68418</c:v>
                </c:pt>
                <c:pt idx="26049">
                  <c:v>68419</c:v>
                </c:pt>
                <c:pt idx="26050">
                  <c:v>68420</c:v>
                </c:pt>
                <c:pt idx="26051">
                  <c:v>68421</c:v>
                </c:pt>
                <c:pt idx="26052">
                  <c:v>68422</c:v>
                </c:pt>
                <c:pt idx="26053">
                  <c:v>68423</c:v>
                </c:pt>
                <c:pt idx="26054">
                  <c:v>68424</c:v>
                </c:pt>
                <c:pt idx="26055">
                  <c:v>68425</c:v>
                </c:pt>
                <c:pt idx="26056">
                  <c:v>68426</c:v>
                </c:pt>
                <c:pt idx="26057">
                  <c:v>68427</c:v>
                </c:pt>
                <c:pt idx="26058">
                  <c:v>68428</c:v>
                </c:pt>
                <c:pt idx="26059">
                  <c:v>68429</c:v>
                </c:pt>
                <c:pt idx="26060">
                  <c:v>68430</c:v>
                </c:pt>
                <c:pt idx="26061">
                  <c:v>68431</c:v>
                </c:pt>
                <c:pt idx="26062">
                  <c:v>68432</c:v>
                </c:pt>
                <c:pt idx="26063">
                  <c:v>68433</c:v>
                </c:pt>
                <c:pt idx="26064">
                  <c:v>68434</c:v>
                </c:pt>
                <c:pt idx="26065">
                  <c:v>68435</c:v>
                </c:pt>
                <c:pt idx="26066">
                  <c:v>68436</c:v>
                </c:pt>
                <c:pt idx="26067">
                  <c:v>68437</c:v>
                </c:pt>
                <c:pt idx="26068">
                  <c:v>68438</c:v>
                </c:pt>
                <c:pt idx="26069">
                  <c:v>68439</c:v>
                </c:pt>
                <c:pt idx="26070">
                  <c:v>68440</c:v>
                </c:pt>
                <c:pt idx="26071">
                  <c:v>68441</c:v>
                </c:pt>
                <c:pt idx="26072">
                  <c:v>68442</c:v>
                </c:pt>
                <c:pt idx="26073">
                  <c:v>68443</c:v>
                </c:pt>
                <c:pt idx="26074">
                  <c:v>68444</c:v>
                </c:pt>
                <c:pt idx="26075">
                  <c:v>68445</c:v>
                </c:pt>
                <c:pt idx="26076">
                  <c:v>68446</c:v>
                </c:pt>
                <c:pt idx="26077">
                  <c:v>68447</c:v>
                </c:pt>
                <c:pt idx="26078">
                  <c:v>68448</c:v>
                </c:pt>
                <c:pt idx="26079">
                  <c:v>68449</c:v>
                </c:pt>
                <c:pt idx="26080">
                  <c:v>68450</c:v>
                </c:pt>
                <c:pt idx="26081">
                  <c:v>68451</c:v>
                </c:pt>
                <c:pt idx="26082">
                  <c:v>68452</c:v>
                </c:pt>
                <c:pt idx="26083">
                  <c:v>68453</c:v>
                </c:pt>
                <c:pt idx="26084">
                  <c:v>68454</c:v>
                </c:pt>
                <c:pt idx="26085">
                  <c:v>68455</c:v>
                </c:pt>
                <c:pt idx="26086">
                  <c:v>68456</c:v>
                </c:pt>
                <c:pt idx="26087">
                  <c:v>68457</c:v>
                </c:pt>
                <c:pt idx="26088">
                  <c:v>68458</c:v>
                </c:pt>
                <c:pt idx="26089">
                  <c:v>68459</c:v>
                </c:pt>
                <c:pt idx="26090">
                  <c:v>68460</c:v>
                </c:pt>
                <c:pt idx="26091">
                  <c:v>68461</c:v>
                </c:pt>
                <c:pt idx="26092">
                  <c:v>68462</c:v>
                </c:pt>
                <c:pt idx="26093">
                  <c:v>68463</c:v>
                </c:pt>
                <c:pt idx="26094">
                  <c:v>68464</c:v>
                </c:pt>
                <c:pt idx="26095">
                  <c:v>68465</c:v>
                </c:pt>
                <c:pt idx="26096">
                  <c:v>68466</c:v>
                </c:pt>
                <c:pt idx="26097">
                  <c:v>68467</c:v>
                </c:pt>
                <c:pt idx="26098">
                  <c:v>68468</c:v>
                </c:pt>
                <c:pt idx="26099">
                  <c:v>68469</c:v>
                </c:pt>
                <c:pt idx="26100">
                  <c:v>68470</c:v>
                </c:pt>
                <c:pt idx="26101">
                  <c:v>68471</c:v>
                </c:pt>
                <c:pt idx="26102">
                  <c:v>68472</c:v>
                </c:pt>
                <c:pt idx="26103">
                  <c:v>68473</c:v>
                </c:pt>
                <c:pt idx="26104">
                  <c:v>68474</c:v>
                </c:pt>
                <c:pt idx="26105">
                  <c:v>68475</c:v>
                </c:pt>
                <c:pt idx="26106">
                  <c:v>68476</c:v>
                </c:pt>
                <c:pt idx="26107">
                  <c:v>68477</c:v>
                </c:pt>
                <c:pt idx="26108">
                  <c:v>68478</c:v>
                </c:pt>
                <c:pt idx="26109">
                  <c:v>68479</c:v>
                </c:pt>
                <c:pt idx="26110">
                  <c:v>68480</c:v>
                </c:pt>
                <c:pt idx="26111">
                  <c:v>68481</c:v>
                </c:pt>
                <c:pt idx="26112">
                  <c:v>68482</c:v>
                </c:pt>
                <c:pt idx="26113">
                  <c:v>68483</c:v>
                </c:pt>
                <c:pt idx="26114">
                  <c:v>68484</c:v>
                </c:pt>
                <c:pt idx="26115">
                  <c:v>68485</c:v>
                </c:pt>
                <c:pt idx="26116">
                  <c:v>68486</c:v>
                </c:pt>
                <c:pt idx="26117">
                  <c:v>68487</c:v>
                </c:pt>
                <c:pt idx="26118">
                  <c:v>68488</c:v>
                </c:pt>
                <c:pt idx="26119">
                  <c:v>68489</c:v>
                </c:pt>
                <c:pt idx="26120">
                  <c:v>68490</c:v>
                </c:pt>
                <c:pt idx="26121">
                  <c:v>68491</c:v>
                </c:pt>
                <c:pt idx="26122">
                  <c:v>68492</c:v>
                </c:pt>
                <c:pt idx="26123">
                  <c:v>68493</c:v>
                </c:pt>
                <c:pt idx="26124">
                  <c:v>68494</c:v>
                </c:pt>
                <c:pt idx="26125">
                  <c:v>68495</c:v>
                </c:pt>
                <c:pt idx="26126">
                  <c:v>68496</c:v>
                </c:pt>
                <c:pt idx="26127">
                  <c:v>68497</c:v>
                </c:pt>
                <c:pt idx="26128">
                  <c:v>68498</c:v>
                </c:pt>
                <c:pt idx="26129">
                  <c:v>68499</c:v>
                </c:pt>
                <c:pt idx="26130">
                  <c:v>68500</c:v>
                </c:pt>
                <c:pt idx="26131">
                  <c:v>68501</c:v>
                </c:pt>
                <c:pt idx="26132">
                  <c:v>68502</c:v>
                </c:pt>
                <c:pt idx="26133">
                  <c:v>68503</c:v>
                </c:pt>
                <c:pt idx="26134">
                  <c:v>68504</c:v>
                </c:pt>
                <c:pt idx="26135">
                  <c:v>68505</c:v>
                </c:pt>
                <c:pt idx="26136">
                  <c:v>68506</c:v>
                </c:pt>
                <c:pt idx="26137">
                  <c:v>68507</c:v>
                </c:pt>
                <c:pt idx="26138">
                  <c:v>68508</c:v>
                </c:pt>
                <c:pt idx="26139">
                  <c:v>68509</c:v>
                </c:pt>
                <c:pt idx="26140">
                  <c:v>68510</c:v>
                </c:pt>
                <c:pt idx="26141">
                  <c:v>68511</c:v>
                </c:pt>
                <c:pt idx="26142">
                  <c:v>68512</c:v>
                </c:pt>
                <c:pt idx="26143">
                  <c:v>68513</c:v>
                </c:pt>
                <c:pt idx="26144">
                  <c:v>68514</c:v>
                </c:pt>
                <c:pt idx="26145">
                  <c:v>68515</c:v>
                </c:pt>
                <c:pt idx="26146">
                  <c:v>68516</c:v>
                </c:pt>
                <c:pt idx="26147">
                  <c:v>68517</c:v>
                </c:pt>
                <c:pt idx="26148">
                  <c:v>68518</c:v>
                </c:pt>
                <c:pt idx="26149">
                  <c:v>68519</c:v>
                </c:pt>
                <c:pt idx="26150">
                  <c:v>68520</c:v>
                </c:pt>
                <c:pt idx="26151">
                  <c:v>68521</c:v>
                </c:pt>
                <c:pt idx="26152">
                  <c:v>68522</c:v>
                </c:pt>
                <c:pt idx="26153">
                  <c:v>68523</c:v>
                </c:pt>
                <c:pt idx="26154">
                  <c:v>68524</c:v>
                </c:pt>
                <c:pt idx="26155">
                  <c:v>68525</c:v>
                </c:pt>
                <c:pt idx="26156">
                  <c:v>68526</c:v>
                </c:pt>
                <c:pt idx="26157">
                  <c:v>68527</c:v>
                </c:pt>
                <c:pt idx="26158">
                  <c:v>68528</c:v>
                </c:pt>
                <c:pt idx="26159">
                  <c:v>68529</c:v>
                </c:pt>
                <c:pt idx="26160">
                  <c:v>68530</c:v>
                </c:pt>
                <c:pt idx="26161">
                  <c:v>68531</c:v>
                </c:pt>
                <c:pt idx="26162">
                  <c:v>68532</c:v>
                </c:pt>
                <c:pt idx="26163">
                  <c:v>68533</c:v>
                </c:pt>
                <c:pt idx="26164">
                  <c:v>68534</c:v>
                </c:pt>
                <c:pt idx="26165">
                  <c:v>68535</c:v>
                </c:pt>
                <c:pt idx="26166">
                  <c:v>68536</c:v>
                </c:pt>
                <c:pt idx="26167">
                  <c:v>68537</c:v>
                </c:pt>
                <c:pt idx="26168">
                  <c:v>68538</c:v>
                </c:pt>
                <c:pt idx="26169">
                  <c:v>68539</c:v>
                </c:pt>
                <c:pt idx="26170">
                  <c:v>68540</c:v>
                </c:pt>
                <c:pt idx="26171">
                  <c:v>68541</c:v>
                </c:pt>
                <c:pt idx="26172">
                  <c:v>68542</c:v>
                </c:pt>
                <c:pt idx="26173">
                  <c:v>68543</c:v>
                </c:pt>
                <c:pt idx="26174">
                  <c:v>68544</c:v>
                </c:pt>
                <c:pt idx="26175">
                  <c:v>68545</c:v>
                </c:pt>
                <c:pt idx="26176">
                  <c:v>68546</c:v>
                </c:pt>
                <c:pt idx="26177">
                  <c:v>68547</c:v>
                </c:pt>
                <c:pt idx="26178">
                  <c:v>68548</c:v>
                </c:pt>
                <c:pt idx="26179">
                  <c:v>68549</c:v>
                </c:pt>
                <c:pt idx="26180">
                  <c:v>68550</c:v>
                </c:pt>
                <c:pt idx="26181">
                  <c:v>68551</c:v>
                </c:pt>
                <c:pt idx="26182">
                  <c:v>68552</c:v>
                </c:pt>
                <c:pt idx="26183">
                  <c:v>68553</c:v>
                </c:pt>
                <c:pt idx="26184">
                  <c:v>68554</c:v>
                </c:pt>
                <c:pt idx="26185">
                  <c:v>68555</c:v>
                </c:pt>
                <c:pt idx="26186">
                  <c:v>68556</c:v>
                </c:pt>
                <c:pt idx="26187">
                  <c:v>68557</c:v>
                </c:pt>
                <c:pt idx="26188">
                  <c:v>68558</c:v>
                </c:pt>
                <c:pt idx="26189">
                  <c:v>68559</c:v>
                </c:pt>
                <c:pt idx="26190">
                  <c:v>68560</c:v>
                </c:pt>
                <c:pt idx="26191">
                  <c:v>68561</c:v>
                </c:pt>
                <c:pt idx="26192">
                  <c:v>68562</c:v>
                </c:pt>
                <c:pt idx="26193">
                  <c:v>68563</c:v>
                </c:pt>
                <c:pt idx="26194">
                  <c:v>68564</c:v>
                </c:pt>
                <c:pt idx="26195">
                  <c:v>68565</c:v>
                </c:pt>
                <c:pt idx="26196">
                  <c:v>68566</c:v>
                </c:pt>
                <c:pt idx="26197">
                  <c:v>68567</c:v>
                </c:pt>
                <c:pt idx="26198">
                  <c:v>68568</c:v>
                </c:pt>
                <c:pt idx="26199">
                  <c:v>68569</c:v>
                </c:pt>
                <c:pt idx="26200">
                  <c:v>68570</c:v>
                </c:pt>
                <c:pt idx="26201">
                  <c:v>68571</c:v>
                </c:pt>
                <c:pt idx="26202">
                  <c:v>68572</c:v>
                </c:pt>
                <c:pt idx="26203">
                  <c:v>68573</c:v>
                </c:pt>
                <c:pt idx="26204">
                  <c:v>68574</c:v>
                </c:pt>
                <c:pt idx="26205">
                  <c:v>68575</c:v>
                </c:pt>
                <c:pt idx="26206">
                  <c:v>68576</c:v>
                </c:pt>
                <c:pt idx="26207">
                  <c:v>68577</c:v>
                </c:pt>
                <c:pt idx="26208">
                  <c:v>68578</c:v>
                </c:pt>
                <c:pt idx="26209">
                  <c:v>68579</c:v>
                </c:pt>
                <c:pt idx="26210">
                  <c:v>68580</c:v>
                </c:pt>
                <c:pt idx="26211">
                  <c:v>68581</c:v>
                </c:pt>
                <c:pt idx="26212">
                  <c:v>68582</c:v>
                </c:pt>
                <c:pt idx="26213">
                  <c:v>68583</c:v>
                </c:pt>
                <c:pt idx="26214">
                  <c:v>68584</c:v>
                </c:pt>
                <c:pt idx="26215">
                  <c:v>68585</c:v>
                </c:pt>
                <c:pt idx="26216">
                  <c:v>68586</c:v>
                </c:pt>
                <c:pt idx="26217">
                  <c:v>68587</c:v>
                </c:pt>
                <c:pt idx="26218">
                  <c:v>68588</c:v>
                </c:pt>
                <c:pt idx="26219">
                  <c:v>68589</c:v>
                </c:pt>
                <c:pt idx="26220">
                  <c:v>68590</c:v>
                </c:pt>
                <c:pt idx="26221">
                  <c:v>68591</c:v>
                </c:pt>
                <c:pt idx="26222">
                  <c:v>68592</c:v>
                </c:pt>
                <c:pt idx="26223">
                  <c:v>68593</c:v>
                </c:pt>
                <c:pt idx="26224">
                  <c:v>68594</c:v>
                </c:pt>
                <c:pt idx="26225">
                  <c:v>68595</c:v>
                </c:pt>
                <c:pt idx="26226">
                  <c:v>68596</c:v>
                </c:pt>
                <c:pt idx="26227">
                  <c:v>68597</c:v>
                </c:pt>
                <c:pt idx="26228">
                  <c:v>68598</c:v>
                </c:pt>
                <c:pt idx="26229">
                  <c:v>68599</c:v>
                </c:pt>
                <c:pt idx="26230">
                  <c:v>68600</c:v>
                </c:pt>
                <c:pt idx="26231">
                  <c:v>68601</c:v>
                </c:pt>
                <c:pt idx="26232">
                  <c:v>68602</c:v>
                </c:pt>
                <c:pt idx="26233">
                  <c:v>68603</c:v>
                </c:pt>
                <c:pt idx="26234">
                  <c:v>68604</c:v>
                </c:pt>
                <c:pt idx="26235">
                  <c:v>68605</c:v>
                </c:pt>
                <c:pt idx="26236">
                  <c:v>68606</c:v>
                </c:pt>
                <c:pt idx="26237">
                  <c:v>68607</c:v>
                </c:pt>
                <c:pt idx="26238">
                  <c:v>68608</c:v>
                </c:pt>
                <c:pt idx="26239">
                  <c:v>68609</c:v>
                </c:pt>
                <c:pt idx="26240">
                  <c:v>68610</c:v>
                </c:pt>
                <c:pt idx="26241">
                  <c:v>68611</c:v>
                </c:pt>
                <c:pt idx="26242">
                  <c:v>68612</c:v>
                </c:pt>
                <c:pt idx="26243">
                  <c:v>68613</c:v>
                </c:pt>
                <c:pt idx="26244">
                  <c:v>68614</c:v>
                </c:pt>
                <c:pt idx="26245">
                  <c:v>68615</c:v>
                </c:pt>
                <c:pt idx="26246">
                  <c:v>68616</c:v>
                </c:pt>
                <c:pt idx="26247">
                  <c:v>68617</c:v>
                </c:pt>
                <c:pt idx="26248">
                  <c:v>68618</c:v>
                </c:pt>
                <c:pt idx="26249">
                  <c:v>68619</c:v>
                </c:pt>
                <c:pt idx="26250">
                  <c:v>68620</c:v>
                </c:pt>
                <c:pt idx="26251">
                  <c:v>68621</c:v>
                </c:pt>
                <c:pt idx="26252">
                  <c:v>68622</c:v>
                </c:pt>
                <c:pt idx="26253">
                  <c:v>68623</c:v>
                </c:pt>
                <c:pt idx="26254">
                  <c:v>68624</c:v>
                </c:pt>
                <c:pt idx="26255">
                  <c:v>68625</c:v>
                </c:pt>
                <c:pt idx="26256">
                  <c:v>68626</c:v>
                </c:pt>
                <c:pt idx="26257">
                  <c:v>68627</c:v>
                </c:pt>
                <c:pt idx="26258">
                  <c:v>68628</c:v>
                </c:pt>
                <c:pt idx="26259">
                  <c:v>68629</c:v>
                </c:pt>
                <c:pt idx="26260">
                  <c:v>68630</c:v>
                </c:pt>
                <c:pt idx="26261">
                  <c:v>68631</c:v>
                </c:pt>
                <c:pt idx="26262">
                  <c:v>68632</c:v>
                </c:pt>
                <c:pt idx="26263">
                  <c:v>68633</c:v>
                </c:pt>
                <c:pt idx="26264">
                  <c:v>68634</c:v>
                </c:pt>
                <c:pt idx="26265">
                  <c:v>68635</c:v>
                </c:pt>
                <c:pt idx="26266">
                  <c:v>68636</c:v>
                </c:pt>
                <c:pt idx="26267">
                  <c:v>68637</c:v>
                </c:pt>
                <c:pt idx="26268">
                  <c:v>68638</c:v>
                </c:pt>
                <c:pt idx="26269">
                  <c:v>68639</c:v>
                </c:pt>
                <c:pt idx="26270">
                  <c:v>68640</c:v>
                </c:pt>
                <c:pt idx="26271">
                  <c:v>68641</c:v>
                </c:pt>
                <c:pt idx="26272">
                  <c:v>68642</c:v>
                </c:pt>
                <c:pt idx="26273">
                  <c:v>68643</c:v>
                </c:pt>
                <c:pt idx="26274">
                  <c:v>68644</c:v>
                </c:pt>
                <c:pt idx="26275">
                  <c:v>68645</c:v>
                </c:pt>
                <c:pt idx="26276">
                  <c:v>68646</c:v>
                </c:pt>
                <c:pt idx="26277">
                  <c:v>68647</c:v>
                </c:pt>
                <c:pt idx="26278">
                  <c:v>68648</c:v>
                </c:pt>
                <c:pt idx="26279">
                  <c:v>68649</c:v>
                </c:pt>
                <c:pt idx="26280">
                  <c:v>68650</c:v>
                </c:pt>
                <c:pt idx="26281">
                  <c:v>68651</c:v>
                </c:pt>
                <c:pt idx="26282">
                  <c:v>68652</c:v>
                </c:pt>
                <c:pt idx="26283">
                  <c:v>68653</c:v>
                </c:pt>
                <c:pt idx="26284">
                  <c:v>68654</c:v>
                </c:pt>
                <c:pt idx="26285">
                  <c:v>68655</c:v>
                </c:pt>
                <c:pt idx="26286">
                  <c:v>68656</c:v>
                </c:pt>
                <c:pt idx="26287">
                  <c:v>68657</c:v>
                </c:pt>
                <c:pt idx="26288">
                  <c:v>68658</c:v>
                </c:pt>
                <c:pt idx="26289">
                  <c:v>68659</c:v>
                </c:pt>
                <c:pt idx="26290">
                  <c:v>68660</c:v>
                </c:pt>
                <c:pt idx="26291">
                  <c:v>68661</c:v>
                </c:pt>
                <c:pt idx="26292">
                  <c:v>68662</c:v>
                </c:pt>
                <c:pt idx="26293">
                  <c:v>68663</c:v>
                </c:pt>
                <c:pt idx="26294">
                  <c:v>68664</c:v>
                </c:pt>
                <c:pt idx="26295">
                  <c:v>68665</c:v>
                </c:pt>
                <c:pt idx="26296">
                  <c:v>68666</c:v>
                </c:pt>
                <c:pt idx="26297">
                  <c:v>68667</c:v>
                </c:pt>
                <c:pt idx="26298">
                  <c:v>68668</c:v>
                </c:pt>
                <c:pt idx="26299">
                  <c:v>68669</c:v>
                </c:pt>
                <c:pt idx="26300">
                  <c:v>68670</c:v>
                </c:pt>
                <c:pt idx="26301">
                  <c:v>68671</c:v>
                </c:pt>
                <c:pt idx="26302">
                  <c:v>68672</c:v>
                </c:pt>
                <c:pt idx="26303">
                  <c:v>68673</c:v>
                </c:pt>
                <c:pt idx="26304">
                  <c:v>68674</c:v>
                </c:pt>
                <c:pt idx="26305">
                  <c:v>68675</c:v>
                </c:pt>
                <c:pt idx="26306">
                  <c:v>68676</c:v>
                </c:pt>
                <c:pt idx="26307">
                  <c:v>68677</c:v>
                </c:pt>
                <c:pt idx="26308">
                  <c:v>68678</c:v>
                </c:pt>
                <c:pt idx="26309">
                  <c:v>68679</c:v>
                </c:pt>
                <c:pt idx="26310">
                  <c:v>68680</c:v>
                </c:pt>
                <c:pt idx="26311">
                  <c:v>68681</c:v>
                </c:pt>
                <c:pt idx="26312">
                  <c:v>68682</c:v>
                </c:pt>
                <c:pt idx="26313">
                  <c:v>68683</c:v>
                </c:pt>
                <c:pt idx="26314">
                  <c:v>68684</c:v>
                </c:pt>
                <c:pt idx="26315">
                  <c:v>68685</c:v>
                </c:pt>
                <c:pt idx="26316">
                  <c:v>68686</c:v>
                </c:pt>
                <c:pt idx="26317">
                  <c:v>68687</c:v>
                </c:pt>
                <c:pt idx="26318">
                  <c:v>68688</c:v>
                </c:pt>
                <c:pt idx="26319">
                  <c:v>68689</c:v>
                </c:pt>
                <c:pt idx="26320">
                  <c:v>68690</c:v>
                </c:pt>
                <c:pt idx="26321">
                  <c:v>68691</c:v>
                </c:pt>
                <c:pt idx="26322">
                  <c:v>68692</c:v>
                </c:pt>
                <c:pt idx="26323">
                  <c:v>68693</c:v>
                </c:pt>
                <c:pt idx="26324">
                  <c:v>68694</c:v>
                </c:pt>
                <c:pt idx="26325">
                  <c:v>68695</c:v>
                </c:pt>
                <c:pt idx="26326">
                  <c:v>68696</c:v>
                </c:pt>
                <c:pt idx="26327">
                  <c:v>68697</c:v>
                </c:pt>
                <c:pt idx="26328">
                  <c:v>68698</c:v>
                </c:pt>
                <c:pt idx="26329">
                  <c:v>68699</c:v>
                </c:pt>
                <c:pt idx="26330">
                  <c:v>68700</c:v>
                </c:pt>
                <c:pt idx="26331">
                  <c:v>68701</c:v>
                </c:pt>
                <c:pt idx="26332">
                  <c:v>68702</c:v>
                </c:pt>
                <c:pt idx="26333">
                  <c:v>68703</c:v>
                </c:pt>
                <c:pt idx="26334">
                  <c:v>68704</c:v>
                </c:pt>
                <c:pt idx="26335">
                  <c:v>68705</c:v>
                </c:pt>
                <c:pt idx="26336">
                  <c:v>68706</c:v>
                </c:pt>
                <c:pt idx="26337">
                  <c:v>68707</c:v>
                </c:pt>
                <c:pt idx="26338">
                  <c:v>68708</c:v>
                </c:pt>
                <c:pt idx="26339">
                  <c:v>68709</c:v>
                </c:pt>
                <c:pt idx="26340">
                  <c:v>68710</c:v>
                </c:pt>
                <c:pt idx="26341">
                  <c:v>68711</c:v>
                </c:pt>
                <c:pt idx="26342">
                  <c:v>68712</c:v>
                </c:pt>
                <c:pt idx="26343">
                  <c:v>68713</c:v>
                </c:pt>
                <c:pt idx="26344">
                  <c:v>68714</c:v>
                </c:pt>
                <c:pt idx="26345">
                  <c:v>68715</c:v>
                </c:pt>
                <c:pt idx="26346">
                  <c:v>68716</c:v>
                </c:pt>
                <c:pt idx="26347">
                  <c:v>68717</c:v>
                </c:pt>
                <c:pt idx="26348">
                  <c:v>68718</c:v>
                </c:pt>
                <c:pt idx="26349">
                  <c:v>68719</c:v>
                </c:pt>
                <c:pt idx="26350">
                  <c:v>68720</c:v>
                </c:pt>
                <c:pt idx="26351">
                  <c:v>68721</c:v>
                </c:pt>
                <c:pt idx="26352">
                  <c:v>68722</c:v>
                </c:pt>
                <c:pt idx="26353">
                  <c:v>68723</c:v>
                </c:pt>
                <c:pt idx="26354">
                  <c:v>68724</c:v>
                </c:pt>
                <c:pt idx="26355">
                  <c:v>68725</c:v>
                </c:pt>
                <c:pt idx="26356">
                  <c:v>68726</c:v>
                </c:pt>
                <c:pt idx="26357">
                  <c:v>68727</c:v>
                </c:pt>
                <c:pt idx="26358">
                  <c:v>68728</c:v>
                </c:pt>
                <c:pt idx="26359">
                  <c:v>68729</c:v>
                </c:pt>
                <c:pt idx="26360">
                  <c:v>68730</c:v>
                </c:pt>
                <c:pt idx="26361">
                  <c:v>68731</c:v>
                </c:pt>
                <c:pt idx="26362">
                  <c:v>68732</c:v>
                </c:pt>
                <c:pt idx="26363">
                  <c:v>68733</c:v>
                </c:pt>
                <c:pt idx="26364">
                  <c:v>68734</c:v>
                </c:pt>
                <c:pt idx="26365">
                  <c:v>68735</c:v>
                </c:pt>
                <c:pt idx="26366">
                  <c:v>68736</c:v>
                </c:pt>
                <c:pt idx="26367">
                  <c:v>68737</c:v>
                </c:pt>
                <c:pt idx="26368">
                  <c:v>68738</c:v>
                </c:pt>
                <c:pt idx="26369">
                  <c:v>68739</c:v>
                </c:pt>
                <c:pt idx="26370">
                  <c:v>68740</c:v>
                </c:pt>
                <c:pt idx="26371">
                  <c:v>68741</c:v>
                </c:pt>
                <c:pt idx="26372">
                  <c:v>68742</c:v>
                </c:pt>
                <c:pt idx="26373">
                  <c:v>68743</c:v>
                </c:pt>
                <c:pt idx="26374">
                  <c:v>68744</c:v>
                </c:pt>
                <c:pt idx="26375">
                  <c:v>68745</c:v>
                </c:pt>
                <c:pt idx="26376">
                  <c:v>68746</c:v>
                </c:pt>
                <c:pt idx="26377">
                  <c:v>68747</c:v>
                </c:pt>
                <c:pt idx="26378">
                  <c:v>68748</c:v>
                </c:pt>
                <c:pt idx="26379">
                  <c:v>68749</c:v>
                </c:pt>
                <c:pt idx="26380">
                  <c:v>68750</c:v>
                </c:pt>
                <c:pt idx="26381">
                  <c:v>68751</c:v>
                </c:pt>
                <c:pt idx="26382">
                  <c:v>68752</c:v>
                </c:pt>
                <c:pt idx="26383">
                  <c:v>68753</c:v>
                </c:pt>
                <c:pt idx="26384">
                  <c:v>68754</c:v>
                </c:pt>
                <c:pt idx="26385">
                  <c:v>68755</c:v>
                </c:pt>
                <c:pt idx="26386">
                  <c:v>68756</c:v>
                </c:pt>
                <c:pt idx="26387">
                  <c:v>68757</c:v>
                </c:pt>
                <c:pt idx="26388">
                  <c:v>68758</c:v>
                </c:pt>
                <c:pt idx="26389">
                  <c:v>68759</c:v>
                </c:pt>
                <c:pt idx="26390">
                  <c:v>68760</c:v>
                </c:pt>
                <c:pt idx="26391">
                  <c:v>68761</c:v>
                </c:pt>
                <c:pt idx="26392">
                  <c:v>68762</c:v>
                </c:pt>
                <c:pt idx="26393">
                  <c:v>68763</c:v>
                </c:pt>
                <c:pt idx="26394">
                  <c:v>68764</c:v>
                </c:pt>
                <c:pt idx="26395">
                  <c:v>68765</c:v>
                </c:pt>
                <c:pt idx="26396">
                  <c:v>68766</c:v>
                </c:pt>
                <c:pt idx="26397">
                  <c:v>68767</c:v>
                </c:pt>
                <c:pt idx="26398">
                  <c:v>68768</c:v>
                </c:pt>
                <c:pt idx="26399">
                  <c:v>68769</c:v>
                </c:pt>
                <c:pt idx="26400">
                  <c:v>68770</c:v>
                </c:pt>
                <c:pt idx="26401">
                  <c:v>68771</c:v>
                </c:pt>
                <c:pt idx="26402">
                  <c:v>68772</c:v>
                </c:pt>
                <c:pt idx="26403">
                  <c:v>68773</c:v>
                </c:pt>
                <c:pt idx="26404">
                  <c:v>68774</c:v>
                </c:pt>
                <c:pt idx="26405">
                  <c:v>68775</c:v>
                </c:pt>
                <c:pt idx="26406">
                  <c:v>68776</c:v>
                </c:pt>
                <c:pt idx="26407">
                  <c:v>68777</c:v>
                </c:pt>
                <c:pt idx="26408">
                  <c:v>68778</c:v>
                </c:pt>
                <c:pt idx="26409">
                  <c:v>68779</c:v>
                </c:pt>
                <c:pt idx="26410">
                  <c:v>68780</c:v>
                </c:pt>
                <c:pt idx="26411">
                  <c:v>68781</c:v>
                </c:pt>
                <c:pt idx="26412">
                  <c:v>68782</c:v>
                </c:pt>
                <c:pt idx="26413">
                  <c:v>68783</c:v>
                </c:pt>
                <c:pt idx="26414">
                  <c:v>68784</c:v>
                </c:pt>
                <c:pt idx="26415">
                  <c:v>68785</c:v>
                </c:pt>
                <c:pt idx="26416">
                  <c:v>68786</c:v>
                </c:pt>
                <c:pt idx="26417">
                  <c:v>68787</c:v>
                </c:pt>
                <c:pt idx="26418">
                  <c:v>68788</c:v>
                </c:pt>
                <c:pt idx="26419">
                  <c:v>68789</c:v>
                </c:pt>
                <c:pt idx="26420">
                  <c:v>68790</c:v>
                </c:pt>
                <c:pt idx="26421">
                  <c:v>68791</c:v>
                </c:pt>
                <c:pt idx="26422">
                  <c:v>68792</c:v>
                </c:pt>
                <c:pt idx="26423">
                  <c:v>68793</c:v>
                </c:pt>
                <c:pt idx="26424">
                  <c:v>68794</c:v>
                </c:pt>
                <c:pt idx="26425">
                  <c:v>68795</c:v>
                </c:pt>
                <c:pt idx="26426">
                  <c:v>68796</c:v>
                </c:pt>
                <c:pt idx="26427">
                  <c:v>68797</c:v>
                </c:pt>
                <c:pt idx="26428">
                  <c:v>68798</c:v>
                </c:pt>
                <c:pt idx="26429">
                  <c:v>68799</c:v>
                </c:pt>
                <c:pt idx="26430">
                  <c:v>68800</c:v>
                </c:pt>
                <c:pt idx="26431">
                  <c:v>68801</c:v>
                </c:pt>
                <c:pt idx="26432">
                  <c:v>68802</c:v>
                </c:pt>
                <c:pt idx="26433">
                  <c:v>68803</c:v>
                </c:pt>
                <c:pt idx="26434">
                  <c:v>68804</c:v>
                </c:pt>
                <c:pt idx="26435">
                  <c:v>68805</c:v>
                </c:pt>
                <c:pt idx="26436">
                  <c:v>68806</c:v>
                </c:pt>
                <c:pt idx="26437">
                  <c:v>68807</c:v>
                </c:pt>
                <c:pt idx="26438">
                  <c:v>68808</c:v>
                </c:pt>
                <c:pt idx="26439">
                  <c:v>68809</c:v>
                </c:pt>
                <c:pt idx="26440">
                  <c:v>68810</c:v>
                </c:pt>
                <c:pt idx="26441">
                  <c:v>68811</c:v>
                </c:pt>
                <c:pt idx="26442">
                  <c:v>68812</c:v>
                </c:pt>
                <c:pt idx="26443">
                  <c:v>68813</c:v>
                </c:pt>
                <c:pt idx="26444">
                  <c:v>68814</c:v>
                </c:pt>
                <c:pt idx="26445">
                  <c:v>68815</c:v>
                </c:pt>
                <c:pt idx="26446">
                  <c:v>68816</c:v>
                </c:pt>
                <c:pt idx="26447">
                  <c:v>68817</c:v>
                </c:pt>
                <c:pt idx="26448">
                  <c:v>68818</c:v>
                </c:pt>
                <c:pt idx="26449">
                  <c:v>68819</c:v>
                </c:pt>
                <c:pt idx="26450">
                  <c:v>68820</c:v>
                </c:pt>
                <c:pt idx="26451">
                  <c:v>68821</c:v>
                </c:pt>
                <c:pt idx="26452">
                  <c:v>68822</c:v>
                </c:pt>
                <c:pt idx="26453">
                  <c:v>68823</c:v>
                </c:pt>
                <c:pt idx="26454">
                  <c:v>68824</c:v>
                </c:pt>
                <c:pt idx="26455">
                  <c:v>68825</c:v>
                </c:pt>
                <c:pt idx="26456">
                  <c:v>68826</c:v>
                </c:pt>
                <c:pt idx="26457">
                  <c:v>68827</c:v>
                </c:pt>
                <c:pt idx="26458">
                  <c:v>68828</c:v>
                </c:pt>
                <c:pt idx="26459">
                  <c:v>68829</c:v>
                </c:pt>
                <c:pt idx="26460">
                  <c:v>68830</c:v>
                </c:pt>
                <c:pt idx="26461">
                  <c:v>68831</c:v>
                </c:pt>
                <c:pt idx="26462">
                  <c:v>68832</c:v>
                </c:pt>
                <c:pt idx="26463">
                  <c:v>68833</c:v>
                </c:pt>
                <c:pt idx="26464">
                  <c:v>68834</c:v>
                </c:pt>
                <c:pt idx="26465">
                  <c:v>68835</c:v>
                </c:pt>
                <c:pt idx="26466">
                  <c:v>68836</c:v>
                </c:pt>
                <c:pt idx="26467">
                  <c:v>68837</c:v>
                </c:pt>
                <c:pt idx="26468">
                  <c:v>68838</c:v>
                </c:pt>
                <c:pt idx="26469">
                  <c:v>68839</c:v>
                </c:pt>
                <c:pt idx="26470">
                  <c:v>68840</c:v>
                </c:pt>
                <c:pt idx="26471">
                  <c:v>68841</c:v>
                </c:pt>
                <c:pt idx="26472">
                  <c:v>68842</c:v>
                </c:pt>
                <c:pt idx="26473">
                  <c:v>68843</c:v>
                </c:pt>
                <c:pt idx="26474">
                  <c:v>68844</c:v>
                </c:pt>
                <c:pt idx="26475">
                  <c:v>68845</c:v>
                </c:pt>
                <c:pt idx="26476">
                  <c:v>68846</c:v>
                </c:pt>
                <c:pt idx="26477">
                  <c:v>68847</c:v>
                </c:pt>
                <c:pt idx="26478">
                  <c:v>68848</c:v>
                </c:pt>
                <c:pt idx="26479">
                  <c:v>68849</c:v>
                </c:pt>
                <c:pt idx="26480">
                  <c:v>68850</c:v>
                </c:pt>
                <c:pt idx="26481">
                  <c:v>68851</c:v>
                </c:pt>
                <c:pt idx="26482">
                  <c:v>68852</c:v>
                </c:pt>
                <c:pt idx="26483">
                  <c:v>68853</c:v>
                </c:pt>
                <c:pt idx="26484">
                  <c:v>68854</c:v>
                </c:pt>
                <c:pt idx="26485">
                  <c:v>68855</c:v>
                </c:pt>
                <c:pt idx="26486">
                  <c:v>68856</c:v>
                </c:pt>
                <c:pt idx="26487">
                  <c:v>68857</c:v>
                </c:pt>
                <c:pt idx="26488">
                  <c:v>68858</c:v>
                </c:pt>
                <c:pt idx="26489">
                  <c:v>68859</c:v>
                </c:pt>
                <c:pt idx="26490">
                  <c:v>68860</c:v>
                </c:pt>
                <c:pt idx="26491">
                  <c:v>68861</c:v>
                </c:pt>
                <c:pt idx="26492">
                  <c:v>68862</c:v>
                </c:pt>
                <c:pt idx="26493">
                  <c:v>68863</c:v>
                </c:pt>
                <c:pt idx="26494">
                  <c:v>68864</c:v>
                </c:pt>
                <c:pt idx="26495">
                  <c:v>68865</c:v>
                </c:pt>
                <c:pt idx="26496">
                  <c:v>68866</c:v>
                </c:pt>
                <c:pt idx="26497">
                  <c:v>68867</c:v>
                </c:pt>
                <c:pt idx="26498">
                  <c:v>68868</c:v>
                </c:pt>
                <c:pt idx="26499">
                  <c:v>68869</c:v>
                </c:pt>
                <c:pt idx="26500">
                  <c:v>68870</c:v>
                </c:pt>
                <c:pt idx="26501">
                  <c:v>68871</c:v>
                </c:pt>
                <c:pt idx="26502">
                  <c:v>68872</c:v>
                </c:pt>
                <c:pt idx="26503">
                  <c:v>68873</c:v>
                </c:pt>
                <c:pt idx="26504">
                  <c:v>68874</c:v>
                </c:pt>
                <c:pt idx="26505">
                  <c:v>68875</c:v>
                </c:pt>
                <c:pt idx="26506">
                  <c:v>68876</c:v>
                </c:pt>
                <c:pt idx="26507">
                  <c:v>68877</c:v>
                </c:pt>
                <c:pt idx="26508">
                  <c:v>68878</c:v>
                </c:pt>
                <c:pt idx="26509">
                  <c:v>68879</c:v>
                </c:pt>
                <c:pt idx="26510">
                  <c:v>68880</c:v>
                </c:pt>
                <c:pt idx="26511">
                  <c:v>68881</c:v>
                </c:pt>
                <c:pt idx="26512">
                  <c:v>68882</c:v>
                </c:pt>
                <c:pt idx="26513">
                  <c:v>68883</c:v>
                </c:pt>
                <c:pt idx="26514">
                  <c:v>68884</c:v>
                </c:pt>
                <c:pt idx="26515">
                  <c:v>68885</c:v>
                </c:pt>
                <c:pt idx="26516">
                  <c:v>68886</c:v>
                </c:pt>
                <c:pt idx="26517">
                  <c:v>68887</c:v>
                </c:pt>
                <c:pt idx="26518">
                  <c:v>68888</c:v>
                </c:pt>
                <c:pt idx="26519">
                  <c:v>68889</c:v>
                </c:pt>
                <c:pt idx="26520">
                  <c:v>68890</c:v>
                </c:pt>
                <c:pt idx="26521">
                  <c:v>68891</c:v>
                </c:pt>
                <c:pt idx="26522">
                  <c:v>68892</c:v>
                </c:pt>
                <c:pt idx="26523">
                  <c:v>68893</c:v>
                </c:pt>
                <c:pt idx="26524">
                  <c:v>68894</c:v>
                </c:pt>
                <c:pt idx="26525">
                  <c:v>68895</c:v>
                </c:pt>
                <c:pt idx="26526">
                  <c:v>68896</c:v>
                </c:pt>
                <c:pt idx="26527">
                  <c:v>68897</c:v>
                </c:pt>
                <c:pt idx="26528">
                  <c:v>68898</c:v>
                </c:pt>
                <c:pt idx="26529">
                  <c:v>68899</c:v>
                </c:pt>
                <c:pt idx="26530">
                  <c:v>68900</c:v>
                </c:pt>
                <c:pt idx="26531">
                  <c:v>68901</c:v>
                </c:pt>
                <c:pt idx="26532">
                  <c:v>68902</c:v>
                </c:pt>
                <c:pt idx="26533">
                  <c:v>68903</c:v>
                </c:pt>
                <c:pt idx="26534">
                  <c:v>68904</c:v>
                </c:pt>
                <c:pt idx="26535">
                  <c:v>68905</c:v>
                </c:pt>
                <c:pt idx="26536">
                  <c:v>68906</c:v>
                </c:pt>
                <c:pt idx="26537">
                  <c:v>68907</c:v>
                </c:pt>
                <c:pt idx="26538">
                  <c:v>68908</c:v>
                </c:pt>
                <c:pt idx="26539">
                  <c:v>68909</c:v>
                </c:pt>
                <c:pt idx="26540">
                  <c:v>68910</c:v>
                </c:pt>
                <c:pt idx="26541">
                  <c:v>68911</c:v>
                </c:pt>
                <c:pt idx="26542">
                  <c:v>68912</c:v>
                </c:pt>
                <c:pt idx="26543">
                  <c:v>68913</c:v>
                </c:pt>
                <c:pt idx="26544">
                  <c:v>68914</c:v>
                </c:pt>
                <c:pt idx="26545">
                  <c:v>68915</c:v>
                </c:pt>
                <c:pt idx="26546">
                  <c:v>68916</c:v>
                </c:pt>
                <c:pt idx="26547">
                  <c:v>68917</c:v>
                </c:pt>
                <c:pt idx="26548">
                  <c:v>68918</c:v>
                </c:pt>
                <c:pt idx="26549">
                  <c:v>68919</c:v>
                </c:pt>
                <c:pt idx="26550">
                  <c:v>68920</c:v>
                </c:pt>
                <c:pt idx="26551">
                  <c:v>68921</c:v>
                </c:pt>
                <c:pt idx="26552">
                  <c:v>68922</c:v>
                </c:pt>
                <c:pt idx="26553">
                  <c:v>68923</c:v>
                </c:pt>
                <c:pt idx="26554">
                  <c:v>68924</c:v>
                </c:pt>
                <c:pt idx="26555">
                  <c:v>68925</c:v>
                </c:pt>
                <c:pt idx="26556">
                  <c:v>68926</c:v>
                </c:pt>
                <c:pt idx="26557">
                  <c:v>68927</c:v>
                </c:pt>
                <c:pt idx="26558">
                  <c:v>68928</c:v>
                </c:pt>
                <c:pt idx="26559">
                  <c:v>68929</c:v>
                </c:pt>
                <c:pt idx="26560">
                  <c:v>68930</c:v>
                </c:pt>
                <c:pt idx="26561">
                  <c:v>68931</c:v>
                </c:pt>
                <c:pt idx="26562">
                  <c:v>68932</c:v>
                </c:pt>
                <c:pt idx="26563">
                  <c:v>68933</c:v>
                </c:pt>
                <c:pt idx="26564">
                  <c:v>68934</c:v>
                </c:pt>
                <c:pt idx="26565">
                  <c:v>68935</c:v>
                </c:pt>
                <c:pt idx="26566">
                  <c:v>68936</c:v>
                </c:pt>
                <c:pt idx="26567">
                  <c:v>68937</c:v>
                </c:pt>
                <c:pt idx="26568">
                  <c:v>68938</c:v>
                </c:pt>
                <c:pt idx="26569">
                  <c:v>68939</c:v>
                </c:pt>
                <c:pt idx="26570">
                  <c:v>68940</c:v>
                </c:pt>
                <c:pt idx="26571">
                  <c:v>68941</c:v>
                </c:pt>
                <c:pt idx="26572">
                  <c:v>68942</c:v>
                </c:pt>
                <c:pt idx="26573">
                  <c:v>68943</c:v>
                </c:pt>
                <c:pt idx="26574">
                  <c:v>68944</c:v>
                </c:pt>
                <c:pt idx="26575">
                  <c:v>68945</c:v>
                </c:pt>
                <c:pt idx="26576">
                  <c:v>68946</c:v>
                </c:pt>
                <c:pt idx="26577">
                  <c:v>68947</c:v>
                </c:pt>
                <c:pt idx="26578">
                  <c:v>68948</c:v>
                </c:pt>
                <c:pt idx="26579">
                  <c:v>68949</c:v>
                </c:pt>
                <c:pt idx="26580">
                  <c:v>68950</c:v>
                </c:pt>
                <c:pt idx="26581">
                  <c:v>68951</c:v>
                </c:pt>
                <c:pt idx="26582">
                  <c:v>68952</c:v>
                </c:pt>
                <c:pt idx="26583">
                  <c:v>68953</c:v>
                </c:pt>
                <c:pt idx="26584">
                  <c:v>68954</c:v>
                </c:pt>
                <c:pt idx="26585">
                  <c:v>68955</c:v>
                </c:pt>
                <c:pt idx="26586">
                  <c:v>68956</c:v>
                </c:pt>
                <c:pt idx="26587">
                  <c:v>68957</c:v>
                </c:pt>
                <c:pt idx="26588">
                  <c:v>68958</c:v>
                </c:pt>
                <c:pt idx="26589">
                  <c:v>68959</c:v>
                </c:pt>
                <c:pt idx="26590">
                  <c:v>68960</c:v>
                </c:pt>
                <c:pt idx="26591">
                  <c:v>68961</c:v>
                </c:pt>
                <c:pt idx="26592">
                  <c:v>68962</c:v>
                </c:pt>
                <c:pt idx="26593">
                  <c:v>68963</c:v>
                </c:pt>
                <c:pt idx="26594">
                  <c:v>68964</c:v>
                </c:pt>
                <c:pt idx="26595">
                  <c:v>68965</c:v>
                </c:pt>
                <c:pt idx="26596">
                  <c:v>68966</c:v>
                </c:pt>
                <c:pt idx="26597">
                  <c:v>68967</c:v>
                </c:pt>
                <c:pt idx="26598">
                  <c:v>68968</c:v>
                </c:pt>
                <c:pt idx="26599">
                  <c:v>68969</c:v>
                </c:pt>
                <c:pt idx="26600">
                  <c:v>68970</c:v>
                </c:pt>
                <c:pt idx="26601">
                  <c:v>68971</c:v>
                </c:pt>
                <c:pt idx="26602">
                  <c:v>68972</c:v>
                </c:pt>
                <c:pt idx="26603">
                  <c:v>68973</c:v>
                </c:pt>
                <c:pt idx="26604">
                  <c:v>68974</c:v>
                </c:pt>
                <c:pt idx="26605">
                  <c:v>68975</c:v>
                </c:pt>
                <c:pt idx="26606">
                  <c:v>68976</c:v>
                </c:pt>
                <c:pt idx="26607">
                  <c:v>68977</c:v>
                </c:pt>
                <c:pt idx="26608">
                  <c:v>68978</c:v>
                </c:pt>
                <c:pt idx="26609">
                  <c:v>68979</c:v>
                </c:pt>
                <c:pt idx="26610">
                  <c:v>68980</c:v>
                </c:pt>
                <c:pt idx="26611">
                  <c:v>68981</c:v>
                </c:pt>
                <c:pt idx="26612">
                  <c:v>68982</c:v>
                </c:pt>
                <c:pt idx="26613">
                  <c:v>68983</c:v>
                </c:pt>
                <c:pt idx="26614">
                  <c:v>68984</c:v>
                </c:pt>
                <c:pt idx="26615">
                  <c:v>68985</c:v>
                </c:pt>
                <c:pt idx="26616">
                  <c:v>68986</c:v>
                </c:pt>
                <c:pt idx="26617">
                  <c:v>68987</c:v>
                </c:pt>
                <c:pt idx="26618">
                  <c:v>68988</c:v>
                </c:pt>
                <c:pt idx="26619">
                  <c:v>68989</c:v>
                </c:pt>
                <c:pt idx="26620">
                  <c:v>68990</c:v>
                </c:pt>
                <c:pt idx="26621">
                  <c:v>68991</c:v>
                </c:pt>
                <c:pt idx="26622">
                  <c:v>68992</c:v>
                </c:pt>
                <c:pt idx="26623">
                  <c:v>68993</c:v>
                </c:pt>
                <c:pt idx="26624">
                  <c:v>68994</c:v>
                </c:pt>
                <c:pt idx="26625">
                  <c:v>68995</c:v>
                </c:pt>
                <c:pt idx="26626">
                  <c:v>68996</c:v>
                </c:pt>
                <c:pt idx="26627">
                  <c:v>68997</c:v>
                </c:pt>
                <c:pt idx="26628">
                  <c:v>68998</c:v>
                </c:pt>
                <c:pt idx="26629">
                  <c:v>68999</c:v>
                </c:pt>
                <c:pt idx="26630">
                  <c:v>69000</c:v>
                </c:pt>
                <c:pt idx="26631">
                  <c:v>69001</c:v>
                </c:pt>
                <c:pt idx="26632">
                  <c:v>69002</c:v>
                </c:pt>
                <c:pt idx="26633">
                  <c:v>69003</c:v>
                </c:pt>
                <c:pt idx="26634">
                  <c:v>69004</c:v>
                </c:pt>
                <c:pt idx="26635">
                  <c:v>69005</c:v>
                </c:pt>
                <c:pt idx="26636">
                  <c:v>69006</c:v>
                </c:pt>
                <c:pt idx="26637">
                  <c:v>69007</c:v>
                </c:pt>
                <c:pt idx="26638">
                  <c:v>69008</c:v>
                </c:pt>
                <c:pt idx="26639">
                  <c:v>69009</c:v>
                </c:pt>
                <c:pt idx="26640">
                  <c:v>69010</c:v>
                </c:pt>
                <c:pt idx="26641">
                  <c:v>69011</c:v>
                </c:pt>
                <c:pt idx="26642">
                  <c:v>69012</c:v>
                </c:pt>
                <c:pt idx="26643">
                  <c:v>69013</c:v>
                </c:pt>
                <c:pt idx="26644">
                  <c:v>69014</c:v>
                </c:pt>
                <c:pt idx="26645">
                  <c:v>69015</c:v>
                </c:pt>
                <c:pt idx="26646">
                  <c:v>69016</c:v>
                </c:pt>
                <c:pt idx="26647">
                  <c:v>69017</c:v>
                </c:pt>
                <c:pt idx="26648">
                  <c:v>69018</c:v>
                </c:pt>
                <c:pt idx="26649">
                  <c:v>69019</c:v>
                </c:pt>
                <c:pt idx="26650">
                  <c:v>69020</c:v>
                </c:pt>
                <c:pt idx="26651">
                  <c:v>69021</c:v>
                </c:pt>
                <c:pt idx="26652">
                  <c:v>69022</c:v>
                </c:pt>
                <c:pt idx="26653">
                  <c:v>69023</c:v>
                </c:pt>
                <c:pt idx="26654">
                  <c:v>69024</c:v>
                </c:pt>
                <c:pt idx="26655">
                  <c:v>69025</c:v>
                </c:pt>
                <c:pt idx="26656">
                  <c:v>69026</c:v>
                </c:pt>
                <c:pt idx="26657">
                  <c:v>69027</c:v>
                </c:pt>
                <c:pt idx="26658">
                  <c:v>69028</c:v>
                </c:pt>
                <c:pt idx="26659">
                  <c:v>69029</c:v>
                </c:pt>
                <c:pt idx="26660">
                  <c:v>69030</c:v>
                </c:pt>
                <c:pt idx="26661">
                  <c:v>69031</c:v>
                </c:pt>
                <c:pt idx="26662">
                  <c:v>69032</c:v>
                </c:pt>
                <c:pt idx="26663">
                  <c:v>69033</c:v>
                </c:pt>
                <c:pt idx="26664">
                  <c:v>69034</c:v>
                </c:pt>
                <c:pt idx="26665">
                  <c:v>69035</c:v>
                </c:pt>
                <c:pt idx="26666">
                  <c:v>69036</c:v>
                </c:pt>
                <c:pt idx="26667">
                  <c:v>69037</c:v>
                </c:pt>
                <c:pt idx="26668">
                  <c:v>69038</c:v>
                </c:pt>
                <c:pt idx="26669">
                  <c:v>69039</c:v>
                </c:pt>
                <c:pt idx="26670">
                  <c:v>69040</c:v>
                </c:pt>
                <c:pt idx="26671">
                  <c:v>69041</c:v>
                </c:pt>
                <c:pt idx="26672">
                  <c:v>69042</c:v>
                </c:pt>
                <c:pt idx="26673">
                  <c:v>69043</c:v>
                </c:pt>
                <c:pt idx="26674">
                  <c:v>69044</c:v>
                </c:pt>
                <c:pt idx="26675">
                  <c:v>69045</c:v>
                </c:pt>
                <c:pt idx="26676">
                  <c:v>69046</c:v>
                </c:pt>
                <c:pt idx="26677">
                  <c:v>69047</c:v>
                </c:pt>
                <c:pt idx="26678">
                  <c:v>69048</c:v>
                </c:pt>
                <c:pt idx="26679">
                  <c:v>69049</c:v>
                </c:pt>
                <c:pt idx="26680">
                  <c:v>69050</c:v>
                </c:pt>
                <c:pt idx="26681">
                  <c:v>69051</c:v>
                </c:pt>
                <c:pt idx="26682">
                  <c:v>69052</c:v>
                </c:pt>
                <c:pt idx="26683">
                  <c:v>69053</c:v>
                </c:pt>
                <c:pt idx="26684">
                  <c:v>69054</c:v>
                </c:pt>
                <c:pt idx="26685">
                  <c:v>69055</c:v>
                </c:pt>
                <c:pt idx="26686">
                  <c:v>69056</c:v>
                </c:pt>
                <c:pt idx="26687">
                  <c:v>69057</c:v>
                </c:pt>
                <c:pt idx="26688">
                  <c:v>69058</c:v>
                </c:pt>
                <c:pt idx="26689">
                  <c:v>69059</c:v>
                </c:pt>
                <c:pt idx="26690">
                  <c:v>69060</c:v>
                </c:pt>
                <c:pt idx="26691">
                  <c:v>69061</c:v>
                </c:pt>
                <c:pt idx="26692">
                  <c:v>69062</c:v>
                </c:pt>
                <c:pt idx="26693">
                  <c:v>69063</c:v>
                </c:pt>
                <c:pt idx="26694">
                  <c:v>69064</c:v>
                </c:pt>
                <c:pt idx="26695">
                  <c:v>69065</c:v>
                </c:pt>
                <c:pt idx="26696">
                  <c:v>69066</c:v>
                </c:pt>
                <c:pt idx="26697">
                  <c:v>69067</c:v>
                </c:pt>
                <c:pt idx="26698">
                  <c:v>69068</c:v>
                </c:pt>
                <c:pt idx="26699">
                  <c:v>69069</c:v>
                </c:pt>
                <c:pt idx="26700">
                  <c:v>69070</c:v>
                </c:pt>
                <c:pt idx="26701">
                  <c:v>69071</c:v>
                </c:pt>
                <c:pt idx="26702">
                  <c:v>69072</c:v>
                </c:pt>
                <c:pt idx="26703">
                  <c:v>69073</c:v>
                </c:pt>
                <c:pt idx="26704">
                  <c:v>69074</c:v>
                </c:pt>
                <c:pt idx="26705">
                  <c:v>69075</c:v>
                </c:pt>
                <c:pt idx="26706">
                  <c:v>69076</c:v>
                </c:pt>
                <c:pt idx="26707">
                  <c:v>69077</c:v>
                </c:pt>
                <c:pt idx="26708">
                  <c:v>69078</c:v>
                </c:pt>
                <c:pt idx="26709">
                  <c:v>69079</c:v>
                </c:pt>
                <c:pt idx="26710">
                  <c:v>69080</c:v>
                </c:pt>
                <c:pt idx="26711">
                  <c:v>69081</c:v>
                </c:pt>
                <c:pt idx="26712">
                  <c:v>69082</c:v>
                </c:pt>
                <c:pt idx="26713">
                  <c:v>69083</c:v>
                </c:pt>
                <c:pt idx="26714">
                  <c:v>69084</c:v>
                </c:pt>
                <c:pt idx="26715">
                  <c:v>69085</c:v>
                </c:pt>
                <c:pt idx="26716">
                  <c:v>69086</c:v>
                </c:pt>
                <c:pt idx="26717">
                  <c:v>69087</c:v>
                </c:pt>
                <c:pt idx="26718">
                  <c:v>69088</c:v>
                </c:pt>
                <c:pt idx="26719">
                  <c:v>69089</c:v>
                </c:pt>
                <c:pt idx="26720">
                  <c:v>69090</c:v>
                </c:pt>
                <c:pt idx="26721">
                  <c:v>69091</c:v>
                </c:pt>
                <c:pt idx="26722">
                  <c:v>69092</c:v>
                </c:pt>
                <c:pt idx="26723">
                  <c:v>69093</c:v>
                </c:pt>
                <c:pt idx="26724">
                  <c:v>69094</c:v>
                </c:pt>
                <c:pt idx="26725">
                  <c:v>69095</c:v>
                </c:pt>
                <c:pt idx="26726">
                  <c:v>69096</c:v>
                </c:pt>
                <c:pt idx="26727">
                  <c:v>69097</c:v>
                </c:pt>
                <c:pt idx="26728">
                  <c:v>69098</c:v>
                </c:pt>
                <c:pt idx="26729">
                  <c:v>69099</c:v>
                </c:pt>
                <c:pt idx="26730">
                  <c:v>69100</c:v>
                </c:pt>
                <c:pt idx="26731">
                  <c:v>69101</c:v>
                </c:pt>
                <c:pt idx="26732">
                  <c:v>69102</c:v>
                </c:pt>
                <c:pt idx="26733">
                  <c:v>69103</c:v>
                </c:pt>
                <c:pt idx="26734">
                  <c:v>69104</c:v>
                </c:pt>
                <c:pt idx="26735">
                  <c:v>69105</c:v>
                </c:pt>
                <c:pt idx="26736">
                  <c:v>69106</c:v>
                </c:pt>
                <c:pt idx="26737">
                  <c:v>69107</c:v>
                </c:pt>
                <c:pt idx="26738">
                  <c:v>69108</c:v>
                </c:pt>
                <c:pt idx="26739">
                  <c:v>69109</c:v>
                </c:pt>
                <c:pt idx="26740">
                  <c:v>69110</c:v>
                </c:pt>
                <c:pt idx="26741">
                  <c:v>69111</c:v>
                </c:pt>
                <c:pt idx="26742">
                  <c:v>69112</c:v>
                </c:pt>
                <c:pt idx="26743">
                  <c:v>69113</c:v>
                </c:pt>
                <c:pt idx="26744">
                  <c:v>69114</c:v>
                </c:pt>
                <c:pt idx="26745">
                  <c:v>69115</c:v>
                </c:pt>
                <c:pt idx="26746">
                  <c:v>69116</c:v>
                </c:pt>
                <c:pt idx="26747">
                  <c:v>69117</c:v>
                </c:pt>
                <c:pt idx="26748">
                  <c:v>69118</c:v>
                </c:pt>
                <c:pt idx="26749">
                  <c:v>69119</c:v>
                </c:pt>
                <c:pt idx="26750">
                  <c:v>69120</c:v>
                </c:pt>
                <c:pt idx="26751">
                  <c:v>69121</c:v>
                </c:pt>
                <c:pt idx="26752">
                  <c:v>69122</c:v>
                </c:pt>
                <c:pt idx="26753">
                  <c:v>69123</c:v>
                </c:pt>
                <c:pt idx="26754">
                  <c:v>69124</c:v>
                </c:pt>
                <c:pt idx="26755">
                  <c:v>69125</c:v>
                </c:pt>
                <c:pt idx="26756">
                  <c:v>69126</c:v>
                </c:pt>
                <c:pt idx="26757">
                  <c:v>69127</c:v>
                </c:pt>
                <c:pt idx="26758">
                  <c:v>69128</c:v>
                </c:pt>
                <c:pt idx="26759">
                  <c:v>69129</c:v>
                </c:pt>
                <c:pt idx="26760">
                  <c:v>69130</c:v>
                </c:pt>
                <c:pt idx="26761">
                  <c:v>69131</c:v>
                </c:pt>
                <c:pt idx="26762">
                  <c:v>69132</c:v>
                </c:pt>
                <c:pt idx="26763">
                  <c:v>69133</c:v>
                </c:pt>
                <c:pt idx="26764">
                  <c:v>69134</c:v>
                </c:pt>
                <c:pt idx="26765">
                  <c:v>69135</c:v>
                </c:pt>
                <c:pt idx="26766">
                  <c:v>69136</c:v>
                </c:pt>
                <c:pt idx="26767">
                  <c:v>69137</c:v>
                </c:pt>
                <c:pt idx="26768">
                  <c:v>69138</c:v>
                </c:pt>
                <c:pt idx="26769">
                  <c:v>69139</c:v>
                </c:pt>
                <c:pt idx="26770">
                  <c:v>69140</c:v>
                </c:pt>
                <c:pt idx="26771">
                  <c:v>69141</c:v>
                </c:pt>
                <c:pt idx="26772">
                  <c:v>69142</c:v>
                </c:pt>
                <c:pt idx="26773">
                  <c:v>69143</c:v>
                </c:pt>
                <c:pt idx="26774">
                  <c:v>69144</c:v>
                </c:pt>
                <c:pt idx="26775">
                  <c:v>69145</c:v>
                </c:pt>
                <c:pt idx="26776">
                  <c:v>69146</c:v>
                </c:pt>
                <c:pt idx="26777">
                  <c:v>69147</c:v>
                </c:pt>
                <c:pt idx="26778">
                  <c:v>69148</c:v>
                </c:pt>
                <c:pt idx="26779">
                  <c:v>69149</c:v>
                </c:pt>
                <c:pt idx="26780">
                  <c:v>69150</c:v>
                </c:pt>
                <c:pt idx="26781">
                  <c:v>69151</c:v>
                </c:pt>
                <c:pt idx="26782">
                  <c:v>69152</c:v>
                </c:pt>
                <c:pt idx="26783">
                  <c:v>69153</c:v>
                </c:pt>
                <c:pt idx="26784">
                  <c:v>69154</c:v>
                </c:pt>
                <c:pt idx="26785">
                  <c:v>69155</c:v>
                </c:pt>
                <c:pt idx="26786">
                  <c:v>69156</c:v>
                </c:pt>
                <c:pt idx="26787">
                  <c:v>69157</c:v>
                </c:pt>
                <c:pt idx="26788">
                  <c:v>69158</c:v>
                </c:pt>
                <c:pt idx="26789">
                  <c:v>69159</c:v>
                </c:pt>
                <c:pt idx="26790">
                  <c:v>69160</c:v>
                </c:pt>
                <c:pt idx="26791">
                  <c:v>69161</c:v>
                </c:pt>
                <c:pt idx="26792">
                  <c:v>69162</c:v>
                </c:pt>
                <c:pt idx="26793">
                  <c:v>69163</c:v>
                </c:pt>
                <c:pt idx="26794">
                  <c:v>69164</c:v>
                </c:pt>
                <c:pt idx="26795">
                  <c:v>69165</c:v>
                </c:pt>
                <c:pt idx="26796">
                  <c:v>69166</c:v>
                </c:pt>
                <c:pt idx="26797">
                  <c:v>69167</c:v>
                </c:pt>
                <c:pt idx="26798">
                  <c:v>69168</c:v>
                </c:pt>
                <c:pt idx="26799">
                  <c:v>69169</c:v>
                </c:pt>
                <c:pt idx="26800">
                  <c:v>69170</c:v>
                </c:pt>
                <c:pt idx="26801">
                  <c:v>69171</c:v>
                </c:pt>
                <c:pt idx="26802">
                  <c:v>69172</c:v>
                </c:pt>
                <c:pt idx="26803">
                  <c:v>69173</c:v>
                </c:pt>
                <c:pt idx="26804">
                  <c:v>69174</c:v>
                </c:pt>
                <c:pt idx="26805">
                  <c:v>69175</c:v>
                </c:pt>
                <c:pt idx="26806">
                  <c:v>69176</c:v>
                </c:pt>
                <c:pt idx="26807">
                  <c:v>69177</c:v>
                </c:pt>
                <c:pt idx="26808">
                  <c:v>69178</c:v>
                </c:pt>
                <c:pt idx="26809">
                  <c:v>69179</c:v>
                </c:pt>
                <c:pt idx="26810">
                  <c:v>69180</c:v>
                </c:pt>
                <c:pt idx="26811">
                  <c:v>69181</c:v>
                </c:pt>
                <c:pt idx="26812">
                  <c:v>69182</c:v>
                </c:pt>
                <c:pt idx="26813">
                  <c:v>69183</c:v>
                </c:pt>
                <c:pt idx="26814">
                  <c:v>69184</c:v>
                </c:pt>
                <c:pt idx="26815">
                  <c:v>69185</c:v>
                </c:pt>
                <c:pt idx="26816">
                  <c:v>69186</c:v>
                </c:pt>
                <c:pt idx="26817">
                  <c:v>69187</c:v>
                </c:pt>
                <c:pt idx="26818">
                  <c:v>69188</c:v>
                </c:pt>
                <c:pt idx="26819">
                  <c:v>69189</c:v>
                </c:pt>
                <c:pt idx="26820">
                  <c:v>69190</c:v>
                </c:pt>
                <c:pt idx="26821">
                  <c:v>69191</c:v>
                </c:pt>
                <c:pt idx="26822">
                  <c:v>69192</c:v>
                </c:pt>
                <c:pt idx="26823">
                  <c:v>69193</c:v>
                </c:pt>
                <c:pt idx="26824">
                  <c:v>69194</c:v>
                </c:pt>
                <c:pt idx="26825">
                  <c:v>69195</c:v>
                </c:pt>
                <c:pt idx="26826">
                  <c:v>69196</c:v>
                </c:pt>
                <c:pt idx="26827">
                  <c:v>69197</c:v>
                </c:pt>
                <c:pt idx="26828">
                  <c:v>69198</c:v>
                </c:pt>
                <c:pt idx="26829">
                  <c:v>69199</c:v>
                </c:pt>
                <c:pt idx="26830">
                  <c:v>69200</c:v>
                </c:pt>
                <c:pt idx="26831">
                  <c:v>69201</c:v>
                </c:pt>
                <c:pt idx="26832">
                  <c:v>69202</c:v>
                </c:pt>
                <c:pt idx="26833">
                  <c:v>69203</c:v>
                </c:pt>
                <c:pt idx="26834">
                  <c:v>69204</c:v>
                </c:pt>
                <c:pt idx="26835">
                  <c:v>69205</c:v>
                </c:pt>
                <c:pt idx="26836">
                  <c:v>69206</c:v>
                </c:pt>
                <c:pt idx="26837">
                  <c:v>69207</c:v>
                </c:pt>
                <c:pt idx="26838">
                  <c:v>69208</c:v>
                </c:pt>
                <c:pt idx="26839">
                  <c:v>69209</c:v>
                </c:pt>
                <c:pt idx="26840">
                  <c:v>69210</c:v>
                </c:pt>
                <c:pt idx="26841">
                  <c:v>69211</c:v>
                </c:pt>
                <c:pt idx="26842">
                  <c:v>69212</c:v>
                </c:pt>
                <c:pt idx="26843">
                  <c:v>69213</c:v>
                </c:pt>
                <c:pt idx="26844">
                  <c:v>69214</c:v>
                </c:pt>
                <c:pt idx="26845">
                  <c:v>69215</c:v>
                </c:pt>
                <c:pt idx="26846">
                  <c:v>69216</c:v>
                </c:pt>
                <c:pt idx="26847">
                  <c:v>69217</c:v>
                </c:pt>
                <c:pt idx="26848">
                  <c:v>69218</c:v>
                </c:pt>
                <c:pt idx="26849">
                  <c:v>69219</c:v>
                </c:pt>
                <c:pt idx="26850">
                  <c:v>69220</c:v>
                </c:pt>
                <c:pt idx="26851">
                  <c:v>69221</c:v>
                </c:pt>
                <c:pt idx="26852">
                  <c:v>69222</c:v>
                </c:pt>
                <c:pt idx="26853">
                  <c:v>69223</c:v>
                </c:pt>
                <c:pt idx="26854">
                  <c:v>69224</c:v>
                </c:pt>
                <c:pt idx="26855">
                  <c:v>69225</c:v>
                </c:pt>
                <c:pt idx="26856">
                  <c:v>69226</c:v>
                </c:pt>
                <c:pt idx="26857">
                  <c:v>69227</c:v>
                </c:pt>
                <c:pt idx="26858">
                  <c:v>69228</c:v>
                </c:pt>
                <c:pt idx="26859">
                  <c:v>69229</c:v>
                </c:pt>
                <c:pt idx="26860">
                  <c:v>69230</c:v>
                </c:pt>
                <c:pt idx="26861">
                  <c:v>69231</c:v>
                </c:pt>
                <c:pt idx="26862">
                  <c:v>69232</c:v>
                </c:pt>
                <c:pt idx="26863">
                  <c:v>69233</c:v>
                </c:pt>
                <c:pt idx="26864">
                  <c:v>69234</c:v>
                </c:pt>
                <c:pt idx="26865">
                  <c:v>69235</c:v>
                </c:pt>
                <c:pt idx="26866">
                  <c:v>69236</c:v>
                </c:pt>
                <c:pt idx="26867">
                  <c:v>69237</c:v>
                </c:pt>
                <c:pt idx="26868">
                  <c:v>69238</c:v>
                </c:pt>
                <c:pt idx="26869">
                  <c:v>69239</c:v>
                </c:pt>
                <c:pt idx="26870">
                  <c:v>69240</c:v>
                </c:pt>
                <c:pt idx="26871">
                  <c:v>69241</c:v>
                </c:pt>
                <c:pt idx="26872">
                  <c:v>69242</c:v>
                </c:pt>
                <c:pt idx="26873">
                  <c:v>69243</c:v>
                </c:pt>
                <c:pt idx="26874">
                  <c:v>69244</c:v>
                </c:pt>
                <c:pt idx="26875">
                  <c:v>69245</c:v>
                </c:pt>
                <c:pt idx="26876">
                  <c:v>69246</c:v>
                </c:pt>
                <c:pt idx="26877">
                  <c:v>69247</c:v>
                </c:pt>
                <c:pt idx="26878">
                  <c:v>69248</c:v>
                </c:pt>
                <c:pt idx="26879">
                  <c:v>69249</c:v>
                </c:pt>
                <c:pt idx="26880">
                  <c:v>69250</c:v>
                </c:pt>
                <c:pt idx="26881">
                  <c:v>69251</c:v>
                </c:pt>
                <c:pt idx="26882">
                  <c:v>69252</c:v>
                </c:pt>
                <c:pt idx="26883">
                  <c:v>69253</c:v>
                </c:pt>
                <c:pt idx="26884">
                  <c:v>69254</c:v>
                </c:pt>
                <c:pt idx="26885">
                  <c:v>69255</c:v>
                </c:pt>
                <c:pt idx="26886">
                  <c:v>69256</c:v>
                </c:pt>
                <c:pt idx="26887">
                  <c:v>69257</c:v>
                </c:pt>
                <c:pt idx="26888">
                  <c:v>69258</c:v>
                </c:pt>
                <c:pt idx="26889">
                  <c:v>69259</c:v>
                </c:pt>
                <c:pt idx="26890">
                  <c:v>69260</c:v>
                </c:pt>
                <c:pt idx="26891">
                  <c:v>69261</c:v>
                </c:pt>
                <c:pt idx="26892">
                  <c:v>69262</c:v>
                </c:pt>
                <c:pt idx="26893">
                  <c:v>69263</c:v>
                </c:pt>
                <c:pt idx="26894">
                  <c:v>69264</c:v>
                </c:pt>
                <c:pt idx="26895">
                  <c:v>69265</c:v>
                </c:pt>
                <c:pt idx="26896">
                  <c:v>69266</c:v>
                </c:pt>
                <c:pt idx="26897">
                  <c:v>69267</c:v>
                </c:pt>
                <c:pt idx="26898">
                  <c:v>69268</c:v>
                </c:pt>
                <c:pt idx="26899">
                  <c:v>69269</c:v>
                </c:pt>
                <c:pt idx="26900">
                  <c:v>69270</c:v>
                </c:pt>
                <c:pt idx="26901">
                  <c:v>69271</c:v>
                </c:pt>
                <c:pt idx="26902">
                  <c:v>69272</c:v>
                </c:pt>
                <c:pt idx="26903">
                  <c:v>69273</c:v>
                </c:pt>
                <c:pt idx="26904">
                  <c:v>69274</c:v>
                </c:pt>
                <c:pt idx="26905">
                  <c:v>69275</c:v>
                </c:pt>
                <c:pt idx="26906">
                  <c:v>69276</c:v>
                </c:pt>
                <c:pt idx="26907">
                  <c:v>69277</c:v>
                </c:pt>
                <c:pt idx="26908">
                  <c:v>69278</c:v>
                </c:pt>
                <c:pt idx="26909">
                  <c:v>69279</c:v>
                </c:pt>
                <c:pt idx="26910">
                  <c:v>69280</c:v>
                </c:pt>
                <c:pt idx="26911">
                  <c:v>69281</c:v>
                </c:pt>
                <c:pt idx="26912">
                  <c:v>69282</c:v>
                </c:pt>
                <c:pt idx="26913">
                  <c:v>69283</c:v>
                </c:pt>
                <c:pt idx="26914">
                  <c:v>69284</c:v>
                </c:pt>
                <c:pt idx="26915">
                  <c:v>69285</c:v>
                </c:pt>
                <c:pt idx="26916">
                  <c:v>69286</c:v>
                </c:pt>
                <c:pt idx="26917">
                  <c:v>69287</c:v>
                </c:pt>
                <c:pt idx="26918">
                  <c:v>69288</c:v>
                </c:pt>
                <c:pt idx="26919">
                  <c:v>69289</c:v>
                </c:pt>
                <c:pt idx="26920">
                  <c:v>69290</c:v>
                </c:pt>
                <c:pt idx="26921">
                  <c:v>69291</c:v>
                </c:pt>
                <c:pt idx="26922">
                  <c:v>69292</c:v>
                </c:pt>
                <c:pt idx="26923">
                  <c:v>69293</c:v>
                </c:pt>
                <c:pt idx="26924">
                  <c:v>69294</c:v>
                </c:pt>
                <c:pt idx="26925">
                  <c:v>69295</c:v>
                </c:pt>
                <c:pt idx="26926">
                  <c:v>69296</c:v>
                </c:pt>
                <c:pt idx="26927">
                  <c:v>69297</c:v>
                </c:pt>
                <c:pt idx="26928">
                  <c:v>69298</c:v>
                </c:pt>
                <c:pt idx="26929">
                  <c:v>69299</c:v>
                </c:pt>
                <c:pt idx="26930">
                  <c:v>69300</c:v>
                </c:pt>
                <c:pt idx="26931">
                  <c:v>69301</c:v>
                </c:pt>
                <c:pt idx="26932">
                  <c:v>69302</c:v>
                </c:pt>
                <c:pt idx="26933">
                  <c:v>69303</c:v>
                </c:pt>
                <c:pt idx="26934">
                  <c:v>69304</c:v>
                </c:pt>
                <c:pt idx="26935">
                  <c:v>69305</c:v>
                </c:pt>
                <c:pt idx="26936">
                  <c:v>69306</c:v>
                </c:pt>
                <c:pt idx="26937">
                  <c:v>69307</c:v>
                </c:pt>
                <c:pt idx="26938">
                  <c:v>69308</c:v>
                </c:pt>
                <c:pt idx="26939">
                  <c:v>69309</c:v>
                </c:pt>
                <c:pt idx="26940">
                  <c:v>69310</c:v>
                </c:pt>
                <c:pt idx="26941">
                  <c:v>69311</c:v>
                </c:pt>
                <c:pt idx="26942">
                  <c:v>69312</c:v>
                </c:pt>
                <c:pt idx="26943">
                  <c:v>69313</c:v>
                </c:pt>
                <c:pt idx="26944">
                  <c:v>69314</c:v>
                </c:pt>
                <c:pt idx="26945">
                  <c:v>69315</c:v>
                </c:pt>
                <c:pt idx="26946">
                  <c:v>69316</c:v>
                </c:pt>
                <c:pt idx="26947">
                  <c:v>69317</c:v>
                </c:pt>
                <c:pt idx="26948">
                  <c:v>69318</c:v>
                </c:pt>
                <c:pt idx="26949">
                  <c:v>69319</c:v>
                </c:pt>
                <c:pt idx="26950">
                  <c:v>69320</c:v>
                </c:pt>
                <c:pt idx="26951">
                  <c:v>69321</c:v>
                </c:pt>
                <c:pt idx="26952">
                  <c:v>69322</c:v>
                </c:pt>
                <c:pt idx="26953">
                  <c:v>69323</c:v>
                </c:pt>
                <c:pt idx="26954">
                  <c:v>69324</c:v>
                </c:pt>
                <c:pt idx="26955">
                  <c:v>69325</c:v>
                </c:pt>
                <c:pt idx="26956">
                  <c:v>69326</c:v>
                </c:pt>
                <c:pt idx="26957">
                  <c:v>69327</c:v>
                </c:pt>
                <c:pt idx="26958">
                  <c:v>69328</c:v>
                </c:pt>
                <c:pt idx="26959">
                  <c:v>69329</c:v>
                </c:pt>
                <c:pt idx="26960">
                  <c:v>69330</c:v>
                </c:pt>
                <c:pt idx="26961">
                  <c:v>69331</c:v>
                </c:pt>
                <c:pt idx="26962">
                  <c:v>69332</c:v>
                </c:pt>
                <c:pt idx="26963">
                  <c:v>69333</c:v>
                </c:pt>
                <c:pt idx="26964">
                  <c:v>69334</c:v>
                </c:pt>
                <c:pt idx="26965">
                  <c:v>69335</c:v>
                </c:pt>
                <c:pt idx="26966">
                  <c:v>69336</c:v>
                </c:pt>
                <c:pt idx="26967">
                  <c:v>69337</c:v>
                </c:pt>
                <c:pt idx="26968">
                  <c:v>69338</c:v>
                </c:pt>
                <c:pt idx="26969">
                  <c:v>69339</c:v>
                </c:pt>
                <c:pt idx="26970">
                  <c:v>69340</c:v>
                </c:pt>
                <c:pt idx="26971">
                  <c:v>69341</c:v>
                </c:pt>
                <c:pt idx="26972">
                  <c:v>69342</c:v>
                </c:pt>
                <c:pt idx="26973">
                  <c:v>69343</c:v>
                </c:pt>
                <c:pt idx="26974">
                  <c:v>69344</c:v>
                </c:pt>
                <c:pt idx="26975">
                  <c:v>69345</c:v>
                </c:pt>
                <c:pt idx="26976">
                  <c:v>69346</c:v>
                </c:pt>
                <c:pt idx="26977">
                  <c:v>69347</c:v>
                </c:pt>
                <c:pt idx="26978">
                  <c:v>69348</c:v>
                </c:pt>
                <c:pt idx="26979">
                  <c:v>69349</c:v>
                </c:pt>
                <c:pt idx="26980">
                  <c:v>69350</c:v>
                </c:pt>
                <c:pt idx="26981">
                  <c:v>69351</c:v>
                </c:pt>
                <c:pt idx="26982">
                  <c:v>69352</c:v>
                </c:pt>
                <c:pt idx="26983">
                  <c:v>69353</c:v>
                </c:pt>
                <c:pt idx="26984">
                  <c:v>69354</c:v>
                </c:pt>
                <c:pt idx="26985">
                  <c:v>69355</c:v>
                </c:pt>
                <c:pt idx="26986">
                  <c:v>69356</c:v>
                </c:pt>
                <c:pt idx="26987">
                  <c:v>69357</c:v>
                </c:pt>
                <c:pt idx="26988">
                  <c:v>69358</c:v>
                </c:pt>
                <c:pt idx="26989">
                  <c:v>69359</c:v>
                </c:pt>
                <c:pt idx="26990">
                  <c:v>69360</c:v>
                </c:pt>
                <c:pt idx="26991">
                  <c:v>69361</c:v>
                </c:pt>
                <c:pt idx="26992">
                  <c:v>69362</c:v>
                </c:pt>
                <c:pt idx="26993">
                  <c:v>69363</c:v>
                </c:pt>
                <c:pt idx="26994">
                  <c:v>69364</c:v>
                </c:pt>
                <c:pt idx="26995">
                  <c:v>69365</c:v>
                </c:pt>
                <c:pt idx="26996">
                  <c:v>69366</c:v>
                </c:pt>
                <c:pt idx="26997">
                  <c:v>69367</c:v>
                </c:pt>
                <c:pt idx="26998">
                  <c:v>69368</c:v>
                </c:pt>
                <c:pt idx="26999">
                  <c:v>69369</c:v>
                </c:pt>
                <c:pt idx="27000">
                  <c:v>69370</c:v>
                </c:pt>
                <c:pt idx="27001">
                  <c:v>69371</c:v>
                </c:pt>
                <c:pt idx="27002">
                  <c:v>69372</c:v>
                </c:pt>
                <c:pt idx="27003">
                  <c:v>69373</c:v>
                </c:pt>
                <c:pt idx="27004">
                  <c:v>69374</c:v>
                </c:pt>
                <c:pt idx="27005">
                  <c:v>69375</c:v>
                </c:pt>
                <c:pt idx="27006">
                  <c:v>69376</c:v>
                </c:pt>
                <c:pt idx="27007">
                  <c:v>69377</c:v>
                </c:pt>
                <c:pt idx="27008">
                  <c:v>69378</c:v>
                </c:pt>
                <c:pt idx="27009">
                  <c:v>69379</c:v>
                </c:pt>
                <c:pt idx="27010">
                  <c:v>69380</c:v>
                </c:pt>
                <c:pt idx="27011">
                  <c:v>69381</c:v>
                </c:pt>
                <c:pt idx="27012">
                  <c:v>69382</c:v>
                </c:pt>
                <c:pt idx="27013">
                  <c:v>69383</c:v>
                </c:pt>
                <c:pt idx="27014">
                  <c:v>69384</c:v>
                </c:pt>
                <c:pt idx="27015">
                  <c:v>69385</c:v>
                </c:pt>
                <c:pt idx="27016">
                  <c:v>69386</c:v>
                </c:pt>
                <c:pt idx="27017">
                  <c:v>69387</c:v>
                </c:pt>
                <c:pt idx="27018">
                  <c:v>69388</c:v>
                </c:pt>
                <c:pt idx="27019">
                  <c:v>69389</c:v>
                </c:pt>
                <c:pt idx="27020">
                  <c:v>69390</c:v>
                </c:pt>
                <c:pt idx="27021">
                  <c:v>69391</c:v>
                </c:pt>
                <c:pt idx="27022">
                  <c:v>69392</c:v>
                </c:pt>
                <c:pt idx="27023">
                  <c:v>69393</c:v>
                </c:pt>
                <c:pt idx="27024">
                  <c:v>69394</c:v>
                </c:pt>
                <c:pt idx="27025">
                  <c:v>69395</c:v>
                </c:pt>
                <c:pt idx="27026">
                  <c:v>69396</c:v>
                </c:pt>
                <c:pt idx="27027">
                  <c:v>69397</c:v>
                </c:pt>
                <c:pt idx="27028">
                  <c:v>69398</c:v>
                </c:pt>
                <c:pt idx="27029">
                  <c:v>69399</c:v>
                </c:pt>
                <c:pt idx="27030">
                  <c:v>69400</c:v>
                </c:pt>
                <c:pt idx="27031">
                  <c:v>69401</c:v>
                </c:pt>
                <c:pt idx="27032">
                  <c:v>69402</c:v>
                </c:pt>
                <c:pt idx="27033">
                  <c:v>69403</c:v>
                </c:pt>
                <c:pt idx="27034">
                  <c:v>69404</c:v>
                </c:pt>
                <c:pt idx="27035">
                  <c:v>69405</c:v>
                </c:pt>
                <c:pt idx="27036">
                  <c:v>69406</c:v>
                </c:pt>
                <c:pt idx="27037">
                  <c:v>69407</c:v>
                </c:pt>
                <c:pt idx="27038">
                  <c:v>69408</c:v>
                </c:pt>
                <c:pt idx="27039">
                  <c:v>69409</c:v>
                </c:pt>
                <c:pt idx="27040">
                  <c:v>69410</c:v>
                </c:pt>
                <c:pt idx="27041">
                  <c:v>69411</c:v>
                </c:pt>
                <c:pt idx="27042">
                  <c:v>69412</c:v>
                </c:pt>
                <c:pt idx="27043">
                  <c:v>69413</c:v>
                </c:pt>
                <c:pt idx="27044">
                  <c:v>69414</c:v>
                </c:pt>
                <c:pt idx="27045">
                  <c:v>69415</c:v>
                </c:pt>
                <c:pt idx="27046">
                  <c:v>69416</c:v>
                </c:pt>
                <c:pt idx="27047">
                  <c:v>69417</c:v>
                </c:pt>
                <c:pt idx="27048">
                  <c:v>69418</c:v>
                </c:pt>
                <c:pt idx="27049">
                  <c:v>69419</c:v>
                </c:pt>
                <c:pt idx="27050">
                  <c:v>69420</c:v>
                </c:pt>
                <c:pt idx="27051">
                  <c:v>69421</c:v>
                </c:pt>
                <c:pt idx="27052">
                  <c:v>69422</c:v>
                </c:pt>
                <c:pt idx="27053">
                  <c:v>69423</c:v>
                </c:pt>
                <c:pt idx="27054">
                  <c:v>69424</c:v>
                </c:pt>
                <c:pt idx="27055">
                  <c:v>69425</c:v>
                </c:pt>
                <c:pt idx="27056">
                  <c:v>69426</c:v>
                </c:pt>
                <c:pt idx="27057">
                  <c:v>69427</c:v>
                </c:pt>
                <c:pt idx="27058">
                  <c:v>69428</c:v>
                </c:pt>
                <c:pt idx="27059">
                  <c:v>69429</c:v>
                </c:pt>
                <c:pt idx="27060">
                  <c:v>69430</c:v>
                </c:pt>
                <c:pt idx="27061">
                  <c:v>69431</c:v>
                </c:pt>
                <c:pt idx="27062">
                  <c:v>69432</c:v>
                </c:pt>
                <c:pt idx="27063">
                  <c:v>69433</c:v>
                </c:pt>
                <c:pt idx="27064">
                  <c:v>69434</c:v>
                </c:pt>
                <c:pt idx="27065">
                  <c:v>69435</c:v>
                </c:pt>
                <c:pt idx="27066">
                  <c:v>69436</c:v>
                </c:pt>
                <c:pt idx="27067">
                  <c:v>69437</c:v>
                </c:pt>
                <c:pt idx="27068">
                  <c:v>69438</c:v>
                </c:pt>
                <c:pt idx="27069">
                  <c:v>69439</c:v>
                </c:pt>
                <c:pt idx="27070">
                  <c:v>69440</c:v>
                </c:pt>
                <c:pt idx="27071">
                  <c:v>69441</c:v>
                </c:pt>
                <c:pt idx="27072">
                  <c:v>69442</c:v>
                </c:pt>
                <c:pt idx="27073">
                  <c:v>69443</c:v>
                </c:pt>
                <c:pt idx="27074">
                  <c:v>69444</c:v>
                </c:pt>
                <c:pt idx="27075">
                  <c:v>69445</c:v>
                </c:pt>
                <c:pt idx="27076">
                  <c:v>69446</c:v>
                </c:pt>
                <c:pt idx="27077">
                  <c:v>69447</c:v>
                </c:pt>
                <c:pt idx="27078">
                  <c:v>69448</c:v>
                </c:pt>
                <c:pt idx="27079">
                  <c:v>69449</c:v>
                </c:pt>
                <c:pt idx="27080">
                  <c:v>69450</c:v>
                </c:pt>
                <c:pt idx="27081">
                  <c:v>69451</c:v>
                </c:pt>
                <c:pt idx="27082">
                  <c:v>69452</c:v>
                </c:pt>
                <c:pt idx="27083">
                  <c:v>69453</c:v>
                </c:pt>
                <c:pt idx="27084">
                  <c:v>69454</c:v>
                </c:pt>
                <c:pt idx="27085">
                  <c:v>69455</c:v>
                </c:pt>
                <c:pt idx="27086">
                  <c:v>69456</c:v>
                </c:pt>
                <c:pt idx="27087">
                  <c:v>69457</c:v>
                </c:pt>
                <c:pt idx="27088">
                  <c:v>69458</c:v>
                </c:pt>
                <c:pt idx="27089">
                  <c:v>69459</c:v>
                </c:pt>
                <c:pt idx="27090">
                  <c:v>69460</c:v>
                </c:pt>
                <c:pt idx="27091">
                  <c:v>69461</c:v>
                </c:pt>
                <c:pt idx="27092">
                  <c:v>69462</c:v>
                </c:pt>
                <c:pt idx="27093">
                  <c:v>69463</c:v>
                </c:pt>
                <c:pt idx="27094">
                  <c:v>69464</c:v>
                </c:pt>
                <c:pt idx="27095">
                  <c:v>69465</c:v>
                </c:pt>
                <c:pt idx="27096">
                  <c:v>69466</c:v>
                </c:pt>
                <c:pt idx="27097">
                  <c:v>69467</c:v>
                </c:pt>
                <c:pt idx="27098">
                  <c:v>69468</c:v>
                </c:pt>
                <c:pt idx="27099">
                  <c:v>69469</c:v>
                </c:pt>
                <c:pt idx="27100">
                  <c:v>69470</c:v>
                </c:pt>
                <c:pt idx="27101">
                  <c:v>69471</c:v>
                </c:pt>
                <c:pt idx="27102">
                  <c:v>69472</c:v>
                </c:pt>
                <c:pt idx="27103">
                  <c:v>69473</c:v>
                </c:pt>
                <c:pt idx="27104">
                  <c:v>69474</c:v>
                </c:pt>
                <c:pt idx="27105">
                  <c:v>69475</c:v>
                </c:pt>
                <c:pt idx="27106">
                  <c:v>69476</c:v>
                </c:pt>
                <c:pt idx="27107">
                  <c:v>69477</c:v>
                </c:pt>
                <c:pt idx="27108">
                  <c:v>69478</c:v>
                </c:pt>
                <c:pt idx="27109">
                  <c:v>69479</c:v>
                </c:pt>
                <c:pt idx="27110">
                  <c:v>69480</c:v>
                </c:pt>
                <c:pt idx="27111">
                  <c:v>69481</c:v>
                </c:pt>
                <c:pt idx="27112">
                  <c:v>69482</c:v>
                </c:pt>
                <c:pt idx="27113">
                  <c:v>69483</c:v>
                </c:pt>
                <c:pt idx="27114">
                  <c:v>69484</c:v>
                </c:pt>
                <c:pt idx="27115">
                  <c:v>69485</c:v>
                </c:pt>
                <c:pt idx="27116">
                  <c:v>69486</c:v>
                </c:pt>
                <c:pt idx="27117">
                  <c:v>69487</c:v>
                </c:pt>
                <c:pt idx="27118">
                  <c:v>69488</c:v>
                </c:pt>
                <c:pt idx="27119">
                  <c:v>69489</c:v>
                </c:pt>
                <c:pt idx="27120">
                  <c:v>69490</c:v>
                </c:pt>
                <c:pt idx="27121">
                  <c:v>69491</c:v>
                </c:pt>
                <c:pt idx="27122">
                  <c:v>69492</c:v>
                </c:pt>
                <c:pt idx="27123">
                  <c:v>69493</c:v>
                </c:pt>
                <c:pt idx="27124">
                  <c:v>69494</c:v>
                </c:pt>
                <c:pt idx="27125">
                  <c:v>69495</c:v>
                </c:pt>
                <c:pt idx="27126">
                  <c:v>69496</c:v>
                </c:pt>
                <c:pt idx="27127">
                  <c:v>69497</c:v>
                </c:pt>
                <c:pt idx="27128">
                  <c:v>69498</c:v>
                </c:pt>
                <c:pt idx="27129">
                  <c:v>69499</c:v>
                </c:pt>
                <c:pt idx="27130">
                  <c:v>69500</c:v>
                </c:pt>
                <c:pt idx="27131">
                  <c:v>69501</c:v>
                </c:pt>
                <c:pt idx="27132">
                  <c:v>69502</c:v>
                </c:pt>
                <c:pt idx="27133">
                  <c:v>69503</c:v>
                </c:pt>
                <c:pt idx="27134">
                  <c:v>69504</c:v>
                </c:pt>
                <c:pt idx="27135">
                  <c:v>69505</c:v>
                </c:pt>
                <c:pt idx="27136">
                  <c:v>69506</c:v>
                </c:pt>
                <c:pt idx="27137">
                  <c:v>69507</c:v>
                </c:pt>
                <c:pt idx="27138">
                  <c:v>69508</c:v>
                </c:pt>
                <c:pt idx="27139">
                  <c:v>69509</c:v>
                </c:pt>
                <c:pt idx="27140">
                  <c:v>69510</c:v>
                </c:pt>
                <c:pt idx="27141">
                  <c:v>69511</c:v>
                </c:pt>
                <c:pt idx="27142">
                  <c:v>69512</c:v>
                </c:pt>
                <c:pt idx="27143">
                  <c:v>69513</c:v>
                </c:pt>
                <c:pt idx="27144">
                  <c:v>69514</c:v>
                </c:pt>
                <c:pt idx="27145">
                  <c:v>69515</c:v>
                </c:pt>
                <c:pt idx="27146">
                  <c:v>69516</c:v>
                </c:pt>
                <c:pt idx="27147">
                  <c:v>69517</c:v>
                </c:pt>
                <c:pt idx="27148">
                  <c:v>69518</c:v>
                </c:pt>
                <c:pt idx="27149">
                  <c:v>69519</c:v>
                </c:pt>
                <c:pt idx="27150">
                  <c:v>69520</c:v>
                </c:pt>
                <c:pt idx="27151">
                  <c:v>69521</c:v>
                </c:pt>
                <c:pt idx="27152">
                  <c:v>69522</c:v>
                </c:pt>
                <c:pt idx="27153">
                  <c:v>69523</c:v>
                </c:pt>
                <c:pt idx="27154">
                  <c:v>69524</c:v>
                </c:pt>
                <c:pt idx="27155">
                  <c:v>69525</c:v>
                </c:pt>
                <c:pt idx="27156">
                  <c:v>69526</c:v>
                </c:pt>
                <c:pt idx="27157">
                  <c:v>69527</c:v>
                </c:pt>
                <c:pt idx="27158">
                  <c:v>69528</c:v>
                </c:pt>
                <c:pt idx="27159">
                  <c:v>69529</c:v>
                </c:pt>
                <c:pt idx="27160">
                  <c:v>69530</c:v>
                </c:pt>
                <c:pt idx="27161">
                  <c:v>69531</c:v>
                </c:pt>
                <c:pt idx="27162">
                  <c:v>69532</c:v>
                </c:pt>
                <c:pt idx="27163">
                  <c:v>69533</c:v>
                </c:pt>
                <c:pt idx="27164">
                  <c:v>69534</c:v>
                </c:pt>
                <c:pt idx="27165">
                  <c:v>69535</c:v>
                </c:pt>
                <c:pt idx="27166">
                  <c:v>69536</c:v>
                </c:pt>
                <c:pt idx="27167">
                  <c:v>69537</c:v>
                </c:pt>
                <c:pt idx="27168">
                  <c:v>69538</c:v>
                </c:pt>
                <c:pt idx="27169">
                  <c:v>69539</c:v>
                </c:pt>
                <c:pt idx="27170">
                  <c:v>69540</c:v>
                </c:pt>
                <c:pt idx="27171">
                  <c:v>69541</c:v>
                </c:pt>
                <c:pt idx="27172">
                  <c:v>69542</c:v>
                </c:pt>
                <c:pt idx="27173">
                  <c:v>69543</c:v>
                </c:pt>
                <c:pt idx="27174">
                  <c:v>69544</c:v>
                </c:pt>
                <c:pt idx="27175">
                  <c:v>69545</c:v>
                </c:pt>
                <c:pt idx="27176">
                  <c:v>69546</c:v>
                </c:pt>
                <c:pt idx="27177">
                  <c:v>69547</c:v>
                </c:pt>
                <c:pt idx="27178">
                  <c:v>69548</c:v>
                </c:pt>
                <c:pt idx="27179">
                  <c:v>69549</c:v>
                </c:pt>
                <c:pt idx="27180">
                  <c:v>69550</c:v>
                </c:pt>
                <c:pt idx="27181">
                  <c:v>69551</c:v>
                </c:pt>
                <c:pt idx="27182">
                  <c:v>69552</c:v>
                </c:pt>
                <c:pt idx="27183">
                  <c:v>69553</c:v>
                </c:pt>
                <c:pt idx="27184">
                  <c:v>69554</c:v>
                </c:pt>
                <c:pt idx="27185">
                  <c:v>69555</c:v>
                </c:pt>
                <c:pt idx="27186">
                  <c:v>69556</c:v>
                </c:pt>
                <c:pt idx="27187">
                  <c:v>69557</c:v>
                </c:pt>
                <c:pt idx="27188">
                  <c:v>69558</c:v>
                </c:pt>
                <c:pt idx="27189">
                  <c:v>69559</c:v>
                </c:pt>
                <c:pt idx="27190">
                  <c:v>69560</c:v>
                </c:pt>
                <c:pt idx="27191">
                  <c:v>69561</c:v>
                </c:pt>
                <c:pt idx="27192">
                  <c:v>69562</c:v>
                </c:pt>
                <c:pt idx="27193">
                  <c:v>69563</c:v>
                </c:pt>
                <c:pt idx="27194">
                  <c:v>69564</c:v>
                </c:pt>
                <c:pt idx="27195">
                  <c:v>69565</c:v>
                </c:pt>
                <c:pt idx="27196">
                  <c:v>69566</c:v>
                </c:pt>
                <c:pt idx="27197">
                  <c:v>69567</c:v>
                </c:pt>
                <c:pt idx="27198">
                  <c:v>69568</c:v>
                </c:pt>
                <c:pt idx="27199">
                  <c:v>69569</c:v>
                </c:pt>
                <c:pt idx="27200">
                  <c:v>69570</c:v>
                </c:pt>
                <c:pt idx="27201">
                  <c:v>69571</c:v>
                </c:pt>
                <c:pt idx="27202">
                  <c:v>69572</c:v>
                </c:pt>
                <c:pt idx="27203">
                  <c:v>69573</c:v>
                </c:pt>
                <c:pt idx="27204">
                  <c:v>69574</c:v>
                </c:pt>
                <c:pt idx="27205">
                  <c:v>69575</c:v>
                </c:pt>
                <c:pt idx="27206">
                  <c:v>69576</c:v>
                </c:pt>
                <c:pt idx="27207">
                  <c:v>69577</c:v>
                </c:pt>
                <c:pt idx="27208">
                  <c:v>69578</c:v>
                </c:pt>
                <c:pt idx="27209">
                  <c:v>69579</c:v>
                </c:pt>
                <c:pt idx="27210">
                  <c:v>69580</c:v>
                </c:pt>
                <c:pt idx="27211">
                  <c:v>69581</c:v>
                </c:pt>
                <c:pt idx="27212">
                  <c:v>69582</c:v>
                </c:pt>
                <c:pt idx="27213">
                  <c:v>69583</c:v>
                </c:pt>
                <c:pt idx="27214">
                  <c:v>69584</c:v>
                </c:pt>
                <c:pt idx="27215">
                  <c:v>69585</c:v>
                </c:pt>
                <c:pt idx="27216">
                  <c:v>69586</c:v>
                </c:pt>
                <c:pt idx="27217">
                  <c:v>69587</c:v>
                </c:pt>
                <c:pt idx="27218">
                  <c:v>69588</c:v>
                </c:pt>
                <c:pt idx="27219">
                  <c:v>69589</c:v>
                </c:pt>
                <c:pt idx="27220">
                  <c:v>69590</c:v>
                </c:pt>
                <c:pt idx="27221">
                  <c:v>69591</c:v>
                </c:pt>
                <c:pt idx="27222">
                  <c:v>69592</c:v>
                </c:pt>
                <c:pt idx="27223">
                  <c:v>69593</c:v>
                </c:pt>
                <c:pt idx="27224">
                  <c:v>69594</c:v>
                </c:pt>
                <c:pt idx="27225">
                  <c:v>69595</c:v>
                </c:pt>
                <c:pt idx="27226">
                  <c:v>69596</c:v>
                </c:pt>
                <c:pt idx="27227">
                  <c:v>69597</c:v>
                </c:pt>
                <c:pt idx="27228">
                  <c:v>69598</c:v>
                </c:pt>
                <c:pt idx="27229">
                  <c:v>69599</c:v>
                </c:pt>
                <c:pt idx="27230">
                  <c:v>69600</c:v>
                </c:pt>
                <c:pt idx="27231">
                  <c:v>69601</c:v>
                </c:pt>
                <c:pt idx="27232">
                  <c:v>69602</c:v>
                </c:pt>
                <c:pt idx="27233">
                  <c:v>69603</c:v>
                </c:pt>
                <c:pt idx="27234">
                  <c:v>69604</c:v>
                </c:pt>
                <c:pt idx="27235">
                  <c:v>69605</c:v>
                </c:pt>
                <c:pt idx="27236">
                  <c:v>69606</c:v>
                </c:pt>
                <c:pt idx="27237">
                  <c:v>69607</c:v>
                </c:pt>
                <c:pt idx="27238">
                  <c:v>69608</c:v>
                </c:pt>
                <c:pt idx="27239">
                  <c:v>69609</c:v>
                </c:pt>
                <c:pt idx="27240">
                  <c:v>69610</c:v>
                </c:pt>
                <c:pt idx="27241">
                  <c:v>69611</c:v>
                </c:pt>
                <c:pt idx="27242">
                  <c:v>69612</c:v>
                </c:pt>
                <c:pt idx="27243">
                  <c:v>69613</c:v>
                </c:pt>
                <c:pt idx="27244">
                  <c:v>69614</c:v>
                </c:pt>
                <c:pt idx="27245">
                  <c:v>69615</c:v>
                </c:pt>
                <c:pt idx="27246">
                  <c:v>69616</c:v>
                </c:pt>
                <c:pt idx="27247">
                  <c:v>69617</c:v>
                </c:pt>
                <c:pt idx="27248">
                  <c:v>69618</c:v>
                </c:pt>
                <c:pt idx="27249">
                  <c:v>69619</c:v>
                </c:pt>
                <c:pt idx="27250">
                  <c:v>69620</c:v>
                </c:pt>
                <c:pt idx="27251">
                  <c:v>69621</c:v>
                </c:pt>
                <c:pt idx="27252">
                  <c:v>69622</c:v>
                </c:pt>
                <c:pt idx="27253">
                  <c:v>69623</c:v>
                </c:pt>
                <c:pt idx="27254">
                  <c:v>69624</c:v>
                </c:pt>
                <c:pt idx="27255">
                  <c:v>69625</c:v>
                </c:pt>
                <c:pt idx="27256">
                  <c:v>69626</c:v>
                </c:pt>
                <c:pt idx="27257">
                  <c:v>69627</c:v>
                </c:pt>
                <c:pt idx="27258">
                  <c:v>69628</c:v>
                </c:pt>
                <c:pt idx="27259">
                  <c:v>69629</c:v>
                </c:pt>
                <c:pt idx="27260">
                  <c:v>69630</c:v>
                </c:pt>
                <c:pt idx="27261">
                  <c:v>69631</c:v>
                </c:pt>
                <c:pt idx="27262">
                  <c:v>69632</c:v>
                </c:pt>
                <c:pt idx="27263">
                  <c:v>69633</c:v>
                </c:pt>
                <c:pt idx="27264">
                  <c:v>69634</c:v>
                </c:pt>
                <c:pt idx="27265">
                  <c:v>69635</c:v>
                </c:pt>
                <c:pt idx="27266">
                  <c:v>69636</c:v>
                </c:pt>
                <c:pt idx="27267">
                  <c:v>69637</c:v>
                </c:pt>
                <c:pt idx="27268">
                  <c:v>69638</c:v>
                </c:pt>
                <c:pt idx="27269">
                  <c:v>69639</c:v>
                </c:pt>
                <c:pt idx="27270">
                  <c:v>69640</c:v>
                </c:pt>
                <c:pt idx="27271">
                  <c:v>69641</c:v>
                </c:pt>
                <c:pt idx="27272">
                  <c:v>69642</c:v>
                </c:pt>
                <c:pt idx="27273">
                  <c:v>69643</c:v>
                </c:pt>
                <c:pt idx="27274">
                  <c:v>69644</c:v>
                </c:pt>
                <c:pt idx="27275">
                  <c:v>69645</c:v>
                </c:pt>
                <c:pt idx="27276">
                  <c:v>69646</c:v>
                </c:pt>
                <c:pt idx="27277">
                  <c:v>69647</c:v>
                </c:pt>
                <c:pt idx="27278">
                  <c:v>69648</c:v>
                </c:pt>
                <c:pt idx="27279">
                  <c:v>69649</c:v>
                </c:pt>
                <c:pt idx="27280">
                  <c:v>69650</c:v>
                </c:pt>
                <c:pt idx="27281">
                  <c:v>69651</c:v>
                </c:pt>
                <c:pt idx="27282">
                  <c:v>69652</c:v>
                </c:pt>
                <c:pt idx="27283">
                  <c:v>69653</c:v>
                </c:pt>
                <c:pt idx="27284">
                  <c:v>69654</c:v>
                </c:pt>
                <c:pt idx="27285">
                  <c:v>69655</c:v>
                </c:pt>
                <c:pt idx="27286">
                  <c:v>69656</c:v>
                </c:pt>
                <c:pt idx="27287">
                  <c:v>69657</c:v>
                </c:pt>
                <c:pt idx="27288">
                  <c:v>69658</c:v>
                </c:pt>
                <c:pt idx="27289">
                  <c:v>69659</c:v>
                </c:pt>
                <c:pt idx="27290">
                  <c:v>69660</c:v>
                </c:pt>
                <c:pt idx="27291">
                  <c:v>69661</c:v>
                </c:pt>
                <c:pt idx="27292">
                  <c:v>69662</c:v>
                </c:pt>
                <c:pt idx="27293">
                  <c:v>69663</c:v>
                </c:pt>
                <c:pt idx="27294">
                  <c:v>69664</c:v>
                </c:pt>
                <c:pt idx="27295">
                  <c:v>69665</c:v>
                </c:pt>
                <c:pt idx="27296">
                  <c:v>69666</c:v>
                </c:pt>
                <c:pt idx="27297">
                  <c:v>69667</c:v>
                </c:pt>
                <c:pt idx="27298">
                  <c:v>69668</c:v>
                </c:pt>
                <c:pt idx="27299">
                  <c:v>69669</c:v>
                </c:pt>
                <c:pt idx="27300">
                  <c:v>69670</c:v>
                </c:pt>
                <c:pt idx="27301">
                  <c:v>69671</c:v>
                </c:pt>
                <c:pt idx="27302">
                  <c:v>69672</c:v>
                </c:pt>
                <c:pt idx="27303">
                  <c:v>69673</c:v>
                </c:pt>
                <c:pt idx="27304">
                  <c:v>69674</c:v>
                </c:pt>
                <c:pt idx="27305">
                  <c:v>69675</c:v>
                </c:pt>
                <c:pt idx="27306">
                  <c:v>69676</c:v>
                </c:pt>
                <c:pt idx="27307">
                  <c:v>69677</c:v>
                </c:pt>
                <c:pt idx="27308">
                  <c:v>69678</c:v>
                </c:pt>
                <c:pt idx="27309">
                  <c:v>69679</c:v>
                </c:pt>
                <c:pt idx="27310">
                  <c:v>69680</c:v>
                </c:pt>
                <c:pt idx="27311">
                  <c:v>69681</c:v>
                </c:pt>
                <c:pt idx="27312">
                  <c:v>69682</c:v>
                </c:pt>
                <c:pt idx="27313">
                  <c:v>69683</c:v>
                </c:pt>
                <c:pt idx="27314">
                  <c:v>69684</c:v>
                </c:pt>
                <c:pt idx="27315">
                  <c:v>69685</c:v>
                </c:pt>
                <c:pt idx="27316">
                  <c:v>69686</c:v>
                </c:pt>
                <c:pt idx="27317">
                  <c:v>69687</c:v>
                </c:pt>
                <c:pt idx="27318">
                  <c:v>69688</c:v>
                </c:pt>
                <c:pt idx="27319">
                  <c:v>69689</c:v>
                </c:pt>
                <c:pt idx="27320">
                  <c:v>69690</c:v>
                </c:pt>
                <c:pt idx="27321">
                  <c:v>69691</c:v>
                </c:pt>
                <c:pt idx="27322">
                  <c:v>69692</c:v>
                </c:pt>
                <c:pt idx="27323">
                  <c:v>69693</c:v>
                </c:pt>
                <c:pt idx="27324">
                  <c:v>69694</c:v>
                </c:pt>
                <c:pt idx="27325">
                  <c:v>69695</c:v>
                </c:pt>
                <c:pt idx="27326">
                  <c:v>69696</c:v>
                </c:pt>
                <c:pt idx="27327">
                  <c:v>69697</c:v>
                </c:pt>
                <c:pt idx="27328">
                  <c:v>69698</c:v>
                </c:pt>
                <c:pt idx="27329">
                  <c:v>69699</c:v>
                </c:pt>
                <c:pt idx="27330">
                  <c:v>69700</c:v>
                </c:pt>
                <c:pt idx="27331">
                  <c:v>69701</c:v>
                </c:pt>
                <c:pt idx="27332">
                  <c:v>69702</c:v>
                </c:pt>
                <c:pt idx="27333">
                  <c:v>69703</c:v>
                </c:pt>
                <c:pt idx="27334">
                  <c:v>69704</c:v>
                </c:pt>
                <c:pt idx="27335">
                  <c:v>69705</c:v>
                </c:pt>
                <c:pt idx="27336">
                  <c:v>69706</c:v>
                </c:pt>
                <c:pt idx="27337">
                  <c:v>69707</c:v>
                </c:pt>
                <c:pt idx="27338">
                  <c:v>69708</c:v>
                </c:pt>
                <c:pt idx="27339">
                  <c:v>69709</c:v>
                </c:pt>
                <c:pt idx="27340">
                  <c:v>69710</c:v>
                </c:pt>
                <c:pt idx="27341">
                  <c:v>69711</c:v>
                </c:pt>
                <c:pt idx="27342">
                  <c:v>69712</c:v>
                </c:pt>
                <c:pt idx="27343">
                  <c:v>69713</c:v>
                </c:pt>
                <c:pt idx="27344">
                  <c:v>69714</c:v>
                </c:pt>
                <c:pt idx="27345">
                  <c:v>69715</c:v>
                </c:pt>
                <c:pt idx="27346">
                  <c:v>69716</c:v>
                </c:pt>
                <c:pt idx="27347">
                  <c:v>69717</c:v>
                </c:pt>
                <c:pt idx="27348">
                  <c:v>69718</c:v>
                </c:pt>
                <c:pt idx="27349">
                  <c:v>69719</c:v>
                </c:pt>
                <c:pt idx="27350">
                  <c:v>69720</c:v>
                </c:pt>
                <c:pt idx="27351">
                  <c:v>69721</c:v>
                </c:pt>
                <c:pt idx="27352">
                  <c:v>69722</c:v>
                </c:pt>
                <c:pt idx="27353">
                  <c:v>69723</c:v>
                </c:pt>
                <c:pt idx="27354">
                  <c:v>69724</c:v>
                </c:pt>
                <c:pt idx="27355">
                  <c:v>69725</c:v>
                </c:pt>
                <c:pt idx="27356">
                  <c:v>69726</c:v>
                </c:pt>
                <c:pt idx="27357">
                  <c:v>69727</c:v>
                </c:pt>
                <c:pt idx="27358">
                  <c:v>69728</c:v>
                </c:pt>
                <c:pt idx="27359">
                  <c:v>69729</c:v>
                </c:pt>
                <c:pt idx="27360">
                  <c:v>69730</c:v>
                </c:pt>
                <c:pt idx="27361">
                  <c:v>69731</c:v>
                </c:pt>
                <c:pt idx="27362">
                  <c:v>69732</c:v>
                </c:pt>
                <c:pt idx="27363">
                  <c:v>69733</c:v>
                </c:pt>
                <c:pt idx="27364">
                  <c:v>69734</c:v>
                </c:pt>
                <c:pt idx="27365">
                  <c:v>69735</c:v>
                </c:pt>
                <c:pt idx="27366">
                  <c:v>69736</c:v>
                </c:pt>
                <c:pt idx="27367">
                  <c:v>69737</c:v>
                </c:pt>
                <c:pt idx="27368">
                  <c:v>69738</c:v>
                </c:pt>
                <c:pt idx="27369">
                  <c:v>69739</c:v>
                </c:pt>
                <c:pt idx="27370">
                  <c:v>69740</c:v>
                </c:pt>
                <c:pt idx="27371">
                  <c:v>69741</c:v>
                </c:pt>
                <c:pt idx="27372">
                  <c:v>69742</c:v>
                </c:pt>
                <c:pt idx="27373">
                  <c:v>69743</c:v>
                </c:pt>
                <c:pt idx="27374">
                  <c:v>69744</c:v>
                </c:pt>
                <c:pt idx="27375">
                  <c:v>69745</c:v>
                </c:pt>
                <c:pt idx="27376">
                  <c:v>69746</c:v>
                </c:pt>
                <c:pt idx="27377">
                  <c:v>69747</c:v>
                </c:pt>
                <c:pt idx="27378">
                  <c:v>69748</c:v>
                </c:pt>
                <c:pt idx="27379">
                  <c:v>69749</c:v>
                </c:pt>
                <c:pt idx="27380">
                  <c:v>69750</c:v>
                </c:pt>
                <c:pt idx="27381">
                  <c:v>69751</c:v>
                </c:pt>
                <c:pt idx="27382">
                  <c:v>69752</c:v>
                </c:pt>
                <c:pt idx="27383">
                  <c:v>69753</c:v>
                </c:pt>
                <c:pt idx="27384">
                  <c:v>69754</c:v>
                </c:pt>
                <c:pt idx="27385">
                  <c:v>69755</c:v>
                </c:pt>
                <c:pt idx="27386">
                  <c:v>69756</c:v>
                </c:pt>
                <c:pt idx="27387">
                  <c:v>69757</c:v>
                </c:pt>
                <c:pt idx="27388">
                  <c:v>69758</c:v>
                </c:pt>
                <c:pt idx="27389">
                  <c:v>69759</c:v>
                </c:pt>
                <c:pt idx="27390">
                  <c:v>69760</c:v>
                </c:pt>
                <c:pt idx="27391">
                  <c:v>69761</c:v>
                </c:pt>
                <c:pt idx="27392">
                  <c:v>69762</c:v>
                </c:pt>
                <c:pt idx="27393">
                  <c:v>69763</c:v>
                </c:pt>
                <c:pt idx="27394">
                  <c:v>69764</c:v>
                </c:pt>
                <c:pt idx="27395">
                  <c:v>69765</c:v>
                </c:pt>
                <c:pt idx="27396">
                  <c:v>69766</c:v>
                </c:pt>
                <c:pt idx="27397">
                  <c:v>69767</c:v>
                </c:pt>
                <c:pt idx="27398">
                  <c:v>69768</c:v>
                </c:pt>
                <c:pt idx="27399">
                  <c:v>69769</c:v>
                </c:pt>
                <c:pt idx="27400">
                  <c:v>69770</c:v>
                </c:pt>
                <c:pt idx="27401">
                  <c:v>69771</c:v>
                </c:pt>
                <c:pt idx="27402">
                  <c:v>69772</c:v>
                </c:pt>
                <c:pt idx="27403">
                  <c:v>69773</c:v>
                </c:pt>
                <c:pt idx="27404">
                  <c:v>69774</c:v>
                </c:pt>
                <c:pt idx="27405">
                  <c:v>69775</c:v>
                </c:pt>
                <c:pt idx="27406">
                  <c:v>69776</c:v>
                </c:pt>
                <c:pt idx="27407">
                  <c:v>69777</c:v>
                </c:pt>
                <c:pt idx="27408">
                  <c:v>69778</c:v>
                </c:pt>
                <c:pt idx="27409">
                  <c:v>69779</c:v>
                </c:pt>
                <c:pt idx="27410">
                  <c:v>69780</c:v>
                </c:pt>
                <c:pt idx="27411">
                  <c:v>69781</c:v>
                </c:pt>
                <c:pt idx="27412">
                  <c:v>69782</c:v>
                </c:pt>
                <c:pt idx="27413">
                  <c:v>69783</c:v>
                </c:pt>
                <c:pt idx="27414">
                  <c:v>69784</c:v>
                </c:pt>
                <c:pt idx="27415">
                  <c:v>69785</c:v>
                </c:pt>
                <c:pt idx="27416">
                  <c:v>69786</c:v>
                </c:pt>
                <c:pt idx="27417">
                  <c:v>69787</c:v>
                </c:pt>
                <c:pt idx="27418">
                  <c:v>69788</c:v>
                </c:pt>
                <c:pt idx="27419">
                  <c:v>69789</c:v>
                </c:pt>
                <c:pt idx="27420">
                  <c:v>69790</c:v>
                </c:pt>
                <c:pt idx="27421">
                  <c:v>69791</c:v>
                </c:pt>
                <c:pt idx="27422">
                  <c:v>69792</c:v>
                </c:pt>
                <c:pt idx="27423">
                  <c:v>69793</c:v>
                </c:pt>
                <c:pt idx="27424">
                  <c:v>69794</c:v>
                </c:pt>
                <c:pt idx="27425">
                  <c:v>69795</c:v>
                </c:pt>
                <c:pt idx="27426">
                  <c:v>69796</c:v>
                </c:pt>
                <c:pt idx="27427">
                  <c:v>69797</c:v>
                </c:pt>
                <c:pt idx="27428">
                  <c:v>69798</c:v>
                </c:pt>
                <c:pt idx="27429">
                  <c:v>69799</c:v>
                </c:pt>
                <c:pt idx="27430">
                  <c:v>69800</c:v>
                </c:pt>
                <c:pt idx="27431">
                  <c:v>69801</c:v>
                </c:pt>
                <c:pt idx="27432">
                  <c:v>69802</c:v>
                </c:pt>
                <c:pt idx="27433">
                  <c:v>69803</c:v>
                </c:pt>
                <c:pt idx="27434">
                  <c:v>69804</c:v>
                </c:pt>
                <c:pt idx="27435">
                  <c:v>69805</c:v>
                </c:pt>
                <c:pt idx="27436">
                  <c:v>69806</c:v>
                </c:pt>
                <c:pt idx="27437">
                  <c:v>69807</c:v>
                </c:pt>
                <c:pt idx="27438">
                  <c:v>69808</c:v>
                </c:pt>
                <c:pt idx="27439">
                  <c:v>69809</c:v>
                </c:pt>
                <c:pt idx="27440">
                  <c:v>69810</c:v>
                </c:pt>
                <c:pt idx="27441">
                  <c:v>69811</c:v>
                </c:pt>
                <c:pt idx="27442">
                  <c:v>69812</c:v>
                </c:pt>
                <c:pt idx="27443">
                  <c:v>69813</c:v>
                </c:pt>
                <c:pt idx="27444">
                  <c:v>69814</c:v>
                </c:pt>
                <c:pt idx="27445">
                  <c:v>69815</c:v>
                </c:pt>
                <c:pt idx="27446">
                  <c:v>69816</c:v>
                </c:pt>
                <c:pt idx="27447">
                  <c:v>69817</c:v>
                </c:pt>
                <c:pt idx="27448">
                  <c:v>69818</c:v>
                </c:pt>
                <c:pt idx="27449">
                  <c:v>69819</c:v>
                </c:pt>
                <c:pt idx="27450">
                  <c:v>69820</c:v>
                </c:pt>
                <c:pt idx="27451">
                  <c:v>69821</c:v>
                </c:pt>
                <c:pt idx="27452">
                  <c:v>69822</c:v>
                </c:pt>
                <c:pt idx="27453">
                  <c:v>69823</c:v>
                </c:pt>
                <c:pt idx="27454">
                  <c:v>69824</c:v>
                </c:pt>
                <c:pt idx="27455">
                  <c:v>69825</c:v>
                </c:pt>
                <c:pt idx="27456">
                  <c:v>69826</c:v>
                </c:pt>
                <c:pt idx="27457">
                  <c:v>69827</c:v>
                </c:pt>
                <c:pt idx="27458">
                  <c:v>69828</c:v>
                </c:pt>
                <c:pt idx="27459">
                  <c:v>69829</c:v>
                </c:pt>
                <c:pt idx="27460">
                  <c:v>69830</c:v>
                </c:pt>
                <c:pt idx="27461">
                  <c:v>69831</c:v>
                </c:pt>
                <c:pt idx="27462">
                  <c:v>69832</c:v>
                </c:pt>
                <c:pt idx="27463">
                  <c:v>69833</c:v>
                </c:pt>
                <c:pt idx="27464">
                  <c:v>69834</c:v>
                </c:pt>
                <c:pt idx="27465">
                  <c:v>69835</c:v>
                </c:pt>
                <c:pt idx="27466">
                  <c:v>69836</c:v>
                </c:pt>
                <c:pt idx="27467">
                  <c:v>69837</c:v>
                </c:pt>
                <c:pt idx="27468">
                  <c:v>69838</c:v>
                </c:pt>
                <c:pt idx="27469">
                  <c:v>69839</c:v>
                </c:pt>
                <c:pt idx="27470">
                  <c:v>69840</c:v>
                </c:pt>
                <c:pt idx="27471">
                  <c:v>69841</c:v>
                </c:pt>
                <c:pt idx="27472">
                  <c:v>69842</c:v>
                </c:pt>
                <c:pt idx="27473">
                  <c:v>69843</c:v>
                </c:pt>
                <c:pt idx="27474">
                  <c:v>69844</c:v>
                </c:pt>
                <c:pt idx="27475">
                  <c:v>69845</c:v>
                </c:pt>
                <c:pt idx="27476">
                  <c:v>69846</c:v>
                </c:pt>
                <c:pt idx="27477">
                  <c:v>69847</c:v>
                </c:pt>
                <c:pt idx="27478">
                  <c:v>69848</c:v>
                </c:pt>
                <c:pt idx="27479">
                  <c:v>69849</c:v>
                </c:pt>
                <c:pt idx="27480">
                  <c:v>69850</c:v>
                </c:pt>
                <c:pt idx="27481">
                  <c:v>69851</c:v>
                </c:pt>
                <c:pt idx="27482">
                  <c:v>69852</c:v>
                </c:pt>
                <c:pt idx="27483">
                  <c:v>69853</c:v>
                </c:pt>
                <c:pt idx="27484">
                  <c:v>69854</c:v>
                </c:pt>
                <c:pt idx="27485">
                  <c:v>69855</c:v>
                </c:pt>
                <c:pt idx="27486">
                  <c:v>69856</c:v>
                </c:pt>
                <c:pt idx="27487">
                  <c:v>69857</c:v>
                </c:pt>
                <c:pt idx="27488">
                  <c:v>69858</c:v>
                </c:pt>
                <c:pt idx="27489">
                  <c:v>69859</c:v>
                </c:pt>
                <c:pt idx="27490">
                  <c:v>69860</c:v>
                </c:pt>
                <c:pt idx="27491">
                  <c:v>69861</c:v>
                </c:pt>
                <c:pt idx="27492">
                  <c:v>69862</c:v>
                </c:pt>
                <c:pt idx="27493">
                  <c:v>69863</c:v>
                </c:pt>
                <c:pt idx="27494">
                  <c:v>69864</c:v>
                </c:pt>
                <c:pt idx="27495">
                  <c:v>69865</c:v>
                </c:pt>
                <c:pt idx="27496">
                  <c:v>69866</c:v>
                </c:pt>
                <c:pt idx="27497">
                  <c:v>69867</c:v>
                </c:pt>
                <c:pt idx="27498">
                  <c:v>69868</c:v>
                </c:pt>
                <c:pt idx="27499">
                  <c:v>69869</c:v>
                </c:pt>
                <c:pt idx="27500">
                  <c:v>69870</c:v>
                </c:pt>
                <c:pt idx="27501">
                  <c:v>69871</c:v>
                </c:pt>
                <c:pt idx="27502">
                  <c:v>69872</c:v>
                </c:pt>
                <c:pt idx="27503">
                  <c:v>69873</c:v>
                </c:pt>
                <c:pt idx="27504">
                  <c:v>69874</c:v>
                </c:pt>
                <c:pt idx="27505">
                  <c:v>69875</c:v>
                </c:pt>
                <c:pt idx="27506">
                  <c:v>69876</c:v>
                </c:pt>
                <c:pt idx="27507">
                  <c:v>69877</c:v>
                </c:pt>
                <c:pt idx="27508">
                  <c:v>69878</c:v>
                </c:pt>
                <c:pt idx="27509">
                  <c:v>69879</c:v>
                </c:pt>
                <c:pt idx="27510">
                  <c:v>69880</c:v>
                </c:pt>
                <c:pt idx="27511">
                  <c:v>69881</c:v>
                </c:pt>
                <c:pt idx="27512">
                  <c:v>69882</c:v>
                </c:pt>
                <c:pt idx="27513">
                  <c:v>69883</c:v>
                </c:pt>
                <c:pt idx="27514">
                  <c:v>69884</c:v>
                </c:pt>
                <c:pt idx="27515">
                  <c:v>69885</c:v>
                </c:pt>
                <c:pt idx="27516">
                  <c:v>69886</c:v>
                </c:pt>
                <c:pt idx="27517">
                  <c:v>69887</c:v>
                </c:pt>
                <c:pt idx="27518">
                  <c:v>69888</c:v>
                </c:pt>
                <c:pt idx="27519">
                  <c:v>69889</c:v>
                </c:pt>
                <c:pt idx="27520">
                  <c:v>69890</c:v>
                </c:pt>
                <c:pt idx="27521">
                  <c:v>69891</c:v>
                </c:pt>
                <c:pt idx="27522">
                  <c:v>69892</c:v>
                </c:pt>
                <c:pt idx="27523">
                  <c:v>69893</c:v>
                </c:pt>
                <c:pt idx="27524">
                  <c:v>69894</c:v>
                </c:pt>
                <c:pt idx="27525">
                  <c:v>69895</c:v>
                </c:pt>
                <c:pt idx="27526">
                  <c:v>69896</c:v>
                </c:pt>
                <c:pt idx="27527">
                  <c:v>69897</c:v>
                </c:pt>
                <c:pt idx="27528">
                  <c:v>69898</c:v>
                </c:pt>
                <c:pt idx="27529">
                  <c:v>69899</c:v>
                </c:pt>
                <c:pt idx="27530">
                  <c:v>69900</c:v>
                </c:pt>
                <c:pt idx="27531">
                  <c:v>69901</c:v>
                </c:pt>
                <c:pt idx="27532">
                  <c:v>69902</c:v>
                </c:pt>
                <c:pt idx="27533">
                  <c:v>69903</c:v>
                </c:pt>
                <c:pt idx="27534">
                  <c:v>69904</c:v>
                </c:pt>
                <c:pt idx="27535">
                  <c:v>69905</c:v>
                </c:pt>
                <c:pt idx="27536">
                  <c:v>69906</c:v>
                </c:pt>
                <c:pt idx="27537">
                  <c:v>69907</c:v>
                </c:pt>
                <c:pt idx="27538">
                  <c:v>69908</c:v>
                </c:pt>
                <c:pt idx="27539">
                  <c:v>69909</c:v>
                </c:pt>
                <c:pt idx="27540">
                  <c:v>69910</c:v>
                </c:pt>
                <c:pt idx="27541">
                  <c:v>69911</c:v>
                </c:pt>
                <c:pt idx="27542">
                  <c:v>69912</c:v>
                </c:pt>
                <c:pt idx="27543">
                  <c:v>69913</c:v>
                </c:pt>
                <c:pt idx="27544">
                  <c:v>69914</c:v>
                </c:pt>
                <c:pt idx="27545">
                  <c:v>69915</c:v>
                </c:pt>
                <c:pt idx="27546">
                  <c:v>69916</c:v>
                </c:pt>
                <c:pt idx="27547">
                  <c:v>69917</c:v>
                </c:pt>
                <c:pt idx="27548">
                  <c:v>69918</c:v>
                </c:pt>
                <c:pt idx="27549">
                  <c:v>69919</c:v>
                </c:pt>
                <c:pt idx="27550">
                  <c:v>69920</c:v>
                </c:pt>
                <c:pt idx="27551">
                  <c:v>69921</c:v>
                </c:pt>
                <c:pt idx="27552">
                  <c:v>69922</c:v>
                </c:pt>
                <c:pt idx="27553">
                  <c:v>69923</c:v>
                </c:pt>
                <c:pt idx="27554">
                  <c:v>69924</c:v>
                </c:pt>
                <c:pt idx="27555">
                  <c:v>69925</c:v>
                </c:pt>
                <c:pt idx="27556">
                  <c:v>69926</c:v>
                </c:pt>
                <c:pt idx="27557">
                  <c:v>69927</c:v>
                </c:pt>
                <c:pt idx="27558">
                  <c:v>69928</c:v>
                </c:pt>
                <c:pt idx="27559">
                  <c:v>69929</c:v>
                </c:pt>
                <c:pt idx="27560">
                  <c:v>69930</c:v>
                </c:pt>
                <c:pt idx="27561">
                  <c:v>69931</c:v>
                </c:pt>
                <c:pt idx="27562">
                  <c:v>69932</c:v>
                </c:pt>
                <c:pt idx="27563">
                  <c:v>69933</c:v>
                </c:pt>
                <c:pt idx="27564">
                  <c:v>69934</c:v>
                </c:pt>
                <c:pt idx="27565">
                  <c:v>69935</c:v>
                </c:pt>
                <c:pt idx="27566">
                  <c:v>69936</c:v>
                </c:pt>
                <c:pt idx="27567">
                  <c:v>69937</c:v>
                </c:pt>
                <c:pt idx="27568">
                  <c:v>69938</c:v>
                </c:pt>
                <c:pt idx="27569">
                  <c:v>69939</c:v>
                </c:pt>
                <c:pt idx="27570">
                  <c:v>69940</c:v>
                </c:pt>
                <c:pt idx="27571">
                  <c:v>69941</c:v>
                </c:pt>
                <c:pt idx="27572">
                  <c:v>69942</c:v>
                </c:pt>
                <c:pt idx="27573">
                  <c:v>69943</c:v>
                </c:pt>
                <c:pt idx="27574">
                  <c:v>69944</c:v>
                </c:pt>
                <c:pt idx="27575">
                  <c:v>69945</c:v>
                </c:pt>
                <c:pt idx="27576">
                  <c:v>69946</c:v>
                </c:pt>
                <c:pt idx="27577">
                  <c:v>69947</c:v>
                </c:pt>
                <c:pt idx="27578">
                  <c:v>69948</c:v>
                </c:pt>
                <c:pt idx="27579">
                  <c:v>69949</c:v>
                </c:pt>
                <c:pt idx="27580">
                  <c:v>69950</c:v>
                </c:pt>
                <c:pt idx="27581">
                  <c:v>69951</c:v>
                </c:pt>
                <c:pt idx="27582">
                  <c:v>69952</c:v>
                </c:pt>
                <c:pt idx="27583">
                  <c:v>69953</c:v>
                </c:pt>
                <c:pt idx="27584">
                  <c:v>69954</c:v>
                </c:pt>
                <c:pt idx="27585">
                  <c:v>69955</c:v>
                </c:pt>
                <c:pt idx="27586">
                  <c:v>69956</c:v>
                </c:pt>
                <c:pt idx="27587">
                  <c:v>69957</c:v>
                </c:pt>
                <c:pt idx="27588">
                  <c:v>69958</c:v>
                </c:pt>
                <c:pt idx="27589">
                  <c:v>69959</c:v>
                </c:pt>
                <c:pt idx="27590">
                  <c:v>69960</c:v>
                </c:pt>
                <c:pt idx="27591">
                  <c:v>69961</c:v>
                </c:pt>
                <c:pt idx="27592">
                  <c:v>69962</c:v>
                </c:pt>
                <c:pt idx="27593">
                  <c:v>69963</c:v>
                </c:pt>
                <c:pt idx="27594">
                  <c:v>69964</c:v>
                </c:pt>
                <c:pt idx="27595">
                  <c:v>69965</c:v>
                </c:pt>
                <c:pt idx="27596">
                  <c:v>69966</c:v>
                </c:pt>
                <c:pt idx="27597">
                  <c:v>69967</c:v>
                </c:pt>
                <c:pt idx="27598">
                  <c:v>69968</c:v>
                </c:pt>
                <c:pt idx="27599">
                  <c:v>69969</c:v>
                </c:pt>
                <c:pt idx="27600">
                  <c:v>69970</c:v>
                </c:pt>
                <c:pt idx="27601">
                  <c:v>69971</c:v>
                </c:pt>
                <c:pt idx="27602">
                  <c:v>69972</c:v>
                </c:pt>
                <c:pt idx="27603">
                  <c:v>69973</c:v>
                </c:pt>
                <c:pt idx="27604">
                  <c:v>69974</c:v>
                </c:pt>
                <c:pt idx="27605">
                  <c:v>69975</c:v>
                </c:pt>
                <c:pt idx="27606">
                  <c:v>69976</c:v>
                </c:pt>
                <c:pt idx="27607">
                  <c:v>69977</c:v>
                </c:pt>
                <c:pt idx="27608">
                  <c:v>69978</c:v>
                </c:pt>
                <c:pt idx="27609">
                  <c:v>69979</c:v>
                </c:pt>
                <c:pt idx="27610">
                  <c:v>69980</c:v>
                </c:pt>
                <c:pt idx="27611">
                  <c:v>69981</c:v>
                </c:pt>
                <c:pt idx="27612">
                  <c:v>69982</c:v>
                </c:pt>
                <c:pt idx="27613">
                  <c:v>69983</c:v>
                </c:pt>
                <c:pt idx="27614">
                  <c:v>69984</c:v>
                </c:pt>
                <c:pt idx="27615">
                  <c:v>69985</c:v>
                </c:pt>
                <c:pt idx="27616">
                  <c:v>69986</c:v>
                </c:pt>
                <c:pt idx="27617">
                  <c:v>69987</c:v>
                </c:pt>
                <c:pt idx="27618">
                  <c:v>69988</c:v>
                </c:pt>
                <c:pt idx="27619">
                  <c:v>69989</c:v>
                </c:pt>
                <c:pt idx="27620">
                  <c:v>69990</c:v>
                </c:pt>
                <c:pt idx="27621">
                  <c:v>69991</c:v>
                </c:pt>
                <c:pt idx="27622">
                  <c:v>69992</c:v>
                </c:pt>
                <c:pt idx="27623">
                  <c:v>69993</c:v>
                </c:pt>
                <c:pt idx="27624">
                  <c:v>69994</c:v>
                </c:pt>
                <c:pt idx="27625">
                  <c:v>69995</c:v>
                </c:pt>
                <c:pt idx="27626">
                  <c:v>69996</c:v>
                </c:pt>
                <c:pt idx="27627">
                  <c:v>69997</c:v>
                </c:pt>
                <c:pt idx="27628">
                  <c:v>69998</c:v>
                </c:pt>
                <c:pt idx="27629">
                  <c:v>69999</c:v>
                </c:pt>
                <c:pt idx="27630">
                  <c:v>70000</c:v>
                </c:pt>
                <c:pt idx="27631">
                  <c:v>70001</c:v>
                </c:pt>
                <c:pt idx="27632">
                  <c:v>70002</c:v>
                </c:pt>
                <c:pt idx="27633">
                  <c:v>70003</c:v>
                </c:pt>
                <c:pt idx="27634">
                  <c:v>70004</c:v>
                </c:pt>
                <c:pt idx="27635">
                  <c:v>70005</c:v>
                </c:pt>
                <c:pt idx="27636">
                  <c:v>70006</c:v>
                </c:pt>
                <c:pt idx="27637">
                  <c:v>70007</c:v>
                </c:pt>
                <c:pt idx="27638">
                  <c:v>70008</c:v>
                </c:pt>
                <c:pt idx="27639">
                  <c:v>70009</c:v>
                </c:pt>
                <c:pt idx="27640">
                  <c:v>70010</c:v>
                </c:pt>
                <c:pt idx="27641">
                  <c:v>70011</c:v>
                </c:pt>
                <c:pt idx="27642">
                  <c:v>70012</c:v>
                </c:pt>
                <c:pt idx="27643">
                  <c:v>70013</c:v>
                </c:pt>
                <c:pt idx="27644">
                  <c:v>70014</c:v>
                </c:pt>
                <c:pt idx="27645">
                  <c:v>70015</c:v>
                </c:pt>
                <c:pt idx="27646">
                  <c:v>70016</c:v>
                </c:pt>
                <c:pt idx="27647">
                  <c:v>70017</c:v>
                </c:pt>
                <c:pt idx="27648">
                  <c:v>70018</c:v>
                </c:pt>
                <c:pt idx="27649">
                  <c:v>70019</c:v>
                </c:pt>
                <c:pt idx="27650">
                  <c:v>70020</c:v>
                </c:pt>
                <c:pt idx="27651">
                  <c:v>70021</c:v>
                </c:pt>
                <c:pt idx="27652">
                  <c:v>70022</c:v>
                </c:pt>
                <c:pt idx="27653">
                  <c:v>70023</c:v>
                </c:pt>
                <c:pt idx="27654">
                  <c:v>70024</c:v>
                </c:pt>
                <c:pt idx="27655">
                  <c:v>70025</c:v>
                </c:pt>
                <c:pt idx="27656">
                  <c:v>70026</c:v>
                </c:pt>
                <c:pt idx="27657">
                  <c:v>70027</c:v>
                </c:pt>
                <c:pt idx="27658">
                  <c:v>70028</c:v>
                </c:pt>
                <c:pt idx="27659">
                  <c:v>70029</c:v>
                </c:pt>
                <c:pt idx="27660">
                  <c:v>70030</c:v>
                </c:pt>
                <c:pt idx="27661">
                  <c:v>70031</c:v>
                </c:pt>
                <c:pt idx="27662">
                  <c:v>70032</c:v>
                </c:pt>
                <c:pt idx="27663">
                  <c:v>70033</c:v>
                </c:pt>
                <c:pt idx="27664">
                  <c:v>70034</c:v>
                </c:pt>
                <c:pt idx="27665">
                  <c:v>70035</c:v>
                </c:pt>
                <c:pt idx="27666">
                  <c:v>70036</c:v>
                </c:pt>
                <c:pt idx="27667">
                  <c:v>70037</c:v>
                </c:pt>
                <c:pt idx="27668">
                  <c:v>70038</c:v>
                </c:pt>
                <c:pt idx="27669">
                  <c:v>70039</c:v>
                </c:pt>
                <c:pt idx="27670">
                  <c:v>70040</c:v>
                </c:pt>
                <c:pt idx="27671">
                  <c:v>70041</c:v>
                </c:pt>
                <c:pt idx="27672">
                  <c:v>70042</c:v>
                </c:pt>
                <c:pt idx="27673">
                  <c:v>70043</c:v>
                </c:pt>
                <c:pt idx="27674">
                  <c:v>70044</c:v>
                </c:pt>
                <c:pt idx="27675">
                  <c:v>70045</c:v>
                </c:pt>
                <c:pt idx="27676">
                  <c:v>70046</c:v>
                </c:pt>
                <c:pt idx="27677">
                  <c:v>70047</c:v>
                </c:pt>
                <c:pt idx="27678">
                  <c:v>70048</c:v>
                </c:pt>
                <c:pt idx="27679">
                  <c:v>70049</c:v>
                </c:pt>
                <c:pt idx="27680">
                  <c:v>70050</c:v>
                </c:pt>
                <c:pt idx="27681">
                  <c:v>70051</c:v>
                </c:pt>
                <c:pt idx="27682">
                  <c:v>70052</c:v>
                </c:pt>
                <c:pt idx="27683">
                  <c:v>70053</c:v>
                </c:pt>
                <c:pt idx="27684">
                  <c:v>70054</c:v>
                </c:pt>
                <c:pt idx="27685">
                  <c:v>70055</c:v>
                </c:pt>
                <c:pt idx="27686">
                  <c:v>70056</c:v>
                </c:pt>
                <c:pt idx="27687">
                  <c:v>70057</c:v>
                </c:pt>
                <c:pt idx="27688">
                  <c:v>70058</c:v>
                </c:pt>
                <c:pt idx="27689">
                  <c:v>70059</c:v>
                </c:pt>
                <c:pt idx="27690">
                  <c:v>70060</c:v>
                </c:pt>
                <c:pt idx="27691">
                  <c:v>70061</c:v>
                </c:pt>
                <c:pt idx="27692">
                  <c:v>70062</c:v>
                </c:pt>
                <c:pt idx="27693">
                  <c:v>70063</c:v>
                </c:pt>
                <c:pt idx="27694">
                  <c:v>70064</c:v>
                </c:pt>
                <c:pt idx="27695">
                  <c:v>70065</c:v>
                </c:pt>
                <c:pt idx="27696">
                  <c:v>70066</c:v>
                </c:pt>
                <c:pt idx="27697">
                  <c:v>70067</c:v>
                </c:pt>
                <c:pt idx="27698">
                  <c:v>70068</c:v>
                </c:pt>
                <c:pt idx="27699">
                  <c:v>70069</c:v>
                </c:pt>
                <c:pt idx="27700">
                  <c:v>70070</c:v>
                </c:pt>
                <c:pt idx="27701">
                  <c:v>70071</c:v>
                </c:pt>
                <c:pt idx="27702">
                  <c:v>70072</c:v>
                </c:pt>
                <c:pt idx="27703">
                  <c:v>70073</c:v>
                </c:pt>
                <c:pt idx="27704">
                  <c:v>70074</c:v>
                </c:pt>
                <c:pt idx="27705">
                  <c:v>70075</c:v>
                </c:pt>
                <c:pt idx="27706">
                  <c:v>70076</c:v>
                </c:pt>
                <c:pt idx="27707">
                  <c:v>70077</c:v>
                </c:pt>
                <c:pt idx="27708">
                  <c:v>70078</c:v>
                </c:pt>
                <c:pt idx="27709">
                  <c:v>70079</c:v>
                </c:pt>
                <c:pt idx="27710">
                  <c:v>70080</c:v>
                </c:pt>
                <c:pt idx="27711">
                  <c:v>70081</c:v>
                </c:pt>
                <c:pt idx="27712">
                  <c:v>70082</c:v>
                </c:pt>
                <c:pt idx="27713">
                  <c:v>70083</c:v>
                </c:pt>
                <c:pt idx="27714">
                  <c:v>70084</c:v>
                </c:pt>
                <c:pt idx="27715">
                  <c:v>70085</c:v>
                </c:pt>
                <c:pt idx="27716">
                  <c:v>70086</c:v>
                </c:pt>
                <c:pt idx="27717">
                  <c:v>70087</c:v>
                </c:pt>
                <c:pt idx="27718">
                  <c:v>70088</c:v>
                </c:pt>
                <c:pt idx="27719">
                  <c:v>70089</c:v>
                </c:pt>
                <c:pt idx="27720">
                  <c:v>70090</c:v>
                </c:pt>
                <c:pt idx="27721">
                  <c:v>70091</c:v>
                </c:pt>
                <c:pt idx="27722">
                  <c:v>70092</c:v>
                </c:pt>
                <c:pt idx="27723">
                  <c:v>70093</c:v>
                </c:pt>
                <c:pt idx="27724">
                  <c:v>70094</c:v>
                </c:pt>
                <c:pt idx="27725">
                  <c:v>70095</c:v>
                </c:pt>
                <c:pt idx="27726">
                  <c:v>70096</c:v>
                </c:pt>
                <c:pt idx="27727">
                  <c:v>70097</c:v>
                </c:pt>
                <c:pt idx="27728">
                  <c:v>70098</c:v>
                </c:pt>
                <c:pt idx="27729">
                  <c:v>70099</c:v>
                </c:pt>
                <c:pt idx="27730">
                  <c:v>70100</c:v>
                </c:pt>
                <c:pt idx="27731">
                  <c:v>70101</c:v>
                </c:pt>
                <c:pt idx="27732">
                  <c:v>70102</c:v>
                </c:pt>
                <c:pt idx="27733">
                  <c:v>70103</c:v>
                </c:pt>
                <c:pt idx="27734">
                  <c:v>70104</c:v>
                </c:pt>
                <c:pt idx="27735">
                  <c:v>70105</c:v>
                </c:pt>
                <c:pt idx="27736">
                  <c:v>70106</c:v>
                </c:pt>
                <c:pt idx="27737">
                  <c:v>70107</c:v>
                </c:pt>
                <c:pt idx="27738">
                  <c:v>70108</c:v>
                </c:pt>
                <c:pt idx="27739">
                  <c:v>70109</c:v>
                </c:pt>
                <c:pt idx="27740">
                  <c:v>70110</c:v>
                </c:pt>
                <c:pt idx="27741">
                  <c:v>70111</c:v>
                </c:pt>
                <c:pt idx="27742">
                  <c:v>70112</c:v>
                </c:pt>
                <c:pt idx="27743">
                  <c:v>70113</c:v>
                </c:pt>
                <c:pt idx="27744">
                  <c:v>70114</c:v>
                </c:pt>
                <c:pt idx="27745">
                  <c:v>70115</c:v>
                </c:pt>
                <c:pt idx="27746">
                  <c:v>70116</c:v>
                </c:pt>
                <c:pt idx="27747">
                  <c:v>70117</c:v>
                </c:pt>
                <c:pt idx="27748">
                  <c:v>70118</c:v>
                </c:pt>
                <c:pt idx="27749">
                  <c:v>70119</c:v>
                </c:pt>
                <c:pt idx="27750">
                  <c:v>70120</c:v>
                </c:pt>
                <c:pt idx="27751">
                  <c:v>70121</c:v>
                </c:pt>
                <c:pt idx="27752">
                  <c:v>70122</c:v>
                </c:pt>
                <c:pt idx="27753">
                  <c:v>70123</c:v>
                </c:pt>
                <c:pt idx="27754">
                  <c:v>70124</c:v>
                </c:pt>
                <c:pt idx="27755">
                  <c:v>70125</c:v>
                </c:pt>
                <c:pt idx="27756">
                  <c:v>70126</c:v>
                </c:pt>
                <c:pt idx="27757">
                  <c:v>70127</c:v>
                </c:pt>
                <c:pt idx="27758">
                  <c:v>70128</c:v>
                </c:pt>
                <c:pt idx="27759">
                  <c:v>70129</c:v>
                </c:pt>
                <c:pt idx="27760">
                  <c:v>70130</c:v>
                </c:pt>
                <c:pt idx="27761">
                  <c:v>70131</c:v>
                </c:pt>
                <c:pt idx="27762">
                  <c:v>70132</c:v>
                </c:pt>
                <c:pt idx="27763">
                  <c:v>70133</c:v>
                </c:pt>
                <c:pt idx="27764">
                  <c:v>70134</c:v>
                </c:pt>
                <c:pt idx="27765">
                  <c:v>70135</c:v>
                </c:pt>
                <c:pt idx="27766">
                  <c:v>70136</c:v>
                </c:pt>
                <c:pt idx="27767">
                  <c:v>70137</c:v>
                </c:pt>
                <c:pt idx="27768">
                  <c:v>70138</c:v>
                </c:pt>
                <c:pt idx="27769">
                  <c:v>70139</c:v>
                </c:pt>
                <c:pt idx="27770">
                  <c:v>70140</c:v>
                </c:pt>
                <c:pt idx="27771">
                  <c:v>70141</c:v>
                </c:pt>
                <c:pt idx="27772">
                  <c:v>70142</c:v>
                </c:pt>
                <c:pt idx="27773">
                  <c:v>70143</c:v>
                </c:pt>
                <c:pt idx="27774">
                  <c:v>70144</c:v>
                </c:pt>
                <c:pt idx="27775">
                  <c:v>70145</c:v>
                </c:pt>
                <c:pt idx="27776">
                  <c:v>70146</c:v>
                </c:pt>
                <c:pt idx="27777">
                  <c:v>70147</c:v>
                </c:pt>
                <c:pt idx="27778">
                  <c:v>70148</c:v>
                </c:pt>
                <c:pt idx="27779">
                  <c:v>70149</c:v>
                </c:pt>
                <c:pt idx="27780">
                  <c:v>70150</c:v>
                </c:pt>
                <c:pt idx="27781">
                  <c:v>70151</c:v>
                </c:pt>
                <c:pt idx="27782">
                  <c:v>70152</c:v>
                </c:pt>
                <c:pt idx="27783">
                  <c:v>70153</c:v>
                </c:pt>
                <c:pt idx="27784">
                  <c:v>70154</c:v>
                </c:pt>
                <c:pt idx="27785">
                  <c:v>70155</c:v>
                </c:pt>
                <c:pt idx="27786">
                  <c:v>70156</c:v>
                </c:pt>
                <c:pt idx="27787">
                  <c:v>70157</c:v>
                </c:pt>
                <c:pt idx="27788">
                  <c:v>70158</c:v>
                </c:pt>
                <c:pt idx="27789">
                  <c:v>70159</c:v>
                </c:pt>
                <c:pt idx="27790">
                  <c:v>70160</c:v>
                </c:pt>
                <c:pt idx="27791">
                  <c:v>70161</c:v>
                </c:pt>
                <c:pt idx="27792">
                  <c:v>70162</c:v>
                </c:pt>
                <c:pt idx="27793">
                  <c:v>70163</c:v>
                </c:pt>
                <c:pt idx="27794">
                  <c:v>70164</c:v>
                </c:pt>
                <c:pt idx="27795">
                  <c:v>70165</c:v>
                </c:pt>
                <c:pt idx="27796">
                  <c:v>70166</c:v>
                </c:pt>
                <c:pt idx="27797">
                  <c:v>70167</c:v>
                </c:pt>
                <c:pt idx="27798">
                  <c:v>70168</c:v>
                </c:pt>
                <c:pt idx="27799">
                  <c:v>70169</c:v>
                </c:pt>
                <c:pt idx="27800">
                  <c:v>70170</c:v>
                </c:pt>
                <c:pt idx="27801">
                  <c:v>70171</c:v>
                </c:pt>
                <c:pt idx="27802">
                  <c:v>70172</c:v>
                </c:pt>
                <c:pt idx="27803">
                  <c:v>70173</c:v>
                </c:pt>
                <c:pt idx="27804">
                  <c:v>70174</c:v>
                </c:pt>
                <c:pt idx="27805">
                  <c:v>70175</c:v>
                </c:pt>
                <c:pt idx="27806">
                  <c:v>70176</c:v>
                </c:pt>
                <c:pt idx="27807">
                  <c:v>70177</c:v>
                </c:pt>
                <c:pt idx="27808">
                  <c:v>70178</c:v>
                </c:pt>
                <c:pt idx="27809">
                  <c:v>70179</c:v>
                </c:pt>
                <c:pt idx="27810">
                  <c:v>70180</c:v>
                </c:pt>
                <c:pt idx="27811">
                  <c:v>70181</c:v>
                </c:pt>
                <c:pt idx="27812">
                  <c:v>70182</c:v>
                </c:pt>
                <c:pt idx="27813">
                  <c:v>70183</c:v>
                </c:pt>
                <c:pt idx="27814">
                  <c:v>70184</c:v>
                </c:pt>
                <c:pt idx="27815">
                  <c:v>70185</c:v>
                </c:pt>
                <c:pt idx="27816">
                  <c:v>70186</c:v>
                </c:pt>
                <c:pt idx="27817">
                  <c:v>70187</c:v>
                </c:pt>
                <c:pt idx="27818">
                  <c:v>70188</c:v>
                </c:pt>
                <c:pt idx="27819">
                  <c:v>70189</c:v>
                </c:pt>
                <c:pt idx="27820">
                  <c:v>70190</c:v>
                </c:pt>
                <c:pt idx="27821">
                  <c:v>70191</c:v>
                </c:pt>
                <c:pt idx="27822">
                  <c:v>70192</c:v>
                </c:pt>
                <c:pt idx="27823">
                  <c:v>70193</c:v>
                </c:pt>
                <c:pt idx="27824">
                  <c:v>70194</c:v>
                </c:pt>
                <c:pt idx="27825">
                  <c:v>70195</c:v>
                </c:pt>
                <c:pt idx="27826">
                  <c:v>70196</c:v>
                </c:pt>
                <c:pt idx="27827">
                  <c:v>70197</c:v>
                </c:pt>
                <c:pt idx="27828">
                  <c:v>70198</c:v>
                </c:pt>
                <c:pt idx="27829">
                  <c:v>70199</c:v>
                </c:pt>
                <c:pt idx="27830">
                  <c:v>70200</c:v>
                </c:pt>
                <c:pt idx="27831">
                  <c:v>70201</c:v>
                </c:pt>
                <c:pt idx="27832">
                  <c:v>70202</c:v>
                </c:pt>
                <c:pt idx="27833">
                  <c:v>70203</c:v>
                </c:pt>
                <c:pt idx="27834">
                  <c:v>70204</c:v>
                </c:pt>
                <c:pt idx="27835">
                  <c:v>70205</c:v>
                </c:pt>
                <c:pt idx="27836">
                  <c:v>70206</c:v>
                </c:pt>
                <c:pt idx="27837">
                  <c:v>70207</c:v>
                </c:pt>
                <c:pt idx="27838">
                  <c:v>70208</c:v>
                </c:pt>
                <c:pt idx="27839">
                  <c:v>70209</c:v>
                </c:pt>
                <c:pt idx="27840">
                  <c:v>70210</c:v>
                </c:pt>
                <c:pt idx="27841">
                  <c:v>70211</c:v>
                </c:pt>
                <c:pt idx="27842">
                  <c:v>70212</c:v>
                </c:pt>
                <c:pt idx="27843">
                  <c:v>70213</c:v>
                </c:pt>
                <c:pt idx="27844">
                  <c:v>70214</c:v>
                </c:pt>
                <c:pt idx="27845">
                  <c:v>70215</c:v>
                </c:pt>
                <c:pt idx="27846">
                  <c:v>70216</c:v>
                </c:pt>
                <c:pt idx="27847">
                  <c:v>70217</c:v>
                </c:pt>
                <c:pt idx="27848">
                  <c:v>70218</c:v>
                </c:pt>
                <c:pt idx="27849">
                  <c:v>70219</c:v>
                </c:pt>
                <c:pt idx="27850">
                  <c:v>70220</c:v>
                </c:pt>
                <c:pt idx="27851">
                  <c:v>70221</c:v>
                </c:pt>
                <c:pt idx="27852">
                  <c:v>70222</c:v>
                </c:pt>
                <c:pt idx="27853">
                  <c:v>70223</c:v>
                </c:pt>
                <c:pt idx="27854">
                  <c:v>70224</c:v>
                </c:pt>
                <c:pt idx="27855">
                  <c:v>70225</c:v>
                </c:pt>
                <c:pt idx="27856">
                  <c:v>70226</c:v>
                </c:pt>
                <c:pt idx="27857">
                  <c:v>70227</c:v>
                </c:pt>
                <c:pt idx="27858">
                  <c:v>70228</c:v>
                </c:pt>
                <c:pt idx="27859">
                  <c:v>70229</c:v>
                </c:pt>
                <c:pt idx="27860">
                  <c:v>70230</c:v>
                </c:pt>
                <c:pt idx="27861">
                  <c:v>70231</c:v>
                </c:pt>
                <c:pt idx="27862">
                  <c:v>70232</c:v>
                </c:pt>
                <c:pt idx="27863">
                  <c:v>70233</c:v>
                </c:pt>
                <c:pt idx="27864">
                  <c:v>70234</c:v>
                </c:pt>
                <c:pt idx="27865">
                  <c:v>70235</c:v>
                </c:pt>
                <c:pt idx="27866">
                  <c:v>70236</c:v>
                </c:pt>
                <c:pt idx="27867">
                  <c:v>70237</c:v>
                </c:pt>
                <c:pt idx="27868">
                  <c:v>70238</c:v>
                </c:pt>
                <c:pt idx="27869">
                  <c:v>70239</c:v>
                </c:pt>
                <c:pt idx="27870">
                  <c:v>70240</c:v>
                </c:pt>
                <c:pt idx="27871">
                  <c:v>70241</c:v>
                </c:pt>
                <c:pt idx="27872">
                  <c:v>70242</c:v>
                </c:pt>
                <c:pt idx="27873">
                  <c:v>70243</c:v>
                </c:pt>
                <c:pt idx="27874">
                  <c:v>70244</c:v>
                </c:pt>
                <c:pt idx="27875">
                  <c:v>70245</c:v>
                </c:pt>
                <c:pt idx="27876">
                  <c:v>70246</c:v>
                </c:pt>
                <c:pt idx="27877">
                  <c:v>70247</c:v>
                </c:pt>
                <c:pt idx="27878">
                  <c:v>70248</c:v>
                </c:pt>
                <c:pt idx="27879">
                  <c:v>70249</c:v>
                </c:pt>
                <c:pt idx="27880">
                  <c:v>70250</c:v>
                </c:pt>
                <c:pt idx="27881">
                  <c:v>70251</c:v>
                </c:pt>
                <c:pt idx="27882">
                  <c:v>70252</c:v>
                </c:pt>
                <c:pt idx="27883">
                  <c:v>70253</c:v>
                </c:pt>
                <c:pt idx="27884">
                  <c:v>70254</c:v>
                </c:pt>
                <c:pt idx="27885">
                  <c:v>70255</c:v>
                </c:pt>
                <c:pt idx="27886">
                  <c:v>70256</c:v>
                </c:pt>
                <c:pt idx="27887">
                  <c:v>70257</c:v>
                </c:pt>
                <c:pt idx="27888">
                  <c:v>70258</c:v>
                </c:pt>
                <c:pt idx="27889">
                  <c:v>70259</c:v>
                </c:pt>
                <c:pt idx="27890">
                  <c:v>70260</c:v>
                </c:pt>
                <c:pt idx="27891">
                  <c:v>70261</c:v>
                </c:pt>
                <c:pt idx="27892">
                  <c:v>70262</c:v>
                </c:pt>
                <c:pt idx="27893">
                  <c:v>70263</c:v>
                </c:pt>
                <c:pt idx="27894">
                  <c:v>70264</c:v>
                </c:pt>
                <c:pt idx="27895">
                  <c:v>70265</c:v>
                </c:pt>
                <c:pt idx="27896">
                  <c:v>70266</c:v>
                </c:pt>
                <c:pt idx="27897">
                  <c:v>70267</c:v>
                </c:pt>
                <c:pt idx="27898">
                  <c:v>70268</c:v>
                </c:pt>
                <c:pt idx="27899">
                  <c:v>70269</c:v>
                </c:pt>
                <c:pt idx="27900">
                  <c:v>70270</c:v>
                </c:pt>
                <c:pt idx="27901">
                  <c:v>70271</c:v>
                </c:pt>
                <c:pt idx="27902">
                  <c:v>70272</c:v>
                </c:pt>
                <c:pt idx="27903">
                  <c:v>70273</c:v>
                </c:pt>
                <c:pt idx="27904">
                  <c:v>70274</c:v>
                </c:pt>
                <c:pt idx="27905">
                  <c:v>70275</c:v>
                </c:pt>
                <c:pt idx="27906">
                  <c:v>70276</c:v>
                </c:pt>
                <c:pt idx="27907">
                  <c:v>70277</c:v>
                </c:pt>
                <c:pt idx="27908">
                  <c:v>70278</c:v>
                </c:pt>
                <c:pt idx="27909">
                  <c:v>70279</c:v>
                </c:pt>
                <c:pt idx="27910">
                  <c:v>70280</c:v>
                </c:pt>
                <c:pt idx="27911">
                  <c:v>70281</c:v>
                </c:pt>
                <c:pt idx="27912">
                  <c:v>70282</c:v>
                </c:pt>
                <c:pt idx="27913">
                  <c:v>70283</c:v>
                </c:pt>
                <c:pt idx="27914">
                  <c:v>70284</c:v>
                </c:pt>
                <c:pt idx="27915">
                  <c:v>70285</c:v>
                </c:pt>
                <c:pt idx="27916">
                  <c:v>70286</c:v>
                </c:pt>
                <c:pt idx="27917">
                  <c:v>70287</c:v>
                </c:pt>
                <c:pt idx="27918">
                  <c:v>70288</c:v>
                </c:pt>
                <c:pt idx="27919">
                  <c:v>70289</c:v>
                </c:pt>
                <c:pt idx="27920">
                  <c:v>70290</c:v>
                </c:pt>
                <c:pt idx="27921">
                  <c:v>70291</c:v>
                </c:pt>
                <c:pt idx="27922">
                  <c:v>70292</c:v>
                </c:pt>
                <c:pt idx="27923">
                  <c:v>70293</c:v>
                </c:pt>
                <c:pt idx="27924">
                  <c:v>70294</c:v>
                </c:pt>
                <c:pt idx="27925">
                  <c:v>70295</c:v>
                </c:pt>
                <c:pt idx="27926">
                  <c:v>70296</c:v>
                </c:pt>
                <c:pt idx="27927">
                  <c:v>70297</c:v>
                </c:pt>
                <c:pt idx="27928">
                  <c:v>70298</c:v>
                </c:pt>
                <c:pt idx="27929">
                  <c:v>70299</c:v>
                </c:pt>
                <c:pt idx="27930">
                  <c:v>70300</c:v>
                </c:pt>
                <c:pt idx="27931">
                  <c:v>70301</c:v>
                </c:pt>
                <c:pt idx="27932">
                  <c:v>70302</c:v>
                </c:pt>
                <c:pt idx="27933">
                  <c:v>70303</c:v>
                </c:pt>
                <c:pt idx="27934">
                  <c:v>70304</c:v>
                </c:pt>
                <c:pt idx="27935">
                  <c:v>70305</c:v>
                </c:pt>
                <c:pt idx="27936">
                  <c:v>70306</c:v>
                </c:pt>
                <c:pt idx="27937">
                  <c:v>70307</c:v>
                </c:pt>
                <c:pt idx="27938">
                  <c:v>70308</c:v>
                </c:pt>
                <c:pt idx="27939">
                  <c:v>70309</c:v>
                </c:pt>
                <c:pt idx="27940">
                  <c:v>70310</c:v>
                </c:pt>
                <c:pt idx="27941">
                  <c:v>70311</c:v>
                </c:pt>
                <c:pt idx="27942">
                  <c:v>70312</c:v>
                </c:pt>
                <c:pt idx="27943">
                  <c:v>70313</c:v>
                </c:pt>
                <c:pt idx="27944">
                  <c:v>70314</c:v>
                </c:pt>
                <c:pt idx="27945">
                  <c:v>70315</c:v>
                </c:pt>
                <c:pt idx="27946">
                  <c:v>70316</c:v>
                </c:pt>
                <c:pt idx="27947">
                  <c:v>70317</c:v>
                </c:pt>
                <c:pt idx="27948">
                  <c:v>70318</c:v>
                </c:pt>
                <c:pt idx="27949">
                  <c:v>70319</c:v>
                </c:pt>
                <c:pt idx="27950">
                  <c:v>70320</c:v>
                </c:pt>
                <c:pt idx="27951">
                  <c:v>70321</c:v>
                </c:pt>
                <c:pt idx="27952">
                  <c:v>70322</c:v>
                </c:pt>
                <c:pt idx="27953">
                  <c:v>70323</c:v>
                </c:pt>
                <c:pt idx="27954">
                  <c:v>70324</c:v>
                </c:pt>
                <c:pt idx="27955">
                  <c:v>70325</c:v>
                </c:pt>
                <c:pt idx="27956">
                  <c:v>70326</c:v>
                </c:pt>
                <c:pt idx="27957">
                  <c:v>70327</c:v>
                </c:pt>
                <c:pt idx="27958">
                  <c:v>70328</c:v>
                </c:pt>
                <c:pt idx="27959">
                  <c:v>70329</c:v>
                </c:pt>
                <c:pt idx="27960">
                  <c:v>70330</c:v>
                </c:pt>
                <c:pt idx="27961">
                  <c:v>70331</c:v>
                </c:pt>
                <c:pt idx="27962">
                  <c:v>70332</c:v>
                </c:pt>
                <c:pt idx="27963">
                  <c:v>70333</c:v>
                </c:pt>
                <c:pt idx="27964">
                  <c:v>70334</c:v>
                </c:pt>
                <c:pt idx="27965">
                  <c:v>70335</c:v>
                </c:pt>
                <c:pt idx="27966">
                  <c:v>70336</c:v>
                </c:pt>
                <c:pt idx="27967">
                  <c:v>70337</c:v>
                </c:pt>
                <c:pt idx="27968">
                  <c:v>70338</c:v>
                </c:pt>
                <c:pt idx="27969">
                  <c:v>70339</c:v>
                </c:pt>
                <c:pt idx="27970">
                  <c:v>70340</c:v>
                </c:pt>
                <c:pt idx="27971">
                  <c:v>70341</c:v>
                </c:pt>
                <c:pt idx="27972">
                  <c:v>70342</c:v>
                </c:pt>
                <c:pt idx="27973">
                  <c:v>70343</c:v>
                </c:pt>
                <c:pt idx="27974">
                  <c:v>70344</c:v>
                </c:pt>
                <c:pt idx="27975">
                  <c:v>70345</c:v>
                </c:pt>
                <c:pt idx="27976">
                  <c:v>70346</c:v>
                </c:pt>
                <c:pt idx="27977">
                  <c:v>70347</c:v>
                </c:pt>
                <c:pt idx="27978">
                  <c:v>70348</c:v>
                </c:pt>
                <c:pt idx="27979">
                  <c:v>70349</c:v>
                </c:pt>
                <c:pt idx="27980">
                  <c:v>70350</c:v>
                </c:pt>
                <c:pt idx="27981">
                  <c:v>70351</c:v>
                </c:pt>
                <c:pt idx="27982">
                  <c:v>70352</c:v>
                </c:pt>
                <c:pt idx="27983">
                  <c:v>70353</c:v>
                </c:pt>
                <c:pt idx="27984">
                  <c:v>70354</c:v>
                </c:pt>
                <c:pt idx="27985">
                  <c:v>70355</c:v>
                </c:pt>
                <c:pt idx="27986">
                  <c:v>70356</c:v>
                </c:pt>
                <c:pt idx="27987">
                  <c:v>70357</c:v>
                </c:pt>
                <c:pt idx="27988">
                  <c:v>70358</c:v>
                </c:pt>
                <c:pt idx="27989">
                  <c:v>70359</c:v>
                </c:pt>
                <c:pt idx="27990">
                  <c:v>70360</c:v>
                </c:pt>
                <c:pt idx="27991">
                  <c:v>70361</c:v>
                </c:pt>
                <c:pt idx="27992">
                  <c:v>70362</c:v>
                </c:pt>
                <c:pt idx="27993">
                  <c:v>70363</c:v>
                </c:pt>
                <c:pt idx="27994">
                  <c:v>70364</c:v>
                </c:pt>
                <c:pt idx="27995">
                  <c:v>70365</c:v>
                </c:pt>
                <c:pt idx="27996">
                  <c:v>70366</c:v>
                </c:pt>
                <c:pt idx="27997">
                  <c:v>70367</c:v>
                </c:pt>
                <c:pt idx="27998">
                  <c:v>70368</c:v>
                </c:pt>
                <c:pt idx="27999">
                  <c:v>70369</c:v>
                </c:pt>
                <c:pt idx="28000">
                  <c:v>70370</c:v>
                </c:pt>
                <c:pt idx="28001">
                  <c:v>70371</c:v>
                </c:pt>
                <c:pt idx="28002">
                  <c:v>70372</c:v>
                </c:pt>
                <c:pt idx="28003">
                  <c:v>70373</c:v>
                </c:pt>
                <c:pt idx="28004">
                  <c:v>70374</c:v>
                </c:pt>
                <c:pt idx="28005">
                  <c:v>70375</c:v>
                </c:pt>
                <c:pt idx="28006">
                  <c:v>70376</c:v>
                </c:pt>
                <c:pt idx="28007">
                  <c:v>70377</c:v>
                </c:pt>
                <c:pt idx="28008">
                  <c:v>70378</c:v>
                </c:pt>
                <c:pt idx="28009">
                  <c:v>70379</c:v>
                </c:pt>
                <c:pt idx="28010">
                  <c:v>70380</c:v>
                </c:pt>
                <c:pt idx="28011">
                  <c:v>70381</c:v>
                </c:pt>
                <c:pt idx="28012">
                  <c:v>70382</c:v>
                </c:pt>
                <c:pt idx="28013">
                  <c:v>70383</c:v>
                </c:pt>
                <c:pt idx="28014">
                  <c:v>70384</c:v>
                </c:pt>
                <c:pt idx="28015">
                  <c:v>70385</c:v>
                </c:pt>
                <c:pt idx="28016">
                  <c:v>70386</c:v>
                </c:pt>
                <c:pt idx="28017">
                  <c:v>70387</c:v>
                </c:pt>
                <c:pt idx="28018">
                  <c:v>70388</c:v>
                </c:pt>
                <c:pt idx="28019">
                  <c:v>70389</c:v>
                </c:pt>
                <c:pt idx="28020">
                  <c:v>70390</c:v>
                </c:pt>
                <c:pt idx="28021">
                  <c:v>70391</c:v>
                </c:pt>
                <c:pt idx="28022">
                  <c:v>70392</c:v>
                </c:pt>
                <c:pt idx="28023">
                  <c:v>70393</c:v>
                </c:pt>
                <c:pt idx="28024">
                  <c:v>70394</c:v>
                </c:pt>
                <c:pt idx="28025">
                  <c:v>70395</c:v>
                </c:pt>
                <c:pt idx="28026">
                  <c:v>70396</c:v>
                </c:pt>
                <c:pt idx="28027">
                  <c:v>70397</c:v>
                </c:pt>
                <c:pt idx="28028">
                  <c:v>70398</c:v>
                </c:pt>
                <c:pt idx="28029">
                  <c:v>70399</c:v>
                </c:pt>
                <c:pt idx="28030">
                  <c:v>70400</c:v>
                </c:pt>
                <c:pt idx="28031">
                  <c:v>70401</c:v>
                </c:pt>
                <c:pt idx="28032">
                  <c:v>70402</c:v>
                </c:pt>
                <c:pt idx="28033">
                  <c:v>70403</c:v>
                </c:pt>
                <c:pt idx="28034">
                  <c:v>70404</c:v>
                </c:pt>
                <c:pt idx="28035">
                  <c:v>70405</c:v>
                </c:pt>
                <c:pt idx="28036">
                  <c:v>70406</c:v>
                </c:pt>
                <c:pt idx="28037">
                  <c:v>70407</c:v>
                </c:pt>
                <c:pt idx="28038">
                  <c:v>70408</c:v>
                </c:pt>
                <c:pt idx="28039">
                  <c:v>70409</c:v>
                </c:pt>
                <c:pt idx="28040">
                  <c:v>70410</c:v>
                </c:pt>
                <c:pt idx="28041">
                  <c:v>70411</c:v>
                </c:pt>
                <c:pt idx="28042">
                  <c:v>70412</c:v>
                </c:pt>
                <c:pt idx="28043">
                  <c:v>70413</c:v>
                </c:pt>
                <c:pt idx="28044">
                  <c:v>70414</c:v>
                </c:pt>
                <c:pt idx="28045">
                  <c:v>70415</c:v>
                </c:pt>
                <c:pt idx="28046">
                  <c:v>70416</c:v>
                </c:pt>
                <c:pt idx="28047">
                  <c:v>70417</c:v>
                </c:pt>
                <c:pt idx="28048">
                  <c:v>70418</c:v>
                </c:pt>
                <c:pt idx="28049">
                  <c:v>70419</c:v>
                </c:pt>
                <c:pt idx="28050">
                  <c:v>70420</c:v>
                </c:pt>
                <c:pt idx="28051">
                  <c:v>70421</c:v>
                </c:pt>
                <c:pt idx="28052">
                  <c:v>70422</c:v>
                </c:pt>
                <c:pt idx="28053">
                  <c:v>70423</c:v>
                </c:pt>
                <c:pt idx="28054">
                  <c:v>70424</c:v>
                </c:pt>
                <c:pt idx="28055">
                  <c:v>70425</c:v>
                </c:pt>
                <c:pt idx="28056">
                  <c:v>70426</c:v>
                </c:pt>
                <c:pt idx="28057">
                  <c:v>70427</c:v>
                </c:pt>
                <c:pt idx="28058">
                  <c:v>70428</c:v>
                </c:pt>
                <c:pt idx="28059">
                  <c:v>70429</c:v>
                </c:pt>
                <c:pt idx="28060">
                  <c:v>70430</c:v>
                </c:pt>
                <c:pt idx="28061">
                  <c:v>70431</c:v>
                </c:pt>
                <c:pt idx="28062">
                  <c:v>70432</c:v>
                </c:pt>
                <c:pt idx="28063">
                  <c:v>70433</c:v>
                </c:pt>
                <c:pt idx="28064">
                  <c:v>70434</c:v>
                </c:pt>
                <c:pt idx="28065">
                  <c:v>70435</c:v>
                </c:pt>
                <c:pt idx="28066">
                  <c:v>70436</c:v>
                </c:pt>
                <c:pt idx="28067">
                  <c:v>70437</c:v>
                </c:pt>
                <c:pt idx="28068">
                  <c:v>70438</c:v>
                </c:pt>
                <c:pt idx="28069">
                  <c:v>70439</c:v>
                </c:pt>
                <c:pt idx="28070">
                  <c:v>70440</c:v>
                </c:pt>
                <c:pt idx="28071">
                  <c:v>70441</c:v>
                </c:pt>
                <c:pt idx="28072">
                  <c:v>70442</c:v>
                </c:pt>
                <c:pt idx="28073">
                  <c:v>70443</c:v>
                </c:pt>
                <c:pt idx="28074">
                  <c:v>70444</c:v>
                </c:pt>
                <c:pt idx="28075">
                  <c:v>70445</c:v>
                </c:pt>
                <c:pt idx="28076">
                  <c:v>70446</c:v>
                </c:pt>
                <c:pt idx="28077">
                  <c:v>70447</c:v>
                </c:pt>
                <c:pt idx="28078">
                  <c:v>70448</c:v>
                </c:pt>
                <c:pt idx="28079">
                  <c:v>70449</c:v>
                </c:pt>
                <c:pt idx="28080">
                  <c:v>70450</c:v>
                </c:pt>
                <c:pt idx="28081">
                  <c:v>70451</c:v>
                </c:pt>
                <c:pt idx="28082">
                  <c:v>70452</c:v>
                </c:pt>
                <c:pt idx="28083">
                  <c:v>70453</c:v>
                </c:pt>
                <c:pt idx="28084">
                  <c:v>70454</c:v>
                </c:pt>
                <c:pt idx="28085">
                  <c:v>70455</c:v>
                </c:pt>
                <c:pt idx="28086">
                  <c:v>70456</c:v>
                </c:pt>
                <c:pt idx="28087">
                  <c:v>70457</c:v>
                </c:pt>
                <c:pt idx="28088">
                  <c:v>70458</c:v>
                </c:pt>
                <c:pt idx="28089">
                  <c:v>70459</c:v>
                </c:pt>
                <c:pt idx="28090">
                  <c:v>70460</c:v>
                </c:pt>
                <c:pt idx="28091">
                  <c:v>70461</c:v>
                </c:pt>
                <c:pt idx="28092">
                  <c:v>70462</c:v>
                </c:pt>
                <c:pt idx="28093">
                  <c:v>70463</c:v>
                </c:pt>
                <c:pt idx="28094">
                  <c:v>70464</c:v>
                </c:pt>
                <c:pt idx="28095">
                  <c:v>70465</c:v>
                </c:pt>
                <c:pt idx="28096">
                  <c:v>70466</c:v>
                </c:pt>
                <c:pt idx="28097">
                  <c:v>70467</c:v>
                </c:pt>
                <c:pt idx="28098">
                  <c:v>70468</c:v>
                </c:pt>
                <c:pt idx="28099">
                  <c:v>70469</c:v>
                </c:pt>
                <c:pt idx="28100">
                  <c:v>70470</c:v>
                </c:pt>
                <c:pt idx="28101">
                  <c:v>70471</c:v>
                </c:pt>
                <c:pt idx="28102">
                  <c:v>70472</c:v>
                </c:pt>
                <c:pt idx="28103">
                  <c:v>70473</c:v>
                </c:pt>
                <c:pt idx="28104">
                  <c:v>70474</c:v>
                </c:pt>
                <c:pt idx="28105">
                  <c:v>70475</c:v>
                </c:pt>
                <c:pt idx="28106">
                  <c:v>70476</c:v>
                </c:pt>
                <c:pt idx="28107">
                  <c:v>70477</c:v>
                </c:pt>
                <c:pt idx="28108">
                  <c:v>70478</c:v>
                </c:pt>
                <c:pt idx="28109">
                  <c:v>70479</c:v>
                </c:pt>
                <c:pt idx="28110">
                  <c:v>70480</c:v>
                </c:pt>
                <c:pt idx="28111">
                  <c:v>70481</c:v>
                </c:pt>
                <c:pt idx="28112">
                  <c:v>70482</c:v>
                </c:pt>
                <c:pt idx="28113">
                  <c:v>70483</c:v>
                </c:pt>
                <c:pt idx="28114">
                  <c:v>70484</c:v>
                </c:pt>
                <c:pt idx="28115">
                  <c:v>70485</c:v>
                </c:pt>
                <c:pt idx="28116">
                  <c:v>70486</c:v>
                </c:pt>
                <c:pt idx="28117">
                  <c:v>70487</c:v>
                </c:pt>
                <c:pt idx="28118">
                  <c:v>70488</c:v>
                </c:pt>
                <c:pt idx="28119">
                  <c:v>70489</c:v>
                </c:pt>
                <c:pt idx="28120">
                  <c:v>70490</c:v>
                </c:pt>
                <c:pt idx="28121">
                  <c:v>70491</c:v>
                </c:pt>
                <c:pt idx="28122">
                  <c:v>70492</c:v>
                </c:pt>
                <c:pt idx="28123">
                  <c:v>70493</c:v>
                </c:pt>
                <c:pt idx="28124">
                  <c:v>70494</c:v>
                </c:pt>
                <c:pt idx="28125">
                  <c:v>70495</c:v>
                </c:pt>
                <c:pt idx="28126">
                  <c:v>70496</c:v>
                </c:pt>
                <c:pt idx="28127">
                  <c:v>70497</c:v>
                </c:pt>
                <c:pt idx="28128">
                  <c:v>70498</c:v>
                </c:pt>
                <c:pt idx="28129">
                  <c:v>70499</c:v>
                </c:pt>
                <c:pt idx="28130">
                  <c:v>70500</c:v>
                </c:pt>
                <c:pt idx="28131">
                  <c:v>70501</c:v>
                </c:pt>
                <c:pt idx="28132">
                  <c:v>70502</c:v>
                </c:pt>
                <c:pt idx="28133">
                  <c:v>70503</c:v>
                </c:pt>
                <c:pt idx="28134">
                  <c:v>70504</c:v>
                </c:pt>
                <c:pt idx="28135">
                  <c:v>70505</c:v>
                </c:pt>
                <c:pt idx="28136">
                  <c:v>70506</c:v>
                </c:pt>
                <c:pt idx="28137">
                  <c:v>70507</c:v>
                </c:pt>
                <c:pt idx="28138">
                  <c:v>70508</c:v>
                </c:pt>
                <c:pt idx="28139">
                  <c:v>70509</c:v>
                </c:pt>
                <c:pt idx="28140">
                  <c:v>70510</c:v>
                </c:pt>
                <c:pt idx="28141">
                  <c:v>70511</c:v>
                </c:pt>
                <c:pt idx="28142">
                  <c:v>70512</c:v>
                </c:pt>
                <c:pt idx="28143">
                  <c:v>70513</c:v>
                </c:pt>
                <c:pt idx="28144">
                  <c:v>70514</c:v>
                </c:pt>
                <c:pt idx="28145">
                  <c:v>70515</c:v>
                </c:pt>
                <c:pt idx="28146">
                  <c:v>70516</c:v>
                </c:pt>
                <c:pt idx="28147">
                  <c:v>70517</c:v>
                </c:pt>
                <c:pt idx="28148">
                  <c:v>70518</c:v>
                </c:pt>
                <c:pt idx="28149">
                  <c:v>70519</c:v>
                </c:pt>
                <c:pt idx="28150">
                  <c:v>70520</c:v>
                </c:pt>
                <c:pt idx="28151">
                  <c:v>70521</c:v>
                </c:pt>
                <c:pt idx="28152">
                  <c:v>70522</c:v>
                </c:pt>
                <c:pt idx="28153">
                  <c:v>70523</c:v>
                </c:pt>
                <c:pt idx="28154">
                  <c:v>70524</c:v>
                </c:pt>
                <c:pt idx="28155">
                  <c:v>70525</c:v>
                </c:pt>
                <c:pt idx="28156">
                  <c:v>70526</c:v>
                </c:pt>
                <c:pt idx="28157">
                  <c:v>70527</c:v>
                </c:pt>
                <c:pt idx="28158">
                  <c:v>70528</c:v>
                </c:pt>
                <c:pt idx="28159">
                  <c:v>70529</c:v>
                </c:pt>
                <c:pt idx="28160">
                  <c:v>70530</c:v>
                </c:pt>
                <c:pt idx="28161">
                  <c:v>70531</c:v>
                </c:pt>
                <c:pt idx="28162">
                  <c:v>70532</c:v>
                </c:pt>
                <c:pt idx="28163">
                  <c:v>70533</c:v>
                </c:pt>
                <c:pt idx="28164">
                  <c:v>70534</c:v>
                </c:pt>
                <c:pt idx="28165">
                  <c:v>70535</c:v>
                </c:pt>
                <c:pt idx="28166">
                  <c:v>70536</c:v>
                </c:pt>
                <c:pt idx="28167">
                  <c:v>70537</c:v>
                </c:pt>
                <c:pt idx="28168">
                  <c:v>70538</c:v>
                </c:pt>
                <c:pt idx="28169">
                  <c:v>70539</c:v>
                </c:pt>
                <c:pt idx="28170">
                  <c:v>70540</c:v>
                </c:pt>
                <c:pt idx="28171">
                  <c:v>70541</c:v>
                </c:pt>
                <c:pt idx="28172">
                  <c:v>70542</c:v>
                </c:pt>
                <c:pt idx="28173">
                  <c:v>70543</c:v>
                </c:pt>
                <c:pt idx="28174">
                  <c:v>70544</c:v>
                </c:pt>
                <c:pt idx="28175">
                  <c:v>70545</c:v>
                </c:pt>
                <c:pt idx="28176">
                  <c:v>70546</c:v>
                </c:pt>
                <c:pt idx="28177">
                  <c:v>70547</c:v>
                </c:pt>
                <c:pt idx="28178">
                  <c:v>70548</c:v>
                </c:pt>
                <c:pt idx="28179">
                  <c:v>70549</c:v>
                </c:pt>
                <c:pt idx="28180">
                  <c:v>70550</c:v>
                </c:pt>
                <c:pt idx="28181">
                  <c:v>70551</c:v>
                </c:pt>
                <c:pt idx="28182">
                  <c:v>70552</c:v>
                </c:pt>
                <c:pt idx="28183">
                  <c:v>70553</c:v>
                </c:pt>
                <c:pt idx="28184">
                  <c:v>70554</c:v>
                </c:pt>
                <c:pt idx="28185">
                  <c:v>70555</c:v>
                </c:pt>
                <c:pt idx="28186">
                  <c:v>70556</c:v>
                </c:pt>
                <c:pt idx="28187">
                  <c:v>70557</c:v>
                </c:pt>
                <c:pt idx="28188">
                  <c:v>70558</c:v>
                </c:pt>
                <c:pt idx="28189">
                  <c:v>70559</c:v>
                </c:pt>
                <c:pt idx="28190">
                  <c:v>70560</c:v>
                </c:pt>
                <c:pt idx="28191">
                  <c:v>70561</c:v>
                </c:pt>
                <c:pt idx="28192">
                  <c:v>70562</c:v>
                </c:pt>
                <c:pt idx="28193">
                  <c:v>70563</c:v>
                </c:pt>
                <c:pt idx="28194">
                  <c:v>70564</c:v>
                </c:pt>
                <c:pt idx="28195">
                  <c:v>70565</c:v>
                </c:pt>
                <c:pt idx="28196">
                  <c:v>70566</c:v>
                </c:pt>
                <c:pt idx="28197">
                  <c:v>70567</c:v>
                </c:pt>
                <c:pt idx="28198">
                  <c:v>70568</c:v>
                </c:pt>
                <c:pt idx="28199">
                  <c:v>70569</c:v>
                </c:pt>
                <c:pt idx="28200">
                  <c:v>70570</c:v>
                </c:pt>
                <c:pt idx="28201">
                  <c:v>70571</c:v>
                </c:pt>
                <c:pt idx="28202">
                  <c:v>70572</c:v>
                </c:pt>
                <c:pt idx="28203">
                  <c:v>70573</c:v>
                </c:pt>
                <c:pt idx="28204">
                  <c:v>70574</c:v>
                </c:pt>
                <c:pt idx="28205">
                  <c:v>70575</c:v>
                </c:pt>
                <c:pt idx="28206">
                  <c:v>70576</c:v>
                </c:pt>
                <c:pt idx="28207">
                  <c:v>70577</c:v>
                </c:pt>
                <c:pt idx="28208">
                  <c:v>70578</c:v>
                </c:pt>
                <c:pt idx="28209">
                  <c:v>70579</c:v>
                </c:pt>
                <c:pt idx="28210">
                  <c:v>70580</c:v>
                </c:pt>
                <c:pt idx="28211">
                  <c:v>70581</c:v>
                </c:pt>
                <c:pt idx="28212">
                  <c:v>70582</c:v>
                </c:pt>
                <c:pt idx="28213">
                  <c:v>70583</c:v>
                </c:pt>
                <c:pt idx="28214">
                  <c:v>70584</c:v>
                </c:pt>
                <c:pt idx="28215">
                  <c:v>70585</c:v>
                </c:pt>
                <c:pt idx="28216">
                  <c:v>70586</c:v>
                </c:pt>
                <c:pt idx="28217">
                  <c:v>70587</c:v>
                </c:pt>
                <c:pt idx="28218">
                  <c:v>70588</c:v>
                </c:pt>
                <c:pt idx="28219">
                  <c:v>70589</c:v>
                </c:pt>
                <c:pt idx="28220">
                  <c:v>70590</c:v>
                </c:pt>
                <c:pt idx="28221">
                  <c:v>70591</c:v>
                </c:pt>
                <c:pt idx="28222">
                  <c:v>70592</c:v>
                </c:pt>
                <c:pt idx="28223">
                  <c:v>70593</c:v>
                </c:pt>
                <c:pt idx="28224">
                  <c:v>70594</c:v>
                </c:pt>
                <c:pt idx="28225">
                  <c:v>70595</c:v>
                </c:pt>
                <c:pt idx="28226">
                  <c:v>70596</c:v>
                </c:pt>
                <c:pt idx="28227">
                  <c:v>70597</c:v>
                </c:pt>
                <c:pt idx="28228">
                  <c:v>70598</c:v>
                </c:pt>
                <c:pt idx="28229">
                  <c:v>70599</c:v>
                </c:pt>
                <c:pt idx="28230">
                  <c:v>70600</c:v>
                </c:pt>
                <c:pt idx="28231">
                  <c:v>70601</c:v>
                </c:pt>
                <c:pt idx="28232">
                  <c:v>70602</c:v>
                </c:pt>
                <c:pt idx="28233">
                  <c:v>70603</c:v>
                </c:pt>
                <c:pt idx="28234">
                  <c:v>70604</c:v>
                </c:pt>
                <c:pt idx="28235">
                  <c:v>70605</c:v>
                </c:pt>
                <c:pt idx="28236">
                  <c:v>70606</c:v>
                </c:pt>
                <c:pt idx="28237">
                  <c:v>70607</c:v>
                </c:pt>
                <c:pt idx="28238">
                  <c:v>70608</c:v>
                </c:pt>
                <c:pt idx="28239">
                  <c:v>70609</c:v>
                </c:pt>
                <c:pt idx="28240">
                  <c:v>70610</c:v>
                </c:pt>
                <c:pt idx="28241">
                  <c:v>70611</c:v>
                </c:pt>
                <c:pt idx="28242">
                  <c:v>70612</c:v>
                </c:pt>
                <c:pt idx="28243">
                  <c:v>70613</c:v>
                </c:pt>
                <c:pt idx="28244">
                  <c:v>70614</c:v>
                </c:pt>
                <c:pt idx="28245">
                  <c:v>70615</c:v>
                </c:pt>
                <c:pt idx="28246">
                  <c:v>70616</c:v>
                </c:pt>
                <c:pt idx="28247">
                  <c:v>70617</c:v>
                </c:pt>
                <c:pt idx="28248">
                  <c:v>70618</c:v>
                </c:pt>
                <c:pt idx="28249">
                  <c:v>70619</c:v>
                </c:pt>
                <c:pt idx="28250">
                  <c:v>70620</c:v>
                </c:pt>
                <c:pt idx="28251">
                  <c:v>70621</c:v>
                </c:pt>
                <c:pt idx="28252">
                  <c:v>70622</c:v>
                </c:pt>
                <c:pt idx="28253">
                  <c:v>70623</c:v>
                </c:pt>
                <c:pt idx="28254">
                  <c:v>70624</c:v>
                </c:pt>
                <c:pt idx="28255">
                  <c:v>70625</c:v>
                </c:pt>
                <c:pt idx="28256">
                  <c:v>70626</c:v>
                </c:pt>
                <c:pt idx="28257">
                  <c:v>70627</c:v>
                </c:pt>
                <c:pt idx="28258">
                  <c:v>70628</c:v>
                </c:pt>
                <c:pt idx="28259">
                  <c:v>70629</c:v>
                </c:pt>
                <c:pt idx="28260">
                  <c:v>70630</c:v>
                </c:pt>
                <c:pt idx="28261">
                  <c:v>70631</c:v>
                </c:pt>
                <c:pt idx="28262">
                  <c:v>70632</c:v>
                </c:pt>
                <c:pt idx="28263">
                  <c:v>70633</c:v>
                </c:pt>
                <c:pt idx="28264">
                  <c:v>70634</c:v>
                </c:pt>
                <c:pt idx="28265">
                  <c:v>70635</c:v>
                </c:pt>
                <c:pt idx="28266">
                  <c:v>70636</c:v>
                </c:pt>
                <c:pt idx="28267">
                  <c:v>70637</c:v>
                </c:pt>
                <c:pt idx="28268">
                  <c:v>70638</c:v>
                </c:pt>
                <c:pt idx="28269">
                  <c:v>70639</c:v>
                </c:pt>
                <c:pt idx="28270">
                  <c:v>70640</c:v>
                </c:pt>
                <c:pt idx="28271">
                  <c:v>70641</c:v>
                </c:pt>
                <c:pt idx="28272">
                  <c:v>70642</c:v>
                </c:pt>
                <c:pt idx="28273">
                  <c:v>70643</c:v>
                </c:pt>
                <c:pt idx="28274">
                  <c:v>70644</c:v>
                </c:pt>
                <c:pt idx="28275">
                  <c:v>70645</c:v>
                </c:pt>
                <c:pt idx="28276">
                  <c:v>70646</c:v>
                </c:pt>
                <c:pt idx="28277">
                  <c:v>70647</c:v>
                </c:pt>
                <c:pt idx="28278">
                  <c:v>70648</c:v>
                </c:pt>
                <c:pt idx="28279">
                  <c:v>70649</c:v>
                </c:pt>
                <c:pt idx="28280">
                  <c:v>70650</c:v>
                </c:pt>
                <c:pt idx="28281">
                  <c:v>70651</c:v>
                </c:pt>
                <c:pt idx="28282">
                  <c:v>70652</c:v>
                </c:pt>
                <c:pt idx="28283">
                  <c:v>70653</c:v>
                </c:pt>
                <c:pt idx="28284">
                  <c:v>70654</c:v>
                </c:pt>
                <c:pt idx="28285">
                  <c:v>70655</c:v>
                </c:pt>
                <c:pt idx="28286">
                  <c:v>70656</c:v>
                </c:pt>
                <c:pt idx="28287">
                  <c:v>70657</c:v>
                </c:pt>
                <c:pt idx="28288">
                  <c:v>70658</c:v>
                </c:pt>
                <c:pt idx="28289">
                  <c:v>70659</c:v>
                </c:pt>
                <c:pt idx="28290">
                  <c:v>70660</c:v>
                </c:pt>
                <c:pt idx="28291">
                  <c:v>70661</c:v>
                </c:pt>
                <c:pt idx="28292">
                  <c:v>70662</c:v>
                </c:pt>
                <c:pt idx="28293">
                  <c:v>70663</c:v>
                </c:pt>
                <c:pt idx="28294">
                  <c:v>70664</c:v>
                </c:pt>
                <c:pt idx="28295">
                  <c:v>70665</c:v>
                </c:pt>
                <c:pt idx="28296">
                  <c:v>70666</c:v>
                </c:pt>
                <c:pt idx="28297">
                  <c:v>70667</c:v>
                </c:pt>
                <c:pt idx="28298">
                  <c:v>70668</c:v>
                </c:pt>
                <c:pt idx="28299">
                  <c:v>70669</c:v>
                </c:pt>
                <c:pt idx="28300">
                  <c:v>70670</c:v>
                </c:pt>
                <c:pt idx="28301">
                  <c:v>70671</c:v>
                </c:pt>
                <c:pt idx="28302">
                  <c:v>70672</c:v>
                </c:pt>
                <c:pt idx="28303">
                  <c:v>70673</c:v>
                </c:pt>
                <c:pt idx="28304">
                  <c:v>70674</c:v>
                </c:pt>
                <c:pt idx="28305">
                  <c:v>70675</c:v>
                </c:pt>
                <c:pt idx="28306">
                  <c:v>70676</c:v>
                </c:pt>
                <c:pt idx="28307">
                  <c:v>70677</c:v>
                </c:pt>
                <c:pt idx="28308">
                  <c:v>70678</c:v>
                </c:pt>
                <c:pt idx="28309">
                  <c:v>70679</c:v>
                </c:pt>
                <c:pt idx="28310">
                  <c:v>70680</c:v>
                </c:pt>
                <c:pt idx="28311">
                  <c:v>70681</c:v>
                </c:pt>
                <c:pt idx="28312">
                  <c:v>70682</c:v>
                </c:pt>
                <c:pt idx="28313">
                  <c:v>70683</c:v>
                </c:pt>
                <c:pt idx="28314">
                  <c:v>70684</c:v>
                </c:pt>
                <c:pt idx="28315">
                  <c:v>70685</c:v>
                </c:pt>
                <c:pt idx="28316">
                  <c:v>70686</c:v>
                </c:pt>
                <c:pt idx="28317">
                  <c:v>70687</c:v>
                </c:pt>
                <c:pt idx="28318">
                  <c:v>70688</c:v>
                </c:pt>
                <c:pt idx="28319">
                  <c:v>70689</c:v>
                </c:pt>
                <c:pt idx="28320">
                  <c:v>70690</c:v>
                </c:pt>
                <c:pt idx="28321">
                  <c:v>70691</c:v>
                </c:pt>
                <c:pt idx="28322">
                  <c:v>70692</c:v>
                </c:pt>
                <c:pt idx="28323">
                  <c:v>70693</c:v>
                </c:pt>
                <c:pt idx="28324">
                  <c:v>70694</c:v>
                </c:pt>
                <c:pt idx="28325">
                  <c:v>70695</c:v>
                </c:pt>
                <c:pt idx="28326">
                  <c:v>70696</c:v>
                </c:pt>
                <c:pt idx="28327">
                  <c:v>70697</c:v>
                </c:pt>
                <c:pt idx="28328">
                  <c:v>70698</c:v>
                </c:pt>
                <c:pt idx="28329">
                  <c:v>70699</c:v>
                </c:pt>
                <c:pt idx="28330">
                  <c:v>70700</c:v>
                </c:pt>
                <c:pt idx="28331">
                  <c:v>70701</c:v>
                </c:pt>
                <c:pt idx="28332">
                  <c:v>70702</c:v>
                </c:pt>
                <c:pt idx="28333">
                  <c:v>70703</c:v>
                </c:pt>
                <c:pt idx="28334">
                  <c:v>70704</c:v>
                </c:pt>
                <c:pt idx="28335">
                  <c:v>70705</c:v>
                </c:pt>
                <c:pt idx="28336">
                  <c:v>70706</c:v>
                </c:pt>
                <c:pt idx="28337">
                  <c:v>70707</c:v>
                </c:pt>
                <c:pt idx="28338">
                  <c:v>70708</c:v>
                </c:pt>
                <c:pt idx="28339">
                  <c:v>70709</c:v>
                </c:pt>
                <c:pt idx="28340">
                  <c:v>70710</c:v>
                </c:pt>
                <c:pt idx="28341">
                  <c:v>70711</c:v>
                </c:pt>
                <c:pt idx="28342">
                  <c:v>70712</c:v>
                </c:pt>
                <c:pt idx="28343">
                  <c:v>70713</c:v>
                </c:pt>
                <c:pt idx="28344">
                  <c:v>70714</c:v>
                </c:pt>
                <c:pt idx="28345">
                  <c:v>70715</c:v>
                </c:pt>
                <c:pt idx="28346">
                  <c:v>70716</c:v>
                </c:pt>
                <c:pt idx="28347">
                  <c:v>70717</c:v>
                </c:pt>
                <c:pt idx="28348">
                  <c:v>70718</c:v>
                </c:pt>
                <c:pt idx="28349">
                  <c:v>70719</c:v>
                </c:pt>
                <c:pt idx="28350">
                  <c:v>70720</c:v>
                </c:pt>
                <c:pt idx="28351">
                  <c:v>70721</c:v>
                </c:pt>
                <c:pt idx="28352">
                  <c:v>70722</c:v>
                </c:pt>
                <c:pt idx="28353">
                  <c:v>70723</c:v>
                </c:pt>
                <c:pt idx="28354">
                  <c:v>70724</c:v>
                </c:pt>
                <c:pt idx="28355">
                  <c:v>70725</c:v>
                </c:pt>
                <c:pt idx="28356">
                  <c:v>70726</c:v>
                </c:pt>
                <c:pt idx="28357">
                  <c:v>70727</c:v>
                </c:pt>
                <c:pt idx="28358">
                  <c:v>70728</c:v>
                </c:pt>
                <c:pt idx="28359">
                  <c:v>70729</c:v>
                </c:pt>
                <c:pt idx="28360">
                  <c:v>70730</c:v>
                </c:pt>
                <c:pt idx="28361">
                  <c:v>70731</c:v>
                </c:pt>
                <c:pt idx="28362">
                  <c:v>70732</c:v>
                </c:pt>
                <c:pt idx="28363">
                  <c:v>70733</c:v>
                </c:pt>
                <c:pt idx="28364">
                  <c:v>70734</c:v>
                </c:pt>
                <c:pt idx="28365">
                  <c:v>70735</c:v>
                </c:pt>
                <c:pt idx="28366">
                  <c:v>70736</c:v>
                </c:pt>
                <c:pt idx="28367">
                  <c:v>70737</c:v>
                </c:pt>
                <c:pt idx="28368">
                  <c:v>70738</c:v>
                </c:pt>
                <c:pt idx="28369">
                  <c:v>70739</c:v>
                </c:pt>
                <c:pt idx="28370">
                  <c:v>70740</c:v>
                </c:pt>
                <c:pt idx="28371">
                  <c:v>70741</c:v>
                </c:pt>
                <c:pt idx="28372">
                  <c:v>70742</c:v>
                </c:pt>
                <c:pt idx="28373">
                  <c:v>70743</c:v>
                </c:pt>
                <c:pt idx="28374">
                  <c:v>70744</c:v>
                </c:pt>
                <c:pt idx="28375">
                  <c:v>70745</c:v>
                </c:pt>
                <c:pt idx="28376">
                  <c:v>70746</c:v>
                </c:pt>
                <c:pt idx="28377">
                  <c:v>70747</c:v>
                </c:pt>
                <c:pt idx="28378">
                  <c:v>70748</c:v>
                </c:pt>
                <c:pt idx="28379">
                  <c:v>70749</c:v>
                </c:pt>
                <c:pt idx="28380">
                  <c:v>70750</c:v>
                </c:pt>
                <c:pt idx="28381">
                  <c:v>70751</c:v>
                </c:pt>
                <c:pt idx="28382">
                  <c:v>70752</c:v>
                </c:pt>
                <c:pt idx="28383">
                  <c:v>70753</c:v>
                </c:pt>
                <c:pt idx="28384">
                  <c:v>70754</c:v>
                </c:pt>
                <c:pt idx="28385">
                  <c:v>70755</c:v>
                </c:pt>
                <c:pt idx="28386">
                  <c:v>70756</c:v>
                </c:pt>
                <c:pt idx="28387">
                  <c:v>70757</c:v>
                </c:pt>
                <c:pt idx="28388">
                  <c:v>70758</c:v>
                </c:pt>
                <c:pt idx="28389">
                  <c:v>70759</c:v>
                </c:pt>
                <c:pt idx="28390">
                  <c:v>70760</c:v>
                </c:pt>
                <c:pt idx="28391">
                  <c:v>70761</c:v>
                </c:pt>
                <c:pt idx="28392">
                  <c:v>70762</c:v>
                </c:pt>
                <c:pt idx="28393">
                  <c:v>70763</c:v>
                </c:pt>
                <c:pt idx="28394">
                  <c:v>70764</c:v>
                </c:pt>
                <c:pt idx="28395">
                  <c:v>70765</c:v>
                </c:pt>
                <c:pt idx="28396">
                  <c:v>70766</c:v>
                </c:pt>
                <c:pt idx="28397">
                  <c:v>70767</c:v>
                </c:pt>
                <c:pt idx="28398">
                  <c:v>70768</c:v>
                </c:pt>
                <c:pt idx="28399">
                  <c:v>70769</c:v>
                </c:pt>
                <c:pt idx="28400">
                  <c:v>70770</c:v>
                </c:pt>
                <c:pt idx="28401">
                  <c:v>70771</c:v>
                </c:pt>
                <c:pt idx="28402">
                  <c:v>70772</c:v>
                </c:pt>
                <c:pt idx="28403">
                  <c:v>70773</c:v>
                </c:pt>
                <c:pt idx="28404">
                  <c:v>70774</c:v>
                </c:pt>
                <c:pt idx="28405">
                  <c:v>70775</c:v>
                </c:pt>
                <c:pt idx="28406">
                  <c:v>70776</c:v>
                </c:pt>
                <c:pt idx="28407">
                  <c:v>70777</c:v>
                </c:pt>
                <c:pt idx="28408">
                  <c:v>70778</c:v>
                </c:pt>
                <c:pt idx="28409">
                  <c:v>70779</c:v>
                </c:pt>
                <c:pt idx="28410">
                  <c:v>70780</c:v>
                </c:pt>
                <c:pt idx="28411">
                  <c:v>70781</c:v>
                </c:pt>
                <c:pt idx="28412">
                  <c:v>70782</c:v>
                </c:pt>
                <c:pt idx="28413">
                  <c:v>70783</c:v>
                </c:pt>
                <c:pt idx="28414">
                  <c:v>70784</c:v>
                </c:pt>
                <c:pt idx="28415">
                  <c:v>70785</c:v>
                </c:pt>
                <c:pt idx="28416">
                  <c:v>70786</c:v>
                </c:pt>
                <c:pt idx="28417">
                  <c:v>70787</c:v>
                </c:pt>
                <c:pt idx="28418">
                  <c:v>70788</c:v>
                </c:pt>
                <c:pt idx="28419">
                  <c:v>70789</c:v>
                </c:pt>
                <c:pt idx="28420">
                  <c:v>70790</c:v>
                </c:pt>
                <c:pt idx="28421">
                  <c:v>70791</c:v>
                </c:pt>
                <c:pt idx="28422">
                  <c:v>70792</c:v>
                </c:pt>
                <c:pt idx="28423">
                  <c:v>70793</c:v>
                </c:pt>
                <c:pt idx="28424">
                  <c:v>70794</c:v>
                </c:pt>
                <c:pt idx="28425">
                  <c:v>70795</c:v>
                </c:pt>
                <c:pt idx="28426">
                  <c:v>70796</c:v>
                </c:pt>
                <c:pt idx="28427">
                  <c:v>70797</c:v>
                </c:pt>
                <c:pt idx="28428">
                  <c:v>70798</c:v>
                </c:pt>
                <c:pt idx="28429">
                  <c:v>70799</c:v>
                </c:pt>
                <c:pt idx="28430">
                  <c:v>70800</c:v>
                </c:pt>
                <c:pt idx="28431">
                  <c:v>70801</c:v>
                </c:pt>
                <c:pt idx="28432">
                  <c:v>70802</c:v>
                </c:pt>
                <c:pt idx="28433">
                  <c:v>70803</c:v>
                </c:pt>
                <c:pt idx="28434">
                  <c:v>70804</c:v>
                </c:pt>
                <c:pt idx="28435">
                  <c:v>70805</c:v>
                </c:pt>
                <c:pt idx="28436">
                  <c:v>70806</c:v>
                </c:pt>
                <c:pt idx="28437">
                  <c:v>70807</c:v>
                </c:pt>
                <c:pt idx="28438">
                  <c:v>70808</c:v>
                </c:pt>
                <c:pt idx="28439">
                  <c:v>70809</c:v>
                </c:pt>
                <c:pt idx="28440">
                  <c:v>70810</c:v>
                </c:pt>
                <c:pt idx="28441">
                  <c:v>70811</c:v>
                </c:pt>
                <c:pt idx="28442">
                  <c:v>70812</c:v>
                </c:pt>
                <c:pt idx="28443">
                  <c:v>70813</c:v>
                </c:pt>
                <c:pt idx="28444">
                  <c:v>70814</c:v>
                </c:pt>
                <c:pt idx="28445">
                  <c:v>70815</c:v>
                </c:pt>
                <c:pt idx="28446">
                  <c:v>70816</c:v>
                </c:pt>
                <c:pt idx="28447">
                  <c:v>70817</c:v>
                </c:pt>
                <c:pt idx="28448">
                  <c:v>70818</c:v>
                </c:pt>
                <c:pt idx="28449">
                  <c:v>70819</c:v>
                </c:pt>
                <c:pt idx="28450">
                  <c:v>70820</c:v>
                </c:pt>
                <c:pt idx="28451">
                  <c:v>70821</c:v>
                </c:pt>
                <c:pt idx="28452">
                  <c:v>70822</c:v>
                </c:pt>
                <c:pt idx="28453">
                  <c:v>70823</c:v>
                </c:pt>
                <c:pt idx="28454">
                  <c:v>70824</c:v>
                </c:pt>
                <c:pt idx="28455">
                  <c:v>70825</c:v>
                </c:pt>
                <c:pt idx="28456">
                  <c:v>70826</c:v>
                </c:pt>
                <c:pt idx="28457">
                  <c:v>70827</c:v>
                </c:pt>
                <c:pt idx="28458">
                  <c:v>70828</c:v>
                </c:pt>
                <c:pt idx="28459">
                  <c:v>70829</c:v>
                </c:pt>
                <c:pt idx="28460">
                  <c:v>70830</c:v>
                </c:pt>
                <c:pt idx="28461">
                  <c:v>70831</c:v>
                </c:pt>
                <c:pt idx="28462">
                  <c:v>70832</c:v>
                </c:pt>
                <c:pt idx="28463">
                  <c:v>70833</c:v>
                </c:pt>
                <c:pt idx="28464">
                  <c:v>70834</c:v>
                </c:pt>
                <c:pt idx="28465">
                  <c:v>70835</c:v>
                </c:pt>
                <c:pt idx="28466">
                  <c:v>70836</c:v>
                </c:pt>
                <c:pt idx="28467">
                  <c:v>70837</c:v>
                </c:pt>
                <c:pt idx="28468">
                  <c:v>70838</c:v>
                </c:pt>
                <c:pt idx="28469">
                  <c:v>70839</c:v>
                </c:pt>
                <c:pt idx="28470">
                  <c:v>70840</c:v>
                </c:pt>
                <c:pt idx="28471">
                  <c:v>70841</c:v>
                </c:pt>
                <c:pt idx="28472">
                  <c:v>70842</c:v>
                </c:pt>
                <c:pt idx="28473">
                  <c:v>70843</c:v>
                </c:pt>
                <c:pt idx="28474">
                  <c:v>70844</c:v>
                </c:pt>
                <c:pt idx="28475">
                  <c:v>70845</c:v>
                </c:pt>
                <c:pt idx="28476">
                  <c:v>70846</c:v>
                </c:pt>
                <c:pt idx="28477">
                  <c:v>70847</c:v>
                </c:pt>
                <c:pt idx="28478">
                  <c:v>70848</c:v>
                </c:pt>
                <c:pt idx="28479">
                  <c:v>70849</c:v>
                </c:pt>
                <c:pt idx="28480">
                  <c:v>70850</c:v>
                </c:pt>
                <c:pt idx="28481">
                  <c:v>70851</c:v>
                </c:pt>
                <c:pt idx="28482">
                  <c:v>70852</c:v>
                </c:pt>
                <c:pt idx="28483">
                  <c:v>70853</c:v>
                </c:pt>
                <c:pt idx="28484">
                  <c:v>70854</c:v>
                </c:pt>
                <c:pt idx="28485">
                  <c:v>70855</c:v>
                </c:pt>
                <c:pt idx="28486">
                  <c:v>70856</c:v>
                </c:pt>
                <c:pt idx="28487">
                  <c:v>70857</c:v>
                </c:pt>
                <c:pt idx="28488">
                  <c:v>70858</c:v>
                </c:pt>
                <c:pt idx="28489">
                  <c:v>70859</c:v>
                </c:pt>
                <c:pt idx="28490">
                  <c:v>70860</c:v>
                </c:pt>
                <c:pt idx="28491">
                  <c:v>70861</c:v>
                </c:pt>
                <c:pt idx="28492">
                  <c:v>70862</c:v>
                </c:pt>
                <c:pt idx="28493">
                  <c:v>70863</c:v>
                </c:pt>
                <c:pt idx="28494">
                  <c:v>70864</c:v>
                </c:pt>
                <c:pt idx="28495">
                  <c:v>70865</c:v>
                </c:pt>
                <c:pt idx="28496">
                  <c:v>70866</c:v>
                </c:pt>
                <c:pt idx="28497">
                  <c:v>70867</c:v>
                </c:pt>
                <c:pt idx="28498">
                  <c:v>70868</c:v>
                </c:pt>
                <c:pt idx="28499">
                  <c:v>70869</c:v>
                </c:pt>
                <c:pt idx="28500">
                  <c:v>70870</c:v>
                </c:pt>
                <c:pt idx="28501">
                  <c:v>70871</c:v>
                </c:pt>
                <c:pt idx="28502">
                  <c:v>70872</c:v>
                </c:pt>
                <c:pt idx="28503">
                  <c:v>70873</c:v>
                </c:pt>
                <c:pt idx="28504">
                  <c:v>70874</c:v>
                </c:pt>
                <c:pt idx="28505">
                  <c:v>70875</c:v>
                </c:pt>
                <c:pt idx="28506">
                  <c:v>70876</c:v>
                </c:pt>
                <c:pt idx="28507">
                  <c:v>70877</c:v>
                </c:pt>
                <c:pt idx="28508">
                  <c:v>70878</c:v>
                </c:pt>
                <c:pt idx="28509">
                  <c:v>70879</c:v>
                </c:pt>
                <c:pt idx="28510">
                  <c:v>70880</c:v>
                </c:pt>
                <c:pt idx="28511">
                  <c:v>70881</c:v>
                </c:pt>
                <c:pt idx="28512">
                  <c:v>70882</c:v>
                </c:pt>
                <c:pt idx="28513">
                  <c:v>70883</c:v>
                </c:pt>
                <c:pt idx="28514">
                  <c:v>70884</c:v>
                </c:pt>
                <c:pt idx="28515">
                  <c:v>70885</c:v>
                </c:pt>
                <c:pt idx="28516">
                  <c:v>70886</c:v>
                </c:pt>
                <c:pt idx="28517">
                  <c:v>70887</c:v>
                </c:pt>
                <c:pt idx="28518">
                  <c:v>70888</c:v>
                </c:pt>
                <c:pt idx="28519">
                  <c:v>70889</c:v>
                </c:pt>
                <c:pt idx="28520">
                  <c:v>70890</c:v>
                </c:pt>
                <c:pt idx="28521">
                  <c:v>70891</c:v>
                </c:pt>
                <c:pt idx="28522">
                  <c:v>70892</c:v>
                </c:pt>
                <c:pt idx="28523">
                  <c:v>70893</c:v>
                </c:pt>
                <c:pt idx="28524">
                  <c:v>70894</c:v>
                </c:pt>
                <c:pt idx="28525">
                  <c:v>70895</c:v>
                </c:pt>
                <c:pt idx="28526">
                  <c:v>70896</c:v>
                </c:pt>
                <c:pt idx="28527">
                  <c:v>70897</c:v>
                </c:pt>
                <c:pt idx="28528">
                  <c:v>70898</c:v>
                </c:pt>
                <c:pt idx="28529">
                  <c:v>70899</c:v>
                </c:pt>
                <c:pt idx="28530">
                  <c:v>70900</c:v>
                </c:pt>
                <c:pt idx="28531">
                  <c:v>70901</c:v>
                </c:pt>
                <c:pt idx="28532">
                  <c:v>70902</c:v>
                </c:pt>
                <c:pt idx="28533">
                  <c:v>70903</c:v>
                </c:pt>
                <c:pt idx="28534">
                  <c:v>70904</c:v>
                </c:pt>
                <c:pt idx="28535">
                  <c:v>70905</c:v>
                </c:pt>
                <c:pt idx="28536">
                  <c:v>70906</c:v>
                </c:pt>
                <c:pt idx="28537">
                  <c:v>70907</c:v>
                </c:pt>
                <c:pt idx="28538">
                  <c:v>70908</c:v>
                </c:pt>
                <c:pt idx="28539">
                  <c:v>70909</c:v>
                </c:pt>
                <c:pt idx="28540">
                  <c:v>70910</c:v>
                </c:pt>
                <c:pt idx="28541">
                  <c:v>70911</c:v>
                </c:pt>
                <c:pt idx="28542">
                  <c:v>70912</c:v>
                </c:pt>
                <c:pt idx="28543">
                  <c:v>70913</c:v>
                </c:pt>
                <c:pt idx="28544">
                  <c:v>70914</c:v>
                </c:pt>
                <c:pt idx="28545">
                  <c:v>70915</c:v>
                </c:pt>
                <c:pt idx="28546">
                  <c:v>70916</c:v>
                </c:pt>
                <c:pt idx="28547">
                  <c:v>70917</c:v>
                </c:pt>
                <c:pt idx="28548">
                  <c:v>70918</c:v>
                </c:pt>
                <c:pt idx="28549">
                  <c:v>70919</c:v>
                </c:pt>
                <c:pt idx="28550">
                  <c:v>70920</c:v>
                </c:pt>
                <c:pt idx="28551">
                  <c:v>70921</c:v>
                </c:pt>
                <c:pt idx="28552">
                  <c:v>70922</c:v>
                </c:pt>
                <c:pt idx="28553">
                  <c:v>70923</c:v>
                </c:pt>
                <c:pt idx="28554">
                  <c:v>70924</c:v>
                </c:pt>
                <c:pt idx="28555">
                  <c:v>70925</c:v>
                </c:pt>
                <c:pt idx="28556">
                  <c:v>70926</c:v>
                </c:pt>
                <c:pt idx="28557">
                  <c:v>70927</c:v>
                </c:pt>
                <c:pt idx="28558">
                  <c:v>70928</c:v>
                </c:pt>
                <c:pt idx="28559">
                  <c:v>70929</c:v>
                </c:pt>
                <c:pt idx="28560">
                  <c:v>70930</c:v>
                </c:pt>
                <c:pt idx="28561">
                  <c:v>70931</c:v>
                </c:pt>
                <c:pt idx="28562">
                  <c:v>70932</c:v>
                </c:pt>
                <c:pt idx="28563">
                  <c:v>70933</c:v>
                </c:pt>
                <c:pt idx="28564">
                  <c:v>70934</c:v>
                </c:pt>
                <c:pt idx="28565">
                  <c:v>70935</c:v>
                </c:pt>
                <c:pt idx="28566">
                  <c:v>70936</c:v>
                </c:pt>
                <c:pt idx="28567">
                  <c:v>70937</c:v>
                </c:pt>
                <c:pt idx="28568">
                  <c:v>70938</c:v>
                </c:pt>
                <c:pt idx="28569">
                  <c:v>70939</c:v>
                </c:pt>
                <c:pt idx="28570">
                  <c:v>70940</c:v>
                </c:pt>
                <c:pt idx="28571">
                  <c:v>70941</c:v>
                </c:pt>
                <c:pt idx="28572">
                  <c:v>70942</c:v>
                </c:pt>
                <c:pt idx="28573">
                  <c:v>70943</c:v>
                </c:pt>
                <c:pt idx="28574">
                  <c:v>70944</c:v>
                </c:pt>
                <c:pt idx="28575">
                  <c:v>70945</c:v>
                </c:pt>
                <c:pt idx="28576">
                  <c:v>70946</c:v>
                </c:pt>
                <c:pt idx="28577">
                  <c:v>70947</c:v>
                </c:pt>
                <c:pt idx="28578">
                  <c:v>70948</c:v>
                </c:pt>
                <c:pt idx="28579">
                  <c:v>70949</c:v>
                </c:pt>
                <c:pt idx="28580">
                  <c:v>70950</c:v>
                </c:pt>
                <c:pt idx="28581">
                  <c:v>70951</c:v>
                </c:pt>
                <c:pt idx="28582">
                  <c:v>70952</c:v>
                </c:pt>
                <c:pt idx="28583">
                  <c:v>70953</c:v>
                </c:pt>
                <c:pt idx="28584">
                  <c:v>70954</c:v>
                </c:pt>
                <c:pt idx="28585">
                  <c:v>70955</c:v>
                </c:pt>
                <c:pt idx="28586">
                  <c:v>70956</c:v>
                </c:pt>
                <c:pt idx="28587">
                  <c:v>70957</c:v>
                </c:pt>
                <c:pt idx="28588">
                  <c:v>70958</c:v>
                </c:pt>
                <c:pt idx="28589">
                  <c:v>70959</c:v>
                </c:pt>
                <c:pt idx="28590">
                  <c:v>70960</c:v>
                </c:pt>
                <c:pt idx="28591">
                  <c:v>70961</c:v>
                </c:pt>
                <c:pt idx="28592">
                  <c:v>70962</c:v>
                </c:pt>
                <c:pt idx="28593">
                  <c:v>70963</c:v>
                </c:pt>
                <c:pt idx="28594">
                  <c:v>70964</c:v>
                </c:pt>
                <c:pt idx="28595">
                  <c:v>70965</c:v>
                </c:pt>
                <c:pt idx="28596">
                  <c:v>70966</c:v>
                </c:pt>
                <c:pt idx="28597">
                  <c:v>70967</c:v>
                </c:pt>
                <c:pt idx="28598">
                  <c:v>70968</c:v>
                </c:pt>
                <c:pt idx="28599">
                  <c:v>70969</c:v>
                </c:pt>
                <c:pt idx="28600">
                  <c:v>70970</c:v>
                </c:pt>
                <c:pt idx="28601">
                  <c:v>70971</c:v>
                </c:pt>
                <c:pt idx="28602">
                  <c:v>70972</c:v>
                </c:pt>
                <c:pt idx="28603">
                  <c:v>70973</c:v>
                </c:pt>
                <c:pt idx="28604">
                  <c:v>70974</c:v>
                </c:pt>
                <c:pt idx="28605">
                  <c:v>70975</c:v>
                </c:pt>
                <c:pt idx="28606">
                  <c:v>70976</c:v>
                </c:pt>
                <c:pt idx="28607">
                  <c:v>70977</c:v>
                </c:pt>
                <c:pt idx="28608">
                  <c:v>70978</c:v>
                </c:pt>
                <c:pt idx="28609">
                  <c:v>70979</c:v>
                </c:pt>
                <c:pt idx="28610">
                  <c:v>70980</c:v>
                </c:pt>
                <c:pt idx="28611">
                  <c:v>70981</c:v>
                </c:pt>
                <c:pt idx="28612">
                  <c:v>70982</c:v>
                </c:pt>
                <c:pt idx="28613">
                  <c:v>70983</c:v>
                </c:pt>
                <c:pt idx="28614">
                  <c:v>70984</c:v>
                </c:pt>
                <c:pt idx="28615">
                  <c:v>70985</c:v>
                </c:pt>
                <c:pt idx="28616">
                  <c:v>70986</c:v>
                </c:pt>
                <c:pt idx="28617">
                  <c:v>70987</c:v>
                </c:pt>
                <c:pt idx="28618">
                  <c:v>70988</c:v>
                </c:pt>
                <c:pt idx="28619">
                  <c:v>70989</c:v>
                </c:pt>
                <c:pt idx="28620">
                  <c:v>70990</c:v>
                </c:pt>
                <c:pt idx="28621">
                  <c:v>70991</c:v>
                </c:pt>
                <c:pt idx="28622">
                  <c:v>70992</c:v>
                </c:pt>
                <c:pt idx="28623">
                  <c:v>70993</c:v>
                </c:pt>
                <c:pt idx="28624">
                  <c:v>70994</c:v>
                </c:pt>
                <c:pt idx="28625">
                  <c:v>70995</c:v>
                </c:pt>
                <c:pt idx="28626">
                  <c:v>70996</c:v>
                </c:pt>
                <c:pt idx="28627">
                  <c:v>70997</c:v>
                </c:pt>
                <c:pt idx="28628">
                  <c:v>70998</c:v>
                </c:pt>
                <c:pt idx="28629">
                  <c:v>70999</c:v>
                </c:pt>
                <c:pt idx="28630">
                  <c:v>71000</c:v>
                </c:pt>
                <c:pt idx="28631">
                  <c:v>71001</c:v>
                </c:pt>
                <c:pt idx="28632">
                  <c:v>71002</c:v>
                </c:pt>
                <c:pt idx="28633">
                  <c:v>71003</c:v>
                </c:pt>
                <c:pt idx="28634">
                  <c:v>71004</c:v>
                </c:pt>
                <c:pt idx="28635">
                  <c:v>71005</c:v>
                </c:pt>
                <c:pt idx="28636">
                  <c:v>71006</c:v>
                </c:pt>
                <c:pt idx="28637">
                  <c:v>71007</c:v>
                </c:pt>
                <c:pt idx="28638">
                  <c:v>71008</c:v>
                </c:pt>
                <c:pt idx="28639">
                  <c:v>71009</c:v>
                </c:pt>
                <c:pt idx="28640">
                  <c:v>71010</c:v>
                </c:pt>
                <c:pt idx="28641">
                  <c:v>71011</c:v>
                </c:pt>
                <c:pt idx="28642">
                  <c:v>71012</c:v>
                </c:pt>
                <c:pt idx="28643">
                  <c:v>71013</c:v>
                </c:pt>
                <c:pt idx="28644">
                  <c:v>71014</c:v>
                </c:pt>
                <c:pt idx="28645">
                  <c:v>71015</c:v>
                </c:pt>
                <c:pt idx="28646">
                  <c:v>71016</c:v>
                </c:pt>
                <c:pt idx="28647">
                  <c:v>71017</c:v>
                </c:pt>
                <c:pt idx="28648">
                  <c:v>71018</c:v>
                </c:pt>
                <c:pt idx="28649">
                  <c:v>71019</c:v>
                </c:pt>
                <c:pt idx="28650">
                  <c:v>71020</c:v>
                </c:pt>
                <c:pt idx="28651">
                  <c:v>71021</c:v>
                </c:pt>
                <c:pt idx="28652">
                  <c:v>71022</c:v>
                </c:pt>
                <c:pt idx="28653">
                  <c:v>71023</c:v>
                </c:pt>
                <c:pt idx="28654">
                  <c:v>71024</c:v>
                </c:pt>
                <c:pt idx="28655">
                  <c:v>71025</c:v>
                </c:pt>
                <c:pt idx="28656">
                  <c:v>71026</c:v>
                </c:pt>
                <c:pt idx="28657">
                  <c:v>71027</c:v>
                </c:pt>
                <c:pt idx="28658">
                  <c:v>71028</c:v>
                </c:pt>
                <c:pt idx="28659">
                  <c:v>71029</c:v>
                </c:pt>
                <c:pt idx="28660">
                  <c:v>71030</c:v>
                </c:pt>
                <c:pt idx="28661">
                  <c:v>71031</c:v>
                </c:pt>
                <c:pt idx="28662">
                  <c:v>71032</c:v>
                </c:pt>
                <c:pt idx="28663">
                  <c:v>71033</c:v>
                </c:pt>
                <c:pt idx="28664">
                  <c:v>71034</c:v>
                </c:pt>
                <c:pt idx="28665">
                  <c:v>71035</c:v>
                </c:pt>
                <c:pt idx="28666">
                  <c:v>71036</c:v>
                </c:pt>
                <c:pt idx="28667">
                  <c:v>71037</c:v>
                </c:pt>
                <c:pt idx="28668">
                  <c:v>71038</c:v>
                </c:pt>
                <c:pt idx="28669">
                  <c:v>71039</c:v>
                </c:pt>
                <c:pt idx="28670">
                  <c:v>71040</c:v>
                </c:pt>
                <c:pt idx="28671">
                  <c:v>71041</c:v>
                </c:pt>
                <c:pt idx="28672">
                  <c:v>71042</c:v>
                </c:pt>
                <c:pt idx="28673">
                  <c:v>71043</c:v>
                </c:pt>
                <c:pt idx="28674">
                  <c:v>71044</c:v>
                </c:pt>
                <c:pt idx="28675">
                  <c:v>71045</c:v>
                </c:pt>
                <c:pt idx="28676">
                  <c:v>71046</c:v>
                </c:pt>
                <c:pt idx="28677">
                  <c:v>71047</c:v>
                </c:pt>
                <c:pt idx="28678">
                  <c:v>71048</c:v>
                </c:pt>
                <c:pt idx="28679">
                  <c:v>71049</c:v>
                </c:pt>
                <c:pt idx="28680">
                  <c:v>71050</c:v>
                </c:pt>
                <c:pt idx="28681">
                  <c:v>71051</c:v>
                </c:pt>
                <c:pt idx="28682">
                  <c:v>71052</c:v>
                </c:pt>
                <c:pt idx="28683">
                  <c:v>71053</c:v>
                </c:pt>
                <c:pt idx="28684">
                  <c:v>71054</c:v>
                </c:pt>
                <c:pt idx="28685">
                  <c:v>71055</c:v>
                </c:pt>
                <c:pt idx="28686">
                  <c:v>71056</c:v>
                </c:pt>
                <c:pt idx="28687">
                  <c:v>71057</c:v>
                </c:pt>
                <c:pt idx="28688">
                  <c:v>71058</c:v>
                </c:pt>
                <c:pt idx="28689">
                  <c:v>71059</c:v>
                </c:pt>
                <c:pt idx="28690">
                  <c:v>71060</c:v>
                </c:pt>
                <c:pt idx="28691">
                  <c:v>71061</c:v>
                </c:pt>
                <c:pt idx="28692">
                  <c:v>71062</c:v>
                </c:pt>
                <c:pt idx="28693">
                  <c:v>71063</c:v>
                </c:pt>
                <c:pt idx="28694">
                  <c:v>71064</c:v>
                </c:pt>
                <c:pt idx="28695">
                  <c:v>71065</c:v>
                </c:pt>
                <c:pt idx="28696">
                  <c:v>71066</c:v>
                </c:pt>
                <c:pt idx="28697">
                  <c:v>71067</c:v>
                </c:pt>
                <c:pt idx="28698">
                  <c:v>71068</c:v>
                </c:pt>
                <c:pt idx="28699">
                  <c:v>71069</c:v>
                </c:pt>
                <c:pt idx="28700">
                  <c:v>71070</c:v>
                </c:pt>
                <c:pt idx="28701">
                  <c:v>71071</c:v>
                </c:pt>
                <c:pt idx="28702">
                  <c:v>71072</c:v>
                </c:pt>
                <c:pt idx="28703">
                  <c:v>71073</c:v>
                </c:pt>
                <c:pt idx="28704">
                  <c:v>71074</c:v>
                </c:pt>
                <c:pt idx="28705">
                  <c:v>71075</c:v>
                </c:pt>
                <c:pt idx="28706">
                  <c:v>71076</c:v>
                </c:pt>
                <c:pt idx="28707">
                  <c:v>71077</c:v>
                </c:pt>
                <c:pt idx="28708">
                  <c:v>71078</c:v>
                </c:pt>
                <c:pt idx="28709">
                  <c:v>71079</c:v>
                </c:pt>
                <c:pt idx="28710">
                  <c:v>71080</c:v>
                </c:pt>
                <c:pt idx="28711">
                  <c:v>71081</c:v>
                </c:pt>
                <c:pt idx="28712">
                  <c:v>71082</c:v>
                </c:pt>
                <c:pt idx="28713">
                  <c:v>71083</c:v>
                </c:pt>
                <c:pt idx="28714">
                  <c:v>71084</c:v>
                </c:pt>
                <c:pt idx="28715">
                  <c:v>71085</c:v>
                </c:pt>
                <c:pt idx="28716">
                  <c:v>71086</c:v>
                </c:pt>
                <c:pt idx="28717">
                  <c:v>71087</c:v>
                </c:pt>
                <c:pt idx="28718">
                  <c:v>71088</c:v>
                </c:pt>
                <c:pt idx="28719">
                  <c:v>71089</c:v>
                </c:pt>
                <c:pt idx="28720">
                  <c:v>71090</c:v>
                </c:pt>
                <c:pt idx="28721">
                  <c:v>71091</c:v>
                </c:pt>
                <c:pt idx="28722">
                  <c:v>71092</c:v>
                </c:pt>
                <c:pt idx="28723">
                  <c:v>71093</c:v>
                </c:pt>
                <c:pt idx="28724">
                  <c:v>71094</c:v>
                </c:pt>
                <c:pt idx="28725">
                  <c:v>71095</c:v>
                </c:pt>
                <c:pt idx="28726">
                  <c:v>71096</c:v>
                </c:pt>
                <c:pt idx="28727">
                  <c:v>71097</c:v>
                </c:pt>
                <c:pt idx="28728">
                  <c:v>71098</c:v>
                </c:pt>
                <c:pt idx="28729">
                  <c:v>71099</c:v>
                </c:pt>
                <c:pt idx="28730">
                  <c:v>71100</c:v>
                </c:pt>
                <c:pt idx="28731">
                  <c:v>71101</c:v>
                </c:pt>
                <c:pt idx="28732">
                  <c:v>71102</c:v>
                </c:pt>
                <c:pt idx="28733">
                  <c:v>71103</c:v>
                </c:pt>
                <c:pt idx="28734">
                  <c:v>71104</c:v>
                </c:pt>
                <c:pt idx="28735">
                  <c:v>71105</c:v>
                </c:pt>
                <c:pt idx="28736">
                  <c:v>71106</c:v>
                </c:pt>
                <c:pt idx="28737">
                  <c:v>71107</c:v>
                </c:pt>
                <c:pt idx="28738">
                  <c:v>71108</c:v>
                </c:pt>
                <c:pt idx="28739">
                  <c:v>71109</c:v>
                </c:pt>
                <c:pt idx="28740">
                  <c:v>71110</c:v>
                </c:pt>
                <c:pt idx="28741">
                  <c:v>71111</c:v>
                </c:pt>
                <c:pt idx="28742">
                  <c:v>71112</c:v>
                </c:pt>
                <c:pt idx="28743">
                  <c:v>71113</c:v>
                </c:pt>
                <c:pt idx="28744">
                  <c:v>71114</c:v>
                </c:pt>
                <c:pt idx="28745">
                  <c:v>71115</c:v>
                </c:pt>
                <c:pt idx="28746">
                  <c:v>71116</c:v>
                </c:pt>
                <c:pt idx="28747">
                  <c:v>71117</c:v>
                </c:pt>
                <c:pt idx="28748">
                  <c:v>71118</c:v>
                </c:pt>
                <c:pt idx="28749">
                  <c:v>71119</c:v>
                </c:pt>
                <c:pt idx="28750">
                  <c:v>71120</c:v>
                </c:pt>
                <c:pt idx="28751">
                  <c:v>71121</c:v>
                </c:pt>
                <c:pt idx="28752">
                  <c:v>71122</c:v>
                </c:pt>
                <c:pt idx="28753">
                  <c:v>71123</c:v>
                </c:pt>
                <c:pt idx="28754">
                  <c:v>71124</c:v>
                </c:pt>
                <c:pt idx="28755">
                  <c:v>71125</c:v>
                </c:pt>
                <c:pt idx="28756">
                  <c:v>71126</c:v>
                </c:pt>
                <c:pt idx="28757">
                  <c:v>71127</c:v>
                </c:pt>
                <c:pt idx="28758">
                  <c:v>71128</c:v>
                </c:pt>
                <c:pt idx="28759">
                  <c:v>71129</c:v>
                </c:pt>
                <c:pt idx="28760">
                  <c:v>71130</c:v>
                </c:pt>
                <c:pt idx="28761">
                  <c:v>71131</c:v>
                </c:pt>
                <c:pt idx="28762">
                  <c:v>71132</c:v>
                </c:pt>
                <c:pt idx="28763">
                  <c:v>71133</c:v>
                </c:pt>
                <c:pt idx="28764">
                  <c:v>71134</c:v>
                </c:pt>
                <c:pt idx="28765">
                  <c:v>71135</c:v>
                </c:pt>
                <c:pt idx="28766">
                  <c:v>71136</c:v>
                </c:pt>
                <c:pt idx="28767">
                  <c:v>71137</c:v>
                </c:pt>
                <c:pt idx="28768">
                  <c:v>71138</c:v>
                </c:pt>
                <c:pt idx="28769">
                  <c:v>71139</c:v>
                </c:pt>
                <c:pt idx="28770">
                  <c:v>71140</c:v>
                </c:pt>
                <c:pt idx="28771">
                  <c:v>71141</c:v>
                </c:pt>
                <c:pt idx="28772">
                  <c:v>71142</c:v>
                </c:pt>
                <c:pt idx="28773">
                  <c:v>71143</c:v>
                </c:pt>
                <c:pt idx="28774">
                  <c:v>71144</c:v>
                </c:pt>
                <c:pt idx="28775">
                  <c:v>71145</c:v>
                </c:pt>
                <c:pt idx="28776">
                  <c:v>71146</c:v>
                </c:pt>
                <c:pt idx="28777">
                  <c:v>71147</c:v>
                </c:pt>
                <c:pt idx="28778">
                  <c:v>71148</c:v>
                </c:pt>
                <c:pt idx="28779">
                  <c:v>71149</c:v>
                </c:pt>
                <c:pt idx="28780">
                  <c:v>71150</c:v>
                </c:pt>
                <c:pt idx="28781">
                  <c:v>71151</c:v>
                </c:pt>
                <c:pt idx="28782">
                  <c:v>71152</c:v>
                </c:pt>
                <c:pt idx="28783">
                  <c:v>71153</c:v>
                </c:pt>
                <c:pt idx="28784">
                  <c:v>71154</c:v>
                </c:pt>
                <c:pt idx="28785">
                  <c:v>71155</c:v>
                </c:pt>
                <c:pt idx="28786">
                  <c:v>71156</c:v>
                </c:pt>
                <c:pt idx="28787">
                  <c:v>71157</c:v>
                </c:pt>
                <c:pt idx="28788">
                  <c:v>71158</c:v>
                </c:pt>
                <c:pt idx="28789">
                  <c:v>71159</c:v>
                </c:pt>
                <c:pt idx="28790">
                  <c:v>71160</c:v>
                </c:pt>
                <c:pt idx="28791">
                  <c:v>71161</c:v>
                </c:pt>
                <c:pt idx="28792">
                  <c:v>71162</c:v>
                </c:pt>
                <c:pt idx="28793">
                  <c:v>71163</c:v>
                </c:pt>
                <c:pt idx="28794">
                  <c:v>71164</c:v>
                </c:pt>
                <c:pt idx="28795">
                  <c:v>71165</c:v>
                </c:pt>
                <c:pt idx="28796">
                  <c:v>71166</c:v>
                </c:pt>
                <c:pt idx="28797">
                  <c:v>71167</c:v>
                </c:pt>
                <c:pt idx="28798">
                  <c:v>71168</c:v>
                </c:pt>
                <c:pt idx="28799">
                  <c:v>71169</c:v>
                </c:pt>
                <c:pt idx="28800">
                  <c:v>71170</c:v>
                </c:pt>
                <c:pt idx="28801">
                  <c:v>71171</c:v>
                </c:pt>
                <c:pt idx="28802">
                  <c:v>71172</c:v>
                </c:pt>
                <c:pt idx="28803">
                  <c:v>71173</c:v>
                </c:pt>
                <c:pt idx="28804">
                  <c:v>71174</c:v>
                </c:pt>
                <c:pt idx="28805">
                  <c:v>71175</c:v>
                </c:pt>
                <c:pt idx="28806">
                  <c:v>71176</c:v>
                </c:pt>
                <c:pt idx="28807">
                  <c:v>71177</c:v>
                </c:pt>
                <c:pt idx="28808">
                  <c:v>71178</c:v>
                </c:pt>
                <c:pt idx="28809">
                  <c:v>71179</c:v>
                </c:pt>
                <c:pt idx="28810">
                  <c:v>71180</c:v>
                </c:pt>
                <c:pt idx="28811">
                  <c:v>71181</c:v>
                </c:pt>
                <c:pt idx="28812">
                  <c:v>71182</c:v>
                </c:pt>
                <c:pt idx="28813">
                  <c:v>71183</c:v>
                </c:pt>
                <c:pt idx="28814">
                  <c:v>71184</c:v>
                </c:pt>
                <c:pt idx="28815">
                  <c:v>71185</c:v>
                </c:pt>
                <c:pt idx="28816">
                  <c:v>71186</c:v>
                </c:pt>
                <c:pt idx="28817">
                  <c:v>71187</c:v>
                </c:pt>
                <c:pt idx="28818">
                  <c:v>71188</c:v>
                </c:pt>
                <c:pt idx="28819">
                  <c:v>71189</c:v>
                </c:pt>
                <c:pt idx="28820">
                  <c:v>71190</c:v>
                </c:pt>
                <c:pt idx="28821">
                  <c:v>71191</c:v>
                </c:pt>
                <c:pt idx="28822">
                  <c:v>71192</c:v>
                </c:pt>
                <c:pt idx="28823">
                  <c:v>71193</c:v>
                </c:pt>
                <c:pt idx="28824">
                  <c:v>71194</c:v>
                </c:pt>
                <c:pt idx="28825">
                  <c:v>71195</c:v>
                </c:pt>
                <c:pt idx="28826">
                  <c:v>71196</c:v>
                </c:pt>
                <c:pt idx="28827">
                  <c:v>71197</c:v>
                </c:pt>
                <c:pt idx="28828">
                  <c:v>71198</c:v>
                </c:pt>
                <c:pt idx="28829">
                  <c:v>71199</c:v>
                </c:pt>
                <c:pt idx="28830">
                  <c:v>71200</c:v>
                </c:pt>
                <c:pt idx="28831">
                  <c:v>71201</c:v>
                </c:pt>
                <c:pt idx="28832">
                  <c:v>71202</c:v>
                </c:pt>
                <c:pt idx="28833">
                  <c:v>71203</c:v>
                </c:pt>
                <c:pt idx="28834">
                  <c:v>71204</c:v>
                </c:pt>
                <c:pt idx="28835">
                  <c:v>71205</c:v>
                </c:pt>
                <c:pt idx="28836">
                  <c:v>71206</c:v>
                </c:pt>
                <c:pt idx="28837">
                  <c:v>71207</c:v>
                </c:pt>
                <c:pt idx="28838">
                  <c:v>71208</c:v>
                </c:pt>
                <c:pt idx="28839">
                  <c:v>71209</c:v>
                </c:pt>
                <c:pt idx="28840">
                  <c:v>71210</c:v>
                </c:pt>
                <c:pt idx="28841">
                  <c:v>71211</c:v>
                </c:pt>
                <c:pt idx="28842">
                  <c:v>71212</c:v>
                </c:pt>
                <c:pt idx="28843">
                  <c:v>71213</c:v>
                </c:pt>
                <c:pt idx="28844">
                  <c:v>71214</c:v>
                </c:pt>
                <c:pt idx="28845">
                  <c:v>71215</c:v>
                </c:pt>
                <c:pt idx="28846">
                  <c:v>71216</c:v>
                </c:pt>
                <c:pt idx="28847">
                  <c:v>71217</c:v>
                </c:pt>
                <c:pt idx="28848">
                  <c:v>71218</c:v>
                </c:pt>
                <c:pt idx="28849">
                  <c:v>71219</c:v>
                </c:pt>
                <c:pt idx="28850">
                  <c:v>71220</c:v>
                </c:pt>
                <c:pt idx="28851">
                  <c:v>71221</c:v>
                </c:pt>
                <c:pt idx="28852">
                  <c:v>71222</c:v>
                </c:pt>
                <c:pt idx="28853">
                  <c:v>71223</c:v>
                </c:pt>
                <c:pt idx="28854">
                  <c:v>71224</c:v>
                </c:pt>
                <c:pt idx="28855">
                  <c:v>71225</c:v>
                </c:pt>
                <c:pt idx="28856">
                  <c:v>71226</c:v>
                </c:pt>
                <c:pt idx="28857">
                  <c:v>71227</c:v>
                </c:pt>
                <c:pt idx="28858">
                  <c:v>71228</c:v>
                </c:pt>
                <c:pt idx="28859">
                  <c:v>71229</c:v>
                </c:pt>
                <c:pt idx="28860">
                  <c:v>71230</c:v>
                </c:pt>
                <c:pt idx="28861">
                  <c:v>71231</c:v>
                </c:pt>
                <c:pt idx="28862">
                  <c:v>71232</c:v>
                </c:pt>
                <c:pt idx="28863">
                  <c:v>71233</c:v>
                </c:pt>
                <c:pt idx="28864">
                  <c:v>71234</c:v>
                </c:pt>
                <c:pt idx="28865">
                  <c:v>71235</c:v>
                </c:pt>
                <c:pt idx="28866">
                  <c:v>71236</c:v>
                </c:pt>
                <c:pt idx="28867">
                  <c:v>71237</c:v>
                </c:pt>
                <c:pt idx="28868">
                  <c:v>71238</c:v>
                </c:pt>
                <c:pt idx="28869">
                  <c:v>71239</c:v>
                </c:pt>
                <c:pt idx="28870">
                  <c:v>71240</c:v>
                </c:pt>
                <c:pt idx="28871">
                  <c:v>71241</c:v>
                </c:pt>
                <c:pt idx="28872">
                  <c:v>71242</c:v>
                </c:pt>
                <c:pt idx="28873">
                  <c:v>71243</c:v>
                </c:pt>
                <c:pt idx="28874">
                  <c:v>71244</c:v>
                </c:pt>
                <c:pt idx="28875">
                  <c:v>71245</c:v>
                </c:pt>
                <c:pt idx="28876">
                  <c:v>71246</c:v>
                </c:pt>
                <c:pt idx="28877">
                  <c:v>71247</c:v>
                </c:pt>
                <c:pt idx="28878">
                  <c:v>71248</c:v>
                </c:pt>
                <c:pt idx="28879">
                  <c:v>71249</c:v>
                </c:pt>
                <c:pt idx="28880">
                  <c:v>71250</c:v>
                </c:pt>
                <c:pt idx="28881">
                  <c:v>71251</c:v>
                </c:pt>
                <c:pt idx="28882">
                  <c:v>71252</c:v>
                </c:pt>
                <c:pt idx="28883">
                  <c:v>71253</c:v>
                </c:pt>
                <c:pt idx="28884">
                  <c:v>71254</c:v>
                </c:pt>
                <c:pt idx="28885">
                  <c:v>71255</c:v>
                </c:pt>
                <c:pt idx="28886">
                  <c:v>71256</c:v>
                </c:pt>
                <c:pt idx="28887">
                  <c:v>71257</c:v>
                </c:pt>
                <c:pt idx="28888">
                  <c:v>71258</c:v>
                </c:pt>
                <c:pt idx="28889">
                  <c:v>71259</c:v>
                </c:pt>
                <c:pt idx="28890">
                  <c:v>71260</c:v>
                </c:pt>
                <c:pt idx="28891">
                  <c:v>71261</c:v>
                </c:pt>
                <c:pt idx="28892">
                  <c:v>71262</c:v>
                </c:pt>
                <c:pt idx="28893">
                  <c:v>71263</c:v>
                </c:pt>
                <c:pt idx="28894">
                  <c:v>71264</c:v>
                </c:pt>
                <c:pt idx="28895">
                  <c:v>71265</c:v>
                </c:pt>
                <c:pt idx="28896">
                  <c:v>71266</c:v>
                </c:pt>
                <c:pt idx="28897">
                  <c:v>71267</c:v>
                </c:pt>
                <c:pt idx="28898">
                  <c:v>71268</c:v>
                </c:pt>
                <c:pt idx="28899">
                  <c:v>71269</c:v>
                </c:pt>
                <c:pt idx="28900">
                  <c:v>71270</c:v>
                </c:pt>
                <c:pt idx="28901">
                  <c:v>71271</c:v>
                </c:pt>
                <c:pt idx="28902">
                  <c:v>71272</c:v>
                </c:pt>
                <c:pt idx="28903">
                  <c:v>71273</c:v>
                </c:pt>
                <c:pt idx="28904">
                  <c:v>71274</c:v>
                </c:pt>
                <c:pt idx="28905">
                  <c:v>71275</c:v>
                </c:pt>
                <c:pt idx="28906">
                  <c:v>71276</c:v>
                </c:pt>
                <c:pt idx="28907">
                  <c:v>71277</c:v>
                </c:pt>
                <c:pt idx="28908">
                  <c:v>71278</c:v>
                </c:pt>
                <c:pt idx="28909">
                  <c:v>71279</c:v>
                </c:pt>
                <c:pt idx="28910">
                  <c:v>71280</c:v>
                </c:pt>
                <c:pt idx="28911">
                  <c:v>71281</c:v>
                </c:pt>
                <c:pt idx="28912">
                  <c:v>71282</c:v>
                </c:pt>
                <c:pt idx="28913">
                  <c:v>71283</c:v>
                </c:pt>
                <c:pt idx="28914">
                  <c:v>71284</c:v>
                </c:pt>
                <c:pt idx="28915">
                  <c:v>71285</c:v>
                </c:pt>
                <c:pt idx="28916">
                  <c:v>71286</c:v>
                </c:pt>
                <c:pt idx="28917">
                  <c:v>71287</c:v>
                </c:pt>
                <c:pt idx="28918">
                  <c:v>71288</c:v>
                </c:pt>
                <c:pt idx="28919">
                  <c:v>71289</c:v>
                </c:pt>
                <c:pt idx="28920">
                  <c:v>71290</c:v>
                </c:pt>
                <c:pt idx="28921">
                  <c:v>71291</c:v>
                </c:pt>
                <c:pt idx="28922">
                  <c:v>71292</c:v>
                </c:pt>
                <c:pt idx="28923">
                  <c:v>71293</c:v>
                </c:pt>
                <c:pt idx="28924">
                  <c:v>71294</c:v>
                </c:pt>
                <c:pt idx="28925">
                  <c:v>71295</c:v>
                </c:pt>
                <c:pt idx="28926">
                  <c:v>71296</c:v>
                </c:pt>
                <c:pt idx="28927">
                  <c:v>71297</c:v>
                </c:pt>
                <c:pt idx="28928">
                  <c:v>71298</c:v>
                </c:pt>
                <c:pt idx="28929">
                  <c:v>71299</c:v>
                </c:pt>
                <c:pt idx="28930">
                  <c:v>71300</c:v>
                </c:pt>
                <c:pt idx="28931">
                  <c:v>71301</c:v>
                </c:pt>
                <c:pt idx="28932">
                  <c:v>71302</c:v>
                </c:pt>
                <c:pt idx="28933">
                  <c:v>71303</c:v>
                </c:pt>
                <c:pt idx="28934">
                  <c:v>71304</c:v>
                </c:pt>
                <c:pt idx="28935">
                  <c:v>71305</c:v>
                </c:pt>
                <c:pt idx="28936">
                  <c:v>71306</c:v>
                </c:pt>
                <c:pt idx="28937">
                  <c:v>71307</c:v>
                </c:pt>
                <c:pt idx="28938">
                  <c:v>71308</c:v>
                </c:pt>
                <c:pt idx="28939">
                  <c:v>71309</c:v>
                </c:pt>
                <c:pt idx="28940">
                  <c:v>71310</c:v>
                </c:pt>
                <c:pt idx="28941">
                  <c:v>71311</c:v>
                </c:pt>
                <c:pt idx="28942">
                  <c:v>71312</c:v>
                </c:pt>
                <c:pt idx="28943">
                  <c:v>71313</c:v>
                </c:pt>
                <c:pt idx="28944">
                  <c:v>71314</c:v>
                </c:pt>
                <c:pt idx="28945">
                  <c:v>71315</c:v>
                </c:pt>
                <c:pt idx="28946">
                  <c:v>71316</c:v>
                </c:pt>
                <c:pt idx="28947">
                  <c:v>71317</c:v>
                </c:pt>
                <c:pt idx="28948">
                  <c:v>71318</c:v>
                </c:pt>
                <c:pt idx="28949">
                  <c:v>71319</c:v>
                </c:pt>
                <c:pt idx="28950">
                  <c:v>71320</c:v>
                </c:pt>
                <c:pt idx="28951">
                  <c:v>71321</c:v>
                </c:pt>
                <c:pt idx="28952">
                  <c:v>71322</c:v>
                </c:pt>
                <c:pt idx="28953">
                  <c:v>71323</c:v>
                </c:pt>
                <c:pt idx="28954">
                  <c:v>71324</c:v>
                </c:pt>
                <c:pt idx="28955">
                  <c:v>71325</c:v>
                </c:pt>
                <c:pt idx="28956">
                  <c:v>71326</c:v>
                </c:pt>
                <c:pt idx="28957">
                  <c:v>71327</c:v>
                </c:pt>
                <c:pt idx="28958">
                  <c:v>71328</c:v>
                </c:pt>
                <c:pt idx="28959">
                  <c:v>71329</c:v>
                </c:pt>
                <c:pt idx="28960">
                  <c:v>71330</c:v>
                </c:pt>
                <c:pt idx="28961">
                  <c:v>71331</c:v>
                </c:pt>
                <c:pt idx="28962">
                  <c:v>71332</c:v>
                </c:pt>
                <c:pt idx="28963">
                  <c:v>71333</c:v>
                </c:pt>
                <c:pt idx="28964">
                  <c:v>71334</c:v>
                </c:pt>
                <c:pt idx="28965">
                  <c:v>71335</c:v>
                </c:pt>
                <c:pt idx="28966">
                  <c:v>71336</c:v>
                </c:pt>
                <c:pt idx="28967">
                  <c:v>71337</c:v>
                </c:pt>
                <c:pt idx="28968">
                  <c:v>71338</c:v>
                </c:pt>
                <c:pt idx="28969">
                  <c:v>71339</c:v>
                </c:pt>
                <c:pt idx="28970">
                  <c:v>71340</c:v>
                </c:pt>
                <c:pt idx="28971">
                  <c:v>71341</c:v>
                </c:pt>
                <c:pt idx="28972">
                  <c:v>71342</c:v>
                </c:pt>
                <c:pt idx="28973">
                  <c:v>71343</c:v>
                </c:pt>
                <c:pt idx="28974">
                  <c:v>71344</c:v>
                </c:pt>
                <c:pt idx="28975">
                  <c:v>71345</c:v>
                </c:pt>
                <c:pt idx="28976">
                  <c:v>71346</c:v>
                </c:pt>
                <c:pt idx="28977">
                  <c:v>71347</c:v>
                </c:pt>
                <c:pt idx="28978">
                  <c:v>71348</c:v>
                </c:pt>
                <c:pt idx="28979">
                  <c:v>71349</c:v>
                </c:pt>
                <c:pt idx="28980">
                  <c:v>71350</c:v>
                </c:pt>
                <c:pt idx="28981">
                  <c:v>71351</c:v>
                </c:pt>
                <c:pt idx="28982">
                  <c:v>71352</c:v>
                </c:pt>
                <c:pt idx="28983">
                  <c:v>71353</c:v>
                </c:pt>
                <c:pt idx="28984">
                  <c:v>71354</c:v>
                </c:pt>
                <c:pt idx="28985">
                  <c:v>71355</c:v>
                </c:pt>
                <c:pt idx="28986">
                  <c:v>71356</c:v>
                </c:pt>
                <c:pt idx="28987">
                  <c:v>71357</c:v>
                </c:pt>
                <c:pt idx="28988">
                  <c:v>71358</c:v>
                </c:pt>
                <c:pt idx="28989">
                  <c:v>71359</c:v>
                </c:pt>
                <c:pt idx="28990">
                  <c:v>71360</c:v>
                </c:pt>
                <c:pt idx="28991">
                  <c:v>71361</c:v>
                </c:pt>
                <c:pt idx="28992">
                  <c:v>71362</c:v>
                </c:pt>
                <c:pt idx="28993">
                  <c:v>71363</c:v>
                </c:pt>
                <c:pt idx="28994">
                  <c:v>71364</c:v>
                </c:pt>
                <c:pt idx="28995">
                  <c:v>71365</c:v>
                </c:pt>
                <c:pt idx="28996">
                  <c:v>71366</c:v>
                </c:pt>
                <c:pt idx="28997">
                  <c:v>71367</c:v>
                </c:pt>
                <c:pt idx="28998">
                  <c:v>71368</c:v>
                </c:pt>
                <c:pt idx="28999">
                  <c:v>71369</c:v>
                </c:pt>
                <c:pt idx="29000">
                  <c:v>71370</c:v>
                </c:pt>
                <c:pt idx="29001">
                  <c:v>71371</c:v>
                </c:pt>
                <c:pt idx="29002">
                  <c:v>71372</c:v>
                </c:pt>
                <c:pt idx="29003">
                  <c:v>71373</c:v>
                </c:pt>
                <c:pt idx="29004">
                  <c:v>71374</c:v>
                </c:pt>
                <c:pt idx="29005">
                  <c:v>71375</c:v>
                </c:pt>
                <c:pt idx="29006">
                  <c:v>71376</c:v>
                </c:pt>
                <c:pt idx="29007">
                  <c:v>71377</c:v>
                </c:pt>
                <c:pt idx="29008">
                  <c:v>71378</c:v>
                </c:pt>
                <c:pt idx="29009">
                  <c:v>71379</c:v>
                </c:pt>
                <c:pt idx="29010">
                  <c:v>71380</c:v>
                </c:pt>
                <c:pt idx="29011">
                  <c:v>71381</c:v>
                </c:pt>
                <c:pt idx="29012">
                  <c:v>71382</c:v>
                </c:pt>
                <c:pt idx="29013">
                  <c:v>71383</c:v>
                </c:pt>
                <c:pt idx="29014">
                  <c:v>71384</c:v>
                </c:pt>
                <c:pt idx="29015">
                  <c:v>71385</c:v>
                </c:pt>
                <c:pt idx="29016">
                  <c:v>71386</c:v>
                </c:pt>
                <c:pt idx="29017">
                  <c:v>71387</c:v>
                </c:pt>
                <c:pt idx="29018">
                  <c:v>71388</c:v>
                </c:pt>
                <c:pt idx="29019">
                  <c:v>71389</c:v>
                </c:pt>
                <c:pt idx="29020">
                  <c:v>71390</c:v>
                </c:pt>
                <c:pt idx="29021">
                  <c:v>71391</c:v>
                </c:pt>
                <c:pt idx="29022">
                  <c:v>71392</c:v>
                </c:pt>
                <c:pt idx="29023">
                  <c:v>71393</c:v>
                </c:pt>
                <c:pt idx="29024">
                  <c:v>71394</c:v>
                </c:pt>
                <c:pt idx="29025">
                  <c:v>71395</c:v>
                </c:pt>
                <c:pt idx="29026">
                  <c:v>71396</c:v>
                </c:pt>
                <c:pt idx="29027">
                  <c:v>71397</c:v>
                </c:pt>
                <c:pt idx="29028">
                  <c:v>71398</c:v>
                </c:pt>
                <c:pt idx="29029">
                  <c:v>71399</c:v>
                </c:pt>
                <c:pt idx="29030">
                  <c:v>71400</c:v>
                </c:pt>
                <c:pt idx="29031">
                  <c:v>71401</c:v>
                </c:pt>
                <c:pt idx="29032">
                  <c:v>71402</c:v>
                </c:pt>
                <c:pt idx="29033">
                  <c:v>71403</c:v>
                </c:pt>
                <c:pt idx="29034">
                  <c:v>71404</c:v>
                </c:pt>
                <c:pt idx="29035">
                  <c:v>71405</c:v>
                </c:pt>
                <c:pt idx="29036">
                  <c:v>71406</c:v>
                </c:pt>
                <c:pt idx="29037">
                  <c:v>71407</c:v>
                </c:pt>
                <c:pt idx="29038">
                  <c:v>71408</c:v>
                </c:pt>
                <c:pt idx="29039">
                  <c:v>71409</c:v>
                </c:pt>
                <c:pt idx="29040">
                  <c:v>71410</c:v>
                </c:pt>
                <c:pt idx="29041">
                  <c:v>71411</c:v>
                </c:pt>
                <c:pt idx="29042">
                  <c:v>71412</c:v>
                </c:pt>
                <c:pt idx="29043">
                  <c:v>71413</c:v>
                </c:pt>
                <c:pt idx="29044">
                  <c:v>71414</c:v>
                </c:pt>
                <c:pt idx="29045">
                  <c:v>71415</c:v>
                </c:pt>
                <c:pt idx="29046">
                  <c:v>71416</c:v>
                </c:pt>
                <c:pt idx="29047">
                  <c:v>71417</c:v>
                </c:pt>
                <c:pt idx="29048">
                  <c:v>71418</c:v>
                </c:pt>
                <c:pt idx="29049">
                  <c:v>71419</c:v>
                </c:pt>
                <c:pt idx="29050">
                  <c:v>71420</c:v>
                </c:pt>
                <c:pt idx="29051">
                  <c:v>71421</c:v>
                </c:pt>
                <c:pt idx="29052">
                  <c:v>71422</c:v>
                </c:pt>
                <c:pt idx="29053">
                  <c:v>71423</c:v>
                </c:pt>
                <c:pt idx="29054">
                  <c:v>71424</c:v>
                </c:pt>
                <c:pt idx="29055">
                  <c:v>71425</c:v>
                </c:pt>
                <c:pt idx="29056">
                  <c:v>71426</c:v>
                </c:pt>
                <c:pt idx="29057">
                  <c:v>71427</c:v>
                </c:pt>
                <c:pt idx="29058">
                  <c:v>71428</c:v>
                </c:pt>
                <c:pt idx="29059">
                  <c:v>71429</c:v>
                </c:pt>
                <c:pt idx="29060">
                  <c:v>71430</c:v>
                </c:pt>
                <c:pt idx="29061">
                  <c:v>71431</c:v>
                </c:pt>
                <c:pt idx="29062">
                  <c:v>71432</c:v>
                </c:pt>
                <c:pt idx="29063">
                  <c:v>71433</c:v>
                </c:pt>
                <c:pt idx="29064">
                  <c:v>71434</c:v>
                </c:pt>
                <c:pt idx="29065">
                  <c:v>71435</c:v>
                </c:pt>
                <c:pt idx="29066">
                  <c:v>71436</c:v>
                </c:pt>
                <c:pt idx="29067">
                  <c:v>71437</c:v>
                </c:pt>
                <c:pt idx="29068">
                  <c:v>71438</c:v>
                </c:pt>
                <c:pt idx="29069">
                  <c:v>71439</c:v>
                </c:pt>
                <c:pt idx="29070">
                  <c:v>71440</c:v>
                </c:pt>
                <c:pt idx="29071">
                  <c:v>71441</c:v>
                </c:pt>
                <c:pt idx="29072">
                  <c:v>71442</c:v>
                </c:pt>
                <c:pt idx="29073">
                  <c:v>71443</c:v>
                </c:pt>
                <c:pt idx="29074">
                  <c:v>71444</c:v>
                </c:pt>
                <c:pt idx="29075">
                  <c:v>71445</c:v>
                </c:pt>
                <c:pt idx="29076">
                  <c:v>71446</c:v>
                </c:pt>
                <c:pt idx="29077">
                  <c:v>71447</c:v>
                </c:pt>
                <c:pt idx="29078">
                  <c:v>71448</c:v>
                </c:pt>
                <c:pt idx="29079">
                  <c:v>71449</c:v>
                </c:pt>
                <c:pt idx="29080">
                  <c:v>71450</c:v>
                </c:pt>
                <c:pt idx="29081">
                  <c:v>71451</c:v>
                </c:pt>
                <c:pt idx="29082">
                  <c:v>71452</c:v>
                </c:pt>
                <c:pt idx="29083">
                  <c:v>71453</c:v>
                </c:pt>
                <c:pt idx="29084">
                  <c:v>71454</c:v>
                </c:pt>
                <c:pt idx="29085">
                  <c:v>71455</c:v>
                </c:pt>
                <c:pt idx="29086">
                  <c:v>71456</c:v>
                </c:pt>
                <c:pt idx="29087">
                  <c:v>71457</c:v>
                </c:pt>
                <c:pt idx="29088">
                  <c:v>71458</c:v>
                </c:pt>
                <c:pt idx="29089">
                  <c:v>71459</c:v>
                </c:pt>
                <c:pt idx="29090">
                  <c:v>71460</c:v>
                </c:pt>
                <c:pt idx="29091">
                  <c:v>71461</c:v>
                </c:pt>
                <c:pt idx="29092">
                  <c:v>71462</c:v>
                </c:pt>
                <c:pt idx="29093">
                  <c:v>71463</c:v>
                </c:pt>
                <c:pt idx="29094">
                  <c:v>71464</c:v>
                </c:pt>
                <c:pt idx="29095">
                  <c:v>71465</c:v>
                </c:pt>
                <c:pt idx="29096">
                  <c:v>71466</c:v>
                </c:pt>
                <c:pt idx="29097">
                  <c:v>71467</c:v>
                </c:pt>
                <c:pt idx="29098">
                  <c:v>71468</c:v>
                </c:pt>
                <c:pt idx="29099">
                  <c:v>71469</c:v>
                </c:pt>
                <c:pt idx="29100">
                  <c:v>71470</c:v>
                </c:pt>
                <c:pt idx="29101">
                  <c:v>71471</c:v>
                </c:pt>
                <c:pt idx="29102">
                  <c:v>71472</c:v>
                </c:pt>
                <c:pt idx="29103">
                  <c:v>71473</c:v>
                </c:pt>
                <c:pt idx="29104">
                  <c:v>71474</c:v>
                </c:pt>
                <c:pt idx="29105">
                  <c:v>71475</c:v>
                </c:pt>
                <c:pt idx="29106">
                  <c:v>71476</c:v>
                </c:pt>
                <c:pt idx="29107">
                  <c:v>71477</c:v>
                </c:pt>
                <c:pt idx="29108">
                  <c:v>71478</c:v>
                </c:pt>
                <c:pt idx="29109">
                  <c:v>71479</c:v>
                </c:pt>
                <c:pt idx="29110">
                  <c:v>71480</c:v>
                </c:pt>
                <c:pt idx="29111">
                  <c:v>71481</c:v>
                </c:pt>
                <c:pt idx="29112">
                  <c:v>71482</c:v>
                </c:pt>
                <c:pt idx="29113">
                  <c:v>71483</c:v>
                </c:pt>
                <c:pt idx="29114">
                  <c:v>71484</c:v>
                </c:pt>
                <c:pt idx="29115">
                  <c:v>71485</c:v>
                </c:pt>
                <c:pt idx="29116">
                  <c:v>71486</c:v>
                </c:pt>
                <c:pt idx="29117">
                  <c:v>71487</c:v>
                </c:pt>
                <c:pt idx="29118">
                  <c:v>71488</c:v>
                </c:pt>
                <c:pt idx="29119">
                  <c:v>71489</c:v>
                </c:pt>
                <c:pt idx="29120">
                  <c:v>71490</c:v>
                </c:pt>
                <c:pt idx="29121">
                  <c:v>71491</c:v>
                </c:pt>
                <c:pt idx="29122">
                  <c:v>71492</c:v>
                </c:pt>
                <c:pt idx="29123">
                  <c:v>71493</c:v>
                </c:pt>
                <c:pt idx="29124">
                  <c:v>71494</c:v>
                </c:pt>
                <c:pt idx="29125">
                  <c:v>71495</c:v>
                </c:pt>
                <c:pt idx="29126">
                  <c:v>71496</c:v>
                </c:pt>
                <c:pt idx="29127">
                  <c:v>71497</c:v>
                </c:pt>
                <c:pt idx="29128">
                  <c:v>71498</c:v>
                </c:pt>
                <c:pt idx="29129">
                  <c:v>71499</c:v>
                </c:pt>
                <c:pt idx="29130">
                  <c:v>71500</c:v>
                </c:pt>
                <c:pt idx="29131">
                  <c:v>71501</c:v>
                </c:pt>
                <c:pt idx="29132">
                  <c:v>71502</c:v>
                </c:pt>
                <c:pt idx="29133">
                  <c:v>71503</c:v>
                </c:pt>
                <c:pt idx="29134">
                  <c:v>71504</c:v>
                </c:pt>
                <c:pt idx="29135">
                  <c:v>71505</c:v>
                </c:pt>
                <c:pt idx="29136">
                  <c:v>71506</c:v>
                </c:pt>
                <c:pt idx="29137">
                  <c:v>71507</c:v>
                </c:pt>
                <c:pt idx="29138">
                  <c:v>71508</c:v>
                </c:pt>
                <c:pt idx="29139">
                  <c:v>71509</c:v>
                </c:pt>
                <c:pt idx="29140">
                  <c:v>71510</c:v>
                </c:pt>
                <c:pt idx="29141">
                  <c:v>71511</c:v>
                </c:pt>
                <c:pt idx="29142">
                  <c:v>71512</c:v>
                </c:pt>
                <c:pt idx="29143">
                  <c:v>71513</c:v>
                </c:pt>
                <c:pt idx="29144">
                  <c:v>71514</c:v>
                </c:pt>
                <c:pt idx="29145">
                  <c:v>71515</c:v>
                </c:pt>
                <c:pt idx="29146">
                  <c:v>71516</c:v>
                </c:pt>
                <c:pt idx="29147">
                  <c:v>71517</c:v>
                </c:pt>
                <c:pt idx="29148">
                  <c:v>71518</c:v>
                </c:pt>
                <c:pt idx="29149">
                  <c:v>71519</c:v>
                </c:pt>
                <c:pt idx="29150">
                  <c:v>71520</c:v>
                </c:pt>
                <c:pt idx="29151">
                  <c:v>71521</c:v>
                </c:pt>
                <c:pt idx="29152">
                  <c:v>71522</c:v>
                </c:pt>
                <c:pt idx="29153">
                  <c:v>71523</c:v>
                </c:pt>
                <c:pt idx="29154">
                  <c:v>71524</c:v>
                </c:pt>
                <c:pt idx="29155">
                  <c:v>71525</c:v>
                </c:pt>
                <c:pt idx="29156">
                  <c:v>71526</c:v>
                </c:pt>
                <c:pt idx="29157">
                  <c:v>71527</c:v>
                </c:pt>
                <c:pt idx="29158">
                  <c:v>71528</c:v>
                </c:pt>
                <c:pt idx="29159">
                  <c:v>71529</c:v>
                </c:pt>
                <c:pt idx="29160">
                  <c:v>71530</c:v>
                </c:pt>
                <c:pt idx="29161">
                  <c:v>71531</c:v>
                </c:pt>
                <c:pt idx="29162">
                  <c:v>71532</c:v>
                </c:pt>
                <c:pt idx="29163">
                  <c:v>71533</c:v>
                </c:pt>
                <c:pt idx="29164">
                  <c:v>71534</c:v>
                </c:pt>
                <c:pt idx="29165">
                  <c:v>71535</c:v>
                </c:pt>
                <c:pt idx="29166">
                  <c:v>71536</c:v>
                </c:pt>
                <c:pt idx="29167">
                  <c:v>71537</c:v>
                </c:pt>
                <c:pt idx="29168">
                  <c:v>71538</c:v>
                </c:pt>
                <c:pt idx="29169">
                  <c:v>71539</c:v>
                </c:pt>
                <c:pt idx="29170">
                  <c:v>71540</c:v>
                </c:pt>
                <c:pt idx="29171">
                  <c:v>71541</c:v>
                </c:pt>
                <c:pt idx="29172">
                  <c:v>71542</c:v>
                </c:pt>
                <c:pt idx="29173">
                  <c:v>71543</c:v>
                </c:pt>
                <c:pt idx="29174">
                  <c:v>71544</c:v>
                </c:pt>
                <c:pt idx="29175">
                  <c:v>71545</c:v>
                </c:pt>
                <c:pt idx="29176">
                  <c:v>71546</c:v>
                </c:pt>
                <c:pt idx="29177">
                  <c:v>71547</c:v>
                </c:pt>
                <c:pt idx="29178">
                  <c:v>71548</c:v>
                </c:pt>
                <c:pt idx="29179">
                  <c:v>71549</c:v>
                </c:pt>
                <c:pt idx="29180">
                  <c:v>71550</c:v>
                </c:pt>
                <c:pt idx="29181">
                  <c:v>71551</c:v>
                </c:pt>
                <c:pt idx="29182">
                  <c:v>71552</c:v>
                </c:pt>
                <c:pt idx="29183">
                  <c:v>71553</c:v>
                </c:pt>
                <c:pt idx="29184">
                  <c:v>71554</c:v>
                </c:pt>
                <c:pt idx="29185">
                  <c:v>71555</c:v>
                </c:pt>
                <c:pt idx="29186">
                  <c:v>71556</c:v>
                </c:pt>
                <c:pt idx="29187">
                  <c:v>71557</c:v>
                </c:pt>
                <c:pt idx="29188">
                  <c:v>71558</c:v>
                </c:pt>
                <c:pt idx="29189">
                  <c:v>71559</c:v>
                </c:pt>
                <c:pt idx="29190">
                  <c:v>71560</c:v>
                </c:pt>
                <c:pt idx="29191">
                  <c:v>71561</c:v>
                </c:pt>
                <c:pt idx="29192">
                  <c:v>71562</c:v>
                </c:pt>
                <c:pt idx="29193">
                  <c:v>71563</c:v>
                </c:pt>
                <c:pt idx="29194">
                  <c:v>71564</c:v>
                </c:pt>
                <c:pt idx="29195">
                  <c:v>71565</c:v>
                </c:pt>
                <c:pt idx="29196">
                  <c:v>71566</c:v>
                </c:pt>
                <c:pt idx="29197">
                  <c:v>71567</c:v>
                </c:pt>
                <c:pt idx="29198">
                  <c:v>71568</c:v>
                </c:pt>
                <c:pt idx="29199">
                  <c:v>71569</c:v>
                </c:pt>
                <c:pt idx="29200">
                  <c:v>71570</c:v>
                </c:pt>
                <c:pt idx="29201">
                  <c:v>71571</c:v>
                </c:pt>
                <c:pt idx="29202">
                  <c:v>71572</c:v>
                </c:pt>
                <c:pt idx="29203">
                  <c:v>71573</c:v>
                </c:pt>
                <c:pt idx="29204">
                  <c:v>71574</c:v>
                </c:pt>
                <c:pt idx="29205">
                  <c:v>71575</c:v>
                </c:pt>
                <c:pt idx="29206">
                  <c:v>71576</c:v>
                </c:pt>
                <c:pt idx="29207">
                  <c:v>71577</c:v>
                </c:pt>
                <c:pt idx="29208">
                  <c:v>71578</c:v>
                </c:pt>
                <c:pt idx="29209">
                  <c:v>71579</c:v>
                </c:pt>
                <c:pt idx="29210">
                  <c:v>71580</c:v>
                </c:pt>
                <c:pt idx="29211">
                  <c:v>71581</c:v>
                </c:pt>
                <c:pt idx="29212">
                  <c:v>71582</c:v>
                </c:pt>
                <c:pt idx="29213">
                  <c:v>71583</c:v>
                </c:pt>
                <c:pt idx="29214">
                  <c:v>71584</c:v>
                </c:pt>
                <c:pt idx="29215">
                  <c:v>71585</c:v>
                </c:pt>
                <c:pt idx="29216">
                  <c:v>71586</c:v>
                </c:pt>
                <c:pt idx="29217">
                  <c:v>71587</c:v>
                </c:pt>
                <c:pt idx="29218">
                  <c:v>71588</c:v>
                </c:pt>
                <c:pt idx="29219">
                  <c:v>71589</c:v>
                </c:pt>
                <c:pt idx="29220">
                  <c:v>71590</c:v>
                </c:pt>
                <c:pt idx="29221">
                  <c:v>71591</c:v>
                </c:pt>
                <c:pt idx="29222">
                  <c:v>71592</c:v>
                </c:pt>
                <c:pt idx="29223">
                  <c:v>71593</c:v>
                </c:pt>
                <c:pt idx="29224">
                  <c:v>71594</c:v>
                </c:pt>
                <c:pt idx="29225">
                  <c:v>71595</c:v>
                </c:pt>
                <c:pt idx="29226">
                  <c:v>71596</c:v>
                </c:pt>
                <c:pt idx="29227">
                  <c:v>71597</c:v>
                </c:pt>
                <c:pt idx="29228">
                  <c:v>71598</c:v>
                </c:pt>
                <c:pt idx="29229">
                  <c:v>71599</c:v>
                </c:pt>
                <c:pt idx="29230">
                  <c:v>71600</c:v>
                </c:pt>
                <c:pt idx="29231">
                  <c:v>71601</c:v>
                </c:pt>
                <c:pt idx="29232">
                  <c:v>71602</c:v>
                </c:pt>
                <c:pt idx="29233">
                  <c:v>71603</c:v>
                </c:pt>
                <c:pt idx="29234">
                  <c:v>71604</c:v>
                </c:pt>
                <c:pt idx="29235">
                  <c:v>71605</c:v>
                </c:pt>
                <c:pt idx="29236">
                  <c:v>71606</c:v>
                </c:pt>
                <c:pt idx="29237">
                  <c:v>71607</c:v>
                </c:pt>
                <c:pt idx="29238">
                  <c:v>71608</c:v>
                </c:pt>
                <c:pt idx="29239">
                  <c:v>71609</c:v>
                </c:pt>
                <c:pt idx="29240">
                  <c:v>71610</c:v>
                </c:pt>
                <c:pt idx="29241">
                  <c:v>71611</c:v>
                </c:pt>
                <c:pt idx="29242">
                  <c:v>71612</c:v>
                </c:pt>
                <c:pt idx="29243">
                  <c:v>71613</c:v>
                </c:pt>
                <c:pt idx="29244">
                  <c:v>71614</c:v>
                </c:pt>
                <c:pt idx="29245">
                  <c:v>71615</c:v>
                </c:pt>
                <c:pt idx="29246">
                  <c:v>71616</c:v>
                </c:pt>
                <c:pt idx="29247">
                  <c:v>71617</c:v>
                </c:pt>
                <c:pt idx="29248">
                  <c:v>71618</c:v>
                </c:pt>
                <c:pt idx="29249">
                  <c:v>71619</c:v>
                </c:pt>
                <c:pt idx="29250">
                  <c:v>71620</c:v>
                </c:pt>
                <c:pt idx="29251">
                  <c:v>71621</c:v>
                </c:pt>
                <c:pt idx="29252">
                  <c:v>71622</c:v>
                </c:pt>
                <c:pt idx="29253">
                  <c:v>71623</c:v>
                </c:pt>
                <c:pt idx="29254">
                  <c:v>71624</c:v>
                </c:pt>
                <c:pt idx="29255">
                  <c:v>71625</c:v>
                </c:pt>
                <c:pt idx="29256">
                  <c:v>71626</c:v>
                </c:pt>
                <c:pt idx="29257">
                  <c:v>71627</c:v>
                </c:pt>
                <c:pt idx="29258">
                  <c:v>71628</c:v>
                </c:pt>
                <c:pt idx="29259">
                  <c:v>71629</c:v>
                </c:pt>
                <c:pt idx="29260">
                  <c:v>71630</c:v>
                </c:pt>
                <c:pt idx="29261">
                  <c:v>71631</c:v>
                </c:pt>
                <c:pt idx="29262">
                  <c:v>71632</c:v>
                </c:pt>
                <c:pt idx="29263">
                  <c:v>71633</c:v>
                </c:pt>
                <c:pt idx="29264">
                  <c:v>71634</c:v>
                </c:pt>
                <c:pt idx="29265">
                  <c:v>71635</c:v>
                </c:pt>
                <c:pt idx="29266">
                  <c:v>71636</c:v>
                </c:pt>
                <c:pt idx="29267">
                  <c:v>71637</c:v>
                </c:pt>
                <c:pt idx="29268">
                  <c:v>71638</c:v>
                </c:pt>
                <c:pt idx="29269">
                  <c:v>71639</c:v>
                </c:pt>
                <c:pt idx="29270">
                  <c:v>71640</c:v>
                </c:pt>
                <c:pt idx="29271">
                  <c:v>71641</c:v>
                </c:pt>
                <c:pt idx="29272">
                  <c:v>71642</c:v>
                </c:pt>
                <c:pt idx="29273">
                  <c:v>71643</c:v>
                </c:pt>
                <c:pt idx="29274">
                  <c:v>71644</c:v>
                </c:pt>
                <c:pt idx="29275">
                  <c:v>71645</c:v>
                </c:pt>
                <c:pt idx="29276">
                  <c:v>71646</c:v>
                </c:pt>
                <c:pt idx="29277">
                  <c:v>71647</c:v>
                </c:pt>
                <c:pt idx="29278">
                  <c:v>71648</c:v>
                </c:pt>
                <c:pt idx="29279">
                  <c:v>71649</c:v>
                </c:pt>
                <c:pt idx="29280">
                  <c:v>71650</c:v>
                </c:pt>
                <c:pt idx="29281">
                  <c:v>71651</c:v>
                </c:pt>
                <c:pt idx="29282">
                  <c:v>71652</c:v>
                </c:pt>
                <c:pt idx="29283">
                  <c:v>71653</c:v>
                </c:pt>
                <c:pt idx="29284">
                  <c:v>71654</c:v>
                </c:pt>
                <c:pt idx="29285">
                  <c:v>71655</c:v>
                </c:pt>
                <c:pt idx="29286">
                  <c:v>71656</c:v>
                </c:pt>
                <c:pt idx="29287">
                  <c:v>71657</c:v>
                </c:pt>
                <c:pt idx="29288">
                  <c:v>71658</c:v>
                </c:pt>
                <c:pt idx="29289">
                  <c:v>71659</c:v>
                </c:pt>
                <c:pt idx="29290">
                  <c:v>71660</c:v>
                </c:pt>
                <c:pt idx="29291">
                  <c:v>71661</c:v>
                </c:pt>
                <c:pt idx="29292">
                  <c:v>71662</c:v>
                </c:pt>
                <c:pt idx="29293">
                  <c:v>71663</c:v>
                </c:pt>
                <c:pt idx="29294">
                  <c:v>71664</c:v>
                </c:pt>
                <c:pt idx="29295">
                  <c:v>71665</c:v>
                </c:pt>
                <c:pt idx="29296">
                  <c:v>71666</c:v>
                </c:pt>
                <c:pt idx="29297">
                  <c:v>71667</c:v>
                </c:pt>
                <c:pt idx="29298">
                  <c:v>71668</c:v>
                </c:pt>
                <c:pt idx="29299">
                  <c:v>71669</c:v>
                </c:pt>
                <c:pt idx="29300">
                  <c:v>71670</c:v>
                </c:pt>
                <c:pt idx="29301">
                  <c:v>71671</c:v>
                </c:pt>
                <c:pt idx="29302">
                  <c:v>71672</c:v>
                </c:pt>
                <c:pt idx="29303">
                  <c:v>71673</c:v>
                </c:pt>
                <c:pt idx="29304">
                  <c:v>71674</c:v>
                </c:pt>
                <c:pt idx="29305">
                  <c:v>71675</c:v>
                </c:pt>
                <c:pt idx="29306">
                  <c:v>71676</c:v>
                </c:pt>
                <c:pt idx="29307">
                  <c:v>71677</c:v>
                </c:pt>
                <c:pt idx="29308">
                  <c:v>71678</c:v>
                </c:pt>
                <c:pt idx="29309">
                  <c:v>71679</c:v>
                </c:pt>
                <c:pt idx="29310">
                  <c:v>71680</c:v>
                </c:pt>
                <c:pt idx="29311">
                  <c:v>71681</c:v>
                </c:pt>
                <c:pt idx="29312">
                  <c:v>71682</c:v>
                </c:pt>
                <c:pt idx="29313">
                  <c:v>71683</c:v>
                </c:pt>
                <c:pt idx="29314">
                  <c:v>71684</c:v>
                </c:pt>
                <c:pt idx="29315">
                  <c:v>71685</c:v>
                </c:pt>
                <c:pt idx="29316">
                  <c:v>71686</c:v>
                </c:pt>
                <c:pt idx="29317">
                  <c:v>71687</c:v>
                </c:pt>
                <c:pt idx="29318">
                  <c:v>71688</c:v>
                </c:pt>
                <c:pt idx="29319">
                  <c:v>71689</c:v>
                </c:pt>
                <c:pt idx="29320">
                  <c:v>71690</c:v>
                </c:pt>
                <c:pt idx="29321">
                  <c:v>71691</c:v>
                </c:pt>
                <c:pt idx="29322">
                  <c:v>71692</c:v>
                </c:pt>
                <c:pt idx="29323">
                  <c:v>71693</c:v>
                </c:pt>
                <c:pt idx="29324">
                  <c:v>71694</c:v>
                </c:pt>
                <c:pt idx="29325">
                  <c:v>71695</c:v>
                </c:pt>
                <c:pt idx="29326">
                  <c:v>71696</c:v>
                </c:pt>
                <c:pt idx="29327">
                  <c:v>71697</c:v>
                </c:pt>
                <c:pt idx="29328">
                  <c:v>71698</c:v>
                </c:pt>
                <c:pt idx="29329">
                  <c:v>71699</c:v>
                </c:pt>
                <c:pt idx="29330">
                  <c:v>71700</c:v>
                </c:pt>
                <c:pt idx="29331">
                  <c:v>71701</c:v>
                </c:pt>
                <c:pt idx="29332">
                  <c:v>71702</c:v>
                </c:pt>
                <c:pt idx="29333">
                  <c:v>71703</c:v>
                </c:pt>
                <c:pt idx="29334">
                  <c:v>71704</c:v>
                </c:pt>
                <c:pt idx="29335">
                  <c:v>71705</c:v>
                </c:pt>
                <c:pt idx="29336">
                  <c:v>71706</c:v>
                </c:pt>
                <c:pt idx="29337">
                  <c:v>71707</c:v>
                </c:pt>
                <c:pt idx="29338">
                  <c:v>71708</c:v>
                </c:pt>
                <c:pt idx="29339">
                  <c:v>71709</c:v>
                </c:pt>
                <c:pt idx="29340">
                  <c:v>71710</c:v>
                </c:pt>
                <c:pt idx="29341">
                  <c:v>71711</c:v>
                </c:pt>
                <c:pt idx="29342">
                  <c:v>71712</c:v>
                </c:pt>
                <c:pt idx="29343">
                  <c:v>71713</c:v>
                </c:pt>
                <c:pt idx="29344">
                  <c:v>71714</c:v>
                </c:pt>
                <c:pt idx="29345">
                  <c:v>71715</c:v>
                </c:pt>
                <c:pt idx="29346">
                  <c:v>71716</c:v>
                </c:pt>
                <c:pt idx="29347">
                  <c:v>71717</c:v>
                </c:pt>
                <c:pt idx="29348">
                  <c:v>71718</c:v>
                </c:pt>
                <c:pt idx="29349">
                  <c:v>71719</c:v>
                </c:pt>
                <c:pt idx="29350">
                  <c:v>71720</c:v>
                </c:pt>
                <c:pt idx="29351">
                  <c:v>71721</c:v>
                </c:pt>
                <c:pt idx="29352">
                  <c:v>71722</c:v>
                </c:pt>
                <c:pt idx="29353">
                  <c:v>71723</c:v>
                </c:pt>
                <c:pt idx="29354">
                  <c:v>71724</c:v>
                </c:pt>
                <c:pt idx="29355">
                  <c:v>71725</c:v>
                </c:pt>
                <c:pt idx="29356">
                  <c:v>71726</c:v>
                </c:pt>
                <c:pt idx="29357">
                  <c:v>71727</c:v>
                </c:pt>
                <c:pt idx="29358">
                  <c:v>71728</c:v>
                </c:pt>
                <c:pt idx="29359">
                  <c:v>71729</c:v>
                </c:pt>
                <c:pt idx="29360">
                  <c:v>71730</c:v>
                </c:pt>
                <c:pt idx="29361">
                  <c:v>71731</c:v>
                </c:pt>
                <c:pt idx="29362">
                  <c:v>71732</c:v>
                </c:pt>
                <c:pt idx="29363">
                  <c:v>71733</c:v>
                </c:pt>
                <c:pt idx="29364">
                  <c:v>71734</c:v>
                </c:pt>
                <c:pt idx="29365">
                  <c:v>71735</c:v>
                </c:pt>
                <c:pt idx="29366">
                  <c:v>71736</c:v>
                </c:pt>
                <c:pt idx="29367">
                  <c:v>71737</c:v>
                </c:pt>
                <c:pt idx="29368">
                  <c:v>71738</c:v>
                </c:pt>
                <c:pt idx="29369">
                  <c:v>71739</c:v>
                </c:pt>
                <c:pt idx="29370">
                  <c:v>71740</c:v>
                </c:pt>
                <c:pt idx="29371">
                  <c:v>71741</c:v>
                </c:pt>
                <c:pt idx="29372">
                  <c:v>71742</c:v>
                </c:pt>
                <c:pt idx="29373">
                  <c:v>71743</c:v>
                </c:pt>
                <c:pt idx="29374">
                  <c:v>71744</c:v>
                </c:pt>
                <c:pt idx="29375">
                  <c:v>71745</c:v>
                </c:pt>
                <c:pt idx="29376">
                  <c:v>71746</c:v>
                </c:pt>
                <c:pt idx="29377">
                  <c:v>71747</c:v>
                </c:pt>
                <c:pt idx="29378">
                  <c:v>71748</c:v>
                </c:pt>
                <c:pt idx="29379">
                  <c:v>71749</c:v>
                </c:pt>
                <c:pt idx="29380">
                  <c:v>71750</c:v>
                </c:pt>
                <c:pt idx="29381">
                  <c:v>71751</c:v>
                </c:pt>
                <c:pt idx="29382">
                  <c:v>71752</c:v>
                </c:pt>
                <c:pt idx="29383">
                  <c:v>71753</c:v>
                </c:pt>
                <c:pt idx="29384">
                  <c:v>71754</c:v>
                </c:pt>
                <c:pt idx="29385">
                  <c:v>71755</c:v>
                </c:pt>
                <c:pt idx="29386">
                  <c:v>71756</c:v>
                </c:pt>
                <c:pt idx="29387">
                  <c:v>71757</c:v>
                </c:pt>
                <c:pt idx="29388">
                  <c:v>71758</c:v>
                </c:pt>
                <c:pt idx="29389">
                  <c:v>71759</c:v>
                </c:pt>
                <c:pt idx="29390">
                  <c:v>71760</c:v>
                </c:pt>
                <c:pt idx="29391">
                  <c:v>71761</c:v>
                </c:pt>
                <c:pt idx="29392">
                  <c:v>71762</c:v>
                </c:pt>
                <c:pt idx="29393">
                  <c:v>71763</c:v>
                </c:pt>
                <c:pt idx="29394">
                  <c:v>71764</c:v>
                </c:pt>
                <c:pt idx="29395">
                  <c:v>71765</c:v>
                </c:pt>
                <c:pt idx="29396">
                  <c:v>71766</c:v>
                </c:pt>
                <c:pt idx="29397">
                  <c:v>71767</c:v>
                </c:pt>
                <c:pt idx="29398">
                  <c:v>71768</c:v>
                </c:pt>
                <c:pt idx="29399">
                  <c:v>71769</c:v>
                </c:pt>
                <c:pt idx="29400">
                  <c:v>71770</c:v>
                </c:pt>
                <c:pt idx="29401">
                  <c:v>71771</c:v>
                </c:pt>
                <c:pt idx="29402">
                  <c:v>71772</c:v>
                </c:pt>
                <c:pt idx="29403">
                  <c:v>71773</c:v>
                </c:pt>
                <c:pt idx="29404">
                  <c:v>71774</c:v>
                </c:pt>
                <c:pt idx="29405">
                  <c:v>71775</c:v>
                </c:pt>
                <c:pt idx="29406">
                  <c:v>71776</c:v>
                </c:pt>
                <c:pt idx="29407">
                  <c:v>71777</c:v>
                </c:pt>
                <c:pt idx="29408">
                  <c:v>71778</c:v>
                </c:pt>
                <c:pt idx="29409">
                  <c:v>71779</c:v>
                </c:pt>
                <c:pt idx="29410">
                  <c:v>71780</c:v>
                </c:pt>
                <c:pt idx="29411">
                  <c:v>71781</c:v>
                </c:pt>
                <c:pt idx="29412">
                  <c:v>71782</c:v>
                </c:pt>
                <c:pt idx="29413">
                  <c:v>71783</c:v>
                </c:pt>
                <c:pt idx="29414">
                  <c:v>71784</c:v>
                </c:pt>
                <c:pt idx="29415">
                  <c:v>71785</c:v>
                </c:pt>
                <c:pt idx="29416">
                  <c:v>71786</c:v>
                </c:pt>
                <c:pt idx="29417">
                  <c:v>71787</c:v>
                </c:pt>
                <c:pt idx="29418">
                  <c:v>71788</c:v>
                </c:pt>
                <c:pt idx="29419">
                  <c:v>71789</c:v>
                </c:pt>
                <c:pt idx="29420">
                  <c:v>71790</c:v>
                </c:pt>
                <c:pt idx="29421">
                  <c:v>71791</c:v>
                </c:pt>
                <c:pt idx="29422">
                  <c:v>71792</c:v>
                </c:pt>
                <c:pt idx="29423">
                  <c:v>71793</c:v>
                </c:pt>
                <c:pt idx="29424">
                  <c:v>71794</c:v>
                </c:pt>
                <c:pt idx="29425">
                  <c:v>71795</c:v>
                </c:pt>
                <c:pt idx="29426">
                  <c:v>71796</c:v>
                </c:pt>
                <c:pt idx="29427">
                  <c:v>71797</c:v>
                </c:pt>
                <c:pt idx="29428">
                  <c:v>71798</c:v>
                </c:pt>
                <c:pt idx="29429">
                  <c:v>71799</c:v>
                </c:pt>
                <c:pt idx="29430">
                  <c:v>71800</c:v>
                </c:pt>
                <c:pt idx="29431">
                  <c:v>71801</c:v>
                </c:pt>
                <c:pt idx="29432">
                  <c:v>71802</c:v>
                </c:pt>
                <c:pt idx="29433">
                  <c:v>71803</c:v>
                </c:pt>
                <c:pt idx="29434">
                  <c:v>71804</c:v>
                </c:pt>
                <c:pt idx="29435">
                  <c:v>71805</c:v>
                </c:pt>
                <c:pt idx="29436">
                  <c:v>71806</c:v>
                </c:pt>
                <c:pt idx="29437">
                  <c:v>71807</c:v>
                </c:pt>
                <c:pt idx="29438">
                  <c:v>71808</c:v>
                </c:pt>
                <c:pt idx="29439">
                  <c:v>71809</c:v>
                </c:pt>
                <c:pt idx="29440">
                  <c:v>71810</c:v>
                </c:pt>
                <c:pt idx="29441">
                  <c:v>71811</c:v>
                </c:pt>
                <c:pt idx="29442">
                  <c:v>71812</c:v>
                </c:pt>
                <c:pt idx="29443">
                  <c:v>71813</c:v>
                </c:pt>
                <c:pt idx="29444">
                  <c:v>71814</c:v>
                </c:pt>
                <c:pt idx="29445">
                  <c:v>71815</c:v>
                </c:pt>
                <c:pt idx="29446">
                  <c:v>71816</c:v>
                </c:pt>
                <c:pt idx="29447">
                  <c:v>71817</c:v>
                </c:pt>
                <c:pt idx="29448">
                  <c:v>71818</c:v>
                </c:pt>
                <c:pt idx="29449">
                  <c:v>71819</c:v>
                </c:pt>
                <c:pt idx="29450">
                  <c:v>71820</c:v>
                </c:pt>
                <c:pt idx="29451">
                  <c:v>71821</c:v>
                </c:pt>
                <c:pt idx="29452">
                  <c:v>71822</c:v>
                </c:pt>
                <c:pt idx="29453">
                  <c:v>71823</c:v>
                </c:pt>
                <c:pt idx="29454">
                  <c:v>71824</c:v>
                </c:pt>
                <c:pt idx="29455">
                  <c:v>71825</c:v>
                </c:pt>
                <c:pt idx="29456">
                  <c:v>71826</c:v>
                </c:pt>
                <c:pt idx="29457">
                  <c:v>71827</c:v>
                </c:pt>
                <c:pt idx="29458">
                  <c:v>71828</c:v>
                </c:pt>
                <c:pt idx="29459">
                  <c:v>71829</c:v>
                </c:pt>
                <c:pt idx="29460">
                  <c:v>71830</c:v>
                </c:pt>
                <c:pt idx="29461">
                  <c:v>71831</c:v>
                </c:pt>
                <c:pt idx="29462">
                  <c:v>71832</c:v>
                </c:pt>
                <c:pt idx="29463">
                  <c:v>71833</c:v>
                </c:pt>
                <c:pt idx="29464">
                  <c:v>71834</c:v>
                </c:pt>
                <c:pt idx="29465">
                  <c:v>71835</c:v>
                </c:pt>
                <c:pt idx="29466">
                  <c:v>71836</c:v>
                </c:pt>
                <c:pt idx="29467">
                  <c:v>71837</c:v>
                </c:pt>
                <c:pt idx="29468">
                  <c:v>71838</c:v>
                </c:pt>
                <c:pt idx="29469">
                  <c:v>71839</c:v>
                </c:pt>
                <c:pt idx="29470">
                  <c:v>71840</c:v>
                </c:pt>
                <c:pt idx="29471">
                  <c:v>71841</c:v>
                </c:pt>
                <c:pt idx="29472">
                  <c:v>71842</c:v>
                </c:pt>
                <c:pt idx="29473">
                  <c:v>71843</c:v>
                </c:pt>
                <c:pt idx="29474">
                  <c:v>71844</c:v>
                </c:pt>
                <c:pt idx="29475">
                  <c:v>71845</c:v>
                </c:pt>
                <c:pt idx="29476">
                  <c:v>71846</c:v>
                </c:pt>
                <c:pt idx="29477">
                  <c:v>71847</c:v>
                </c:pt>
                <c:pt idx="29478">
                  <c:v>71848</c:v>
                </c:pt>
                <c:pt idx="29479">
                  <c:v>71849</c:v>
                </c:pt>
                <c:pt idx="29480">
                  <c:v>71850</c:v>
                </c:pt>
                <c:pt idx="29481">
                  <c:v>71851</c:v>
                </c:pt>
                <c:pt idx="29482">
                  <c:v>71852</c:v>
                </c:pt>
                <c:pt idx="29483">
                  <c:v>71853</c:v>
                </c:pt>
                <c:pt idx="29484">
                  <c:v>71854</c:v>
                </c:pt>
                <c:pt idx="29485">
                  <c:v>71855</c:v>
                </c:pt>
                <c:pt idx="29486">
                  <c:v>71856</c:v>
                </c:pt>
                <c:pt idx="29487">
                  <c:v>71857</c:v>
                </c:pt>
                <c:pt idx="29488">
                  <c:v>71858</c:v>
                </c:pt>
                <c:pt idx="29489">
                  <c:v>71859</c:v>
                </c:pt>
                <c:pt idx="29490">
                  <c:v>71860</c:v>
                </c:pt>
                <c:pt idx="29491">
                  <c:v>71861</c:v>
                </c:pt>
                <c:pt idx="29492">
                  <c:v>71862</c:v>
                </c:pt>
                <c:pt idx="29493">
                  <c:v>71863</c:v>
                </c:pt>
                <c:pt idx="29494">
                  <c:v>71864</c:v>
                </c:pt>
                <c:pt idx="29495">
                  <c:v>71865</c:v>
                </c:pt>
                <c:pt idx="29496">
                  <c:v>71866</c:v>
                </c:pt>
                <c:pt idx="29497">
                  <c:v>71867</c:v>
                </c:pt>
                <c:pt idx="29498">
                  <c:v>71868</c:v>
                </c:pt>
                <c:pt idx="29499">
                  <c:v>71869</c:v>
                </c:pt>
                <c:pt idx="29500">
                  <c:v>71870</c:v>
                </c:pt>
                <c:pt idx="29501">
                  <c:v>71871</c:v>
                </c:pt>
                <c:pt idx="29502">
                  <c:v>71872</c:v>
                </c:pt>
                <c:pt idx="29503">
                  <c:v>71873</c:v>
                </c:pt>
                <c:pt idx="29504">
                  <c:v>71874</c:v>
                </c:pt>
                <c:pt idx="29505">
                  <c:v>71875</c:v>
                </c:pt>
                <c:pt idx="29506">
                  <c:v>71876</c:v>
                </c:pt>
                <c:pt idx="29507">
                  <c:v>71877</c:v>
                </c:pt>
                <c:pt idx="29508">
                  <c:v>71878</c:v>
                </c:pt>
                <c:pt idx="29509">
                  <c:v>71879</c:v>
                </c:pt>
                <c:pt idx="29510">
                  <c:v>71880</c:v>
                </c:pt>
                <c:pt idx="29511">
                  <c:v>71881</c:v>
                </c:pt>
                <c:pt idx="29512">
                  <c:v>71882</c:v>
                </c:pt>
                <c:pt idx="29513">
                  <c:v>71883</c:v>
                </c:pt>
                <c:pt idx="29514">
                  <c:v>71884</c:v>
                </c:pt>
                <c:pt idx="29515">
                  <c:v>71885</c:v>
                </c:pt>
                <c:pt idx="29516">
                  <c:v>71886</c:v>
                </c:pt>
                <c:pt idx="29517">
                  <c:v>71887</c:v>
                </c:pt>
                <c:pt idx="29518">
                  <c:v>71888</c:v>
                </c:pt>
                <c:pt idx="29519">
                  <c:v>71889</c:v>
                </c:pt>
                <c:pt idx="29520">
                  <c:v>71890</c:v>
                </c:pt>
                <c:pt idx="29521">
                  <c:v>71891</c:v>
                </c:pt>
                <c:pt idx="29522">
                  <c:v>71892</c:v>
                </c:pt>
                <c:pt idx="29523">
                  <c:v>71893</c:v>
                </c:pt>
                <c:pt idx="29524">
                  <c:v>71894</c:v>
                </c:pt>
                <c:pt idx="29525">
                  <c:v>71895</c:v>
                </c:pt>
                <c:pt idx="29526">
                  <c:v>71896</c:v>
                </c:pt>
                <c:pt idx="29527">
                  <c:v>71897</c:v>
                </c:pt>
                <c:pt idx="29528">
                  <c:v>71898</c:v>
                </c:pt>
                <c:pt idx="29529">
                  <c:v>71899</c:v>
                </c:pt>
                <c:pt idx="29530">
                  <c:v>71900</c:v>
                </c:pt>
                <c:pt idx="29531">
                  <c:v>71901</c:v>
                </c:pt>
                <c:pt idx="29532">
                  <c:v>71902</c:v>
                </c:pt>
                <c:pt idx="29533">
                  <c:v>71903</c:v>
                </c:pt>
                <c:pt idx="29534">
                  <c:v>71904</c:v>
                </c:pt>
                <c:pt idx="29535">
                  <c:v>71905</c:v>
                </c:pt>
                <c:pt idx="29536">
                  <c:v>71906</c:v>
                </c:pt>
                <c:pt idx="29537">
                  <c:v>71907</c:v>
                </c:pt>
                <c:pt idx="29538">
                  <c:v>71908</c:v>
                </c:pt>
                <c:pt idx="29539">
                  <c:v>71909</c:v>
                </c:pt>
                <c:pt idx="29540">
                  <c:v>71910</c:v>
                </c:pt>
                <c:pt idx="29541">
                  <c:v>71911</c:v>
                </c:pt>
                <c:pt idx="29542">
                  <c:v>71912</c:v>
                </c:pt>
                <c:pt idx="29543">
                  <c:v>71913</c:v>
                </c:pt>
                <c:pt idx="29544">
                  <c:v>71914</c:v>
                </c:pt>
                <c:pt idx="29545">
                  <c:v>71915</c:v>
                </c:pt>
                <c:pt idx="29546">
                  <c:v>71916</c:v>
                </c:pt>
                <c:pt idx="29547">
                  <c:v>71917</c:v>
                </c:pt>
                <c:pt idx="29548">
                  <c:v>71918</c:v>
                </c:pt>
                <c:pt idx="29549">
                  <c:v>71919</c:v>
                </c:pt>
                <c:pt idx="29550">
                  <c:v>71920</c:v>
                </c:pt>
                <c:pt idx="29551">
                  <c:v>71921</c:v>
                </c:pt>
                <c:pt idx="29552">
                  <c:v>71922</c:v>
                </c:pt>
                <c:pt idx="29553">
                  <c:v>71923</c:v>
                </c:pt>
                <c:pt idx="29554">
                  <c:v>71924</c:v>
                </c:pt>
                <c:pt idx="29555">
                  <c:v>71925</c:v>
                </c:pt>
                <c:pt idx="29556">
                  <c:v>71926</c:v>
                </c:pt>
                <c:pt idx="29557">
                  <c:v>71927</c:v>
                </c:pt>
                <c:pt idx="29558">
                  <c:v>71928</c:v>
                </c:pt>
                <c:pt idx="29559">
                  <c:v>71929</c:v>
                </c:pt>
                <c:pt idx="29560">
                  <c:v>71930</c:v>
                </c:pt>
                <c:pt idx="29561">
                  <c:v>71931</c:v>
                </c:pt>
                <c:pt idx="29562">
                  <c:v>71932</c:v>
                </c:pt>
                <c:pt idx="29563">
                  <c:v>71933</c:v>
                </c:pt>
                <c:pt idx="29564">
                  <c:v>71934</c:v>
                </c:pt>
                <c:pt idx="29565">
                  <c:v>71935</c:v>
                </c:pt>
                <c:pt idx="29566">
                  <c:v>71936</c:v>
                </c:pt>
                <c:pt idx="29567">
                  <c:v>71937</c:v>
                </c:pt>
                <c:pt idx="29568">
                  <c:v>71938</c:v>
                </c:pt>
                <c:pt idx="29569">
                  <c:v>71939</c:v>
                </c:pt>
                <c:pt idx="29570">
                  <c:v>71940</c:v>
                </c:pt>
                <c:pt idx="29571">
                  <c:v>71941</c:v>
                </c:pt>
                <c:pt idx="29572">
                  <c:v>71942</c:v>
                </c:pt>
                <c:pt idx="29573">
                  <c:v>71943</c:v>
                </c:pt>
                <c:pt idx="29574">
                  <c:v>71944</c:v>
                </c:pt>
                <c:pt idx="29575">
                  <c:v>71945</c:v>
                </c:pt>
                <c:pt idx="29576">
                  <c:v>71946</c:v>
                </c:pt>
                <c:pt idx="29577">
                  <c:v>71947</c:v>
                </c:pt>
                <c:pt idx="29578">
                  <c:v>71948</c:v>
                </c:pt>
                <c:pt idx="29579">
                  <c:v>71949</c:v>
                </c:pt>
                <c:pt idx="29580">
                  <c:v>71950</c:v>
                </c:pt>
                <c:pt idx="29581">
                  <c:v>71951</c:v>
                </c:pt>
                <c:pt idx="29582">
                  <c:v>71952</c:v>
                </c:pt>
                <c:pt idx="29583">
                  <c:v>71953</c:v>
                </c:pt>
                <c:pt idx="29584">
                  <c:v>71954</c:v>
                </c:pt>
                <c:pt idx="29585">
                  <c:v>71955</c:v>
                </c:pt>
                <c:pt idx="29586">
                  <c:v>71956</c:v>
                </c:pt>
                <c:pt idx="29587">
                  <c:v>71957</c:v>
                </c:pt>
                <c:pt idx="29588">
                  <c:v>71958</c:v>
                </c:pt>
                <c:pt idx="29589">
                  <c:v>71959</c:v>
                </c:pt>
                <c:pt idx="29590">
                  <c:v>71960</c:v>
                </c:pt>
                <c:pt idx="29591">
                  <c:v>71961</c:v>
                </c:pt>
                <c:pt idx="29592">
                  <c:v>71962</c:v>
                </c:pt>
                <c:pt idx="29593">
                  <c:v>71963</c:v>
                </c:pt>
                <c:pt idx="29594">
                  <c:v>71964</c:v>
                </c:pt>
                <c:pt idx="29595">
                  <c:v>71965</c:v>
                </c:pt>
                <c:pt idx="29596">
                  <c:v>71966</c:v>
                </c:pt>
                <c:pt idx="29597">
                  <c:v>71967</c:v>
                </c:pt>
                <c:pt idx="29598">
                  <c:v>71968</c:v>
                </c:pt>
                <c:pt idx="29599">
                  <c:v>71969</c:v>
                </c:pt>
                <c:pt idx="29600">
                  <c:v>71970</c:v>
                </c:pt>
                <c:pt idx="29601">
                  <c:v>71971</c:v>
                </c:pt>
                <c:pt idx="29602">
                  <c:v>71972</c:v>
                </c:pt>
                <c:pt idx="29603">
                  <c:v>71973</c:v>
                </c:pt>
                <c:pt idx="29604">
                  <c:v>71974</c:v>
                </c:pt>
                <c:pt idx="29605">
                  <c:v>71975</c:v>
                </c:pt>
                <c:pt idx="29606">
                  <c:v>71976</c:v>
                </c:pt>
                <c:pt idx="29607">
                  <c:v>71977</c:v>
                </c:pt>
                <c:pt idx="29608">
                  <c:v>71978</c:v>
                </c:pt>
                <c:pt idx="29609">
                  <c:v>71979</c:v>
                </c:pt>
                <c:pt idx="29610">
                  <c:v>71980</c:v>
                </c:pt>
                <c:pt idx="29611">
                  <c:v>71981</c:v>
                </c:pt>
                <c:pt idx="29612">
                  <c:v>71982</c:v>
                </c:pt>
                <c:pt idx="29613">
                  <c:v>71983</c:v>
                </c:pt>
                <c:pt idx="29614">
                  <c:v>71984</c:v>
                </c:pt>
                <c:pt idx="29615">
                  <c:v>71985</c:v>
                </c:pt>
                <c:pt idx="29616">
                  <c:v>71986</c:v>
                </c:pt>
                <c:pt idx="29617">
                  <c:v>71987</c:v>
                </c:pt>
                <c:pt idx="29618">
                  <c:v>71988</c:v>
                </c:pt>
                <c:pt idx="29619">
                  <c:v>71989</c:v>
                </c:pt>
                <c:pt idx="29620">
                  <c:v>71990</c:v>
                </c:pt>
                <c:pt idx="29621">
                  <c:v>71991</c:v>
                </c:pt>
                <c:pt idx="29622">
                  <c:v>71992</c:v>
                </c:pt>
                <c:pt idx="29623">
                  <c:v>71993</c:v>
                </c:pt>
                <c:pt idx="29624">
                  <c:v>71994</c:v>
                </c:pt>
                <c:pt idx="29625">
                  <c:v>71995</c:v>
                </c:pt>
                <c:pt idx="29626">
                  <c:v>71996</c:v>
                </c:pt>
                <c:pt idx="29627">
                  <c:v>71997</c:v>
                </c:pt>
                <c:pt idx="29628">
                  <c:v>71998</c:v>
                </c:pt>
                <c:pt idx="29629">
                  <c:v>71999</c:v>
                </c:pt>
                <c:pt idx="29630">
                  <c:v>72000</c:v>
                </c:pt>
                <c:pt idx="29631">
                  <c:v>72001</c:v>
                </c:pt>
                <c:pt idx="29632">
                  <c:v>72002</c:v>
                </c:pt>
                <c:pt idx="29633">
                  <c:v>72003</c:v>
                </c:pt>
                <c:pt idx="29634">
                  <c:v>72004</c:v>
                </c:pt>
                <c:pt idx="29635">
                  <c:v>72005</c:v>
                </c:pt>
                <c:pt idx="29636">
                  <c:v>72006</c:v>
                </c:pt>
                <c:pt idx="29637">
                  <c:v>72007</c:v>
                </c:pt>
                <c:pt idx="29638">
                  <c:v>72008</c:v>
                </c:pt>
                <c:pt idx="29639">
                  <c:v>72009</c:v>
                </c:pt>
                <c:pt idx="29640">
                  <c:v>72010</c:v>
                </c:pt>
                <c:pt idx="29641">
                  <c:v>72011</c:v>
                </c:pt>
                <c:pt idx="29642">
                  <c:v>72012</c:v>
                </c:pt>
                <c:pt idx="29643">
                  <c:v>72013</c:v>
                </c:pt>
                <c:pt idx="29644">
                  <c:v>72014</c:v>
                </c:pt>
                <c:pt idx="29645">
                  <c:v>72015</c:v>
                </c:pt>
                <c:pt idx="29646">
                  <c:v>72016</c:v>
                </c:pt>
                <c:pt idx="29647">
                  <c:v>72017</c:v>
                </c:pt>
                <c:pt idx="29648">
                  <c:v>72018</c:v>
                </c:pt>
                <c:pt idx="29649">
                  <c:v>72019</c:v>
                </c:pt>
                <c:pt idx="29650">
                  <c:v>72020</c:v>
                </c:pt>
                <c:pt idx="29651">
                  <c:v>72021</c:v>
                </c:pt>
                <c:pt idx="29652">
                  <c:v>72022</c:v>
                </c:pt>
                <c:pt idx="29653">
                  <c:v>72023</c:v>
                </c:pt>
                <c:pt idx="29654">
                  <c:v>72024</c:v>
                </c:pt>
                <c:pt idx="29655">
                  <c:v>72025</c:v>
                </c:pt>
                <c:pt idx="29656">
                  <c:v>72026</c:v>
                </c:pt>
                <c:pt idx="29657">
                  <c:v>72027</c:v>
                </c:pt>
                <c:pt idx="29658">
                  <c:v>72028</c:v>
                </c:pt>
                <c:pt idx="29659">
                  <c:v>72029</c:v>
                </c:pt>
                <c:pt idx="29660">
                  <c:v>72030</c:v>
                </c:pt>
                <c:pt idx="29661">
                  <c:v>72031</c:v>
                </c:pt>
                <c:pt idx="29662">
                  <c:v>72032</c:v>
                </c:pt>
                <c:pt idx="29663">
                  <c:v>72033</c:v>
                </c:pt>
                <c:pt idx="29664">
                  <c:v>72034</c:v>
                </c:pt>
                <c:pt idx="29665">
                  <c:v>72035</c:v>
                </c:pt>
                <c:pt idx="29666">
                  <c:v>72036</c:v>
                </c:pt>
                <c:pt idx="29667">
                  <c:v>72037</c:v>
                </c:pt>
                <c:pt idx="29668">
                  <c:v>72038</c:v>
                </c:pt>
                <c:pt idx="29669">
                  <c:v>72039</c:v>
                </c:pt>
                <c:pt idx="29670">
                  <c:v>72040</c:v>
                </c:pt>
                <c:pt idx="29671">
                  <c:v>72041</c:v>
                </c:pt>
                <c:pt idx="29672">
                  <c:v>72042</c:v>
                </c:pt>
                <c:pt idx="29673">
                  <c:v>72043</c:v>
                </c:pt>
                <c:pt idx="29674">
                  <c:v>72044</c:v>
                </c:pt>
                <c:pt idx="29675">
                  <c:v>72045</c:v>
                </c:pt>
                <c:pt idx="29676">
                  <c:v>72046</c:v>
                </c:pt>
                <c:pt idx="29677">
                  <c:v>72047</c:v>
                </c:pt>
                <c:pt idx="29678">
                  <c:v>72048</c:v>
                </c:pt>
                <c:pt idx="29679">
                  <c:v>72049</c:v>
                </c:pt>
                <c:pt idx="29680">
                  <c:v>72050</c:v>
                </c:pt>
                <c:pt idx="29681">
                  <c:v>72051</c:v>
                </c:pt>
                <c:pt idx="29682">
                  <c:v>72052</c:v>
                </c:pt>
                <c:pt idx="29683">
                  <c:v>72053</c:v>
                </c:pt>
                <c:pt idx="29684">
                  <c:v>72054</c:v>
                </c:pt>
                <c:pt idx="29685">
                  <c:v>72055</c:v>
                </c:pt>
                <c:pt idx="29686">
                  <c:v>72056</c:v>
                </c:pt>
                <c:pt idx="29687">
                  <c:v>72057</c:v>
                </c:pt>
                <c:pt idx="29688">
                  <c:v>72058</c:v>
                </c:pt>
                <c:pt idx="29689">
                  <c:v>72059</c:v>
                </c:pt>
                <c:pt idx="29690">
                  <c:v>72060</c:v>
                </c:pt>
                <c:pt idx="29691">
                  <c:v>72061</c:v>
                </c:pt>
                <c:pt idx="29692">
                  <c:v>72062</c:v>
                </c:pt>
                <c:pt idx="29693">
                  <c:v>72063</c:v>
                </c:pt>
                <c:pt idx="29694">
                  <c:v>72064</c:v>
                </c:pt>
                <c:pt idx="29695">
                  <c:v>72065</c:v>
                </c:pt>
                <c:pt idx="29696">
                  <c:v>72066</c:v>
                </c:pt>
                <c:pt idx="29697">
                  <c:v>72067</c:v>
                </c:pt>
                <c:pt idx="29698">
                  <c:v>72068</c:v>
                </c:pt>
                <c:pt idx="29699">
                  <c:v>72069</c:v>
                </c:pt>
                <c:pt idx="29700">
                  <c:v>72070</c:v>
                </c:pt>
                <c:pt idx="29701">
                  <c:v>72071</c:v>
                </c:pt>
                <c:pt idx="29702">
                  <c:v>72072</c:v>
                </c:pt>
                <c:pt idx="29703">
                  <c:v>72073</c:v>
                </c:pt>
                <c:pt idx="29704">
                  <c:v>72074</c:v>
                </c:pt>
                <c:pt idx="29705">
                  <c:v>72075</c:v>
                </c:pt>
                <c:pt idx="29706">
                  <c:v>72076</c:v>
                </c:pt>
                <c:pt idx="29707">
                  <c:v>72077</c:v>
                </c:pt>
                <c:pt idx="29708">
                  <c:v>72078</c:v>
                </c:pt>
                <c:pt idx="29709">
                  <c:v>72079</c:v>
                </c:pt>
                <c:pt idx="29710">
                  <c:v>72080</c:v>
                </c:pt>
                <c:pt idx="29711">
                  <c:v>72081</c:v>
                </c:pt>
                <c:pt idx="29712">
                  <c:v>72082</c:v>
                </c:pt>
                <c:pt idx="29713">
                  <c:v>72083</c:v>
                </c:pt>
                <c:pt idx="29714">
                  <c:v>72084</c:v>
                </c:pt>
                <c:pt idx="29715">
                  <c:v>72085</c:v>
                </c:pt>
                <c:pt idx="29716">
                  <c:v>72086</c:v>
                </c:pt>
                <c:pt idx="29717">
                  <c:v>72087</c:v>
                </c:pt>
                <c:pt idx="29718">
                  <c:v>72088</c:v>
                </c:pt>
                <c:pt idx="29719">
                  <c:v>72089</c:v>
                </c:pt>
                <c:pt idx="29720">
                  <c:v>72090</c:v>
                </c:pt>
                <c:pt idx="29721">
                  <c:v>72091</c:v>
                </c:pt>
                <c:pt idx="29722">
                  <c:v>72092</c:v>
                </c:pt>
                <c:pt idx="29723">
                  <c:v>72093</c:v>
                </c:pt>
                <c:pt idx="29724">
                  <c:v>72094</c:v>
                </c:pt>
                <c:pt idx="29725">
                  <c:v>72095</c:v>
                </c:pt>
                <c:pt idx="29726">
                  <c:v>72096</c:v>
                </c:pt>
                <c:pt idx="29727">
                  <c:v>72097</c:v>
                </c:pt>
                <c:pt idx="29728">
                  <c:v>72098</c:v>
                </c:pt>
                <c:pt idx="29729">
                  <c:v>72099</c:v>
                </c:pt>
                <c:pt idx="29730">
                  <c:v>72100</c:v>
                </c:pt>
                <c:pt idx="29731">
                  <c:v>72101</c:v>
                </c:pt>
                <c:pt idx="29732">
                  <c:v>72102</c:v>
                </c:pt>
                <c:pt idx="29733">
                  <c:v>72103</c:v>
                </c:pt>
                <c:pt idx="29734">
                  <c:v>72104</c:v>
                </c:pt>
                <c:pt idx="29735">
                  <c:v>72105</c:v>
                </c:pt>
                <c:pt idx="29736">
                  <c:v>72106</c:v>
                </c:pt>
                <c:pt idx="29737">
                  <c:v>72107</c:v>
                </c:pt>
                <c:pt idx="29738">
                  <c:v>72108</c:v>
                </c:pt>
                <c:pt idx="29739">
                  <c:v>72109</c:v>
                </c:pt>
                <c:pt idx="29740">
                  <c:v>72110</c:v>
                </c:pt>
                <c:pt idx="29741">
                  <c:v>72111</c:v>
                </c:pt>
                <c:pt idx="29742">
                  <c:v>72112</c:v>
                </c:pt>
                <c:pt idx="29743">
                  <c:v>72113</c:v>
                </c:pt>
                <c:pt idx="29744">
                  <c:v>72114</c:v>
                </c:pt>
                <c:pt idx="29745">
                  <c:v>72115</c:v>
                </c:pt>
                <c:pt idx="29746">
                  <c:v>72116</c:v>
                </c:pt>
                <c:pt idx="29747">
                  <c:v>72117</c:v>
                </c:pt>
                <c:pt idx="29748">
                  <c:v>72118</c:v>
                </c:pt>
                <c:pt idx="29749">
                  <c:v>72119</c:v>
                </c:pt>
                <c:pt idx="29750">
                  <c:v>72120</c:v>
                </c:pt>
                <c:pt idx="29751">
                  <c:v>72121</c:v>
                </c:pt>
                <c:pt idx="29752">
                  <c:v>72122</c:v>
                </c:pt>
                <c:pt idx="29753">
                  <c:v>72123</c:v>
                </c:pt>
                <c:pt idx="29754">
                  <c:v>72124</c:v>
                </c:pt>
                <c:pt idx="29755">
                  <c:v>72125</c:v>
                </c:pt>
                <c:pt idx="29756">
                  <c:v>72126</c:v>
                </c:pt>
                <c:pt idx="29757">
                  <c:v>72127</c:v>
                </c:pt>
                <c:pt idx="29758">
                  <c:v>72128</c:v>
                </c:pt>
                <c:pt idx="29759">
                  <c:v>72129</c:v>
                </c:pt>
                <c:pt idx="29760">
                  <c:v>72130</c:v>
                </c:pt>
                <c:pt idx="29761">
                  <c:v>72131</c:v>
                </c:pt>
                <c:pt idx="29762">
                  <c:v>72132</c:v>
                </c:pt>
                <c:pt idx="29763">
                  <c:v>72133</c:v>
                </c:pt>
                <c:pt idx="29764">
                  <c:v>72134</c:v>
                </c:pt>
                <c:pt idx="29765">
                  <c:v>72135</c:v>
                </c:pt>
                <c:pt idx="29766">
                  <c:v>72136</c:v>
                </c:pt>
                <c:pt idx="29767">
                  <c:v>72137</c:v>
                </c:pt>
                <c:pt idx="29768">
                  <c:v>72138</c:v>
                </c:pt>
                <c:pt idx="29769">
                  <c:v>72139</c:v>
                </c:pt>
                <c:pt idx="29770">
                  <c:v>72140</c:v>
                </c:pt>
                <c:pt idx="29771">
                  <c:v>72141</c:v>
                </c:pt>
                <c:pt idx="29772">
                  <c:v>72142</c:v>
                </c:pt>
                <c:pt idx="29773">
                  <c:v>72143</c:v>
                </c:pt>
                <c:pt idx="29774">
                  <c:v>72144</c:v>
                </c:pt>
                <c:pt idx="29775">
                  <c:v>72145</c:v>
                </c:pt>
                <c:pt idx="29776">
                  <c:v>72146</c:v>
                </c:pt>
                <c:pt idx="29777">
                  <c:v>72147</c:v>
                </c:pt>
                <c:pt idx="29778">
                  <c:v>72148</c:v>
                </c:pt>
                <c:pt idx="29779">
                  <c:v>72149</c:v>
                </c:pt>
                <c:pt idx="29780">
                  <c:v>72150</c:v>
                </c:pt>
                <c:pt idx="29781">
                  <c:v>72151</c:v>
                </c:pt>
                <c:pt idx="29782">
                  <c:v>72152</c:v>
                </c:pt>
                <c:pt idx="29783">
                  <c:v>72153</c:v>
                </c:pt>
                <c:pt idx="29784">
                  <c:v>72154</c:v>
                </c:pt>
                <c:pt idx="29785">
                  <c:v>72155</c:v>
                </c:pt>
                <c:pt idx="29786">
                  <c:v>72156</c:v>
                </c:pt>
                <c:pt idx="29787">
                  <c:v>72157</c:v>
                </c:pt>
                <c:pt idx="29788">
                  <c:v>72158</c:v>
                </c:pt>
                <c:pt idx="29789">
                  <c:v>72159</c:v>
                </c:pt>
                <c:pt idx="29790">
                  <c:v>72160</c:v>
                </c:pt>
                <c:pt idx="29791">
                  <c:v>72161</c:v>
                </c:pt>
                <c:pt idx="29792">
                  <c:v>72162</c:v>
                </c:pt>
                <c:pt idx="29793">
                  <c:v>72163</c:v>
                </c:pt>
                <c:pt idx="29794">
                  <c:v>72164</c:v>
                </c:pt>
                <c:pt idx="29795">
                  <c:v>72165</c:v>
                </c:pt>
                <c:pt idx="29796">
                  <c:v>72166</c:v>
                </c:pt>
                <c:pt idx="29797">
                  <c:v>72167</c:v>
                </c:pt>
                <c:pt idx="29798">
                  <c:v>72168</c:v>
                </c:pt>
                <c:pt idx="29799">
                  <c:v>72169</c:v>
                </c:pt>
                <c:pt idx="29800">
                  <c:v>72170</c:v>
                </c:pt>
                <c:pt idx="29801">
                  <c:v>72171</c:v>
                </c:pt>
                <c:pt idx="29802">
                  <c:v>72172</c:v>
                </c:pt>
                <c:pt idx="29803">
                  <c:v>72173</c:v>
                </c:pt>
                <c:pt idx="29804">
                  <c:v>72174</c:v>
                </c:pt>
                <c:pt idx="29805">
                  <c:v>72175</c:v>
                </c:pt>
                <c:pt idx="29806">
                  <c:v>72176</c:v>
                </c:pt>
                <c:pt idx="29807">
                  <c:v>72177</c:v>
                </c:pt>
                <c:pt idx="29808">
                  <c:v>72178</c:v>
                </c:pt>
                <c:pt idx="29809">
                  <c:v>72179</c:v>
                </c:pt>
                <c:pt idx="29810">
                  <c:v>72180</c:v>
                </c:pt>
                <c:pt idx="29811">
                  <c:v>72181</c:v>
                </c:pt>
                <c:pt idx="29812">
                  <c:v>72182</c:v>
                </c:pt>
                <c:pt idx="29813">
                  <c:v>72183</c:v>
                </c:pt>
                <c:pt idx="29814">
                  <c:v>72184</c:v>
                </c:pt>
                <c:pt idx="29815">
                  <c:v>72185</c:v>
                </c:pt>
                <c:pt idx="29816">
                  <c:v>72186</c:v>
                </c:pt>
                <c:pt idx="29817">
                  <c:v>72187</c:v>
                </c:pt>
                <c:pt idx="29818">
                  <c:v>72188</c:v>
                </c:pt>
                <c:pt idx="29819">
                  <c:v>72189</c:v>
                </c:pt>
                <c:pt idx="29820">
                  <c:v>72190</c:v>
                </c:pt>
                <c:pt idx="29821">
                  <c:v>72191</c:v>
                </c:pt>
                <c:pt idx="29822">
                  <c:v>72192</c:v>
                </c:pt>
                <c:pt idx="29823">
                  <c:v>72193</c:v>
                </c:pt>
                <c:pt idx="29824">
                  <c:v>72194</c:v>
                </c:pt>
                <c:pt idx="29825">
                  <c:v>72195</c:v>
                </c:pt>
                <c:pt idx="29826">
                  <c:v>72196</c:v>
                </c:pt>
                <c:pt idx="29827">
                  <c:v>72197</c:v>
                </c:pt>
                <c:pt idx="29828">
                  <c:v>72198</c:v>
                </c:pt>
                <c:pt idx="29829">
                  <c:v>72199</c:v>
                </c:pt>
                <c:pt idx="29830">
                  <c:v>72200</c:v>
                </c:pt>
                <c:pt idx="29831">
                  <c:v>72201</c:v>
                </c:pt>
                <c:pt idx="29832">
                  <c:v>72202</c:v>
                </c:pt>
                <c:pt idx="29833">
                  <c:v>72203</c:v>
                </c:pt>
                <c:pt idx="29834">
                  <c:v>72204</c:v>
                </c:pt>
                <c:pt idx="29835">
                  <c:v>72205</c:v>
                </c:pt>
                <c:pt idx="29836">
                  <c:v>72206</c:v>
                </c:pt>
                <c:pt idx="29837">
                  <c:v>72207</c:v>
                </c:pt>
                <c:pt idx="29838">
                  <c:v>72208</c:v>
                </c:pt>
                <c:pt idx="29839">
                  <c:v>72209</c:v>
                </c:pt>
                <c:pt idx="29840">
                  <c:v>72210</c:v>
                </c:pt>
                <c:pt idx="29841">
                  <c:v>72211</c:v>
                </c:pt>
                <c:pt idx="29842">
                  <c:v>72212</c:v>
                </c:pt>
                <c:pt idx="29843">
                  <c:v>72213</c:v>
                </c:pt>
                <c:pt idx="29844">
                  <c:v>72214</c:v>
                </c:pt>
                <c:pt idx="29845">
                  <c:v>72215</c:v>
                </c:pt>
                <c:pt idx="29846">
                  <c:v>72216</c:v>
                </c:pt>
                <c:pt idx="29847">
                  <c:v>72217</c:v>
                </c:pt>
                <c:pt idx="29848">
                  <c:v>72218</c:v>
                </c:pt>
                <c:pt idx="29849">
                  <c:v>72219</c:v>
                </c:pt>
                <c:pt idx="29850">
                  <c:v>72220</c:v>
                </c:pt>
                <c:pt idx="29851">
                  <c:v>72221</c:v>
                </c:pt>
                <c:pt idx="29852">
                  <c:v>72222</c:v>
                </c:pt>
                <c:pt idx="29853">
                  <c:v>72223</c:v>
                </c:pt>
                <c:pt idx="29854">
                  <c:v>72224</c:v>
                </c:pt>
                <c:pt idx="29855">
                  <c:v>72225</c:v>
                </c:pt>
                <c:pt idx="29856">
                  <c:v>72226</c:v>
                </c:pt>
                <c:pt idx="29857">
                  <c:v>72227</c:v>
                </c:pt>
                <c:pt idx="29858">
                  <c:v>72228</c:v>
                </c:pt>
                <c:pt idx="29859">
                  <c:v>72229</c:v>
                </c:pt>
                <c:pt idx="29860">
                  <c:v>72230</c:v>
                </c:pt>
                <c:pt idx="29861">
                  <c:v>72231</c:v>
                </c:pt>
                <c:pt idx="29862">
                  <c:v>72232</c:v>
                </c:pt>
                <c:pt idx="29863">
                  <c:v>72233</c:v>
                </c:pt>
                <c:pt idx="29864">
                  <c:v>72234</c:v>
                </c:pt>
                <c:pt idx="29865">
                  <c:v>72235</c:v>
                </c:pt>
                <c:pt idx="29866">
                  <c:v>72236</c:v>
                </c:pt>
                <c:pt idx="29867">
                  <c:v>72237</c:v>
                </c:pt>
                <c:pt idx="29868">
                  <c:v>72238</c:v>
                </c:pt>
                <c:pt idx="29869">
                  <c:v>72239</c:v>
                </c:pt>
                <c:pt idx="29870">
                  <c:v>72240</c:v>
                </c:pt>
                <c:pt idx="29871">
                  <c:v>72241</c:v>
                </c:pt>
                <c:pt idx="29872">
                  <c:v>72242</c:v>
                </c:pt>
                <c:pt idx="29873">
                  <c:v>72243</c:v>
                </c:pt>
                <c:pt idx="29874">
                  <c:v>72244</c:v>
                </c:pt>
                <c:pt idx="29875">
                  <c:v>72245</c:v>
                </c:pt>
                <c:pt idx="29876">
                  <c:v>72246</c:v>
                </c:pt>
                <c:pt idx="29877">
                  <c:v>72247</c:v>
                </c:pt>
                <c:pt idx="29878">
                  <c:v>72248</c:v>
                </c:pt>
                <c:pt idx="29879">
                  <c:v>72249</c:v>
                </c:pt>
                <c:pt idx="29880">
                  <c:v>72250</c:v>
                </c:pt>
                <c:pt idx="29881">
                  <c:v>72251</c:v>
                </c:pt>
                <c:pt idx="29882">
                  <c:v>72252</c:v>
                </c:pt>
                <c:pt idx="29883">
                  <c:v>72253</c:v>
                </c:pt>
                <c:pt idx="29884">
                  <c:v>72254</c:v>
                </c:pt>
                <c:pt idx="29885">
                  <c:v>72255</c:v>
                </c:pt>
                <c:pt idx="29886">
                  <c:v>72256</c:v>
                </c:pt>
                <c:pt idx="29887">
                  <c:v>72257</c:v>
                </c:pt>
                <c:pt idx="29888">
                  <c:v>72258</c:v>
                </c:pt>
                <c:pt idx="29889">
                  <c:v>72259</c:v>
                </c:pt>
                <c:pt idx="29890">
                  <c:v>72260</c:v>
                </c:pt>
                <c:pt idx="29891">
                  <c:v>72261</c:v>
                </c:pt>
                <c:pt idx="29892">
                  <c:v>72262</c:v>
                </c:pt>
                <c:pt idx="29893">
                  <c:v>72263</c:v>
                </c:pt>
                <c:pt idx="29894">
                  <c:v>72264</c:v>
                </c:pt>
                <c:pt idx="29895">
                  <c:v>72265</c:v>
                </c:pt>
                <c:pt idx="29896">
                  <c:v>72266</c:v>
                </c:pt>
                <c:pt idx="29897">
                  <c:v>72267</c:v>
                </c:pt>
                <c:pt idx="29898">
                  <c:v>72268</c:v>
                </c:pt>
                <c:pt idx="29899">
                  <c:v>72269</c:v>
                </c:pt>
                <c:pt idx="29900">
                  <c:v>72270</c:v>
                </c:pt>
                <c:pt idx="29901">
                  <c:v>72271</c:v>
                </c:pt>
                <c:pt idx="29902">
                  <c:v>72272</c:v>
                </c:pt>
                <c:pt idx="29903">
                  <c:v>72273</c:v>
                </c:pt>
                <c:pt idx="29904">
                  <c:v>72274</c:v>
                </c:pt>
                <c:pt idx="29905">
                  <c:v>72275</c:v>
                </c:pt>
                <c:pt idx="29906">
                  <c:v>72276</c:v>
                </c:pt>
                <c:pt idx="29907">
                  <c:v>72277</c:v>
                </c:pt>
                <c:pt idx="29908">
                  <c:v>72278</c:v>
                </c:pt>
                <c:pt idx="29909">
                  <c:v>72279</c:v>
                </c:pt>
                <c:pt idx="29910">
                  <c:v>72280</c:v>
                </c:pt>
                <c:pt idx="29911">
                  <c:v>72281</c:v>
                </c:pt>
                <c:pt idx="29912">
                  <c:v>72282</c:v>
                </c:pt>
                <c:pt idx="29913">
                  <c:v>72283</c:v>
                </c:pt>
                <c:pt idx="29914">
                  <c:v>72284</c:v>
                </c:pt>
                <c:pt idx="29915">
                  <c:v>72285</c:v>
                </c:pt>
                <c:pt idx="29916">
                  <c:v>72286</c:v>
                </c:pt>
                <c:pt idx="29917">
                  <c:v>72287</c:v>
                </c:pt>
                <c:pt idx="29918">
                  <c:v>72288</c:v>
                </c:pt>
                <c:pt idx="29919">
                  <c:v>72289</c:v>
                </c:pt>
                <c:pt idx="29920">
                  <c:v>72290</c:v>
                </c:pt>
                <c:pt idx="29921">
                  <c:v>72291</c:v>
                </c:pt>
                <c:pt idx="29922">
                  <c:v>72292</c:v>
                </c:pt>
                <c:pt idx="29923">
                  <c:v>72293</c:v>
                </c:pt>
                <c:pt idx="29924">
                  <c:v>72294</c:v>
                </c:pt>
                <c:pt idx="29925">
                  <c:v>72295</c:v>
                </c:pt>
                <c:pt idx="29926">
                  <c:v>72296</c:v>
                </c:pt>
                <c:pt idx="29927">
                  <c:v>72297</c:v>
                </c:pt>
                <c:pt idx="29928">
                  <c:v>72298</c:v>
                </c:pt>
                <c:pt idx="29929">
                  <c:v>72299</c:v>
                </c:pt>
                <c:pt idx="29930">
                  <c:v>72300</c:v>
                </c:pt>
                <c:pt idx="29931">
                  <c:v>72301</c:v>
                </c:pt>
                <c:pt idx="29932">
                  <c:v>72302</c:v>
                </c:pt>
                <c:pt idx="29933">
                  <c:v>72303</c:v>
                </c:pt>
                <c:pt idx="29934">
                  <c:v>72304</c:v>
                </c:pt>
                <c:pt idx="29935">
                  <c:v>72305</c:v>
                </c:pt>
                <c:pt idx="29936">
                  <c:v>72306</c:v>
                </c:pt>
                <c:pt idx="29937">
                  <c:v>72307</c:v>
                </c:pt>
                <c:pt idx="29938">
                  <c:v>72308</c:v>
                </c:pt>
                <c:pt idx="29939">
                  <c:v>72309</c:v>
                </c:pt>
                <c:pt idx="29940">
                  <c:v>72310</c:v>
                </c:pt>
                <c:pt idx="29941">
                  <c:v>72311</c:v>
                </c:pt>
                <c:pt idx="29942">
                  <c:v>72312</c:v>
                </c:pt>
                <c:pt idx="29943">
                  <c:v>72313</c:v>
                </c:pt>
                <c:pt idx="29944">
                  <c:v>72314</c:v>
                </c:pt>
                <c:pt idx="29945">
                  <c:v>72315</c:v>
                </c:pt>
                <c:pt idx="29946">
                  <c:v>72316</c:v>
                </c:pt>
                <c:pt idx="29947">
                  <c:v>72317</c:v>
                </c:pt>
                <c:pt idx="29948">
                  <c:v>72318</c:v>
                </c:pt>
                <c:pt idx="29949">
                  <c:v>72319</c:v>
                </c:pt>
                <c:pt idx="29950">
                  <c:v>72320</c:v>
                </c:pt>
                <c:pt idx="29951">
                  <c:v>72321</c:v>
                </c:pt>
                <c:pt idx="29952">
                  <c:v>72322</c:v>
                </c:pt>
                <c:pt idx="29953">
                  <c:v>72323</c:v>
                </c:pt>
                <c:pt idx="29954">
                  <c:v>72324</c:v>
                </c:pt>
                <c:pt idx="29955">
                  <c:v>72325</c:v>
                </c:pt>
                <c:pt idx="29956">
                  <c:v>72326</c:v>
                </c:pt>
                <c:pt idx="29957">
                  <c:v>72327</c:v>
                </c:pt>
                <c:pt idx="29958">
                  <c:v>72328</c:v>
                </c:pt>
                <c:pt idx="29959">
                  <c:v>72329</c:v>
                </c:pt>
                <c:pt idx="29960">
                  <c:v>72330</c:v>
                </c:pt>
                <c:pt idx="29961">
                  <c:v>72331</c:v>
                </c:pt>
                <c:pt idx="29962">
                  <c:v>72332</c:v>
                </c:pt>
                <c:pt idx="29963">
                  <c:v>72333</c:v>
                </c:pt>
                <c:pt idx="29964">
                  <c:v>72334</c:v>
                </c:pt>
                <c:pt idx="29965">
                  <c:v>72335</c:v>
                </c:pt>
                <c:pt idx="29966">
                  <c:v>72336</c:v>
                </c:pt>
                <c:pt idx="29967">
                  <c:v>72337</c:v>
                </c:pt>
                <c:pt idx="29968">
                  <c:v>72338</c:v>
                </c:pt>
                <c:pt idx="29969">
                  <c:v>72339</c:v>
                </c:pt>
                <c:pt idx="29970">
                  <c:v>72340</c:v>
                </c:pt>
                <c:pt idx="29971">
                  <c:v>72341</c:v>
                </c:pt>
                <c:pt idx="29972">
                  <c:v>72342</c:v>
                </c:pt>
                <c:pt idx="29973">
                  <c:v>72343</c:v>
                </c:pt>
                <c:pt idx="29974">
                  <c:v>72344</c:v>
                </c:pt>
                <c:pt idx="29975">
                  <c:v>72345</c:v>
                </c:pt>
                <c:pt idx="29976">
                  <c:v>72346</c:v>
                </c:pt>
                <c:pt idx="29977">
                  <c:v>72347</c:v>
                </c:pt>
                <c:pt idx="29978">
                  <c:v>72348</c:v>
                </c:pt>
                <c:pt idx="29979">
                  <c:v>72349</c:v>
                </c:pt>
                <c:pt idx="29980">
                  <c:v>72350</c:v>
                </c:pt>
                <c:pt idx="29981">
                  <c:v>72351</c:v>
                </c:pt>
                <c:pt idx="29982">
                  <c:v>72352</c:v>
                </c:pt>
                <c:pt idx="29983">
                  <c:v>72353</c:v>
                </c:pt>
                <c:pt idx="29984">
                  <c:v>72354</c:v>
                </c:pt>
                <c:pt idx="29985">
                  <c:v>72355</c:v>
                </c:pt>
                <c:pt idx="29986">
                  <c:v>72356</c:v>
                </c:pt>
                <c:pt idx="29987">
                  <c:v>72357</c:v>
                </c:pt>
                <c:pt idx="29988">
                  <c:v>72358</c:v>
                </c:pt>
                <c:pt idx="29989">
                  <c:v>72359</c:v>
                </c:pt>
                <c:pt idx="29990">
                  <c:v>72360</c:v>
                </c:pt>
                <c:pt idx="29991">
                  <c:v>72361</c:v>
                </c:pt>
                <c:pt idx="29992">
                  <c:v>72362</c:v>
                </c:pt>
                <c:pt idx="29993">
                  <c:v>72363</c:v>
                </c:pt>
                <c:pt idx="29994">
                  <c:v>72364</c:v>
                </c:pt>
                <c:pt idx="29995">
                  <c:v>72365</c:v>
                </c:pt>
                <c:pt idx="29996">
                  <c:v>72366</c:v>
                </c:pt>
                <c:pt idx="29997">
                  <c:v>72367</c:v>
                </c:pt>
                <c:pt idx="29998">
                  <c:v>72368</c:v>
                </c:pt>
                <c:pt idx="29999">
                  <c:v>72369</c:v>
                </c:pt>
                <c:pt idx="30000">
                  <c:v>72370</c:v>
                </c:pt>
                <c:pt idx="30001">
                  <c:v>72371</c:v>
                </c:pt>
                <c:pt idx="30002">
                  <c:v>72372</c:v>
                </c:pt>
                <c:pt idx="30003">
                  <c:v>72373</c:v>
                </c:pt>
                <c:pt idx="30004">
                  <c:v>72374</c:v>
                </c:pt>
                <c:pt idx="30005">
                  <c:v>72375</c:v>
                </c:pt>
                <c:pt idx="30006">
                  <c:v>72376</c:v>
                </c:pt>
                <c:pt idx="30007">
                  <c:v>72377</c:v>
                </c:pt>
                <c:pt idx="30008">
                  <c:v>72378</c:v>
                </c:pt>
                <c:pt idx="30009">
                  <c:v>72379</c:v>
                </c:pt>
                <c:pt idx="30010">
                  <c:v>72380</c:v>
                </c:pt>
                <c:pt idx="30011">
                  <c:v>72381</c:v>
                </c:pt>
                <c:pt idx="30012">
                  <c:v>72382</c:v>
                </c:pt>
                <c:pt idx="30013">
                  <c:v>72383</c:v>
                </c:pt>
                <c:pt idx="30014">
                  <c:v>72384</c:v>
                </c:pt>
                <c:pt idx="30015">
                  <c:v>72385</c:v>
                </c:pt>
                <c:pt idx="30016">
                  <c:v>72386</c:v>
                </c:pt>
                <c:pt idx="30017">
                  <c:v>72387</c:v>
                </c:pt>
                <c:pt idx="30018">
                  <c:v>72388</c:v>
                </c:pt>
                <c:pt idx="30019">
                  <c:v>72389</c:v>
                </c:pt>
                <c:pt idx="30020">
                  <c:v>72390</c:v>
                </c:pt>
                <c:pt idx="30021">
                  <c:v>72391</c:v>
                </c:pt>
                <c:pt idx="30022">
                  <c:v>72392</c:v>
                </c:pt>
                <c:pt idx="30023">
                  <c:v>72393</c:v>
                </c:pt>
                <c:pt idx="30024">
                  <c:v>72394</c:v>
                </c:pt>
                <c:pt idx="30025">
                  <c:v>72395</c:v>
                </c:pt>
                <c:pt idx="30026">
                  <c:v>72396</c:v>
                </c:pt>
                <c:pt idx="30027">
                  <c:v>72397</c:v>
                </c:pt>
                <c:pt idx="30028">
                  <c:v>72398</c:v>
                </c:pt>
                <c:pt idx="30029">
                  <c:v>72399</c:v>
                </c:pt>
                <c:pt idx="30030">
                  <c:v>72400</c:v>
                </c:pt>
                <c:pt idx="30031">
                  <c:v>72401</c:v>
                </c:pt>
                <c:pt idx="30032">
                  <c:v>72402</c:v>
                </c:pt>
                <c:pt idx="30033">
                  <c:v>72403</c:v>
                </c:pt>
                <c:pt idx="30034">
                  <c:v>72404</c:v>
                </c:pt>
                <c:pt idx="30035">
                  <c:v>72405</c:v>
                </c:pt>
                <c:pt idx="30036">
                  <c:v>72406</c:v>
                </c:pt>
                <c:pt idx="30037">
                  <c:v>72407</c:v>
                </c:pt>
                <c:pt idx="30038">
                  <c:v>72408</c:v>
                </c:pt>
                <c:pt idx="30039">
                  <c:v>72409</c:v>
                </c:pt>
                <c:pt idx="30040">
                  <c:v>72410</c:v>
                </c:pt>
                <c:pt idx="30041">
                  <c:v>72411</c:v>
                </c:pt>
                <c:pt idx="30042">
                  <c:v>72412</c:v>
                </c:pt>
                <c:pt idx="30043">
                  <c:v>72413</c:v>
                </c:pt>
                <c:pt idx="30044">
                  <c:v>72414</c:v>
                </c:pt>
                <c:pt idx="30045">
                  <c:v>72415</c:v>
                </c:pt>
                <c:pt idx="30046">
                  <c:v>72416</c:v>
                </c:pt>
                <c:pt idx="30047">
                  <c:v>72417</c:v>
                </c:pt>
                <c:pt idx="30048">
                  <c:v>72418</c:v>
                </c:pt>
                <c:pt idx="30049">
                  <c:v>72419</c:v>
                </c:pt>
                <c:pt idx="30050">
                  <c:v>72420</c:v>
                </c:pt>
                <c:pt idx="30051">
                  <c:v>72421</c:v>
                </c:pt>
                <c:pt idx="30052">
                  <c:v>72422</c:v>
                </c:pt>
                <c:pt idx="30053">
                  <c:v>72423</c:v>
                </c:pt>
                <c:pt idx="30054">
                  <c:v>72424</c:v>
                </c:pt>
                <c:pt idx="30055">
                  <c:v>72425</c:v>
                </c:pt>
                <c:pt idx="30056">
                  <c:v>72426</c:v>
                </c:pt>
                <c:pt idx="30057">
                  <c:v>72427</c:v>
                </c:pt>
                <c:pt idx="30058">
                  <c:v>72428</c:v>
                </c:pt>
                <c:pt idx="30059">
                  <c:v>72429</c:v>
                </c:pt>
                <c:pt idx="30060">
                  <c:v>72430</c:v>
                </c:pt>
                <c:pt idx="30061">
                  <c:v>72431</c:v>
                </c:pt>
                <c:pt idx="30062">
                  <c:v>72432</c:v>
                </c:pt>
                <c:pt idx="30063">
                  <c:v>72433</c:v>
                </c:pt>
                <c:pt idx="30064">
                  <c:v>72434</c:v>
                </c:pt>
                <c:pt idx="30065">
                  <c:v>72435</c:v>
                </c:pt>
                <c:pt idx="30066">
                  <c:v>72436</c:v>
                </c:pt>
                <c:pt idx="30067">
                  <c:v>72437</c:v>
                </c:pt>
                <c:pt idx="30068">
                  <c:v>72438</c:v>
                </c:pt>
                <c:pt idx="30069">
                  <c:v>72439</c:v>
                </c:pt>
                <c:pt idx="30070">
                  <c:v>72440</c:v>
                </c:pt>
                <c:pt idx="30071">
                  <c:v>72441</c:v>
                </c:pt>
                <c:pt idx="30072">
                  <c:v>72442</c:v>
                </c:pt>
                <c:pt idx="30073">
                  <c:v>72443</c:v>
                </c:pt>
                <c:pt idx="30074">
                  <c:v>72444</c:v>
                </c:pt>
                <c:pt idx="30075">
                  <c:v>72445</c:v>
                </c:pt>
                <c:pt idx="30076">
                  <c:v>72446</c:v>
                </c:pt>
                <c:pt idx="30077">
                  <c:v>72447</c:v>
                </c:pt>
                <c:pt idx="30078">
                  <c:v>72448</c:v>
                </c:pt>
                <c:pt idx="30079">
                  <c:v>72449</c:v>
                </c:pt>
                <c:pt idx="30080">
                  <c:v>72450</c:v>
                </c:pt>
                <c:pt idx="30081">
                  <c:v>72451</c:v>
                </c:pt>
                <c:pt idx="30082">
                  <c:v>72452</c:v>
                </c:pt>
                <c:pt idx="30083">
                  <c:v>72453</c:v>
                </c:pt>
                <c:pt idx="30084">
                  <c:v>72454</c:v>
                </c:pt>
                <c:pt idx="30085">
                  <c:v>72455</c:v>
                </c:pt>
                <c:pt idx="30086">
                  <c:v>72456</c:v>
                </c:pt>
                <c:pt idx="30087">
                  <c:v>72457</c:v>
                </c:pt>
                <c:pt idx="30088">
                  <c:v>72458</c:v>
                </c:pt>
                <c:pt idx="30089">
                  <c:v>72459</c:v>
                </c:pt>
                <c:pt idx="30090">
                  <c:v>72460</c:v>
                </c:pt>
                <c:pt idx="30091">
                  <c:v>72461</c:v>
                </c:pt>
                <c:pt idx="30092">
                  <c:v>72462</c:v>
                </c:pt>
                <c:pt idx="30093">
                  <c:v>72463</c:v>
                </c:pt>
                <c:pt idx="30094">
                  <c:v>72464</c:v>
                </c:pt>
                <c:pt idx="30095">
                  <c:v>72465</c:v>
                </c:pt>
                <c:pt idx="30096">
                  <c:v>72466</c:v>
                </c:pt>
                <c:pt idx="30097">
                  <c:v>72467</c:v>
                </c:pt>
                <c:pt idx="30098">
                  <c:v>72468</c:v>
                </c:pt>
                <c:pt idx="30099">
                  <c:v>72469</c:v>
                </c:pt>
                <c:pt idx="30100">
                  <c:v>72470</c:v>
                </c:pt>
                <c:pt idx="30101">
                  <c:v>72471</c:v>
                </c:pt>
                <c:pt idx="30102">
                  <c:v>72472</c:v>
                </c:pt>
                <c:pt idx="30103">
                  <c:v>72473</c:v>
                </c:pt>
                <c:pt idx="30104">
                  <c:v>72474</c:v>
                </c:pt>
                <c:pt idx="30105">
                  <c:v>72475</c:v>
                </c:pt>
                <c:pt idx="30106">
                  <c:v>72476</c:v>
                </c:pt>
                <c:pt idx="30107">
                  <c:v>72477</c:v>
                </c:pt>
                <c:pt idx="30108">
                  <c:v>72478</c:v>
                </c:pt>
                <c:pt idx="30109">
                  <c:v>72479</c:v>
                </c:pt>
                <c:pt idx="30110">
                  <c:v>72480</c:v>
                </c:pt>
                <c:pt idx="30111">
                  <c:v>72481</c:v>
                </c:pt>
                <c:pt idx="30112">
                  <c:v>72482</c:v>
                </c:pt>
                <c:pt idx="30113">
                  <c:v>72483</c:v>
                </c:pt>
                <c:pt idx="30114">
                  <c:v>72484</c:v>
                </c:pt>
                <c:pt idx="30115">
                  <c:v>72485</c:v>
                </c:pt>
                <c:pt idx="30116">
                  <c:v>72486</c:v>
                </c:pt>
                <c:pt idx="30117">
                  <c:v>72487</c:v>
                </c:pt>
                <c:pt idx="30118">
                  <c:v>72488</c:v>
                </c:pt>
                <c:pt idx="30119">
                  <c:v>72489</c:v>
                </c:pt>
                <c:pt idx="30120">
                  <c:v>72490</c:v>
                </c:pt>
                <c:pt idx="30121">
                  <c:v>72491</c:v>
                </c:pt>
                <c:pt idx="30122">
                  <c:v>72492</c:v>
                </c:pt>
                <c:pt idx="30123">
                  <c:v>72493</c:v>
                </c:pt>
                <c:pt idx="30124">
                  <c:v>72494</c:v>
                </c:pt>
                <c:pt idx="30125">
                  <c:v>72495</c:v>
                </c:pt>
                <c:pt idx="30126">
                  <c:v>72496</c:v>
                </c:pt>
                <c:pt idx="30127">
                  <c:v>72497</c:v>
                </c:pt>
                <c:pt idx="30128">
                  <c:v>72498</c:v>
                </c:pt>
                <c:pt idx="30129">
                  <c:v>72499</c:v>
                </c:pt>
                <c:pt idx="30130">
                  <c:v>72500</c:v>
                </c:pt>
                <c:pt idx="30131">
                  <c:v>72501</c:v>
                </c:pt>
                <c:pt idx="30132">
                  <c:v>72502</c:v>
                </c:pt>
                <c:pt idx="30133">
                  <c:v>72503</c:v>
                </c:pt>
                <c:pt idx="30134">
                  <c:v>72504</c:v>
                </c:pt>
                <c:pt idx="30135">
                  <c:v>72505</c:v>
                </c:pt>
                <c:pt idx="30136">
                  <c:v>72506</c:v>
                </c:pt>
                <c:pt idx="30137">
                  <c:v>72507</c:v>
                </c:pt>
                <c:pt idx="30138">
                  <c:v>72508</c:v>
                </c:pt>
                <c:pt idx="30139">
                  <c:v>72509</c:v>
                </c:pt>
                <c:pt idx="30140">
                  <c:v>72510</c:v>
                </c:pt>
                <c:pt idx="30141">
                  <c:v>72511</c:v>
                </c:pt>
                <c:pt idx="30142">
                  <c:v>72512</c:v>
                </c:pt>
                <c:pt idx="30143">
                  <c:v>72513</c:v>
                </c:pt>
                <c:pt idx="30144">
                  <c:v>72514</c:v>
                </c:pt>
                <c:pt idx="30145">
                  <c:v>72515</c:v>
                </c:pt>
                <c:pt idx="30146">
                  <c:v>72516</c:v>
                </c:pt>
                <c:pt idx="30147">
                  <c:v>72517</c:v>
                </c:pt>
                <c:pt idx="30148">
                  <c:v>72518</c:v>
                </c:pt>
                <c:pt idx="30149">
                  <c:v>72519</c:v>
                </c:pt>
                <c:pt idx="30150">
                  <c:v>72520</c:v>
                </c:pt>
                <c:pt idx="30151">
                  <c:v>72521</c:v>
                </c:pt>
                <c:pt idx="30152">
                  <c:v>72522</c:v>
                </c:pt>
                <c:pt idx="30153">
                  <c:v>72523</c:v>
                </c:pt>
                <c:pt idx="30154">
                  <c:v>72524</c:v>
                </c:pt>
                <c:pt idx="30155">
                  <c:v>72525</c:v>
                </c:pt>
                <c:pt idx="30156">
                  <c:v>72526</c:v>
                </c:pt>
                <c:pt idx="30157">
                  <c:v>72527</c:v>
                </c:pt>
                <c:pt idx="30158">
                  <c:v>72528</c:v>
                </c:pt>
                <c:pt idx="30159">
                  <c:v>72529</c:v>
                </c:pt>
                <c:pt idx="30160">
                  <c:v>72530</c:v>
                </c:pt>
                <c:pt idx="30161">
                  <c:v>72531</c:v>
                </c:pt>
                <c:pt idx="30162">
                  <c:v>72532</c:v>
                </c:pt>
                <c:pt idx="30163">
                  <c:v>72533</c:v>
                </c:pt>
                <c:pt idx="30164">
                  <c:v>72534</c:v>
                </c:pt>
                <c:pt idx="30165">
                  <c:v>72535</c:v>
                </c:pt>
                <c:pt idx="30166">
                  <c:v>72536</c:v>
                </c:pt>
                <c:pt idx="30167">
                  <c:v>72537</c:v>
                </c:pt>
                <c:pt idx="30168">
                  <c:v>72538</c:v>
                </c:pt>
                <c:pt idx="30169">
                  <c:v>72539</c:v>
                </c:pt>
                <c:pt idx="30170">
                  <c:v>72540</c:v>
                </c:pt>
                <c:pt idx="30171">
                  <c:v>72541</c:v>
                </c:pt>
                <c:pt idx="30172">
                  <c:v>72542</c:v>
                </c:pt>
                <c:pt idx="30173">
                  <c:v>72543</c:v>
                </c:pt>
                <c:pt idx="30174">
                  <c:v>72544</c:v>
                </c:pt>
                <c:pt idx="30175">
                  <c:v>72545</c:v>
                </c:pt>
                <c:pt idx="30176">
                  <c:v>72546</c:v>
                </c:pt>
                <c:pt idx="30177">
                  <c:v>72547</c:v>
                </c:pt>
                <c:pt idx="30178">
                  <c:v>72548</c:v>
                </c:pt>
                <c:pt idx="30179">
                  <c:v>72549</c:v>
                </c:pt>
                <c:pt idx="30180">
                  <c:v>72550</c:v>
                </c:pt>
                <c:pt idx="30181">
                  <c:v>72551</c:v>
                </c:pt>
                <c:pt idx="30182">
                  <c:v>72552</c:v>
                </c:pt>
                <c:pt idx="30183">
                  <c:v>72553</c:v>
                </c:pt>
                <c:pt idx="30184">
                  <c:v>72554</c:v>
                </c:pt>
                <c:pt idx="30185">
                  <c:v>72555</c:v>
                </c:pt>
                <c:pt idx="30186">
                  <c:v>72556</c:v>
                </c:pt>
                <c:pt idx="30187">
                  <c:v>72557</c:v>
                </c:pt>
                <c:pt idx="30188">
                  <c:v>72558</c:v>
                </c:pt>
                <c:pt idx="30189">
                  <c:v>72559</c:v>
                </c:pt>
                <c:pt idx="30190">
                  <c:v>72560</c:v>
                </c:pt>
                <c:pt idx="30191">
                  <c:v>72561</c:v>
                </c:pt>
                <c:pt idx="30192">
                  <c:v>72562</c:v>
                </c:pt>
                <c:pt idx="30193">
                  <c:v>72563</c:v>
                </c:pt>
                <c:pt idx="30194">
                  <c:v>72564</c:v>
                </c:pt>
                <c:pt idx="30195">
                  <c:v>72565</c:v>
                </c:pt>
                <c:pt idx="30196">
                  <c:v>72566</c:v>
                </c:pt>
                <c:pt idx="30197">
                  <c:v>72567</c:v>
                </c:pt>
                <c:pt idx="30198">
                  <c:v>72568</c:v>
                </c:pt>
                <c:pt idx="30199">
                  <c:v>72569</c:v>
                </c:pt>
                <c:pt idx="30200">
                  <c:v>72570</c:v>
                </c:pt>
                <c:pt idx="30201">
                  <c:v>72571</c:v>
                </c:pt>
                <c:pt idx="30202">
                  <c:v>72572</c:v>
                </c:pt>
                <c:pt idx="30203">
                  <c:v>72573</c:v>
                </c:pt>
                <c:pt idx="30204">
                  <c:v>72574</c:v>
                </c:pt>
                <c:pt idx="30205">
                  <c:v>72575</c:v>
                </c:pt>
                <c:pt idx="30206">
                  <c:v>72576</c:v>
                </c:pt>
                <c:pt idx="30207">
                  <c:v>72577</c:v>
                </c:pt>
                <c:pt idx="30208">
                  <c:v>72578</c:v>
                </c:pt>
                <c:pt idx="30209">
                  <c:v>72579</c:v>
                </c:pt>
                <c:pt idx="30210">
                  <c:v>72580</c:v>
                </c:pt>
                <c:pt idx="30211">
                  <c:v>72581</c:v>
                </c:pt>
                <c:pt idx="30212">
                  <c:v>72582</c:v>
                </c:pt>
                <c:pt idx="30213">
                  <c:v>72583</c:v>
                </c:pt>
                <c:pt idx="30214">
                  <c:v>72584</c:v>
                </c:pt>
                <c:pt idx="30215">
                  <c:v>72585</c:v>
                </c:pt>
                <c:pt idx="30216">
                  <c:v>72586</c:v>
                </c:pt>
                <c:pt idx="30217">
                  <c:v>72587</c:v>
                </c:pt>
                <c:pt idx="30218">
                  <c:v>72588</c:v>
                </c:pt>
                <c:pt idx="30219">
                  <c:v>72589</c:v>
                </c:pt>
                <c:pt idx="30220">
                  <c:v>72590</c:v>
                </c:pt>
                <c:pt idx="30221">
                  <c:v>72591</c:v>
                </c:pt>
                <c:pt idx="30222">
                  <c:v>72592</c:v>
                </c:pt>
                <c:pt idx="30223">
                  <c:v>72593</c:v>
                </c:pt>
                <c:pt idx="30224">
                  <c:v>72594</c:v>
                </c:pt>
                <c:pt idx="30225">
                  <c:v>72595</c:v>
                </c:pt>
                <c:pt idx="30226">
                  <c:v>72596</c:v>
                </c:pt>
                <c:pt idx="30227">
                  <c:v>72597</c:v>
                </c:pt>
                <c:pt idx="30228">
                  <c:v>72598</c:v>
                </c:pt>
                <c:pt idx="30229">
                  <c:v>72599</c:v>
                </c:pt>
                <c:pt idx="30230">
                  <c:v>72600</c:v>
                </c:pt>
                <c:pt idx="30231">
                  <c:v>72601</c:v>
                </c:pt>
                <c:pt idx="30232">
                  <c:v>72602</c:v>
                </c:pt>
                <c:pt idx="30233">
                  <c:v>72603</c:v>
                </c:pt>
                <c:pt idx="30234">
                  <c:v>72604</c:v>
                </c:pt>
                <c:pt idx="30235">
                  <c:v>72605</c:v>
                </c:pt>
                <c:pt idx="30236">
                  <c:v>72606</c:v>
                </c:pt>
                <c:pt idx="30237">
                  <c:v>72607</c:v>
                </c:pt>
                <c:pt idx="30238">
                  <c:v>72608</c:v>
                </c:pt>
                <c:pt idx="30239">
                  <c:v>72609</c:v>
                </c:pt>
                <c:pt idx="30240">
                  <c:v>72610</c:v>
                </c:pt>
                <c:pt idx="30241">
                  <c:v>72611</c:v>
                </c:pt>
                <c:pt idx="30242">
                  <c:v>72612</c:v>
                </c:pt>
                <c:pt idx="30243">
                  <c:v>72613</c:v>
                </c:pt>
                <c:pt idx="30244">
                  <c:v>72614</c:v>
                </c:pt>
                <c:pt idx="30245">
                  <c:v>72615</c:v>
                </c:pt>
                <c:pt idx="30246">
                  <c:v>72616</c:v>
                </c:pt>
                <c:pt idx="30247">
                  <c:v>72617</c:v>
                </c:pt>
                <c:pt idx="30248">
                  <c:v>72618</c:v>
                </c:pt>
                <c:pt idx="30249">
                  <c:v>72619</c:v>
                </c:pt>
                <c:pt idx="30250">
                  <c:v>72620</c:v>
                </c:pt>
                <c:pt idx="30251">
                  <c:v>72621</c:v>
                </c:pt>
                <c:pt idx="30252">
                  <c:v>72622</c:v>
                </c:pt>
                <c:pt idx="30253">
                  <c:v>72623</c:v>
                </c:pt>
                <c:pt idx="30254">
                  <c:v>72624</c:v>
                </c:pt>
                <c:pt idx="30255">
                  <c:v>72625</c:v>
                </c:pt>
                <c:pt idx="30256">
                  <c:v>72626</c:v>
                </c:pt>
                <c:pt idx="30257">
                  <c:v>72627</c:v>
                </c:pt>
                <c:pt idx="30258">
                  <c:v>72628</c:v>
                </c:pt>
                <c:pt idx="30259">
                  <c:v>72629</c:v>
                </c:pt>
                <c:pt idx="30260">
                  <c:v>72630</c:v>
                </c:pt>
                <c:pt idx="30261">
                  <c:v>72631</c:v>
                </c:pt>
                <c:pt idx="30262">
                  <c:v>72632</c:v>
                </c:pt>
                <c:pt idx="30263">
                  <c:v>72633</c:v>
                </c:pt>
                <c:pt idx="30264">
                  <c:v>72634</c:v>
                </c:pt>
                <c:pt idx="30265">
                  <c:v>72635</c:v>
                </c:pt>
                <c:pt idx="30266">
                  <c:v>72636</c:v>
                </c:pt>
                <c:pt idx="30267">
                  <c:v>72637</c:v>
                </c:pt>
                <c:pt idx="30268">
                  <c:v>72638</c:v>
                </c:pt>
                <c:pt idx="30269">
                  <c:v>72639</c:v>
                </c:pt>
                <c:pt idx="30270">
                  <c:v>72640</c:v>
                </c:pt>
                <c:pt idx="30271">
                  <c:v>72641</c:v>
                </c:pt>
                <c:pt idx="30272">
                  <c:v>72642</c:v>
                </c:pt>
                <c:pt idx="30273">
                  <c:v>72643</c:v>
                </c:pt>
                <c:pt idx="30274">
                  <c:v>72644</c:v>
                </c:pt>
                <c:pt idx="30275">
                  <c:v>72645</c:v>
                </c:pt>
                <c:pt idx="30276">
                  <c:v>72646</c:v>
                </c:pt>
                <c:pt idx="30277">
                  <c:v>72647</c:v>
                </c:pt>
                <c:pt idx="30278">
                  <c:v>72648</c:v>
                </c:pt>
                <c:pt idx="30279">
                  <c:v>72649</c:v>
                </c:pt>
                <c:pt idx="30280">
                  <c:v>72650</c:v>
                </c:pt>
                <c:pt idx="30281">
                  <c:v>72651</c:v>
                </c:pt>
                <c:pt idx="30282">
                  <c:v>72652</c:v>
                </c:pt>
                <c:pt idx="30283">
                  <c:v>72653</c:v>
                </c:pt>
                <c:pt idx="30284">
                  <c:v>72654</c:v>
                </c:pt>
                <c:pt idx="30285">
                  <c:v>72655</c:v>
                </c:pt>
                <c:pt idx="30286">
                  <c:v>72656</c:v>
                </c:pt>
                <c:pt idx="30287">
                  <c:v>72657</c:v>
                </c:pt>
                <c:pt idx="30288">
                  <c:v>72658</c:v>
                </c:pt>
                <c:pt idx="30289">
                  <c:v>72659</c:v>
                </c:pt>
                <c:pt idx="30290">
                  <c:v>72660</c:v>
                </c:pt>
                <c:pt idx="30291">
                  <c:v>72661</c:v>
                </c:pt>
                <c:pt idx="30292">
                  <c:v>72662</c:v>
                </c:pt>
                <c:pt idx="30293">
                  <c:v>72663</c:v>
                </c:pt>
                <c:pt idx="30294">
                  <c:v>72664</c:v>
                </c:pt>
                <c:pt idx="30295">
                  <c:v>72665</c:v>
                </c:pt>
                <c:pt idx="30296">
                  <c:v>72666</c:v>
                </c:pt>
                <c:pt idx="30297">
                  <c:v>72667</c:v>
                </c:pt>
                <c:pt idx="30298">
                  <c:v>72668</c:v>
                </c:pt>
                <c:pt idx="30299">
                  <c:v>72669</c:v>
                </c:pt>
                <c:pt idx="30300">
                  <c:v>72670</c:v>
                </c:pt>
                <c:pt idx="30301">
                  <c:v>72671</c:v>
                </c:pt>
                <c:pt idx="30302">
                  <c:v>72672</c:v>
                </c:pt>
                <c:pt idx="30303">
                  <c:v>72673</c:v>
                </c:pt>
                <c:pt idx="30304">
                  <c:v>72674</c:v>
                </c:pt>
                <c:pt idx="30305">
                  <c:v>72675</c:v>
                </c:pt>
                <c:pt idx="30306">
                  <c:v>72676</c:v>
                </c:pt>
                <c:pt idx="30307">
                  <c:v>72677</c:v>
                </c:pt>
                <c:pt idx="30308">
                  <c:v>72678</c:v>
                </c:pt>
                <c:pt idx="30309">
                  <c:v>72679</c:v>
                </c:pt>
                <c:pt idx="30310">
                  <c:v>72680</c:v>
                </c:pt>
                <c:pt idx="30311">
                  <c:v>72681</c:v>
                </c:pt>
                <c:pt idx="30312">
                  <c:v>72682</c:v>
                </c:pt>
                <c:pt idx="30313">
                  <c:v>72683</c:v>
                </c:pt>
                <c:pt idx="30314">
                  <c:v>72684</c:v>
                </c:pt>
                <c:pt idx="30315">
                  <c:v>72685</c:v>
                </c:pt>
                <c:pt idx="30316">
                  <c:v>72686</c:v>
                </c:pt>
                <c:pt idx="30317">
                  <c:v>72687</c:v>
                </c:pt>
                <c:pt idx="30318">
                  <c:v>72688</c:v>
                </c:pt>
                <c:pt idx="30319">
                  <c:v>72689</c:v>
                </c:pt>
                <c:pt idx="30320">
                  <c:v>72690</c:v>
                </c:pt>
                <c:pt idx="30321">
                  <c:v>72691</c:v>
                </c:pt>
                <c:pt idx="30322">
                  <c:v>72692</c:v>
                </c:pt>
                <c:pt idx="30323">
                  <c:v>72693</c:v>
                </c:pt>
                <c:pt idx="30324">
                  <c:v>72694</c:v>
                </c:pt>
                <c:pt idx="30325">
                  <c:v>72695</c:v>
                </c:pt>
                <c:pt idx="30326">
                  <c:v>72696</c:v>
                </c:pt>
                <c:pt idx="30327">
                  <c:v>72697</c:v>
                </c:pt>
                <c:pt idx="30328">
                  <c:v>72698</c:v>
                </c:pt>
                <c:pt idx="30329">
                  <c:v>72699</c:v>
                </c:pt>
                <c:pt idx="30330">
                  <c:v>72700</c:v>
                </c:pt>
                <c:pt idx="30331">
                  <c:v>72701</c:v>
                </c:pt>
                <c:pt idx="30332">
                  <c:v>72702</c:v>
                </c:pt>
                <c:pt idx="30333">
                  <c:v>72703</c:v>
                </c:pt>
                <c:pt idx="30334">
                  <c:v>72704</c:v>
                </c:pt>
                <c:pt idx="30335">
                  <c:v>72705</c:v>
                </c:pt>
                <c:pt idx="30336">
                  <c:v>72706</c:v>
                </c:pt>
                <c:pt idx="30337">
                  <c:v>72707</c:v>
                </c:pt>
                <c:pt idx="30338">
                  <c:v>72708</c:v>
                </c:pt>
                <c:pt idx="30339">
                  <c:v>72709</c:v>
                </c:pt>
                <c:pt idx="30340">
                  <c:v>72710</c:v>
                </c:pt>
                <c:pt idx="30341">
                  <c:v>72711</c:v>
                </c:pt>
                <c:pt idx="30342">
                  <c:v>72712</c:v>
                </c:pt>
                <c:pt idx="30343">
                  <c:v>72713</c:v>
                </c:pt>
                <c:pt idx="30344">
                  <c:v>72714</c:v>
                </c:pt>
                <c:pt idx="30345">
                  <c:v>72715</c:v>
                </c:pt>
                <c:pt idx="30346">
                  <c:v>72716</c:v>
                </c:pt>
                <c:pt idx="30347">
                  <c:v>72717</c:v>
                </c:pt>
                <c:pt idx="30348">
                  <c:v>72718</c:v>
                </c:pt>
                <c:pt idx="30349">
                  <c:v>72719</c:v>
                </c:pt>
                <c:pt idx="30350">
                  <c:v>72720</c:v>
                </c:pt>
                <c:pt idx="30351">
                  <c:v>72721</c:v>
                </c:pt>
                <c:pt idx="30352">
                  <c:v>72722</c:v>
                </c:pt>
                <c:pt idx="30353">
                  <c:v>72723</c:v>
                </c:pt>
                <c:pt idx="30354">
                  <c:v>72724</c:v>
                </c:pt>
                <c:pt idx="30355">
                  <c:v>72725</c:v>
                </c:pt>
                <c:pt idx="30356">
                  <c:v>72726</c:v>
                </c:pt>
                <c:pt idx="30357">
                  <c:v>72727</c:v>
                </c:pt>
                <c:pt idx="30358">
                  <c:v>72728</c:v>
                </c:pt>
                <c:pt idx="30359">
                  <c:v>72729</c:v>
                </c:pt>
                <c:pt idx="30360">
                  <c:v>72730</c:v>
                </c:pt>
                <c:pt idx="30361">
                  <c:v>72731</c:v>
                </c:pt>
                <c:pt idx="30362">
                  <c:v>72732</c:v>
                </c:pt>
                <c:pt idx="30363">
                  <c:v>72733</c:v>
                </c:pt>
                <c:pt idx="30364">
                  <c:v>72734</c:v>
                </c:pt>
                <c:pt idx="30365">
                  <c:v>72735</c:v>
                </c:pt>
                <c:pt idx="30366">
                  <c:v>72736</c:v>
                </c:pt>
                <c:pt idx="30367">
                  <c:v>72737</c:v>
                </c:pt>
                <c:pt idx="30368">
                  <c:v>72738</c:v>
                </c:pt>
                <c:pt idx="30369">
                  <c:v>72739</c:v>
                </c:pt>
                <c:pt idx="30370">
                  <c:v>72740</c:v>
                </c:pt>
                <c:pt idx="30371">
                  <c:v>72741</c:v>
                </c:pt>
                <c:pt idx="30372">
                  <c:v>72742</c:v>
                </c:pt>
                <c:pt idx="30373">
                  <c:v>72743</c:v>
                </c:pt>
                <c:pt idx="30374">
                  <c:v>72744</c:v>
                </c:pt>
                <c:pt idx="30375">
                  <c:v>72745</c:v>
                </c:pt>
                <c:pt idx="30376">
                  <c:v>72746</c:v>
                </c:pt>
                <c:pt idx="30377">
                  <c:v>72747</c:v>
                </c:pt>
                <c:pt idx="30378">
                  <c:v>72748</c:v>
                </c:pt>
                <c:pt idx="30379">
                  <c:v>72749</c:v>
                </c:pt>
                <c:pt idx="30380">
                  <c:v>72750</c:v>
                </c:pt>
                <c:pt idx="30381">
                  <c:v>72751</c:v>
                </c:pt>
                <c:pt idx="30382">
                  <c:v>72752</c:v>
                </c:pt>
                <c:pt idx="30383">
                  <c:v>72753</c:v>
                </c:pt>
                <c:pt idx="30384">
                  <c:v>72754</c:v>
                </c:pt>
                <c:pt idx="30385">
                  <c:v>72755</c:v>
                </c:pt>
                <c:pt idx="30386">
                  <c:v>72756</c:v>
                </c:pt>
                <c:pt idx="30387">
                  <c:v>72757</c:v>
                </c:pt>
                <c:pt idx="30388">
                  <c:v>72758</c:v>
                </c:pt>
                <c:pt idx="30389">
                  <c:v>72759</c:v>
                </c:pt>
                <c:pt idx="30390">
                  <c:v>72760</c:v>
                </c:pt>
                <c:pt idx="30391">
                  <c:v>72761</c:v>
                </c:pt>
                <c:pt idx="30392">
                  <c:v>72762</c:v>
                </c:pt>
                <c:pt idx="30393">
                  <c:v>72763</c:v>
                </c:pt>
                <c:pt idx="30394">
                  <c:v>72764</c:v>
                </c:pt>
                <c:pt idx="30395">
                  <c:v>72765</c:v>
                </c:pt>
                <c:pt idx="30396">
                  <c:v>72766</c:v>
                </c:pt>
                <c:pt idx="30397">
                  <c:v>72767</c:v>
                </c:pt>
                <c:pt idx="30398">
                  <c:v>72768</c:v>
                </c:pt>
                <c:pt idx="30399">
                  <c:v>72769</c:v>
                </c:pt>
                <c:pt idx="30400">
                  <c:v>72770</c:v>
                </c:pt>
                <c:pt idx="30401">
                  <c:v>72771</c:v>
                </c:pt>
                <c:pt idx="30402">
                  <c:v>72772</c:v>
                </c:pt>
                <c:pt idx="30403">
                  <c:v>72773</c:v>
                </c:pt>
                <c:pt idx="30404">
                  <c:v>72774</c:v>
                </c:pt>
                <c:pt idx="30405">
                  <c:v>72775</c:v>
                </c:pt>
                <c:pt idx="30406">
                  <c:v>72776</c:v>
                </c:pt>
                <c:pt idx="30407">
                  <c:v>72777</c:v>
                </c:pt>
                <c:pt idx="30408">
                  <c:v>72778</c:v>
                </c:pt>
                <c:pt idx="30409">
                  <c:v>72779</c:v>
                </c:pt>
                <c:pt idx="30410">
                  <c:v>72780</c:v>
                </c:pt>
                <c:pt idx="30411">
                  <c:v>72781</c:v>
                </c:pt>
                <c:pt idx="30412">
                  <c:v>72782</c:v>
                </c:pt>
                <c:pt idx="30413">
                  <c:v>72783</c:v>
                </c:pt>
                <c:pt idx="30414">
                  <c:v>72784</c:v>
                </c:pt>
                <c:pt idx="30415">
                  <c:v>72785</c:v>
                </c:pt>
                <c:pt idx="30416">
                  <c:v>72786</c:v>
                </c:pt>
                <c:pt idx="30417">
                  <c:v>72787</c:v>
                </c:pt>
                <c:pt idx="30418">
                  <c:v>72788</c:v>
                </c:pt>
                <c:pt idx="30419">
                  <c:v>72789</c:v>
                </c:pt>
                <c:pt idx="30420">
                  <c:v>72790</c:v>
                </c:pt>
                <c:pt idx="30421">
                  <c:v>72791</c:v>
                </c:pt>
                <c:pt idx="30422">
                  <c:v>72792</c:v>
                </c:pt>
                <c:pt idx="30423">
                  <c:v>72793</c:v>
                </c:pt>
                <c:pt idx="30424">
                  <c:v>72794</c:v>
                </c:pt>
                <c:pt idx="30425">
                  <c:v>72795</c:v>
                </c:pt>
                <c:pt idx="30426">
                  <c:v>72796</c:v>
                </c:pt>
                <c:pt idx="30427">
                  <c:v>72797</c:v>
                </c:pt>
                <c:pt idx="30428">
                  <c:v>72798</c:v>
                </c:pt>
                <c:pt idx="30429">
                  <c:v>72799</c:v>
                </c:pt>
                <c:pt idx="30430">
                  <c:v>72800</c:v>
                </c:pt>
                <c:pt idx="30431">
                  <c:v>72801</c:v>
                </c:pt>
                <c:pt idx="30432">
                  <c:v>72802</c:v>
                </c:pt>
                <c:pt idx="30433">
                  <c:v>72803</c:v>
                </c:pt>
                <c:pt idx="30434">
                  <c:v>72804</c:v>
                </c:pt>
                <c:pt idx="30435">
                  <c:v>72805</c:v>
                </c:pt>
                <c:pt idx="30436">
                  <c:v>72806</c:v>
                </c:pt>
                <c:pt idx="30437">
                  <c:v>72807</c:v>
                </c:pt>
                <c:pt idx="30438">
                  <c:v>72808</c:v>
                </c:pt>
                <c:pt idx="30439">
                  <c:v>72809</c:v>
                </c:pt>
                <c:pt idx="30440">
                  <c:v>72810</c:v>
                </c:pt>
                <c:pt idx="30441">
                  <c:v>72811</c:v>
                </c:pt>
                <c:pt idx="30442">
                  <c:v>72812</c:v>
                </c:pt>
                <c:pt idx="30443">
                  <c:v>72813</c:v>
                </c:pt>
                <c:pt idx="30444">
                  <c:v>72814</c:v>
                </c:pt>
                <c:pt idx="30445">
                  <c:v>72815</c:v>
                </c:pt>
                <c:pt idx="30446">
                  <c:v>72816</c:v>
                </c:pt>
                <c:pt idx="30447">
                  <c:v>72817</c:v>
                </c:pt>
                <c:pt idx="30448">
                  <c:v>72818</c:v>
                </c:pt>
                <c:pt idx="30449">
                  <c:v>72819</c:v>
                </c:pt>
                <c:pt idx="30450">
                  <c:v>72820</c:v>
                </c:pt>
                <c:pt idx="30451">
                  <c:v>72821</c:v>
                </c:pt>
                <c:pt idx="30452">
                  <c:v>72822</c:v>
                </c:pt>
                <c:pt idx="30453">
                  <c:v>72823</c:v>
                </c:pt>
                <c:pt idx="30454">
                  <c:v>72824</c:v>
                </c:pt>
                <c:pt idx="30455">
                  <c:v>72825</c:v>
                </c:pt>
                <c:pt idx="30456">
                  <c:v>72826</c:v>
                </c:pt>
                <c:pt idx="30457">
                  <c:v>72827</c:v>
                </c:pt>
                <c:pt idx="30458">
                  <c:v>72828</c:v>
                </c:pt>
                <c:pt idx="30459">
                  <c:v>72829</c:v>
                </c:pt>
                <c:pt idx="30460">
                  <c:v>72830</c:v>
                </c:pt>
                <c:pt idx="30461">
                  <c:v>72831</c:v>
                </c:pt>
                <c:pt idx="30462">
                  <c:v>72832</c:v>
                </c:pt>
                <c:pt idx="30463">
                  <c:v>72833</c:v>
                </c:pt>
                <c:pt idx="30464">
                  <c:v>72834</c:v>
                </c:pt>
                <c:pt idx="30465">
                  <c:v>72835</c:v>
                </c:pt>
                <c:pt idx="30466">
                  <c:v>72836</c:v>
                </c:pt>
                <c:pt idx="30467">
                  <c:v>72837</c:v>
                </c:pt>
                <c:pt idx="30468">
                  <c:v>72838</c:v>
                </c:pt>
                <c:pt idx="30469">
                  <c:v>72839</c:v>
                </c:pt>
                <c:pt idx="30470">
                  <c:v>72840</c:v>
                </c:pt>
                <c:pt idx="30471">
                  <c:v>72841</c:v>
                </c:pt>
                <c:pt idx="30472">
                  <c:v>72842</c:v>
                </c:pt>
                <c:pt idx="30473">
                  <c:v>72843</c:v>
                </c:pt>
                <c:pt idx="30474">
                  <c:v>72844</c:v>
                </c:pt>
                <c:pt idx="30475">
                  <c:v>72845</c:v>
                </c:pt>
                <c:pt idx="30476">
                  <c:v>72846</c:v>
                </c:pt>
                <c:pt idx="30477">
                  <c:v>72847</c:v>
                </c:pt>
                <c:pt idx="30478">
                  <c:v>72848</c:v>
                </c:pt>
                <c:pt idx="30479">
                  <c:v>72849</c:v>
                </c:pt>
                <c:pt idx="30480">
                  <c:v>72850</c:v>
                </c:pt>
                <c:pt idx="30481">
                  <c:v>72851</c:v>
                </c:pt>
                <c:pt idx="30482">
                  <c:v>72852</c:v>
                </c:pt>
                <c:pt idx="30483">
                  <c:v>72853</c:v>
                </c:pt>
                <c:pt idx="30484">
                  <c:v>72854</c:v>
                </c:pt>
                <c:pt idx="30485">
                  <c:v>72855</c:v>
                </c:pt>
                <c:pt idx="30486">
                  <c:v>72856</c:v>
                </c:pt>
                <c:pt idx="30487">
                  <c:v>72857</c:v>
                </c:pt>
                <c:pt idx="30488">
                  <c:v>72858</c:v>
                </c:pt>
                <c:pt idx="30489">
                  <c:v>72859</c:v>
                </c:pt>
                <c:pt idx="30490">
                  <c:v>72860</c:v>
                </c:pt>
                <c:pt idx="30491">
                  <c:v>72861</c:v>
                </c:pt>
                <c:pt idx="30492">
                  <c:v>72862</c:v>
                </c:pt>
                <c:pt idx="30493">
                  <c:v>72863</c:v>
                </c:pt>
                <c:pt idx="30494">
                  <c:v>72864</c:v>
                </c:pt>
                <c:pt idx="30495">
                  <c:v>72865</c:v>
                </c:pt>
                <c:pt idx="30496">
                  <c:v>72866</c:v>
                </c:pt>
                <c:pt idx="30497">
                  <c:v>72867</c:v>
                </c:pt>
                <c:pt idx="30498">
                  <c:v>72868</c:v>
                </c:pt>
                <c:pt idx="30499">
                  <c:v>72869</c:v>
                </c:pt>
                <c:pt idx="30500">
                  <c:v>72870</c:v>
                </c:pt>
                <c:pt idx="30501">
                  <c:v>72871</c:v>
                </c:pt>
                <c:pt idx="30502">
                  <c:v>72872</c:v>
                </c:pt>
                <c:pt idx="30503">
                  <c:v>72873</c:v>
                </c:pt>
                <c:pt idx="30504">
                  <c:v>72874</c:v>
                </c:pt>
                <c:pt idx="30505">
                  <c:v>72875</c:v>
                </c:pt>
                <c:pt idx="30506">
                  <c:v>72876</c:v>
                </c:pt>
                <c:pt idx="30507">
                  <c:v>72877</c:v>
                </c:pt>
                <c:pt idx="30508">
                  <c:v>72878</c:v>
                </c:pt>
                <c:pt idx="30509">
                  <c:v>72879</c:v>
                </c:pt>
                <c:pt idx="30510">
                  <c:v>72880</c:v>
                </c:pt>
                <c:pt idx="30511">
                  <c:v>72881</c:v>
                </c:pt>
                <c:pt idx="30512">
                  <c:v>72882</c:v>
                </c:pt>
                <c:pt idx="30513">
                  <c:v>72883</c:v>
                </c:pt>
                <c:pt idx="30514">
                  <c:v>72884</c:v>
                </c:pt>
                <c:pt idx="30515">
                  <c:v>72885</c:v>
                </c:pt>
                <c:pt idx="30516">
                  <c:v>72886</c:v>
                </c:pt>
                <c:pt idx="30517">
                  <c:v>72887</c:v>
                </c:pt>
                <c:pt idx="30518">
                  <c:v>72888</c:v>
                </c:pt>
                <c:pt idx="30519">
                  <c:v>72889</c:v>
                </c:pt>
                <c:pt idx="30520">
                  <c:v>72890</c:v>
                </c:pt>
                <c:pt idx="30521">
                  <c:v>72891</c:v>
                </c:pt>
                <c:pt idx="30522">
                  <c:v>72892</c:v>
                </c:pt>
                <c:pt idx="30523">
                  <c:v>72893</c:v>
                </c:pt>
                <c:pt idx="30524">
                  <c:v>72894</c:v>
                </c:pt>
                <c:pt idx="30525">
                  <c:v>72895</c:v>
                </c:pt>
                <c:pt idx="30526">
                  <c:v>72896</c:v>
                </c:pt>
                <c:pt idx="30527">
                  <c:v>72897</c:v>
                </c:pt>
                <c:pt idx="30528">
                  <c:v>72898</c:v>
                </c:pt>
                <c:pt idx="30529">
                  <c:v>72899</c:v>
                </c:pt>
                <c:pt idx="30530">
                  <c:v>72900</c:v>
                </c:pt>
                <c:pt idx="30531">
                  <c:v>72901</c:v>
                </c:pt>
                <c:pt idx="30532">
                  <c:v>72902</c:v>
                </c:pt>
                <c:pt idx="30533">
                  <c:v>72903</c:v>
                </c:pt>
                <c:pt idx="30534">
                  <c:v>72904</c:v>
                </c:pt>
                <c:pt idx="30535">
                  <c:v>72905</c:v>
                </c:pt>
                <c:pt idx="30536">
                  <c:v>72906</c:v>
                </c:pt>
                <c:pt idx="30537">
                  <c:v>72907</c:v>
                </c:pt>
                <c:pt idx="30538">
                  <c:v>72908</c:v>
                </c:pt>
                <c:pt idx="30539">
                  <c:v>72909</c:v>
                </c:pt>
                <c:pt idx="30540">
                  <c:v>72910</c:v>
                </c:pt>
                <c:pt idx="30541">
                  <c:v>72911</c:v>
                </c:pt>
                <c:pt idx="30542">
                  <c:v>72912</c:v>
                </c:pt>
                <c:pt idx="30543">
                  <c:v>72913</c:v>
                </c:pt>
                <c:pt idx="30544">
                  <c:v>72914</c:v>
                </c:pt>
                <c:pt idx="30545">
                  <c:v>72915</c:v>
                </c:pt>
                <c:pt idx="30546">
                  <c:v>72916</c:v>
                </c:pt>
                <c:pt idx="30547">
                  <c:v>72917</c:v>
                </c:pt>
                <c:pt idx="30548">
                  <c:v>72918</c:v>
                </c:pt>
                <c:pt idx="30549">
                  <c:v>72919</c:v>
                </c:pt>
                <c:pt idx="30550">
                  <c:v>72920</c:v>
                </c:pt>
                <c:pt idx="30551">
                  <c:v>72921</c:v>
                </c:pt>
                <c:pt idx="30552">
                  <c:v>72922</c:v>
                </c:pt>
                <c:pt idx="30553">
                  <c:v>72923</c:v>
                </c:pt>
                <c:pt idx="30554">
                  <c:v>72924</c:v>
                </c:pt>
                <c:pt idx="30555">
                  <c:v>72925</c:v>
                </c:pt>
                <c:pt idx="30556">
                  <c:v>72926</c:v>
                </c:pt>
                <c:pt idx="30557">
                  <c:v>72927</c:v>
                </c:pt>
                <c:pt idx="30558">
                  <c:v>72928</c:v>
                </c:pt>
                <c:pt idx="30559">
                  <c:v>72929</c:v>
                </c:pt>
                <c:pt idx="30560">
                  <c:v>72930</c:v>
                </c:pt>
                <c:pt idx="30561">
                  <c:v>72931</c:v>
                </c:pt>
                <c:pt idx="30562">
                  <c:v>72932</c:v>
                </c:pt>
                <c:pt idx="30563">
                  <c:v>72933</c:v>
                </c:pt>
                <c:pt idx="30564">
                  <c:v>72934</c:v>
                </c:pt>
                <c:pt idx="30565">
                  <c:v>72935</c:v>
                </c:pt>
                <c:pt idx="30566">
                  <c:v>72936</c:v>
                </c:pt>
                <c:pt idx="30567">
                  <c:v>72937</c:v>
                </c:pt>
                <c:pt idx="30568">
                  <c:v>72938</c:v>
                </c:pt>
                <c:pt idx="30569">
                  <c:v>72939</c:v>
                </c:pt>
                <c:pt idx="30570">
                  <c:v>72940</c:v>
                </c:pt>
                <c:pt idx="30571">
                  <c:v>72941</c:v>
                </c:pt>
                <c:pt idx="30572">
                  <c:v>72942</c:v>
                </c:pt>
                <c:pt idx="30573">
                  <c:v>72943</c:v>
                </c:pt>
                <c:pt idx="30574">
                  <c:v>72944</c:v>
                </c:pt>
                <c:pt idx="30575">
                  <c:v>72945</c:v>
                </c:pt>
                <c:pt idx="30576">
                  <c:v>72946</c:v>
                </c:pt>
                <c:pt idx="30577">
                  <c:v>72947</c:v>
                </c:pt>
                <c:pt idx="30578">
                  <c:v>72948</c:v>
                </c:pt>
                <c:pt idx="30579">
                  <c:v>72949</c:v>
                </c:pt>
                <c:pt idx="30580">
                  <c:v>72950</c:v>
                </c:pt>
                <c:pt idx="30581">
                  <c:v>72951</c:v>
                </c:pt>
                <c:pt idx="30582">
                  <c:v>72952</c:v>
                </c:pt>
                <c:pt idx="30583">
                  <c:v>72953</c:v>
                </c:pt>
                <c:pt idx="30584">
                  <c:v>72954</c:v>
                </c:pt>
                <c:pt idx="30585">
                  <c:v>72955</c:v>
                </c:pt>
                <c:pt idx="30586">
                  <c:v>72956</c:v>
                </c:pt>
                <c:pt idx="30587">
                  <c:v>72957</c:v>
                </c:pt>
                <c:pt idx="30588">
                  <c:v>72958</c:v>
                </c:pt>
                <c:pt idx="30589">
                  <c:v>72959</c:v>
                </c:pt>
                <c:pt idx="30590">
                  <c:v>72960</c:v>
                </c:pt>
                <c:pt idx="30591">
                  <c:v>72961</c:v>
                </c:pt>
                <c:pt idx="30592">
                  <c:v>72962</c:v>
                </c:pt>
                <c:pt idx="30593">
                  <c:v>72963</c:v>
                </c:pt>
                <c:pt idx="30594">
                  <c:v>72964</c:v>
                </c:pt>
                <c:pt idx="30595">
                  <c:v>72965</c:v>
                </c:pt>
                <c:pt idx="30596">
                  <c:v>72966</c:v>
                </c:pt>
                <c:pt idx="30597">
                  <c:v>72967</c:v>
                </c:pt>
                <c:pt idx="30598">
                  <c:v>72968</c:v>
                </c:pt>
                <c:pt idx="30599">
                  <c:v>72969</c:v>
                </c:pt>
                <c:pt idx="30600">
                  <c:v>72970</c:v>
                </c:pt>
                <c:pt idx="30601">
                  <c:v>72971</c:v>
                </c:pt>
                <c:pt idx="30602">
                  <c:v>72972</c:v>
                </c:pt>
                <c:pt idx="30603">
                  <c:v>72973</c:v>
                </c:pt>
                <c:pt idx="30604">
                  <c:v>72974</c:v>
                </c:pt>
                <c:pt idx="30605">
                  <c:v>72975</c:v>
                </c:pt>
                <c:pt idx="30606">
                  <c:v>72976</c:v>
                </c:pt>
                <c:pt idx="30607">
                  <c:v>72977</c:v>
                </c:pt>
                <c:pt idx="30608">
                  <c:v>72978</c:v>
                </c:pt>
                <c:pt idx="30609">
                  <c:v>72979</c:v>
                </c:pt>
                <c:pt idx="30610">
                  <c:v>72980</c:v>
                </c:pt>
                <c:pt idx="30611">
                  <c:v>72981</c:v>
                </c:pt>
                <c:pt idx="30612">
                  <c:v>72982</c:v>
                </c:pt>
                <c:pt idx="30613">
                  <c:v>72983</c:v>
                </c:pt>
                <c:pt idx="30614">
                  <c:v>72984</c:v>
                </c:pt>
                <c:pt idx="30615">
                  <c:v>72985</c:v>
                </c:pt>
                <c:pt idx="30616">
                  <c:v>72986</c:v>
                </c:pt>
                <c:pt idx="30617">
                  <c:v>72987</c:v>
                </c:pt>
                <c:pt idx="30618">
                  <c:v>72988</c:v>
                </c:pt>
                <c:pt idx="30619">
                  <c:v>72989</c:v>
                </c:pt>
                <c:pt idx="30620">
                  <c:v>72990</c:v>
                </c:pt>
                <c:pt idx="30621">
                  <c:v>72991</c:v>
                </c:pt>
                <c:pt idx="30622">
                  <c:v>72992</c:v>
                </c:pt>
                <c:pt idx="30623">
                  <c:v>72993</c:v>
                </c:pt>
                <c:pt idx="30624">
                  <c:v>72994</c:v>
                </c:pt>
                <c:pt idx="30625">
                  <c:v>72995</c:v>
                </c:pt>
                <c:pt idx="30626">
                  <c:v>72996</c:v>
                </c:pt>
                <c:pt idx="30627">
                  <c:v>72997</c:v>
                </c:pt>
                <c:pt idx="30628">
                  <c:v>72998</c:v>
                </c:pt>
                <c:pt idx="30629">
                  <c:v>72999</c:v>
                </c:pt>
                <c:pt idx="30630">
                  <c:v>73000</c:v>
                </c:pt>
                <c:pt idx="30631">
                  <c:v>73001</c:v>
                </c:pt>
                <c:pt idx="30632">
                  <c:v>73002</c:v>
                </c:pt>
                <c:pt idx="30633">
                  <c:v>73003</c:v>
                </c:pt>
                <c:pt idx="30634">
                  <c:v>73004</c:v>
                </c:pt>
                <c:pt idx="30635">
                  <c:v>73005</c:v>
                </c:pt>
                <c:pt idx="30636">
                  <c:v>73006</c:v>
                </c:pt>
                <c:pt idx="30637">
                  <c:v>73007</c:v>
                </c:pt>
                <c:pt idx="30638">
                  <c:v>73008</c:v>
                </c:pt>
                <c:pt idx="30639">
                  <c:v>73009</c:v>
                </c:pt>
                <c:pt idx="30640">
                  <c:v>73010</c:v>
                </c:pt>
                <c:pt idx="30641">
                  <c:v>73011</c:v>
                </c:pt>
                <c:pt idx="30642">
                  <c:v>73012</c:v>
                </c:pt>
                <c:pt idx="30643">
                  <c:v>73013</c:v>
                </c:pt>
                <c:pt idx="30644">
                  <c:v>73014</c:v>
                </c:pt>
                <c:pt idx="30645">
                  <c:v>73015</c:v>
                </c:pt>
                <c:pt idx="30646">
                  <c:v>73016</c:v>
                </c:pt>
                <c:pt idx="30647">
                  <c:v>73017</c:v>
                </c:pt>
                <c:pt idx="30648">
                  <c:v>73018</c:v>
                </c:pt>
                <c:pt idx="30649">
                  <c:v>73019</c:v>
                </c:pt>
                <c:pt idx="30650">
                  <c:v>73020</c:v>
                </c:pt>
                <c:pt idx="30651">
                  <c:v>73021</c:v>
                </c:pt>
                <c:pt idx="30652">
                  <c:v>73022</c:v>
                </c:pt>
                <c:pt idx="30653">
                  <c:v>73023</c:v>
                </c:pt>
                <c:pt idx="30654">
                  <c:v>73024</c:v>
                </c:pt>
                <c:pt idx="30655">
                  <c:v>73025</c:v>
                </c:pt>
                <c:pt idx="30656">
                  <c:v>73026</c:v>
                </c:pt>
                <c:pt idx="30657">
                  <c:v>73027</c:v>
                </c:pt>
                <c:pt idx="30658">
                  <c:v>73028</c:v>
                </c:pt>
                <c:pt idx="30659">
                  <c:v>73029</c:v>
                </c:pt>
                <c:pt idx="30660">
                  <c:v>73030</c:v>
                </c:pt>
                <c:pt idx="30661">
                  <c:v>73031</c:v>
                </c:pt>
                <c:pt idx="30662">
                  <c:v>73032</c:v>
                </c:pt>
                <c:pt idx="30663">
                  <c:v>73033</c:v>
                </c:pt>
                <c:pt idx="30664">
                  <c:v>73034</c:v>
                </c:pt>
                <c:pt idx="30665">
                  <c:v>73035</c:v>
                </c:pt>
                <c:pt idx="30666">
                  <c:v>73036</c:v>
                </c:pt>
                <c:pt idx="30667">
                  <c:v>73037</c:v>
                </c:pt>
                <c:pt idx="30668">
                  <c:v>73038</c:v>
                </c:pt>
                <c:pt idx="30669">
                  <c:v>73039</c:v>
                </c:pt>
                <c:pt idx="30670">
                  <c:v>73040</c:v>
                </c:pt>
                <c:pt idx="30671">
                  <c:v>73041</c:v>
                </c:pt>
                <c:pt idx="30672">
                  <c:v>73042</c:v>
                </c:pt>
                <c:pt idx="30673">
                  <c:v>73043</c:v>
                </c:pt>
                <c:pt idx="30674">
                  <c:v>73044</c:v>
                </c:pt>
                <c:pt idx="30675">
                  <c:v>73045</c:v>
                </c:pt>
                <c:pt idx="30676">
                  <c:v>73046</c:v>
                </c:pt>
                <c:pt idx="30677">
                  <c:v>73047</c:v>
                </c:pt>
                <c:pt idx="30678">
                  <c:v>73048</c:v>
                </c:pt>
                <c:pt idx="30679">
                  <c:v>73049</c:v>
                </c:pt>
                <c:pt idx="30680">
                  <c:v>73050</c:v>
                </c:pt>
                <c:pt idx="30681">
                  <c:v>73051</c:v>
                </c:pt>
                <c:pt idx="30682">
                  <c:v>73052</c:v>
                </c:pt>
                <c:pt idx="30683">
                  <c:v>73053</c:v>
                </c:pt>
                <c:pt idx="30684">
                  <c:v>73054</c:v>
                </c:pt>
                <c:pt idx="30685">
                  <c:v>73055</c:v>
                </c:pt>
                <c:pt idx="30686">
                  <c:v>73056</c:v>
                </c:pt>
                <c:pt idx="30687">
                  <c:v>73057</c:v>
                </c:pt>
                <c:pt idx="30688">
                  <c:v>73058</c:v>
                </c:pt>
                <c:pt idx="30689">
                  <c:v>73059</c:v>
                </c:pt>
                <c:pt idx="30690">
                  <c:v>73060</c:v>
                </c:pt>
                <c:pt idx="30691">
                  <c:v>73061</c:v>
                </c:pt>
                <c:pt idx="30692">
                  <c:v>73062</c:v>
                </c:pt>
                <c:pt idx="30693">
                  <c:v>73063</c:v>
                </c:pt>
                <c:pt idx="30694">
                  <c:v>73064</c:v>
                </c:pt>
                <c:pt idx="30695">
                  <c:v>73065</c:v>
                </c:pt>
                <c:pt idx="30696">
                  <c:v>73066</c:v>
                </c:pt>
                <c:pt idx="30697">
                  <c:v>73067</c:v>
                </c:pt>
                <c:pt idx="30698">
                  <c:v>73068</c:v>
                </c:pt>
                <c:pt idx="30699">
                  <c:v>73069</c:v>
                </c:pt>
                <c:pt idx="30700">
                  <c:v>73070</c:v>
                </c:pt>
                <c:pt idx="30701">
                  <c:v>73071</c:v>
                </c:pt>
                <c:pt idx="30702">
                  <c:v>73072</c:v>
                </c:pt>
                <c:pt idx="30703">
                  <c:v>73073</c:v>
                </c:pt>
                <c:pt idx="30704">
                  <c:v>73074</c:v>
                </c:pt>
                <c:pt idx="30705">
                  <c:v>73075</c:v>
                </c:pt>
                <c:pt idx="30706">
                  <c:v>73076</c:v>
                </c:pt>
                <c:pt idx="30707">
                  <c:v>73077</c:v>
                </c:pt>
                <c:pt idx="30708">
                  <c:v>73078</c:v>
                </c:pt>
                <c:pt idx="30709">
                  <c:v>73079</c:v>
                </c:pt>
                <c:pt idx="30710">
                  <c:v>73080</c:v>
                </c:pt>
                <c:pt idx="30711">
                  <c:v>73081</c:v>
                </c:pt>
                <c:pt idx="30712">
                  <c:v>73082</c:v>
                </c:pt>
                <c:pt idx="30713">
                  <c:v>73083</c:v>
                </c:pt>
                <c:pt idx="30714">
                  <c:v>73084</c:v>
                </c:pt>
                <c:pt idx="30715">
                  <c:v>73085</c:v>
                </c:pt>
                <c:pt idx="30716">
                  <c:v>73086</c:v>
                </c:pt>
                <c:pt idx="30717">
                  <c:v>73087</c:v>
                </c:pt>
                <c:pt idx="30718">
                  <c:v>73088</c:v>
                </c:pt>
                <c:pt idx="30719">
                  <c:v>73089</c:v>
                </c:pt>
                <c:pt idx="30720">
                  <c:v>73090</c:v>
                </c:pt>
                <c:pt idx="30721">
                  <c:v>73091</c:v>
                </c:pt>
                <c:pt idx="30722">
                  <c:v>73092</c:v>
                </c:pt>
                <c:pt idx="30723">
                  <c:v>73093</c:v>
                </c:pt>
                <c:pt idx="30724">
                  <c:v>73094</c:v>
                </c:pt>
                <c:pt idx="30725">
                  <c:v>73095</c:v>
                </c:pt>
                <c:pt idx="30726">
                  <c:v>73096</c:v>
                </c:pt>
                <c:pt idx="30727">
                  <c:v>73097</c:v>
                </c:pt>
                <c:pt idx="30728">
                  <c:v>73098</c:v>
                </c:pt>
                <c:pt idx="30729">
                  <c:v>73099</c:v>
                </c:pt>
                <c:pt idx="30730">
                  <c:v>73100</c:v>
                </c:pt>
                <c:pt idx="30731">
                  <c:v>73101</c:v>
                </c:pt>
                <c:pt idx="30732">
                  <c:v>73102</c:v>
                </c:pt>
                <c:pt idx="30733">
                  <c:v>73103</c:v>
                </c:pt>
                <c:pt idx="30734">
                  <c:v>73104</c:v>
                </c:pt>
                <c:pt idx="30735">
                  <c:v>73105</c:v>
                </c:pt>
                <c:pt idx="30736">
                  <c:v>73106</c:v>
                </c:pt>
                <c:pt idx="30737">
                  <c:v>73107</c:v>
                </c:pt>
                <c:pt idx="30738">
                  <c:v>73108</c:v>
                </c:pt>
                <c:pt idx="30739">
                  <c:v>73109</c:v>
                </c:pt>
                <c:pt idx="30740">
                  <c:v>73110</c:v>
                </c:pt>
                <c:pt idx="30741">
                  <c:v>73111</c:v>
                </c:pt>
                <c:pt idx="30742">
                  <c:v>73112</c:v>
                </c:pt>
                <c:pt idx="30743">
                  <c:v>73113</c:v>
                </c:pt>
                <c:pt idx="30744">
                  <c:v>73114</c:v>
                </c:pt>
                <c:pt idx="30745">
                  <c:v>73115</c:v>
                </c:pt>
                <c:pt idx="30746">
                  <c:v>73116</c:v>
                </c:pt>
                <c:pt idx="30747">
                  <c:v>73117</c:v>
                </c:pt>
                <c:pt idx="30748">
                  <c:v>73118</c:v>
                </c:pt>
                <c:pt idx="30749">
                  <c:v>73119</c:v>
                </c:pt>
                <c:pt idx="30750">
                  <c:v>73120</c:v>
                </c:pt>
                <c:pt idx="30751">
                  <c:v>73121</c:v>
                </c:pt>
                <c:pt idx="30752">
                  <c:v>73122</c:v>
                </c:pt>
                <c:pt idx="30753">
                  <c:v>73123</c:v>
                </c:pt>
                <c:pt idx="30754">
                  <c:v>73124</c:v>
                </c:pt>
                <c:pt idx="30755">
                  <c:v>73125</c:v>
                </c:pt>
                <c:pt idx="30756">
                  <c:v>73126</c:v>
                </c:pt>
                <c:pt idx="30757">
                  <c:v>73127</c:v>
                </c:pt>
                <c:pt idx="30758">
                  <c:v>73128</c:v>
                </c:pt>
                <c:pt idx="30759">
                  <c:v>73129</c:v>
                </c:pt>
                <c:pt idx="30760">
                  <c:v>73130</c:v>
                </c:pt>
                <c:pt idx="30761">
                  <c:v>73131</c:v>
                </c:pt>
                <c:pt idx="30762">
                  <c:v>73132</c:v>
                </c:pt>
                <c:pt idx="30763">
                  <c:v>73133</c:v>
                </c:pt>
                <c:pt idx="30764">
                  <c:v>73134</c:v>
                </c:pt>
                <c:pt idx="30765">
                  <c:v>73135</c:v>
                </c:pt>
                <c:pt idx="30766">
                  <c:v>73136</c:v>
                </c:pt>
                <c:pt idx="30767">
                  <c:v>73137</c:v>
                </c:pt>
                <c:pt idx="30768">
                  <c:v>73138</c:v>
                </c:pt>
                <c:pt idx="30769">
                  <c:v>73139</c:v>
                </c:pt>
                <c:pt idx="30770">
                  <c:v>73140</c:v>
                </c:pt>
                <c:pt idx="30771">
                  <c:v>73141</c:v>
                </c:pt>
                <c:pt idx="30772">
                  <c:v>73142</c:v>
                </c:pt>
                <c:pt idx="30773">
                  <c:v>73143</c:v>
                </c:pt>
                <c:pt idx="30774">
                  <c:v>73144</c:v>
                </c:pt>
                <c:pt idx="30775">
                  <c:v>73145</c:v>
                </c:pt>
                <c:pt idx="30776">
                  <c:v>73146</c:v>
                </c:pt>
                <c:pt idx="30777">
                  <c:v>73147</c:v>
                </c:pt>
                <c:pt idx="30778">
                  <c:v>73148</c:v>
                </c:pt>
                <c:pt idx="30779">
                  <c:v>73149</c:v>
                </c:pt>
                <c:pt idx="30780">
                  <c:v>73150</c:v>
                </c:pt>
                <c:pt idx="30781">
                  <c:v>73151</c:v>
                </c:pt>
                <c:pt idx="30782">
                  <c:v>73152</c:v>
                </c:pt>
                <c:pt idx="30783">
                  <c:v>73153</c:v>
                </c:pt>
                <c:pt idx="30784">
                  <c:v>73154</c:v>
                </c:pt>
                <c:pt idx="30785">
                  <c:v>73155</c:v>
                </c:pt>
                <c:pt idx="30786">
                  <c:v>73156</c:v>
                </c:pt>
                <c:pt idx="30787">
                  <c:v>73157</c:v>
                </c:pt>
                <c:pt idx="30788">
                  <c:v>73158</c:v>
                </c:pt>
                <c:pt idx="30789">
                  <c:v>73159</c:v>
                </c:pt>
                <c:pt idx="30790">
                  <c:v>73160</c:v>
                </c:pt>
                <c:pt idx="30791">
                  <c:v>73161</c:v>
                </c:pt>
                <c:pt idx="30792">
                  <c:v>73162</c:v>
                </c:pt>
                <c:pt idx="30793">
                  <c:v>73163</c:v>
                </c:pt>
                <c:pt idx="30794">
                  <c:v>73164</c:v>
                </c:pt>
                <c:pt idx="30795">
                  <c:v>73165</c:v>
                </c:pt>
                <c:pt idx="30796">
                  <c:v>73166</c:v>
                </c:pt>
                <c:pt idx="30797">
                  <c:v>73167</c:v>
                </c:pt>
                <c:pt idx="30798">
                  <c:v>73168</c:v>
                </c:pt>
                <c:pt idx="30799">
                  <c:v>73169</c:v>
                </c:pt>
                <c:pt idx="30800">
                  <c:v>73170</c:v>
                </c:pt>
                <c:pt idx="30801">
                  <c:v>73171</c:v>
                </c:pt>
                <c:pt idx="30802">
                  <c:v>73172</c:v>
                </c:pt>
                <c:pt idx="30803">
                  <c:v>73173</c:v>
                </c:pt>
                <c:pt idx="30804">
                  <c:v>73174</c:v>
                </c:pt>
                <c:pt idx="30805">
                  <c:v>73175</c:v>
                </c:pt>
                <c:pt idx="30806">
                  <c:v>73176</c:v>
                </c:pt>
                <c:pt idx="30807">
                  <c:v>73177</c:v>
                </c:pt>
                <c:pt idx="30808">
                  <c:v>73178</c:v>
                </c:pt>
                <c:pt idx="30809">
                  <c:v>73179</c:v>
                </c:pt>
                <c:pt idx="30810">
                  <c:v>73180</c:v>
                </c:pt>
                <c:pt idx="30811">
                  <c:v>73181</c:v>
                </c:pt>
                <c:pt idx="30812">
                  <c:v>73182</c:v>
                </c:pt>
                <c:pt idx="30813">
                  <c:v>73183</c:v>
                </c:pt>
                <c:pt idx="30814">
                  <c:v>73184</c:v>
                </c:pt>
                <c:pt idx="30815">
                  <c:v>73185</c:v>
                </c:pt>
                <c:pt idx="30816">
                  <c:v>73186</c:v>
                </c:pt>
                <c:pt idx="30817">
                  <c:v>73187</c:v>
                </c:pt>
                <c:pt idx="30818">
                  <c:v>73188</c:v>
                </c:pt>
                <c:pt idx="30819">
                  <c:v>73189</c:v>
                </c:pt>
                <c:pt idx="30820">
                  <c:v>73190</c:v>
                </c:pt>
                <c:pt idx="30821">
                  <c:v>73191</c:v>
                </c:pt>
                <c:pt idx="30822">
                  <c:v>73192</c:v>
                </c:pt>
                <c:pt idx="30823">
                  <c:v>73193</c:v>
                </c:pt>
                <c:pt idx="30824">
                  <c:v>73194</c:v>
                </c:pt>
                <c:pt idx="30825">
                  <c:v>73195</c:v>
                </c:pt>
                <c:pt idx="30826">
                  <c:v>73196</c:v>
                </c:pt>
                <c:pt idx="30827">
                  <c:v>73197</c:v>
                </c:pt>
                <c:pt idx="30828">
                  <c:v>73198</c:v>
                </c:pt>
                <c:pt idx="30829">
                  <c:v>73199</c:v>
                </c:pt>
                <c:pt idx="30830">
                  <c:v>73200</c:v>
                </c:pt>
                <c:pt idx="30831">
                  <c:v>73201</c:v>
                </c:pt>
                <c:pt idx="30832">
                  <c:v>73202</c:v>
                </c:pt>
                <c:pt idx="30833">
                  <c:v>73203</c:v>
                </c:pt>
                <c:pt idx="30834">
                  <c:v>73204</c:v>
                </c:pt>
                <c:pt idx="30835">
                  <c:v>73205</c:v>
                </c:pt>
                <c:pt idx="30836">
                  <c:v>73206</c:v>
                </c:pt>
                <c:pt idx="30837">
                  <c:v>73207</c:v>
                </c:pt>
                <c:pt idx="30838">
                  <c:v>73208</c:v>
                </c:pt>
                <c:pt idx="30839">
                  <c:v>73209</c:v>
                </c:pt>
                <c:pt idx="30840">
                  <c:v>73210</c:v>
                </c:pt>
                <c:pt idx="30841">
                  <c:v>73211</c:v>
                </c:pt>
                <c:pt idx="30842">
                  <c:v>73212</c:v>
                </c:pt>
                <c:pt idx="30843">
                  <c:v>73213</c:v>
                </c:pt>
                <c:pt idx="30844">
                  <c:v>73214</c:v>
                </c:pt>
                <c:pt idx="30845">
                  <c:v>73215</c:v>
                </c:pt>
                <c:pt idx="30846">
                  <c:v>73216</c:v>
                </c:pt>
                <c:pt idx="30847">
                  <c:v>73217</c:v>
                </c:pt>
                <c:pt idx="30848">
                  <c:v>73218</c:v>
                </c:pt>
                <c:pt idx="30849">
                  <c:v>73219</c:v>
                </c:pt>
                <c:pt idx="30850">
                  <c:v>73220</c:v>
                </c:pt>
                <c:pt idx="30851">
                  <c:v>73221</c:v>
                </c:pt>
                <c:pt idx="30852">
                  <c:v>73222</c:v>
                </c:pt>
                <c:pt idx="30853">
                  <c:v>73223</c:v>
                </c:pt>
                <c:pt idx="30854">
                  <c:v>73224</c:v>
                </c:pt>
                <c:pt idx="30855">
                  <c:v>73225</c:v>
                </c:pt>
                <c:pt idx="30856">
                  <c:v>73226</c:v>
                </c:pt>
                <c:pt idx="30857">
                  <c:v>73227</c:v>
                </c:pt>
                <c:pt idx="30858">
                  <c:v>73228</c:v>
                </c:pt>
                <c:pt idx="30859">
                  <c:v>73229</c:v>
                </c:pt>
                <c:pt idx="30860">
                  <c:v>73230</c:v>
                </c:pt>
                <c:pt idx="30861">
                  <c:v>73231</c:v>
                </c:pt>
                <c:pt idx="30862">
                  <c:v>73232</c:v>
                </c:pt>
                <c:pt idx="30863">
                  <c:v>73233</c:v>
                </c:pt>
                <c:pt idx="30864">
                  <c:v>73234</c:v>
                </c:pt>
                <c:pt idx="30865">
                  <c:v>73235</c:v>
                </c:pt>
                <c:pt idx="30866">
                  <c:v>73236</c:v>
                </c:pt>
                <c:pt idx="30867">
                  <c:v>73237</c:v>
                </c:pt>
                <c:pt idx="30868">
                  <c:v>73238</c:v>
                </c:pt>
                <c:pt idx="30869">
                  <c:v>73239</c:v>
                </c:pt>
                <c:pt idx="30870">
                  <c:v>73240</c:v>
                </c:pt>
                <c:pt idx="30871">
                  <c:v>73241</c:v>
                </c:pt>
                <c:pt idx="30872">
                  <c:v>73242</c:v>
                </c:pt>
                <c:pt idx="30873">
                  <c:v>73243</c:v>
                </c:pt>
                <c:pt idx="30874">
                  <c:v>73244</c:v>
                </c:pt>
                <c:pt idx="30875">
                  <c:v>73245</c:v>
                </c:pt>
                <c:pt idx="30876">
                  <c:v>73246</c:v>
                </c:pt>
                <c:pt idx="30877">
                  <c:v>73247</c:v>
                </c:pt>
                <c:pt idx="30878">
                  <c:v>73248</c:v>
                </c:pt>
                <c:pt idx="30879">
                  <c:v>73249</c:v>
                </c:pt>
                <c:pt idx="30880">
                  <c:v>73250</c:v>
                </c:pt>
                <c:pt idx="30881">
                  <c:v>73251</c:v>
                </c:pt>
                <c:pt idx="30882">
                  <c:v>73252</c:v>
                </c:pt>
                <c:pt idx="30883">
                  <c:v>73253</c:v>
                </c:pt>
                <c:pt idx="30884">
                  <c:v>73254</c:v>
                </c:pt>
                <c:pt idx="30885">
                  <c:v>73255</c:v>
                </c:pt>
                <c:pt idx="30886">
                  <c:v>73256</c:v>
                </c:pt>
                <c:pt idx="30887">
                  <c:v>73257</c:v>
                </c:pt>
                <c:pt idx="30888">
                  <c:v>73258</c:v>
                </c:pt>
                <c:pt idx="30889">
                  <c:v>73259</c:v>
                </c:pt>
                <c:pt idx="30890">
                  <c:v>73260</c:v>
                </c:pt>
                <c:pt idx="30891">
                  <c:v>73261</c:v>
                </c:pt>
                <c:pt idx="30892">
                  <c:v>73262</c:v>
                </c:pt>
                <c:pt idx="30893">
                  <c:v>73263</c:v>
                </c:pt>
                <c:pt idx="30894">
                  <c:v>73264</c:v>
                </c:pt>
                <c:pt idx="30895">
                  <c:v>73265</c:v>
                </c:pt>
                <c:pt idx="30896">
                  <c:v>73266</c:v>
                </c:pt>
                <c:pt idx="30897">
                  <c:v>73267</c:v>
                </c:pt>
                <c:pt idx="30898">
                  <c:v>73268</c:v>
                </c:pt>
                <c:pt idx="30899">
                  <c:v>73269</c:v>
                </c:pt>
                <c:pt idx="30900">
                  <c:v>73270</c:v>
                </c:pt>
                <c:pt idx="30901">
                  <c:v>73271</c:v>
                </c:pt>
                <c:pt idx="30902">
                  <c:v>73272</c:v>
                </c:pt>
                <c:pt idx="30903">
                  <c:v>73273</c:v>
                </c:pt>
                <c:pt idx="30904">
                  <c:v>73274</c:v>
                </c:pt>
                <c:pt idx="30905">
                  <c:v>73275</c:v>
                </c:pt>
                <c:pt idx="30906">
                  <c:v>73276</c:v>
                </c:pt>
                <c:pt idx="30907">
                  <c:v>73277</c:v>
                </c:pt>
                <c:pt idx="30908">
                  <c:v>73278</c:v>
                </c:pt>
                <c:pt idx="30909">
                  <c:v>73279</c:v>
                </c:pt>
                <c:pt idx="30910">
                  <c:v>73280</c:v>
                </c:pt>
                <c:pt idx="30911">
                  <c:v>73281</c:v>
                </c:pt>
                <c:pt idx="30912">
                  <c:v>73282</c:v>
                </c:pt>
                <c:pt idx="30913">
                  <c:v>73283</c:v>
                </c:pt>
                <c:pt idx="30914">
                  <c:v>73284</c:v>
                </c:pt>
                <c:pt idx="30915">
                  <c:v>73285</c:v>
                </c:pt>
                <c:pt idx="30916">
                  <c:v>73286</c:v>
                </c:pt>
                <c:pt idx="30917">
                  <c:v>73287</c:v>
                </c:pt>
                <c:pt idx="30918">
                  <c:v>73288</c:v>
                </c:pt>
                <c:pt idx="30919">
                  <c:v>73289</c:v>
                </c:pt>
                <c:pt idx="30920">
                  <c:v>73290</c:v>
                </c:pt>
                <c:pt idx="30921">
                  <c:v>73291</c:v>
                </c:pt>
                <c:pt idx="30922">
                  <c:v>73292</c:v>
                </c:pt>
                <c:pt idx="30923">
                  <c:v>73293</c:v>
                </c:pt>
                <c:pt idx="30924">
                  <c:v>73294</c:v>
                </c:pt>
                <c:pt idx="30925">
                  <c:v>73295</c:v>
                </c:pt>
                <c:pt idx="30926">
                  <c:v>73296</c:v>
                </c:pt>
                <c:pt idx="30927">
                  <c:v>73297</c:v>
                </c:pt>
                <c:pt idx="30928">
                  <c:v>73298</c:v>
                </c:pt>
                <c:pt idx="30929">
                  <c:v>73299</c:v>
                </c:pt>
                <c:pt idx="30930">
                  <c:v>73300</c:v>
                </c:pt>
                <c:pt idx="30931">
                  <c:v>73301</c:v>
                </c:pt>
                <c:pt idx="30932">
                  <c:v>73302</c:v>
                </c:pt>
                <c:pt idx="30933">
                  <c:v>73303</c:v>
                </c:pt>
                <c:pt idx="30934">
                  <c:v>73304</c:v>
                </c:pt>
                <c:pt idx="30935">
                  <c:v>73305</c:v>
                </c:pt>
                <c:pt idx="30936">
                  <c:v>73306</c:v>
                </c:pt>
                <c:pt idx="30937">
                  <c:v>73307</c:v>
                </c:pt>
                <c:pt idx="30938">
                  <c:v>73308</c:v>
                </c:pt>
                <c:pt idx="30939">
                  <c:v>73309</c:v>
                </c:pt>
                <c:pt idx="30940">
                  <c:v>73310</c:v>
                </c:pt>
                <c:pt idx="30941">
                  <c:v>73311</c:v>
                </c:pt>
                <c:pt idx="30942">
                  <c:v>73312</c:v>
                </c:pt>
                <c:pt idx="30943">
                  <c:v>73313</c:v>
                </c:pt>
                <c:pt idx="30944">
                  <c:v>73314</c:v>
                </c:pt>
                <c:pt idx="30945">
                  <c:v>73315</c:v>
                </c:pt>
                <c:pt idx="30946">
                  <c:v>73316</c:v>
                </c:pt>
                <c:pt idx="30947">
                  <c:v>73317</c:v>
                </c:pt>
                <c:pt idx="30948">
                  <c:v>73318</c:v>
                </c:pt>
                <c:pt idx="30949">
                  <c:v>73319</c:v>
                </c:pt>
                <c:pt idx="30950">
                  <c:v>73320</c:v>
                </c:pt>
                <c:pt idx="30951">
                  <c:v>73321</c:v>
                </c:pt>
                <c:pt idx="30952">
                  <c:v>73322</c:v>
                </c:pt>
                <c:pt idx="30953">
                  <c:v>73323</c:v>
                </c:pt>
                <c:pt idx="30954">
                  <c:v>73324</c:v>
                </c:pt>
                <c:pt idx="30955">
                  <c:v>73325</c:v>
                </c:pt>
                <c:pt idx="30956">
                  <c:v>73326</c:v>
                </c:pt>
                <c:pt idx="30957">
                  <c:v>73327</c:v>
                </c:pt>
                <c:pt idx="30958">
                  <c:v>73328</c:v>
                </c:pt>
                <c:pt idx="30959">
                  <c:v>73329</c:v>
                </c:pt>
                <c:pt idx="30960">
                  <c:v>73330</c:v>
                </c:pt>
                <c:pt idx="30961">
                  <c:v>73331</c:v>
                </c:pt>
                <c:pt idx="30962">
                  <c:v>73332</c:v>
                </c:pt>
                <c:pt idx="30963">
                  <c:v>73333</c:v>
                </c:pt>
                <c:pt idx="30964">
                  <c:v>73334</c:v>
                </c:pt>
                <c:pt idx="30965">
                  <c:v>73335</c:v>
                </c:pt>
                <c:pt idx="30966">
                  <c:v>73336</c:v>
                </c:pt>
                <c:pt idx="30967">
                  <c:v>73337</c:v>
                </c:pt>
                <c:pt idx="30968">
                  <c:v>73338</c:v>
                </c:pt>
                <c:pt idx="30969">
                  <c:v>73339</c:v>
                </c:pt>
                <c:pt idx="30970">
                  <c:v>73340</c:v>
                </c:pt>
                <c:pt idx="30971">
                  <c:v>73341</c:v>
                </c:pt>
                <c:pt idx="30972">
                  <c:v>73342</c:v>
                </c:pt>
                <c:pt idx="30973">
                  <c:v>73343</c:v>
                </c:pt>
                <c:pt idx="30974">
                  <c:v>73344</c:v>
                </c:pt>
                <c:pt idx="30975">
                  <c:v>73345</c:v>
                </c:pt>
                <c:pt idx="30976">
                  <c:v>73346</c:v>
                </c:pt>
                <c:pt idx="30977">
                  <c:v>73347</c:v>
                </c:pt>
                <c:pt idx="30978">
                  <c:v>73348</c:v>
                </c:pt>
                <c:pt idx="30979">
                  <c:v>73349</c:v>
                </c:pt>
                <c:pt idx="30980">
                  <c:v>73350</c:v>
                </c:pt>
                <c:pt idx="30981">
                  <c:v>73351</c:v>
                </c:pt>
                <c:pt idx="30982">
                  <c:v>73352</c:v>
                </c:pt>
                <c:pt idx="30983">
                  <c:v>73353</c:v>
                </c:pt>
                <c:pt idx="30984">
                  <c:v>73354</c:v>
                </c:pt>
                <c:pt idx="30985">
                  <c:v>73355</c:v>
                </c:pt>
                <c:pt idx="30986">
                  <c:v>73356</c:v>
                </c:pt>
                <c:pt idx="30987">
                  <c:v>73357</c:v>
                </c:pt>
                <c:pt idx="30988">
                  <c:v>73358</c:v>
                </c:pt>
                <c:pt idx="30989">
                  <c:v>73359</c:v>
                </c:pt>
                <c:pt idx="30990">
                  <c:v>73360</c:v>
                </c:pt>
                <c:pt idx="30991">
                  <c:v>73361</c:v>
                </c:pt>
                <c:pt idx="30992">
                  <c:v>73362</c:v>
                </c:pt>
                <c:pt idx="30993">
                  <c:v>73363</c:v>
                </c:pt>
                <c:pt idx="30994">
                  <c:v>73364</c:v>
                </c:pt>
                <c:pt idx="30995">
                  <c:v>73365</c:v>
                </c:pt>
                <c:pt idx="30996">
                  <c:v>73366</c:v>
                </c:pt>
                <c:pt idx="30997">
                  <c:v>73367</c:v>
                </c:pt>
                <c:pt idx="30998">
                  <c:v>73368</c:v>
                </c:pt>
                <c:pt idx="30999">
                  <c:v>73369</c:v>
                </c:pt>
                <c:pt idx="31000">
                  <c:v>73370</c:v>
                </c:pt>
                <c:pt idx="31001">
                  <c:v>73371</c:v>
                </c:pt>
                <c:pt idx="31002">
                  <c:v>73372</c:v>
                </c:pt>
                <c:pt idx="31003">
                  <c:v>73373</c:v>
                </c:pt>
                <c:pt idx="31004">
                  <c:v>73374</c:v>
                </c:pt>
                <c:pt idx="31005">
                  <c:v>73375</c:v>
                </c:pt>
                <c:pt idx="31006">
                  <c:v>73376</c:v>
                </c:pt>
                <c:pt idx="31007">
                  <c:v>73377</c:v>
                </c:pt>
                <c:pt idx="31008">
                  <c:v>73378</c:v>
                </c:pt>
                <c:pt idx="31009">
                  <c:v>73379</c:v>
                </c:pt>
                <c:pt idx="31010">
                  <c:v>73380</c:v>
                </c:pt>
                <c:pt idx="31011">
                  <c:v>73381</c:v>
                </c:pt>
                <c:pt idx="31012">
                  <c:v>73382</c:v>
                </c:pt>
                <c:pt idx="31013">
                  <c:v>73383</c:v>
                </c:pt>
                <c:pt idx="31014">
                  <c:v>73384</c:v>
                </c:pt>
                <c:pt idx="31015">
                  <c:v>73385</c:v>
                </c:pt>
                <c:pt idx="31016">
                  <c:v>73386</c:v>
                </c:pt>
                <c:pt idx="31017">
                  <c:v>73387</c:v>
                </c:pt>
                <c:pt idx="31018">
                  <c:v>73388</c:v>
                </c:pt>
                <c:pt idx="31019">
                  <c:v>73389</c:v>
                </c:pt>
                <c:pt idx="31020">
                  <c:v>73390</c:v>
                </c:pt>
                <c:pt idx="31021">
                  <c:v>73391</c:v>
                </c:pt>
                <c:pt idx="31022">
                  <c:v>73392</c:v>
                </c:pt>
                <c:pt idx="31023">
                  <c:v>73393</c:v>
                </c:pt>
                <c:pt idx="31024">
                  <c:v>73394</c:v>
                </c:pt>
                <c:pt idx="31025">
                  <c:v>73395</c:v>
                </c:pt>
                <c:pt idx="31026">
                  <c:v>73396</c:v>
                </c:pt>
                <c:pt idx="31027">
                  <c:v>73397</c:v>
                </c:pt>
                <c:pt idx="31028">
                  <c:v>73398</c:v>
                </c:pt>
                <c:pt idx="31029">
                  <c:v>73399</c:v>
                </c:pt>
                <c:pt idx="31030">
                  <c:v>73400</c:v>
                </c:pt>
                <c:pt idx="31031">
                  <c:v>73401</c:v>
                </c:pt>
                <c:pt idx="31032">
                  <c:v>73402</c:v>
                </c:pt>
                <c:pt idx="31033">
                  <c:v>73403</c:v>
                </c:pt>
                <c:pt idx="31034">
                  <c:v>73404</c:v>
                </c:pt>
                <c:pt idx="31035">
                  <c:v>73405</c:v>
                </c:pt>
                <c:pt idx="31036">
                  <c:v>73406</c:v>
                </c:pt>
                <c:pt idx="31037">
                  <c:v>73407</c:v>
                </c:pt>
                <c:pt idx="31038">
                  <c:v>73408</c:v>
                </c:pt>
                <c:pt idx="31039">
                  <c:v>73409</c:v>
                </c:pt>
                <c:pt idx="31040">
                  <c:v>73410</c:v>
                </c:pt>
              </c:numCache>
            </c:numRef>
          </c:xVal>
          <c:yVal>
            <c:numRef>
              <c:f>BorettoRCP45!$C$3:$C$32873</c:f>
              <c:numCache>
                <c:formatCode>General</c:formatCode>
                <c:ptCount val="32871"/>
                <c:pt idx="0">
                  <c:v>7.9899300000000002</c:v>
                </c:pt>
                <c:pt idx="1">
                  <c:v>7.2875099999999975</c:v>
                </c:pt>
                <c:pt idx="2">
                  <c:v>6.674919999999994</c:v>
                </c:pt>
                <c:pt idx="3">
                  <c:v>6.397489999999995</c:v>
                </c:pt>
                <c:pt idx="4">
                  <c:v>6.5481099999999985</c:v>
                </c:pt>
                <c:pt idx="5">
                  <c:v>6.9838399999999998</c:v>
                </c:pt>
                <c:pt idx="6">
                  <c:v>7.8464700000000001</c:v>
                </c:pt>
                <c:pt idx="7">
                  <c:v>8.8013700000000004</c:v>
                </c:pt>
                <c:pt idx="8">
                  <c:v>9.3867600000000007</c:v>
                </c:pt>
                <c:pt idx="9">
                  <c:v>9.6895000000000007</c:v>
                </c:pt>
                <c:pt idx="10">
                  <c:v>9.6611900000000013</c:v>
                </c:pt>
                <c:pt idx="11">
                  <c:v>9.0552100000000006</c:v>
                </c:pt>
                <c:pt idx="12">
                  <c:v>8.241069999999997</c:v>
                </c:pt>
                <c:pt idx="13">
                  <c:v>7.9063300000000014</c:v>
                </c:pt>
                <c:pt idx="14">
                  <c:v>7.7741299999999995</c:v>
                </c:pt>
                <c:pt idx="15">
                  <c:v>7.594939999999994</c:v>
                </c:pt>
                <c:pt idx="16">
                  <c:v>7.4260200000000003</c:v>
                </c:pt>
                <c:pt idx="17">
                  <c:v>7.3842799999999995</c:v>
                </c:pt>
                <c:pt idx="18">
                  <c:v>7.3989499999999975</c:v>
                </c:pt>
                <c:pt idx="19">
                  <c:v>7.4719700000000024</c:v>
                </c:pt>
                <c:pt idx="20">
                  <c:v>7.8219799999999955</c:v>
                </c:pt>
                <c:pt idx="21">
                  <c:v>8.33338</c:v>
                </c:pt>
                <c:pt idx="22">
                  <c:v>8.3182900000000011</c:v>
                </c:pt>
                <c:pt idx="23">
                  <c:v>7.9711700000000034</c:v>
                </c:pt>
                <c:pt idx="24">
                  <c:v>7.822119999999992</c:v>
                </c:pt>
                <c:pt idx="25">
                  <c:v>7.8808299999999996</c:v>
                </c:pt>
                <c:pt idx="26">
                  <c:v>8.0823400000000003</c:v>
                </c:pt>
                <c:pt idx="27">
                  <c:v>8.2486099999999993</c:v>
                </c:pt>
                <c:pt idx="28">
                  <c:v>8.2768100000000011</c:v>
                </c:pt>
                <c:pt idx="29">
                  <c:v>8.3289200000000001</c:v>
                </c:pt>
                <c:pt idx="30">
                  <c:v>8.5225000000000026</c:v>
                </c:pt>
                <c:pt idx="31">
                  <c:v>8.4285100000000011</c:v>
                </c:pt>
                <c:pt idx="32">
                  <c:v>7.8886599999999998</c:v>
                </c:pt>
                <c:pt idx="33">
                  <c:v>7.2290299999999998</c:v>
                </c:pt>
                <c:pt idx="34">
                  <c:v>6.6903299999999986</c:v>
                </c:pt>
                <c:pt idx="35">
                  <c:v>6.5751799999999996</c:v>
                </c:pt>
                <c:pt idx="36">
                  <c:v>6.7066500000000024</c:v>
                </c:pt>
                <c:pt idx="37">
                  <c:v>6.4003199999999998</c:v>
                </c:pt>
                <c:pt idx="38">
                  <c:v>5.8293699999999999</c:v>
                </c:pt>
                <c:pt idx="39">
                  <c:v>5.8810599999999997</c:v>
                </c:pt>
                <c:pt idx="40">
                  <c:v>6.4649099999999944</c:v>
                </c:pt>
                <c:pt idx="41">
                  <c:v>7.0315700000000003</c:v>
                </c:pt>
                <c:pt idx="42">
                  <c:v>7.4883500000000014</c:v>
                </c:pt>
                <c:pt idx="43">
                  <c:v>7.6880600000000001</c:v>
                </c:pt>
                <c:pt idx="44">
                  <c:v>7.8053299999999997</c:v>
                </c:pt>
                <c:pt idx="45">
                  <c:v>8.1872600000000002</c:v>
                </c:pt>
                <c:pt idx="46">
                  <c:v>8.7814800000000002</c:v>
                </c:pt>
                <c:pt idx="47">
                  <c:v>9.2097900000000035</c:v>
                </c:pt>
                <c:pt idx="48">
                  <c:v>9.5577900000000007</c:v>
                </c:pt>
                <c:pt idx="49">
                  <c:v>9.9378100000000007</c:v>
                </c:pt>
                <c:pt idx="50">
                  <c:v>9.7215699999999998</c:v>
                </c:pt>
                <c:pt idx="51">
                  <c:v>8.8467400000000005</c:v>
                </c:pt>
                <c:pt idx="52">
                  <c:v>8.1040600000000005</c:v>
                </c:pt>
                <c:pt idx="53">
                  <c:v>7.8987099999999995</c:v>
                </c:pt>
                <c:pt idx="54">
                  <c:v>7.9864800000000002</c:v>
                </c:pt>
                <c:pt idx="55">
                  <c:v>8.2092700000000001</c:v>
                </c:pt>
                <c:pt idx="56">
                  <c:v>8.1147200000000002</c:v>
                </c:pt>
                <c:pt idx="57">
                  <c:v>7.9502800000000002</c:v>
                </c:pt>
                <c:pt idx="58">
                  <c:v>8.4513600000000011</c:v>
                </c:pt>
                <c:pt idx="59">
                  <c:v>9.2144200000000005</c:v>
                </c:pt>
                <c:pt idx="60">
                  <c:v>9.9593700000000016</c:v>
                </c:pt>
                <c:pt idx="61">
                  <c:v>10.27272</c:v>
                </c:pt>
                <c:pt idx="62">
                  <c:v>10.08169</c:v>
                </c:pt>
                <c:pt idx="63">
                  <c:v>9.8263700000000007</c:v>
                </c:pt>
                <c:pt idx="64">
                  <c:v>9.7514500000000002</c:v>
                </c:pt>
                <c:pt idx="65">
                  <c:v>9.7072699999999994</c:v>
                </c:pt>
                <c:pt idx="66">
                  <c:v>9.5993200000000005</c:v>
                </c:pt>
                <c:pt idx="67">
                  <c:v>9.5448599999999999</c:v>
                </c:pt>
                <c:pt idx="68">
                  <c:v>9.4682000000000013</c:v>
                </c:pt>
                <c:pt idx="69">
                  <c:v>9.2728000000000002</c:v>
                </c:pt>
                <c:pt idx="70">
                  <c:v>9.0653700000000015</c:v>
                </c:pt>
                <c:pt idx="71">
                  <c:v>9.1133600000000001</c:v>
                </c:pt>
                <c:pt idx="72">
                  <c:v>9.5792000000000002</c:v>
                </c:pt>
                <c:pt idx="73">
                  <c:v>9.9644700000000004</c:v>
                </c:pt>
                <c:pt idx="74">
                  <c:v>10.023870000000001</c:v>
                </c:pt>
                <c:pt idx="75">
                  <c:v>10.1325</c:v>
                </c:pt>
                <c:pt idx="76">
                  <c:v>10.36139</c:v>
                </c:pt>
                <c:pt idx="77">
                  <c:v>10.73296</c:v>
                </c:pt>
                <c:pt idx="78">
                  <c:v>11.181000000000001</c:v>
                </c:pt>
                <c:pt idx="79">
                  <c:v>11.805790000000011</c:v>
                </c:pt>
                <c:pt idx="80">
                  <c:v>12.45809</c:v>
                </c:pt>
                <c:pt idx="81">
                  <c:v>12.997580000000006</c:v>
                </c:pt>
                <c:pt idx="82">
                  <c:v>13.61021</c:v>
                </c:pt>
                <c:pt idx="83">
                  <c:v>14.090120000000001</c:v>
                </c:pt>
                <c:pt idx="84">
                  <c:v>14.239460000000001</c:v>
                </c:pt>
                <c:pt idx="85">
                  <c:v>13.90432</c:v>
                </c:pt>
                <c:pt idx="86">
                  <c:v>13.250350000000001</c:v>
                </c:pt>
                <c:pt idx="87">
                  <c:v>12.83061</c:v>
                </c:pt>
                <c:pt idx="88">
                  <c:v>12.95787</c:v>
                </c:pt>
                <c:pt idx="89">
                  <c:v>13.106120000000001</c:v>
                </c:pt>
                <c:pt idx="90">
                  <c:v>13.257400000000002</c:v>
                </c:pt>
                <c:pt idx="91">
                  <c:v>13.450680000000011</c:v>
                </c:pt>
                <c:pt idx="92">
                  <c:v>13.57339</c:v>
                </c:pt>
                <c:pt idx="93">
                  <c:v>13.51675</c:v>
                </c:pt>
                <c:pt idx="94">
                  <c:v>13.154450000000002</c:v>
                </c:pt>
                <c:pt idx="95">
                  <c:v>11.99058000000001</c:v>
                </c:pt>
                <c:pt idx="96">
                  <c:v>11.66619</c:v>
                </c:pt>
                <c:pt idx="97">
                  <c:v>11.7218</c:v>
                </c:pt>
                <c:pt idx="98">
                  <c:v>11.9002</c:v>
                </c:pt>
                <c:pt idx="99">
                  <c:v>12.353860000000006</c:v>
                </c:pt>
                <c:pt idx="100">
                  <c:v>13.28121</c:v>
                </c:pt>
                <c:pt idx="101">
                  <c:v>14.11979</c:v>
                </c:pt>
                <c:pt idx="102">
                  <c:v>14.61079</c:v>
                </c:pt>
                <c:pt idx="103">
                  <c:v>14.970660000000002</c:v>
                </c:pt>
                <c:pt idx="104">
                  <c:v>15.302540000000015</c:v>
                </c:pt>
                <c:pt idx="105">
                  <c:v>15.628309999999999</c:v>
                </c:pt>
                <c:pt idx="106">
                  <c:v>15.852630000000021</c:v>
                </c:pt>
                <c:pt idx="107">
                  <c:v>15.64363</c:v>
                </c:pt>
                <c:pt idx="108">
                  <c:v>14.77549000000001</c:v>
                </c:pt>
                <c:pt idx="109">
                  <c:v>14.015130000000006</c:v>
                </c:pt>
                <c:pt idx="110">
                  <c:v>13.49851</c:v>
                </c:pt>
                <c:pt idx="111">
                  <c:v>13.26323</c:v>
                </c:pt>
                <c:pt idx="112">
                  <c:v>13.474270000000001</c:v>
                </c:pt>
                <c:pt idx="113">
                  <c:v>13.750720000000001</c:v>
                </c:pt>
                <c:pt idx="114">
                  <c:v>14.152060000000002</c:v>
                </c:pt>
                <c:pt idx="115">
                  <c:v>14.23043</c:v>
                </c:pt>
                <c:pt idx="116">
                  <c:v>13.965630000000019</c:v>
                </c:pt>
                <c:pt idx="117">
                  <c:v>13.70842</c:v>
                </c:pt>
                <c:pt idx="118">
                  <c:v>13.58789</c:v>
                </c:pt>
                <c:pt idx="119">
                  <c:v>13.90366</c:v>
                </c:pt>
                <c:pt idx="120">
                  <c:v>14.44415</c:v>
                </c:pt>
                <c:pt idx="121">
                  <c:v>15.136000000000001</c:v>
                </c:pt>
                <c:pt idx="122">
                  <c:v>15.48706</c:v>
                </c:pt>
                <c:pt idx="123">
                  <c:v>15.266830000000002</c:v>
                </c:pt>
                <c:pt idx="124">
                  <c:v>14.99044000000001</c:v>
                </c:pt>
                <c:pt idx="125">
                  <c:v>15.15394</c:v>
                </c:pt>
                <c:pt idx="126">
                  <c:v>15.52228</c:v>
                </c:pt>
                <c:pt idx="127">
                  <c:v>15.78806</c:v>
                </c:pt>
                <c:pt idx="128">
                  <c:v>16.072939999999978</c:v>
                </c:pt>
                <c:pt idx="129">
                  <c:v>16.49493</c:v>
                </c:pt>
                <c:pt idx="130">
                  <c:v>16.889509999999973</c:v>
                </c:pt>
                <c:pt idx="131">
                  <c:v>17.05829</c:v>
                </c:pt>
                <c:pt idx="132">
                  <c:v>17.067920000000001</c:v>
                </c:pt>
                <c:pt idx="133">
                  <c:v>17.09431</c:v>
                </c:pt>
                <c:pt idx="134">
                  <c:v>17.45011999999997</c:v>
                </c:pt>
                <c:pt idx="135">
                  <c:v>18.02346</c:v>
                </c:pt>
                <c:pt idx="136">
                  <c:v>18.434699999999989</c:v>
                </c:pt>
                <c:pt idx="137">
                  <c:v>18.412789999999973</c:v>
                </c:pt>
                <c:pt idx="138">
                  <c:v>18.188849999999974</c:v>
                </c:pt>
                <c:pt idx="139">
                  <c:v>17.857569999999999</c:v>
                </c:pt>
                <c:pt idx="140">
                  <c:v>17.629180000000005</c:v>
                </c:pt>
                <c:pt idx="141">
                  <c:v>17.554939999999988</c:v>
                </c:pt>
                <c:pt idx="142">
                  <c:v>17.785079999999972</c:v>
                </c:pt>
                <c:pt idx="143">
                  <c:v>17.900169999999989</c:v>
                </c:pt>
                <c:pt idx="144">
                  <c:v>17.90325</c:v>
                </c:pt>
                <c:pt idx="145">
                  <c:v>17.939729999999972</c:v>
                </c:pt>
                <c:pt idx="146">
                  <c:v>18.120970000000021</c:v>
                </c:pt>
                <c:pt idx="147">
                  <c:v>18.471240000000002</c:v>
                </c:pt>
                <c:pt idx="148">
                  <c:v>18.91229999999997</c:v>
                </c:pt>
                <c:pt idx="149">
                  <c:v>19.393940000000001</c:v>
                </c:pt>
                <c:pt idx="150">
                  <c:v>19.690999999999999</c:v>
                </c:pt>
                <c:pt idx="151">
                  <c:v>19.942279999999968</c:v>
                </c:pt>
                <c:pt idx="152">
                  <c:v>20.300270000000001</c:v>
                </c:pt>
                <c:pt idx="153">
                  <c:v>20.71414</c:v>
                </c:pt>
                <c:pt idx="154">
                  <c:v>20.699860000000033</c:v>
                </c:pt>
                <c:pt idx="155">
                  <c:v>20.681239999999974</c:v>
                </c:pt>
                <c:pt idx="156">
                  <c:v>21.086419999999972</c:v>
                </c:pt>
                <c:pt idx="157">
                  <c:v>21.54411</c:v>
                </c:pt>
                <c:pt idx="158">
                  <c:v>21.406659999999974</c:v>
                </c:pt>
                <c:pt idx="159">
                  <c:v>20.996919999999989</c:v>
                </c:pt>
                <c:pt idx="160">
                  <c:v>20.926579999999973</c:v>
                </c:pt>
                <c:pt idx="161">
                  <c:v>21.033429999999989</c:v>
                </c:pt>
                <c:pt idx="162">
                  <c:v>21.249079999999989</c:v>
                </c:pt>
                <c:pt idx="163">
                  <c:v>21.671510000000001</c:v>
                </c:pt>
                <c:pt idx="164">
                  <c:v>22.214970000000033</c:v>
                </c:pt>
                <c:pt idx="165">
                  <c:v>22.810169999999999</c:v>
                </c:pt>
                <c:pt idx="166">
                  <c:v>23.215489999999978</c:v>
                </c:pt>
                <c:pt idx="167">
                  <c:v>23.478779999999972</c:v>
                </c:pt>
                <c:pt idx="168">
                  <c:v>23.775509999999972</c:v>
                </c:pt>
                <c:pt idx="169">
                  <c:v>23.871009999999988</c:v>
                </c:pt>
                <c:pt idx="170">
                  <c:v>23.632470000000001</c:v>
                </c:pt>
                <c:pt idx="171">
                  <c:v>23.604469999999999</c:v>
                </c:pt>
                <c:pt idx="172">
                  <c:v>23.66942999999997</c:v>
                </c:pt>
                <c:pt idx="173">
                  <c:v>23.671650000000021</c:v>
                </c:pt>
                <c:pt idx="174">
                  <c:v>23.815670000000001</c:v>
                </c:pt>
                <c:pt idx="175">
                  <c:v>23.705309999999972</c:v>
                </c:pt>
                <c:pt idx="176">
                  <c:v>23.485699999999955</c:v>
                </c:pt>
                <c:pt idx="177">
                  <c:v>23.481289999999973</c:v>
                </c:pt>
                <c:pt idx="178">
                  <c:v>23.72756</c:v>
                </c:pt>
                <c:pt idx="179">
                  <c:v>24.178850000000022</c:v>
                </c:pt>
                <c:pt idx="180">
                  <c:v>24.647680000000001</c:v>
                </c:pt>
                <c:pt idx="181">
                  <c:v>25.12651</c:v>
                </c:pt>
                <c:pt idx="182">
                  <c:v>25.280279999999973</c:v>
                </c:pt>
                <c:pt idx="183">
                  <c:v>25.386590000000002</c:v>
                </c:pt>
                <c:pt idx="184">
                  <c:v>25.572880000000001</c:v>
                </c:pt>
                <c:pt idx="185">
                  <c:v>25.418619999999972</c:v>
                </c:pt>
                <c:pt idx="186">
                  <c:v>25.260429999999957</c:v>
                </c:pt>
                <c:pt idx="187">
                  <c:v>25.427890000000001</c:v>
                </c:pt>
                <c:pt idx="188">
                  <c:v>25.858229999999974</c:v>
                </c:pt>
                <c:pt idx="189">
                  <c:v>26.26427</c:v>
                </c:pt>
                <c:pt idx="190">
                  <c:v>26.617719999999988</c:v>
                </c:pt>
                <c:pt idx="191">
                  <c:v>26.95459</c:v>
                </c:pt>
                <c:pt idx="192">
                  <c:v>27.032499999999974</c:v>
                </c:pt>
                <c:pt idx="193">
                  <c:v>26.996870000000001</c:v>
                </c:pt>
                <c:pt idx="194">
                  <c:v>27.23357</c:v>
                </c:pt>
                <c:pt idx="195">
                  <c:v>27.717790000000001</c:v>
                </c:pt>
                <c:pt idx="196">
                  <c:v>27.8537</c:v>
                </c:pt>
                <c:pt idx="197">
                  <c:v>27.617629999999988</c:v>
                </c:pt>
                <c:pt idx="198">
                  <c:v>27.509029999999989</c:v>
                </c:pt>
                <c:pt idx="199">
                  <c:v>27.366719999999972</c:v>
                </c:pt>
                <c:pt idx="200">
                  <c:v>26.912729999999975</c:v>
                </c:pt>
                <c:pt idx="201">
                  <c:v>26.357170000000021</c:v>
                </c:pt>
                <c:pt idx="202">
                  <c:v>26.093669999999989</c:v>
                </c:pt>
                <c:pt idx="203">
                  <c:v>26.333220000000001</c:v>
                </c:pt>
                <c:pt idx="204">
                  <c:v>26.856089999999988</c:v>
                </c:pt>
                <c:pt idx="205">
                  <c:v>27.384039999999974</c:v>
                </c:pt>
                <c:pt idx="206">
                  <c:v>27.923570000000002</c:v>
                </c:pt>
                <c:pt idx="207">
                  <c:v>28.615250000000021</c:v>
                </c:pt>
                <c:pt idx="208">
                  <c:v>29.349</c:v>
                </c:pt>
                <c:pt idx="209">
                  <c:v>29.76117</c:v>
                </c:pt>
                <c:pt idx="210">
                  <c:v>29.70112</c:v>
                </c:pt>
                <c:pt idx="211">
                  <c:v>29.47366999999997</c:v>
                </c:pt>
                <c:pt idx="212">
                  <c:v>29.422209999999971</c:v>
                </c:pt>
                <c:pt idx="213">
                  <c:v>29.589599999999972</c:v>
                </c:pt>
                <c:pt idx="214">
                  <c:v>29.21444</c:v>
                </c:pt>
                <c:pt idx="215">
                  <c:v>28.15653</c:v>
                </c:pt>
                <c:pt idx="216">
                  <c:v>27.230860000000021</c:v>
                </c:pt>
                <c:pt idx="217">
                  <c:v>26.725609999999964</c:v>
                </c:pt>
                <c:pt idx="218">
                  <c:v>26.561769999999989</c:v>
                </c:pt>
                <c:pt idx="219">
                  <c:v>26.332689999999989</c:v>
                </c:pt>
                <c:pt idx="220">
                  <c:v>25.888139999999975</c:v>
                </c:pt>
                <c:pt idx="221">
                  <c:v>25.48798</c:v>
                </c:pt>
                <c:pt idx="222">
                  <c:v>25.428189999999972</c:v>
                </c:pt>
                <c:pt idx="223">
                  <c:v>25.742189999999972</c:v>
                </c:pt>
                <c:pt idx="224">
                  <c:v>26.265979999999974</c:v>
                </c:pt>
                <c:pt idx="225">
                  <c:v>26.72010999999997</c:v>
                </c:pt>
                <c:pt idx="226">
                  <c:v>27.04177</c:v>
                </c:pt>
                <c:pt idx="227">
                  <c:v>27.294550000000001</c:v>
                </c:pt>
                <c:pt idx="228">
                  <c:v>27.563580000000002</c:v>
                </c:pt>
                <c:pt idx="229">
                  <c:v>27.77816</c:v>
                </c:pt>
                <c:pt idx="230">
                  <c:v>27.797739999999973</c:v>
                </c:pt>
                <c:pt idx="231">
                  <c:v>27.407150000000001</c:v>
                </c:pt>
                <c:pt idx="232">
                  <c:v>26.888569999999973</c:v>
                </c:pt>
                <c:pt idx="233">
                  <c:v>26.723680000000002</c:v>
                </c:pt>
                <c:pt idx="234">
                  <c:v>26.845469999999974</c:v>
                </c:pt>
                <c:pt idx="235">
                  <c:v>27.017569999999999</c:v>
                </c:pt>
                <c:pt idx="236">
                  <c:v>27.132930000000005</c:v>
                </c:pt>
                <c:pt idx="237">
                  <c:v>26.832870000000021</c:v>
                </c:pt>
                <c:pt idx="238">
                  <c:v>26.14134</c:v>
                </c:pt>
                <c:pt idx="239">
                  <c:v>25.706009999999978</c:v>
                </c:pt>
                <c:pt idx="240">
                  <c:v>25.83344</c:v>
                </c:pt>
                <c:pt idx="241">
                  <c:v>26.260750000000002</c:v>
                </c:pt>
                <c:pt idx="242">
                  <c:v>26.677530000000001</c:v>
                </c:pt>
                <c:pt idx="243">
                  <c:v>26.763059999999989</c:v>
                </c:pt>
                <c:pt idx="244">
                  <c:v>25.948689999999957</c:v>
                </c:pt>
                <c:pt idx="245">
                  <c:v>24.6966</c:v>
                </c:pt>
                <c:pt idx="246">
                  <c:v>23.859439999999989</c:v>
                </c:pt>
                <c:pt idx="247">
                  <c:v>23.613610000000001</c:v>
                </c:pt>
                <c:pt idx="248">
                  <c:v>23.69463</c:v>
                </c:pt>
                <c:pt idx="249">
                  <c:v>24.053889999999999</c:v>
                </c:pt>
                <c:pt idx="250">
                  <c:v>24.50431</c:v>
                </c:pt>
                <c:pt idx="251">
                  <c:v>24.617770000000021</c:v>
                </c:pt>
                <c:pt idx="252">
                  <c:v>24.151219999999999</c:v>
                </c:pt>
                <c:pt idx="253">
                  <c:v>23.29419</c:v>
                </c:pt>
                <c:pt idx="254">
                  <c:v>22.326609999999974</c:v>
                </c:pt>
                <c:pt idx="255">
                  <c:v>21.592749999999956</c:v>
                </c:pt>
                <c:pt idx="256">
                  <c:v>21.368629999999964</c:v>
                </c:pt>
                <c:pt idx="257">
                  <c:v>21.325009999999974</c:v>
                </c:pt>
                <c:pt idx="258">
                  <c:v>21.152249999999974</c:v>
                </c:pt>
                <c:pt idx="259">
                  <c:v>20.953379999999989</c:v>
                </c:pt>
                <c:pt idx="260">
                  <c:v>20.714780000000001</c:v>
                </c:pt>
                <c:pt idx="261">
                  <c:v>20.350429999999989</c:v>
                </c:pt>
                <c:pt idx="262">
                  <c:v>20.1235</c:v>
                </c:pt>
                <c:pt idx="263">
                  <c:v>20.229310000000002</c:v>
                </c:pt>
                <c:pt idx="264">
                  <c:v>20.261970000000005</c:v>
                </c:pt>
                <c:pt idx="265">
                  <c:v>20.018930000000001</c:v>
                </c:pt>
                <c:pt idx="266">
                  <c:v>19.982439999999947</c:v>
                </c:pt>
                <c:pt idx="267">
                  <c:v>20.030950000000022</c:v>
                </c:pt>
                <c:pt idx="268">
                  <c:v>19.906119999999973</c:v>
                </c:pt>
                <c:pt idx="269">
                  <c:v>19.822579999999974</c:v>
                </c:pt>
                <c:pt idx="270">
                  <c:v>19.690349999999974</c:v>
                </c:pt>
                <c:pt idx="271">
                  <c:v>19.440579999999972</c:v>
                </c:pt>
                <c:pt idx="272">
                  <c:v>19.03839</c:v>
                </c:pt>
                <c:pt idx="273">
                  <c:v>18.762109999999975</c:v>
                </c:pt>
                <c:pt idx="274">
                  <c:v>18.964269999999978</c:v>
                </c:pt>
                <c:pt idx="275">
                  <c:v>19.23893</c:v>
                </c:pt>
                <c:pt idx="276">
                  <c:v>18.95724999999997</c:v>
                </c:pt>
                <c:pt idx="277">
                  <c:v>18.557350000000021</c:v>
                </c:pt>
                <c:pt idx="278">
                  <c:v>18.502729999999964</c:v>
                </c:pt>
                <c:pt idx="279">
                  <c:v>18.603480000000001</c:v>
                </c:pt>
                <c:pt idx="280">
                  <c:v>18.811900000000033</c:v>
                </c:pt>
                <c:pt idx="281">
                  <c:v>18.797550000000001</c:v>
                </c:pt>
                <c:pt idx="282">
                  <c:v>18.698739999999972</c:v>
                </c:pt>
                <c:pt idx="283">
                  <c:v>18.77403</c:v>
                </c:pt>
                <c:pt idx="284">
                  <c:v>18.853490000000001</c:v>
                </c:pt>
                <c:pt idx="285">
                  <c:v>18.891929999999999</c:v>
                </c:pt>
                <c:pt idx="286">
                  <c:v>18.792579999999973</c:v>
                </c:pt>
                <c:pt idx="287">
                  <c:v>18.343350000000001</c:v>
                </c:pt>
                <c:pt idx="288">
                  <c:v>17.761559999999989</c:v>
                </c:pt>
                <c:pt idx="289">
                  <c:v>17.327079999999999</c:v>
                </c:pt>
                <c:pt idx="290">
                  <c:v>16.989689999999964</c:v>
                </c:pt>
                <c:pt idx="291">
                  <c:v>16.936619999999973</c:v>
                </c:pt>
                <c:pt idx="292">
                  <c:v>17.168089999999989</c:v>
                </c:pt>
                <c:pt idx="293">
                  <c:v>16.946679999999972</c:v>
                </c:pt>
                <c:pt idx="294">
                  <c:v>16.34301</c:v>
                </c:pt>
                <c:pt idx="295">
                  <c:v>15.77139</c:v>
                </c:pt>
                <c:pt idx="296">
                  <c:v>15.53068</c:v>
                </c:pt>
                <c:pt idx="297">
                  <c:v>15.777750000000001</c:v>
                </c:pt>
                <c:pt idx="298">
                  <c:v>15.955790000000011</c:v>
                </c:pt>
                <c:pt idx="299">
                  <c:v>15.48141</c:v>
                </c:pt>
                <c:pt idx="300">
                  <c:v>14.712670000000001</c:v>
                </c:pt>
                <c:pt idx="301">
                  <c:v>14.540380000000001</c:v>
                </c:pt>
                <c:pt idx="302">
                  <c:v>14.854890000000006</c:v>
                </c:pt>
                <c:pt idx="303">
                  <c:v>15.310580000000011</c:v>
                </c:pt>
                <c:pt idx="304">
                  <c:v>15.57916</c:v>
                </c:pt>
                <c:pt idx="305">
                  <c:v>15.85498000000001</c:v>
                </c:pt>
                <c:pt idx="306">
                  <c:v>15.576370000000001</c:v>
                </c:pt>
                <c:pt idx="307">
                  <c:v>14.797879999999999</c:v>
                </c:pt>
                <c:pt idx="308">
                  <c:v>14.40391</c:v>
                </c:pt>
                <c:pt idx="309">
                  <c:v>14.386630000000011</c:v>
                </c:pt>
                <c:pt idx="310">
                  <c:v>14.410820000000001</c:v>
                </c:pt>
                <c:pt idx="311">
                  <c:v>14.40577</c:v>
                </c:pt>
                <c:pt idx="312">
                  <c:v>14.45388000000001</c:v>
                </c:pt>
                <c:pt idx="313">
                  <c:v>14.691650000000001</c:v>
                </c:pt>
                <c:pt idx="314">
                  <c:v>14.905630000000011</c:v>
                </c:pt>
                <c:pt idx="315">
                  <c:v>14.786160000000001</c:v>
                </c:pt>
                <c:pt idx="316">
                  <c:v>14.499430000000011</c:v>
                </c:pt>
                <c:pt idx="317">
                  <c:v>14.298400000000001</c:v>
                </c:pt>
                <c:pt idx="318">
                  <c:v>14.241919999999997</c:v>
                </c:pt>
                <c:pt idx="319">
                  <c:v>13.926360000000001</c:v>
                </c:pt>
                <c:pt idx="320">
                  <c:v>13.427430000000006</c:v>
                </c:pt>
                <c:pt idx="321">
                  <c:v>13.09564000000001</c:v>
                </c:pt>
                <c:pt idx="322">
                  <c:v>12.721540000000001</c:v>
                </c:pt>
                <c:pt idx="323">
                  <c:v>12.2296</c:v>
                </c:pt>
                <c:pt idx="324">
                  <c:v>11.762780000000006</c:v>
                </c:pt>
                <c:pt idx="325">
                  <c:v>11.289910000000001</c:v>
                </c:pt>
                <c:pt idx="326">
                  <c:v>10.94378</c:v>
                </c:pt>
                <c:pt idx="327">
                  <c:v>10.728540000000001</c:v>
                </c:pt>
                <c:pt idx="328">
                  <c:v>10.696160000000001</c:v>
                </c:pt>
                <c:pt idx="329">
                  <c:v>10.74409</c:v>
                </c:pt>
                <c:pt idx="330">
                  <c:v>10.781219999999999</c:v>
                </c:pt>
                <c:pt idx="331">
                  <c:v>10.555600000000011</c:v>
                </c:pt>
                <c:pt idx="332">
                  <c:v>10.175460000000006</c:v>
                </c:pt>
                <c:pt idx="333">
                  <c:v>9.9830900000000007</c:v>
                </c:pt>
                <c:pt idx="334">
                  <c:v>10.13762</c:v>
                </c:pt>
                <c:pt idx="335">
                  <c:v>10.17281</c:v>
                </c:pt>
                <c:pt idx="336">
                  <c:v>10.09821</c:v>
                </c:pt>
                <c:pt idx="337">
                  <c:v>9.8267800000000047</c:v>
                </c:pt>
                <c:pt idx="338">
                  <c:v>9.4645500000000027</c:v>
                </c:pt>
                <c:pt idx="339">
                  <c:v>9.2570200000000007</c:v>
                </c:pt>
                <c:pt idx="340">
                  <c:v>9.3310300000000002</c:v>
                </c:pt>
                <c:pt idx="341">
                  <c:v>9.4171500000000012</c:v>
                </c:pt>
                <c:pt idx="342">
                  <c:v>9.1465900000000016</c:v>
                </c:pt>
                <c:pt idx="343">
                  <c:v>8.9601900000000008</c:v>
                </c:pt>
                <c:pt idx="344">
                  <c:v>8.89832</c:v>
                </c:pt>
                <c:pt idx="345">
                  <c:v>9.0405700000000007</c:v>
                </c:pt>
                <c:pt idx="346">
                  <c:v>9.2154100000000003</c:v>
                </c:pt>
                <c:pt idx="347">
                  <c:v>9.1285600000000002</c:v>
                </c:pt>
                <c:pt idx="348">
                  <c:v>9.2063600000000001</c:v>
                </c:pt>
                <c:pt idx="349">
                  <c:v>9.5840200000000006</c:v>
                </c:pt>
                <c:pt idx="350">
                  <c:v>9.8523400000000141</c:v>
                </c:pt>
                <c:pt idx="351">
                  <c:v>9.8854800000000189</c:v>
                </c:pt>
                <c:pt idx="352">
                  <c:v>9.8955400000000111</c:v>
                </c:pt>
                <c:pt idx="353">
                  <c:v>10.02483</c:v>
                </c:pt>
                <c:pt idx="354">
                  <c:v>9.9597800000000145</c:v>
                </c:pt>
                <c:pt idx="355">
                  <c:v>9.6504200000000004</c:v>
                </c:pt>
                <c:pt idx="356">
                  <c:v>9.216190000000001</c:v>
                </c:pt>
                <c:pt idx="357">
                  <c:v>8.7866800000000005</c:v>
                </c:pt>
                <c:pt idx="358">
                  <c:v>8.6858800000000027</c:v>
                </c:pt>
                <c:pt idx="359">
                  <c:v>8.7714100000000013</c:v>
                </c:pt>
                <c:pt idx="360">
                  <c:v>8.9858500000000028</c:v>
                </c:pt>
                <c:pt idx="361">
                  <c:v>9.2925600000000035</c:v>
                </c:pt>
                <c:pt idx="362">
                  <c:v>9.5011200000000002</c:v>
                </c:pt>
                <c:pt idx="363">
                  <c:v>9.2684300000000004</c:v>
                </c:pt>
                <c:pt idx="364">
                  <c:v>8.6286799999999992</c:v>
                </c:pt>
                <c:pt idx="365">
                  <c:v>8.0192000000000014</c:v>
                </c:pt>
                <c:pt idx="366">
                  <c:v>7.8380299999999998</c:v>
                </c:pt>
                <c:pt idx="367">
                  <c:v>7.8061699999999998</c:v>
                </c:pt>
                <c:pt idx="368">
                  <c:v>7.6062500000000002</c:v>
                </c:pt>
                <c:pt idx="369">
                  <c:v>7.3584499999999995</c:v>
                </c:pt>
                <c:pt idx="370">
                  <c:v>7.0429099999999965</c:v>
                </c:pt>
                <c:pt idx="371">
                  <c:v>6.6768400000000003</c:v>
                </c:pt>
                <c:pt idx="372">
                  <c:v>6.2894899999999998</c:v>
                </c:pt>
                <c:pt idx="373">
                  <c:v>5.7543600000000001</c:v>
                </c:pt>
                <c:pt idx="374">
                  <c:v>5.4905999999999997</c:v>
                </c:pt>
                <c:pt idx="375">
                  <c:v>5.6281499999999944</c:v>
                </c:pt>
                <c:pt idx="376">
                  <c:v>5.844819999999995</c:v>
                </c:pt>
                <c:pt idx="377">
                  <c:v>6.0620899999999951</c:v>
                </c:pt>
                <c:pt idx="378">
                  <c:v>6.2245899999999921</c:v>
                </c:pt>
                <c:pt idx="379">
                  <c:v>5.6307400000000003</c:v>
                </c:pt>
                <c:pt idx="380">
                  <c:v>4.7820299999999998</c:v>
                </c:pt>
                <c:pt idx="381">
                  <c:v>4.5567399999999996</c:v>
                </c:pt>
                <c:pt idx="382">
                  <c:v>4.6611799999999945</c:v>
                </c:pt>
                <c:pt idx="383">
                  <c:v>4.9892600000000096</c:v>
                </c:pt>
                <c:pt idx="384">
                  <c:v>5.3629799999999941</c:v>
                </c:pt>
                <c:pt idx="385">
                  <c:v>5.5761500000000002</c:v>
                </c:pt>
                <c:pt idx="386">
                  <c:v>5.8662299999999998</c:v>
                </c:pt>
                <c:pt idx="387">
                  <c:v>6.3433900000000003</c:v>
                </c:pt>
                <c:pt idx="388">
                  <c:v>6.8156099999999995</c:v>
                </c:pt>
                <c:pt idx="389">
                  <c:v>7.1054799999999965</c:v>
                </c:pt>
                <c:pt idx="390">
                  <c:v>7.3549299999999942</c:v>
                </c:pt>
                <c:pt idx="391">
                  <c:v>7.4654400000000001</c:v>
                </c:pt>
                <c:pt idx="392">
                  <c:v>7.3104299999999975</c:v>
                </c:pt>
                <c:pt idx="393">
                  <c:v>7.0186799999999998</c:v>
                </c:pt>
                <c:pt idx="394">
                  <c:v>6.6181699999999966</c:v>
                </c:pt>
                <c:pt idx="395">
                  <c:v>6.5071899999999943</c:v>
                </c:pt>
                <c:pt idx="396">
                  <c:v>6.7569900000000001</c:v>
                </c:pt>
                <c:pt idx="397">
                  <c:v>6.6662699999999999</c:v>
                </c:pt>
                <c:pt idx="398">
                  <c:v>5.8823999999999996</c:v>
                </c:pt>
                <c:pt idx="399">
                  <c:v>4.7562899999999999</c:v>
                </c:pt>
                <c:pt idx="400">
                  <c:v>4.1190499999999997</c:v>
                </c:pt>
                <c:pt idx="401">
                  <c:v>4.2991900000000003</c:v>
                </c:pt>
                <c:pt idx="402">
                  <c:v>4.2416600000000075</c:v>
                </c:pt>
                <c:pt idx="403">
                  <c:v>3.4877300000000027</c:v>
                </c:pt>
                <c:pt idx="404">
                  <c:v>2.7887599999999999</c:v>
                </c:pt>
                <c:pt idx="405">
                  <c:v>2.732859999999997</c:v>
                </c:pt>
                <c:pt idx="406">
                  <c:v>3.2603599999999999</c:v>
                </c:pt>
                <c:pt idx="407">
                  <c:v>4.2217399999999996</c:v>
                </c:pt>
                <c:pt idx="408">
                  <c:v>5.2729799999999996</c:v>
                </c:pt>
                <c:pt idx="409">
                  <c:v>6.0305600000000004</c:v>
                </c:pt>
                <c:pt idx="410">
                  <c:v>6.5651999999999955</c:v>
                </c:pt>
                <c:pt idx="411">
                  <c:v>7.0618400000000001</c:v>
                </c:pt>
                <c:pt idx="412">
                  <c:v>7.5204699999999995</c:v>
                </c:pt>
                <c:pt idx="413">
                  <c:v>7.9007500000000004</c:v>
                </c:pt>
                <c:pt idx="414">
                  <c:v>8.0019500000000008</c:v>
                </c:pt>
                <c:pt idx="415">
                  <c:v>7.6951399999999941</c:v>
                </c:pt>
                <c:pt idx="416">
                  <c:v>7.5049499999999965</c:v>
                </c:pt>
                <c:pt idx="417">
                  <c:v>7.8833200000000003</c:v>
                </c:pt>
                <c:pt idx="418">
                  <c:v>9.0651400000000066</c:v>
                </c:pt>
                <c:pt idx="419">
                  <c:v>9.63748</c:v>
                </c:pt>
                <c:pt idx="420">
                  <c:v>9.04209</c:v>
                </c:pt>
                <c:pt idx="421">
                  <c:v>8.2296800000000001</c:v>
                </c:pt>
                <c:pt idx="422">
                  <c:v>7.9974999999999996</c:v>
                </c:pt>
                <c:pt idx="423">
                  <c:v>8.4155600000000028</c:v>
                </c:pt>
                <c:pt idx="424">
                  <c:v>8.9238500000000016</c:v>
                </c:pt>
                <c:pt idx="425">
                  <c:v>9.4356000000000027</c:v>
                </c:pt>
                <c:pt idx="426">
                  <c:v>9.9173200000000001</c:v>
                </c:pt>
                <c:pt idx="427">
                  <c:v>10.34732</c:v>
                </c:pt>
                <c:pt idx="428">
                  <c:v>10.357890000000006</c:v>
                </c:pt>
                <c:pt idx="429">
                  <c:v>9.8912700000000005</c:v>
                </c:pt>
                <c:pt idx="430">
                  <c:v>9.5347400000000011</c:v>
                </c:pt>
                <c:pt idx="431">
                  <c:v>9.5253500000000013</c:v>
                </c:pt>
                <c:pt idx="432">
                  <c:v>9.8128200000000003</c:v>
                </c:pt>
                <c:pt idx="433">
                  <c:v>10.15019</c:v>
                </c:pt>
                <c:pt idx="434">
                  <c:v>10.149979999999999</c:v>
                </c:pt>
                <c:pt idx="435">
                  <c:v>9.8681200000000011</c:v>
                </c:pt>
                <c:pt idx="436">
                  <c:v>9.6776400000000002</c:v>
                </c:pt>
                <c:pt idx="437">
                  <c:v>9.6849299999999996</c:v>
                </c:pt>
                <c:pt idx="438">
                  <c:v>9.9799200000000035</c:v>
                </c:pt>
                <c:pt idx="439">
                  <c:v>10.483580000000011</c:v>
                </c:pt>
                <c:pt idx="440">
                  <c:v>11.298500000000001</c:v>
                </c:pt>
                <c:pt idx="441">
                  <c:v>12.157210000000001</c:v>
                </c:pt>
                <c:pt idx="442">
                  <c:v>12.20997</c:v>
                </c:pt>
                <c:pt idx="443">
                  <c:v>11.719810000000001</c:v>
                </c:pt>
                <c:pt idx="444">
                  <c:v>11.38885</c:v>
                </c:pt>
                <c:pt idx="445">
                  <c:v>11.41188</c:v>
                </c:pt>
                <c:pt idx="446">
                  <c:v>11.866720000000004</c:v>
                </c:pt>
                <c:pt idx="447">
                  <c:v>12.58029</c:v>
                </c:pt>
                <c:pt idx="448">
                  <c:v>12.68043000000001</c:v>
                </c:pt>
                <c:pt idx="449">
                  <c:v>12.252930000000006</c:v>
                </c:pt>
                <c:pt idx="450">
                  <c:v>12.050410000000012</c:v>
                </c:pt>
                <c:pt idx="451">
                  <c:v>12.028600000000001</c:v>
                </c:pt>
                <c:pt idx="452">
                  <c:v>12.08517</c:v>
                </c:pt>
                <c:pt idx="453">
                  <c:v>12.298279999999998</c:v>
                </c:pt>
                <c:pt idx="454">
                  <c:v>12.77378</c:v>
                </c:pt>
                <c:pt idx="455">
                  <c:v>13.456110000000002</c:v>
                </c:pt>
                <c:pt idx="456">
                  <c:v>13.60332</c:v>
                </c:pt>
                <c:pt idx="457">
                  <c:v>13.547829999999999</c:v>
                </c:pt>
                <c:pt idx="458">
                  <c:v>13.885960000000004</c:v>
                </c:pt>
                <c:pt idx="459">
                  <c:v>14.38580000000001</c:v>
                </c:pt>
                <c:pt idx="460">
                  <c:v>14.627379999999999</c:v>
                </c:pt>
                <c:pt idx="461">
                  <c:v>14.73611</c:v>
                </c:pt>
                <c:pt idx="462">
                  <c:v>14.79968</c:v>
                </c:pt>
                <c:pt idx="463">
                  <c:v>14.734119999999999</c:v>
                </c:pt>
                <c:pt idx="464">
                  <c:v>14.302250000000004</c:v>
                </c:pt>
                <c:pt idx="465">
                  <c:v>13.26427</c:v>
                </c:pt>
                <c:pt idx="466">
                  <c:v>12.39987</c:v>
                </c:pt>
                <c:pt idx="467">
                  <c:v>12.35116</c:v>
                </c:pt>
                <c:pt idx="468">
                  <c:v>12.649050000000001</c:v>
                </c:pt>
                <c:pt idx="469">
                  <c:v>12.80181</c:v>
                </c:pt>
                <c:pt idx="470">
                  <c:v>12.81279000000001</c:v>
                </c:pt>
                <c:pt idx="471">
                  <c:v>12.94646</c:v>
                </c:pt>
                <c:pt idx="472">
                  <c:v>12.935140000000002</c:v>
                </c:pt>
                <c:pt idx="473">
                  <c:v>13.22845</c:v>
                </c:pt>
                <c:pt idx="474">
                  <c:v>13.97742</c:v>
                </c:pt>
                <c:pt idx="475">
                  <c:v>14.43276</c:v>
                </c:pt>
                <c:pt idx="476">
                  <c:v>14.84854</c:v>
                </c:pt>
                <c:pt idx="477">
                  <c:v>15.47302</c:v>
                </c:pt>
                <c:pt idx="478">
                  <c:v>15.522220000000001</c:v>
                </c:pt>
                <c:pt idx="479">
                  <c:v>15.254770000000001</c:v>
                </c:pt>
                <c:pt idx="480">
                  <c:v>15.007990000000001</c:v>
                </c:pt>
                <c:pt idx="481">
                  <c:v>14.437670000000001</c:v>
                </c:pt>
                <c:pt idx="482">
                  <c:v>14.29406</c:v>
                </c:pt>
                <c:pt idx="483">
                  <c:v>14.48767</c:v>
                </c:pt>
                <c:pt idx="484">
                  <c:v>14.896380000000002</c:v>
                </c:pt>
                <c:pt idx="485">
                  <c:v>15.20078</c:v>
                </c:pt>
                <c:pt idx="486">
                  <c:v>15.51981</c:v>
                </c:pt>
                <c:pt idx="487">
                  <c:v>15.830690000000002</c:v>
                </c:pt>
                <c:pt idx="488">
                  <c:v>15.69164</c:v>
                </c:pt>
                <c:pt idx="489">
                  <c:v>15.623750000000001</c:v>
                </c:pt>
                <c:pt idx="490">
                  <c:v>15.75705</c:v>
                </c:pt>
                <c:pt idx="491">
                  <c:v>16.059960000000022</c:v>
                </c:pt>
                <c:pt idx="492">
                  <c:v>16.643160000000005</c:v>
                </c:pt>
                <c:pt idx="493">
                  <c:v>17.281469999999974</c:v>
                </c:pt>
                <c:pt idx="494">
                  <c:v>17.698139999999974</c:v>
                </c:pt>
                <c:pt idx="495">
                  <c:v>17.576689999999989</c:v>
                </c:pt>
                <c:pt idx="496">
                  <c:v>17.494980000000005</c:v>
                </c:pt>
                <c:pt idx="497">
                  <c:v>17.88636</c:v>
                </c:pt>
                <c:pt idx="498">
                  <c:v>18.363609999999973</c:v>
                </c:pt>
                <c:pt idx="499">
                  <c:v>18.87228</c:v>
                </c:pt>
                <c:pt idx="500">
                  <c:v>19.428679999999975</c:v>
                </c:pt>
                <c:pt idx="501">
                  <c:v>19.727869999999999</c:v>
                </c:pt>
                <c:pt idx="502">
                  <c:v>19.82056</c:v>
                </c:pt>
                <c:pt idx="503">
                  <c:v>20.014080000000021</c:v>
                </c:pt>
                <c:pt idx="504">
                  <c:v>20.06901999999997</c:v>
                </c:pt>
                <c:pt idx="505">
                  <c:v>20.045359999999974</c:v>
                </c:pt>
                <c:pt idx="506">
                  <c:v>20.019919999999999</c:v>
                </c:pt>
                <c:pt idx="507">
                  <c:v>19.051780000000001</c:v>
                </c:pt>
                <c:pt idx="508">
                  <c:v>18.071349999999974</c:v>
                </c:pt>
                <c:pt idx="509">
                  <c:v>17.972199999999972</c:v>
                </c:pt>
                <c:pt idx="510">
                  <c:v>18.209700000000002</c:v>
                </c:pt>
                <c:pt idx="511">
                  <c:v>18.25938</c:v>
                </c:pt>
                <c:pt idx="512">
                  <c:v>18.227830000000001</c:v>
                </c:pt>
                <c:pt idx="513">
                  <c:v>18.5</c:v>
                </c:pt>
                <c:pt idx="514">
                  <c:v>18.907879999999999</c:v>
                </c:pt>
                <c:pt idx="515">
                  <c:v>19.331170000000022</c:v>
                </c:pt>
                <c:pt idx="516">
                  <c:v>19.29365</c:v>
                </c:pt>
                <c:pt idx="517">
                  <c:v>18.905249999999956</c:v>
                </c:pt>
                <c:pt idx="518">
                  <c:v>18.828949999999974</c:v>
                </c:pt>
                <c:pt idx="519">
                  <c:v>18.74756</c:v>
                </c:pt>
                <c:pt idx="520">
                  <c:v>18.698820000000001</c:v>
                </c:pt>
                <c:pt idx="521">
                  <c:v>18.892769999999974</c:v>
                </c:pt>
                <c:pt idx="522">
                  <c:v>19.148800000000001</c:v>
                </c:pt>
                <c:pt idx="523">
                  <c:v>19.403599999999972</c:v>
                </c:pt>
                <c:pt idx="524">
                  <c:v>19.923999999999989</c:v>
                </c:pt>
                <c:pt idx="525">
                  <c:v>20.306159999999988</c:v>
                </c:pt>
                <c:pt idx="526">
                  <c:v>20.449139999999975</c:v>
                </c:pt>
                <c:pt idx="527">
                  <c:v>20.604070000000021</c:v>
                </c:pt>
                <c:pt idx="528">
                  <c:v>20.85303</c:v>
                </c:pt>
                <c:pt idx="529">
                  <c:v>21.083089999999974</c:v>
                </c:pt>
                <c:pt idx="530">
                  <c:v>21.230329999999974</c:v>
                </c:pt>
                <c:pt idx="531">
                  <c:v>21.246189999999974</c:v>
                </c:pt>
                <c:pt idx="532">
                  <c:v>21.529779999999974</c:v>
                </c:pt>
                <c:pt idx="533">
                  <c:v>22.132539999999974</c:v>
                </c:pt>
                <c:pt idx="534">
                  <c:v>22.965359999999972</c:v>
                </c:pt>
                <c:pt idx="535">
                  <c:v>23.868019999999973</c:v>
                </c:pt>
                <c:pt idx="536">
                  <c:v>24.431280000000001</c:v>
                </c:pt>
                <c:pt idx="537">
                  <c:v>24.511849999999999</c:v>
                </c:pt>
                <c:pt idx="538">
                  <c:v>24.483169999999973</c:v>
                </c:pt>
                <c:pt idx="539">
                  <c:v>24.649889999999999</c:v>
                </c:pt>
                <c:pt idx="540">
                  <c:v>24.54457</c:v>
                </c:pt>
                <c:pt idx="541">
                  <c:v>24.321059999999999</c:v>
                </c:pt>
                <c:pt idx="542">
                  <c:v>24.300599999999989</c:v>
                </c:pt>
                <c:pt idx="543">
                  <c:v>24.457950000000022</c:v>
                </c:pt>
                <c:pt idx="544">
                  <c:v>24.756889999999999</c:v>
                </c:pt>
                <c:pt idx="545">
                  <c:v>25.068779999999968</c:v>
                </c:pt>
                <c:pt idx="546">
                  <c:v>25.464559999999974</c:v>
                </c:pt>
                <c:pt idx="547">
                  <c:v>25.71334999999997</c:v>
                </c:pt>
                <c:pt idx="548">
                  <c:v>25.32281</c:v>
                </c:pt>
                <c:pt idx="549">
                  <c:v>25.020669999999978</c:v>
                </c:pt>
                <c:pt idx="550">
                  <c:v>25.133019999999988</c:v>
                </c:pt>
                <c:pt idx="551">
                  <c:v>25.447689999999973</c:v>
                </c:pt>
                <c:pt idx="552">
                  <c:v>25.93500999999997</c:v>
                </c:pt>
                <c:pt idx="553">
                  <c:v>26.134209999999999</c:v>
                </c:pt>
                <c:pt idx="554">
                  <c:v>26.151280000000021</c:v>
                </c:pt>
                <c:pt idx="555">
                  <c:v>25.838730000000002</c:v>
                </c:pt>
                <c:pt idx="556">
                  <c:v>25.424130000000002</c:v>
                </c:pt>
                <c:pt idx="557">
                  <c:v>25.30277999999997</c:v>
                </c:pt>
                <c:pt idx="558">
                  <c:v>25.280689999999975</c:v>
                </c:pt>
                <c:pt idx="559">
                  <c:v>25.368390000000002</c:v>
                </c:pt>
                <c:pt idx="560">
                  <c:v>25.522019999999973</c:v>
                </c:pt>
                <c:pt idx="561">
                  <c:v>25.703859999999999</c:v>
                </c:pt>
                <c:pt idx="562">
                  <c:v>26.003950000000021</c:v>
                </c:pt>
                <c:pt idx="563">
                  <c:v>25.925299999999975</c:v>
                </c:pt>
                <c:pt idx="564">
                  <c:v>25.65053</c:v>
                </c:pt>
                <c:pt idx="565">
                  <c:v>25.673120000000001</c:v>
                </c:pt>
                <c:pt idx="566">
                  <c:v>25.398759999999989</c:v>
                </c:pt>
                <c:pt idx="567">
                  <c:v>25.244029999999974</c:v>
                </c:pt>
                <c:pt idx="568">
                  <c:v>25.295719999999957</c:v>
                </c:pt>
                <c:pt idx="569">
                  <c:v>25.360969999999988</c:v>
                </c:pt>
                <c:pt idx="570">
                  <c:v>25.57546</c:v>
                </c:pt>
                <c:pt idx="571">
                  <c:v>25.902170000000002</c:v>
                </c:pt>
                <c:pt idx="572">
                  <c:v>26.269199999999973</c:v>
                </c:pt>
                <c:pt idx="573">
                  <c:v>26.545519999999971</c:v>
                </c:pt>
                <c:pt idx="574">
                  <c:v>26.421900000000001</c:v>
                </c:pt>
                <c:pt idx="575">
                  <c:v>26.007539999999974</c:v>
                </c:pt>
                <c:pt idx="576">
                  <c:v>25.801490000000001</c:v>
                </c:pt>
                <c:pt idx="577">
                  <c:v>25.826899999999988</c:v>
                </c:pt>
                <c:pt idx="578">
                  <c:v>26.010560000000005</c:v>
                </c:pt>
                <c:pt idx="579">
                  <c:v>26.32658</c:v>
                </c:pt>
                <c:pt idx="580">
                  <c:v>26.041629999999973</c:v>
                </c:pt>
                <c:pt idx="581">
                  <c:v>25.242369999999973</c:v>
                </c:pt>
                <c:pt idx="582">
                  <c:v>24.905709999999956</c:v>
                </c:pt>
                <c:pt idx="583">
                  <c:v>25.039990000000021</c:v>
                </c:pt>
                <c:pt idx="584">
                  <c:v>25.016060000000021</c:v>
                </c:pt>
                <c:pt idx="585">
                  <c:v>24.6844</c:v>
                </c:pt>
                <c:pt idx="586">
                  <c:v>24.367229999999989</c:v>
                </c:pt>
                <c:pt idx="587">
                  <c:v>24.128639999999972</c:v>
                </c:pt>
                <c:pt idx="588">
                  <c:v>23.796469999999989</c:v>
                </c:pt>
                <c:pt idx="589">
                  <c:v>23.553989999999999</c:v>
                </c:pt>
                <c:pt idx="590">
                  <c:v>23.485319999999959</c:v>
                </c:pt>
                <c:pt idx="591">
                  <c:v>23.680239999999973</c:v>
                </c:pt>
                <c:pt idx="592">
                  <c:v>24.096959999999999</c:v>
                </c:pt>
                <c:pt idx="593">
                  <c:v>24.071909999999999</c:v>
                </c:pt>
                <c:pt idx="594">
                  <c:v>23.831199999999999</c:v>
                </c:pt>
                <c:pt idx="595">
                  <c:v>23.96088</c:v>
                </c:pt>
                <c:pt idx="596">
                  <c:v>24.420119999999972</c:v>
                </c:pt>
                <c:pt idx="597">
                  <c:v>24.696670000000001</c:v>
                </c:pt>
                <c:pt idx="598">
                  <c:v>24.213190000000001</c:v>
                </c:pt>
                <c:pt idx="599">
                  <c:v>23.638490000000001</c:v>
                </c:pt>
                <c:pt idx="600">
                  <c:v>23.528549999999957</c:v>
                </c:pt>
                <c:pt idx="601">
                  <c:v>23.705649999999952</c:v>
                </c:pt>
                <c:pt idx="602">
                  <c:v>23.894089999999988</c:v>
                </c:pt>
                <c:pt idx="603">
                  <c:v>23.981639999999956</c:v>
                </c:pt>
                <c:pt idx="604">
                  <c:v>23.74637999999997</c:v>
                </c:pt>
                <c:pt idx="605">
                  <c:v>23.206</c:v>
                </c:pt>
                <c:pt idx="606">
                  <c:v>22.865589999999973</c:v>
                </c:pt>
                <c:pt idx="607">
                  <c:v>22.92989</c:v>
                </c:pt>
                <c:pt idx="608">
                  <c:v>23.169550000000001</c:v>
                </c:pt>
                <c:pt idx="609">
                  <c:v>22.914770000000001</c:v>
                </c:pt>
                <c:pt idx="610">
                  <c:v>22.39211999999997</c:v>
                </c:pt>
                <c:pt idx="611">
                  <c:v>22.080689999999972</c:v>
                </c:pt>
                <c:pt idx="612">
                  <c:v>21.831199999999999</c:v>
                </c:pt>
                <c:pt idx="613">
                  <c:v>21.44457999999997</c:v>
                </c:pt>
                <c:pt idx="614">
                  <c:v>21.273</c:v>
                </c:pt>
                <c:pt idx="615">
                  <c:v>21.289169999999974</c:v>
                </c:pt>
                <c:pt idx="616">
                  <c:v>21.078619999999972</c:v>
                </c:pt>
                <c:pt idx="617">
                  <c:v>20.804410000000001</c:v>
                </c:pt>
                <c:pt idx="618">
                  <c:v>20.511959999999998</c:v>
                </c:pt>
                <c:pt idx="619">
                  <c:v>20.384879999999999</c:v>
                </c:pt>
                <c:pt idx="620">
                  <c:v>20.171220000000005</c:v>
                </c:pt>
                <c:pt idx="621">
                  <c:v>19.722759999999973</c:v>
                </c:pt>
                <c:pt idx="622">
                  <c:v>19.57339</c:v>
                </c:pt>
                <c:pt idx="623">
                  <c:v>19.673890000000021</c:v>
                </c:pt>
                <c:pt idx="624">
                  <c:v>19.773099999999989</c:v>
                </c:pt>
                <c:pt idx="625">
                  <c:v>19.97748</c:v>
                </c:pt>
                <c:pt idx="626">
                  <c:v>20.147349999999989</c:v>
                </c:pt>
                <c:pt idx="627">
                  <c:v>20.248950000000001</c:v>
                </c:pt>
                <c:pt idx="628">
                  <c:v>20.514140000000001</c:v>
                </c:pt>
                <c:pt idx="629">
                  <c:v>20.856069999999999</c:v>
                </c:pt>
                <c:pt idx="630">
                  <c:v>21.035869999999999</c:v>
                </c:pt>
                <c:pt idx="631">
                  <c:v>20.79907</c:v>
                </c:pt>
                <c:pt idx="632">
                  <c:v>20.243529999999971</c:v>
                </c:pt>
                <c:pt idx="633">
                  <c:v>19.764639999999975</c:v>
                </c:pt>
                <c:pt idx="634">
                  <c:v>19.591840000000001</c:v>
                </c:pt>
                <c:pt idx="635">
                  <c:v>19.692920000000001</c:v>
                </c:pt>
                <c:pt idx="636">
                  <c:v>19.947220000000002</c:v>
                </c:pt>
                <c:pt idx="637">
                  <c:v>20.006639999999972</c:v>
                </c:pt>
                <c:pt idx="638">
                  <c:v>19.381719999999973</c:v>
                </c:pt>
                <c:pt idx="639">
                  <c:v>18.575319999999973</c:v>
                </c:pt>
                <c:pt idx="640">
                  <c:v>18.170549999999974</c:v>
                </c:pt>
                <c:pt idx="641">
                  <c:v>18.30071999999997</c:v>
                </c:pt>
                <c:pt idx="642">
                  <c:v>18.648309999999974</c:v>
                </c:pt>
                <c:pt idx="643">
                  <c:v>19.06000999999997</c:v>
                </c:pt>
                <c:pt idx="644">
                  <c:v>19.23807</c:v>
                </c:pt>
                <c:pt idx="645">
                  <c:v>18.82471</c:v>
                </c:pt>
                <c:pt idx="646">
                  <c:v>18.2944</c:v>
                </c:pt>
                <c:pt idx="647">
                  <c:v>17.91536</c:v>
                </c:pt>
                <c:pt idx="648">
                  <c:v>17.576070000000001</c:v>
                </c:pt>
                <c:pt idx="649">
                  <c:v>17.431519999999974</c:v>
                </c:pt>
                <c:pt idx="650">
                  <c:v>17.25122</c:v>
                </c:pt>
                <c:pt idx="651">
                  <c:v>16.808479999999989</c:v>
                </c:pt>
                <c:pt idx="652">
                  <c:v>16.3871</c:v>
                </c:pt>
                <c:pt idx="653">
                  <c:v>16.34075</c:v>
                </c:pt>
                <c:pt idx="654">
                  <c:v>16.596060000000001</c:v>
                </c:pt>
                <c:pt idx="655">
                  <c:v>16.723519999999972</c:v>
                </c:pt>
                <c:pt idx="656">
                  <c:v>16.800370000000001</c:v>
                </c:pt>
                <c:pt idx="657">
                  <c:v>17.119000000000021</c:v>
                </c:pt>
                <c:pt idx="658">
                  <c:v>17.603760000000001</c:v>
                </c:pt>
                <c:pt idx="659">
                  <c:v>18.014299999999999</c:v>
                </c:pt>
                <c:pt idx="660">
                  <c:v>18.235659999999989</c:v>
                </c:pt>
                <c:pt idx="661">
                  <c:v>17.876709999999989</c:v>
                </c:pt>
                <c:pt idx="662">
                  <c:v>16.962839999999975</c:v>
                </c:pt>
                <c:pt idx="663">
                  <c:v>16.25773999999997</c:v>
                </c:pt>
                <c:pt idx="664">
                  <c:v>15.87819</c:v>
                </c:pt>
                <c:pt idx="665">
                  <c:v>15.678269999999999</c:v>
                </c:pt>
                <c:pt idx="666">
                  <c:v>15.82737</c:v>
                </c:pt>
                <c:pt idx="667">
                  <c:v>15.89814</c:v>
                </c:pt>
                <c:pt idx="668">
                  <c:v>16.01211</c:v>
                </c:pt>
                <c:pt idx="669">
                  <c:v>15.902780000000011</c:v>
                </c:pt>
                <c:pt idx="670">
                  <c:v>15.390740000000006</c:v>
                </c:pt>
                <c:pt idx="671">
                  <c:v>14.96156</c:v>
                </c:pt>
                <c:pt idx="672">
                  <c:v>14.76507</c:v>
                </c:pt>
                <c:pt idx="673">
                  <c:v>14.56995</c:v>
                </c:pt>
                <c:pt idx="674">
                  <c:v>13.953720000000002</c:v>
                </c:pt>
                <c:pt idx="675">
                  <c:v>12.986370000000001</c:v>
                </c:pt>
                <c:pt idx="676">
                  <c:v>12.25328</c:v>
                </c:pt>
                <c:pt idx="677">
                  <c:v>11.981260000000001</c:v>
                </c:pt>
                <c:pt idx="678">
                  <c:v>12.124890000000001</c:v>
                </c:pt>
                <c:pt idx="679">
                  <c:v>12.42501</c:v>
                </c:pt>
                <c:pt idx="680">
                  <c:v>12.61748</c:v>
                </c:pt>
                <c:pt idx="681">
                  <c:v>12.74025</c:v>
                </c:pt>
                <c:pt idx="682">
                  <c:v>12.80767</c:v>
                </c:pt>
                <c:pt idx="683">
                  <c:v>12.5327</c:v>
                </c:pt>
                <c:pt idx="684">
                  <c:v>12.085510000000006</c:v>
                </c:pt>
                <c:pt idx="685">
                  <c:v>11.55542000000001</c:v>
                </c:pt>
                <c:pt idx="686">
                  <c:v>11.056840000000006</c:v>
                </c:pt>
                <c:pt idx="687">
                  <c:v>10.924770000000001</c:v>
                </c:pt>
                <c:pt idx="688">
                  <c:v>11.248279999999998</c:v>
                </c:pt>
                <c:pt idx="689">
                  <c:v>11.91699</c:v>
                </c:pt>
                <c:pt idx="690">
                  <c:v>12.445030000000004</c:v>
                </c:pt>
                <c:pt idx="691">
                  <c:v>12.788500000000001</c:v>
                </c:pt>
                <c:pt idx="692">
                  <c:v>12.99686</c:v>
                </c:pt>
                <c:pt idx="693">
                  <c:v>12.89372</c:v>
                </c:pt>
                <c:pt idx="694">
                  <c:v>12.27033</c:v>
                </c:pt>
                <c:pt idx="695">
                  <c:v>11.57002</c:v>
                </c:pt>
                <c:pt idx="696">
                  <c:v>11.25334</c:v>
                </c:pt>
                <c:pt idx="697">
                  <c:v>11.40728</c:v>
                </c:pt>
                <c:pt idx="698">
                  <c:v>11.643990000000001</c:v>
                </c:pt>
                <c:pt idx="699">
                  <c:v>11.73218</c:v>
                </c:pt>
                <c:pt idx="700">
                  <c:v>11.71373</c:v>
                </c:pt>
                <c:pt idx="701">
                  <c:v>11.71457</c:v>
                </c:pt>
                <c:pt idx="702">
                  <c:v>11.52984</c:v>
                </c:pt>
                <c:pt idx="703">
                  <c:v>11.258430000000002</c:v>
                </c:pt>
                <c:pt idx="704">
                  <c:v>11.16718</c:v>
                </c:pt>
                <c:pt idx="705">
                  <c:v>10.98169</c:v>
                </c:pt>
                <c:pt idx="706">
                  <c:v>10.507530000000004</c:v>
                </c:pt>
                <c:pt idx="707">
                  <c:v>10.06029</c:v>
                </c:pt>
                <c:pt idx="708">
                  <c:v>9.7517000000000014</c:v>
                </c:pt>
                <c:pt idx="709">
                  <c:v>9.6333199999999994</c:v>
                </c:pt>
                <c:pt idx="710">
                  <c:v>9.6749900000000011</c:v>
                </c:pt>
                <c:pt idx="711">
                  <c:v>9.6547300000000007</c:v>
                </c:pt>
                <c:pt idx="712">
                  <c:v>9.4402000000000008</c:v>
                </c:pt>
                <c:pt idx="713">
                  <c:v>9.1983899999999998</c:v>
                </c:pt>
                <c:pt idx="714">
                  <c:v>8.9544500000000067</c:v>
                </c:pt>
                <c:pt idx="715">
                  <c:v>8.6866500000000002</c:v>
                </c:pt>
                <c:pt idx="716">
                  <c:v>8.6074100000000016</c:v>
                </c:pt>
                <c:pt idx="717">
                  <c:v>8.8108300000000028</c:v>
                </c:pt>
                <c:pt idx="718">
                  <c:v>8.9101300000000005</c:v>
                </c:pt>
                <c:pt idx="719">
                  <c:v>8.8320600000000002</c:v>
                </c:pt>
                <c:pt idx="720">
                  <c:v>8.7651400000000006</c:v>
                </c:pt>
                <c:pt idx="721">
                  <c:v>8.726700000000001</c:v>
                </c:pt>
                <c:pt idx="722">
                  <c:v>8.4261300000000006</c:v>
                </c:pt>
                <c:pt idx="723">
                  <c:v>8.1500400000000006</c:v>
                </c:pt>
                <c:pt idx="724">
                  <c:v>7.9703800000000014</c:v>
                </c:pt>
                <c:pt idx="725">
                  <c:v>7.5444199999999944</c:v>
                </c:pt>
                <c:pt idx="726">
                  <c:v>7.0039999999999996</c:v>
                </c:pt>
                <c:pt idx="727">
                  <c:v>6.7149299999999945</c:v>
                </c:pt>
                <c:pt idx="728">
                  <c:v>6.8055199999999942</c:v>
                </c:pt>
                <c:pt idx="729">
                  <c:v>7.0920799999999975</c:v>
                </c:pt>
                <c:pt idx="730">
                  <c:v>7.4232899999999997</c:v>
                </c:pt>
                <c:pt idx="731">
                  <c:v>7.88436</c:v>
                </c:pt>
                <c:pt idx="732">
                  <c:v>8.2925300000000028</c:v>
                </c:pt>
                <c:pt idx="733">
                  <c:v>8.4020300000000123</c:v>
                </c:pt>
                <c:pt idx="734">
                  <c:v>8.4627300000000147</c:v>
                </c:pt>
                <c:pt idx="735">
                  <c:v>8.6395900000000001</c:v>
                </c:pt>
                <c:pt idx="736">
                  <c:v>8.7672000000000008</c:v>
                </c:pt>
                <c:pt idx="737">
                  <c:v>8.8263200000000008</c:v>
                </c:pt>
                <c:pt idx="738">
                  <c:v>8.7613500000000002</c:v>
                </c:pt>
                <c:pt idx="739">
                  <c:v>8.7347800000000007</c:v>
                </c:pt>
                <c:pt idx="740">
                  <c:v>8.8399100000000015</c:v>
                </c:pt>
                <c:pt idx="741">
                  <c:v>8.9663700000000013</c:v>
                </c:pt>
                <c:pt idx="742">
                  <c:v>9.0256100000000004</c:v>
                </c:pt>
                <c:pt idx="743">
                  <c:v>9.1229900000000015</c:v>
                </c:pt>
                <c:pt idx="744">
                  <c:v>9.1726700000000001</c:v>
                </c:pt>
                <c:pt idx="745">
                  <c:v>8.7895100000000035</c:v>
                </c:pt>
                <c:pt idx="746">
                  <c:v>8.0300200000000004</c:v>
                </c:pt>
                <c:pt idx="747">
                  <c:v>7.3627999999999965</c:v>
                </c:pt>
                <c:pt idx="748">
                  <c:v>7.0134699999999999</c:v>
                </c:pt>
                <c:pt idx="749">
                  <c:v>6.9965099999999998</c:v>
                </c:pt>
                <c:pt idx="750">
                  <c:v>7.1445499999999944</c:v>
                </c:pt>
                <c:pt idx="751">
                  <c:v>7.6356200000000003</c:v>
                </c:pt>
                <c:pt idx="752">
                  <c:v>8.17347</c:v>
                </c:pt>
                <c:pt idx="753">
                  <c:v>8.1136500000000016</c:v>
                </c:pt>
                <c:pt idx="754">
                  <c:v>7.9167600000000062</c:v>
                </c:pt>
                <c:pt idx="755">
                  <c:v>7.7890899999999998</c:v>
                </c:pt>
                <c:pt idx="756">
                  <c:v>7.57517</c:v>
                </c:pt>
                <c:pt idx="757">
                  <c:v>7.35764</c:v>
                </c:pt>
                <c:pt idx="758">
                  <c:v>7.3503999999999996</c:v>
                </c:pt>
                <c:pt idx="759">
                  <c:v>7.5809600000000001</c:v>
                </c:pt>
                <c:pt idx="760">
                  <c:v>7.83474</c:v>
                </c:pt>
                <c:pt idx="761">
                  <c:v>7.99742</c:v>
                </c:pt>
                <c:pt idx="762">
                  <c:v>8.0599100000000004</c:v>
                </c:pt>
                <c:pt idx="763">
                  <c:v>8.0763500000000015</c:v>
                </c:pt>
                <c:pt idx="764">
                  <c:v>8.2162400000000009</c:v>
                </c:pt>
                <c:pt idx="765">
                  <c:v>8.6768400000000003</c:v>
                </c:pt>
                <c:pt idx="766">
                  <c:v>9.0944300000000027</c:v>
                </c:pt>
                <c:pt idx="767">
                  <c:v>9.3339100000000013</c:v>
                </c:pt>
                <c:pt idx="768">
                  <c:v>9.4607400000000048</c:v>
                </c:pt>
                <c:pt idx="769">
                  <c:v>9.276860000000001</c:v>
                </c:pt>
                <c:pt idx="770">
                  <c:v>8.9127100000000006</c:v>
                </c:pt>
                <c:pt idx="771">
                  <c:v>8.7106600000000007</c:v>
                </c:pt>
                <c:pt idx="772">
                  <c:v>8.6137500000000014</c:v>
                </c:pt>
                <c:pt idx="773">
                  <c:v>8.7617100000000008</c:v>
                </c:pt>
                <c:pt idx="774">
                  <c:v>9.1585300000000007</c:v>
                </c:pt>
                <c:pt idx="775">
                  <c:v>9.5451000000000015</c:v>
                </c:pt>
                <c:pt idx="776">
                  <c:v>9.9380199999999999</c:v>
                </c:pt>
                <c:pt idx="777">
                  <c:v>9.7000600000000006</c:v>
                </c:pt>
                <c:pt idx="778">
                  <c:v>8.8905600000000007</c:v>
                </c:pt>
                <c:pt idx="779">
                  <c:v>8.2625400000000067</c:v>
                </c:pt>
                <c:pt idx="780">
                  <c:v>7.9782400000000075</c:v>
                </c:pt>
                <c:pt idx="781">
                  <c:v>7.8778699999999997</c:v>
                </c:pt>
                <c:pt idx="782">
                  <c:v>7.8346099999999996</c:v>
                </c:pt>
                <c:pt idx="783">
                  <c:v>7.9924099999999996</c:v>
                </c:pt>
                <c:pt idx="784">
                  <c:v>8.4629400000000068</c:v>
                </c:pt>
                <c:pt idx="785">
                  <c:v>8.8650700000000047</c:v>
                </c:pt>
                <c:pt idx="786">
                  <c:v>9.2894900000000007</c:v>
                </c:pt>
                <c:pt idx="787">
                  <c:v>9.330820000000001</c:v>
                </c:pt>
                <c:pt idx="788">
                  <c:v>9.1886600000000005</c:v>
                </c:pt>
                <c:pt idx="789">
                  <c:v>9.0802300000000002</c:v>
                </c:pt>
                <c:pt idx="790">
                  <c:v>9.1267800000000001</c:v>
                </c:pt>
                <c:pt idx="791">
                  <c:v>9.2921600000000009</c:v>
                </c:pt>
                <c:pt idx="792">
                  <c:v>9.1749500000000008</c:v>
                </c:pt>
                <c:pt idx="793">
                  <c:v>9.1318800000000007</c:v>
                </c:pt>
                <c:pt idx="794">
                  <c:v>9.0091800000000006</c:v>
                </c:pt>
                <c:pt idx="795">
                  <c:v>9.232050000000001</c:v>
                </c:pt>
                <c:pt idx="796">
                  <c:v>9.8556700000000141</c:v>
                </c:pt>
                <c:pt idx="797">
                  <c:v>10.32551000000001</c:v>
                </c:pt>
                <c:pt idx="798">
                  <c:v>10.28326</c:v>
                </c:pt>
                <c:pt idx="799">
                  <c:v>9.8502100000000006</c:v>
                </c:pt>
                <c:pt idx="800">
                  <c:v>9.7250200000000007</c:v>
                </c:pt>
                <c:pt idx="801">
                  <c:v>10.066850000000002</c:v>
                </c:pt>
                <c:pt idx="802">
                  <c:v>10.47462</c:v>
                </c:pt>
                <c:pt idx="803">
                  <c:v>10.306790000000012</c:v>
                </c:pt>
                <c:pt idx="804">
                  <c:v>9.7413299999999889</c:v>
                </c:pt>
                <c:pt idx="805">
                  <c:v>9.2053400000000014</c:v>
                </c:pt>
                <c:pt idx="806">
                  <c:v>9.0673700000000004</c:v>
                </c:pt>
                <c:pt idx="807">
                  <c:v>9.6064700000000016</c:v>
                </c:pt>
                <c:pt idx="808">
                  <c:v>10.52768</c:v>
                </c:pt>
                <c:pt idx="809">
                  <c:v>11.34164</c:v>
                </c:pt>
                <c:pt idx="810">
                  <c:v>11.74779</c:v>
                </c:pt>
                <c:pt idx="811">
                  <c:v>11.738049999999999</c:v>
                </c:pt>
                <c:pt idx="812">
                  <c:v>11.906650000000004</c:v>
                </c:pt>
                <c:pt idx="813">
                  <c:v>12.485580000000018</c:v>
                </c:pt>
                <c:pt idx="814">
                  <c:v>12.79182</c:v>
                </c:pt>
                <c:pt idx="815">
                  <c:v>12.74452</c:v>
                </c:pt>
                <c:pt idx="816">
                  <c:v>12.97691</c:v>
                </c:pt>
                <c:pt idx="817">
                  <c:v>13.58958000000001</c:v>
                </c:pt>
                <c:pt idx="818">
                  <c:v>14.09135</c:v>
                </c:pt>
                <c:pt idx="819">
                  <c:v>14.14612</c:v>
                </c:pt>
                <c:pt idx="820">
                  <c:v>13.80547000000001</c:v>
                </c:pt>
                <c:pt idx="821">
                  <c:v>13.07427</c:v>
                </c:pt>
                <c:pt idx="822">
                  <c:v>12.365180000000018</c:v>
                </c:pt>
                <c:pt idx="823">
                  <c:v>12.237319999999997</c:v>
                </c:pt>
                <c:pt idx="824">
                  <c:v>12.55138</c:v>
                </c:pt>
                <c:pt idx="825">
                  <c:v>12.94186</c:v>
                </c:pt>
                <c:pt idx="826">
                  <c:v>13.428319999999999</c:v>
                </c:pt>
                <c:pt idx="827">
                  <c:v>14.11726</c:v>
                </c:pt>
                <c:pt idx="828">
                  <c:v>14.737929999999999</c:v>
                </c:pt>
                <c:pt idx="829">
                  <c:v>14.64564</c:v>
                </c:pt>
                <c:pt idx="830">
                  <c:v>14.48565000000001</c:v>
                </c:pt>
                <c:pt idx="831">
                  <c:v>14.486700000000004</c:v>
                </c:pt>
                <c:pt idx="832">
                  <c:v>14.51261</c:v>
                </c:pt>
                <c:pt idx="833">
                  <c:v>14.509510000000002</c:v>
                </c:pt>
                <c:pt idx="834">
                  <c:v>14.345930000000006</c:v>
                </c:pt>
                <c:pt idx="835">
                  <c:v>14.272310000000001</c:v>
                </c:pt>
                <c:pt idx="836">
                  <c:v>14.10032</c:v>
                </c:pt>
                <c:pt idx="837">
                  <c:v>13.87326</c:v>
                </c:pt>
                <c:pt idx="838">
                  <c:v>14.01417</c:v>
                </c:pt>
                <c:pt idx="839">
                  <c:v>14.603150000000001</c:v>
                </c:pt>
                <c:pt idx="840">
                  <c:v>15.43951</c:v>
                </c:pt>
                <c:pt idx="841">
                  <c:v>16.258199999999974</c:v>
                </c:pt>
                <c:pt idx="842">
                  <c:v>16.632980000000021</c:v>
                </c:pt>
                <c:pt idx="843">
                  <c:v>16.292019999999972</c:v>
                </c:pt>
                <c:pt idx="844">
                  <c:v>15.72963</c:v>
                </c:pt>
                <c:pt idx="845">
                  <c:v>15.49362</c:v>
                </c:pt>
                <c:pt idx="846">
                  <c:v>15.31011</c:v>
                </c:pt>
                <c:pt idx="847">
                  <c:v>15.1378</c:v>
                </c:pt>
                <c:pt idx="848">
                  <c:v>15.20927</c:v>
                </c:pt>
                <c:pt idx="849">
                  <c:v>15.13486</c:v>
                </c:pt>
                <c:pt idx="850">
                  <c:v>15.08071</c:v>
                </c:pt>
                <c:pt idx="851">
                  <c:v>15.358980000000004</c:v>
                </c:pt>
                <c:pt idx="852">
                  <c:v>15.799200000000001</c:v>
                </c:pt>
                <c:pt idx="853">
                  <c:v>16.310700000000001</c:v>
                </c:pt>
                <c:pt idx="854">
                  <c:v>16.684930000000001</c:v>
                </c:pt>
                <c:pt idx="855">
                  <c:v>16.92909999999997</c:v>
                </c:pt>
                <c:pt idx="856">
                  <c:v>17.20658999999997</c:v>
                </c:pt>
                <c:pt idx="857">
                  <c:v>17.597010000000001</c:v>
                </c:pt>
                <c:pt idx="858">
                  <c:v>17.524519999999974</c:v>
                </c:pt>
                <c:pt idx="859">
                  <c:v>17.32291</c:v>
                </c:pt>
                <c:pt idx="860">
                  <c:v>17.548359999999974</c:v>
                </c:pt>
                <c:pt idx="861">
                  <c:v>17.958299999999973</c:v>
                </c:pt>
                <c:pt idx="862">
                  <c:v>18.482749999999943</c:v>
                </c:pt>
                <c:pt idx="863">
                  <c:v>18.767329999999973</c:v>
                </c:pt>
                <c:pt idx="864">
                  <c:v>18.595580000000002</c:v>
                </c:pt>
                <c:pt idx="865">
                  <c:v>18.660520000000002</c:v>
                </c:pt>
                <c:pt idx="866">
                  <c:v>19.24337999999997</c:v>
                </c:pt>
                <c:pt idx="867">
                  <c:v>19.476959999999988</c:v>
                </c:pt>
                <c:pt idx="868">
                  <c:v>19.525110000000002</c:v>
                </c:pt>
                <c:pt idx="869">
                  <c:v>19.743619999999975</c:v>
                </c:pt>
                <c:pt idx="870">
                  <c:v>19.966759999999972</c:v>
                </c:pt>
                <c:pt idx="871">
                  <c:v>19.930669999999989</c:v>
                </c:pt>
                <c:pt idx="872">
                  <c:v>19.524809999999999</c:v>
                </c:pt>
                <c:pt idx="873">
                  <c:v>19.015560000000001</c:v>
                </c:pt>
                <c:pt idx="874">
                  <c:v>18.610270000000021</c:v>
                </c:pt>
                <c:pt idx="875">
                  <c:v>18.612990000000021</c:v>
                </c:pt>
                <c:pt idx="876">
                  <c:v>19.068960000000001</c:v>
                </c:pt>
                <c:pt idx="877">
                  <c:v>19.423729999999956</c:v>
                </c:pt>
                <c:pt idx="878">
                  <c:v>19.839350000000021</c:v>
                </c:pt>
                <c:pt idx="879">
                  <c:v>20.308820000000001</c:v>
                </c:pt>
                <c:pt idx="880">
                  <c:v>20.680529999999973</c:v>
                </c:pt>
                <c:pt idx="881">
                  <c:v>20.860890000000001</c:v>
                </c:pt>
                <c:pt idx="882">
                  <c:v>20.529679999999974</c:v>
                </c:pt>
                <c:pt idx="883">
                  <c:v>20.214890000000022</c:v>
                </c:pt>
                <c:pt idx="884">
                  <c:v>20.022860000000001</c:v>
                </c:pt>
                <c:pt idx="885">
                  <c:v>20.083850000000005</c:v>
                </c:pt>
                <c:pt idx="886">
                  <c:v>20.482970000000002</c:v>
                </c:pt>
                <c:pt idx="887">
                  <c:v>20.971579999999989</c:v>
                </c:pt>
                <c:pt idx="888">
                  <c:v>21.447279999999989</c:v>
                </c:pt>
                <c:pt idx="889">
                  <c:v>21.915980000000001</c:v>
                </c:pt>
                <c:pt idx="890">
                  <c:v>22.479800000000001</c:v>
                </c:pt>
                <c:pt idx="891">
                  <c:v>23.15052</c:v>
                </c:pt>
                <c:pt idx="892">
                  <c:v>23.84266999999997</c:v>
                </c:pt>
                <c:pt idx="893">
                  <c:v>24.340309999999974</c:v>
                </c:pt>
                <c:pt idx="894">
                  <c:v>24.007819999999999</c:v>
                </c:pt>
                <c:pt idx="895">
                  <c:v>22.88156</c:v>
                </c:pt>
                <c:pt idx="896">
                  <c:v>21.761369999999989</c:v>
                </c:pt>
                <c:pt idx="897">
                  <c:v>21.190460000000005</c:v>
                </c:pt>
                <c:pt idx="898">
                  <c:v>21.123470000000001</c:v>
                </c:pt>
                <c:pt idx="899">
                  <c:v>21.321929999999988</c:v>
                </c:pt>
                <c:pt idx="900">
                  <c:v>21.799539999999968</c:v>
                </c:pt>
                <c:pt idx="901">
                  <c:v>22.212669999999989</c:v>
                </c:pt>
                <c:pt idx="902">
                  <c:v>22.626529999999974</c:v>
                </c:pt>
                <c:pt idx="903">
                  <c:v>22.77421</c:v>
                </c:pt>
                <c:pt idx="904">
                  <c:v>22.654309999999999</c:v>
                </c:pt>
                <c:pt idx="905">
                  <c:v>23.024190000000001</c:v>
                </c:pt>
                <c:pt idx="906">
                  <c:v>23.786619999999957</c:v>
                </c:pt>
                <c:pt idx="907">
                  <c:v>24.565489999999972</c:v>
                </c:pt>
                <c:pt idx="908">
                  <c:v>24.862109999999973</c:v>
                </c:pt>
                <c:pt idx="909">
                  <c:v>24.71471</c:v>
                </c:pt>
                <c:pt idx="910">
                  <c:v>24.400880000000001</c:v>
                </c:pt>
                <c:pt idx="911">
                  <c:v>23.952850000000005</c:v>
                </c:pt>
                <c:pt idx="912">
                  <c:v>23.684000000000001</c:v>
                </c:pt>
                <c:pt idx="913">
                  <c:v>23.729849999999974</c:v>
                </c:pt>
                <c:pt idx="914">
                  <c:v>24.111490000000021</c:v>
                </c:pt>
                <c:pt idx="915">
                  <c:v>24.707850000000022</c:v>
                </c:pt>
                <c:pt idx="916">
                  <c:v>25.234909999999999</c:v>
                </c:pt>
                <c:pt idx="917">
                  <c:v>25.829560000000001</c:v>
                </c:pt>
                <c:pt idx="918">
                  <c:v>26.49117</c:v>
                </c:pt>
                <c:pt idx="919">
                  <c:v>27.154560000000021</c:v>
                </c:pt>
                <c:pt idx="920">
                  <c:v>27.865269999999974</c:v>
                </c:pt>
                <c:pt idx="921">
                  <c:v>28.502239999999972</c:v>
                </c:pt>
                <c:pt idx="922">
                  <c:v>29.088689999999971</c:v>
                </c:pt>
                <c:pt idx="923">
                  <c:v>29.62866</c:v>
                </c:pt>
                <c:pt idx="924">
                  <c:v>29.501560000000001</c:v>
                </c:pt>
                <c:pt idx="925">
                  <c:v>29.055109999999978</c:v>
                </c:pt>
                <c:pt idx="926">
                  <c:v>29.025789999999972</c:v>
                </c:pt>
                <c:pt idx="927">
                  <c:v>29.070509999999974</c:v>
                </c:pt>
                <c:pt idx="928">
                  <c:v>29.03069</c:v>
                </c:pt>
                <c:pt idx="929">
                  <c:v>29.018950000000022</c:v>
                </c:pt>
                <c:pt idx="930">
                  <c:v>29.128350000000001</c:v>
                </c:pt>
                <c:pt idx="931">
                  <c:v>29.3644</c:v>
                </c:pt>
                <c:pt idx="932">
                  <c:v>29.530439999999974</c:v>
                </c:pt>
                <c:pt idx="933">
                  <c:v>29.273510000000002</c:v>
                </c:pt>
                <c:pt idx="934">
                  <c:v>28.69013</c:v>
                </c:pt>
                <c:pt idx="935">
                  <c:v>28.236639999999973</c:v>
                </c:pt>
                <c:pt idx="936">
                  <c:v>28.090619999999973</c:v>
                </c:pt>
                <c:pt idx="937">
                  <c:v>28.043509999999973</c:v>
                </c:pt>
                <c:pt idx="938">
                  <c:v>27.84309</c:v>
                </c:pt>
                <c:pt idx="939">
                  <c:v>27.308639999999972</c:v>
                </c:pt>
                <c:pt idx="940">
                  <c:v>26.151019999999999</c:v>
                </c:pt>
                <c:pt idx="941">
                  <c:v>24.519159999999999</c:v>
                </c:pt>
                <c:pt idx="942">
                  <c:v>23.543439999999968</c:v>
                </c:pt>
                <c:pt idx="943">
                  <c:v>23.629149999999989</c:v>
                </c:pt>
                <c:pt idx="944">
                  <c:v>24.268559999999972</c:v>
                </c:pt>
                <c:pt idx="945">
                  <c:v>24.946280000000002</c:v>
                </c:pt>
                <c:pt idx="946">
                  <c:v>25.352969999999999</c:v>
                </c:pt>
                <c:pt idx="947">
                  <c:v>25.35211</c:v>
                </c:pt>
                <c:pt idx="948">
                  <c:v>25.37848</c:v>
                </c:pt>
                <c:pt idx="949">
                  <c:v>25.625920000000001</c:v>
                </c:pt>
                <c:pt idx="950">
                  <c:v>25.920319999999968</c:v>
                </c:pt>
                <c:pt idx="951">
                  <c:v>26.274100000000001</c:v>
                </c:pt>
                <c:pt idx="952">
                  <c:v>26.343539999999972</c:v>
                </c:pt>
                <c:pt idx="953">
                  <c:v>26.338519999999974</c:v>
                </c:pt>
                <c:pt idx="954">
                  <c:v>25.9068</c:v>
                </c:pt>
                <c:pt idx="955">
                  <c:v>25.308979999999988</c:v>
                </c:pt>
                <c:pt idx="956">
                  <c:v>25.204239999999974</c:v>
                </c:pt>
                <c:pt idx="957">
                  <c:v>25.496629999999964</c:v>
                </c:pt>
                <c:pt idx="958">
                  <c:v>25.975699999999971</c:v>
                </c:pt>
                <c:pt idx="959">
                  <c:v>26.47635</c:v>
                </c:pt>
                <c:pt idx="960">
                  <c:v>26.796659999999989</c:v>
                </c:pt>
                <c:pt idx="961">
                  <c:v>26.891670000000001</c:v>
                </c:pt>
                <c:pt idx="962">
                  <c:v>26.93031999999997</c:v>
                </c:pt>
                <c:pt idx="963">
                  <c:v>27.023230000000002</c:v>
                </c:pt>
                <c:pt idx="964">
                  <c:v>26.973219999999973</c:v>
                </c:pt>
                <c:pt idx="965">
                  <c:v>26.679320000000001</c:v>
                </c:pt>
                <c:pt idx="966">
                  <c:v>26.520119999999974</c:v>
                </c:pt>
                <c:pt idx="967">
                  <c:v>26.320409999999974</c:v>
                </c:pt>
                <c:pt idx="968">
                  <c:v>25.94016999999997</c:v>
                </c:pt>
                <c:pt idx="969">
                  <c:v>25.359030000000001</c:v>
                </c:pt>
                <c:pt idx="970">
                  <c:v>24.97216999999997</c:v>
                </c:pt>
                <c:pt idx="971">
                  <c:v>24.567229999999974</c:v>
                </c:pt>
                <c:pt idx="972">
                  <c:v>23.490459999999974</c:v>
                </c:pt>
                <c:pt idx="973">
                  <c:v>22.592629999999971</c:v>
                </c:pt>
                <c:pt idx="974">
                  <c:v>21.81521</c:v>
                </c:pt>
                <c:pt idx="975">
                  <c:v>21.048729999999956</c:v>
                </c:pt>
                <c:pt idx="976">
                  <c:v>20.746229999999972</c:v>
                </c:pt>
                <c:pt idx="977">
                  <c:v>20.55246</c:v>
                </c:pt>
                <c:pt idx="978">
                  <c:v>20.269119999999972</c:v>
                </c:pt>
                <c:pt idx="979">
                  <c:v>20.295470000000002</c:v>
                </c:pt>
                <c:pt idx="980">
                  <c:v>20.414560000000005</c:v>
                </c:pt>
                <c:pt idx="981">
                  <c:v>20.433619999999973</c:v>
                </c:pt>
                <c:pt idx="982">
                  <c:v>20.482659999999957</c:v>
                </c:pt>
                <c:pt idx="983">
                  <c:v>20.30508</c:v>
                </c:pt>
                <c:pt idx="984">
                  <c:v>20.086689999999972</c:v>
                </c:pt>
                <c:pt idx="985">
                  <c:v>20.180579999999978</c:v>
                </c:pt>
                <c:pt idx="986">
                  <c:v>20.143160000000005</c:v>
                </c:pt>
                <c:pt idx="987">
                  <c:v>19.984639999999956</c:v>
                </c:pt>
                <c:pt idx="988">
                  <c:v>20.101170000000021</c:v>
                </c:pt>
                <c:pt idx="989">
                  <c:v>20.170000000000005</c:v>
                </c:pt>
                <c:pt idx="990">
                  <c:v>20.318449999999974</c:v>
                </c:pt>
                <c:pt idx="991">
                  <c:v>20.064599999999974</c:v>
                </c:pt>
                <c:pt idx="992">
                  <c:v>19.62584</c:v>
                </c:pt>
                <c:pt idx="993">
                  <c:v>19.786189999999973</c:v>
                </c:pt>
                <c:pt idx="994">
                  <c:v>20.150549999999978</c:v>
                </c:pt>
                <c:pt idx="995">
                  <c:v>20.242579999999968</c:v>
                </c:pt>
                <c:pt idx="996">
                  <c:v>20.219339999999974</c:v>
                </c:pt>
                <c:pt idx="997">
                  <c:v>19.93215</c:v>
                </c:pt>
                <c:pt idx="998">
                  <c:v>19.242499999999971</c:v>
                </c:pt>
                <c:pt idx="999">
                  <c:v>18.649609999999978</c:v>
                </c:pt>
                <c:pt idx="1000">
                  <c:v>18.429259999999989</c:v>
                </c:pt>
                <c:pt idx="1001">
                  <c:v>18.45065</c:v>
                </c:pt>
                <c:pt idx="1002">
                  <c:v>18.552250000000001</c:v>
                </c:pt>
                <c:pt idx="1003">
                  <c:v>18.596959999999999</c:v>
                </c:pt>
                <c:pt idx="1004">
                  <c:v>18.496419999999972</c:v>
                </c:pt>
                <c:pt idx="1005">
                  <c:v>18.333729999999989</c:v>
                </c:pt>
                <c:pt idx="1006">
                  <c:v>18.22484</c:v>
                </c:pt>
                <c:pt idx="1007">
                  <c:v>17.86321999999997</c:v>
                </c:pt>
                <c:pt idx="1008">
                  <c:v>17.458459999999974</c:v>
                </c:pt>
                <c:pt idx="1009">
                  <c:v>17.415709999999972</c:v>
                </c:pt>
                <c:pt idx="1010">
                  <c:v>17.5609</c:v>
                </c:pt>
                <c:pt idx="1011">
                  <c:v>17.77769</c:v>
                </c:pt>
                <c:pt idx="1012">
                  <c:v>17.826889999999999</c:v>
                </c:pt>
                <c:pt idx="1013">
                  <c:v>17.546719999999972</c:v>
                </c:pt>
                <c:pt idx="1014">
                  <c:v>17.21866</c:v>
                </c:pt>
                <c:pt idx="1015">
                  <c:v>17.151140000000005</c:v>
                </c:pt>
                <c:pt idx="1016">
                  <c:v>16.862109999999973</c:v>
                </c:pt>
                <c:pt idx="1017">
                  <c:v>16.41292</c:v>
                </c:pt>
                <c:pt idx="1018">
                  <c:v>16.148679999999974</c:v>
                </c:pt>
                <c:pt idx="1019">
                  <c:v>15.95617</c:v>
                </c:pt>
                <c:pt idx="1020">
                  <c:v>15.810360000000001</c:v>
                </c:pt>
                <c:pt idx="1021">
                  <c:v>15.66949000000001</c:v>
                </c:pt>
                <c:pt idx="1022">
                  <c:v>15.080440000000012</c:v>
                </c:pt>
                <c:pt idx="1023">
                  <c:v>14.33952</c:v>
                </c:pt>
                <c:pt idx="1024">
                  <c:v>13.882620000000006</c:v>
                </c:pt>
                <c:pt idx="1025">
                  <c:v>13.953390000000002</c:v>
                </c:pt>
                <c:pt idx="1026">
                  <c:v>14.46414</c:v>
                </c:pt>
                <c:pt idx="1027">
                  <c:v>14.84249000000001</c:v>
                </c:pt>
                <c:pt idx="1028">
                  <c:v>15.093910000000001</c:v>
                </c:pt>
                <c:pt idx="1029">
                  <c:v>16.150870000000033</c:v>
                </c:pt>
                <c:pt idx="1030">
                  <c:v>16.824079999999999</c:v>
                </c:pt>
                <c:pt idx="1031">
                  <c:v>16.701170000000001</c:v>
                </c:pt>
                <c:pt idx="1032">
                  <c:v>16.708739999999956</c:v>
                </c:pt>
                <c:pt idx="1033">
                  <c:v>16.819310000000005</c:v>
                </c:pt>
                <c:pt idx="1034">
                  <c:v>16.495559999999973</c:v>
                </c:pt>
                <c:pt idx="1035">
                  <c:v>15.813280000000002</c:v>
                </c:pt>
                <c:pt idx="1036">
                  <c:v>14.952500000000018</c:v>
                </c:pt>
                <c:pt idx="1037">
                  <c:v>13.90846</c:v>
                </c:pt>
                <c:pt idx="1038">
                  <c:v>13.085140000000004</c:v>
                </c:pt>
                <c:pt idx="1039">
                  <c:v>12.55104</c:v>
                </c:pt>
                <c:pt idx="1040">
                  <c:v>12.014890000000001</c:v>
                </c:pt>
                <c:pt idx="1041">
                  <c:v>11.72335</c:v>
                </c:pt>
                <c:pt idx="1042">
                  <c:v>11.90095</c:v>
                </c:pt>
                <c:pt idx="1043">
                  <c:v>11.87951000000001</c:v>
                </c:pt>
                <c:pt idx="1044">
                  <c:v>11.61224</c:v>
                </c:pt>
                <c:pt idx="1045">
                  <c:v>11.60751</c:v>
                </c:pt>
                <c:pt idx="1046">
                  <c:v>11.77807</c:v>
                </c:pt>
                <c:pt idx="1047">
                  <c:v>11.955640000000018</c:v>
                </c:pt>
                <c:pt idx="1048">
                  <c:v>12.01971</c:v>
                </c:pt>
                <c:pt idx="1049">
                  <c:v>11.846820000000001</c:v>
                </c:pt>
                <c:pt idx="1050">
                  <c:v>11.7699</c:v>
                </c:pt>
                <c:pt idx="1051">
                  <c:v>11.870400000000011</c:v>
                </c:pt>
                <c:pt idx="1052">
                  <c:v>11.93891</c:v>
                </c:pt>
                <c:pt idx="1053">
                  <c:v>11.86628000000001</c:v>
                </c:pt>
                <c:pt idx="1054">
                  <c:v>11.515430000000011</c:v>
                </c:pt>
                <c:pt idx="1055">
                  <c:v>11.11187</c:v>
                </c:pt>
                <c:pt idx="1056">
                  <c:v>10.807230000000002</c:v>
                </c:pt>
                <c:pt idx="1057">
                  <c:v>10.53</c:v>
                </c:pt>
                <c:pt idx="1058">
                  <c:v>10.58982</c:v>
                </c:pt>
                <c:pt idx="1059">
                  <c:v>10.69993</c:v>
                </c:pt>
                <c:pt idx="1060">
                  <c:v>10.73948</c:v>
                </c:pt>
                <c:pt idx="1061">
                  <c:v>10.762270000000001</c:v>
                </c:pt>
                <c:pt idx="1062">
                  <c:v>10.67853</c:v>
                </c:pt>
                <c:pt idx="1063">
                  <c:v>10.63463</c:v>
                </c:pt>
                <c:pt idx="1064">
                  <c:v>10.505420000000004</c:v>
                </c:pt>
                <c:pt idx="1065">
                  <c:v>10.23809</c:v>
                </c:pt>
                <c:pt idx="1066">
                  <c:v>10.021380000000001</c:v>
                </c:pt>
                <c:pt idx="1067">
                  <c:v>10.0206</c:v>
                </c:pt>
                <c:pt idx="1068">
                  <c:v>9.9887500000000014</c:v>
                </c:pt>
                <c:pt idx="1069">
                  <c:v>9.9414200000000008</c:v>
                </c:pt>
                <c:pt idx="1070">
                  <c:v>10.00634</c:v>
                </c:pt>
                <c:pt idx="1071">
                  <c:v>10.20472</c:v>
                </c:pt>
                <c:pt idx="1072">
                  <c:v>9.98034</c:v>
                </c:pt>
                <c:pt idx="1073">
                  <c:v>9.7020600000000012</c:v>
                </c:pt>
                <c:pt idx="1074">
                  <c:v>9.4556500000000145</c:v>
                </c:pt>
                <c:pt idx="1075">
                  <c:v>9.0655100000000068</c:v>
                </c:pt>
                <c:pt idx="1076">
                  <c:v>8.8510600000000004</c:v>
                </c:pt>
                <c:pt idx="1077">
                  <c:v>8.8648600000000002</c:v>
                </c:pt>
                <c:pt idx="1078">
                  <c:v>8.8325000000000067</c:v>
                </c:pt>
                <c:pt idx="1079">
                  <c:v>8.8369600000000013</c:v>
                </c:pt>
                <c:pt idx="1080">
                  <c:v>8.8766200000000008</c:v>
                </c:pt>
                <c:pt idx="1081">
                  <c:v>8.8962700000000012</c:v>
                </c:pt>
                <c:pt idx="1082">
                  <c:v>8.7984000000000009</c:v>
                </c:pt>
                <c:pt idx="1083">
                  <c:v>8.7331599999999998</c:v>
                </c:pt>
                <c:pt idx="1084">
                  <c:v>8.6873900000000006</c:v>
                </c:pt>
                <c:pt idx="1085">
                  <c:v>8.5197200000000013</c:v>
                </c:pt>
                <c:pt idx="1086">
                  <c:v>8.2758500000000002</c:v>
                </c:pt>
                <c:pt idx="1087">
                  <c:v>8.0141200000000001</c:v>
                </c:pt>
                <c:pt idx="1088">
                  <c:v>7.8283899999999944</c:v>
                </c:pt>
                <c:pt idx="1089">
                  <c:v>7.6791700000000001</c:v>
                </c:pt>
                <c:pt idx="1090">
                  <c:v>7.5562899999999997</c:v>
                </c:pt>
                <c:pt idx="1091">
                  <c:v>7.4850399999999997</c:v>
                </c:pt>
                <c:pt idx="1092">
                  <c:v>7.4372700000000034</c:v>
                </c:pt>
                <c:pt idx="1093">
                  <c:v>7.2876000000000003</c:v>
                </c:pt>
                <c:pt idx="1094">
                  <c:v>7.1133899999999946</c:v>
                </c:pt>
                <c:pt idx="1095">
                  <c:v>7.0699499999999995</c:v>
                </c:pt>
                <c:pt idx="1096">
                  <c:v>7.2488599999999996</c:v>
                </c:pt>
                <c:pt idx="1097">
                  <c:v>7.5725499999999997</c:v>
                </c:pt>
                <c:pt idx="1098">
                  <c:v>7.6445499999999944</c:v>
                </c:pt>
                <c:pt idx="1099">
                  <c:v>7.4822500000000014</c:v>
                </c:pt>
                <c:pt idx="1100">
                  <c:v>7.2893800000000004</c:v>
                </c:pt>
                <c:pt idx="1101">
                  <c:v>7.1932700000000001</c:v>
                </c:pt>
                <c:pt idx="1102">
                  <c:v>7.3468</c:v>
                </c:pt>
                <c:pt idx="1103">
                  <c:v>7.7754599999999998</c:v>
                </c:pt>
                <c:pt idx="1104">
                  <c:v>7.9530200000000004</c:v>
                </c:pt>
                <c:pt idx="1105">
                  <c:v>7.3309499999999996</c:v>
                </c:pt>
                <c:pt idx="1106">
                  <c:v>7.0148399999999951</c:v>
                </c:pt>
                <c:pt idx="1107">
                  <c:v>6.7384700000000004</c:v>
                </c:pt>
                <c:pt idx="1108">
                  <c:v>6.94482</c:v>
                </c:pt>
                <c:pt idx="1109">
                  <c:v>7.2285699999999995</c:v>
                </c:pt>
                <c:pt idx="1110">
                  <c:v>6.8589499999999965</c:v>
                </c:pt>
                <c:pt idx="1111">
                  <c:v>6.8393600000000063</c:v>
                </c:pt>
                <c:pt idx="1112">
                  <c:v>7.3248699999999944</c:v>
                </c:pt>
                <c:pt idx="1113">
                  <c:v>7.4342199999999998</c:v>
                </c:pt>
                <c:pt idx="1114">
                  <c:v>7.50502</c:v>
                </c:pt>
                <c:pt idx="1115">
                  <c:v>7.3613499999999998</c:v>
                </c:pt>
                <c:pt idx="1116">
                  <c:v>7.3139799999999955</c:v>
                </c:pt>
                <c:pt idx="1117">
                  <c:v>7.2456199999999997</c:v>
                </c:pt>
                <c:pt idx="1118">
                  <c:v>7.2364800000000002</c:v>
                </c:pt>
                <c:pt idx="1119">
                  <c:v>7.3459899999999942</c:v>
                </c:pt>
                <c:pt idx="1120">
                  <c:v>7.44489</c:v>
                </c:pt>
                <c:pt idx="1121">
                  <c:v>7.4483100000000002</c:v>
                </c:pt>
                <c:pt idx="1122">
                  <c:v>7.2237299999999998</c:v>
                </c:pt>
                <c:pt idx="1123">
                  <c:v>7.1769299999999996</c:v>
                </c:pt>
                <c:pt idx="1124">
                  <c:v>7.2491599999999998</c:v>
                </c:pt>
                <c:pt idx="1125">
                  <c:v>7.1474799999999945</c:v>
                </c:pt>
                <c:pt idx="1126">
                  <c:v>6.9802500000000034</c:v>
                </c:pt>
                <c:pt idx="1127">
                  <c:v>6.7068899999999996</c:v>
                </c:pt>
                <c:pt idx="1128">
                  <c:v>6.5166300000000001</c:v>
                </c:pt>
                <c:pt idx="1129">
                  <c:v>6.4770200000000004</c:v>
                </c:pt>
                <c:pt idx="1130">
                  <c:v>6.6352399999999996</c:v>
                </c:pt>
                <c:pt idx="1131">
                  <c:v>6.8518099999999995</c:v>
                </c:pt>
                <c:pt idx="1132">
                  <c:v>6.79765</c:v>
                </c:pt>
                <c:pt idx="1133">
                  <c:v>6.7039400000000002</c:v>
                </c:pt>
                <c:pt idx="1134">
                  <c:v>6.76661</c:v>
                </c:pt>
                <c:pt idx="1135">
                  <c:v>6.8516199999999996</c:v>
                </c:pt>
                <c:pt idx="1136">
                  <c:v>7.01762</c:v>
                </c:pt>
                <c:pt idx="1137">
                  <c:v>7.2587000000000002</c:v>
                </c:pt>
                <c:pt idx="1138">
                  <c:v>7.2112100000000003</c:v>
                </c:pt>
                <c:pt idx="1139">
                  <c:v>6.7910599999999999</c:v>
                </c:pt>
                <c:pt idx="1140">
                  <c:v>6.2323700000000004</c:v>
                </c:pt>
                <c:pt idx="1141">
                  <c:v>5.6414200000000001</c:v>
                </c:pt>
                <c:pt idx="1142">
                  <c:v>5.1407699999999998</c:v>
                </c:pt>
                <c:pt idx="1143">
                  <c:v>4.8880600000000003</c:v>
                </c:pt>
                <c:pt idx="1144">
                  <c:v>5.0276699999999996</c:v>
                </c:pt>
                <c:pt idx="1145">
                  <c:v>5.40611</c:v>
                </c:pt>
                <c:pt idx="1146">
                  <c:v>5.9416300000000053</c:v>
                </c:pt>
                <c:pt idx="1147">
                  <c:v>6.5399200000000004</c:v>
                </c:pt>
                <c:pt idx="1148">
                  <c:v>7.0173399999999955</c:v>
                </c:pt>
                <c:pt idx="1149">
                  <c:v>7.3730900000000004</c:v>
                </c:pt>
                <c:pt idx="1150">
                  <c:v>7.8342000000000001</c:v>
                </c:pt>
                <c:pt idx="1151">
                  <c:v>8.1973299999999991</c:v>
                </c:pt>
                <c:pt idx="1152">
                  <c:v>8.3031000000000006</c:v>
                </c:pt>
                <c:pt idx="1153">
                  <c:v>8.292390000000001</c:v>
                </c:pt>
                <c:pt idx="1154">
                  <c:v>8.0468400000000013</c:v>
                </c:pt>
                <c:pt idx="1155">
                  <c:v>7.53355</c:v>
                </c:pt>
                <c:pt idx="1156">
                  <c:v>6.9789099999999999</c:v>
                </c:pt>
                <c:pt idx="1157">
                  <c:v>6.8234399999999944</c:v>
                </c:pt>
                <c:pt idx="1158">
                  <c:v>7.1047799999999945</c:v>
                </c:pt>
                <c:pt idx="1159">
                  <c:v>7.5843799999999995</c:v>
                </c:pt>
                <c:pt idx="1160">
                  <c:v>8.17455</c:v>
                </c:pt>
                <c:pt idx="1161">
                  <c:v>8.7598800000000008</c:v>
                </c:pt>
                <c:pt idx="1162">
                  <c:v>9.1637400000000007</c:v>
                </c:pt>
                <c:pt idx="1163">
                  <c:v>9.3161500000000004</c:v>
                </c:pt>
                <c:pt idx="1164">
                  <c:v>9.7574900000000007</c:v>
                </c:pt>
                <c:pt idx="1165">
                  <c:v>10.37851</c:v>
                </c:pt>
                <c:pt idx="1166">
                  <c:v>10.64354</c:v>
                </c:pt>
                <c:pt idx="1167">
                  <c:v>10.555690000000011</c:v>
                </c:pt>
                <c:pt idx="1168">
                  <c:v>10.3293</c:v>
                </c:pt>
                <c:pt idx="1169">
                  <c:v>10.288219999999999</c:v>
                </c:pt>
                <c:pt idx="1170">
                  <c:v>10.54081</c:v>
                </c:pt>
                <c:pt idx="1171">
                  <c:v>11.242179999999999</c:v>
                </c:pt>
                <c:pt idx="1172">
                  <c:v>11.916170000000001</c:v>
                </c:pt>
                <c:pt idx="1173">
                  <c:v>12.304830000000004</c:v>
                </c:pt>
                <c:pt idx="1174">
                  <c:v>12.50986</c:v>
                </c:pt>
                <c:pt idx="1175">
                  <c:v>12.461880000000004</c:v>
                </c:pt>
                <c:pt idx="1176">
                  <c:v>12.144019999999999</c:v>
                </c:pt>
                <c:pt idx="1177">
                  <c:v>11.986550000000006</c:v>
                </c:pt>
                <c:pt idx="1178">
                  <c:v>12.0113</c:v>
                </c:pt>
                <c:pt idx="1179">
                  <c:v>12.053090000000006</c:v>
                </c:pt>
                <c:pt idx="1180">
                  <c:v>11.83093</c:v>
                </c:pt>
                <c:pt idx="1181">
                  <c:v>11.57466</c:v>
                </c:pt>
                <c:pt idx="1182">
                  <c:v>11.55073000000001</c:v>
                </c:pt>
                <c:pt idx="1183">
                  <c:v>11.584020000000001</c:v>
                </c:pt>
                <c:pt idx="1184">
                  <c:v>11.70237</c:v>
                </c:pt>
                <c:pt idx="1185">
                  <c:v>12.11992</c:v>
                </c:pt>
                <c:pt idx="1186">
                  <c:v>12.454560000000004</c:v>
                </c:pt>
                <c:pt idx="1187">
                  <c:v>12.753450000000004</c:v>
                </c:pt>
                <c:pt idx="1188">
                  <c:v>13.15119</c:v>
                </c:pt>
                <c:pt idx="1189">
                  <c:v>13.56827</c:v>
                </c:pt>
                <c:pt idx="1190">
                  <c:v>13.854840000000006</c:v>
                </c:pt>
                <c:pt idx="1191">
                  <c:v>13.70185</c:v>
                </c:pt>
                <c:pt idx="1192">
                  <c:v>13.431800000000001</c:v>
                </c:pt>
                <c:pt idx="1193">
                  <c:v>13.26332</c:v>
                </c:pt>
                <c:pt idx="1194">
                  <c:v>12.764110000000001</c:v>
                </c:pt>
                <c:pt idx="1195">
                  <c:v>12.3468</c:v>
                </c:pt>
                <c:pt idx="1196">
                  <c:v>12.546950000000001</c:v>
                </c:pt>
                <c:pt idx="1197">
                  <c:v>13.097050000000001</c:v>
                </c:pt>
                <c:pt idx="1198">
                  <c:v>13.45804</c:v>
                </c:pt>
                <c:pt idx="1199">
                  <c:v>13.757150000000001</c:v>
                </c:pt>
                <c:pt idx="1200">
                  <c:v>14.072710000000002</c:v>
                </c:pt>
                <c:pt idx="1201">
                  <c:v>14.36764000000001</c:v>
                </c:pt>
                <c:pt idx="1202">
                  <c:v>14.747919999999999</c:v>
                </c:pt>
                <c:pt idx="1203">
                  <c:v>15.13639</c:v>
                </c:pt>
                <c:pt idx="1204">
                  <c:v>15.409700000000004</c:v>
                </c:pt>
                <c:pt idx="1205">
                  <c:v>15.26202</c:v>
                </c:pt>
                <c:pt idx="1206">
                  <c:v>14.94373</c:v>
                </c:pt>
                <c:pt idx="1207">
                  <c:v>14.657970000000001</c:v>
                </c:pt>
                <c:pt idx="1208">
                  <c:v>14.005230000000006</c:v>
                </c:pt>
                <c:pt idx="1209">
                  <c:v>13.563740000000006</c:v>
                </c:pt>
                <c:pt idx="1210">
                  <c:v>13.79223</c:v>
                </c:pt>
                <c:pt idx="1211">
                  <c:v>14.518359999999999</c:v>
                </c:pt>
                <c:pt idx="1212">
                  <c:v>15.319650000000006</c:v>
                </c:pt>
                <c:pt idx="1213">
                  <c:v>15.66832</c:v>
                </c:pt>
                <c:pt idx="1214">
                  <c:v>15.80238000000001</c:v>
                </c:pt>
                <c:pt idx="1215">
                  <c:v>15.73366</c:v>
                </c:pt>
                <c:pt idx="1216">
                  <c:v>15.57582</c:v>
                </c:pt>
                <c:pt idx="1217">
                  <c:v>16.009250000000005</c:v>
                </c:pt>
                <c:pt idx="1218">
                  <c:v>16.742039999999957</c:v>
                </c:pt>
                <c:pt idx="1219">
                  <c:v>17.449429999999964</c:v>
                </c:pt>
                <c:pt idx="1220">
                  <c:v>17.91009</c:v>
                </c:pt>
                <c:pt idx="1221">
                  <c:v>18.144259999999999</c:v>
                </c:pt>
                <c:pt idx="1222">
                  <c:v>18.120059999999999</c:v>
                </c:pt>
                <c:pt idx="1223">
                  <c:v>18.112850000000037</c:v>
                </c:pt>
                <c:pt idx="1224">
                  <c:v>18.227599999999974</c:v>
                </c:pt>
                <c:pt idx="1225">
                  <c:v>18.094629999999974</c:v>
                </c:pt>
                <c:pt idx="1226">
                  <c:v>17.92107</c:v>
                </c:pt>
                <c:pt idx="1227">
                  <c:v>17.735600000000002</c:v>
                </c:pt>
                <c:pt idx="1228">
                  <c:v>17.597480000000001</c:v>
                </c:pt>
                <c:pt idx="1229">
                  <c:v>17.288429999999959</c:v>
                </c:pt>
                <c:pt idx="1230">
                  <c:v>16.679990000000021</c:v>
                </c:pt>
                <c:pt idx="1231">
                  <c:v>16.61862</c:v>
                </c:pt>
                <c:pt idx="1232">
                  <c:v>16.77422</c:v>
                </c:pt>
                <c:pt idx="1233">
                  <c:v>17.110330000000001</c:v>
                </c:pt>
                <c:pt idx="1234">
                  <c:v>17.540150000000001</c:v>
                </c:pt>
                <c:pt idx="1235">
                  <c:v>17.87265</c:v>
                </c:pt>
                <c:pt idx="1236">
                  <c:v>17.860890000000001</c:v>
                </c:pt>
                <c:pt idx="1237">
                  <c:v>17.774010000000001</c:v>
                </c:pt>
                <c:pt idx="1238">
                  <c:v>18.00892</c:v>
                </c:pt>
                <c:pt idx="1239">
                  <c:v>18.280799999999957</c:v>
                </c:pt>
                <c:pt idx="1240">
                  <c:v>18.664480000000001</c:v>
                </c:pt>
                <c:pt idx="1241">
                  <c:v>19.257619999999989</c:v>
                </c:pt>
                <c:pt idx="1242">
                  <c:v>19.799759999999978</c:v>
                </c:pt>
                <c:pt idx="1243">
                  <c:v>19.558589999999974</c:v>
                </c:pt>
                <c:pt idx="1244">
                  <c:v>18.870940000000001</c:v>
                </c:pt>
                <c:pt idx="1245">
                  <c:v>18.656600000000001</c:v>
                </c:pt>
                <c:pt idx="1246">
                  <c:v>18.647120000000001</c:v>
                </c:pt>
                <c:pt idx="1247">
                  <c:v>18.623100000000001</c:v>
                </c:pt>
                <c:pt idx="1248">
                  <c:v>18.622350000000001</c:v>
                </c:pt>
                <c:pt idx="1249">
                  <c:v>18.764389999999974</c:v>
                </c:pt>
                <c:pt idx="1250">
                  <c:v>18.520189999999989</c:v>
                </c:pt>
                <c:pt idx="1251">
                  <c:v>18.40319999999997</c:v>
                </c:pt>
                <c:pt idx="1252">
                  <c:v>18.588279999999973</c:v>
                </c:pt>
                <c:pt idx="1253">
                  <c:v>18.931260000000005</c:v>
                </c:pt>
                <c:pt idx="1254">
                  <c:v>19.449789999999975</c:v>
                </c:pt>
                <c:pt idx="1255">
                  <c:v>19.903359999999989</c:v>
                </c:pt>
                <c:pt idx="1256">
                  <c:v>20.193300000000001</c:v>
                </c:pt>
                <c:pt idx="1257">
                  <c:v>20.488679999999956</c:v>
                </c:pt>
                <c:pt idx="1258">
                  <c:v>21.050739999999973</c:v>
                </c:pt>
                <c:pt idx="1259">
                  <c:v>21.629149999999989</c:v>
                </c:pt>
                <c:pt idx="1260">
                  <c:v>22.022439999999964</c:v>
                </c:pt>
                <c:pt idx="1261">
                  <c:v>22.305679999999974</c:v>
                </c:pt>
                <c:pt idx="1262">
                  <c:v>22.483689999999957</c:v>
                </c:pt>
                <c:pt idx="1263">
                  <c:v>22.534870000000037</c:v>
                </c:pt>
                <c:pt idx="1264">
                  <c:v>22.37303</c:v>
                </c:pt>
                <c:pt idx="1265">
                  <c:v>22.007760000000001</c:v>
                </c:pt>
                <c:pt idx="1266">
                  <c:v>21.51266</c:v>
                </c:pt>
                <c:pt idx="1267">
                  <c:v>21.40159999999997</c:v>
                </c:pt>
                <c:pt idx="1268">
                  <c:v>21.758219999999973</c:v>
                </c:pt>
                <c:pt idx="1269">
                  <c:v>22.118510000000001</c:v>
                </c:pt>
                <c:pt idx="1270">
                  <c:v>22.356059999999999</c:v>
                </c:pt>
                <c:pt idx="1271">
                  <c:v>22.192260000000001</c:v>
                </c:pt>
                <c:pt idx="1272">
                  <c:v>21.593729999999972</c:v>
                </c:pt>
                <c:pt idx="1273">
                  <c:v>21.53372999999997</c:v>
                </c:pt>
                <c:pt idx="1274">
                  <c:v>22.160900000000005</c:v>
                </c:pt>
                <c:pt idx="1275">
                  <c:v>22.916639999999973</c:v>
                </c:pt>
                <c:pt idx="1276">
                  <c:v>23.69134</c:v>
                </c:pt>
                <c:pt idx="1277">
                  <c:v>24.309270000000001</c:v>
                </c:pt>
                <c:pt idx="1278">
                  <c:v>24.67944</c:v>
                </c:pt>
                <c:pt idx="1279">
                  <c:v>24.668199999999974</c:v>
                </c:pt>
                <c:pt idx="1280">
                  <c:v>24.214250000000021</c:v>
                </c:pt>
                <c:pt idx="1281">
                  <c:v>23.70112</c:v>
                </c:pt>
                <c:pt idx="1282">
                  <c:v>23.612919999999999</c:v>
                </c:pt>
                <c:pt idx="1283">
                  <c:v>23.810860000000037</c:v>
                </c:pt>
                <c:pt idx="1284">
                  <c:v>24.052569999999989</c:v>
                </c:pt>
                <c:pt idx="1285">
                  <c:v>24.450629999999968</c:v>
                </c:pt>
                <c:pt idx="1286">
                  <c:v>24.916679999999989</c:v>
                </c:pt>
                <c:pt idx="1287">
                  <c:v>25.339259999999999</c:v>
                </c:pt>
                <c:pt idx="1288">
                  <c:v>25.682779999999973</c:v>
                </c:pt>
                <c:pt idx="1289">
                  <c:v>25.972559999999973</c:v>
                </c:pt>
                <c:pt idx="1290">
                  <c:v>26.276209999999974</c:v>
                </c:pt>
                <c:pt idx="1291">
                  <c:v>26.59666</c:v>
                </c:pt>
                <c:pt idx="1292">
                  <c:v>26.15868</c:v>
                </c:pt>
                <c:pt idx="1293">
                  <c:v>25.375219999999974</c:v>
                </c:pt>
                <c:pt idx="1294">
                  <c:v>25.031569999999999</c:v>
                </c:pt>
                <c:pt idx="1295">
                  <c:v>25.03870999999997</c:v>
                </c:pt>
                <c:pt idx="1296">
                  <c:v>25.420159999999989</c:v>
                </c:pt>
                <c:pt idx="1297">
                  <c:v>25.607150000000026</c:v>
                </c:pt>
                <c:pt idx="1298">
                  <c:v>25.282990000000002</c:v>
                </c:pt>
                <c:pt idx="1299">
                  <c:v>25.088319999999964</c:v>
                </c:pt>
                <c:pt idx="1300">
                  <c:v>25.476289999999974</c:v>
                </c:pt>
                <c:pt idx="1301">
                  <c:v>26.135549999999974</c:v>
                </c:pt>
                <c:pt idx="1302">
                  <c:v>26.790319999999973</c:v>
                </c:pt>
                <c:pt idx="1303">
                  <c:v>27.169720000000002</c:v>
                </c:pt>
                <c:pt idx="1304">
                  <c:v>27.235379999999989</c:v>
                </c:pt>
                <c:pt idx="1305">
                  <c:v>27.187709999999978</c:v>
                </c:pt>
                <c:pt idx="1306">
                  <c:v>26.88320999999997</c:v>
                </c:pt>
                <c:pt idx="1307">
                  <c:v>26.591670000000001</c:v>
                </c:pt>
                <c:pt idx="1308">
                  <c:v>26.661529999999978</c:v>
                </c:pt>
                <c:pt idx="1309">
                  <c:v>26.956619999999972</c:v>
                </c:pt>
                <c:pt idx="1310">
                  <c:v>26.943370000000002</c:v>
                </c:pt>
                <c:pt idx="1311">
                  <c:v>26.72458</c:v>
                </c:pt>
                <c:pt idx="1312">
                  <c:v>26.796709999999972</c:v>
                </c:pt>
                <c:pt idx="1313">
                  <c:v>27.05540999999997</c:v>
                </c:pt>
                <c:pt idx="1314">
                  <c:v>27.27966</c:v>
                </c:pt>
                <c:pt idx="1315">
                  <c:v>27.199280000000005</c:v>
                </c:pt>
                <c:pt idx="1316">
                  <c:v>27.00102</c:v>
                </c:pt>
                <c:pt idx="1317">
                  <c:v>26.97982</c:v>
                </c:pt>
                <c:pt idx="1318">
                  <c:v>27.02618</c:v>
                </c:pt>
                <c:pt idx="1319">
                  <c:v>27.114860000000046</c:v>
                </c:pt>
                <c:pt idx="1320">
                  <c:v>27.32227</c:v>
                </c:pt>
                <c:pt idx="1321">
                  <c:v>27.49109</c:v>
                </c:pt>
                <c:pt idx="1322">
                  <c:v>27.440819999999974</c:v>
                </c:pt>
                <c:pt idx="1323">
                  <c:v>27.203629999999972</c:v>
                </c:pt>
                <c:pt idx="1324">
                  <c:v>26.953659999999989</c:v>
                </c:pt>
                <c:pt idx="1325">
                  <c:v>26.67674999999997</c:v>
                </c:pt>
                <c:pt idx="1326">
                  <c:v>26.60257</c:v>
                </c:pt>
                <c:pt idx="1327">
                  <c:v>26.828250000000001</c:v>
                </c:pt>
                <c:pt idx="1328">
                  <c:v>27.16431</c:v>
                </c:pt>
                <c:pt idx="1329">
                  <c:v>27.36589</c:v>
                </c:pt>
                <c:pt idx="1330">
                  <c:v>27.131620000000005</c:v>
                </c:pt>
                <c:pt idx="1331">
                  <c:v>26.74615</c:v>
                </c:pt>
                <c:pt idx="1332">
                  <c:v>26.716390000000001</c:v>
                </c:pt>
                <c:pt idx="1333">
                  <c:v>26.935110000000002</c:v>
                </c:pt>
                <c:pt idx="1334">
                  <c:v>27.105360000000001</c:v>
                </c:pt>
                <c:pt idx="1335">
                  <c:v>27.038499999999978</c:v>
                </c:pt>
                <c:pt idx="1336">
                  <c:v>26.737069999999999</c:v>
                </c:pt>
                <c:pt idx="1337">
                  <c:v>26.116109999999999</c:v>
                </c:pt>
                <c:pt idx="1338">
                  <c:v>25.546939999999989</c:v>
                </c:pt>
                <c:pt idx="1339">
                  <c:v>24.790199999999974</c:v>
                </c:pt>
                <c:pt idx="1340">
                  <c:v>23.839880000000033</c:v>
                </c:pt>
                <c:pt idx="1341">
                  <c:v>23.278119999999973</c:v>
                </c:pt>
                <c:pt idx="1342">
                  <c:v>23.19584</c:v>
                </c:pt>
                <c:pt idx="1343">
                  <c:v>22.88104999999997</c:v>
                </c:pt>
                <c:pt idx="1344">
                  <c:v>22.608870000000021</c:v>
                </c:pt>
                <c:pt idx="1345">
                  <c:v>22.8096</c:v>
                </c:pt>
                <c:pt idx="1346">
                  <c:v>23.135069999999999</c:v>
                </c:pt>
                <c:pt idx="1347">
                  <c:v>23.498789999999964</c:v>
                </c:pt>
                <c:pt idx="1348">
                  <c:v>23.790009999999974</c:v>
                </c:pt>
                <c:pt idx="1349">
                  <c:v>23.9192</c:v>
                </c:pt>
                <c:pt idx="1350">
                  <c:v>23.772619999999975</c:v>
                </c:pt>
                <c:pt idx="1351">
                  <c:v>23.359850000000037</c:v>
                </c:pt>
                <c:pt idx="1352">
                  <c:v>22.830310000000001</c:v>
                </c:pt>
                <c:pt idx="1353">
                  <c:v>22.095880000000001</c:v>
                </c:pt>
                <c:pt idx="1354">
                  <c:v>21.356449999999974</c:v>
                </c:pt>
                <c:pt idx="1355">
                  <c:v>20.969409999999975</c:v>
                </c:pt>
                <c:pt idx="1356">
                  <c:v>20.968679999999956</c:v>
                </c:pt>
                <c:pt idx="1357">
                  <c:v>21.104860000000034</c:v>
                </c:pt>
                <c:pt idx="1358">
                  <c:v>21.02599</c:v>
                </c:pt>
                <c:pt idx="1359">
                  <c:v>20.82839999999997</c:v>
                </c:pt>
                <c:pt idx="1360">
                  <c:v>20.80277999999997</c:v>
                </c:pt>
                <c:pt idx="1361">
                  <c:v>20.69971</c:v>
                </c:pt>
                <c:pt idx="1362">
                  <c:v>20.421329999999973</c:v>
                </c:pt>
                <c:pt idx="1363">
                  <c:v>19.89143</c:v>
                </c:pt>
                <c:pt idx="1364">
                  <c:v>19.353069999999999</c:v>
                </c:pt>
                <c:pt idx="1365">
                  <c:v>19.09144999999997</c:v>
                </c:pt>
                <c:pt idx="1366">
                  <c:v>18.4328</c:v>
                </c:pt>
                <c:pt idx="1367">
                  <c:v>17.601130000000001</c:v>
                </c:pt>
                <c:pt idx="1368">
                  <c:v>17.18291</c:v>
                </c:pt>
                <c:pt idx="1369">
                  <c:v>17.223229999999973</c:v>
                </c:pt>
                <c:pt idx="1370">
                  <c:v>17.312909999999999</c:v>
                </c:pt>
                <c:pt idx="1371">
                  <c:v>17.453980000000001</c:v>
                </c:pt>
                <c:pt idx="1372">
                  <c:v>17.770489999999974</c:v>
                </c:pt>
                <c:pt idx="1373">
                  <c:v>17.560419999999972</c:v>
                </c:pt>
                <c:pt idx="1374">
                  <c:v>17.114139999999999</c:v>
                </c:pt>
                <c:pt idx="1375">
                  <c:v>17.117719999999988</c:v>
                </c:pt>
                <c:pt idx="1376">
                  <c:v>17.321020000000001</c:v>
                </c:pt>
                <c:pt idx="1377">
                  <c:v>17.349460000000001</c:v>
                </c:pt>
                <c:pt idx="1378">
                  <c:v>17.47484</c:v>
                </c:pt>
                <c:pt idx="1379">
                  <c:v>17.353359999999999</c:v>
                </c:pt>
                <c:pt idx="1380">
                  <c:v>17.020250000000001</c:v>
                </c:pt>
                <c:pt idx="1381">
                  <c:v>16.93281</c:v>
                </c:pt>
                <c:pt idx="1382">
                  <c:v>16.420389999999973</c:v>
                </c:pt>
                <c:pt idx="1383">
                  <c:v>16.009679999999989</c:v>
                </c:pt>
                <c:pt idx="1384">
                  <c:v>15.953680000000011</c:v>
                </c:pt>
                <c:pt idx="1385">
                  <c:v>16.123719999999974</c:v>
                </c:pt>
                <c:pt idx="1386">
                  <c:v>15.962770000000004</c:v>
                </c:pt>
                <c:pt idx="1387">
                  <c:v>15.540140000000001</c:v>
                </c:pt>
                <c:pt idx="1388">
                  <c:v>15.187200000000001</c:v>
                </c:pt>
                <c:pt idx="1389">
                  <c:v>14.902480000000018</c:v>
                </c:pt>
                <c:pt idx="1390">
                  <c:v>14.816550000000012</c:v>
                </c:pt>
                <c:pt idx="1391">
                  <c:v>14.687850000000001</c:v>
                </c:pt>
                <c:pt idx="1392">
                  <c:v>14.42281</c:v>
                </c:pt>
                <c:pt idx="1393">
                  <c:v>14.156580000000011</c:v>
                </c:pt>
                <c:pt idx="1394">
                  <c:v>13.9404</c:v>
                </c:pt>
                <c:pt idx="1395">
                  <c:v>13.79251</c:v>
                </c:pt>
                <c:pt idx="1396">
                  <c:v>13.743690000000001</c:v>
                </c:pt>
                <c:pt idx="1397">
                  <c:v>13.612910000000001</c:v>
                </c:pt>
                <c:pt idx="1398">
                  <c:v>13.15061</c:v>
                </c:pt>
                <c:pt idx="1399">
                  <c:v>12.966090000000012</c:v>
                </c:pt>
                <c:pt idx="1400">
                  <c:v>12.8848</c:v>
                </c:pt>
                <c:pt idx="1401">
                  <c:v>12.73542</c:v>
                </c:pt>
                <c:pt idx="1402">
                  <c:v>12.748069999999997</c:v>
                </c:pt>
                <c:pt idx="1403">
                  <c:v>12.57267</c:v>
                </c:pt>
                <c:pt idx="1404">
                  <c:v>12.18249000000001</c:v>
                </c:pt>
                <c:pt idx="1405">
                  <c:v>12.11026</c:v>
                </c:pt>
                <c:pt idx="1406">
                  <c:v>12.49499</c:v>
                </c:pt>
                <c:pt idx="1407">
                  <c:v>13.092510000000004</c:v>
                </c:pt>
                <c:pt idx="1408">
                  <c:v>13.819630000000011</c:v>
                </c:pt>
                <c:pt idx="1409">
                  <c:v>13.871930000000004</c:v>
                </c:pt>
                <c:pt idx="1410">
                  <c:v>13.595190000000002</c:v>
                </c:pt>
                <c:pt idx="1411">
                  <c:v>13.29711</c:v>
                </c:pt>
                <c:pt idx="1412">
                  <c:v>12.890410000000006</c:v>
                </c:pt>
                <c:pt idx="1413">
                  <c:v>12.842880000000006</c:v>
                </c:pt>
                <c:pt idx="1414">
                  <c:v>13.08954000000001</c:v>
                </c:pt>
                <c:pt idx="1415">
                  <c:v>13.34531</c:v>
                </c:pt>
                <c:pt idx="1416">
                  <c:v>13.3941</c:v>
                </c:pt>
                <c:pt idx="1417">
                  <c:v>13.42545000000001</c:v>
                </c:pt>
                <c:pt idx="1418">
                  <c:v>13.343770000000001</c:v>
                </c:pt>
                <c:pt idx="1419">
                  <c:v>13.03403</c:v>
                </c:pt>
                <c:pt idx="1420">
                  <c:v>12.70377</c:v>
                </c:pt>
                <c:pt idx="1421">
                  <c:v>12.57668000000001</c:v>
                </c:pt>
                <c:pt idx="1422">
                  <c:v>12.526010000000001</c:v>
                </c:pt>
                <c:pt idx="1423">
                  <c:v>12.43627</c:v>
                </c:pt>
                <c:pt idx="1424">
                  <c:v>12.59829</c:v>
                </c:pt>
                <c:pt idx="1425">
                  <c:v>13.02722</c:v>
                </c:pt>
                <c:pt idx="1426">
                  <c:v>13.21874</c:v>
                </c:pt>
                <c:pt idx="1427">
                  <c:v>13.001670000000001</c:v>
                </c:pt>
                <c:pt idx="1428">
                  <c:v>12.66999</c:v>
                </c:pt>
                <c:pt idx="1429">
                  <c:v>11.854470000000006</c:v>
                </c:pt>
                <c:pt idx="1430">
                  <c:v>10.689910000000001</c:v>
                </c:pt>
                <c:pt idx="1431">
                  <c:v>9.7767900000000001</c:v>
                </c:pt>
                <c:pt idx="1432">
                  <c:v>9.084620000000001</c:v>
                </c:pt>
                <c:pt idx="1433">
                  <c:v>8.6375600000000006</c:v>
                </c:pt>
                <c:pt idx="1434">
                  <c:v>8.5243599999999997</c:v>
                </c:pt>
                <c:pt idx="1435">
                  <c:v>8.6475600000000004</c:v>
                </c:pt>
                <c:pt idx="1436">
                  <c:v>8.9614400000000067</c:v>
                </c:pt>
                <c:pt idx="1437">
                  <c:v>9.3145600000000002</c:v>
                </c:pt>
                <c:pt idx="1438">
                  <c:v>9.5420100000000012</c:v>
                </c:pt>
                <c:pt idx="1439">
                  <c:v>9.7698</c:v>
                </c:pt>
                <c:pt idx="1440">
                  <c:v>9.9799300000000066</c:v>
                </c:pt>
                <c:pt idx="1441">
                  <c:v>10.314220000000001</c:v>
                </c:pt>
                <c:pt idx="1442">
                  <c:v>10.73748</c:v>
                </c:pt>
                <c:pt idx="1443">
                  <c:v>10.904210000000001</c:v>
                </c:pt>
                <c:pt idx="1444">
                  <c:v>10.50141</c:v>
                </c:pt>
                <c:pt idx="1445">
                  <c:v>9.7041799999999991</c:v>
                </c:pt>
                <c:pt idx="1446">
                  <c:v>8.9289799999999993</c:v>
                </c:pt>
                <c:pt idx="1447">
                  <c:v>8.4274100000000001</c:v>
                </c:pt>
                <c:pt idx="1448">
                  <c:v>8.2815200000000004</c:v>
                </c:pt>
                <c:pt idx="1449">
                  <c:v>8.1081199999999995</c:v>
                </c:pt>
                <c:pt idx="1450">
                  <c:v>7.6270199999999901</c:v>
                </c:pt>
                <c:pt idx="1451">
                  <c:v>7.0864599999999998</c:v>
                </c:pt>
                <c:pt idx="1452">
                  <c:v>6.9327399999999999</c:v>
                </c:pt>
                <c:pt idx="1453">
                  <c:v>7.2431400000000004</c:v>
                </c:pt>
                <c:pt idx="1454">
                  <c:v>7.7179599999999944</c:v>
                </c:pt>
                <c:pt idx="1455">
                  <c:v>8.1950800000000008</c:v>
                </c:pt>
                <c:pt idx="1456">
                  <c:v>8.7243899999999996</c:v>
                </c:pt>
                <c:pt idx="1457">
                  <c:v>9.2006100000000011</c:v>
                </c:pt>
                <c:pt idx="1458">
                  <c:v>9.5319099999999999</c:v>
                </c:pt>
                <c:pt idx="1459">
                  <c:v>9.7282499999999992</c:v>
                </c:pt>
                <c:pt idx="1460">
                  <c:v>9.8345700000000011</c:v>
                </c:pt>
                <c:pt idx="1461">
                  <c:v>10.017329999999999</c:v>
                </c:pt>
                <c:pt idx="1462">
                  <c:v>10.12121</c:v>
                </c:pt>
                <c:pt idx="1463">
                  <c:v>9.7411399999999997</c:v>
                </c:pt>
                <c:pt idx="1464">
                  <c:v>9.0749900000000014</c:v>
                </c:pt>
                <c:pt idx="1465">
                  <c:v>8.7349199999999971</c:v>
                </c:pt>
                <c:pt idx="1466">
                  <c:v>8.8031700000000015</c:v>
                </c:pt>
                <c:pt idx="1467">
                  <c:v>8.7802299999999995</c:v>
                </c:pt>
                <c:pt idx="1468">
                  <c:v>8.5768600000000035</c:v>
                </c:pt>
                <c:pt idx="1469">
                  <c:v>8.2764100000000003</c:v>
                </c:pt>
                <c:pt idx="1470">
                  <c:v>8.1799800000000005</c:v>
                </c:pt>
                <c:pt idx="1471">
                  <c:v>7.9982800000000003</c:v>
                </c:pt>
                <c:pt idx="1472">
                  <c:v>7.74681</c:v>
                </c:pt>
                <c:pt idx="1473">
                  <c:v>7.4934799999999999</c:v>
                </c:pt>
                <c:pt idx="1474">
                  <c:v>7.3629099999999941</c:v>
                </c:pt>
                <c:pt idx="1475">
                  <c:v>7.5104099999999985</c:v>
                </c:pt>
                <c:pt idx="1476">
                  <c:v>7.8102499999999999</c:v>
                </c:pt>
                <c:pt idx="1477">
                  <c:v>8.1819400000000009</c:v>
                </c:pt>
                <c:pt idx="1478">
                  <c:v>8.5440299999999993</c:v>
                </c:pt>
                <c:pt idx="1479">
                  <c:v>8.7403999999999993</c:v>
                </c:pt>
                <c:pt idx="1480">
                  <c:v>8.8476500000000016</c:v>
                </c:pt>
                <c:pt idx="1481">
                  <c:v>8.8568000000000122</c:v>
                </c:pt>
                <c:pt idx="1482">
                  <c:v>8.9596400000000109</c:v>
                </c:pt>
                <c:pt idx="1483">
                  <c:v>9.248389999999997</c:v>
                </c:pt>
                <c:pt idx="1484">
                  <c:v>9.3594100000000111</c:v>
                </c:pt>
                <c:pt idx="1485">
                  <c:v>9.3250900000000048</c:v>
                </c:pt>
                <c:pt idx="1486">
                  <c:v>9.4392900000000015</c:v>
                </c:pt>
                <c:pt idx="1487">
                  <c:v>9.511470000000001</c:v>
                </c:pt>
                <c:pt idx="1488">
                  <c:v>9.2968200000000003</c:v>
                </c:pt>
                <c:pt idx="1489">
                  <c:v>8.7944700000000005</c:v>
                </c:pt>
                <c:pt idx="1490">
                  <c:v>8.145620000000001</c:v>
                </c:pt>
                <c:pt idx="1491">
                  <c:v>7.9886500000000034</c:v>
                </c:pt>
                <c:pt idx="1492">
                  <c:v>8.3212900000000012</c:v>
                </c:pt>
                <c:pt idx="1493">
                  <c:v>8.6983599999999992</c:v>
                </c:pt>
                <c:pt idx="1494">
                  <c:v>8.0670600000000015</c:v>
                </c:pt>
                <c:pt idx="1495">
                  <c:v>6.65977</c:v>
                </c:pt>
                <c:pt idx="1496">
                  <c:v>5.5737700000000014</c:v>
                </c:pt>
                <c:pt idx="1497">
                  <c:v>5.2199200000000001</c:v>
                </c:pt>
                <c:pt idx="1498">
                  <c:v>5.4943499999999998</c:v>
                </c:pt>
                <c:pt idx="1499">
                  <c:v>5.9366600000000096</c:v>
                </c:pt>
                <c:pt idx="1500">
                  <c:v>6.5107600000000003</c:v>
                </c:pt>
                <c:pt idx="1501">
                  <c:v>7.3715700000000002</c:v>
                </c:pt>
                <c:pt idx="1502">
                  <c:v>8.2125500000000002</c:v>
                </c:pt>
                <c:pt idx="1503">
                  <c:v>8.3175100000000004</c:v>
                </c:pt>
                <c:pt idx="1504">
                  <c:v>8.2953799999999998</c:v>
                </c:pt>
                <c:pt idx="1505">
                  <c:v>8.432360000000001</c:v>
                </c:pt>
                <c:pt idx="1506">
                  <c:v>8.5442499999999999</c:v>
                </c:pt>
                <c:pt idx="1507">
                  <c:v>8.4929500000000004</c:v>
                </c:pt>
                <c:pt idx="1508">
                  <c:v>8.79664</c:v>
                </c:pt>
                <c:pt idx="1509">
                  <c:v>9.296990000000001</c:v>
                </c:pt>
                <c:pt idx="1510">
                  <c:v>9.3585800000000123</c:v>
                </c:pt>
                <c:pt idx="1511">
                  <c:v>9.3690200000000008</c:v>
                </c:pt>
                <c:pt idx="1512">
                  <c:v>9.5131800000000002</c:v>
                </c:pt>
                <c:pt idx="1513">
                  <c:v>9.6073699999999995</c:v>
                </c:pt>
                <c:pt idx="1514">
                  <c:v>9.8253600000000034</c:v>
                </c:pt>
                <c:pt idx="1515">
                  <c:v>9.9532600000000002</c:v>
                </c:pt>
                <c:pt idx="1516">
                  <c:v>9.7297700000000003</c:v>
                </c:pt>
                <c:pt idx="1517">
                  <c:v>9.4519700000000011</c:v>
                </c:pt>
                <c:pt idx="1518">
                  <c:v>9.1142900000000004</c:v>
                </c:pt>
                <c:pt idx="1519">
                  <c:v>8.7369400000000006</c:v>
                </c:pt>
                <c:pt idx="1520">
                  <c:v>8.8057200000000027</c:v>
                </c:pt>
                <c:pt idx="1521">
                  <c:v>9.3680100000000035</c:v>
                </c:pt>
                <c:pt idx="1522">
                  <c:v>9.8988300000000002</c:v>
                </c:pt>
                <c:pt idx="1523">
                  <c:v>10.22695</c:v>
                </c:pt>
                <c:pt idx="1524">
                  <c:v>10.60197</c:v>
                </c:pt>
                <c:pt idx="1525">
                  <c:v>10.81719</c:v>
                </c:pt>
                <c:pt idx="1526">
                  <c:v>10.79759</c:v>
                </c:pt>
                <c:pt idx="1527">
                  <c:v>10.493430000000011</c:v>
                </c:pt>
                <c:pt idx="1528">
                  <c:v>9.8111900000000034</c:v>
                </c:pt>
                <c:pt idx="1529">
                  <c:v>9.7176000000000009</c:v>
                </c:pt>
                <c:pt idx="1530">
                  <c:v>9.8401500000000013</c:v>
                </c:pt>
                <c:pt idx="1531">
                  <c:v>9.6256600000000034</c:v>
                </c:pt>
                <c:pt idx="1532">
                  <c:v>9.4522100000000027</c:v>
                </c:pt>
                <c:pt idx="1533">
                  <c:v>9.3612300000000008</c:v>
                </c:pt>
                <c:pt idx="1534">
                  <c:v>9.4124200000000027</c:v>
                </c:pt>
                <c:pt idx="1535">
                  <c:v>9.5797800000000048</c:v>
                </c:pt>
                <c:pt idx="1536">
                  <c:v>9.5950400000000027</c:v>
                </c:pt>
                <c:pt idx="1537">
                  <c:v>9.6079500000000007</c:v>
                </c:pt>
                <c:pt idx="1538">
                  <c:v>9.8083299999999998</c:v>
                </c:pt>
                <c:pt idx="1539">
                  <c:v>10.206490000000002</c:v>
                </c:pt>
                <c:pt idx="1540">
                  <c:v>10.697510000000001</c:v>
                </c:pt>
                <c:pt idx="1541">
                  <c:v>10.915790000000012</c:v>
                </c:pt>
                <c:pt idx="1542">
                  <c:v>10.820820000000001</c:v>
                </c:pt>
                <c:pt idx="1543">
                  <c:v>10.957560000000004</c:v>
                </c:pt>
                <c:pt idx="1544">
                  <c:v>11.15756</c:v>
                </c:pt>
                <c:pt idx="1545">
                  <c:v>11.53783</c:v>
                </c:pt>
                <c:pt idx="1546">
                  <c:v>11.978540000000002</c:v>
                </c:pt>
                <c:pt idx="1547">
                  <c:v>12.33324</c:v>
                </c:pt>
                <c:pt idx="1548">
                  <c:v>12.28829</c:v>
                </c:pt>
                <c:pt idx="1549">
                  <c:v>12.04989</c:v>
                </c:pt>
                <c:pt idx="1550">
                  <c:v>12.025040000000002</c:v>
                </c:pt>
                <c:pt idx="1551">
                  <c:v>12.21636</c:v>
                </c:pt>
                <c:pt idx="1552">
                  <c:v>12.452260000000004</c:v>
                </c:pt>
                <c:pt idx="1553">
                  <c:v>12.96782</c:v>
                </c:pt>
                <c:pt idx="1554">
                  <c:v>13.629020000000001</c:v>
                </c:pt>
                <c:pt idx="1555">
                  <c:v>14.368880000000004</c:v>
                </c:pt>
                <c:pt idx="1556">
                  <c:v>14.82644000000001</c:v>
                </c:pt>
                <c:pt idx="1557">
                  <c:v>14.479030000000011</c:v>
                </c:pt>
                <c:pt idx="1558">
                  <c:v>14.1206</c:v>
                </c:pt>
                <c:pt idx="1559">
                  <c:v>14.207700000000001</c:v>
                </c:pt>
                <c:pt idx="1560">
                  <c:v>14.38364000000001</c:v>
                </c:pt>
                <c:pt idx="1561">
                  <c:v>14.573930000000002</c:v>
                </c:pt>
                <c:pt idx="1562">
                  <c:v>14.872750000000011</c:v>
                </c:pt>
                <c:pt idx="1563">
                  <c:v>14.926030000000004</c:v>
                </c:pt>
                <c:pt idx="1564">
                  <c:v>14.94464</c:v>
                </c:pt>
                <c:pt idx="1565">
                  <c:v>15.156220000000001</c:v>
                </c:pt>
                <c:pt idx="1566">
                  <c:v>15.517100000000001</c:v>
                </c:pt>
                <c:pt idx="1567">
                  <c:v>16.082829999999973</c:v>
                </c:pt>
                <c:pt idx="1568">
                  <c:v>16.59628</c:v>
                </c:pt>
                <c:pt idx="1569">
                  <c:v>16.981059999999989</c:v>
                </c:pt>
                <c:pt idx="1570">
                  <c:v>17.335170000000005</c:v>
                </c:pt>
                <c:pt idx="1571">
                  <c:v>17.558759999999989</c:v>
                </c:pt>
                <c:pt idx="1572">
                  <c:v>17.438269999999989</c:v>
                </c:pt>
                <c:pt idx="1573">
                  <c:v>17.370280000000001</c:v>
                </c:pt>
                <c:pt idx="1574">
                  <c:v>17.609770000000001</c:v>
                </c:pt>
                <c:pt idx="1575">
                  <c:v>17.929329999999968</c:v>
                </c:pt>
                <c:pt idx="1576">
                  <c:v>18.35332</c:v>
                </c:pt>
                <c:pt idx="1577">
                  <c:v>18.68205</c:v>
                </c:pt>
                <c:pt idx="1578">
                  <c:v>18.85894</c:v>
                </c:pt>
                <c:pt idx="1579">
                  <c:v>19.266639999999956</c:v>
                </c:pt>
                <c:pt idx="1580">
                  <c:v>19.722199999999972</c:v>
                </c:pt>
                <c:pt idx="1581">
                  <c:v>19.87529</c:v>
                </c:pt>
                <c:pt idx="1582">
                  <c:v>19.819140000000001</c:v>
                </c:pt>
                <c:pt idx="1583">
                  <c:v>19.804130000000001</c:v>
                </c:pt>
                <c:pt idx="1584">
                  <c:v>19.862509999999968</c:v>
                </c:pt>
                <c:pt idx="1585">
                  <c:v>19.747140000000002</c:v>
                </c:pt>
                <c:pt idx="1586">
                  <c:v>19.242809999999974</c:v>
                </c:pt>
                <c:pt idx="1587">
                  <c:v>18.308639999999972</c:v>
                </c:pt>
                <c:pt idx="1588">
                  <c:v>17.374050000000022</c:v>
                </c:pt>
                <c:pt idx="1589">
                  <c:v>16.85523999999997</c:v>
                </c:pt>
                <c:pt idx="1590">
                  <c:v>17.016100000000005</c:v>
                </c:pt>
                <c:pt idx="1591">
                  <c:v>17.511559999999999</c:v>
                </c:pt>
                <c:pt idx="1592">
                  <c:v>17.944780000000002</c:v>
                </c:pt>
                <c:pt idx="1593">
                  <c:v>17.746699999999972</c:v>
                </c:pt>
                <c:pt idx="1594">
                  <c:v>17.229749999999957</c:v>
                </c:pt>
                <c:pt idx="1595">
                  <c:v>17.155270000000005</c:v>
                </c:pt>
                <c:pt idx="1596">
                  <c:v>17.501899999999999</c:v>
                </c:pt>
                <c:pt idx="1597">
                  <c:v>17.954699999999974</c:v>
                </c:pt>
                <c:pt idx="1598">
                  <c:v>18.365389999999973</c:v>
                </c:pt>
                <c:pt idx="1599">
                  <c:v>18.792000000000002</c:v>
                </c:pt>
                <c:pt idx="1600">
                  <c:v>19.09083</c:v>
                </c:pt>
                <c:pt idx="1601">
                  <c:v>19.304690000000001</c:v>
                </c:pt>
                <c:pt idx="1602">
                  <c:v>19.585119999999975</c:v>
                </c:pt>
                <c:pt idx="1603">
                  <c:v>19.843639999999972</c:v>
                </c:pt>
                <c:pt idx="1604">
                  <c:v>19.95919</c:v>
                </c:pt>
                <c:pt idx="1605">
                  <c:v>20.0442</c:v>
                </c:pt>
                <c:pt idx="1606">
                  <c:v>20.277380000000001</c:v>
                </c:pt>
                <c:pt idx="1607">
                  <c:v>20.607949999999999</c:v>
                </c:pt>
                <c:pt idx="1608">
                  <c:v>20.946189999999973</c:v>
                </c:pt>
                <c:pt idx="1609">
                  <c:v>21.269909999999989</c:v>
                </c:pt>
                <c:pt idx="1610">
                  <c:v>21.468299999999957</c:v>
                </c:pt>
                <c:pt idx="1611">
                  <c:v>21.736129999999989</c:v>
                </c:pt>
                <c:pt idx="1612">
                  <c:v>21.942049999999952</c:v>
                </c:pt>
                <c:pt idx="1613">
                  <c:v>21.592589999999973</c:v>
                </c:pt>
                <c:pt idx="1614">
                  <c:v>21.288549999999955</c:v>
                </c:pt>
                <c:pt idx="1615">
                  <c:v>21.462079999999968</c:v>
                </c:pt>
                <c:pt idx="1616">
                  <c:v>21.569099999999974</c:v>
                </c:pt>
                <c:pt idx="1617">
                  <c:v>21.389890000000001</c:v>
                </c:pt>
                <c:pt idx="1618">
                  <c:v>21.17531</c:v>
                </c:pt>
                <c:pt idx="1619">
                  <c:v>21.225960000000001</c:v>
                </c:pt>
                <c:pt idx="1620">
                  <c:v>21.547750000000001</c:v>
                </c:pt>
                <c:pt idx="1621">
                  <c:v>21.993609999999968</c:v>
                </c:pt>
                <c:pt idx="1622">
                  <c:v>22.171579999999999</c:v>
                </c:pt>
                <c:pt idx="1623">
                  <c:v>21.886629999999968</c:v>
                </c:pt>
                <c:pt idx="1624">
                  <c:v>21.64134</c:v>
                </c:pt>
                <c:pt idx="1625">
                  <c:v>21.709009999999989</c:v>
                </c:pt>
                <c:pt idx="1626">
                  <c:v>21.867909999999988</c:v>
                </c:pt>
                <c:pt idx="1627">
                  <c:v>21.937000000000001</c:v>
                </c:pt>
                <c:pt idx="1628">
                  <c:v>22.069129999999973</c:v>
                </c:pt>
                <c:pt idx="1629">
                  <c:v>22.053820000000005</c:v>
                </c:pt>
                <c:pt idx="1630">
                  <c:v>22.038360000000001</c:v>
                </c:pt>
                <c:pt idx="1631">
                  <c:v>22.666499999999989</c:v>
                </c:pt>
                <c:pt idx="1632">
                  <c:v>23.746489999999973</c:v>
                </c:pt>
                <c:pt idx="1633">
                  <c:v>24.681809999999999</c:v>
                </c:pt>
                <c:pt idx="1634">
                  <c:v>25.05659</c:v>
                </c:pt>
                <c:pt idx="1635">
                  <c:v>25.18200999999997</c:v>
                </c:pt>
                <c:pt idx="1636">
                  <c:v>25.181139999999989</c:v>
                </c:pt>
                <c:pt idx="1637">
                  <c:v>24.854469999999999</c:v>
                </c:pt>
                <c:pt idx="1638">
                  <c:v>24.263739999999952</c:v>
                </c:pt>
                <c:pt idx="1639">
                  <c:v>23.825139999999973</c:v>
                </c:pt>
                <c:pt idx="1640">
                  <c:v>24.027439999999974</c:v>
                </c:pt>
                <c:pt idx="1641">
                  <c:v>24.288889999999974</c:v>
                </c:pt>
                <c:pt idx="1642">
                  <c:v>24.41893</c:v>
                </c:pt>
                <c:pt idx="1643">
                  <c:v>24.183910000000001</c:v>
                </c:pt>
                <c:pt idx="1644">
                  <c:v>23.79968999999997</c:v>
                </c:pt>
                <c:pt idx="1645">
                  <c:v>23.847580000000001</c:v>
                </c:pt>
                <c:pt idx="1646">
                  <c:v>24.203139999999973</c:v>
                </c:pt>
                <c:pt idx="1647">
                  <c:v>24.706289999999989</c:v>
                </c:pt>
                <c:pt idx="1648">
                  <c:v>25.096499999999974</c:v>
                </c:pt>
                <c:pt idx="1649">
                  <c:v>25.42092999999997</c:v>
                </c:pt>
                <c:pt idx="1650">
                  <c:v>25.746119999999973</c:v>
                </c:pt>
                <c:pt idx="1651">
                  <c:v>25.818010000000001</c:v>
                </c:pt>
                <c:pt idx="1652">
                  <c:v>25.468349999999955</c:v>
                </c:pt>
                <c:pt idx="1653">
                  <c:v>25.035350000000001</c:v>
                </c:pt>
                <c:pt idx="1654">
                  <c:v>24.786789999999975</c:v>
                </c:pt>
                <c:pt idx="1655">
                  <c:v>25.08447</c:v>
                </c:pt>
                <c:pt idx="1656">
                  <c:v>25.77309</c:v>
                </c:pt>
                <c:pt idx="1657">
                  <c:v>26.259879999999999</c:v>
                </c:pt>
                <c:pt idx="1658">
                  <c:v>26.368739999999956</c:v>
                </c:pt>
                <c:pt idx="1659">
                  <c:v>26.191279999999999</c:v>
                </c:pt>
                <c:pt idx="1660">
                  <c:v>25.703410000000002</c:v>
                </c:pt>
                <c:pt idx="1661">
                  <c:v>25.258669999999974</c:v>
                </c:pt>
                <c:pt idx="1662">
                  <c:v>25.237739999999974</c:v>
                </c:pt>
                <c:pt idx="1663">
                  <c:v>25.437830000000005</c:v>
                </c:pt>
                <c:pt idx="1664">
                  <c:v>25.413679999999989</c:v>
                </c:pt>
                <c:pt idx="1665">
                  <c:v>25.27518999999997</c:v>
                </c:pt>
                <c:pt idx="1666">
                  <c:v>25.187149999999974</c:v>
                </c:pt>
                <c:pt idx="1667">
                  <c:v>25.091339999999974</c:v>
                </c:pt>
                <c:pt idx="1668">
                  <c:v>25.205079999999974</c:v>
                </c:pt>
                <c:pt idx="1669">
                  <c:v>25.488359999999975</c:v>
                </c:pt>
                <c:pt idx="1670">
                  <c:v>25.778229999999972</c:v>
                </c:pt>
                <c:pt idx="1671">
                  <c:v>26.12771</c:v>
                </c:pt>
                <c:pt idx="1672">
                  <c:v>26.572939999999978</c:v>
                </c:pt>
                <c:pt idx="1673">
                  <c:v>26.974879999999999</c:v>
                </c:pt>
                <c:pt idx="1674">
                  <c:v>27.412849999999974</c:v>
                </c:pt>
                <c:pt idx="1675">
                  <c:v>27.729109999999974</c:v>
                </c:pt>
                <c:pt idx="1676">
                  <c:v>27.02721</c:v>
                </c:pt>
                <c:pt idx="1677">
                  <c:v>25.999739999999957</c:v>
                </c:pt>
                <c:pt idx="1678">
                  <c:v>25.535350000000001</c:v>
                </c:pt>
                <c:pt idx="1679">
                  <c:v>25.412990000000001</c:v>
                </c:pt>
                <c:pt idx="1680">
                  <c:v>25.54025</c:v>
                </c:pt>
                <c:pt idx="1681">
                  <c:v>25.787779999999973</c:v>
                </c:pt>
                <c:pt idx="1682">
                  <c:v>25.89014999999997</c:v>
                </c:pt>
                <c:pt idx="1683">
                  <c:v>25.606100000000001</c:v>
                </c:pt>
                <c:pt idx="1684">
                  <c:v>24.875070000000001</c:v>
                </c:pt>
                <c:pt idx="1685">
                  <c:v>24.04975</c:v>
                </c:pt>
                <c:pt idx="1686">
                  <c:v>23.75360999999997</c:v>
                </c:pt>
                <c:pt idx="1687">
                  <c:v>23.93046</c:v>
                </c:pt>
                <c:pt idx="1688">
                  <c:v>24.255219999999973</c:v>
                </c:pt>
                <c:pt idx="1689">
                  <c:v>24.548139999999975</c:v>
                </c:pt>
                <c:pt idx="1690">
                  <c:v>24.819469999999999</c:v>
                </c:pt>
                <c:pt idx="1691">
                  <c:v>25.151759999999999</c:v>
                </c:pt>
                <c:pt idx="1692">
                  <c:v>25.467770000000002</c:v>
                </c:pt>
                <c:pt idx="1693">
                  <c:v>25.748529999999956</c:v>
                </c:pt>
                <c:pt idx="1694">
                  <c:v>26.02732</c:v>
                </c:pt>
                <c:pt idx="1695">
                  <c:v>26.305569999999989</c:v>
                </c:pt>
                <c:pt idx="1696">
                  <c:v>26.515460000000001</c:v>
                </c:pt>
                <c:pt idx="1697">
                  <c:v>26.628450000000001</c:v>
                </c:pt>
                <c:pt idx="1698">
                  <c:v>26.630240000000001</c:v>
                </c:pt>
                <c:pt idx="1699">
                  <c:v>26.589519999999968</c:v>
                </c:pt>
                <c:pt idx="1700">
                  <c:v>26.12443</c:v>
                </c:pt>
                <c:pt idx="1701">
                  <c:v>25.69584</c:v>
                </c:pt>
                <c:pt idx="1702">
                  <c:v>25.802060000000001</c:v>
                </c:pt>
                <c:pt idx="1703">
                  <c:v>26.071929999999988</c:v>
                </c:pt>
                <c:pt idx="1704">
                  <c:v>26.128689999999974</c:v>
                </c:pt>
                <c:pt idx="1705">
                  <c:v>25.245569999999972</c:v>
                </c:pt>
                <c:pt idx="1706">
                  <c:v>23.215539999999972</c:v>
                </c:pt>
                <c:pt idx="1707">
                  <c:v>21.16507</c:v>
                </c:pt>
                <c:pt idx="1708">
                  <c:v>20.23507</c:v>
                </c:pt>
                <c:pt idx="1709">
                  <c:v>20.150639999999989</c:v>
                </c:pt>
                <c:pt idx="1710">
                  <c:v>20.425049999999956</c:v>
                </c:pt>
                <c:pt idx="1711">
                  <c:v>20.529299999999989</c:v>
                </c:pt>
                <c:pt idx="1712">
                  <c:v>20.357389999999999</c:v>
                </c:pt>
                <c:pt idx="1713">
                  <c:v>20.157000000000021</c:v>
                </c:pt>
                <c:pt idx="1714">
                  <c:v>20.10962</c:v>
                </c:pt>
                <c:pt idx="1715">
                  <c:v>20.212309999999974</c:v>
                </c:pt>
                <c:pt idx="1716">
                  <c:v>20.265779999999957</c:v>
                </c:pt>
                <c:pt idx="1717">
                  <c:v>20.355309999999989</c:v>
                </c:pt>
                <c:pt idx="1718">
                  <c:v>20.12961</c:v>
                </c:pt>
                <c:pt idx="1719">
                  <c:v>19.985699999999955</c:v>
                </c:pt>
                <c:pt idx="1720">
                  <c:v>19.978399999999972</c:v>
                </c:pt>
                <c:pt idx="1721">
                  <c:v>19.62969</c:v>
                </c:pt>
                <c:pt idx="1722">
                  <c:v>19.32432</c:v>
                </c:pt>
                <c:pt idx="1723">
                  <c:v>19.076350000000001</c:v>
                </c:pt>
                <c:pt idx="1724">
                  <c:v>18.90887</c:v>
                </c:pt>
                <c:pt idx="1725">
                  <c:v>18.857579999999999</c:v>
                </c:pt>
                <c:pt idx="1726">
                  <c:v>18.952619999999964</c:v>
                </c:pt>
                <c:pt idx="1727">
                  <c:v>18.679739999999974</c:v>
                </c:pt>
                <c:pt idx="1728">
                  <c:v>18.12841999999997</c:v>
                </c:pt>
                <c:pt idx="1729">
                  <c:v>17.779669999999989</c:v>
                </c:pt>
                <c:pt idx="1730">
                  <c:v>17.784479999999974</c:v>
                </c:pt>
                <c:pt idx="1731">
                  <c:v>18.07967</c:v>
                </c:pt>
                <c:pt idx="1732">
                  <c:v>18.402209999999968</c:v>
                </c:pt>
                <c:pt idx="1733">
                  <c:v>18.481599999999968</c:v>
                </c:pt>
                <c:pt idx="1734">
                  <c:v>18.36176</c:v>
                </c:pt>
                <c:pt idx="1735">
                  <c:v>18.329920000000001</c:v>
                </c:pt>
                <c:pt idx="1736">
                  <c:v>18.4269</c:v>
                </c:pt>
                <c:pt idx="1737">
                  <c:v>18.333089999999999</c:v>
                </c:pt>
                <c:pt idx="1738">
                  <c:v>18.000619999999973</c:v>
                </c:pt>
                <c:pt idx="1739">
                  <c:v>17.472489999999972</c:v>
                </c:pt>
                <c:pt idx="1740">
                  <c:v>17.054379999999988</c:v>
                </c:pt>
                <c:pt idx="1741">
                  <c:v>16.923489999999973</c:v>
                </c:pt>
                <c:pt idx="1742">
                  <c:v>16.890799999999974</c:v>
                </c:pt>
                <c:pt idx="1743">
                  <c:v>16.958819999999989</c:v>
                </c:pt>
                <c:pt idx="1744">
                  <c:v>17.21733</c:v>
                </c:pt>
                <c:pt idx="1745">
                  <c:v>17.503850000000021</c:v>
                </c:pt>
                <c:pt idx="1746">
                  <c:v>17.616330000000001</c:v>
                </c:pt>
                <c:pt idx="1747">
                  <c:v>17.505859999999988</c:v>
                </c:pt>
                <c:pt idx="1748">
                  <c:v>17.185169999999989</c:v>
                </c:pt>
                <c:pt idx="1749">
                  <c:v>16.826029999999989</c:v>
                </c:pt>
                <c:pt idx="1750">
                  <c:v>16.64547</c:v>
                </c:pt>
                <c:pt idx="1751">
                  <c:v>16.640319999999978</c:v>
                </c:pt>
                <c:pt idx="1752">
                  <c:v>16.892579999999974</c:v>
                </c:pt>
                <c:pt idx="1753">
                  <c:v>16.95308</c:v>
                </c:pt>
                <c:pt idx="1754">
                  <c:v>16.95017</c:v>
                </c:pt>
                <c:pt idx="1755">
                  <c:v>17.177379999999999</c:v>
                </c:pt>
                <c:pt idx="1756">
                  <c:v>17.379660000000001</c:v>
                </c:pt>
                <c:pt idx="1757">
                  <c:v>16.88936</c:v>
                </c:pt>
                <c:pt idx="1758">
                  <c:v>16.288699999999956</c:v>
                </c:pt>
                <c:pt idx="1759">
                  <c:v>16.177080000000021</c:v>
                </c:pt>
                <c:pt idx="1760">
                  <c:v>16.353680000000001</c:v>
                </c:pt>
                <c:pt idx="1761">
                  <c:v>16.514330000000001</c:v>
                </c:pt>
                <c:pt idx="1762">
                  <c:v>16.408049999999957</c:v>
                </c:pt>
                <c:pt idx="1763">
                  <c:v>16.1432</c:v>
                </c:pt>
                <c:pt idx="1764">
                  <c:v>15.809290000000004</c:v>
                </c:pt>
                <c:pt idx="1765">
                  <c:v>15.37398000000001</c:v>
                </c:pt>
                <c:pt idx="1766">
                  <c:v>15.06664000000001</c:v>
                </c:pt>
                <c:pt idx="1767">
                  <c:v>14.98789</c:v>
                </c:pt>
                <c:pt idx="1768">
                  <c:v>14.58615</c:v>
                </c:pt>
                <c:pt idx="1769">
                  <c:v>14.037240000000001</c:v>
                </c:pt>
                <c:pt idx="1770">
                  <c:v>13.717420000000001</c:v>
                </c:pt>
                <c:pt idx="1771">
                  <c:v>13.70964</c:v>
                </c:pt>
                <c:pt idx="1772">
                  <c:v>13.57748000000001</c:v>
                </c:pt>
                <c:pt idx="1773">
                  <c:v>13.07147</c:v>
                </c:pt>
                <c:pt idx="1774">
                  <c:v>12.55133</c:v>
                </c:pt>
                <c:pt idx="1775">
                  <c:v>11.87322</c:v>
                </c:pt>
                <c:pt idx="1776">
                  <c:v>11.25478</c:v>
                </c:pt>
                <c:pt idx="1777">
                  <c:v>11.14958</c:v>
                </c:pt>
                <c:pt idx="1778">
                  <c:v>11.464550000000004</c:v>
                </c:pt>
                <c:pt idx="1779">
                  <c:v>11.834490000000002</c:v>
                </c:pt>
                <c:pt idx="1780">
                  <c:v>12.10624</c:v>
                </c:pt>
                <c:pt idx="1781">
                  <c:v>12.328190000000001</c:v>
                </c:pt>
                <c:pt idx="1782">
                  <c:v>12.404860000000001</c:v>
                </c:pt>
                <c:pt idx="1783">
                  <c:v>12.089460000000004</c:v>
                </c:pt>
                <c:pt idx="1784">
                  <c:v>11.66541000000001</c:v>
                </c:pt>
                <c:pt idx="1785">
                  <c:v>11.416180000000002</c:v>
                </c:pt>
                <c:pt idx="1786">
                  <c:v>11.09521</c:v>
                </c:pt>
                <c:pt idx="1787">
                  <c:v>10.89499</c:v>
                </c:pt>
                <c:pt idx="1788">
                  <c:v>11.029070000000001</c:v>
                </c:pt>
                <c:pt idx="1789">
                  <c:v>11.01951</c:v>
                </c:pt>
                <c:pt idx="1790">
                  <c:v>10.610110000000001</c:v>
                </c:pt>
                <c:pt idx="1791">
                  <c:v>10.26098</c:v>
                </c:pt>
                <c:pt idx="1792">
                  <c:v>10.23263</c:v>
                </c:pt>
                <c:pt idx="1793">
                  <c:v>10.14517</c:v>
                </c:pt>
                <c:pt idx="1794">
                  <c:v>9.9655200000000068</c:v>
                </c:pt>
                <c:pt idx="1795">
                  <c:v>9.8331600000000012</c:v>
                </c:pt>
                <c:pt idx="1796">
                  <c:v>9.6890100000000015</c:v>
                </c:pt>
                <c:pt idx="1797">
                  <c:v>9.63584</c:v>
                </c:pt>
                <c:pt idx="1798">
                  <c:v>9.5825100000000027</c:v>
                </c:pt>
                <c:pt idx="1799">
                  <c:v>9.64527</c:v>
                </c:pt>
                <c:pt idx="1800">
                  <c:v>9.7573699999999999</c:v>
                </c:pt>
                <c:pt idx="1801">
                  <c:v>9.7367299999999997</c:v>
                </c:pt>
                <c:pt idx="1802">
                  <c:v>9.6677800000000005</c:v>
                </c:pt>
                <c:pt idx="1803">
                  <c:v>9.7353000000000005</c:v>
                </c:pt>
                <c:pt idx="1804">
                  <c:v>9.7470299999999988</c:v>
                </c:pt>
                <c:pt idx="1805">
                  <c:v>9.4718800000000005</c:v>
                </c:pt>
                <c:pt idx="1806">
                  <c:v>9.0656600000000047</c:v>
                </c:pt>
                <c:pt idx="1807">
                  <c:v>8.82742</c:v>
                </c:pt>
                <c:pt idx="1808">
                  <c:v>8.732800000000001</c:v>
                </c:pt>
                <c:pt idx="1809">
                  <c:v>8.664200000000001</c:v>
                </c:pt>
                <c:pt idx="1810">
                  <c:v>8.5500100000000003</c:v>
                </c:pt>
                <c:pt idx="1811">
                  <c:v>8.3713700000000006</c:v>
                </c:pt>
                <c:pt idx="1812">
                  <c:v>8.2203499999999998</c:v>
                </c:pt>
                <c:pt idx="1813">
                  <c:v>8.1835800000000027</c:v>
                </c:pt>
                <c:pt idx="1814">
                  <c:v>8.3637700000000006</c:v>
                </c:pt>
                <c:pt idx="1815">
                  <c:v>8.4652100000000008</c:v>
                </c:pt>
                <c:pt idx="1816">
                  <c:v>8.4125600000000027</c:v>
                </c:pt>
                <c:pt idx="1817">
                  <c:v>8.5975200000000012</c:v>
                </c:pt>
                <c:pt idx="1818">
                  <c:v>8.8522900000000124</c:v>
                </c:pt>
                <c:pt idx="1819">
                  <c:v>8.8115200000000016</c:v>
                </c:pt>
                <c:pt idx="1820">
                  <c:v>8.7597500000000004</c:v>
                </c:pt>
                <c:pt idx="1821">
                  <c:v>8.8103700000000007</c:v>
                </c:pt>
                <c:pt idx="1822">
                  <c:v>8.8352700000000013</c:v>
                </c:pt>
                <c:pt idx="1823">
                  <c:v>8.7434200000000004</c:v>
                </c:pt>
                <c:pt idx="1824">
                  <c:v>8.4309600000000007</c:v>
                </c:pt>
                <c:pt idx="1825">
                  <c:v>7.9570799999999995</c:v>
                </c:pt>
                <c:pt idx="1826">
                  <c:v>7.5795300000000001</c:v>
                </c:pt>
                <c:pt idx="1827">
                  <c:v>7.4300700000000024</c:v>
                </c:pt>
                <c:pt idx="1828">
                  <c:v>7.4861700000000004</c:v>
                </c:pt>
                <c:pt idx="1829">
                  <c:v>7.8494099999999998</c:v>
                </c:pt>
                <c:pt idx="1830">
                  <c:v>8.2827200000000012</c:v>
                </c:pt>
                <c:pt idx="1831">
                  <c:v>8.5428700000000006</c:v>
                </c:pt>
                <c:pt idx="1832">
                  <c:v>8.037840000000001</c:v>
                </c:pt>
                <c:pt idx="1833">
                  <c:v>7.6085399999999943</c:v>
                </c:pt>
                <c:pt idx="1834">
                  <c:v>7.6549699999999943</c:v>
                </c:pt>
                <c:pt idx="1835">
                  <c:v>7.7627999999999995</c:v>
                </c:pt>
                <c:pt idx="1836">
                  <c:v>7.6436200000000003</c:v>
                </c:pt>
                <c:pt idx="1837">
                  <c:v>7.5447099999999985</c:v>
                </c:pt>
                <c:pt idx="1838">
                  <c:v>7.5065999999999997</c:v>
                </c:pt>
                <c:pt idx="1839">
                  <c:v>7.4246400000000001</c:v>
                </c:pt>
                <c:pt idx="1840">
                  <c:v>7.33155</c:v>
                </c:pt>
                <c:pt idx="1841">
                  <c:v>7.2942099999999996</c:v>
                </c:pt>
                <c:pt idx="1842">
                  <c:v>7.6309899999999944</c:v>
                </c:pt>
                <c:pt idx="1843">
                  <c:v>8.3126300000000111</c:v>
                </c:pt>
                <c:pt idx="1844">
                  <c:v>8.8929300000000104</c:v>
                </c:pt>
                <c:pt idx="1845">
                  <c:v>8.8555700000000126</c:v>
                </c:pt>
                <c:pt idx="1846">
                  <c:v>8.2517900000000015</c:v>
                </c:pt>
                <c:pt idx="1847">
                  <c:v>7.9318000000000053</c:v>
                </c:pt>
                <c:pt idx="1848">
                  <c:v>7.6807699999999999</c:v>
                </c:pt>
                <c:pt idx="1849">
                  <c:v>7.3950299999999975</c:v>
                </c:pt>
                <c:pt idx="1850">
                  <c:v>7.3543999999999965</c:v>
                </c:pt>
                <c:pt idx="1851">
                  <c:v>7.3870099999999965</c:v>
                </c:pt>
                <c:pt idx="1852">
                  <c:v>7.5107499999999998</c:v>
                </c:pt>
                <c:pt idx="1853">
                  <c:v>7.5367000000000024</c:v>
                </c:pt>
                <c:pt idx="1854">
                  <c:v>7.5788599999999997</c:v>
                </c:pt>
                <c:pt idx="1855">
                  <c:v>7.7924199999999955</c:v>
                </c:pt>
                <c:pt idx="1856">
                  <c:v>8.0952900000000003</c:v>
                </c:pt>
                <c:pt idx="1857">
                  <c:v>8.3869100000000003</c:v>
                </c:pt>
                <c:pt idx="1858">
                  <c:v>8.4765000000000068</c:v>
                </c:pt>
                <c:pt idx="1859">
                  <c:v>8.4659800000000125</c:v>
                </c:pt>
                <c:pt idx="1860">
                  <c:v>8.4920300000000104</c:v>
                </c:pt>
                <c:pt idx="1861">
                  <c:v>8.1988099999999999</c:v>
                </c:pt>
                <c:pt idx="1862">
                  <c:v>7.4135499999999999</c:v>
                </c:pt>
                <c:pt idx="1863">
                  <c:v>6.3216700000000001</c:v>
                </c:pt>
                <c:pt idx="1864">
                  <c:v>5.3826000000000001</c:v>
                </c:pt>
                <c:pt idx="1865">
                  <c:v>5.064839999999994</c:v>
                </c:pt>
                <c:pt idx="1866">
                  <c:v>5.4166900000000053</c:v>
                </c:pt>
                <c:pt idx="1867">
                  <c:v>5.9213000000000013</c:v>
                </c:pt>
                <c:pt idx="1868">
                  <c:v>6.2882300000000004</c:v>
                </c:pt>
                <c:pt idx="1869">
                  <c:v>6.5836199999999998</c:v>
                </c:pt>
                <c:pt idx="1870">
                  <c:v>6.9576200000000004</c:v>
                </c:pt>
                <c:pt idx="1871">
                  <c:v>7.5204299999999975</c:v>
                </c:pt>
                <c:pt idx="1872">
                  <c:v>8.0064000000000028</c:v>
                </c:pt>
                <c:pt idx="1873">
                  <c:v>8.2831799999999998</c:v>
                </c:pt>
                <c:pt idx="1874">
                  <c:v>8.5065200000000001</c:v>
                </c:pt>
                <c:pt idx="1875">
                  <c:v>8.7385400000000004</c:v>
                </c:pt>
                <c:pt idx="1876">
                  <c:v>8.9688200000000009</c:v>
                </c:pt>
                <c:pt idx="1877">
                  <c:v>9.1999300000000002</c:v>
                </c:pt>
                <c:pt idx="1878">
                  <c:v>9.1016500000000011</c:v>
                </c:pt>
                <c:pt idx="1879">
                  <c:v>8.7389299999999999</c:v>
                </c:pt>
                <c:pt idx="1880">
                  <c:v>8.2537400000000005</c:v>
                </c:pt>
                <c:pt idx="1881">
                  <c:v>7.93893</c:v>
                </c:pt>
                <c:pt idx="1882">
                  <c:v>8.2140400000000007</c:v>
                </c:pt>
                <c:pt idx="1883">
                  <c:v>8.7147299999999994</c:v>
                </c:pt>
                <c:pt idx="1884">
                  <c:v>9.22621</c:v>
                </c:pt>
                <c:pt idx="1885">
                  <c:v>9.7648200000000003</c:v>
                </c:pt>
                <c:pt idx="1886">
                  <c:v>10.34966</c:v>
                </c:pt>
                <c:pt idx="1887">
                  <c:v>10.786</c:v>
                </c:pt>
                <c:pt idx="1888">
                  <c:v>10.473140000000004</c:v>
                </c:pt>
                <c:pt idx="1889">
                  <c:v>9.8105200000000004</c:v>
                </c:pt>
                <c:pt idx="1890">
                  <c:v>9.2939900000000009</c:v>
                </c:pt>
                <c:pt idx="1891">
                  <c:v>8.9566300000000147</c:v>
                </c:pt>
                <c:pt idx="1892">
                  <c:v>8.8567300000000113</c:v>
                </c:pt>
                <c:pt idx="1893">
                  <c:v>9.1565000000000047</c:v>
                </c:pt>
                <c:pt idx="1894">
                  <c:v>9.8666600000000066</c:v>
                </c:pt>
                <c:pt idx="1895">
                  <c:v>10.313800000000002</c:v>
                </c:pt>
                <c:pt idx="1896">
                  <c:v>10.682500000000006</c:v>
                </c:pt>
                <c:pt idx="1897">
                  <c:v>11.236980000000001</c:v>
                </c:pt>
                <c:pt idx="1898">
                  <c:v>11.79105</c:v>
                </c:pt>
                <c:pt idx="1899">
                  <c:v>12.26028</c:v>
                </c:pt>
                <c:pt idx="1900">
                  <c:v>12.353350000000002</c:v>
                </c:pt>
                <c:pt idx="1901">
                  <c:v>12.14179</c:v>
                </c:pt>
                <c:pt idx="1902">
                  <c:v>11.83976</c:v>
                </c:pt>
                <c:pt idx="1903">
                  <c:v>11.934150000000001</c:v>
                </c:pt>
                <c:pt idx="1904">
                  <c:v>12.517000000000001</c:v>
                </c:pt>
                <c:pt idx="1905">
                  <c:v>12.99977</c:v>
                </c:pt>
                <c:pt idx="1906">
                  <c:v>13.12716</c:v>
                </c:pt>
                <c:pt idx="1907">
                  <c:v>13.347060000000001</c:v>
                </c:pt>
                <c:pt idx="1908">
                  <c:v>13.574200000000001</c:v>
                </c:pt>
                <c:pt idx="1909">
                  <c:v>13.75521</c:v>
                </c:pt>
                <c:pt idx="1910">
                  <c:v>14.20294</c:v>
                </c:pt>
                <c:pt idx="1911">
                  <c:v>14.607850000000001</c:v>
                </c:pt>
                <c:pt idx="1912">
                  <c:v>14.915610000000004</c:v>
                </c:pt>
                <c:pt idx="1913">
                  <c:v>15.304730000000006</c:v>
                </c:pt>
                <c:pt idx="1914">
                  <c:v>15.62668</c:v>
                </c:pt>
                <c:pt idx="1915">
                  <c:v>15.862230000000011</c:v>
                </c:pt>
                <c:pt idx="1916">
                  <c:v>16.03556</c:v>
                </c:pt>
                <c:pt idx="1917">
                  <c:v>16.038729999999973</c:v>
                </c:pt>
                <c:pt idx="1918">
                  <c:v>15.910170000000001</c:v>
                </c:pt>
                <c:pt idx="1919">
                  <c:v>15.294790000000001</c:v>
                </c:pt>
                <c:pt idx="1920">
                  <c:v>14.55071</c:v>
                </c:pt>
                <c:pt idx="1921">
                  <c:v>14.67149</c:v>
                </c:pt>
                <c:pt idx="1922">
                  <c:v>15.038790000000001</c:v>
                </c:pt>
                <c:pt idx="1923">
                  <c:v>14.015430000000011</c:v>
                </c:pt>
                <c:pt idx="1924">
                  <c:v>12.51943000000001</c:v>
                </c:pt>
                <c:pt idx="1925">
                  <c:v>11.85361000000001</c:v>
                </c:pt>
                <c:pt idx="1926">
                  <c:v>11.91376</c:v>
                </c:pt>
                <c:pt idx="1927">
                  <c:v>12.43746</c:v>
                </c:pt>
                <c:pt idx="1928">
                  <c:v>12.8986</c:v>
                </c:pt>
                <c:pt idx="1929">
                  <c:v>13.19369</c:v>
                </c:pt>
                <c:pt idx="1930">
                  <c:v>13.49818</c:v>
                </c:pt>
                <c:pt idx="1931">
                  <c:v>13.82006</c:v>
                </c:pt>
                <c:pt idx="1932">
                  <c:v>14.267860000000001</c:v>
                </c:pt>
                <c:pt idx="1933">
                  <c:v>14.828150000000001</c:v>
                </c:pt>
                <c:pt idx="1934">
                  <c:v>15.181179999999999</c:v>
                </c:pt>
                <c:pt idx="1935">
                  <c:v>15.213010000000001</c:v>
                </c:pt>
                <c:pt idx="1936">
                  <c:v>15.2699</c:v>
                </c:pt>
                <c:pt idx="1937">
                  <c:v>15.636520000000001</c:v>
                </c:pt>
                <c:pt idx="1938">
                  <c:v>15.93793</c:v>
                </c:pt>
                <c:pt idx="1939">
                  <c:v>15.929350000000001</c:v>
                </c:pt>
                <c:pt idx="1940">
                  <c:v>15.494010000000001</c:v>
                </c:pt>
                <c:pt idx="1941">
                  <c:v>14.862990000000011</c:v>
                </c:pt>
                <c:pt idx="1942">
                  <c:v>14.729240000000001</c:v>
                </c:pt>
                <c:pt idx="1943">
                  <c:v>15.17107</c:v>
                </c:pt>
                <c:pt idx="1944">
                  <c:v>15.91053000000001</c:v>
                </c:pt>
                <c:pt idx="1945">
                  <c:v>16.262689999999957</c:v>
                </c:pt>
                <c:pt idx="1946">
                  <c:v>16.25469</c:v>
                </c:pt>
                <c:pt idx="1947">
                  <c:v>16.345970000000001</c:v>
                </c:pt>
                <c:pt idx="1948">
                  <c:v>16.640180000000001</c:v>
                </c:pt>
                <c:pt idx="1949">
                  <c:v>16.819450000000021</c:v>
                </c:pt>
                <c:pt idx="1950">
                  <c:v>16.685399999999973</c:v>
                </c:pt>
                <c:pt idx="1951">
                  <c:v>16.749939999999974</c:v>
                </c:pt>
                <c:pt idx="1952">
                  <c:v>17.09566999999997</c:v>
                </c:pt>
                <c:pt idx="1953">
                  <c:v>17.260129999999968</c:v>
                </c:pt>
                <c:pt idx="1954">
                  <c:v>17.0991</c:v>
                </c:pt>
                <c:pt idx="1955">
                  <c:v>16.376930000000005</c:v>
                </c:pt>
                <c:pt idx="1956">
                  <c:v>15.83972</c:v>
                </c:pt>
                <c:pt idx="1957">
                  <c:v>15.88022</c:v>
                </c:pt>
                <c:pt idx="1958">
                  <c:v>16.08325</c:v>
                </c:pt>
                <c:pt idx="1959">
                  <c:v>16.583039999999972</c:v>
                </c:pt>
                <c:pt idx="1960">
                  <c:v>16.339680000000001</c:v>
                </c:pt>
                <c:pt idx="1961">
                  <c:v>16.2103</c:v>
                </c:pt>
                <c:pt idx="1962">
                  <c:v>16.238969999999988</c:v>
                </c:pt>
                <c:pt idx="1963">
                  <c:v>16.504349999999974</c:v>
                </c:pt>
                <c:pt idx="1964">
                  <c:v>16.75713</c:v>
                </c:pt>
                <c:pt idx="1965">
                  <c:v>16.751339999999974</c:v>
                </c:pt>
                <c:pt idx="1966">
                  <c:v>16.69538</c:v>
                </c:pt>
                <c:pt idx="1967">
                  <c:v>16.641690000000001</c:v>
                </c:pt>
                <c:pt idx="1968">
                  <c:v>16.781929999999978</c:v>
                </c:pt>
                <c:pt idx="1969">
                  <c:v>17.144469999999988</c:v>
                </c:pt>
                <c:pt idx="1970">
                  <c:v>17.484199999999973</c:v>
                </c:pt>
                <c:pt idx="1971">
                  <c:v>17.66933999999997</c:v>
                </c:pt>
                <c:pt idx="1972">
                  <c:v>17.782489999999957</c:v>
                </c:pt>
                <c:pt idx="1973">
                  <c:v>17.817209999999999</c:v>
                </c:pt>
                <c:pt idx="1974">
                  <c:v>18.064729999999972</c:v>
                </c:pt>
                <c:pt idx="1975">
                  <c:v>18.346769999999989</c:v>
                </c:pt>
                <c:pt idx="1976">
                  <c:v>18.552040000000002</c:v>
                </c:pt>
                <c:pt idx="1977">
                  <c:v>18.40140999999997</c:v>
                </c:pt>
                <c:pt idx="1978">
                  <c:v>17.798739999999956</c:v>
                </c:pt>
                <c:pt idx="1979">
                  <c:v>17.634000000000022</c:v>
                </c:pt>
                <c:pt idx="1980">
                  <c:v>17.83562999999997</c:v>
                </c:pt>
                <c:pt idx="1981">
                  <c:v>18.154119999999999</c:v>
                </c:pt>
                <c:pt idx="1982">
                  <c:v>18.645910000000001</c:v>
                </c:pt>
                <c:pt idx="1983">
                  <c:v>19.283189999999973</c:v>
                </c:pt>
                <c:pt idx="1984">
                  <c:v>19.5914</c:v>
                </c:pt>
                <c:pt idx="1985">
                  <c:v>19.421759999999974</c:v>
                </c:pt>
                <c:pt idx="1986">
                  <c:v>19.345839999999974</c:v>
                </c:pt>
                <c:pt idx="1987">
                  <c:v>19.323720000000002</c:v>
                </c:pt>
                <c:pt idx="1988">
                  <c:v>19.492519999999956</c:v>
                </c:pt>
                <c:pt idx="1989">
                  <c:v>19.90469999999997</c:v>
                </c:pt>
                <c:pt idx="1990">
                  <c:v>20.347169999999988</c:v>
                </c:pt>
                <c:pt idx="1991">
                  <c:v>20.585669999999968</c:v>
                </c:pt>
                <c:pt idx="1992">
                  <c:v>20.653690000000001</c:v>
                </c:pt>
                <c:pt idx="1993">
                  <c:v>20.835319999999989</c:v>
                </c:pt>
                <c:pt idx="1994">
                  <c:v>21.05763</c:v>
                </c:pt>
                <c:pt idx="1995">
                  <c:v>21.317219999999999</c:v>
                </c:pt>
                <c:pt idx="1996">
                  <c:v>21.375260000000001</c:v>
                </c:pt>
                <c:pt idx="1997">
                  <c:v>20.93957</c:v>
                </c:pt>
                <c:pt idx="1998">
                  <c:v>20.692129999999974</c:v>
                </c:pt>
                <c:pt idx="1999">
                  <c:v>21.012830000000001</c:v>
                </c:pt>
                <c:pt idx="2000">
                  <c:v>21.49684999999997</c:v>
                </c:pt>
                <c:pt idx="2001">
                  <c:v>22.089670000000002</c:v>
                </c:pt>
                <c:pt idx="2002">
                  <c:v>22.7911</c:v>
                </c:pt>
                <c:pt idx="2003">
                  <c:v>22.928429999999956</c:v>
                </c:pt>
                <c:pt idx="2004">
                  <c:v>22.76426</c:v>
                </c:pt>
                <c:pt idx="2005">
                  <c:v>22.934259999999988</c:v>
                </c:pt>
                <c:pt idx="2006">
                  <c:v>22.932549999999956</c:v>
                </c:pt>
                <c:pt idx="2007">
                  <c:v>22.603760000000001</c:v>
                </c:pt>
                <c:pt idx="2008">
                  <c:v>22.37632</c:v>
                </c:pt>
                <c:pt idx="2009">
                  <c:v>22.481589999999972</c:v>
                </c:pt>
                <c:pt idx="2010">
                  <c:v>22.740069999999989</c:v>
                </c:pt>
                <c:pt idx="2011">
                  <c:v>22.842219999999973</c:v>
                </c:pt>
                <c:pt idx="2012">
                  <c:v>22.842619999999975</c:v>
                </c:pt>
                <c:pt idx="2013">
                  <c:v>23.034920000000021</c:v>
                </c:pt>
                <c:pt idx="2014">
                  <c:v>23.49175</c:v>
                </c:pt>
                <c:pt idx="2015">
                  <c:v>23.878360000000001</c:v>
                </c:pt>
                <c:pt idx="2016">
                  <c:v>24.123149999999974</c:v>
                </c:pt>
                <c:pt idx="2017">
                  <c:v>24.085669999999968</c:v>
                </c:pt>
                <c:pt idx="2018">
                  <c:v>23.993539999999957</c:v>
                </c:pt>
                <c:pt idx="2019">
                  <c:v>24.171779999999988</c:v>
                </c:pt>
                <c:pt idx="2020">
                  <c:v>24.409129999999973</c:v>
                </c:pt>
                <c:pt idx="2021">
                  <c:v>24.69502</c:v>
                </c:pt>
                <c:pt idx="2022">
                  <c:v>25.04147</c:v>
                </c:pt>
                <c:pt idx="2023">
                  <c:v>25.259060000000005</c:v>
                </c:pt>
                <c:pt idx="2024">
                  <c:v>24.99656999999997</c:v>
                </c:pt>
                <c:pt idx="2025">
                  <c:v>24.536059999999999</c:v>
                </c:pt>
                <c:pt idx="2026">
                  <c:v>24.151509999999988</c:v>
                </c:pt>
                <c:pt idx="2027">
                  <c:v>24.11673</c:v>
                </c:pt>
                <c:pt idx="2028">
                  <c:v>24.463179999999973</c:v>
                </c:pt>
                <c:pt idx="2029">
                  <c:v>25.017489999999999</c:v>
                </c:pt>
                <c:pt idx="2030">
                  <c:v>25.667719999999989</c:v>
                </c:pt>
                <c:pt idx="2031">
                  <c:v>26.248089999999973</c:v>
                </c:pt>
                <c:pt idx="2032">
                  <c:v>26.745170000000002</c:v>
                </c:pt>
                <c:pt idx="2033">
                  <c:v>27.068719999999956</c:v>
                </c:pt>
                <c:pt idx="2034">
                  <c:v>27.234179999999999</c:v>
                </c:pt>
                <c:pt idx="2035">
                  <c:v>27.338840000000001</c:v>
                </c:pt>
                <c:pt idx="2036">
                  <c:v>27.41215</c:v>
                </c:pt>
                <c:pt idx="2037">
                  <c:v>27.543859999999999</c:v>
                </c:pt>
                <c:pt idx="2038">
                  <c:v>27.491399999999974</c:v>
                </c:pt>
                <c:pt idx="2039">
                  <c:v>27.22629999999997</c:v>
                </c:pt>
                <c:pt idx="2040">
                  <c:v>26.547539999999973</c:v>
                </c:pt>
                <c:pt idx="2041">
                  <c:v>25.691880000000033</c:v>
                </c:pt>
                <c:pt idx="2042">
                  <c:v>24.62079</c:v>
                </c:pt>
                <c:pt idx="2043">
                  <c:v>23.972270000000002</c:v>
                </c:pt>
                <c:pt idx="2044">
                  <c:v>23.896879999999999</c:v>
                </c:pt>
                <c:pt idx="2045">
                  <c:v>23.57884</c:v>
                </c:pt>
                <c:pt idx="2046">
                  <c:v>23.18965</c:v>
                </c:pt>
                <c:pt idx="2047">
                  <c:v>23.03954999999997</c:v>
                </c:pt>
                <c:pt idx="2048">
                  <c:v>23.140450000000001</c:v>
                </c:pt>
                <c:pt idx="2049">
                  <c:v>23.43515</c:v>
                </c:pt>
                <c:pt idx="2050">
                  <c:v>23.788599999999956</c:v>
                </c:pt>
                <c:pt idx="2051">
                  <c:v>24.01529</c:v>
                </c:pt>
                <c:pt idx="2052">
                  <c:v>24.065259999999974</c:v>
                </c:pt>
                <c:pt idx="2053">
                  <c:v>24.234169999999999</c:v>
                </c:pt>
                <c:pt idx="2054">
                  <c:v>24.550689999999989</c:v>
                </c:pt>
                <c:pt idx="2055">
                  <c:v>24.9102</c:v>
                </c:pt>
                <c:pt idx="2056">
                  <c:v>25.338090000000001</c:v>
                </c:pt>
                <c:pt idx="2057">
                  <c:v>25.74746</c:v>
                </c:pt>
                <c:pt idx="2058">
                  <c:v>26.09591</c:v>
                </c:pt>
                <c:pt idx="2059">
                  <c:v>26.170089999999988</c:v>
                </c:pt>
                <c:pt idx="2060">
                  <c:v>25.946629999999956</c:v>
                </c:pt>
                <c:pt idx="2061">
                  <c:v>25.667909999999999</c:v>
                </c:pt>
                <c:pt idx="2062">
                  <c:v>25.620940000000001</c:v>
                </c:pt>
                <c:pt idx="2063">
                  <c:v>25.733090000000001</c:v>
                </c:pt>
                <c:pt idx="2064">
                  <c:v>25.85979</c:v>
                </c:pt>
                <c:pt idx="2065">
                  <c:v>26.034590000000001</c:v>
                </c:pt>
                <c:pt idx="2066">
                  <c:v>25.681809999999999</c:v>
                </c:pt>
                <c:pt idx="2067">
                  <c:v>24.428939999999972</c:v>
                </c:pt>
                <c:pt idx="2068">
                  <c:v>23.30931</c:v>
                </c:pt>
                <c:pt idx="2069">
                  <c:v>22.919139999999974</c:v>
                </c:pt>
                <c:pt idx="2070">
                  <c:v>22.529979999999988</c:v>
                </c:pt>
                <c:pt idx="2071">
                  <c:v>22.04926</c:v>
                </c:pt>
                <c:pt idx="2072">
                  <c:v>21.863600000000002</c:v>
                </c:pt>
                <c:pt idx="2073">
                  <c:v>21.8447</c:v>
                </c:pt>
                <c:pt idx="2074">
                  <c:v>21.99731999999997</c:v>
                </c:pt>
                <c:pt idx="2075">
                  <c:v>22.168869999999988</c:v>
                </c:pt>
                <c:pt idx="2076">
                  <c:v>21.985880000000002</c:v>
                </c:pt>
                <c:pt idx="2077">
                  <c:v>22.110140000000001</c:v>
                </c:pt>
                <c:pt idx="2078">
                  <c:v>22.554810000000021</c:v>
                </c:pt>
                <c:pt idx="2079">
                  <c:v>22.760940000000002</c:v>
                </c:pt>
                <c:pt idx="2080">
                  <c:v>22.828529999999972</c:v>
                </c:pt>
                <c:pt idx="2081">
                  <c:v>22.756679999999989</c:v>
                </c:pt>
                <c:pt idx="2082">
                  <c:v>22.50346</c:v>
                </c:pt>
                <c:pt idx="2083">
                  <c:v>22.35173</c:v>
                </c:pt>
                <c:pt idx="2084">
                  <c:v>22.396639999999973</c:v>
                </c:pt>
                <c:pt idx="2085">
                  <c:v>22.46437999999997</c:v>
                </c:pt>
                <c:pt idx="2086">
                  <c:v>22.327559999999988</c:v>
                </c:pt>
                <c:pt idx="2087">
                  <c:v>22.01858</c:v>
                </c:pt>
                <c:pt idx="2088">
                  <c:v>21.354900000000022</c:v>
                </c:pt>
                <c:pt idx="2089">
                  <c:v>20.563490000000002</c:v>
                </c:pt>
                <c:pt idx="2090">
                  <c:v>20.133990000000022</c:v>
                </c:pt>
                <c:pt idx="2091">
                  <c:v>20.047930000000001</c:v>
                </c:pt>
                <c:pt idx="2092">
                  <c:v>20.25667</c:v>
                </c:pt>
                <c:pt idx="2093">
                  <c:v>20.69952</c:v>
                </c:pt>
                <c:pt idx="2094">
                  <c:v>21.22366999999997</c:v>
                </c:pt>
                <c:pt idx="2095">
                  <c:v>21.522039999999972</c:v>
                </c:pt>
                <c:pt idx="2096">
                  <c:v>21.536930000000005</c:v>
                </c:pt>
                <c:pt idx="2097">
                  <c:v>21.421749999999957</c:v>
                </c:pt>
                <c:pt idx="2098">
                  <c:v>21.008890000000001</c:v>
                </c:pt>
                <c:pt idx="2099">
                  <c:v>20.282139999999952</c:v>
                </c:pt>
                <c:pt idx="2100">
                  <c:v>19.694189999999999</c:v>
                </c:pt>
                <c:pt idx="2101">
                  <c:v>19.540009999999974</c:v>
                </c:pt>
                <c:pt idx="2102">
                  <c:v>19.230399999999989</c:v>
                </c:pt>
                <c:pt idx="2103">
                  <c:v>18.67529</c:v>
                </c:pt>
                <c:pt idx="2104">
                  <c:v>18.433309999999974</c:v>
                </c:pt>
                <c:pt idx="2105">
                  <c:v>18.570399999999989</c:v>
                </c:pt>
                <c:pt idx="2106">
                  <c:v>18.997820000000001</c:v>
                </c:pt>
                <c:pt idx="2107">
                  <c:v>19.65053</c:v>
                </c:pt>
                <c:pt idx="2108">
                  <c:v>20.32771</c:v>
                </c:pt>
                <c:pt idx="2109">
                  <c:v>20.760499999999972</c:v>
                </c:pt>
                <c:pt idx="2110">
                  <c:v>20.851500000000001</c:v>
                </c:pt>
                <c:pt idx="2111">
                  <c:v>20.463789999999957</c:v>
                </c:pt>
                <c:pt idx="2112">
                  <c:v>19.935449999999957</c:v>
                </c:pt>
                <c:pt idx="2113">
                  <c:v>19.325439999999972</c:v>
                </c:pt>
                <c:pt idx="2114">
                  <c:v>18.539899999999999</c:v>
                </c:pt>
                <c:pt idx="2115">
                  <c:v>18.07668</c:v>
                </c:pt>
                <c:pt idx="2116">
                  <c:v>18.036919999999999</c:v>
                </c:pt>
                <c:pt idx="2117">
                  <c:v>17.760119999999972</c:v>
                </c:pt>
                <c:pt idx="2118">
                  <c:v>17.40596</c:v>
                </c:pt>
                <c:pt idx="2119">
                  <c:v>17.382399999999972</c:v>
                </c:pt>
                <c:pt idx="2120">
                  <c:v>17.505219999999973</c:v>
                </c:pt>
                <c:pt idx="2121">
                  <c:v>17.84132</c:v>
                </c:pt>
                <c:pt idx="2122">
                  <c:v>18.400239999999975</c:v>
                </c:pt>
                <c:pt idx="2123">
                  <c:v>18.715610000000002</c:v>
                </c:pt>
                <c:pt idx="2124">
                  <c:v>18.591259999999988</c:v>
                </c:pt>
                <c:pt idx="2125">
                  <c:v>18.240950000000005</c:v>
                </c:pt>
                <c:pt idx="2126">
                  <c:v>17.73530999999997</c:v>
                </c:pt>
                <c:pt idx="2127">
                  <c:v>17.261139999999973</c:v>
                </c:pt>
                <c:pt idx="2128">
                  <c:v>16.95393</c:v>
                </c:pt>
                <c:pt idx="2129">
                  <c:v>16.63813</c:v>
                </c:pt>
                <c:pt idx="2130">
                  <c:v>16.333800000000021</c:v>
                </c:pt>
                <c:pt idx="2131">
                  <c:v>15.96325</c:v>
                </c:pt>
                <c:pt idx="2132">
                  <c:v>15.295490000000004</c:v>
                </c:pt>
                <c:pt idx="2133">
                  <c:v>14.678610000000001</c:v>
                </c:pt>
                <c:pt idx="2134">
                  <c:v>14.49048000000001</c:v>
                </c:pt>
                <c:pt idx="2135">
                  <c:v>14.61382</c:v>
                </c:pt>
                <c:pt idx="2136">
                  <c:v>14.664900000000001</c:v>
                </c:pt>
                <c:pt idx="2137">
                  <c:v>14.53553000000001</c:v>
                </c:pt>
                <c:pt idx="2138">
                  <c:v>14.33972</c:v>
                </c:pt>
                <c:pt idx="2139">
                  <c:v>14.26749</c:v>
                </c:pt>
                <c:pt idx="2140">
                  <c:v>14.362920000000004</c:v>
                </c:pt>
                <c:pt idx="2141">
                  <c:v>14.51925</c:v>
                </c:pt>
                <c:pt idx="2142">
                  <c:v>14.49188</c:v>
                </c:pt>
                <c:pt idx="2143">
                  <c:v>14.149190000000001</c:v>
                </c:pt>
                <c:pt idx="2144">
                  <c:v>13.64546</c:v>
                </c:pt>
                <c:pt idx="2145">
                  <c:v>13.19253000000001</c:v>
                </c:pt>
                <c:pt idx="2146">
                  <c:v>12.982610000000006</c:v>
                </c:pt>
                <c:pt idx="2147">
                  <c:v>13.017620000000001</c:v>
                </c:pt>
                <c:pt idx="2148">
                  <c:v>13.070490000000012</c:v>
                </c:pt>
                <c:pt idx="2149">
                  <c:v>12.93638</c:v>
                </c:pt>
                <c:pt idx="2150">
                  <c:v>12.80232</c:v>
                </c:pt>
                <c:pt idx="2151">
                  <c:v>12.81950000000001</c:v>
                </c:pt>
                <c:pt idx="2152">
                  <c:v>12.77083</c:v>
                </c:pt>
                <c:pt idx="2153">
                  <c:v>12.34929</c:v>
                </c:pt>
                <c:pt idx="2154">
                  <c:v>11.63955</c:v>
                </c:pt>
                <c:pt idx="2155">
                  <c:v>11.11027</c:v>
                </c:pt>
                <c:pt idx="2156">
                  <c:v>10.817490000000006</c:v>
                </c:pt>
                <c:pt idx="2157">
                  <c:v>10.43765</c:v>
                </c:pt>
                <c:pt idx="2158">
                  <c:v>10.24339</c:v>
                </c:pt>
                <c:pt idx="2159">
                  <c:v>10.314690000000002</c:v>
                </c:pt>
                <c:pt idx="2160">
                  <c:v>10.515650000000004</c:v>
                </c:pt>
                <c:pt idx="2161">
                  <c:v>10.527060000000001</c:v>
                </c:pt>
                <c:pt idx="2162">
                  <c:v>10.145290000000001</c:v>
                </c:pt>
                <c:pt idx="2163">
                  <c:v>9.77745</c:v>
                </c:pt>
                <c:pt idx="2164">
                  <c:v>9.6387099999999997</c:v>
                </c:pt>
                <c:pt idx="2165">
                  <c:v>9.7131000000000007</c:v>
                </c:pt>
                <c:pt idx="2166">
                  <c:v>9.7140000000000004</c:v>
                </c:pt>
                <c:pt idx="2167">
                  <c:v>9.821060000000001</c:v>
                </c:pt>
                <c:pt idx="2168">
                  <c:v>10.08962</c:v>
                </c:pt>
                <c:pt idx="2169">
                  <c:v>10.30232</c:v>
                </c:pt>
                <c:pt idx="2170">
                  <c:v>10.36614000000001</c:v>
                </c:pt>
                <c:pt idx="2171">
                  <c:v>10.32931</c:v>
                </c:pt>
                <c:pt idx="2172">
                  <c:v>10.188330000000001</c:v>
                </c:pt>
                <c:pt idx="2173">
                  <c:v>9.8283400000000007</c:v>
                </c:pt>
                <c:pt idx="2174">
                  <c:v>9.3126400000000125</c:v>
                </c:pt>
                <c:pt idx="2175">
                  <c:v>8.8633200000000034</c:v>
                </c:pt>
                <c:pt idx="2176">
                  <c:v>8.4695600000000066</c:v>
                </c:pt>
                <c:pt idx="2177">
                  <c:v>8.0527500000000067</c:v>
                </c:pt>
                <c:pt idx="2178">
                  <c:v>7.6753999999999998</c:v>
                </c:pt>
                <c:pt idx="2179">
                  <c:v>7.4157700000000002</c:v>
                </c:pt>
                <c:pt idx="2180">
                  <c:v>7.2603900000000001</c:v>
                </c:pt>
                <c:pt idx="2181">
                  <c:v>7.2727300000000001</c:v>
                </c:pt>
                <c:pt idx="2182">
                  <c:v>7.5227399999999944</c:v>
                </c:pt>
                <c:pt idx="2183">
                  <c:v>7.8342099999999997</c:v>
                </c:pt>
                <c:pt idx="2184">
                  <c:v>8.1455900000000003</c:v>
                </c:pt>
                <c:pt idx="2185">
                  <c:v>8.3905700000000003</c:v>
                </c:pt>
                <c:pt idx="2186">
                  <c:v>8.4543300000000006</c:v>
                </c:pt>
                <c:pt idx="2187">
                  <c:v>8.3182299999999998</c:v>
                </c:pt>
                <c:pt idx="2188">
                  <c:v>8.0843299999999996</c:v>
                </c:pt>
                <c:pt idx="2189">
                  <c:v>7.7308399999999997</c:v>
                </c:pt>
                <c:pt idx="2190">
                  <c:v>7.3897300000000001</c:v>
                </c:pt>
                <c:pt idx="2191">
                  <c:v>7.2480200000000004</c:v>
                </c:pt>
                <c:pt idx="2192">
                  <c:v>7.4884899999999996</c:v>
                </c:pt>
                <c:pt idx="2193">
                  <c:v>7.9584400000000004</c:v>
                </c:pt>
                <c:pt idx="2194">
                  <c:v>8.1368900000000011</c:v>
                </c:pt>
                <c:pt idx="2195">
                  <c:v>8.14879</c:v>
                </c:pt>
                <c:pt idx="2196">
                  <c:v>8.3109400000000004</c:v>
                </c:pt>
                <c:pt idx="2197">
                  <c:v>8.4358900000000006</c:v>
                </c:pt>
                <c:pt idx="2198">
                  <c:v>8.6798500000000001</c:v>
                </c:pt>
                <c:pt idx="2199">
                  <c:v>9.1005800000000008</c:v>
                </c:pt>
                <c:pt idx="2200">
                  <c:v>9.2252200000000002</c:v>
                </c:pt>
                <c:pt idx="2201">
                  <c:v>9.1828900000000004</c:v>
                </c:pt>
                <c:pt idx="2202">
                  <c:v>9.3205200000000001</c:v>
                </c:pt>
                <c:pt idx="2203">
                  <c:v>9.6581900000000012</c:v>
                </c:pt>
                <c:pt idx="2204">
                  <c:v>9.9291600000000013</c:v>
                </c:pt>
                <c:pt idx="2205">
                  <c:v>9.8266600000000004</c:v>
                </c:pt>
                <c:pt idx="2206">
                  <c:v>9.5057300000000104</c:v>
                </c:pt>
                <c:pt idx="2207">
                  <c:v>9.2407500000000002</c:v>
                </c:pt>
                <c:pt idx="2208">
                  <c:v>9.0564200000000028</c:v>
                </c:pt>
                <c:pt idx="2209">
                  <c:v>8.7717799999999997</c:v>
                </c:pt>
                <c:pt idx="2210">
                  <c:v>8.3679800000000046</c:v>
                </c:pt>
                <c:pt idx="2211">
                  <c:v>8.1588200000000004</c:v>
                </c:pt>
                <c:pt idx="2212">
                  <c:v>8.0210400000000011</c:v>
                </c:pt>
                <c:pt idx="2213">
                  <c:v>7.7920600000000002</c:v>
                </c:pt>
                <c:pt idx="2214">
                  <c:v>7.7242999999999995</c:v>
                </c:pt>
                <c:pt idx="2215">
                  <c:v>7.8350900000000001</c:v>
                </c:pt>
                <c:pt idx="2216">
                  <c:v>8.0045100000000016</c:v>
                </c:pt>
                <c:pt idx="2217">
                  <c:v>8.1528800000000068</c:v>
                </c:pt>
                <c:pt idx="2218">
                  <c:v>8.1870700000000003</c:v>
                </c:pt>
                <c:pt idx="2219">
                  <c:v>8.1086799999999997</c:v>
                </c:pt>
                <c:pt idx="2220">
                  <c:v>7.96427</c:v>
                </c:pt>
                <c:pt idx="2221">
                  <c:v>7.8365600000000004</c:v>
                </c:pt>
                <c:pt idx="2222">
                  <c:v>7.8216700000000001</c:v>
                </c:pt>
                <c:pt idx="2223">
                  <c:v>8.0341000000000005</c:v>
                </c:pt>
                <c:pt idx="2224">
                  <c:v>8.3661000000000048</c:v>
                </c:pt>
                <c:pt idx="2225">
                  <c:v>8.5642800000000001</c:v>
                </c:pt>
                <c:pt idx="2226">
                  <c:v>8.7560500000000001</c:v>
                </c:pt>
                <c:pt idx="2227">
                  <c:v>8.9742100000000011</c:v>
                </c:pt>
                <c:pt idx="2228">
                  <c:v>9.1705900000000007</c:v>
                </c:pt>
                <c:pt idx="2229">
                  <c:v>9.5628400000000067</c:v>
                </c:pt>
                <c:pt idx="2230">
                  <c:v>10.074250000000001</c:v>
                </c:pt>
                <c:pt idx="2231">
                  <c:v>10.587070000000001</c:v>
                </c:pt>
                <c:pt idx="2232">
                  <c:v>11.067430000000011</c:v>
                </c:pt>
                <c:pt idx="2233">
                  <c:v>10.95173000000001</c:v>
                </c:pt>
                <c:pt idx="2234">
                  <c:v>10.02177</c:v>
                </c:pt>
                <c:pt idx="2235">
                  <c:v>9.0623000000000005</c:v>
                </c:pt>
                <c:pt idx="2236">
                  <c:v>8.6597300000000068</c:v>
                </c:pt>
                <c:pt idx="2237">
                  <c:v>8.6785800000000002</c:v>
                </c:pt>
                <c:pt idx="2238">
                  <c:v>8.9675300000000124</c:v>
                </c:pt>
                <c:pt idx="2239">
                  <c:v>9.1948900000000009</c:v>
                </c:pt>
                <c:pt idx="2240">
                  <c:v>8.975580000000015</c:v>
                </c:pt>
                <c:pt idx="2241">
                  <c:v>8.6627000000000027</c:v>
                </c:pt>
                <c:pt idx="2242">
                  <c:v>8.8019600000000011</c:v>
                </c:pt>
                <c:pt idx="2243">
                  <c:v>9.2529800000000026</c:v>
                </c:pt>
                <c:pt idx="2244">
                  <c:v>9.6465600000000009</c:v>
                </c:pt>
                <c:pt idx="2245">
                  <c:v>9.8518600000000003</c:v>
                </c:pt>
                <c:pt idx="2246">
                  <c:v>10.00136</c:v>
                </c:pt>
                <c:pt idx="2247">
                  <c:v>10.38013000000001</c:v>
                </c:pt>
                <c:pt idx="2248">
                  <c:v>10.99667</c:v>
                </c:pt>
                <c:pt idx="2249">
                  <c:v>11.553190000000004</c:v>
                </c:pt>
                <c:pt idx="2250">
                  <c:v>11.97608000000001</c:v>
                </c:pt>
                <c:pt idx="2251">
                  <c:v>12.292820000000001</c:v>
                </c:pt>
                <c:pt idx="2252">
                  <c:v>12.427810000000001</c:v>
                </c:pt>
                <c:pt idx="2253">
                  <c:v>12.257250000000001</c:v>
                </c:pt>
                <c:pt idx="2254">
                  <c:v>11.880630000000011</c:v>
                </c:pt>
                <c:pt idx="2255">
                  <c:v>11.72575</c:v>
                </c:pt>
                <c:pt idx="2256">
                  <c:v>12.036379999999999</c:v>
                </c:pt>
                <c:pt idx="2257">
                  <c:v>12.529</c:v>
                </c:pt>
                <c:pt idx="2258">
                  <c:v>12.96405</c:v>
                </c:pt>
                <c:pt idx="2259">
                  <c:v>13.168480000000002</c:v>
                </c:pt>
                <c:pt idx="2260">
                  <c:v>13.32184</c:v>
                </c:pt>
                <c:pt idx="2261">
                  <c:v>12.71129</c:v>
                </c:pt>
                <c:pt idx="2262">
                  <c:v>11.36107</c:v>
                </c:pt>
                <c:pt idx="2263">
                  <c:v>10.507670000000001</c:v>
                </c:pt>
                <c:pt idx="2264">
                  <c:v>10.266400000000004</c:v>
                </c:pt>
                <c:pt idx="2265">
                  <c:v>10.658150000000001</c:v>
                </c:pt>
                <c:pt idx="2266">
                  <c:v>11.64874</c:v>
                </c:pt>
                <c:pt idx="2267">
                  <c:v>12.52195</c:v>
                </c:pt>
                <c:pt idx="2268">
                  <c:v>12.725430000000006</c:v>
                </c:pt>
                <c:pt idx="2269">
                  <c:v>12.459960000000002</c:v>
                </c:pt>
                <c:pt idx="2270">
                  <c:v>12.287040000000001</c:v>
                </c:pt>
                <c:pt idx="2271">
                  <c:v>12.528919999999999</c:v>
                </c:pt>
                <c:pt idx="2272">
                  <c:v>13.08173</c:v>
                </c:pt>
                <c:pt idx="2273">
                  <c:v>13.59172</c:v>
                </c:pt>
                <c:pt idx="2274">
                  <c:v>13.696620000000001</c:v>
                </c:pt>
                <c:pt idx="2275">
                  <c:v>13.52632</c:v>
                </c:pt>
                <c:pt idx="2276">
                  <c:v>13.72545</c:v>
                </c:pt>
                <c:pt idx="2277">
                  <c:v>14.376140000000012</c:v>
                </c:pt>
                <c:pt idx="2278">
                  <c:v>14.986660000000002</c:v>
                </c:pt>
                <c:pt idx="2279">
                  <c:v>15.42759</c:v>
                </c:pt>
                <c:pt idx="2280">
                  <c:v>15.75178</c:v>
                </c:pt>
                <c:pt idx="2281">
                  <c:v>15.87018000000001</c:v>
                </c:pt>
                <c:pt idx="2282">
                  <c:v>15.48753000000001</c:v>
                </c:pt>
                <c:pt idx="2283">
                  <c:v>15.280760000000001</c:v>
                </c:pt>
                <c:pt idx="2284">
                  <c:v>15.581520000000001</c:v>
                </c:pt>
                <c:pt idx="2285">
                  <c:v>15.958540000000006</c:v>
                </c:pt>
                <c:pt idx="2286">
                  <c:v>16.405339999999956</c:v>
                </c:pt>
                <c:pt idx="2287">
                  <c:v>16.816849999999999</c:v>
                </c:pt>
                <c:pt idx="2288">
                  <c:v>17.084879999999988</c:v>
                </c:pt>
                <c:pt idx="2289">
                  <c:v>17.25582</c:v>
                </c:pt>
                <c:pt idx="2290">
                  <c:v>17.363849999999989</c:v>
                </c:pt>
                <c:pt idx="2291">
                  <c:v>17.487529999999964</c:v>
                </c:pt>
                <c:pt idx="2292">
                  <c:v>17.84113</c:v>
                </c:pt>
                <c:pt idx="2293">
                  <c:v>18.20448</c:v>
                </c:pt>
                <c:pt idx="2294">
                  <c:v>18.318460000000005</c:v>
                </c:pt>
                <c:pt idx="2295">
                  <c:v>18.480719999999959</c:v>
                </c:pt>
                <c:pt idx="2296">
                  <c:v>18.809619999999974</c:v>
                </c:pt>
                <c:pt idx="2297">
                  <c:v>19.03764</c:v>
                </c:pt>
                <c:pt idx="2298">
                  <c:v>19.119430000000001</c:v>
                </c:pt>
                <c:pt idx="2299">
                  <c:v>19.210239999999974</c:v>
                </c:pt>
                <c:pt idx="2300">
                  <c:v>19.0761</c:v>
                </c:pt>
                <c:pt idx="2301">
                  <c:v>18.706209999999974</c:v>
                </c:pt>
                <c:pt idx="2302">
                  <c:v>18.482309999999952</c:v>
                </c:pt>
                <c:pt idx="2303">
                  <c:v>18.431100000000001</c:v>
                </c:pt>
                <c:pt idx="2304">
                  <c:v>18.64643999999997</c:v>
                </c:pt>
                <c:pt idx="2305">
                  <c:v>18.966109999999972</c:v>
                </c:pt>
                <c:pt idx="2306">
                  <c:v>19.030709999999978</c:v>
                </c:pt>
                <c:pt idx="2307">
                  <c:v>18.829820000000005</c:v>
                </c:pt>
                <c:pt idx="2308">
                  <c:v>18.884840000000001</c:v>
                </c:pt>
                <c:pt idx="2309">
                  <c:v>19.33267</c:v>
                </c:pt>
                <c:pt idx="2310">
                  <c:v>19.702309999999972</c:v>
                </c:pt>
                <c:pt idx="2311">
                  <c:v>19.95111</c:v>
                </c:pt>
                <c:pt idx="2312">
                  <c:v>20.339400000000001</c:v>
                </c:pt>
                <c:pt idx="2313">
                  <c:v>20.730560000000001</c:v>
                </c:pt>
                <c:pt idx="2314">
                  <c:v>20.641539999999978</c:v>
                </c:pt>
                <c:pt idx="2315">
                  <c:v>20.111120000000021</c:v>
                </c:pt>
                <c:pt idx="2316">
                  <c:v>18.864560000000001</c:v>
                </c:pt>
                <c:pt idx="2317">
                  <c:v>17.335979999999999</c:v>
                </c:pt>
                <c:pt idx="2318">
                  <c:v>16.577069999999999</c:v>
                </c:pt>
                <c:pt idx="2319">
                  <c:v>16.742939999999972</c:v>
                </c:pt>
                <c:pt idx="2320">
                  <c:v>17.026589999999974</c:v>
                </c:pt>
                <c:pt idx="2321">
                  <c:v>17.00281</c:v>
                </c:pt>
                <c:pt idx="2322">
                  <c:v>17.063269999999989</c:v>
                </c:pt>
                <c:pt idx="2323">
                  <c:v>17.35951</c:v>
                </c:pt>
                <c:pt idx="2324">
                  <c:v>17.902299999999968</c:v>
                </c:pt>
                <c:pt idx="2325">
                  <c:v>18.39014999999997</c:v>
                </c:pt>
                <c:pt idx="2326">
                  <c:v>18.480509999999956</c:v>
                </c:pt>
                <c:pt idx="2327">
                  <c:v>18.466830000000002</c:v>
                </c:pt>
                <c:pt idx="2328">
                  <c:v>18.422489999999971</c:v>
                </c:pt>
                <c:pt idx="2329">
                  <c:v>18.489729999999959</c:v>
                </c:pt>
                <c:pt idx="2330">
                  <c:v>18.730960000000021</c:v>
                </c:pt>
                <c:pt idx="2331">
                  <c:v>18.64302</c:v>
                </c:pt>
                <c:pt idx="2332">
                  <c:v>18.64029</c:v>
                </c:pt>
                <c:pt idx="2333">
                  <c:v>19.082979999999989</c:v>
                </c:pt>
                <c:pt idx="2334">
                  <c:v>19.858270000000001</c:v>
                </c:pt>
                <c:pt idx="2335">
                  <c:v>20.501960000000022</c:v>
                </c:pt>
                <c:pt idx="2336">
                  <c:v>20.434470000000001</c:v>
                </c:pt>
                <c:pt idx="2337">
                  <c:v>20.204699999999974</c:v>
                </c:pt>
                <c:pt idx="2338">
                  <c:v>20.18153999999997</c:v>
                </c:pt>
                <c:pt idx="2339">
                  <c:v>20.169789999999974</c:v>
                </c:pt>
                <c:pt idx="2340">
                  <c:v>20.382429999999957</c:v>
                </c:pt>
                <c:pt idx="2341">
                  <c:v>20.58693999999997</c:v>
                </c:pt>
                <c:pt idx="2342">
                  <c:v>20.70424999999997</c:v>
                </c:pt>
                <c:pt idx="2343">
                  <c:v>20.579519999999974</c:v>
                </c:pt>
                <c:pt idx="2344">
                  <c:v>20.289339999999957</c:v>
                </c:pt>
                <c:pt idx="2345">
                  <c:v>20.273209999999974</c:v>
                </c:pt>
                <c:pt idx="2346">
                  <c:v>20.585699999999957</c:v>
                </c:pt>
                <c:pt idx="2347">
                  <c:v>21.07201999999997</c:v>
                </c:pt>
                <c:pt idx="2348">
                  <c:v>21.556930000000001</c:v>
                </c:pt>
                <c:pt idx="2349">
                  <c:v>21.645890000000001</c:v>
                </c:pt>
                <c:pt idx="2350">
                  <c:v>21.68347</c:v>
                </c:pt>
                <c:pt idx="2351">
                  <c:v>21.889639999999975</c:v>
                </c:pt>
                <c:pt idx="2352">
                  <c:v>21.818960000000022</c:v>
                </c:pt>
                <c:pt idx="2353">
                  <c:v>21.53904</c:v>
                </c:pt>
                <c:pt idx="2354">
                  <c:v>21.498009999999972</c:v>
                </c:pt>
                <c:pt idx="2355">
                  <c:v>21.456529999999972</c:v>
                </c:pt>
                <c:pt idx="2356">
                  <c:v>21.271229999999989</c:v>
                </c:pt>
                <c:pt idx="2357">
                  <c:v>21.221430000000002</c:v>
                </c:pt>
                <c:pt idx="2358">
                  <c:v>21.355409999999978</c:v>
                </c:pt>
                <c:pt idx="2359">
                  <c:v>21.498569999999972</c:v>
                </c:pt>
                <c:pt idx="2360">
                  <c:v>21.730250000000005</c:v>
                </c:pt>
                <c:pt idx="2361">
                  <c:v>22.24140999999997</c:v>
                </c:pt>
                <c:pt idx="2362">
                  <c:v>22.604820000000021</c:v>
                </c:pt>
                <c:pt idx="2363">
                  <c:v>22.42728</c:v>
                </c:pt>
                <c:pt idx="2364">
                  <c:v>22.256719999999973</c:v>
                </c:pt>
                <c:pt idx="2365">
                  <c:v>22.3246</c:v>
                </c:pt>
                <c:pt idx="2366">
                  <c:v>22.306000000000001</c:v>
                </c:pt>
                <c:pt idx="2367">
                  <c:v>22.266919999999974</c:v>
                </c:pt>
                <c:pt idx="2368">
                  <c:v>22.23479</c:v>
                </c:pt>
                <c:pt idx="2369">
                  <c:v>22.032959999999999</c:v>
                </c:pt>
                <c:pt idx="2370">
                  <c:v>21.921239999999973</c:v>
                </c:pt>
                <c:pt idx="2371">
                  <c:v>21.85303</c:v>
                </c:pt>
                <c:pt idx="2372">
                  <c:v>21.876149999999978</c:v>
                </c:pt>
                <c:pt idx="2373">
                  <c:v>22.147680000000001</c:v>
                </c:pt>
                <c:pt idx="2374">
                  <c:v>22.495289999999972</c:v>
                </c:pt>
                <c:pt idx="2375">
                  <c:v>22.84722</c:v>
                </c:pt>
                <c:pt idx="2376">
                  <c:v>23.267189999999989</c:v>
                </c:pt>
                <c:pt idx="2377">
                  <c:v>23.593779999999974</c:v>
                </c:pt>
                <c:pt idx="2378">
                  <c:v>23.93835</c:v>
                </c:pt>
                <c:pt idx="2379">
                  <c:v>24.430969999999999</c:v>
                </c:pt>
                <c:pt idx="2380">
                  <c:v>24.860669999999974</c:v>
                </c:pt>
                <c:pt idx="2381">
                  <c:v>25.171080000000021</c:v>
                </c:pt>
                <c:pt idx="2382">
                  <c:v>25.583480000000002</c:v>
                </c:pt>
                <c:pt idx="2383">
                  <c:v>26.139700000000001</c:v>
                </c:pt>
                <c:pt idx="2384">
                  <c:v>26.62161</c:v>
                </c:pt>
                <c:pt idx="2385">
                  <c:v>26.952739999999952</c:v>
                </c:pt>
                <c:pt idx="2386">
                  <c:v>27.07614999999997</c:v>
                </c:pt>
                <c:pt idx="2387">
                  <c:v>26.911049999999989</c:v>
                </c:pt>
                <c:pt idx="2388">
                  <c:v>26.606310000000001</c:v>
                </c:pt>
                <c:pt idx="2389">
                  <c:v>26.485999999999972</c:v>
                </c:pt>
                <c:pt idx="2390">
                  <c:v>26.19971</c:v>
                </c:pt>
                <c:pt idx="2391">
                  <c:v>25.953880000000005</c:v>
                </c:pt>
                <c:pt idx="2392">
                  <c:v>26.097560000000001</c:v>
                </c:pt>
                <c:pt idx="2393">
                  <c:v>26.25047</c:v>
                </c:pt>
                <c:pt idx="2394">
                  <c:v>26.378679999999989</c:v>
                </c:pt>
                <c:pt idx="2395">
                  <c:v>26.583449999999957</c:v>
                </c:pt>
                <c:pt idx="2396">
                  <c:v>26.557739999999974</c:v>
                </c:pt>
                <c:pt idx="2397">
                  <c:v>26.40025</c:v>
                </c:pt>
                <c:pt idx="2398">
                  <c:v>26.311290000000021</c:v>
                </c:pt>
                <c:pt idx="2399">
                  <c:v>26.279879999999999</c:v>
                </c:pt>
                <c:pt idx="2400">
                  <c:v>26.359390000000001</c:v>
                </c:pt>
                <c:pt idx="2401">
                  <c:v>26.52443999999997</c:v>
                </c:pt>
                <c:pt idx="2402">
                  <c:v>26.871079999999999</c:v>
                </c:pt>
                <c:pt idx="2403">
                  <c:v>27.273060000000001</c:v>
                </c:pt>
                <c:pt idx="2404">
                  <c:v>27.068719999999956</c:v>
                </c:pt>
                <c:pt idx="2405">
                  <c:v>26.590890000000005</c:v>
                </c:pt>
                <c:pt idx="2406">
                  <c:v>26.3736</c:v>
                </c:pt>
                <c:pt idx="2407">
                  <c:v>26.468079999999972</c:v>
                </c:pt>
                <c:pt idx="2408">
                  <c:v>26.946539999999956</c:v>
                </c:pt>
                <c:pt idx="2409">
                  <c:v>27.4741</c:v>
                </c:pt>
                <c:pt idx="2410">
                  <c:v>27.673860000000033</c:v>
                </c:pt>
                <c:pt idx="2411">
                  <c:v>27.882039999999975</c:v>
                </c:pt>
                <c:pt idx="2412">
                  <c:v>28.21362999999997</c:v>
                </c:pt>
                <c:pt idx="2413">
                  <c:v>28.32583</c:v>
                </c:pt>
                <c:pt idx="2414">
                  <c:v>27.967779999999973</c:v>
                </c:pt>
                <c:pt idx="2415">
                  <c:v>27.188839999999974</c:v>
                </c:pt>
                <c:pt idx="2416">
                  <c:v>26.640960000000021</c:v>
                </c:pt>
                <c:pt idx="2417">
                  <c:v>26.244399999999974</c:v>
                </c:pt>
                <c:pt idx="2418">
                  <c:v>25.672539999999973</c:v>
                </c:pt>
                <c:pt idx="2419">
                  <c:v>24.988349999999954</c:v>
                </c:pt>
                <c:pt idx="2420">
                  <c:v>24.546769999999974</c:v>
                </c:pt>
                <c:pt idx="2421">
                  <c:v>24.084009999999989</c:v>
                </c:pt>
                <c:pt idx="2422">
                  <c:v>23.607910000000022</c:v>
                </c:pt>
                <c:pt idx="2423">
                  <c:v>23.57404</c:v>
                </c:pt>
                <c:pt idx="2424">
                  <c:v>23.671530000000001</c:v>
                </c:pt>
                <c:pt idx="2425">
                  <c:v>23.574290000000001</c:v>
                </c:pt>
                <c:pt idx="2426">
                  <c:v>23.507380000000001</c:v>
                </c:pt>
                <c:pt idx="2427">
                  <c:v>23.594349999999974</c:v>
                </c:pt>
                <c:pt idx="2428">
                  <c:v>23.550219999999989</c:v>
                </c:pt>
                <c:pt idx="2429">
                  <c:v>23.522960000000001</c:v>
                </c:pt>
                <c:pt idx="2430">
                  <c:v>23.367010000000001</c:v>
                </c:pt>
                <c:pt idx="2431">
                  <c:v>23.03153</c:v>
                </c:pt>
                <c:pt idx="2432">
                  <c:v>22.785409999999956</c:v>
                </c:pt>
                <c:pt idx="2433">
                  <c:v>22.376519999999989</c:v>
                </c:pt>
                <c:pt idx="2434">
                  <c:v>21.889429999999972</c:v>
                </c:pt>
                <c:pt idx="2435">
                  <c:v>21.500209999999978</c:v>
                </c:pt>
                <c:pt idx="2436">
                  <c:v>21.289809999999989</c:v>
                </c:pt>
                <c:pt idx="2437">
                  <c:v>21.365010000000002</c:v>
                </c:pt>
                <c:pt idx="2438">
                  <c:v>21.756150000000005</c:v>
                </c:pt>
                <c:pt idx="2439">
                  <c:v>21.984419999999975</c:v>
                </c:pt>
                <c:pt idx="2440">
                  <c:v>21.599360000000001</c:v>
                </c:pt>
                <c:pt idx="2441">
                  <c:v>21.020389999999974</c:v>
                </c:pt>
                <c:pt idx="2442">
                  <c:v>20.885169999999974</c:v>
                </c:pt>
                <c:pt idx="2443">
                  <c:v>20.910499999999974</c:v>
                </c:pt>
                <c:pt idx="2444">
                  <c:v>20.82668</c:v>
                </c:pt>
                <c:pt idx="2445">
                  <c:v>20.75632999999997</c:v>
                </c:pt>
                <c:pt idx="2446">
                  <c:v>20.825509999999973</c:v>
                </c:pt>
                <c:pt idx="2447">
                  <c:v>20.968179999999968</c:v>
                </c:pt>
                <c:pt idx="2448">
                  <c:v>20.951840000000001</c:v>
                </c:pt>
                <c:pt idx="2449">
                  <c:v>20.614509999999999</c:v>
                </c:pt>
                <c:pt idx="2450">
                  <c:v>20.436959999999999</c:v>
                </c:pt>
                <c:pt idx="2451">
                  <c:v>20.608370000000001</c:v>
                </c:pt>
                <c:pt idx="2452">
                  <c:v>20.845289999999974</c:v>
                </c:pt>
                <c:pt idx="2453">
                  <c:v>21.06391</c:v>
                </c:pt>
                <c:pt idx="2454">
                  <c:v>21.339839999999999</c:v>
                </c:pt>
                <c:pt idx="2455">
                  <c:v>21.597580000000001</c:v>
                </c:pt>
                <c:pt idx="2456">
                  <c:v>21.691839999999999</c:v>
                </c:pt>
                <c:pt idx="2457">
                  <c:v>21.027989999999999</c:v>
                </c:pt>
                <c:pt idx="2458">
                  <c:v>19.22927</c:v>
                </c:pt>
                <c:pt idx="2459">
                  <c:v>18.107240000000001</c:v>
                </c:pt>
                <c:pt idx="2460">
                  <c:v>17.872029999999974</c:v>
                </c:pt>
                <c:pt idx="2461">
                  <c:v>17.773009999999989</c:v>
                </c:pt>
                <c:pt idx="2462">
                  <c:v>17.701049999999974</c:v>
                </c:pt>
                <c:pt idx="2463">
                  <c:v>17.401759999999989</c:v>
                </c:pt>
                <c:pt idx="2464">
                  <c:v>17.539880000000021</c:v>
                </c:pt>
                <c:pt idx="2465">
                  <c:v>17.916539999999973</c:v>
                </c:pt>
                <c:pt idx="2466">
                  <c:v>18.264769999999974</c:v>
                </c:pt>
                <c:pt idx="2467">
                  <c:v>17.857260000000021</c:v>
                </c:pt>
                <c:pt idx="2468">
                  <c:v>17.405809999999974</c:v>
                </c:pt>
                <c:pt idx="2469">
                  <c:v>17.41001</c:v>
                </c:pt>
                <c:pt idx="2470">
                  <c:v>17.579799999999974</c:v>
                </c:pt>
                <c:pt idx="2471">
                  <c:v>17.817209999999999</c:v>
                </c:pt>
                <c:pt idx="2472">
                  <c:v>17.986729999999955</c:v>
                </c:pt>
                <c:pt idx="2473">
                  <c:v>18.065939999999973</c:v>
                </c:pt>
                <c:pt idx="2474">
                  <c:v>18.118379999999988</c:v>
                </c:pt>
                <c:pt idx="2475">
                  <c:v>18.113700000000001</c:v>
                </c:pt>
                <c:pt idx="2476">
                  <c:v>17.834540000000001</c:v>
                </c:pt>
                <c:pt idx="2477">
                  <c:v>17.145060000000001</c:v>
                </c:pt>
                <c:pt idx="2478">
                  <c:v>16.53973999999997</c:v>
                </c:pt>
                <c:pt idx="2479">
                  <c:v>16.18505</c:v>
                </c:pt>
                <c:pt idx="2480">
                  <c:v>16.007069999999999</c:v>
                </c:pt>
                <c:pt idx="2481">
                  <c:v>16.110610000000001</c:v>
                </c:pt>
                <c:pt idx="2482">
                  <c:v>16.210650000000001</c:v>
                </c:pt>
                <c:pt idx="2483">
                  <c:v>16.131799999999988</c:v>
                </c:pt>
                <c:pt idx="2484">
                  <c:v>16.077490000000001</c:v>
                </c:pt>
                <c:pt idx="2485">
                  <c:v>16.18477</c:v>
                </c:pt>
                <c:pt idx="2486">
                  <c:v>16.3689</c:v>
                </c:pt>
                <c:pt idx="2487">
                  <c:v>16.610040000000001</c:v>
                </c:pt>
                <c:pt idx="2488">
                  <c:v>16.758429999999972</c:v>
                </c:pt>
                <c:pt idx="2489">
                  <c:v>16.379970000000021</c:v>
                </c:pt>
                <c:pt idx="2490">
                  <c:v>15.65570000000001</c:v>
                </c:pt>
                <c:pt idx="2491">
                  <c:v>14.696010000000001</c:v>
                </c:pt>
                <c:pt idx="2492">
                  <c:v>14.12298</c:v>
                </c:pt>
                <c:pt idx="2493">
                  <c:v>13.9048</c:v>
                </c:pt>
                <c:pt idx="2494">
                  <c:v>13.61448</c:v>
                </c:pt>
                <c:pt idx="2495">
                  <c:v>13.57340000000001</c:v>
                </c:pt>
                <c:pt idx="2496">
                  <c:v>13.55491</c:v>
                </c:pt>
                <c:pt idx="2497">
                  <c:v>13.470470000000002</c:v>
                </c:pt>
                <c:pt idx="2498">
                  <c:v>13.576320000000001</c:v>
                </c:pt>
                <c:pt idx="2499">
                  <c:v>13.641179999999999</c:v>
                </c:pt>
                <c:pt idx="2500">
                  <c:v>13.58799</c:v>
                </c:pt>
                <c:pt idx="2501">
                  <c:v>13.657110000000001</c:v>
                </c:pt>
                <c:pt idx="2502">
                  <c:v>13.613860000000001</c:v>
                </c:pt>
                <c:pt idx="2503">
                  <c:v>13.335050000000004</c:v>
                </c:pt>
                <c:pt idx="2504">
                  <c:v>13.1454</c:v>
                </c:pt>
                <c:pt idx="2505">
                  <c:v>12.98006</c:v>
                </c:pt>
                <c:pt idx="2506">
                  <c:v>12.53199</c:v>
                </c:pt>
                <c:pt idx="2507">
                  <c:v>12.05104</c:v>
                </c:pt>
                <c:pt idx="2508">
                  <c:v>11.876200000000004</c:v>
                </c:pt>
                <c:pt idx="2509">
                  <c:v>12.0235</c:v>
                </c:pt>
                <c:pt idx="2510">
                  <c:v>12.481720000000001</c:v>
                </c:pt>
                <c:pt idx="2511">
                  <c:v>12.89996</c:v>
                </c:pt>
                <c:pt idx="2512">
                  <c:v>13.0313</c:v>
                </c:pt>
                <c:pt idx="2513">
                  <c:v>12.920500000000002</c:v>
                </c:pt>
                <c:pt idx="2514">
                  <c:v>12.756460000000002</c:v>
                </c:pt>
                <c:pt idx="2515">
                  <c:v>12.52655</c:v>
                </c:pt>
                <c:pt idx="2516">
                  <c:v>12.40217</c:v>
                </c:pt>
                <c:pt idx="2517">
                  <c:v>12.34808</c:v>
                </c:pt>
                <c:pt idx="2518">
                  <c:v>12.260680000000002</c:v>
                </c:pt>
                <c:pt idx="2519">
                  <c:v>12.08874</c:v>
                </c:pt>
                <c:pt idx="2520">
                  <c:v>12.00909</c:v>
                </c:pt>
                <c:pt idx="2521">
                  <c:v>12.04289</c:v>
                </c:pt>
                <c:pt idx="2522">
                  <c:v>12.04584</c:v>
                </c:pt>
                <c:pt idx="2523">
                  <c:v>12.258929999999999</c:v>
                </c:pt>
                <c:pt idx="2524">
                  <c:v>12.53927</c:v>
                </c:pt>
                <c:pt idx="2525">
                  <c:v>12.84808</c:v>
                </c:pt>
                <c:pt idx="2526">
                  <c:v>12.800460000000006</c:v>
                </c:pt>
                <c:pt idx="2527">
                  <c:v>12.31894</c:v>
                </c:pt>
                <c:pt idx="2528">
                  <c:v>11.90497</c:v>
                </c:pt>
                <c:pt idx="2529">
                  <c:v>11.607010000000001</c:v>
                </c:pt>
                <c:pt idx="2530">
                  <c:v>11.2827</c:v>
                </c:pt>
                <c:pt idx="2531">
                  <c:v>10.892720000000002</c:v>
                </c:pt>
                <c:pt idx="2532">
                  <c:v>10.552580000000019</c:v>
                </c:pt>
                <c:pt idx="2533">
                  <c:v>10.170770000000001</c:v>
                </c:pt>
                <c:pt idx="2534">
                  <c:v>10.051310000000001</c:v>
                </c:pt>
                <c:pt idx="2535">
                  <c:v>10.22336</c:v>
                </c:pt>
                <c:pt idx="2536">
                  <c:v>10.19528</c:v>
                </c:pt>
                <c:pt idx="2537">
                  <c:v>10.2707</c:v>
                </c:pt>
                <c:pt idx="2538">
                  <c:v>10.660920000000001</c:v>
                </c:pt>
                <c:pt idx="2539">
                  <c:v>10.88960000000001</c:v>
                </c:pt>
                <c:pt idx="2540">
                  <c:v>11.155750000000006</c:v>
                </c:pt>
                <c:pt idx="2541">
                  <c:v>11.563550000000006</c:v>
                </c:pt>
                <c:pt idx="2542">
                  <c:v>11.295070000000001</c:v>
                </c:pt>
                <c:pt idx="2543">
                  <c:v>10.7943</c:v>
                </c:pt>
                <c:pt idx="2544">
                  <c:v>10.12125</c:v>
                </c:pt>
                <c:pt idx="2545">
                  <c:v>9.213379999999999</c:v>
                </c:pt>
                <c:pt idx="2546">
                  <c:v>8.8169300000000028</c:v>
                </c:pt>
                <c:pt idx="2547">
                  <c:v>8.9116600000000012</c:v>
                </c:pt>
                <c:pt idx="2548">
                  <c:v>9.2798000000000016</c:v>
                </c:pt>
                <c:pt idx="2549">
                  <c:v>9.8875600000000006</c:v>
                </c:pt>
                <c:pt idx="2550">
                  <c:v>10.40279000000001</c:v>
                </c:pt>
                <c:pt idx="2551">
                  <c:v>10.571910000000001</c:v>
                </c:pt>
                <c:pt idx="2552">
                  <c:v>10.6275</c:v>
                </c:pt>
                <c:pt idx="2553">
                  <c:v>10.585750000000004</c:v>
                </c:pt>
                <c:pt idx="2554">
                  <c:v>10.43695</c:v>
                </c:pt>
                <c:pt idx="2555">
                  <c:v>10.2349</c:v>
                </c:pt>
                <c:pt idx="2556">
                  <c:v>9.8515400000000106</c:v>
                </c:pt>
                <c:pt idx="2557">
                  <c:v>9.3303600000000007</c:v>
                </c:pt>
                <c:pt idx="2558">
                  <c:v>8.8124900000000146</c:v>
                </c:pt>
                <c:pt idx="2559">
                  <c:v>8.3357100000000006</c:v>
                </c:pt>
                <c:pt idx="2560">
                  <c:v>8.0777800000000006</c:v>
                </c:pt>
                <c:pt idx="2561">
                  <c:v>7.9779499999999999</c:v>
                </c:pt>
                <c:pt idx="2562">
                  <c:v>7.9166700000000034</c:v>
                </c:pt>
                <c:pt idx="2563">
                  <c:v>7.9502800000000002</c:v>
                </c:pt>
                <c:pt idx="2564">
                  <c:v>7.96469</c:v>
                </c:pt>
                <c:pt idx="2565">
                  <c:v>7.9840400000000002</c:v>
                </c:pt>
                <c:pt idx="2566">
                  <c:v>8.09633</c:v>
                </c:pt>
                <c:pt idx="2567">
                  <c:v>8.3164900000000141</c:v>
                </c:pt>
                <c:pt idx="2568">
                  <c:v>8.4532700000000016</c:v>
                </c:pt>
                <c:pt idx="2569">
                  <c:v>8.2281999999999993</c:v>
                </c:pt>
                <c:pt idx="2570">
                  <c:v>7.5740799999999995</c:v>
                </c:pt>
                <c:pt idx="2571">
                  <c:v>6.7745699999999998</c:v>
                </c:pt>
                <c:pt idx="2572">
                  <c:v>6.1374899999999943</c:v>
                </c:pt>
                <c:pt idx="2573">
                  <c:v>5.78531</c:v>
                </c:pt>
                <c:pt idx="2574">
                  <c:v>5.7389200000000002</c:v>
                </c:pt>
                <c:pt idx="2575">
                  <c:v>6.0293000000000001</c:v>
                </c:pt>
                <c:pt idx="2576">
                  <c:v>6.4851700000000001</c:v>
                </c:pt>
                <c:pt idx="2577">
                  <c:v>6.8064200000000001</c:v>
                </c:pt>
                <c:pt idx="2578">
                  <c:v>6.9668299999999999</c:v>
                </c:pt>
                <c:pt idx="2579">
                  <c:v>6.9978699999999998</c:v>
                </c:pt>
                <c:pt idx="2580">
                  <c:v>6.9762500000000065</c:v>
                </c:pt>
                <c:pt idx="2581">
                  <c:v>6.6899299999999995</c:v>
                </c:pt>
                <c:pt idx="2582">
                  <c:v>6.3675899999999901</c:v>
                </c:pt>
                <c:pt idx="2583">
                  <c:v>6.1259599999999921</c:v>
                </c:pt>
                <c:pt idx="2584">
                  <c:v>5.4464600000000063</c:v>
                </c:pt>
                <c:pt idx="2585">
                  <c:v>4.5096100000000003</c:v>
                </c:pt>
                <c:pt idx="2586">
                  <c:v>4.0407400000000004</c:v>
                </c:pt>
                <c:pt idx="2587">
                  <c:v>4.0005699999999997</c:v>
                </c:pt>
                <c:pt idx="2588">
                  <c:v>4.0183</c:v>
                </c:pt>
                <c:pt idx="2589">
                  <c:v>3.8576299999999977</c:v>
                </c:pt>
                <c:pt idx="2590">
                  <c:v>4.2653799999999995</c:v>
                </c:pt>
                <c:pt idx="2591">
                  <c:v>5.2908400000000002</c:v>
                </c:pt>
                <c:pt idx="2592">
                  <c:v>6.1258299999999943</c:v>
                </c:pt>
                <c:pt idx="2593">
                  <c:v>6.5020799999999985</c:v>
                </c:pt>
                <c:pt idx="2594">
                  <c:v>6.6715999999999998</c:v>
                </c:pt>
                <c:pt idx="2595">
                  <c:v>6.7084000000000001</c:v>
                </c:pt>
                <c:pt idx="2596">
                  <c:v>6.5393400000000064</c:v>
                </c:pt>
                <c:pt idx="2597">
                  <c:v>6.4218500000000001</c:v>
                </c:pt>
                <c:pt idx="2598">
                  <c:v>6.1854699999999996</c:v>
                </c:pt>
                <c:pt idx="2599">
                  <c:v>6.0946699999999998</c:v>
                </c:pt>
                <c:pt idx="2600">
                  <c:v>6.4606599999999998</c:v>
                </c:pt>
                <c:pt idx="2601">
                  <c:v>6.9280499999999998</c:v>
                </c:pt>
                <c:pt idx="2602">
                  <c:v>7.2033600000000053</c:v>
                </c:pt>
                <c:pt idx="2603">
                  <c:v>7.2716600000000096</c:v>
                </c:pt>
                <c:pt idx="2604">
                  <c:v>7.2730300000000003</c:v>
                </c:pt>
                <c:pt idx="2605">
                  <c:v>7.3837000000000002</c:v>
                </c:pt>
                <c:pt idx="2606">
                  <c:v>7.5362300000000024</c:v>
                </c:pt>
                <c:pt idx="2607">
                  <c:v>7.3986799999999997</c:v>
                </c:pt>
                <c:pt idx="2608">
                  <c:v>7.0896300000000014</c:v>
                </c:pt>
                <c:pt idx="2609">
                  <c:v>6.824059999999994</c:v>
                </c:pt>
                <c:pt idx="2610">
                  <c:v>6.68919</c:v>
                </c:pt>
                <c:pt idx="2611">
                  <c:v>6.6651199999999902</c:v>
                </c:pt>
                <c:pt idx="2612">
                  <c:v>6.7712600000000096</c:v>
                </c:pt>
                <c:pt idx="2613">
                  <c:v>6.8781699999999999</c:v>
                </c:pt>
                <c:pt idx="2614">
                  <c:v>6.8968299999999996</c:v>
                </c:pt>
                <c:pt idx="2615">
                  <c:v>6.9191799999999999</c:v>
                </c:pt>
                <c:pt idx="2616">
                  <c:v>7.0042900000000001</c:v>
                </c:pt>
                <c:pt idx="2617">
                  <c:v>6.9432800000000023</c:v>
                </c:pt>
                <c:pt idx="2618">
                  <c:v>6.722939999999995</c:v>
                </c:pt>
                <c:pt idx="2619">
                  <c:v>6.7800900000000004</c:v>
                </c:pt>
                <c:pt idx="2620">
                  <c:v>7.0693000000000001</c:v>
                </c:pt>
                <c:pt idx="2621">
                  <c:v>7.6397000000000004</c:v>
                </c:pt>
                <c:pt idx="2622">
                  <c:v>8.6663300000000003</c:v>
                </c:pt>
                <c:pt idx="2623">
                  <c:v>9.7621200000000012</c:v>
                </c:pt>
                <c:pt idx="2624">
                  <c:v>10.27741</c:v>
                </c:pt>
                <c:pt idx="2625">
                  <c:v>10.163410000000002</c:v>
                </c:pt>
                <c:pt idx="2626">
                  <c:v>10.21799</c:v>
                </c:pt>
                <c:pt idx="2627">
                  <c:v>10.66475</c:v>
                </c:pt>
                <c:pt idx="2628">
                  <c:v>11.11298</c:v>
                </c:pt>
                <c:pt idx="2629">
                  <c:v>11.42299</c:v>
                </c:pt>
                <c:pt idx="2630">
                  <c:v>11.71092</c:v>
                </c:pt>
                <c:pt idx="2631">
                  <c:v>11.69857</c:v>
                </c:pt>
                <c:pt idx="2632">
                  <c:v>11.431950000000001</c:v>
                </c:pt>
                <c:pt idx="2633">
                  <c:v>11.02102</c:v>
                </c:pt>
                <c:pt idx="2634">
                  <c:v>10.554650000000002</c:v>
                </c:pt>
                <c:pt idx="2635">
                  <c:v>10.49661</c:v>
                </c:pt>
                <c:pt idx="2636">
                  <c:v>10.71983</c:v>
                </c:pt>
                <c:pt idx="2637">
                  <c:v>10.834300000000001</c:v>
                </c:pt>
                <c:pt idx="2638">
                  <c:v>10.82124</c:v>
                </c:pt>
                <c:pt idx="2639">
                  <c:v>11.10319</c:v>
                </c:pt>
                <c:pt idx="2640">
                  <c:v>11.72588</c:v>
                </c:pt>
                <c:pt idx="2641">
                  <c:v>12.37706</c:v>
                </c:pt>
                <c:pt idx="2642">
                  <c:v>12.88626</c:v>
                </c:pt>
                <c:pt idx="2643">
                  <c:v>13.38227</c:v>
                </c:pt>
                <c:pt idx="2644">
                  <c:v>13.848190000000001</c:v>
                </c:pt>
                <c:pt idx="2645">
                  <c:v>14.19281</c:v>
                </c:pt>
                <c:pt idx="2646">
                  <c:v>14.4922</c:v>
                </c:pt>
                <c:pt idx="2647">
                  <c:v>14.51741</c:v>
                </c:pt>
                <c:pt idx="2648">
                  <c:v>14.462910000000004</c:v>
                </c:pt>
                <c:pt idx="2649">
                  <c:v>14.191520000000001</c:v>
                </c:pt>
                <c:pt idx="2650">
                  <c:v>13.653370000000001</c:v>
                </c:pt>
                <c:pt idx="2651">
                  <c:v>13.102550000000004</c:v>
                </c:pt>
                <c:pt idx="2652">
                  <c:v>12.89386</c:v>
                </c:pt>
                <c:pt idx="2653">
                  <c:v>13.258610000000001</c:v>
                </c:pt>
                <c:pt idx="2654">
                  <c:v>14.07724</c:v>
                </c:pt>
                <c:pt idx="2655">
                  <c:v>14.203420000000001</c:v>
                </c:pt>
                <c:pt idx="2656">
                  <c:v>13.80179</c:v>
                </c:pt>
                <c:pt idx="2657">
                  <c:v>13.623760000000001</c:v>
                </c:pt>
                <c:pt idx="2658">
                  <c:v>13.227500000000001</c:v>
                </c:pt>
                <c:pt idx="2659">
                  <c:v>13.218830000000001</c:v>
                </c:pt>
                <c:pt idx="2660">
                  <c:v>13.56988000000001</c:v>
                </c:pt>
                <c:pt idx="2661">
                  <c:v>14.00347</c:v>
                </c:pt>
                <c:pt idx="2662">
                  <c:v>14.65615</c:v>
                </c:pt>
                <c:pt idx="2663">
                  <c:v>15.31204000000001</c:v>
                </c:pt>
                <c:pt idx="2664">
                  <c:v>15.5723</c:v>
                </c:pt>
                <c:pt idx="2665">
                  <c:v>15.759030000000006</c:v>
                </c:pt>
                <c:pt idx="2666">
                  <c:v>16.336480000000005</c:v>
                </c:pt>
                <c:pt idx="2667">
                  <c:v>16.667290000000001</c:v>
                </c:pt>
                <c:pt idx="2668">
                  <c:v>16.65563999999997</c:v>
                </c:pt>
                <c:pt idx="2669">
                  <c:v>16.89555</c:v>
                </c:pt>
                <c:pt idx="2670">
                  <c:v>17.302729999999972</c:v>
                </c:pt>
                <c:pt idx="2671">
                  <c:v>17.672930000000001</c:v>
                </c:pt>
                <c:pt idx="2672">
                  <c:v>18.01871999999997</c:v>
                </c:pt>
                <c:pt idx="2673">
                  <c:v>18.053370000000001</c:v>
                </c:pt>
                <c:pt idx="2674">
                  <c:v>18.00122</c:v>
                </c:pt>
                <c:pt idx="2675">
                  <c:v>18.309670000000001</c:v>
                </c:pt>
                <c:pt idx="2676">
                  <c:v>18.587639999999972</c:v>
                </c:pt>
                <c:pt idx="2677">
                  <c:v>18.421250000000001</c:v>
                </c:pt>
                <c:pt idx="2678">
                  <c:v>18.068579999999972</c:v>
                </c:pt>
                <c:pt idx="2679">
                  <c:v>17.904239999999973</c:v>
                </c:pt>
                <c:pt idx="2680">
                  <c:v>17.744619999999973</c:v>
                </c:pt>
                <c:pt idx="2681">
                  <c:v>17.337340000000001</c:v>
                </c:pt>
                <c:pt idx="2682">
                  <c:v>16.945179999999972</c:v>
                </c:pt>
                <c:pt idx="2683">
                  <c:v>16.73903</c:v>
                </c:pt>
                <c:pt idx="2684">
                  <c:v>16.982539999999943</c:v>
                </c:pt>
                <c:pt idx="2685">
                  <c:v>17.77875999999997</c:v>
                </c:pt>
                <c:pt idx="2686">
                  <c:v>18.340769999999978</c:v>
                </c:pt>
                <c:pt idx="2687">
                  <c:v>18.512</c:v>
                </c:pt>
                <c:pt idx="2688">
                  <c:v>18.62884</c:v>
                </c:pt>
                <c:pt idx="2689">
                  <c:v>18.819330000000001</c:v>
                </c:pt>
                <c:pt idx="2690">
                  <c:v>18.982689999999959</c:v>
                </c:pt>
                <c:pt idx="2691">
                  <c:v>19.110189999999999</c:v>
                </c:pt>
                <c:pt idx="2692">
                  <c:v>19.305579999999978</c:v>
                </c:pt>
                <c:pt idx="2693">
                  <c:v>19.206709999999973</c:v>
                </c:pt>
                <c:pt idx="2694">
                  <c:v>18.813279999999999</c:v>
                </c:pt>
                <c:pt idx="2695">
                  <c:v>18.679200000000005</c:v>
                </c:pt>
                <c:pt idx="2696">
                  <c:v>18.783349999999956</c:v>
                </c:pt>
                <c:pt idx="2697">
                  <c:v>18.868529999999971</c:v>
                </c:pt>
                <c:pt idx="2698">
                  <c:v>18.89753</c:v>
                </c:pt>
                <c:pt idx="2699">
                  <c:v>18.685599999999972</c:v>
                </c:pt>
                <c:pt idx="2700">
                  <c:v>18.261569999999974</c:v>
                </c:pt>
                <c:pt idx="2701">
                  <c:v>18.028449999999957</c:v>
                </c:pt>
                <c:pt idx="2702">
                  <c:v>18.133659999999999</c:v>
                </c:pt>
                <c:pt idx="2703">
                  <c:v>18.21733</c:v>
                </c:pt>
                <c:pt idx="2704">
                  <c:v>18.499589999999973</c:v>
                </c:pt>
                <c:pt idx="2705">
                  <c:v>18.482189999999957</c:v>
                </c:pt>
                <c:pt idx="2706">
                  <c:v>18.448759999999975</c:v>
                </c:pt>
                <c:pt idx="2707">
                  <c:v>18.830269999999999</c:v>
                </c:pt>
                <c:pt idx="2708">
                  <c:v>19.151450000000022</c:v>
                </c:pt>
                <c:pt idx="2709">
                  <c:v>19.344010000000001</c:v>
                </c:pt>
                <c:pt idx="2710">
                  <c:v>19.638150000000021</c:v>
                </c:pt>
                <c:pt idx="2711">
                  <c:v>19.94688</c:v>
                </c:pt>
                <c:pt idx="2712">
                  <c:v>20.10242999999997</c:v>
                </c:pt>
                <c:pt idx="2713">
                  <c:v>20.183669999999989</c:v>
                </c:pt>
                <c:pt idx="2714">
                  <c:v>20.265319999999956</c:v>
                </c:pt>
                <c:pt idx="2715">
                  <c:v>20.408279999999973</c:v>
                </c:pt>
                <c:pt idx="2716">
                  <c:v>20.747050000000005</c:v>
                </c:pt>
                <c:pt idx="2717">
                  <c:v>20.835139999999978</c:v>
                </c:pt>
                <c:pt idx="2718">
                  <c:v>20.796600000000002</c:v>
                </c:pt>
                <c:pt idx="2719">
                  <c:v>20.776979999999988</c:v>
                </c:pt>
                <c:pt idx="2720">
                  <c:v>20.277619999999974</c:v>
                </c:pt>
                <c:pt idx="2721">
                  <c:v>19.87550999999997</c:v>
                </c:pt>
                <c:pt idx="2722">
                  <c:v>20.173269999999999</c:v>
                </c:pt>
                <c:pt idx="2723">
                  <c:v>20.519030000000001</c:v>
                </c:pt>
                <c:pt idx="2724">
                  <c:v>20.918949999999974</c:v>
                </c:pt>
                <c:pt idx="2725">
                  <c:v>21.269779999999972</c:v>
                </c:pt>
                <c:pt idx="2726">
                  <c:v>21.428179999999973</c:v>
                </c:pt>
                <c:pt idx="2727">
                  <c:v>21.495329999999957</c:v>
                </c:pt>
                <c:pt idx="2728">
                  <c:v>21.663979999999999</c:v>
                </c:pt>
                <c:pt idx="2729">
                  <c:v>22.160820000000001</c:v>
                </c:pt>
                <c:pt idx="2730">
                  <c:v>22.73217</c:v>
                </c:pt>
                <c:pt idx="2731">
                  <c:v>23.255990000000001</c:v>
                </c:pt>
                <c:pt idx="2732">
                  <c:v>23.67754</c:v>
                </c:pt>
                <c:pt idx="2733">
                  <c:v>24.116019999999999</c:v>
                </c:pt>
                <c:pt idx="2734">
                  <c:v>24.234059999999999</c:v>
                </c:pt>
                <c:pt idx="2735">
                  <c:v>24.033650000000005</c:v>
                </c:pt>
                <c:pt idx="2736">
                  <c:v>23.627600000000001</c:v>
                </c:pt>
                <c:pt idx="2737">
                  <c:v>22.778390000000002</c:v>
                </c:pt>
                <c:pt idx="2738">
                  <c:v>22.076450000000001</c:v>
                </c:pt>
                <c:pt idx="2739">
                  <c:v>21.836659999999988</c:v>
                </c:pt>
                <c:pt idx="2740">
                  <c:v>22.006060000000005</c:v>
                </c:pt>
                <c:pt idx="2741">
                  <c:v>22.446239999999964</c:v>
                </c:pt>
                <c:pt idx="2742">
                  <c:v>22.97129</c:v>
                </c:pt>
                <c:pt idx="2743">
                  <c:v>23.487449999999956</c:v>
                </c:pt>
                <c:pt idx="2744">
                  <c:v>23.902059999999974</c:v>
                </c:pt>
                <c:pt idx="2745">
                  <c:v>24.246699999999972</c:v>
                </c:pt>
                <c:pt idx="2746">
                  <c:v>24.51342</c:v>
                </c:pt>
                <c:pt idx="2747">
                  <c:v>24.331420000000001</c:v>
                </c:pt>
                <c:pt idx="2748">
                  <c:v>24.007269999999988</c:v>
                </c:pt>
                <c:pt idx="2749">
                  <c:v>23.733799999999974</c:v>
                </c:pt>
                <c:pt idx="2750">
                  <c:v>23.715979999999988</c:v>
                </c:pt>
                <c:pt idx="2751">
                  <c:v>23.449349999999956</c:v>
                </c:pt>
                <c:pt idx="2752">
                  <c:v>23.172070000000001</c:v>
                </c:pt>
                <c:pt idx="2753">
                  <c:v>23.41047</c:v>
                </c:pt>
                <c:pt idx="2754">
                  <c:v>23.714160000000021</c:v>
                </c:pt>
                <c:pt idx="2755">
                  <c:v>24.14367</c:v>
                </c:pt>
                <c:pt idx="2756">
                  <c:v>24.665519999999972</c:v>
                </c:pt>
                <c:pt idx="2757">
                  <c:v>25.05969</c:v>
                </c:pt>
                <c:pt idx="2758">
                  <c:v>25.451930000000001</c:v>
                </c:pt>
                <c:pt idx="2759">
                  <c:v>25.998419999999957</c:v>
                </c:pt>
                <c:pt idx="2760">
                  <c:v>26.510159999999999</c:v>
                </c:pt>
                <c:pt idx="2761">
                  <c:v>26.914929999999988</c:v>
                </c:pt>
                <c:pt idx="2762">
                  <c:v>27.24412999999997</c:v>
                </c:pt>
                <c:pt idx="2763">
                  <c:v>27.475329999999964</c:v>
                </c:pt>
                <c:pt idx="2764">
                  <c:v>27.5322</c:v>
                </c:pt>
                <c:pt idx="2765">
                  <c:v>27.441379999999974</c:v>
                </c:pt>
                <c:pt idx="2766">
                  <c:v>27.300899999999999</c:v>
                </c:pt>
                <c:pt idx="2767">
                  <c:v>26.89104</c:v>
                </c:pt>
                <c:pt idx="2768">
                  <c:v>26.19462</c:v>
                </c:pt>
                <c:pt idx="2769">
                  <c:v>25.722419999999964</c:v>
                </c:pt>
                <c:pt idx="2770">
                  <c:v>25.638890000000021</c:v>
                </c:pt>
                <c:pt idx="2771">
                  <c:v>25.840250000000001</c:v>
                </c:pt>
                <c:pt idx="2772">
                  <c:v>26.05509</c:v>
                </c:pt>
                <c:pt idx="2773">
                  <c:v>26.150860000000037</c:v>
                </c:pt>
                <c:pt idx="2774">
                  <c:v>26.337380000000021</c:v>
                </c:pt>
                <c:pt idx="2775">
                  <c:v>26.465629999999955</c:v>
                </c:pt>
                <c:pt idx="2776">
                  <c:v>26.483939999999972</c:v>
                </c:pt>
                <c:pt idx="2777">
                  <c:v>26.365329999999975</c:v>
                </c:pt>
                <c:pt idx="2778">
                  <c:v>26.02599</c:v>
                </c:pt>
                <c:pt idx="2779">
                  <c:v>25.710840000000001</c:v>
                </c:pt>
                <c:pt idx="2780">
                  <c:v>25.601089999999999</c:v>
                </c:pt>
                <c:pt idx="2781">
                  <c:v>25.595219999999973</c:v>
                </c:pt>
                <c:pt idx="2782">
                  <c:v>25.612719999999989</c:v>
                </c:pt>
                <c:pt idx="2783">
                  <c:v>25.651550000000022</c:v>
                </c:pt>
                <c:pt idx="2784">
                  <c:v>25.86403</c:v>
                </c:pt>
                <c:pt idx="2785">
                  <c:v>26.312380000000001</c:v>
                </c:pt>
                <c:pt idx="2786">
                  <c:v>26.515360000000001</c:v>
                </c:pt>
                <c:pt idx="2787">
                  <c:v>25.80433</c:v>
                </c:pt>
                <c:pt idx="2788">
                  <c:v>25.071870000000022</c:v>
                </c:pt>
                <c:pt idx="2789">
                  <c:v>24.611499999999999</c:v>
                </c:pt>
                <c:pt idx="2790">
                  <c:v>23.920109999999973</c:v>
                </c:pt>
                <c:pt idx="2791">
                  <c:v>23.489889999999974</c:v>
                </c:pt>
                <c:pt idx="2792">
                  <c:v>23.268559999999972</c:v>
                </c:pt>
                <c:pt idx="2793">
                  <c:v>22.92784</c:v>
                </c:pt>
                <c:pt idx="2794">
                  <c:v>22.679060000000021</c:v>
                </c:pt>
                <c:pt idx="2795">
                  <c:v>22.79599</c:v>
                </c:pt>
                <c:pt idx="2796">
                  <c:v>22.88926</c:v>
                </c:pt>
                <c:pt idx="2797">
                  <c:v>22.741209999999974</c:v>
                </c:pt>
                <c:pt idx="2798">
                  <c:v>22.645419999999973</c:v>
                </c:pt>
                <c:pt idx="2799">
                  <c:v>22.506639999999972</c:v>
                </c:pt>
                <c:pt idx="2800">
                  <c:v>22.137519999999999</c:v>
                </c:pt>
                <c:pt idx="2801">
                  <c:v>21.867450000000005</c:v>
                </c:pt>
                <c:pt idx="2802">
                  <c:v>21.798219999999972</c:v>
                </c:pt>
                <c:pt idx="2803">
                  <c:v>21.757090000000005</c:v>
                </c:pt>
                <c:pt idx="2804">
                  <c:v>21.770849999999989</c:v>
                </c:pt>
                <c:pt idx="2805">
                  <c:v>21.793500000000002</c:v>
                </c:pt>
                <c:pt idx="2806">
                  <c:v>21.67511</c:v>
                </c:pt>
                <c:pt idx="2807">
                  <c:v>21.75836</c:v>
                </c:pt>
                <c:pt idx="2808">
                  <c:v>21.949280000000002</c:v>
                </c:pt>
                <c:pt idx="2809">
                  <c:v>21.944329999999972</c:v>
                </c:pt>
                <c:pt idx="2810">
                  <c:v>21.993529999999971</c:v>
                </c:pt>
                <c:pt idx="2811">
                  <c:v>22.17277</c:v>
                </c:pt>
                <c:pt idx="2812">
                  <c:v>22.331840000000021</c:v>
                </c:pt>
                <c:pt idx="2813">
                  <c:v>22.541840000000001</c:v>
                </c:pt>
                <c:pt idx="2814">
                  <c:v>22.763759999999973</c:v>
                </c:pt>
                <c:pt idx="2815">
                  <c:v>22.786589999999968</c:v>
                </c:pt>
                <c:pt idx="2816">
                  <c:v>22.534420000000001</c:v>
                </c:pt>
                <c:pt idx="2817">
                  <c:v>22.32802999999997</c:v>
                </c:pt>
                <c:pt idx="2818">
                  <c:v>21.905019999999972</c:v>
                </c:pt>
                <c:pt idx="2819">
                  <c:v>21.290970000000005</c:v>
                </c:pt>
                <c:pt idx="2820">
                  <c:v>20.978439999999956</c:v>
                </c:pt>
                <c:pt idx="2821">
                  <c:v>20.31804</c:v>
                </c:pt>
                <c:pt idx="2822">
                  <c:v>19.469279999999973</c:v>
                </c:pt>
                <c:pt idx="2823">
                  <c:v>18.65253999999997</c:v>
                </c:pt>
                <c:pt idx="2824">
                  <c:v>18.203189999999989</c:v>
                </c:pt>
                <c:pt idx="2825">
                  <c:v>18.07536</c:v>
                </c:pt>
                <c:pt idx="2826">
                  <c:v>18.096250000000001</c:v>
                </c:pt>
                <c:pt idx="2827">
                  <c:v>18.42456</c:v>
                </c:pt>
                <c:pt idx="2828">
                  <c:v>18.89378</c:v>
                </c:pt>
                <c:pt idx="2829">
                  <c:v>18.946000000000002</c:v>
                </c:pt>
                <c:pt idx="2830">
                  <c:v>18.963119999999975</c:v>
                </c:pt>
                <c:pt idx="2831">
                  <c:v>19.030239999999978</c:v>
                </c:pt>
                <c:pt idx="2832">
                  <c:v>18.73639</c:v>
                </c:pt>
                <c:pt idx="2833">
                  <c:v>18.37276</c:v>
                </c:pt>
                <c:pt idx="2834">
                  <c:v>18.426739999999956</c:v>
                </c:pt>
                <c:pt idx="2835">
                  <c:v>18.721739999999972</c:v>
                </c:pt>
                <c:pt idx="2836">
                  <c:v>18.862439999999957</c:v>
                </c:pt>
                <c:pt idx="2837">
                  <c:v>18.87894</c:v>
                </c:pt>
                <c:pt idx="2838">
                  <c:v>18.926929999999974</c:v>
                </c:pt>
                <c:pt idx="2839">
                  <c:v>18.928349999999952</c:v>
                </c:pt>
                <c:pt idx="2840">
                  <c:v>19.09965</c:v>
                </c:pt>
                <c:pt idx="2841">
                  <c:v>19.25132</c:v>
                </c:pt>
                <c:pt idx="2842">
                  <c:v>19.14939</c:v>
                </c:pt>
                <c:pt idx="2843">
                  <c:v>18.88194</c:v>
                </c:pt>
                <c:pt idx="2844">
                  <c:v>18.606750000000005</c:v>
                </c:pt>
                <c:pt idx="2845">
                  <c:v>18.442289999999975</c:v>
                </c:pt>
                <c:pt idx="2846">
                  <c:v>18.282879999999974</c:v>
                </c:pt>
                <c:pt idx="2847">
                  <c:v>18.17952</c:v>
                </c:pt>
                <c:pt idx="2848">
                  <c:v>18.079799999999974</c:v>
                </c:pt>
                <c:pt idx="2849">
                  <c:v>18.003589999999978</c:v>
                </c:pt>
                <c:pt idx="2850">
                  <c:v>17.508619999999972</c:v>
                </c:pt>
                <c:pt idx="2851">
                  <c:v>16.347020000000001</c:v>
                </c:pt>
                <c:pt idx="2852">
                  <c:v>15.588840000000001</c:v>
                </c:pt>
                <c:pt idx="2853">
                  <c:v>15.311160000000001</c:v>
                </c:pt>
                <c:pt idx="2854">
                  <c:v>15.10268000000001</c:v>
                </c:pt>
                <c:pt idx="2855">
                  <c:v>14.83663000000001</c:v>
                </c:pt>
                <c:pt idx="2856">
                  <c:v>14.739510000000001</c:v>
                </c:pt>
                <c:pt idx="2857">
                  <c:v>14.554360000000001</c:v>
                </c:pt>
                <c:pt idx="2858">
                  <c:v>14.380550000000012</c:v>
                </c:pt>
                <c:pt idx="2859">
                  <c:v>14.644969999999999</c:v>
                </c:pt>
                <c:pt idx="2860">
                  <c:v>15.225390000000001</c:v>
                </c:pt>
                <c:pt idx="2861">
                  <c:v>15.43064</c:v>
                </c:pt>
                <c:pt idx="2862">
                  <c:v>14.94022</c:v>
                </c:pt>
                <c:pt idx="2863">
                  <c:v>14.16808</c:v>
                </c:pt>
                <c:pt idx="2864">
                  <c:v>13.48577</c:v>
                </c:pt>
                <c:pt idx="2865">
                  <c:v>12.953640000000011</c:v>
                </c:pt>
                <c:pt idx="2866">
                  <c:v>12.900830000000004</c:v>
                </c:pt>
                <c:pt idx="2867">
                  <c:v>13.35026</c:v>
                </c:pt>
                <c:pt idx="2868">
                  <c:v>13.99005</c:v>
                </c:pt>
                <c:pt idx="2869">
                  <c:v>14.690950000000001</c:v>
                </c:pt>
                <c:pt idx="2870">
                  <c:v>15.090110000000001</c:v>
                </c:pt>
                <c:pt idx="2871">
                  <c:v>15.02336</c:v>
                </c:pt>
                <c:pt idx="2872">
                  <c:v>14.773240000000001</c:v>
                </c:pt>
                <c:pt idx="2873">
                  <c:v>14.379130000000011</c:v>
                </c:pt>
                <c:pt idx="2874">
                  <c:v>14.061490000000004</c:v>
                </c:pt>
                <c:pt idx="2875">
                  <c:v>13.756550000000002</c:v>
                </c:pt>
                <c:pt idx="2876">
                  <c:v>13.100820000000001</c:v>
                </c:pt>
                <c:pt idx="2877">
                  <c:v>12.407400000000004</c:v>
                </c:pt>
                <c:pt idx="2878">
                  <c:v>11.988850000000001</c:v>
                </c:pt>
                <c:pt idx="2879">
                  <c:v>11.93458</c:v>
                </c:pt>
                <c:pt idx="2880">
                  <c:v>12.24766</c:v>
                </c:pt>
                <c:pt idx="2881">
                  <c:v>12.67465</c:v>
                </c:pt>
                <c:pt idx="2882">
                  <c:v>12.9678</c:v>
                </c:pt>
                <c:pt idx="2883">
                  <c:v>13.051160000000001</c:v>
                </c:pt>
                <c:pt idx="2884">
                  <c:v>12.924250000000001</c:v>
                </c:pt>
                <c:pt idx="2885">
                  <c:v>12.87236</c:v>
                </c:pt>
                <c:pt idx="2886">
                  <c:v>12.927300000000001</c:v>
                </c:pt>
                <c:pt idx="2887">
                  <c:v>12.89387</c:v>
                </c:pt>
                <c:pt idx="2888">
                  <c:v>12.742319999999999</c:v>
                </c:pt>
                <c:pt idx="2889">
                  <c:v>12.66052</c:v>
                </c:pt>
                <c:pt idx="2890">
                  <c:v>12.66616</c:v>
                </c:pt>
                <c:pt idx="2891">
                  <c:v>12.27788</c:v>
                </c:pt>
                <c:pt idx="2892">
                  <c:v>11.685920000000001</c:v>
                </c:pt>
                <c:pt idx="2893">
                  <c:v>11.34089</c:v>
                </c:pt>
                <c:pt idx="2894">
                  <c:v>11.25112</c:v>
                </c:pt>
                <c:pt idx="2895">
                  <c:v>11.14029</c:v>
                </c:pt>
                <c:pt idx="2896">
                  <c:v>11.09751</c:v>
                </c:pt>
                <c:pt idx="2897">
                  <c:v>11.20628</c:v>
                </c:pt>
                <c:pt idx="2898">
                  <c:v>11.393480000000011</c:v>
                </c:pt>
                <c:pt idx="2899">
                  <c:v>11.60929</c:v>
                </c:pt>
                <c:pt idx="2900">
                  <c:v>11.53262</c:v>
                </c:pt>
                <c:pt idx="2901">
                  <c:v>11.203620000000001</c:v>
                </c:pt>
                <c:pt idx="2902">
                  <c:v>11.107940000000001</c:v>
                </c:pt>
                <c:pt idx="2903">
                  <c:v>11.36336</c:v>
                </c:pt>
                <c:pt idx="2904">
                  <c:v>11.24302</c:v>
                </c:pt>
                <c:pt idx="2905">
                  <c:v>10.413970000000001</c:v>
                </c:pt>
                <c:pt idx="2906">
                  <c:v>9.8357900000000047</c:v>
                </c:pt>
                <c:pt idx="2907">
                  <c:v>9.7634800000000048</c:v>
                </c:pt>
                <c:pt idx="2908">
                  <c:v>9.6255300000000048</c:v>
                </c:pt>
                <c:pt idx="2909">
                  <c:v>9.3320500000000006</c:v>
                </c:pt>
                <c:pt idx="2910">
                  <c:v>8.9953000000000003</c:v>
                </c:pt>
                <c:pt idx="2911">
                  <c:v>8.6089000000000002</c:v>
                </c:pt>
                <c:pt idx="2912">
                  <c:v>8.3545400000000125</c:v>
                </c:pt>
                <c:pt idx="2913">
                  <c:v>8.2495600000000007</c:v>
                </c:pt>
                <c:pt idx="2914">
                  <c:v>8.1802200000000003</c:v>
                </c:pt>
                <c:pt idx="2915">
                  <c:v>8.1853600000000011</c:v>
                </c:pt>
                <c:pt idx="2916">
                  <c:v>8.2916100000000004</c:v>
                </c:pt>
                <c:pt idx="2917">
                  <c:v>8.2271000000000001</c:v>
                </c:pt>
                <c:pt idx="2918">
                  <c:v>7.9972099999999999</c:v>
                </c:pt>
                <c:pt idx="2919">
                  <c:v>8.0319000000000003</c:v>
                </c:pt>
                <c:pt idx="2920">
                  <c:v>8.3352800000000027</c:v>
                </c:pt>
                <c:pt idx="2921">
                  <c:v>8.5508000000000006</c:v>
                </c:pt>
                <c:pt idx="2922">
                  <c:v>8.6389599999999991</c:v>
                </c:pt>
                <c:pt idx="2923">
                  <c:v>8.4930500000000002</c:v>
                </c:pt>
                <c:pt idx="2924">
                  <c:v>8.3132900000000003</c:v>
                </c:pt>
                <c:pt idx="2925">
                  <c:v>8.5415500000000009</c:v>
                </c:pt>
                <c:pt idx="2926">
                  <c:v>8.9459300000000006</c:v>
                </c:pt>
                <c:pt idx="2927">
                  <c:v>8.9934400000000068</c:v>
                </c:pt>
                <c:pt idx="2928">
                  <c:v>8.7875300000000003</c:v>
                </c:pt>
                <c:pt idx="2929">
                  <c:v>8.7450700000000001</c:v>
                </c:pt>
                <c:pt idx="2930">
                  <c:v>8.4751200000000004</c:v>
                </c:pt>
                <c:pt idx="2931">
                  <c:v>7.8727900000000002</c:v>
                </c:pt>
                <c:pt idx="2932">
                  <c:v>7.5004099999999996</c:v>
                </c:pt>
                <c:pt idx="2933">
                  <c:v>7.4251199999999944</c:v>
                </c:pt>
                <c:pt idx="2934">
                  <c:v>7.4468800000000002</c:v>
                </c:pt>
                <c:pt idx="2935">
                  <c:v>7.5075599999999945</c:v>
                </c:pt>
                <c:pt idx="2936">
                  <c:v>7.7126000000000001</c:v>
                </c:pt>
                <c:pt idx="2937">
                  <c:v>7.8657399999999944</c:v>
                </c:pt>
                <c:pt idx="2938">
                  <c:v>7.8330700000000002</c:v>
                </c:pt>
                <c:pt idx="2939">
                  <c:v>7.8839899999999945</c:v>
                </c:pt>
                <c:pt idx="2940">
                  <c:v>7.9005900000000002</c:v>
                </c:pt>
                <c:pt idx="2941">
                  <c:v>7.8892600000000064</c:v>
                </c:pt>
                <c:pt idx="2942">
                  <c:v>7.9189499999999997</c:v>
                </c:pt>
                <c:pt idx="2943">
                  <c:v>8.0745000000000005</c:v>
                </c:pt>
                <c:pt idx="2944">
                  <c:v>8.2734100000000002</c:v>
                </c:pt>
                <c:pt idx="2945">
                  <c:v>8.3488400000000009</c:v>
                </c:pt>
                <c:pt idx="2946">
                  <c:v>8.3637800000000109</c:v>
                </c:pt>
                <c:pt idx="2947">
                  <c:v>8.6669500000000035</c:v>
                </c:pt>
                <c:pt idx="2948">
                  <c:v>9.2435900000000011</c:v>
                </c:pt>
                <c:pt idx="2949">
                  <c:v>9.7639400000000016</c:v>
                </c:pt>
                <c:pt idx="2950">
                  <c:v>10.1043</c:v>
                </c:pt>
                <c:pt idx="2951">
                  <c:v>10.247389999999999</c:v>
                </c:pt>
                <c:pt idx="2952">
                  <c:v>10.29712</c:v>
                </c:pt>
                <c:pt idx="2953">
                  <c:v>10.457840000000004</c:v>
                </c:pt>
                <c:pt idx="2954">
                  <c:v>10.60341</c:v>
                </c:pt>
                <c:pt idx="2955">
                  <c:v>10.51661</c:v>
                </c:pt>
                <c:pt idx="2956">
                  <c:v>9.9383900000000001</c:v>
                </c:pt>
                <c:pt idx="2957">
                  <c:v>9.0851600000000001</c:v>
                </c:pt>
                <c:pt idx="2958">
                  <c:v>8.6571200000000008</c:v>
                </c:pt>
                <c:pt idx="2959">
                  <c:v>8.7535300000000067</c:v>
                </c:pt>
                <c:pt idx="2960">
                  <c:v>8.9574600000000046</c:v>
                </c:pt>
                <c:pt idx="2961">
                  <c:v>9.0528000000000048</c:v>
                </c:pt>
                <c:pt idx="2962">
                  <c:v>9.1406000000000009</c:v>
                </c:pt>
                <c:pt idx="2963">
                  <c:v>9.4416100000000007</c:v>
                </c:pt>
                <c:pt idx="2964">
                  <c:v>10.11092</c:v>
                </c:pt>
                <c:pt idx="2965">
                  <c:v>10.665370000000001</c:v>
                </c:pt>
                <c:pt idx="2966">
                  <c:v>10.9285</c:v>
                </c:pt>
                <c:pt idx="2967">
                  <c:v>11.05484</c:v>
                </c:pt>
                <c:pt idx="2968">
                  <c:v>10.65521</c:v>
                </c:pt>
                <c:pt idx="2969">
                  <c:v>9.9141300000000001</c:v>
                </c:pt>
                <c:pt idx="2970">
                  <c:v>9.3196700000000003</c:v>
                </c:pt>
                <c:pt idx="2971">
                  <c:v>8.9524200000000125</c:v>
                </c:pt>
                <c:pt idx="2972">
                  <c:v>8.9844000000000008</c:v>
                </c:pt>
                <c:pt idx="2973">
                  <c:v>8.8096900000000122</c:v>
                </c:pt>
                <c:pt idx="2974">
                  <c:v>8.1125400000000027</c:v>
                </c:pt>
                <c:pt idx="2975">
                  <c:v>7.4285499999999995</c:v>
                </c:pt>
                <c:pt idx="2976">
                  <c:v>7.1056299999999997</c:v>
                </c:pt>
                <c:pt idx="2977">
                  <c:v>7.0171699999999975</c:v>
                </c:pt>
                <c:pt idx="2978">
                  <c:v>7.142989999999994</c:v>
                </c:pt>
                <c:pt idx="2979">
                  <c:v>7.5931899999999946</c:v>
                </c:pt>
                <c:pt idx="2980">
                  <c:v>8.1116200000000003</c:v>
                </c:pt>
                <c:pt idx="2981">
                  <c:v>8.53308</c:v>
                </c:pt>
                <c:pt idx="2982">
                  <c:v>8.9578800000000047</c:v>
                </c:pt>
                <c:pt idx="2983">
                  <c:v>9.2346800000000009</c:v>
                </c:pt>
                <c:pt idx="2984">
                  <c:v>9.2698600000000013</c:v>
                </c:pt>
                <c:pt idx="2985">
                  <c:v>9.2175200000000004</c:v>
                </c:pt>
                <c:pt idx="2986">
                  <c:v>9.4830900000000007</c:v>
                </c:pt>
                <c:pt idx="2987">
                  <c:v>9.629620000000001</c:v>
                </c:pt>
                <c:pt idx="2988">
                  <c:v>10.10126</c:v>
                </c:pt>
                <c:pt idx="2989">
                  <c:v>10.544</c:v>
                </c:pt>
                <c:pt idx="2990">
                  <c:v>10.61412</c:v>
                </c:pt>
                <c:pt idx="2991">
                  <c:v>10.587070000000001</c:v>
                </c:pt>
                <c:pt idx="2992">
                  <c:v>10.20069</c:v>
                </c:pt>
                <c:pt idx="2993">
                  <c:v>9.7591800000000006</c:v>
                </c:pt>
                <c:pt idx="2994">
                  <c:v>9.4664100000000122</c:v>
                </c:pt>
                <c:pt idx="2995">
                  <c:v>9.2846400000000013</c:v>
                </c:pt>
                <c:pt idx="2996">
                  <c:v>9.4736800000000123</c:v>
                </c:pt>
                <c:pt idx="2997">
                  <c:v>10.07582</c:v>
                </c:pt>
                <c:pt idx="2998">
                  <c:v>10.799620000000001</c:v>
                </c:pt>
                <c:pt idx="2999">
                  <c:v>11.453810000000002</c:v>
                </c:pt>
                <c:pt idx="3000">
                  <c:v>12.01301</c:v>
                </c:pt>
                <c:pt idx="3001">
                  <c:v>12.529590000000002</c:v>
                </c:pt>
                <c:pt idx="3002">
                  <c:v>13.04504</c:v>
                </c:pt>
                <c:pt idx="3003">
                  <c:v>13.335180000000006</c:v>
                </c:pt>
                <c:pt idx="3004">
                  <c:v>13.41301</c:v>
                </c:pt>
                <c:pt idx="3005">
                  <c:v>13.612540000000006</c:v>
                </c:pt>
                <c:pt idx="3006">
                  <c:v>14.02233</c:v>
                </c:pt>
                <c:pt idx="3007">
                  <c:v>14.53731</c:v>
                </c:pt>
                <c:pt idx="3008">
                  <c:v>14.864750000000004</c:v>
                </c:pt>
                <c:pt idx="3009">
                  <c:v>14.001670000000001</c:v>
                </c:pt>
                <c:pt idx="3010">
                  <c:v>12.139140000000001</c:v>
                </c:pt>
                <c:pt idx="3011">
                  <c:v>10.877440000000011</c:v>
                </c:pt>
                <c:pt idx="3012">
                  <c:v>10.960180000000006</c:v>
                </c:pt>
                <c:pt idx="3013">
                  <c:v>11.342890000000002</c:v>
                </c:pt>
                <c:pt idx="3014">
                  <c:v>11.9217</c:v>
                </c:pt>
                <c:pt idx="3015">
                  <c:v>12.460180000000006</c:v>
                </c:pt>
                <c:pt idx="3016">
                  <c:v>11.94406</c:v>
                </c:pt>
                <c:pt idx="3017">
                  <c:v>11.34491</c:v>
                </c:pt>
                <c:pt idx="3018">
                  <c:v>11.195780000000006</c:v>
                </c:pt>
                <c:pt idx="3019">
                  <c:v>11.428790000000001</c:v>
                </c:pt>
                <c:pt idx="3020">
                  <c:v>11.92637</c:v>
                </c:pt>
                <c:pt idx="3021">
                  <c:v>12.352270000000004</c:v>
                </c:pt>
                <c:pt idx="3022">
                  <c:v>12.85774000000001</c:v>
                </c:pt>
                <c:pt idx="3023">
                  <c:v>13.462490000000018</c:v>
                </c:pt>
                <c:pt idx="3024">
                  <c:v>13.86178000000001</c:v>
                </c:pt>
                <c:pt idx="3025">
                  <c:v>14.015090000000002</c:v>
                </c:pt>
                <c:pt idx="3026">
                  <c:v>14.14263</c:v>
                </c:pt>
                <c:pt idx="3027">
                  <c:v>13.896630000000011</c:v>
                </c:pt>
                <c:pt idx="3028">
                  <c:v>13.77394</c:v>
                </c:pt>
                <c:pt idx="3029">
                  <c:v>14.05214000000001</c:v>
                </c:pt>
                <c:pt idx="3030">
                  <c:v>14.03308</c:v>
                </c:pt>
                <c:pt idx="3031">
                  <c:v>13.77815</c:v>
                </c:pt>
                <c:pt idx="3032">
                  <c:v>13.640890000000001</c:v>
                </c:pt>
                <c:pt idx="3033">
                  <c:v>13.788640000000001</c:v>
                </c:pt>
                <c:pt idx="3034">
                  <c:v>14.07779</c:v>
                </c:pt>
                <c:pt idx="3035">
                  <c:v>14.493430000000011</c:v>
                </c:pt>
                <c:pt idx="3036">
                  <c:v>14.866640000000011</c:v>
                </c:pt>
                <c:pt idx="3037">
                  <c:v>15.11126</c:v>
                </c:pt>
                <c:pt idx="3038">
                  <c:v>15.41145</c:v>
                </c:pt>
                <c:pt idx="3039">
                  <c:v>15.81221</c:v>
                </c:pt>
                <c:pt idx="3040">
                  <c:v>16.206969999999988</c:v>
                </c:pt>
                <c:pt idx="3041">
                  <c:v>16.548439999999957</c:v>
                </c:pt>
                <c:pt idx="3042">
                  <c:v>16.718900000000001</c:v>
                </c:pt>
                <c:pt idx="3043">
                  <c:v>16.73967</c:v>
                </c:pt>
                <c:pt idx="3044">
                  <c:v>16.832509999999989</c:v>
                </c:pt>
                <c:pt idx="3045">
                  <c:v>17.124939999999999</c:v>
                </c:pt>
                <c:pt idx="3046">
                  <c:v>17.267539999999968</c:v>
                </c:pt>
                <c:pt idx="3047">
                  <c:v>17.36469</c:v>
                </c:pt>
                <c:pt idx="3048">
                  <c:v>17.719740000000002</c:v>
                </c:pt>
                <c:pt idx="3049">
                  <c:v>18.148609999999973</c:v>
                </c:pt>
                <c:pt idx="3050">
                  <c:v>17.71462</c:v>
                </c:pt>
                <c:pt idx="3051">
                  <c:v>16.950690000000002</c:v>
                </c:pt>
                <c:pt idx="3052">
                  <c:v>17.130400000000005</c:v>
                </c:pt>
                <c:pt idx="3053">
                  <c:v>17.711010000000005</c:v>
                </c:pt>
                <c:pt idx="3054">
                  <c:v>18.06138</c:v>
                </c:pt>
                <c:pt idx="3055">
                  <c:v>18.308420000000002</c:v>
                </c:pt>
                <c:pt idx="3056">
                  <c:v>18.588729999999959</c:v>
                </c:pt>
                <c:pt idx="3057">
                  <c:v>19.06183</c:v>
                </c:pt>
                <c:pt idx="3058">
                  <c:v>19.48199</c:v>
                </c:pt>
                <c:pt idx="3059">
                  <c:v>19.709820000000001</c:v>
                </c:pt>
                <c:pt idx="3060">
                  <c:v>19.2514</c:v>
                </c:pt>
                <c:pt idx="3061">
                  <c:v>19.015709999999974</c:v>
                </c:pt>
                <c:pt idx="3062">
                  <c:v>19.350639999999974</c:v>
                </c:pt>
                <c:pt idx="3063">
                  <c:v>19.460139999999956</c:v>
                </c:pt>
                <c:pt idx="3064">
                  <c:v>19.374230000000001</c:v>
                </c:pt>
                <c:pt idx="3065">
                  <c:v>19.201879999999999</c:v>
                </c:pt>
                <c:pt idx="3066">
                  <c:v>19.168980000000001</c:v>
                </c:pt>
                <c:pt idx="3067">
                  <c:v>19.191910000000021</c:v>
                </c:pt>
                <c:pt idx="3068">
                  <c:v>19.424669999999974</c:v>
                </c:pt>
                <c:pt idx="3069">
                  <c:v>19.937960000000022</c:v>
                </c:pt>
                <c:pt idx="3070">
                  <c:v>20.417369999999988</c:v>
                </c:pt>
                <c:pt idx="3071">
                  <c:v>20.866139999999973</c:v>
                </c:pt>
                <c:pt idx="3072">
                  <c:v>21.30859999999997</c:v>
                </c:pt>
                <c:pt idx="3073">
                  <c:v>21.35567</c:v>
                </c:pt>
                <c:pt idx="3074">
                  <c:v>20.927790000000002</c:v>
                </c:pt>
                <c:pt idx="3075">
                  <c:v>20.327030000000001</c:v>
                </c:pt>
                <c:pt idx="3076">
                  <c:v>20.157660000000021</c:v>
                </c:pt>
                <c:pt idx="3077">
                  <c:v>20.57236</c:v>
                </c:pt>
                <c:pt idx="3078">
                  <c:v>20.826840000000001</c:v>
                </c:pt>
                <c:pt idx="3079">
                  <c:v>20.736999999999988</c:v>
                </c:pt>
                <c:pt idx="3080">
                  <c:v>20.537849999999999</c:v>
                </c:pt>
                <c:pt idx="3081">
                  <c:v>20.282689999999956</c:v>
                </c:pt>
                <c:pt idx="3082">
                  <c:v>20.208169999999978</c:v>
                </c:pt>
                <c:pt idx="3083">
                  <c:v>20.104360000000021</c:v>
                </c:pt>
                <c:pt idx="3084">
                  <c:v>20.09168</c:v>
                </c:pt>
                <c:pt idx="3085">
                  <c:v>20.481750000000002</c:v>
                </c:pt>
                <c:pt idx="3086">
                  <c:v>20.6035</c:v>
                </c:pt>
                <c:pt idx="3087">
                  <c:v>20.85773</c:v>
                </c:pt>
                <c:pt idx="3088">
                  <c:v>21.60924</c:v>
                </c:pt>
                <c:pt idx="3089">
                  <c:v>22.408699999999964</c:v>
                </c:pt>
                <c:pt idx="3090">
                  <c:v>23.133849999999999</c:v>
                </c:pt>
                <c:pt idx="3091">
                  <c:v>23.649830000000001</c:v>
                </c:pt>
                <c:pt idx="3092">
                  <c:v>23.937989999999999</c:v>
                </c:pt>
                <c:pt idx="3093">
                  <c:v>23.684570000000001</c:v>
                </c:pt>
                <c:pt idx="3094">
                  <c:v>22.91966</c:v>
                </c:pt>
                <c:pt idx="3095">
                  <c:v>21.889959999999999</c:v>
                </c:pt>
                <c:pt idx="3096">
                  <c:v>21.530110000000001</c:v>
                </c:pt>
                <c:pt idx="3097">
                  <c:v>21.852959999999999</c:v>
                </c:pt>
                <c:pt idx="3098">
                  <c:v>21.856300000000001</c:v>
                </c:pt>
                <c:pt idx="3099">
                  <c:v>21.623100000000001</c:v>
                </c:pt>
                <c:pt idx="3100">
                  <c:v>21.659020000000005</c:v>
                </c:pt>
                <c:pt idx="3101">
                  <c:v>21.667449999999974</c:v>
                </c:pt>
                <c:pt idx="3102">
                  <c:v>21.581639999999975</c:v>
                </c:pt>
                <c:pt idx="3103">
                  <c:v>21.606860000000033</c:v>
                </c:pt>
                <c:pt idx="3104">
                  <c:v>21.843689999999974</c:v>
                </c:pt>
                <c:pt idx="3105">
                  <c:v>21.989379999999972</c:v>
                </c:pt>
                <c:pt idx="3106">
                  <c:v>21.725639999999952</c:v>
                </c:pt>
                <c:pt idx="3107">
                  <c:v>21.778739999999956</c:v>
                </c:pt>
                <c:pt idx="3108">
                  <c:v>22.10867</c:v>
                </c:pt>
                <c:pt idx="3109">
                  <c:v>22.51024</c:v>
                </c:pt>
                <c:pt idx="3110">
                  <c:v>23.09078999999997</c:v>
                </c:pt>
                <c:pt idx="3111">
                  <c:v>23.65624</c:v>
                </c:pt>
                <c:pt idx="3112">
                  <c:v>24.030480000000001</c:v>
                </c:pt>
                <c:pt idx="3113">
                  <c:v>24.215959999999999</c:v>
                </c:pt>
                <c:pt idx="3114">
                  <c:v>24.207380000000001</c:v>
                </c:pt>
                <c:pt idx="3115">
                  <c:v>24.129860000000026</c:v>
                </c:pt>
                <c:pt idx="3116">
                  <c:v>23.924489999999974</c:v>
                </c:pt>
                <c:pt idx="3117">
                  <c:v>23.794930000000001</c:v>
                </c:pt>
                <c:pt idx="3118">
                  <c:v>23.947439999999968</c:v>
                </c:pt>
                <c:pt idx="3119">
                  <c:v>24.208089999999974</c:v>
                </c:pt>
                <c:pt idx="3120">
                  <c:v>23.91057</c:v>
                </c:pt>
                <c:pt idx="3121">
                  <c:v>23.386409999999973</c:v>
                </c:pt>
                <c:pt idx="3122">
                  <c:v>23.3324</c:v>
                </c:pt>
                <c:pt idx="3123">
                  <c:v>23.722129999999975</c:v>
                </c:pt>
                <c:pt idx="3124">
                  <c:v>24.249339999999975</c:v>
                </c:pt>
                <c:pt idx="3125">
                  <c:v>24.766479999999973</c:v>
                </c:pt>
                <c:pt idx="3126">
                  <c:v>25.266159999999989</c:v>
                </c:pt>
                <c:pt idx="3127">
                  <c:v>25.535489999999989</c:v>
                </c:pt>
                <c:pt idx="3128">
                  <c:v>25.68713</c:v>
                </c:pt>
                <c:pt idx="3129">
                  <c:v>25.96888999999997</c:v>
                </c:pt>
                <c:pt idx="3130">
                  <c:v>26.205529999999964</c:v>
                </c:pt>
                <c:pt idx="3131">
                  <c:v>26.370560000000001</c:v>
                </c:pt>
                <c:pt idx="3132">
                  <c:v>26.582699999999956</c:v>
                </c:pt>
                <c:pt idx="3133">
                  <c:v>26.767790000000002</c:v>
                </c:pt>
                <c:pt idx="3134">
                  <c:v>26.953869999999988</c:v>
                </c:pt>
                <c:pt idx="3135">
                  <c:v>27.30245</c:v>
                </c:pt>
                <c:pt idx="3136">
                  <c:v>27.265679999999964</c:v>
                </c:pt>
                <c:pt idx="3137">
                  <c:v>26.658770000000001</c:v>
                </c:pt>
                <c:pt idx="3138">
                  <c:v>26.12923</c:v>
                </c:pt>
                <c:pt idx="3139">
                  <c:v>26.009029999999989</c:v>
                </c:pt>
                <c:pt idx="3140">
                  <c:v>26.131760000000021</c:v>
                </c:pt>
                <c:pt idx="3141">
                  <c:v>26.137930000000026</c:v>
                </c:pt>
                <c:pt idx="3142">
                  <c:v>26.14141</c:v>
                </c:pt>
                <c:pt idx="3143">
                  <c:v>25.995689999999971</c:v>
                </c:pt>
                <c:pt idx="3144">
                  <c:v>25.423579999999973</c:v>
                </c:pt>
                <c:pt idx="3145">
                  <c:v>25.056809999999999</c:v>
                </c:pt>
                <c:pt idx="3146">
                  <c:v>25.02321999999997</c:v>
                </c:pt>
                <c:pt idx="3147">
                  <c:v>24.996779999999973</c:v>
                </c:pt>
                <c:pt idx="3148">
                  <c:v>24.91807</c:v>
                </c:pt>
                <c:pt idx="3149">
                  <c:v>24.654470000000021</c:v>
                </c:pt>
                <c:pt idx="3150">
                  <c:v>24.295779999999972</c:v>
                </c:pt>
                <c:pt idx="3151">
                  <c:v>24.356770000000001</c:v>
                </c:pt>
                <c:pt idx="3152">
                  <c:v>24.842469999999974</c:v>
                </c:pt>
                <c:pt idx="3153">
                  <c:v>24.89066</c:v>
                </c:pt>
                <c:pt idx="3154">
                  <c:v>24.463529999999956</c:v>
                </c:pt>
                <c:pt idx="3155">
                  <c:v>24.260399999999972</c:v>
                </c:pt>
                <c:pt idx="3156">
                  <c:v>24.43807</c:v>
                </c:pt>
                <c:pt idx="3157">
                  <c:v>24.688800000000001</c:v>
                </c:pt>
                <c:pt idx="3158">
                  <c:v>24.842980000000001</c:v>
                </c:pt>
                <c:pt idx="3159">
                  <c:v>24.763239999999964</c:v>
                </c:pt>
                <c:pt idx="3160">
                  <c:v>24.56983</c:v>
                </c:pt>
                <c:pt idx="3161">
                  <c:v>24.56119</c:v>
                </c:pt>
                <c:pt idx="3162">
                  <c:v>24.757380000000001</c:v>
                </c:pt>
                <c:pt idx="3163">
                  <c:v>25.027850000000026</c:v>
                </c:pt>
                <c:pt idx="3164">
                  <c:v>25.41356</c:v>
                </c:pt>
                <c:pt idx="3165">
                  <c:v>25.856839999999988</c:v>
                </c:pt>
                <c:pt idx="3166">
                  <c:v>25.455209999999973</c:v>
                </c:pt>
                <c:pt idx="3167">
                  <c:v>24.453990000000001</c:v>
                </c:pt>
                <c:pt idx="3168">
                  <c:v>23.760219999999968</c:v>
                </c:pt>
                <c:pt idx="3169">
                  <c:v>23.578959999999999</c:v>
                </c:pt>
                <c:pt idx="3170">
                  <c:v>23.76355999999997</c:v>
                </c:pt>
                <c:pt idx="3171">
                  <c:v>23.980399999999957</c:v>
                </c:pt>
                <c:pt idx="3172">
                  <c:v>24.236260000000001</c:v>
                </c:pt>
                <c:pt idx="3173">
                  <c:v>24.166270000000001</c:v>
                </c:pt>
                <c:pt idx="3174">
                  <c:v>23.722229999999964</c:v>
                </c:pt>
                <c:pt idx="3175">
                  <c:v>23.22582999999997</c:v>
                </c:pt>
                <c:pt idx="3176">
                  <c:v>22.91948</c:v>
                </c:pt>
                <c:pt idx="3177">
                  <c:v>22.982549999999947</c:v>
                </c:pt>
                <c:pt idx="3178">
                  <c:v>23.223419999999972</c:v>
                </c:pt>
                <c:pt idx="3179">
                  <c:v>23.48781</c:v>
                </c:pt>
                <c:pt idx="3180">
                  <c:v>23.82432</c:v>
                </c:pt>
                <c:pt idx="3181">
                  <c:v>24.192689999999974</c:v>
                </c:pt>
                <c:pt idx="3182">
                  <c:v>24.417300000000001</c:v>
                </c:pt>
                <c:pt idx="3183">
                  <c:v>24.45994</c:v>
                </c:pt>
                <c:pt idx="3184">
                  <c:v>24.443860000000001</c:v>
                </c:pt>
                <c:pt idx="3185">
                  <c:v>24.489809999999974</c:v>
                </c:pt>
                <c:pt idx="3186">
                  <c:v>24.456130000000002</c:v>
                </c:pt>
                <c:pt idx="3187">
                  <c:v>24.27749</c:v>
                </c:pt>
                <c:pt idx="3188">
                  <c:v>23.927489999999974</c:v>
                </c:pt>
                <c:pt idx="3189">
                  <c:v>23.54101</c:v>
                </c:pt>
                <c:pt idx="3190">
                  <c:v>22.956239999999973</c:v>
                </c:pt>
                <c:pt idx="3191">
                  <c:v>22.386739999999964</c:v>
                </c:pt>
                <c:pt idx="3192">
                  <c:v>21.767869999999988</c:v>
                </c:pt>
                <c:pt idx="3193">
                  <c:v>20.736519999999974</c:v>
                </c:pt>
                <c:pt idx="3194">
                  <c:v>19.594989999999999</c:v>
                </c:pt>
                <c:pt idx="3195">
                  <c:v>18.844919999999988</c:v>
                </c:pt>
                <c:pt idx="3196">
                  <c:v>18.79984</c:v>
                </c:pt>
                <c:pt idx="3197">
                  <c:v>18.923219999999972</c:v>
                </c:pt>
                <c:pt idx="3198">
                  <c:v>18.707739999999973</c:v>
                </c:pt>
                <c:pt idx="3199">
                  <c:v>18.617139999999999</c:v>
                </c:pt>
                <c:pt idx="3200">
                  <c:v>18.68113</c:v>
                </c:pt>
                <c:pt idx="3201">
                  <c:v>18.66773999999997</c:v>
                </c:pt>
                <c:pt idx="3202">
                  <c:v>18.708480000000002</c:v>
                </c:pt>
                <c:pt idx="3203">
                  <c:v>18.716999999999999</c:v>
                </c:pt>
                <c:pt idx="3204">
                  <c:v>18.700039999999973</c:v>
                </c:pt>
                <c:pt idx="3205">
                  <c:v>18.559480000000001</c:v>
                </c:pt>
                <c:pt idx="3206">
                  <c:v>18.302669999999978</c:v>
                </c:pt>
                <c:pt idx="3207">
                  <c:v>18.049299999999974</c:v>
                </c:pt>
                <c:pt idx="3208">
                  <c:v>17.95627</c:v>
                </c:pt>
                <c:pt idx="3209">
                  <c:v>18.058299999999978</c:v>
                </c:pt>
                <c:pt idx="3210">
                  <c:v>18.285599999999956</c:v>
                </c:pt>
                <c:pt idx="3211">
                  <c:v>18.630189999999999</c:v>
                </c:pt>
                <c:pt idx="3212">
                  <c:v>18.925499999999964</c:v>
                </c:pt>
                <c:pt idx="3213">
                  <c:v>19.220649999999956</c:v>
                </c:pt>
                <c:pt idx="3214">
                  <c:v>18.826920000000001</c:v>
                </c:pt>
                <c:pt idx="3215">
                  <c:v>17.612739999999974</c:v>
                </c:pt>
                <c:pt idx="3216">
                  <c:v>16.7075</c:v>
                </c:pt>
                <c:pt idx="3217">
                  <c:v>16.463609999999957</c:v>
                </c:pt>
                <c:pt idx="3218">
                  <c:v>16.535170000000001</c:v>
                </c:pt>
                <c:pt idx="3219">
                  <c:v>16.253539999999973</c:v>
                </c:pt>
                <c:pt idx="3220">
                  <c:v>15.505090000000004</c:v>
                </c:pt>
                <c:pt idx="3221">
                  <c:v>15.097250000000001</c:v>
                </c:pt>
                <c:pt idx="3222">
                  <c:v>15.121180000000001</c:v>
                </c:pt>
                <c:pt idx="3223">
                  <c:v>14.783060000000001</c:v>
                </c:pt>
                <c:pt idx="3224">
                  <c:v>14.35881</c:v>
                </c:pt>
                <c:pt idx="3225">
                  <c:v>13.940940000000001</c:v>
                </c:pt>
                <c:pt idx="3226">
                  <c:v>13.487540000000006</c:v>
                </c:pt>
                <c:pt idx="3227">
                  <c:v>12.974780000000004</c:v>
                </c:pt>
                <c:pt idx="3228">
                  <c:v>12.52047</c:v>
                </c:pt>
                <c:pt idx="3229">
                  <c:v>12.08221</c:v>
                </c:pt>
                <c:pt idx="3230">
                  <c:v>11.669700000000002</c:v>
                </c:pt>
                <c:pt idx="3231">
                  <c:v>11.453150000000004</c:v>
                </c:pt>
                <c:pt idx="3232">
                  <c:v>11.402470000000006</c:v>
                </c:pt>
                <c:pt idx="3233">
                  <c:v>11.484500000000002</c:v>
                </c:pt>
                <c:pt idx="3234">
                  <c:v>11.850720000000004</c:v>
                </c:pt>
                <c:pt idx="3235">
                  <c:v>12.44922</c:v>
                </c:pt>
                <c:pt idx="3236">
                  <c:v>12.741129999999998</c:v>
                </c:pt>
                <c:pt idx="3237">
                  <c:v>12.964830000000006</c:v>
                </c:pt>
                <c:pt idx="3238">
                  <c:v>13.302210000000002</c:v>
                </c:pt>
                <c:pt idx="3239">
                  <c:v>13.511810000000001</c:v>
                </c:pt>
                <c:pt idx="3240">
                  <c:v>13.55092</c:v>
                </c:pt>
                <c:pt idx="3241">
                  <c:v>13.561160000000001</c:v>
                </c:pt>
                <c:pt idx="3242">
                  <c:v>13.69815</c:v>
                </c:pt>
                <c:pt idx="3243">
                  <c:v>13.840170000000001</c:v>
                </c:pt>
                <c:pt idx="3244">
                  <c:v>13.68352</c:v>
                </c:pt>
                <c:pt idx="3245">
                  <c:v>12.96027</c:v>
                </c:pt>
                <c:pt idx="3246">
                  <c:v>12.06827</c:v>
                </c:pt>
                <c:pt idx="3247">
                  <c:v>11.630319999999999</c:v>
                </c:pt>
                <c:pt idx="3248">
                  <c:v>11.84484</c:v>
                </c:pt>
                <c:pt idx="3249">
                  <c:v>12.284410000000001</c:v>
                </c:pt>
                <c:pt idx="3250">
                  <c:v>12.62022</c:v>
                </c:pt>
                <c:pt idx="3251">
                  <c:v>12.929590000000006</c:v>
                </c:pt>
                <c:pt idx="3252">
                  <c:v>13.20318</c:v>
                </c:pt>
                <c:pt idx="3253">
                  <c:v>13.114840000000001</c:v>
                </c:pt>
                <c:pt idx="3254">
                  <c:v>12.09164</c:v>
                </c:pt>
                <c:pt idx="3255">
                  <c:v>10.89161</c:v>
                </c:pt>
                <c:pt idx="3256">
                  <c:v>10.11031</c:v>
                </c:pt>
                <c:pt idx="3257">
                  <c:v>9.6961400000000015</c:v>
                </c:pt>
                <c:pt idx="3258">
                  <c:v>9.4938900000000004</c:v>
                </c:pt>
                <c:pt idx="3259">
                  <c:v>9.7174900000000015</c:v>
                </c:pt>
                <c:pt idx="3260">
                  <c:v>10.488760000000001</c:v>
                </c:pt>
                <c:pt idx="3261">
                  <c:v>11.142390000000001</c:v>
                </c:pt>
                <c:pt idx="3262">
                  <c:v>10.967610000000002</c:v>
                </c:pt>
                <c:pt idx="3263">
                  <c:v>10.61697</c:v>
                </c:pt>
                <c:pt idx="3264">
                  <c:v>10.348460000000001</c:v>
                </c:pt>
                <c:pt idx="3265">
                  <c:v>10.1676</c:v>
                </c:pt>
                <c:pt idx="3266">
                  <c:v>9.8777700000000035</c:v>
                </c:pt>
                <c:pt idx="3267">
                  <c:v>9.5499900000000011</c:v>
                </c:pt>
                <c:pt idx="3268">
                  <c:v>9.4327100000000002</c:v>
                </c:pt>
                <c:pt idx="3269">
                  <c:v>9.4320900000000005</c:v>
                </c:pt>
                <c:pt idx="3270">
                  <c:v>9.3856700000000028</c:v>
                </c:pt>
                <c:pt idx="3271">
                  <c:v>9.2758200000000013</c:v>
                </c:pt>
                <c:pt idx="3272">
                  <c:v>9.0151800000000026</c:v>
                </c:pt>
                <c:pt idx="3273">
                  <c:v>8.7499000000000002</c:v>
                </c:pt>
                <c:pt idx="3274">
                  <c:v>8.7201199999999996</c:v>
                </c:pt>
                <c:pt idx="3275">
                  <c:v>8.8421300000000027</c:v>
                </c:pt>
                <c:pt idx="3276">
                  <c:v>8.8859400000000068</c:v>
                </c:pt>
                <c:pt idx="3277">
                  <c:v>8.7979099999999999</c:v>
                </c:pt>
                <c:pt idx="3278">
                  <c:v>8.5811200000000003</c:v>
                </c:pt>
                <c:pt idx="3279">
                  <c:v>8.3602100000000004</c:v>
                </c:pt>
                <c:pt idx="3280">
                  <c:v>8.2276900000000008</c:v>
                </c:pt>
                <c:pt idx="3281">
                  <c:v>8.200190000000001</c:v>
                </c:pt>
                <c:pt idx="3282">
                  <c:v>8.1069500000000012</c:v>
                </c:pt>
                <c:pt idx="3283">
                  <c:v>7.8955799999999945</c:v>
                </c:pt>
                <c:pt idx="3284">
                  <c:v>7.6641599999999901</c:v>
                </c:pt>
                <c:pt idx="3285">
                  <c:v>7.5908299999999995</c:v>
                </c:pt>
                <c:pt idx="3286">
                  <c:v>7.6892800000000001</c:v>
                </c:pt>
                <c:pt idx="3287">
                  <c:v>7.9529799999999975</c:v>
                </c:pt>
                <c:pt idx="3288">
                  <c:v>8.3489699999999996</c:v>
                </c:pt>
                <c:pt idx="3289">
                  <c:v>8.8322900000000004</c:v>
                </c:pt>
                <c:pt idx="3290">
                  <c:v>9.1321300000000001</c:v>
                </c:pt>
                <c:pt idx="3291">
                  <c:v>9.0389299999999988</c:v>
                </c:pt>
                <c:pt idx="3292">
                  <c:v>8.7290600000000005</c:v>
                </c:pt>
                <c:pt idx="3293">
                  <c:v>8.33812</c:v>
                </c:pt>
                <c:pt idx="3294">
                  <c:v>8.1196800000000007</c:v>
                </c:pt>
                <c:pt idx="3295">
                  <c:v>8.24057</c:v>
                </c:pt>
                <c:pt idx="3296">
                  <c:v>8.4386300000000016</c:v>
                </c:pt>
                <c:pt idx="3297">
                  <c:v>8.3260800000000028</c:v>
                </c:pt>
                <c:pt idx="3298">
                  <c:v>8.0787100000000009</c:v>
                </c:pt>
                <c:pt idx="3299">
                  <c:v>7.9944600000000001</c:v>
                </c:pt>
                <c:pt idx="3300">
                  <c:v>8.0393299999999996</c:v>
                </c:pt>
                <c:pt idx="3301">
                  <c:v>8.2754600000000007</c:v>
                </c:pt>
                <c:pt idx="3302">
                  <c:v>8.62026</c:v>
                </c:pt>
                <c:pt idx="3303">
                  <c:v>8.6165600000000016</c:v>
                </c:pt>
                <c:pt idx="3304">
                  <c:v>8.2402499999999996</c:v>
                </c:pt>
                <c:pt idx="3305">
                  <c:v>7.8062899999999997</c:v>
                </c:pt>
                <c:pt idx="3306">
                  <c:v>7.3349499999999965</c:v>
                </c:pt>
                <c:pt idx="3307">
                  <c:v>6.9391600000000064</c:v>
                </c:pt>
                <c:pt idx="3308">
                  <c:v>6.5428899999999945</c:v>
                </c:pt>
                <c:pt idx="3309">
                  <c:v>6.1654599999999951</c:v>
                </c:pt>
                <c:pt idx="3310">
                  <c:v>5.9371700000000001</c:v>
                </c:pt>
                <c:pt idx="3311">
                  <c:v>5.6848399999999941</c:v>
                </c:pt>
                <c:pt idx="3312">
                  <c:v>5.4347599999999998</c:v>
                </c:pt>
                <c:pt idx="3313">
                  <c:v>5.3926099999999995</c:v>
                </c:pt>
                <c:pt idx="3314">
                  <c:v>5.5162500000000003</c:v>
                </c:pt>
                <c:pt idx="3315">
                  <c:v>5.7507599999999996</c:v>
                </c:pt>
                <c:pt idx="3316">
                  <c:v>6.1020199999999951</c:v>
                </c:pt>
                <c:pt idx="3317">
                  <c:v>6.3580499999999995</c:v>
                </c:pt>
                <c:pt idx="3318">
                  <c:v>6.5827799999999996</c:v>
                </c:pt>
                <c:pt idx="3319">
                  <c:v>6.652519999999992</c:v>
                </c:pt>
                <c:pt idx="3320">
                  <c:v>6.6679299999999921</c:v>
                </c:pt>
                <c:pt idx="3321">
                  <c:v>6.9429099999999995</c:v>
                </c:pt>
                <c:pt idx="3322">
                  <c:v>7.4254899999999955</c:v>
                </c:pt>
                <c:pt idx="3323">
                  <c:v>7.9750899999999998</c:v>
                </c:pt>
                <c:pt idx="3324">
                  <c:v>8.2921500000000012</c:v>
                </c:pt>
                <c:pt idx="3325">
                  <c:v>8.1744500000000002</c:v>
                </c:pt>
                <c:pt idx="3326">
                  <c:v>7.8682499999999997</c:v>
                </c:pt>
                <c:pt idx="3327">
                  <c:v>7.6406200000000002</c:v>
                </c:pt>
                <c:pt idx="3328">
                  <c:v>7.5631899999999943</c:v>
                </c:pt>
                <c:pt idx="3329">
                  <c:v>7.6257499999999965</c:v>
                </c:pt>
                <c:pt idx="3330">
                  <c:v>7.77454</c:v>
                </c:pt>
                <c:pt idx="3331">
                  <c:v>8.1456300000000006</c:v>
                </c:pt>
                <c:pt idx="3332">
                  <c:v>8.6912699999999994</c:v>
                </c:pt>
                <c:pt idx="3333">
                  <c:v>9.0465700000000009</c:v>
                </c:pt>
                <c:pt idx="3334">
                  <c:v>9.2495100000000008</c:v>
                </c:pt>
                <c:pt idx="3335">
                  <c:v>9.4435000000000002</c:v>
                </c:pt>
                <c:pt idx="3336">
                  <c:v>9.554920000000001</c:v>
                </c:pt>
                <c:pt idx="3337">
                  <c:v>9.6595900000000068</c:v>
                </c:pt>
                <c:pt idx="3338">
                  <c:v>10.00422</c:v>
                </c:pt>
                <c:pt idx="3339">
                  <c:v>9.9267500000000002</c:v>
                </c:pt>
                <c:pt idx="3340">
                  <c:v>9.3741800000000008</c:v>
                </c:pt>
                <c:pt idx="3341">
                  <c:v>9.0255600000000005</c:v>
                </c:pt>
                <c:pt idx="3342">
                  <c:v>9.2098900000000015</c:v>
                </c:pt>
                <c:pt idx="3343">
                  <c:v>9.4919000000000011</c:v>
                </c:pt>
                <c:pt idx="3344">
                  <c:v>9.7169100000000004</c:v>
                </c:pt>
                <c:pt idx="3345">
                  <c:v>9.90639</c:v>
                </c:pt>
                <c:pt idx="3346">
                  <c:v>10.09784</c:v>
                </c:pt>
                <c:pt idx="3347">
                  <c:v>10.28421</c:v>
                </c:pt>
                <c:pt idx="3348">
                  <c:v>10.35460000000001</c:v>
                </c:pt>
                <c:pt idx="3349">
                  <c:v>10.231019999999999</c:v>
                </c:pt>
                <c:pt idx="3350">
                  <c:v>10.215070000000001</c:v>
                </c:pt>
                <c:pt idx="3351">
                  <c:v>10.255380000000002</c:v>
                </c:pt>
                <c:pt idx="3352">
                  <c:v>10.32727</c:v>
                </c:pt>
                <c:pt idx="3353">
                  <c:v>10.49179</c:v>
                </c:pt>
                <c:pt idx="3354">
                  <c:v>10.780610000000001</c:v>
                </c:pt>
                <c:pt idx="3355">
                  <c:v>11.113350000000001</c:v>
                </c:pt>
                <c:pt idx="3356">
                  <c:v>11.331470000000001</c:v>
                </c:pt>
                <c:pt idx="3357">
                  <c:v>11.426590000000004</c:v>
                </c:pt>
                <c:pt idx="3358">
                  <c:v>11.45590000000001</c:v>
                </c:pt>
                <c:pt idx="3359">
                  <c:v>11.603810000000001</c:v>
                </c:pt>
                <c:pt idx="3360">
                  <c:v>11.69411</c:v>
                </c:pt>
                <c:pt idx="3361">
                  <c:v>11.72908</c:v>
                </c:pt>
                <c:pt idx="3362">
                  <c:v>11.872310000000002</c:v>
                </c:pt>
                <c:pt idx="3363">
                  <c:v>11.91445</c:v>
                </c:pt>
                <c:pt idx="3364">
                  <c:v>11.869150000000012</c:v>
                </c:pt>
                <c:pt idx="3365">
                  <c:v>11.812110000000002</c:v>
                </c:pt>
                <c:pt idx="3366">
                  <c:v>11.809190000000006</c:v>
                </c:pt>
                <c:pt idx="3367">
                  <c:v>11.931710000000001</c:v>
                </c:pt>
                <c:pt idx="3368">
                  <c:v>12.188840000000001</c:v>
                </c:pt>
                <c:pt idx="3369">
                  <c:v>12.635290000000001</c:v>
                </c:pt>
                <c:pt idx="3370">
                  <c:v>13.304930000000002</c:v>
                </c:pt>
                <c:pt idx="3371">
                  <c:v>13.82607</c:v>
                </c:pt>
                <c:pt idx="3372">
                  <c:v>14.136710000000001</c:v>
                </c:pt>
                <c:pt idx="3373">
                  <c:v>14.46231</c:v>
                </c:pt>
                <c:pt idx="3374">
                  <c:v>14.522460000000002</c:v>
                </c:pt>
                <c:pt idx="3375">
                  <c:v>14.131729999999999</c:v>
                </c:pt>
                <c:pt idx="3376">
                  <c:v>13.813970000000001</c:v>
                </c:pt>
                <c:pt idx="3377">
                  <c:v>13.619960000000001</c:v>
                </c:pt>
                <c:pt idx="3378">
                  <c:v>13.62383</c:v>
                </c:pt>
                <c:pt idx="3379">
                  <c:v>13.90335</c:v>
                </c:pt>
                <c:pt idx="3380">
                  <c:v>14.00588000000001</c:v>
                </c:pt>
                <c:pt idx="3381">
                  <c:v>13.42732</c:v>
                </c:pt>
                <c:pt idx="3382">
                  <c:v>12.59802</c:v>
                </c:pt>
                <c:pt idx="3383">
                  <c:v>12.23851</c:v>
                </c:pt>
                <c:pt idx="3384">
                  <c:v>12.41089</c:v>
                </c:pt>
                <c:pt idx="3385">
                  <c:v>13.06925</c:v>
                </c:pt>
                <c:pt idx="3386">
                  <c:v>13.90677</c:v>
                </c:pt>
                <c:pt idx="3387">
                  <c:v>14.322710000000002</c:v>
                </c:pt>
                <c:pt idx="3388">
                  <c:v>14.339930000000004</c:v>
                </c:pt>
                <c:pt idx="3389">
                  <c:v>14.08858</c:v>
                </c:pt>
                <c:pt idx="3390">
                  <c:v>13.72977</c:v>
                </c:pt>
                <c:pt idx="3391">
                  <c:v>13.439</c:v>
                </c:pt>
                <c:pt idx="3392">
                  <c:v>13.040179999999999</c:v>
                </c:pt>
                <c:pt idx="3393">
                  <c:v>12.79874</c:v>
                </c:pt>
                <c:pt idx="3394">
                  <c:v>12.957630000000011</c:v>
                </c:pt>
                <c:pt idx="3395">
                  <c:v>13.28675</c:v>
                </c:pt>
                <c:pt idx="3396">
                  <c:v>13.56859</c:v>
                </c:pt>
                <c:pt idx="3397">
                  <c:v>13.81941000000001</c:v>
                </c:pt>
                <c:pt idx="3398">
                  <c:v>14.03755</c:v>
                </c:pt>
                <c:pt idx="3399">
                  <c:v>14.523100000000001</c:v>
                </c:pt>
                <c:pt idx="3400">
                  <c:v>15.13677</c:v>
                </c:pt>
                <c:pt idx="3401">
                  <c:v>15.60356</c:v>
                </c:pt>
                <c:pt idx="3402">
                  <c:v>15.725900000000001</c:v>
                </c:pt>
                <c:pt idx="3403">
                  <c:v>15.802570000000006</c:v>
                </c:pt>
                <c:pt idx="3404">
                  <c:v>15.948779999999999</c:v>
                </c:pt>
                <c:pt idx="3405">
                  <c:v>15.81437</c:v>
                </c:pt>
                <c:pt idx="3406">
                  <c:v>15.58672</c:v>
                </c:pt>
                <c:pt idx="3407">
                  <c:v>15.28331</c:v>
                </c:pt>
                <c:pt idx="3408">
                  <c:v>15.22866</c:v>
                </c:pt>
                <c:pt idx="3409">
                  <c:v>15.605260000000001</c:v>
                </c:pt>
                <c:pt idx="3410">
                  <c:v>16.185129999999972</c:v>
                </c:pt>
                <c:pt idx="3411">
                  <c:v>16.949009999999973</c:v>
                </c:pt>
                <c:pt idx="3412">
                  <c:v>17.828039999999973</c:v>
                </c:pt>
                <c:pt idx="3413">
                  <c:v>18.507069999999999</c:v>
                </c:pt>
                <c:pt idx="3414">
                  <c:v>19.014679999999988</c:v>
                </c:pt>
                <c:pt idx="3415">
                  <c:v>19.16938</c:v>
                </c:pt>
                <c:pt idx="3416">
                  <c:v>18.748189999999973</c:v>
                </c:pt>
                <c:pt idx="3417">
                  <c:v>18.18318</c:v>
                </c:pt>
                <c:pt idx="3418">
                  <c:v>17.921039999999973</c:v>
                </c:pt>
                <c:pt idx="3419">
                  <c:v>18.070989999999988</c:v>
                </c:pt>
                <c:pt idx="3420">
                  <c:v>18.374479999999988</c:v>
                </c:pt>
                <c:pt idx="3421">
                  <c:v>18.787409999999973</c:v>
                </c:pt>
                <c:pt idx="3422">
                  <c:v>19.27393</c:v>
                </c:pt>
                <c:pt idx="3423">
                  <c:v>19.631139999999988</c:v>
                </c:pt>
                <c:pt idx="3424">
                  <c:v>19.152850000000026</c:v>
                </c:pt>
                <c:pt idx="3425">
                  <c:v>18.601469999999999</c:v>
                </c:pt>
                <c:pt idx="3426">
                  <c:v>18.470289999999974</c:v>
                </c:pt>
                <c:pt idx="3427">
                  <c:v>18.252419999999972</c:v>
                </c:pt>
                <c:pt idx="3428">
                  <c:v>18.143989999999999</c:v>
                </c:pt>
                <c:pt idx="3429">
                  <c:v>18.07661999999997</c:v>
                </c:pt>
                <c:pt idx="3430">
                  <c:v>18.21039</c:v>
                </c:pt>
                <c:pt idx="3431">
                  <c:v>18.591290000000001</c:v>
                </c:pt>
                <c:pt idx="3432">
                  <c:v>18.973699999999972</c:v>
                </c:pt>
                <c:pt idx="3433">
                  <c:v>19.479599999999973</c:v>
                </c:pt>
                <c:pt idx="3434">
                  <c:v>19.769429999999975</c:v>
                </c:pt>
                <c:pt idx="3435">
                  <c:v>19.800609999999974</c:v>
                </c:pt>
                <c:pt idx="3436">
                  <c:v>19.783080000000002</c:v>
                </c:pt>
                <c:pt idx="3437">
                  <c:v>19.77331999999997</c:v>
                </c:pt>
                <c:pt idx="3438">
                  <c:v>19.816050000000022</c:v>
                </c:pt>
                <c:pt idx="3439">
                  <c:v>19.7715</c:v>
                </c:pt>
                <c:pt idx="3440">
                  <c:v>19.788019999999957</c:v>
                </c:pt>
                <c:pt idx="3441">
                  <c:v>19.992099999999972</c:v>
                </c:pt>
                <c:pt idx="3442">
                  <c:v>20.050139999999974</c:v>
                </c:pt>
                <c:pt idx="3443">
                  <c:v>20.208010000000002</c:v>
                </c:pt>
                <c:pt idx="3444">
                  <c:v>20.66743</c:v>
                </c:pt>
                <c:pt idx="3445">
                  <c:v>21.187930000000001</c:v>
                </c:pt>
                <c:pt idx="3446">
                  <c:v>21.5017</c:v>
                </c:pt>
                <c:pt idx="3447">
                  <c:v>21.37377</c:v>
                </c:pt>
                <c:pt idx="3448">
                  <c:v>20.845269999999989</c:v>
                </c:pt>
                <c:pt idx="3449">
                  <c:v>20.703959999999999</c:v>
                </c:pt>
                <c:pt idx="3450">
                  <c:v>21.094650000000001</c:v>
                </c:pt>
                <c:pt idx="3451">
                  <c:v>21.639949999999999</c:v>
                </c:pt>
                <c:pt idx="3452">
                  <c:v>22.073920000000001</c:v>
                </c:pt>
                <c:pt idx="3453">
                  <c:v>22.02938</c:v>
                </c:pt>
                <c:pt idx="3454">
                  <c:v>21.85013</c:v>
                </c:pt>
                <c:pt idx="3455">
                  <c:v>21.551189999999988</c:v>
                </c:pt>
                <c:pt idx="3456">
                  <c:v>21.361460000000001</c:v>
                </c:pt>
                <c:pt idx="3457">
                  <c:v>21.704630000000002</c:v>
                </c:pt>
                <c:pt idx="3458">
                  <c:v>22.062679999999968</c:v>
                </c:pt>
                <c:pt idx="3459">
                  <c:v>22.347860000000022</c:v>
                </c:pt>
                <c:pt idx="3460">
                  <c:v>22.581849999999989</c:v>
                </c:pt>
                <c:pt idx="3461">
                  <c:v>22.236229999999974</c:v>
                </c:pt>
                <c:pt idx="3462">
                  <c:v>21.864239999999974</c:v>
                </c:pt>
                <c:pt idx="3463">
                  <c:v>22.025529999999975</c:v>
                </c:pt>
                <c:pt idx="3464">
                  <c:v>22.549150000000001</c:v>
                </c:pt>
                <c:pt idx="3465">
                  <c:v>22.91255</c:v>
                </c:pt>
                <c:pt idx="3466">
                  <c:v>23.113610000000001</c:v>
                </c:pt>
                <c:pt idx="3467">
                  <c:v>23.438459999999989</c:v>
                </c:pt>
                <c:pt idx="3468">
                  <c:v>23.8095</c:v>
                </c:pt>
                <c:pt idx="3469">
                  <c:v>24.076440000000002</c:v>
                </c:pt>
                <c:pt idx="3470">
                  <c:v>23.82507</c:v>
                </c:pt>
                <c:pt idx="3471">
                  <c:v>23.263119999999972</c:v>
                </c:pt>
                <c:pt idx="3472">
                  <c:v>23.192979999999999</c:v>
                </c:pt>
                <c:pt idx="3473">
                  <c:v>23.749849999999974</c:v>
                </c:pt>
                <c:pt idx="3474">
                  <c:v>24.41351999999997</c:v>
                </c:pt>
                <c:pt idx="3475">
                  <c:v>24.767289999999978</c:v>
                </c:pt>
                <c:pt idx="3476">
                  <c:v>24.76886</c:v>
                </c:pt>
                <c:pt idx="3477">
                  <c:v>24.858080000000001</c:v>
                </c:pt>
                <c:pt idx="3478">
                  <c:v>24.940049999999957</c:v>
                </c:pt>
                <c:pt idx="3479">
                  <c:v>24.728429999999957</c:v>
                </c:pt>
                <c:pt idx="3480">
                  <c:v>24.605119999999989</c:v>
                </c:pt>
                <c:pt idx="3481">
                  <c:v>24.762529999999959</c:v>
                </c:pt>
                <c:pt idx="3482">
                  <c:v>25.09207</c:v>
                </c:pt>
                <c:pt idx="3483">
                  <c:v>25.357430000000001</c:v>
                </c:pt>
                <c:pt idx="3484">
                  <c:v>25.327300000000001</c:v>
                </c:pt>
                <c:pt idx="3485">
                  <c:v>25.249219999999973</c:v>
                </c:pt>
                <c:pt idx="3486">
                  <c:v>25.449219999999972</c:v>
                </c:pt>
                <c:pt idx="3487">
                  <c:v>25.75582</c:v>
                </c:pt>
                <c:pt idx="3488">
                  <c:v>25.926169999999974</c:v>
                </c:pt>
                <c:pt idx="3489">
                  <c:v>26.168389999999974</c:v>
                </c:pt>
                <c:pt idx="3490">
                  <c:v>26.585649999999958</c:v>
                </c:pt>
                <c:pt idx="3491">
                  <c:v>26.794789999999974</c:v>
                </c:pt>
                <c:pt idx="3492">
                  <c:v>26.690870000000022</c:v>
                </c:pt>
                <c:pt idx="3493">
                  <c:v>26.490139999999968</c:v>
                </c:pt>
                <c:pt idx="3494">
                  <c:v>26.442909999999973</c:v>
                </c:pt>
                <c:pt idx="3495">
                  <c:v>26.75163999999997</c:v>
                </c:pt>
                <c:pt idx="3496">
                  <c:v>27.215990000000001</c:v>
                </c:pt>
                <c:pt idx="3497">
                  <c:v>27.402889999999989</c:v>
                </c:pt>
                <c:pt idx="3498">
                  <c:v>27.160689999999974</c:v>
                </c:pt>
                <c:pt idx="3499">
                  <c:v>26.980379999999968</c:v>
                </c:pt>
                <c:pt idx="3500">
                  <c:v>27.045099999999973</c:v>
                </c:pt>
                <c:pt idx="3501">
                  <c:v>26.944870000000005</c:v>
                </c:pt>
                <c:pt idx="3502">
                  <c:v>26.877279999999999</c:v>
                </c:pt>
                <c:pt idx="3503">
                  <c:v>27.090209999999974</c:v>
                </c:pt>
                <c:pt idx="3504">
                  <c:v>27.448369999999972</c:v>
                </c:pt>
                <c:pt idx="3505">
                  <c:v>27.816099999999999</c:v>
                </c:pt>
                <c:pt idx="3506">
                  <c:v>27.75535</c:v>
                </c:pt>
                <c:pt idx="3507">
                  <c:v>27.503719999999973</c:v>
                </c:pt>
                <c:pt idx="3508">
                  <c:v>27.414239999999989</c:v>
                </c:pt>
                <c:pt idx="3509">
                  <c:v>27.357510000000001</c:v>
                </c:pt>
                <c:pt idx="3510">
                  <c:v>27.469629999999956</c:v>
                </c:pt>
                <c:pt idx="3511">
                  <c:v>27.66657</c:v>
                </c:pt>
                <c:pt idx="3512">
                  <c:v>27.72982</c:v>
                </c:pt>
                <c:pt idx="3513">
                  <c:v>27.502079999999989</c:v>
                </c:pt>
                <c:pt idx="3514">
                  <c:v>27.447439999999968</c:v>
                </c:pt>
                <c:pt idx="3515">
                  <c:v>27.836250000000021</c:v>
                </c:pt>
                <c:pt idx="3516">
                  <c:v>28.142019999999974</c:v>
                </c:pt>
                <c:pt idx="3517">
                  <c:v>28.137609999999999</c:v>
                </c:pt>
                <c:pt idx="3518">
                  <c:v>28.084309999999974</c:v>
                </c:pt>
                <c:pt idx="3519">
                  <c:v>28.193989999999999</c:v>
                </c:pt>
                <c:pt idx="3520">
                  <c:v>28.296939999999989</c:v>
                </c:pt>
                <c:pt idx="3521">
                  <c:v>28.049990000000001</c:v>
                </c:pt>
                <c:pt idx="3522">
                  <c:v>26.877870000000033</c:v>
                </c:pt>
                <c:pt idx="3523">
                  <c:v>25.795109999999973</c:v>
                </c:pt>
                <c:pt idx="3524">
                  <c:v>25.49793</c:v>
                </c:pt>
                <c:pt idx="3525">
                  <c:v>25.27355</c:v>
                </c:pt>
                <c:pt idx="3526">
                  <c:v>25.151380000000021</c:v>
                </c:pt>
                <c:pt idx="3527">
                  <c:v>25.343579999999989</c:v>
                </c:pt>
                <c:pt idx="3528">
                  <c:v>25.43805</c:v>
                </c:pt>
                <c:pt idx="3529">
                  <c:v>24.935229999999972</c:v>
                </c:pt>
                <c:pt idx="3530">
                  <c:v>24.455229999999968</c:v>
                </c:pt>
                <c:pt idx="3531">
                  <c:v>24.134290000000021</c:v>
                </c:pt>
                <c:pt idx="3532">
                  <c:v>23.40756</c:v>
                </c:pt>
                <c:pt idx="3533">
                  <c:v>22.683019999999978</c:v>
                </c:pt>
                <c:pt idx="3534">
                  <c:v>21.783019999999972</c:v>
                </c:pt>
                <c:pt idx="3535">
                  <c:v>20.99281999999997</c:v>
                </c:pt>
                <c:pt idx="3536">
                  <c:v>20.601250000000022</c:v>
                </c:pt>
                <c:pt idx="3537">
                  <c:v>20.454170000000001</c:v>
                </c:pt>
                <c:pt idx="3538">
                  <c:v>20.339099999999988</c:v>
                </c:pt>
                <c:pt idx="3539">
                  <c:v>20.175180000000001</c:v>
                </c:pt>
                <c:pt idx="3540">
                  <c:v>20.258599999999973</c:v>
                </c:pt>
                <c:pt idx="3541">
                  <c:v>20.611010000000022</c:v>
                </c:pt>
                <c:pt idx="3542">
                  <c:v>21.002379999999974</c:v>
                </c:pt>
                <c:pt idx="3543">
                  <c:v>21.155519999999989</c:v>
                </c:pt>
                <c:pt idx="3544">
                  <c:v>20.913639999999972</c:v>
                </c:pt>
                <c:pt idx="3545">
                  <c:v>20.508780000000002</c:v>
                </c:pt>
                <c:pt idx="3546">
                  <c:v>20.318159999999999</c:v>
                </c:pt>
                <c:pt idx="3547">
                  <c:v>20.569639999999964</c:v>
                </c:pt>
                <c:pt idx="3548">
                  <c:v>20.771709999999974</c:v>
                </c:pt>
                <c:pt idx="3549">
                  <c:v>20.91206</c:v>
                </c:pt>
                <c:pt idx="3550">
                  <c:v>20.619090000000021</c:v>
                </c:pt>
                <c:pt idx="3551">
                  <c:v>20.186709999999973</c:v>
                </c:pt>
                <c:pt idx="3552">
                  <c:v>19.887180000000001</c:v>
                </c:pt>
                <c:pt idx="3553">
                  <c:v>19.428429999999956</c:v>
                </c:pt>
                <c:pt idx="3554">
                  <c:v>18.967020000000002</c:v>
                </c:pt>
                <c:pt idx="3555">
                  <c:v>18.605229999999974</c:v>
                </c:pt>
                <c:pt idx="3556">
                  <c:v>18.310849999999999</c:v>
                </c:pt>
                <c:pt idx="3557">
                  <c:v>18.09219999999997</c:v>
                </c:pt>
                <c:pt idx="3558">
                  <c:v>17.968929999999968</c:v>
                </c:pt>
                <c:pt idx="3559">
                  <c:v>18.116969999999998</c:v>
                </c:pt>
                <c:pt idx="3560">
                  <c:v>18.478379999999973</c:v>
                </c:pt>
                <c:pt idx="3561">
                  <c:v>18.558879999999988</c:v>
                </c:pt>
                <c:pt idx="3562">
                  <c:v>18.124189999999999</c:v>
                </c:pt>
                <c:pt idx="3563">
                  <c:v>17.36683</c:v>
                </c:pt>
                <c:pt idx="3564">
                  <c:v>16.843589999999974</c:v>
                </c:pt>
                <c:pt idx="3565">
                  <c:v>16.493960000000001</c:v>
                </c:pt>
                <c:pt idx="3566">
                  <c:v>16.300830000000001</c:v>
                </c:pt>
                <c:pt idx="3567">
                  <c:v>16.120149999999974</c:v>
                </c:pt>
                <c:pt idx="3568">
                  <c:v>15.89091</c:v>
                </c:pt>
                <c:pt idx="3569">
                  <c:v>15.89875</c:v>
                </c:pt>
                <c:pt idx="3570">
                  <c:v>16.118649999999974</c:v>
                </c:pt>
                <c:pt idx="3571">
                  <c:v>16.375360000000001</c:v>
                </c:pt>
                <c:pt idx="3572">
                  <c:v>16.419689999999989</c:v>
                </c:pt>
                <c:pt idx="3573">
                  <c:v>16.445339999999959</c:v>
                </c:pt>
                <c:pt idx="3574">
                  <c:v>16.445839999999972</c:v>
                </c:pt>
                <c:pt idx="3575">
                  <c:v>16.361049999999974</c:v>
                </c:pt>
                <c:pt idx="3576">
                  <c:v>15.321150000000001</c:v>
                </c:pt>
                <c:pt idx="3577">
                  <c:v>14.06439</c:v>
                </c:pt>
                <c:pt idx="3578">
                  <c:v>13.43689</c:v>
                </c:pt>
                <c:pt idx="3579">
                  <c:v>13.356040000000011</c:v>
                </c:pt>
                <c:pt idx="3580">
                  <c:v>13.73236</c:v>
                </c:pt>
                <c:pt idx="3581">
                  <c:v>14.43425</c:v>
                </c:pt>
                <c:pt idx="3582">
                  <c:v>14.923870000000001</c:v>
                </c:pt>
                <c:pt idx="3583">
                  <c:v>15.13411</c:v>
                </c:pt>
                <c:pt idx="3584">
                  <c:v>15.2545</c:v>
                </c:pt>
                <c:pt idx="3585">
                  <c:v>15.181090000000001</c:v>
                </c:pt>
                <c:pt idx="3586">
                  <c:v>15.088329999999999</c:v>
                </c:pt>
                <c:pt idx="3587">
                  <c:v>15.060930000000004</c:v>
                </c:pt>
                <c:pt idx="3588">
                  <c:v>14.94286</c:v>
                </c:pt>
                <c:pt idx="3589">
                  <c:v>14.55233000000001</c:v>
                </c:pt>
                <c:pt idx="3590">
                  <c:v>14.366850000000012</c:v>
                </c:pt>
                <c:pt idx="3591">
                  <c:v>14.218129999999999</c:v>
                </c:pt>
                <c:pt idx="3592">
                  <c:v>14.257540000000002</c:v>
                </c:pt>
                <c:pt idx="3593">
                  <c:v>14.398400000000002</c:v>
                </c:pt>
                <c:pt idx="3594">
                  <c:v>14.42333</c:v>
                </c:pt>
                <c:pt idx="3595">
                  <c:v>14.336960000000001</c:v>
                </c:pt>
                <c:pt idx="3596">
                  <c:v>14.236969999999999</c:v>
                </c:pt>
                <c:pt idx="3597">
                  <c:v>14.231490000000001</c:v>
                </c:pt>
                <c:pt idx="3598">
                  <c:v>14.063470000000002</c:v>
                </c:pt>
                <c:pt idx="3599">
                  <c:v>13.8</c:v>
                </c:pt>
                <c:pt idx="3600">
                  <c:v>13.819680000000011</c:v>
                </c:pt>
                <c:pt idx="3601">
                  <c:v>13.55405</c:v>
                </c:pt>
                <c:pt idx="3602">
                  <c:v>12.840810000000001</c:v>
                </c:pt>
                <c:pt idx="3603">
                  <c:v>12.38791</c:v>
                </c:pt>
                <c:pt idx="3604">
                  <c:v>12.405470000000006</c:v>
                </c:pt>
                <c:pt idx="3605">
                  <c:v>12.40747</c:v>
                </c:pt>
                <c:pt idx="3606">
                  <c:v>12.243119999999999</c:v>
                </c:pt>
                <c:pt idx="3607">
                  <c:v>12.21001</c:v>
                </c:pt>
                <c:pt idx="3608">
                  <c:v>12.26018</c:v>
                </c:pt>
                <c:pt idx="3609">
                  <c:v>12.26348000000001</c:v>
                </c:pt>
                <c:pt idx="3610">
                  <c:v>12.067960000000001</c:v>
                </c:pt>
                <c:pt idx="3611">
                  <c:v>11.792440000000004</c:v>
                </c:pt>
                <c:pt idx="3612">
                  <c:v>11.68407</c:v>
                </c:pt>
                <c:pt idx="3613">
                  <c:v>11.54566</c:v>
                </c:pt>
                <c:pt idx="3614">
                  <c:v>11.557360000000001</c:v>
                </c:pt>
                <c:pt idx="3615">
                  <c:v>11.66911</c:v>
                </c:pt>
                <c:pt idx="3616">
                  <c:v>11.213279999999999</c:v>
                </c:pt>
                <c:pt idx="3617">
                  <c:v>10.87360000000001</c:v>
                </c:pt>
                <c:pt idx="3618">
                  <c:v>10.501060000000001</c:v>
                </c:pt>
                <c:pt idx="3619">
                  <c:v>10.475680000000018</c:v>
                </c:pt>
                <c:pt idx="3620">
                  <c:v>10.179600000000002</c:v>
                </c:pt>
                <c:pt idx="3621">
                  <c:v>9.9820300000000106</c:v>
                </c:pt>
                <c:pt idx="3622">
                  <c:v>9.7339000000000002</c:v>
                </c:pt>
                <c:pt idx="3623">
                  <c:v>9.6113499999999998</c:v>
                </c:pt>
                <c:pt idx="3624">
                  <c:v>9.5448799999999991</c:v>
                </c:pt>
                <c:pt idx="3625">
                  <c:v>9.4374000000000002</c:v>
                </c:pt>
                <c:pt idx="3626">
                  <c:v>9.3604000000000109</c:v>
                </c:pt>
                <c:pt idx="3627">
                  <c:v>9.0458200000000009</c:v>
                </c:pt>
                <c:pt idx="3628">
                  <c:v>8.7919300000000007</c:v>
                </c:pt>
                <c:pt idx="3629">
                  <c:v>8.8693400000000047</c:v>
                </c:pt>
                <c:pt idx="3630">
                  <c:v>8.9290900000000004</c:v>
                </c:pt>
                <c:pt idx="3631">
                  <c:v>8.8926000000000123</c:v>
                </c:pt>
                <c:pt idx="3632">
                  <c:v>8.8037600000000005</c:v>
                </c:pt>
                <c:pt idx="3633">
                  <c:v>8.7613900000000005</c:v>
                </c:pt>
                <c:pt idx="3634">
                  <c:v>8.65062</c:v>
                </c:pt>
                <c:pt idx="3635">
                  <c:v>8.2099799999999998</c:v>
                </c:pt>
                <c:pt idx="3636">
                  <c:v>7.8799700000000001</c:v>
                </c:pt>
                <c:pt idx="3637">
                  <c:v>7.72865</c:v>
                </c:pt>
                <c:pt idx="3638">
                  <c:v>7.7018700000000004</c:v>
                </c:pt>
                <c:pt idx="3639">
                  <c:v>7.9135299999999997</c:v>
                </c:pt>
                <c:pt idx="3640">
                  <c:v>8.068150000000001</c:v>
                </c:pt>
                <c:pt idx="3641">
                  <c:v>8.1124000000000027</c:v>
                </c:pt>
                <c:pt idx="3642">
                  <c:v>8.0792900000000003</c:v>
                </c:pt>
                <c:pt idx="3643">
                  <c:v>7.9652399999999997</c:v>
                </c:pt>
                <c:pt idx="3644">
                  <c:v>7.8604199999999951</c:v>
                </c:pt>
                <c:pt idx="3645">
                  <c:v>7.9406300000000014</c:v>
                </c:pt>
                <c:pt idx="3646">
                  <c:v>8.1264500000000002</c:v>
                </c:pt>
                <c:pt idx="3647">
                  <c:v>8.3286200000000008</c:v>
                </c:pt>
                <c:pt idx="3648">
                  <c:v>8.43994</c:v>
                </c:pt>
                <c:pt idx="3649">
                  <c:v>8.3340000000000014</c:v>
                </c:pt>
                <c:pt idx="3650">
                  <c:v>8.144779999999999</c:v>
                </c:pt>
                <c:pt idx="3651">
                  <c:v>8.1566300000000105</c:v>
                </c:pt>
                <c:pt idx="3652">
                  <c:v>8.20289</c:v>
                </c:pt>
                <c:pt idx="3653">
                  <c:v>7.99716</c:v>
                </c:pt>
                <c:pt idx="3654">
                  <c:v>7.7936899999999998</c:v>
                </c:pt>
                <c:pt idx="3655">
                  <c:v>7.8593999999999999</c:v>
                </c:pt>
                <c:pt idx="3656">
                  <c:v>7.9915500000000002</c:v>
                </c:pt>
                <c:pt idx="3657">
                  <c:v>7.8978999999999955</c:v>
                </c:pt>
                <c:pt idx="3658">
                  <c:v>7.7468000000000004</c:v>
                </c:pt>
                <c:pt idx="3659">
                  <c:v>7.9072199999999997</c:v>
                </c:pt>
                <c:pt idx="3660">
                  <c:v>8.1544700000000034</c:v>
                </c:pt>
                <c:pt idx="3661">
                  <c:v>8.1040500000000009</c:v>
                </c:pt>
                <c:pt idx="3662">
                  <c:v>7.7791300000000003</c:v>
                </c:pt>
                <c:pt idx="3663">
                  <c:v>7.4960599999999999</c:v>
                </c:pt>
                <c:pt idx="3664">
                  <c:v>7.2987099999999998</c:v>
                </c:pt>
                <c:pt idx="3665">
                  <c:v>7.2622600000000004</c:v>
                </c:pt>
                <c:pt idx="3666">
                  <c:v>7.3737700000000004</c:v>
                </c:pt>
                <c:pt idx="3667">
                  <c:v>7.4796300000000064</c:v>
                </c:pt>
                <c:pt idx="3668">
                  <c:v>7.4907500000000002</c:v>
                </c:pt>
                <c:pt idx="3669">
                  <c:v>7.6786700000000003</c:v>
                </c:pt>
                <c:pt idx="3670">
                  <c:v>8.0251800000000006</c:v>
                </c:pt>
                <c:pt idx="3671">
                  <c:v>8.3445400000000003</c:v>
                </c:pt>
                <c:pt idx="3672">
                  <c:v>8.4498500000000014</c:v>
                </c:pt>
                <c:pt idx="3673">
                  <c:v>8.0611100000000011</c:v>
                </c:pt>
                <c:pt idx="3674">
                  <c:v>7.8018400000000003</c:v>
                </c:pt>
                <c:pt idx="3675">
                  <c:v>7.8526099999999985</c:v>
                </c:pt>
                <c:pt idx="3676">
                  <c:v>8.123190000000001</c:v>
                </c:pt>
                <c:pt idx="3677">
                  <c:v>8.1470699999999994</c:v>
                </c:pt>
                <c:pt idx="3678">
                  <c:v>7.9402600000000065</c:v>
                </c:pt>
                <c:pt idx="3679">
                  <c:v>7.7404299999999999</c:v>
                </c:pt>
                <c:pt idx="3680">
                  <c:v>7.6093000000000002</c:v>
                </c:pt>
                <c:pt idx="3681">
                  <c:v>7.5174799999999955</c:v>
                </c:pt>
                <c:pt idx="3682">
                  <c:v>7.4292899999999999</c:v>
                </c:pt>
                <c:pt idx="3683">
                  <c:v>7.3376099999999997</c:v>
                </c:pt>
                <c:pt idx="3684">
                  <c:v>7.6313599999999999</c:v>
                </c:pt>
                <c:pt idx="3685">
                  <c:v>7.7054200000000002</c:v>
                </c:pt>
                <c:pt idx="3686">
                  <c:v>7.2172799999999997</c:v>
                </c:pt>
                <c:pt idx="3687">
                  <c:v>6.5403200000000004</c:v>
                </c:pt>
                <c:pt idx="3688">
                  <c:v>5.9776500000000024</c:v>
                </c:pt>
                <c:pt idx="3689">
                  <c:v>5.62636</c:v>
                </c:pt>
                <c:pt idx="3690">
                  <c:v>5.8504899999999944</c:v>
                </c:pt>
                <c:pt idx="3691">
                  <c:v>6.2792200000000076</c:v>
                </c:pt>
                <c:pt idx="3692">
                  <c:v>6.5050799999999995</c:v>
                </c:pt>
                <c:pt idx="3693">
                  <c:v>6.7424200000000001</c:v>
                </c:pt>
                <c:pt idx="3694">
                  <c:v>7.0205199999999941</c:v>
                </c:pt>
                <c:pt idx="3695">
                  <c:v>7.2774700000000001</c:v>
                </c:pt>
                <c:pt idx="3696">
                  <c:v>7.4684600000000003</c:v>
                </c:pt>
                <c:pt idx="3697">
                  <c:v>7.7943299999999995</c:v>
                </c:pt>
                <c:pt idx="3698">
                  <c:v>8.1835400000000007</c:v>
                </c:pt>
                <c:pt idx="3699">
                  <c:v>8.6306600000000007</c:v>
                </c:pt>
                <c:pt idx="3700">
                  <c:v>8.5704300000000124</c:v>
                </c:pt>
                <c:pt idx="3701">
                  <c:v>8.1615300000000008</c:v>
                </c:pt>
                <c:pt idx="3702">
                  <c:v>7.9396000000000075</c:v>
                </c:pt>
                <c:pt idx="3703">
                  <c:v>7.8840299999999965</c:v>
                </c:pt>
                <c:pt idx="3704">
                  <c:v>8.0785600000000013</c:v>
                </c:pt>
                <c:pt idx="3705">
                  <c:v>8.4189000000000007</c:v>
                </c:pt>
                <c:pt idx="3706">
                  <c:v>8.7090500000000013</c:v>
                </c:pt>
                <c:pt idx="3707">
                  <c:v>8.8027700000000006</c:v>
                </c:pt>
                <c:pt idx="3708">
                  <c:v>8.8790800000000125</c:v>
                </c:pt>
                <c:pt idx="3709">
                  <c:v>9.0210900000000009</c:v>
                </c:pt>
                <c:pt idx="3710">
                  <c:v>8.6614600000000035</c:v>
                </c:pt>
                <c:pt idx="3711">
                  <c:v>8.4203300000000016</c:v>
                </c:pt>
                <c:pt idx="3712">
                  <c:v>8.3730400000000067</c:v>
                </c:pt>
                <c:pt idx="3713">
                  <c:v>8.0566900000000068</c:v>
                </c:pt>
                <c:pt idx="3714">
                  <c:v>7.8724299999999996</c:v>
                </c:pt>
                <c:pt idx="3715">
                  <c:v>8.0625700000000027</c:v>
                </c:pt>
                <c:pt idx="3716">
                  <c:v>8.3758300000000148</c:v>
                </c:pt>
                <c:pt idx="3717">
                  <c:v>8.6647000000000016</c:v>
                </c:pt>
                <c:pt idx="3718">
                  <c:v>9.1688000000000009</c:v>
                </c:pt>
                <c:pt idx="3719">
                  <c:v>9.9122000000000003</c:v>
                </c:pt>
                <c:pt idx="3720">
                  <c:v>10.509920000000001</c:v>
                </c:pt>
                <c:pt idx="3721">
                  <c:v>10.732860000000001</c:v>
                </c:pt>
                <c:pt idx="3722">
                  <c:v>10.83596</c:v>
                </c:pt>
                <c:pt idx="3723">
                  <c:v>11.1288</c:v>
                </c:pt>
                <c:pt idx="3724">
                  <c:v>11.33283000000001</c:v>
                </c:pt>
                <c:pt idx="3725">
                  <c:v>11.20354</c:v>
                </c:pt>
                <c:pt idx="3726">
                  <c:v>11.248349999999997</c:v>
                </c:pt>
                <c:pt idx="3727">
                  <c:v>11.65373000000001</c:v>
                </c:pt>
                <c:pt idx="3728">
                  <c:v>12.1717</c:v>
                </c:pt>
                <c:pt idx="3729">
                  <c:v>12.42292</c:v>
                </c:pt>
                <c:pt idx="3730">
                  <c:v>12.35267000000001</c:v>
                </c:pt>
                <c:pt idx="3731">
                  <c:v>12.14935</c:v>
                </c:pt>
                <c:pt idx="3732">
                  <c:v>12.261890000000001</c:v>
                </c:pt>
                <c:pt idx="3733">
                  <c:v>12.75084</c:v>
                </c:pt>
                <c:pt idx="3734">
                  <c:v>13.37013000000001</c:v>
                </c:pt>
                <c:pt idx="3735">
                  <c:v>13.45837</c:v>
                </c:pt>
                <c:pt idx="3736">
                  <c:v>13.167860000000001</c:v>
                </c:pt>
                <c:pt idx="3737">
                  <c:v>13.06236</c:v>
                </c:pt>
                <c:pt idx="3738">
                  <c:v>13.139620000000001</c:v>
                </c:pt>
                <c:pt idx="3739">
                  <c:v>13.084250000000001</c:v>
                </c:pt>
                <c:pt idx="3740">
                  <c:v>12.90193</c:v>
                </c:pt>
                <c:pt idx="3741">
                  <c:v>13.08550000000001</c:v>
                </c:pt>
                <c:pt idx="3742">
                  <c:v>13.66146</c:v>
                </c:pt>
                <c:pt idx="3743">
                  <c:v>14.154770000000001</c:v>
                </c:pt>
                <c:pt idx="3744">
                  <c:v>14.064920000000001</c:v>
                </c:pt>
                <c:pt idx="3745">
                  <c:v>13.846720000000001</c:v>
                </c:pt>
                <c:pt idx="3746">
                  <c:v>13.534690000000001</c:v>
                </c:pt>
                <c:pt idx="3747">
                  <c:v>13.257540000000002</c:v>
                </c:pt>
                <c:pt idx="3748">
                  <c:v>13.10528</c:v>
                </c:pt>
                <c:pt idx="3749">
                  <c:v>13.336880000000004</c:v>
                </c:pt>
                <c:pt idx="3750">
                  <c:v>13.63425</c:v>
                </c:pt>
                <c:pt idx="3751">
                  <c:v>13.81222</c:v>
                </c:pt>
                <c:pt idx="3752">
                  <c:v>14.04002</c:v>
                </c:pt>
                <c:pt idx="3753">
                  <c:v>14.163450000000006</c:v>
                </c:pt>
                <c:pt idx="3754">
                  <c:v>14.235760000000001</c:v>
                </c:pt>
                <c:pt idx="3755">
                  <c:v>14.329970000000001</c:v>
                </c:pt>
                <c:pt idx="3756">
                  <c:v>14.544079999999999</c:v>
                </c:pt>
                <c:pt idx="3757">
                  <c:v>14.96491</c:v>
                </c:pt>
                <c:pt idx="3758">
                  <c:v>15.362600000000015</c:v>
                </c:pt>
                <c:pt idx="3759">
                  <c:v>15.66067</c:v>
                </c:pt>
                <c:pt idx="3760">
                  <c:v>15.94476</c:v>
                </c:pt>
                <c:pt idx="3761">
                  <c:v>16.107589999999988</c:v>
                </c:pt>
                <c:pt idx="3762">
                  <c:v>16.00545</c:v>
                </c:pt>
                <c:pt idx="3763">
                  <c:v>15.28285</c:v>
                </c:pt>
                <c:pt idx="3764">
                  <c:v>14.509970000000001</c:v>
                </c:pt>
                <c:pt idx="3765">
                  <c:v>13.980430000000011</c:v>
                </c:pt>
                <c:pt idx="3766">
                  <c:v>13.950370000000001</c:v>
                </c:pt>
                <c:pt idx="3767">
                  <c:v>14.61553000000001</c:v>
                </c:pt>
                <c:pt idx="3768">
                  <c:v>15.18205</c:v>
                </c:pt>
                <c:pt idx="3769">
                  <c:v>15.40737</c:v>
                </c:pt>
                <c:pt idx="3770">
                  <c:v>15.311810000000001</c:v>
                </c:pt>
                <c:pt idx="3771">
                  <c:v>15.09686</c:v>
                </c:pt>
                <c:pt idx="3772">
                  <c:v>15.07987</c:v>
                </c:pt>
                <c:pt idx="3773">
                  <c:v>15.40917</c:v>
                </c:pt>
                <c:pt idx="3774">
                  <c:v>15.599130000000002</c:v>
                </c:pt>
                <c:pt idx="3775">
                  <c:v>15.94426</c:v>
                </c:pt>
                <c:pt idx="3776">
                  <c:v>16.366539999999972</c:v>
                </c:pt>
                <c:pt idx="3777">
                  <c:v>16.61279</c:v>
                </c:pt>
                <c:pt idx="3778">
                  <c:v>16.883329999999972</c:v>
                </c:pt>
                <c:pt idx="3779">
                  <c:v>16.969089999999973</c:v>
                </c:pt>
                <c:pt idx="3780">
                  <c:v>17.002729999999964</c:v>
                </c:pt>
                <c:pt idx="3781">
                  <c:v>17.256350000000001</c:v>
                </c:pt>
                <c:pt idx="3782">
                  <c:v>17.420669999999973</c:v>
                </c:pt>
                <c:pt idx="3783">
                  <c:v>17.46199</c:v>
                </c:pt>
                <c:pt idx="3784">
                  <c:v>17.64962999999997</c:v>
                </c:pt>
                <c:pt idx="3785">
                  <c:v>17.824990000000021</c:v>
                </c:pt>
                <c:pt idx="3786">
                  <c:v>18.140560000000001</c:v>
                </c:pt>
                <c:pt idx="3787">
                  <c:v>18.667020000000001</c:v>
                </c:pt>
                <c:pt idx="3788">
                  <c:v>18.755229999999973</c:v>
                </c:pt>
                <c:pt idx="3789">
                  <c:v>18.421559999999989</c:v>
                </c:pt>
                <c:pt idx="3790">
                  <c:v>18.127890000000022</c:v>
                </c:pt>
                <c:pt idx="3791">
                  <c:v>17.734169999999999</c:v>
                </c:pt>
                <c:pt idx="3792">
                  <c:v>17.423539999999957</c:v>
                </c:pt>
                <c:pt idx="3793">
                  <c:v>17.456980000000001</c:v>
                </c:pt>
                <c:pt idx="3794">
                  <c:v>17.553650000000001</c:v>
                </c:pt>
                <c:pt idx="3795">
                  <c:v>17.717420000000001</c:v>
                </c:pt>
                <c:pt idx="3796">
                  <c:v>17.98718999999997</c:v>
                </c:pt>
                <c:pt idx="3797">
                  <c:v>18.21219</c:v>
                </c:pt>
                <c:pt idx="3798">
                  <c:v>18.545159999999989</c:v>
                </c:pt>
                <c:pt idx="3799">
                  <c:v>19.122579999999989</c:v>
                </c:pt>
                <c:pt idx="3800">
                  <c:v>19.6433</c:v>
                </c:pt>
                <c:pt idx="3801">
                  <c:v>19.894089999999988</c:v>
                </c:pt>
                <c:pt idx="3802">
                  <c:v>19.89643999999997</c:v>
                </c:pt>
                <c:pt idx="3803">
                  <c:v>19.89404</c:v>
                </c:pt>
                <c:pt idx="3804">
                  <c:v>20.092079999999989</c:v>
                </c:pt>
                <c:pt idx="3805">
                  <c:v>20.409469999999974</c:v>
                </c:pt>
                <c:pt idx="3806">
                  <c:v>20.708699999999968</c:v>
                </c:pt>
                <c:pt idx="3807">
                  <c:v>20.812259999999988</c:v>
                </c:pt>
                <c:pt idx="3808">
                  <c:v>20.842629999999971</c:v>
                </c:pt>
                <c:pt idx="3809">
                  <c:v>20.917159999999999</c:v>
                </c:pt>
                <c:pt idx="3810">
                  <c:v>21.21339</c:v>
                </c:pt>
                <c:pt idx="3811">
                  <c:v>21.703769999999974</c:v>
                </c:pt>
                <c:pt idx="3812">
                  <c:v>21.99947999999997</c:v>
                </c:pt>
                <c:pt idx="3813">
                  <c:v>22.06981</c:v>
                </c:pt>
                <c:pt idx="3814">
                  <c:v>22.083269999999974</c:v>
                </c:pt>
                <c:pt idx="3815">
                  <c:v>22.25151</c:v>
                </c:pt>
                <c:pt idx="3816">
                  <c:v>22.551369999999999</c:v>
                </c:pt>
                <c:pt idx="3817">
                  <c:v>22.867999999999999</c:v>
                </c:pt>
                <c:pt idx="3818">
                  <c:v>23.236519999999974</c:v>
                </c:pt>
                <c:pt idx="3819">
                  <c:v>23.607980000000033</c:v>
                </c:pt>
                <c:pt idx="3820">
                  <c:v>24.043780000000002</c:v>
                </c:pt>
                <c:pt idx="3821">
                  <c:v>24.439060000000001</c:v>
                </c:pt>
                <c:pt idx="3822">
                  <c:v>24.341239999999978</c:v>
                </c:pt>
                <c:pt idx="3823">
                  <c:v>24.04147</c:v>
                </c:pt>
                <c:pt idx="3824">
                  <c:v>23.745830000000002</c:v>
                </c:pt>
                <c:pt idx="3825">
                  <c:v>23.165329999999972</c:v>
                </c:pt>
                <c:pt idx="3826">
                  <c:v>22.831569999999999</c:v>
                </c:pt>
                <c:pt idx="3827">
                  <c:v>22.436140000000002</c:v>
                </c:pt>
                <c:pt idx="3828">
                  <c:v>22.25911</c:v>
                </c:pt>
                <c:pt idx="3829">
                  <c:v>22.414650000000005</c:v>
                </c:pt>
                <c:pt idx="3830">
                  <c:v>22.945639999999955</c:v>
                </c:pt>
                <c:pt idx="3831">
                  <c:v>23.798870000000001</c:v>
                </c:pt>
                <c:pt idx="3832">
                  <c:v>24.29639999999997</c:v>
                </c:pt>
                <c:pt idx="3833">
                  <c:v>23.988539999999947</c:v>
                </c:pt>
                <c:pt idx="3834">
                  <c:v>23.465539999999955</c:v>
                </c:pt>
                <c:pt idx="3835">
                  <c:v>23.067319999999974</c:v>
                </c:pt>
                <c:pt idx="3836">
                  <c:v>22.583229999999968</c:v>
                </c:pt>
                <c:pt idx="3837">
                  <c:v>22.189240000000002</c:v>
                </c:pt>
                <c:pt idx="3838">
                  <c:v>22.125889999999988</c:v>
                </c:pt>
                <c:pt idx="3839">
                  <c:v>22.109190000000005</c:v>
                </c:pt>
                <c:pt idx="3840">
                  <c:v>22.198650000000001</c:v>
                </c:pt>
                <c:pt idx="3841">
                  <c:v>22.320889999999999</c:v>
                </c:pt>
                <c:pt idx="3842">
                  <c:v>22.442199999999964</c:v>
                </c:pt>
                <c:pt idx="3843">
                  <c:v>22.785749999999954</c:v>
                </c:pt>
                <c:pt idx="3844">
                  <c:v>22.979659999999978</c:v>
                </c:pt>
                <c:pt idx="3845">
                  <c:v>23.211839999999999</c:v>
                </c:pt>
                <c:pt idx="3846">
                  <c:v>23.47728</c:v>
                </c:pt>
                <c:pt idx="3847">
                  <c:v>23.665669999999974</c:v>
                </c:pt>
                <c:pt idx="3848">
                  <c:v>23.86598</c:v>
                </c:pt>
                <c:pt idx="3849">
                  <c:v>24.09768</c:v>
                </c:pt>
                <c:pt idx="3850">
                  <c:v>24.339790000000001</c:v>
                </c:pt>
                <c:pt idx="3851">
                  <c:v>24.662419999999972</c:v>
                </c:pt>
                <c:pt idx="3852">
                  <c:v>25.013559999999988</c:v>
                </c:pt>
                <c:pt idx="3853">
                  <c:v>25.228449999999956</c:v>
                </c:pt>
                <c:pt idx="3854">
                  <c:v>25.482739999999943</c:v>
                </c:pt>
                <c:pt idx="3855">
                  <c:v>25.896509999999989</c:v>
                </c:pt>
                <c:pt idx="3856">
                  <c:v>26.291620000000002</c:v>
                </c:pt>
                <c:pt idx="3857">
                  <c:v>26.5793</c:v>
                </c:pt>
                <c:pt idx="3858">
                  <c:v>26.384219999999978</c:v>
                </c:pt>
                <c:pt idx="3859">
                  <c:v>25.593669999999989</c:v>
                </c:pt>
                <c:pt idx="3860">
                  <c:v>24.809860000000022</c:v>
                </c:pt>
                <c:pt idx="3861">
                  <c:v>24.668150000000001</c:v>
                </c:pt>
                <c:pt idx="3862">
                  <c:v>24.471309999999974</c:v>
                </c:pt>
                <c:pt idx="3863">
                  <c:v>24.115290000000005</c:v>
                </c:pt>
                <c:pt idx="3864">
                  <c:v>24.03473</c:v>
                </c:pt>
                <c:pt idx="3865">
                  <c:v>23.997719999999973</c:v>
                </c:pt>
                <c:pt idx="3866">
                  <c:v>24.1633</c:v>
                </c:pt>
                <c:pt idx="3867">
                  <c:v>24.611180000000033</c:v>
                </c:pt>
                <c:pt idx="3868">
                  <c:v>25.08215999999997</c:v>
                </c:pt>
                <c:pt idx="3869">
                  <c:v>25.542699999999975</c:v>
                </c:pt>
                <c:pt idx="3870">
                  <c:v>26.089129999999972</c:v>
                </c:pt>
                <c:pt idx="3871">
                  <c:v>26.617249999999999</c:v>
                </c:pt>
                <c:pt idx="3872">
                  <c:v>27.051269999999999</c:v>
                </c:pt>
                <c:pt idx="3873">
                  <c:v>26.417639999999974</c:v>
                </c:pt>
                <c:pt idx="3874">
                  <c:v>25.350930000000005</c:v>
                </c:pt>
                <c:pt idx="3875">
                  <c:v>24.94448999999997</c:v>
                </c:pt>
                <c:pt idx="3876">
                  <c:v>25.038139999999974</c:v>
                </c:pt>
                <c:pt idx="3877">
                  <c:v>25.127669999999988</c:v>
                </c:pt>
                <c:pt idx="3878">
                  <c:v>24.837319999999988</c:v>
                </c:pt>
                <c:pt idx="3879">
                  <c:v>24.487319999999972</c:v>
                </c:pt>
                <c:pt idx="3880">
                  <c:v>24.448349999999959</c:v>
                </c:pt>
                <c:pt idx="3881">
                  <c:v>24.858309999999989</c:v>
                </c:pt>
                <c:pt idx="3882">
                  <c:v>25.513990000000021</c:v>
                </c:pt>
                <c:pt idx="3883">
                  <c:v>25.982369999999964</c:v>
                </c:pt>
                <c:pt idx="3884">
                  <c:v>26.205669999999973</c:v>
                </c:pt>
                <c:pt idx="3885">
                  <c:v>26.233090000000001</c:v>
                </c:pt>
                <c:pt idx="3886">
                  <c:v>25.718830000000001</c:v>
                </c:pt>
                <c:pt idx="3887">
                  <c:v>25.02805</c:v>
                </c:pt>
                <c:pt idx="3888">
                  <c:v>24.942990000000002</c:v>
                </c:pt>
                <c:pt idx="3889">
                  <c:v>25.292909999999978</c:v>
                </c:pt>
                <c:pt idx="3890">
                  <c:v>25.664770000000001</c:v>
                </c:pt>
                <c:pt idx="3891">
                  <c:v>25.66423</c:v>
                </c:pt>
                <c:pt idx="3892">
                  <c:v>24.869709999999973</c:v>
                </c:pt>
                <c:pt idx="3893">
                  <c:v>23.957370000000001</c:v>
                </c:pt>
                <c:pt idx="3894">
                  <c:v>23.434979999999999</c:v>
                </c:pt>
                <c:pt idx="3895">
                  <c:v>23.267880000000005</c:v>
                </c:pt>
                <c:pt idx="3896">
                  <c:v>22.947419999999973</c:v>
                </c:pt>
                <c:pt idx="3897">
                  <c:v>22.37246</c:v>
                </c:pt>
                <c:pt idx="3898">
                  <c:v>22.060110000000002</c:v>
                </c:pt>
                <c:pt idx="3899">
                  <c:v>21.781649999999956</c:v>
                </c:pt>
                <c:pt idx="3900">
                  <c:v>21.147500000000001</c:v>
                </c:pt>
                <c:pt idx="3901">
                  <c:v>20.56935</c:v>
                </c:pt>
                <c:pt idx="3902">
                  <c:v>19.975019999999972</c:v>
                </c:pt>
                <c:pt idx="3903">
                  <c:v>19.59976</c:v>
                </c:pt>
                <c:pt idx="3904">
                  <c:v>19.619299999999999</c:v>
                </c:pt>
                <c:pt idx="3905">
                  <c:v>19.730219999999989</c:v>
                </c:pt>
                <c:pt idx="3906">
                  <c:v>19.951930000000001</c:v>
                </c:pt>
                <c:pt idx="3907">
                  <c:v>20.169360000000001</c:v>
                </c:pt>
                <c:pt idx="3908">
                  <c:v>20.400980000000001</c:v>
                </c:pt>
                <c:pt idx="3909">
                  <c:v>20.72927</c:v>
                </c:pt>
                <c:pt idx="3910">
                  <c:v>20.995519999999956</c:v>
                </c:pt>
                <c:pt idx="3911">
                  <c:v>21.18816</c:v>
                </c:pt>
                <c:pt idx="3912">
                  <c:v>20.87321</c:v>
                </c:pt>
                <c:pt idx="3913">
                  <c:v>19.953099999999989</c:v>
                </c:pt>
                <c:pt idx="3914">
                  <c:v>19.224029999999978</c:v>
                </c:pt>
                <c:pt idx="3915">
                  <c:v>18.782359999999972</c:v>
                </c:pt>
                <c:pt idx="3916">
                  <c:v>18.518860000000021</c:v>
                </c:pt>
                <c:pt idx="3917">
                  <c:v>18.41358</c:v>
                </c:pt>
                <c:pt idx="3918">
                  <c:v>18.191569999999999</c:v>
                </c:pt>
                <c:pt idx="3919">
                  <c:v>18.02122</c:v>
                </c:pt>
                <c:pt idx="3920">
                  <c:v>18.032109999999989</c:v>
                </c:pt>
                <c:pt idx="3921">
                  <c:v>17.957450000000001</c:v>
                </c:pt>
                <c:pt idx="3922">
                  <c:v>17.879860000000026</c:v>
                </c:pt>
                <c:pt idx="3923">
                  <c:v>17.814599999999999</c:v>
                </c:pt>
                <c:pt idx="3924">
                  <c:v>17.489260000000002</c:v>
                </c:pt>
                <c:pt idx="3925">
                  <c:v>17.17764</c:v>
                </c:pt>
                <c:pt idx="3926">
                  <c:v>17.091519999999978</c:v>
                </c:pt>
                <c:pt idx="3927">
                  <c:v>16.940909999999974</c:v>
                </c:pt>
                <c:pt idx="3928">
                  <c:v>16.84731</c:v>
                </c:pt>
                <c:pt idx="3929">
                  <c:v>16.91423</c:v>
                </c:pt>
                <c:pt idx="3930">
                  <c:v>16.874320000000001</c:v>
                </c:pt>
                <c:pt idx="3931">
                  <c:v>16.933949999999989</c:v>
                </c:pt>
                <c:pt idx="3932">
                  <c:v>17.375719999999973</c:v>
                </c:pt>
                <c:pt idx="3933">
                  <c:v>17.7742</c:v>
                </c:pt>
                <c:pt idx="3934">
                  <c:v>17.87353999999997</c:v>
                </c:pt>
                <c:pt idx="3935">
                  <c:v>17.979039999999973</c:v>
                </c:pt>
                <c:pt idx="3936">
                  <c:v>17.774709999999974</c:v>
                </c:pt>
                <c:pt idx="3937">
                  <c:v>17.311870000000035</c:v>
                </c:pt>
                <c:pt idx="3938">
                  <c:v>17.04691</c:v>
                </c:pt>
                <c:pt idx="3939">
                  <c:v>16.755459999999989</c:v>
                </c:pt>
                <c:pt idx="3940">
                  <c:v>16.197559999999999</c:v>
                </c:pt>
                <c:pt idx="3941">
                  <c:v>15.970510000000004</c:v>
                </c:pt>
                <c:pt idx="3942">
                  <c:v>15.94984</c:v>
                </c:pt>
                <c:pt idx="3943">
                  <c:v>15.495800000000004</c:v>
                </c:pt>
                <c:pt idx="3944">
                  <c:v>15.107950000000001</c:v>
                </c:pt>
                <c:pt idx="3945">
                  <c:v>14.956490000000018</c:v>
                </c:pt>
                <c:pt idx="3946">
                  <c:v>14.72052</c:v>
                </c:pt>
                <c:pt idx="3947">
                  <c:v>14.58473</c:v>
                </c:pt>
                <c:pt idx="3948">
                  <c:v>14.59328</c:v>
                </c:pt>
                <c:pt idx="3949">
                  <c:v>14.568630000000002</c:v>
                </c:pt>
                <c:pt idx="3950">
                  <c:v>14.58517</c:v>
                </c:pt>
                <c:pt idx="3951">
                  <c:v>14.521100000000001</c:v>
                </c:pt>
                <c:pt idx="3952">
                  <c:v>14.210940000000001</c:v>
                </c:pt>
                <c:pt idx="3953">
                  <c:v>14.15178</c:v>
                </c:pt>
                <c:pt idx="3954">
                  <c:v>14.096310000000001</c:v>
                </c:pt>
                <c:pt idx="3955">
                  <c:v>14.0862</c:v>
                </c:pt>
                <c:pt idx="3956">
                  <c:v>13.865460000000018</c:v>
                </c:pt>
                <c:pt idx="3957">
                  <c:v>13.734030000000001</c:v>
                </c:pt>
                <c:pt idx="3958">
                  <c:v>13.57483</c:v>
                </c:pt>
                <c:pt idx="3959">
                  <c:v>13.596</c:v>
                </c:pt>
                <c:pt idx="3960">
                  <c:v>13.224119999999999</c:v>
                </c:pt>
                <c:pt idx="3961">
                  <c:v>12.33775</c:v>
                </c:pt>
                <c:pt idx="3962">
                  <c:v>11.74119</c:v>
                </c:pt>
                <c:pt idx="3963">
                  <c:v>11.55073000000001</c:v>
                </c:pt>
                <c:pt idx="3964">
                  <c:v>11.395130000000011</c:v>
                </c:pt>
                <c:pt idx="3965">
                  <c:v>11.40479</c:v>
                </c:pt>
                <c:pt idx="3966">
                  <c:v>11.546530000000002</c:v>
                </c:pt>
                <c:pt idx="3967">
                  <c:v>11.58114</c:v>
                </c:pt>
                <c:pt idx="3968">
                  <c:v>11.686670000000001</c:v>
                </c:pt>
                <c:pt idx="3969">
                  <c:v>11.859090000000011</c:v>
                </c:pt>
                <c:pt idx="3970">
                  <c:v>12.06763000000001</c:v>
                </c:pt>
                <c:pt idx="3971">
                  <c:v>12.052820000000002</c:v>
                </c:pt>
                <c:pt idx="3972">
                  <c:v>11.584480000000006</c:v>
                </c:pt>
                <c:pt idx="3973">
                  <c:v>11.45665000000001</c:v>
                </c:pt>
                <c:pt idx="3974">
                  <c:v>11.79649</c:v>
                </c:pt>
                <c:pt idx="3975">
                  <c:v>11.79767</c:v>
                </c:pt>
                <c:pt idx="3976">
                  <c:v>11.644030000000001</c:v>
                </c:pt>
                <c:pt idx="3977">
                  <c:v>11.71894</c:v>
                </c:pt>
                <c:pt idx="3978">
                  <c:v>11.872160000000004</c:v>
                </c:pt>
                <c:pt idx="3979">
                  <c:v>11.904680000000004</c:v>
                </c:pt>
                <c:pt idx="3980">
                  <c:v>11.99719</c:v>
                </c:pt>
                <c:pt idx="3981">
                  <c:v>11.85267000000001</c:v>
                </c:pt>
                <c:pt idx="3982">
                  <c:v>11.70391</c:v>
                </c:pt>
                <c:pt idx="3983">
                  <c:v>11.70458</c:v>
                </c:pt>
                <c:pt idx="3984">
                  <c:v>11.615360000000001</c:v>
                </c:pt>
                <c:pt idx="3985">
                  <c:v>11.26305</c:v>
                </c:pt>
                <c:pt idx="3986">
                  <c:v>10.29339</c:v>
                </c:pt>
                <c:pt idx="3987">
                  <c:v>9.4085100000000015</c:v>
                </c:pt>
                <c:pt idx="3988">
                  <c:v>8.8809400000000007</c:v>
                </c:pt>
                <c:pt idx="3989">
                  <c:v>8.5814600000000034</c:v>
                </c:pt>
                <c:pt idx="3990">
                  <c:v>8.5078600000000009</c:v>
                </c:pt>
                <c:pt idx="3991">
                  <c:v>8.4832400000000003</c:v>
                </c:pt>
                <c:pt idx="3992">
                  <c:v>8.6668200000000013</c:v>
                </c:pt>
                <c:pt idx="3993">
                  <c:v>8.9545100000000026</c:v>
                </c:pt>
                <c:pt idx="3994">
                  <c:v>8.9399700000000006</c:v>
                </c:pt>
                <c:pt idx="3995">
                  <c:v>8.3807000000000027</c:v>
                </c:pt>
                <c:pt idx="3996">
                  <c:v>7.5482700000000014</c:v>
                </c:pt>
                <c:pt idx="3997">
                  <c:v>7.1597299999999997</c:v>
                </c:pt>
                <c:pt idx="3998">
                  <c:v>7.2835900000000002</c:v>
                </c:pt>
                <c:pt idx="3999">
                  <c:v>7.5085499999999996</c:v>
                </c:pt>
                <c:pt idx="4000">
                  <c:v>7.7553000000000001</c:v>
                </c:pt>
                <c:pt idx="4001">
                  <c:v>8.0598700000000001</c:v>
                </c:pt>
                <c:pt idx="4002">
                  <c:v>8.2839600000000004</c:v>
                </c:pt>
                <c:pt idx="4003">
                  <c:v>8.3806500000000028</c:v>
                </c:pt>
                <c:pt idx="4004">
                  <c:v>8.526390000000001</c:v>
                </c:pt>
                <c:pt idx="4005">
                  <c:v>8.6571400000000001</c:v>
                </c:pt>
                <c:pt idx="4006">
                  <c:v>8.8326400000000067</c:v>
                </c:pt>
                <c:pt idx="4007">
                  <c:v>9.0596800000000108</c:v>
                </c:pt>
                <c:pt idx="4008">
                  <c:v>9.1466900000000013</c:v>
                </c:pt>
                <c:pt idx="4009">
                  <c:v>9.2240900000000003</c:v>
                </c:pt>
                <c:pt idx="4010">
                  <c:v>9.2485900000000001</c:v>
                </c:pt>
                <c:pt idx="4011">
                  <c:v>9.0019000000000009</c:v>
                </c:pt>
                <c:pt idx="4012">
                  <c:v>8.4650400000000126</c:v>
                </c:pt>
                <c:pt idx="4013">
                  <c:v>7.8786199999999997</c:v>
                </c:pt>
                <c:pt idx="4014">
                  <c:v>7.5694900000000001</c:v>
                </c:pt>
                <c:pt idx="4015">
                  <c:v>7.5344699999999998</c:v>
                </c:pt>
                <c:pt idx="4016">
                  <c:v>7.4978499999999997</c:v>
                </c:pt>
                <c:pt idx="4017">
                  <c:v>7.3109099999999945</c:v>
                </c:pt>
                <c:pt idx="4018">
                  <c:v>7.1691499999999975</c:v>
                </c:pt>
                <c:pt idx="4019">
                  <c:v>7.1853400000000001</c:v>
                </c:pt>
                <c:pt idx="4020">
                  <c:v>7.3411200000000001</c:v>
                </c:pt>
                <c:pt idx="4021">
                  <c:v>7.6688099999999944</c:v>
                </c:pt>
                <c:pt idx="4022">
                  <c:v>7.8958999999999975</c:v>
                </c:pt>
                <c:pt idx="4023">
                  <c:v>7.60914</c:v>
                </c:pt>
                <c:pt idx="4024">
                  <c:v>7.1299499999999965</c:v>
                </c:pt>
                <c:pt idx="4025">
                  <c:v>6.8912899999999997</c:v>
                </c:pt>
                <c:pt idx="4026">
                  <c:v>6.8646299999999965</c:v>
                </c:pt>
                <c:pt idx="4027">
                  <c:v>7.1187799999999966</c:v>
                </c:pt>
                <c:pt idx="4028">
                  <c:v>7.5470600000000001</c:v>
                </c:pt>
                <c:pt idx="4029">
                  <c:v>7.9060500000000014</c:v>
                </c:pt>
                <c:pt idx="4030">
                  <c:v>8.0114400000000003</c:v>
                </c:pt>
                <c:pt idx="4031">
                  <c:v>8.0412400000000002</c:v>
                </c:pt>
                <c:pt idx="4032">
                  <c:v>8.2871699999999997</c:v>
                </c:pt>
                <c:pt idx="4033">
                  <c:v>8.7069299999999998</c:v>
                </c:pt>
                <c:pt idx="4034">
                  <c:v>8.9063000000000034</c:v>
                </c:pt>
                <c:pt idx="4035">
                  <c:v>8.9017600000000012</c:v>
                </c:pt>
                <c:pt idx="4036">
                  <c:v>8.9963300000000004</c:v>
                </c:pt>
                <c:pt idx="4037">
                  <c:v>9.1241299999999992</c:v>
                </c:pt>
                <c:pt idx="4038">
                  <c:v>9.1222300000000001</c:v>
                </c:pt>
                <c:pt idx="4039">
                  <c:v>9.1378599999999999</c:v>
                </c:pt>
                <c:pt idx="4040">
                  <c:v>9.2992500000000007</c:v>
                </c:pt>
                <c:pt idx="4041">
                  <c:v>9.4182000000000006</c:v>
                </c:pt>
                <c:pt idx="4042">
                  <c:v>9.1816400000000016</c:v>
                </c:pt>
                <c:pt idx="4043">
                  <c:v>8.7178400000000007</c:v>
                </c:pt>
                <c:pt idx="4044">
                  <c:v>8.4725000000000126</c:v>
                </c:pt>
                <c:pt idx="4045">
                  <c:v>8.5025600000000008</c:v>
                </c:pt>
                <c:pt idx="4046">
                  <c:v>8.5612100000000009</c:v>
                </c:pt>
                <c:pt idx="4047">
                  <c:v>8.7958500000000015</c:v>
                </c:pt>
                <c:pt idx="4048">
                  <c:v>9.0857600000000005</c:v>
                </c:pt>
                <c:pt idx="4049">
                  <c:v>9.1690000000000005</c:v>
                </c:pt>
                <c:pt idx="4050">
                  <c:v>9.1639900000000001</c:v>
                </c:pt>
                <c:pt idx="4051">
                  <c:v>9.1322299999999998</c:v>
                </c:pt>
                <c:pt idx="4052">
                  <c:v>9.1823800000000002</c:v>
                </c:pt>
                <c:pt idx="4053">
                  <c:v>9.2908000000000008</c:v>
                </c:pt>
                <c:pt idx="4054">
                  <c:v>9.5404100000000014</c:v>
                </c:pt>
                <c:pt idx="4055">
                  <c:v>9.7857200000000013</c:v>
                </c:pt>
                <c:pt idx="4056">
                  <c:v>10.012230000000002</c:v>
                </c:pt>
                <c:pt idx="4057">
                  <c:v>10.06118</c:v>
                </c:pt>
                <c:pt idx="4058">
                  <c:v>9.7198200000000003</c:v>
                </c:pt>
                <c:pt idx="4059">
                  <c:v>9.0834000000000028</c:v>
                </c:pt>
                <c:pt idx="4060">
                  <c:v>8.1281699999999972</c:v>
                </c:pt>
                <c:pt idx="4061">
                  <c:v>7.2275699999999965</c:v>
                </c:pt>
                <c:pt idx="4062">
                  <c:v>6.6820099999999965</c:v>
                </c:pt>
                <c:pt idx="4063">
                  <c:v>6.4350700000000014</c:v>
                </c:pt>
                <c:pt idx="4064">
                  <c:v>6.5731400000000004</c:v>
                </c:pt>
                <c:pt idx="4065">
                  <c:v>6.9044299999999996</c:v>
                </c:pt>
                <c:pt idx="4066">
                  <c:v>7.0957099999999995</c:v>
                </c:pt>
                <c:pt idx="4067">
                  <c:v>7.2260799999999996</c:v>
                </c:pt>
                <c:pt idx="4068">
                  <c:v>7.4157400000000004</c:v>
                </c:pt>
                <c:pt idx="4069">
                  <c:v>7.6978099999999943</c:v>
                </c:pt>
                <c:pt idx="4070">
                  <c:v>8.0265600000000035</c:v>
                </c:pt>
                <c:pt idx="4071">
                  <c:v>8.394070000000001</c:v>
                </c:pt>
                <c:pt idx="4072">
                  <c:v>8.8334200000000003</c:v>
                </c:pt>
                <c:pt idx="4073">
                  <c:v>9.4301700000000004</c:v>
                </c:pt>
                <c:pt idx="4074">
                  <c:v>10.274610000000001</c:v>
                </c:pt>
                <c:pt idx="4075">
                  <c:v>10.755050000000002</c:v>
                </c:pt>
                <c:pt idx="4076">
                  <c:v>10.993740000000004</c:v>
                </c:pt>
                <c:pt idx="4077">
                  <c:v>10.62002</c:v>
                </c:pt>
                <c:pt idx="4078">
                  <c:v>9.6463199999999993</c:v>
                </c:pt>
                <c:pt idx="4079">
                  <c:v>9.1229200000000006</c:v>
                </c:pt>
                <c:pt idx="4080">
                  <c:v>9.2749500000000005</c:v>
                </c:pt>
                <c:pt idx="4081">
                  <c:v>9.6674800000000047</c:v>
                </c:pt>
                <c:pt idx="4082">
                  <c:v>9.9105000000000008</c:v>
                </c:pt>
                <c:pt idx="4083">
                  <c:v>10.301500000000004</c:v>
                </c:pt>
                <c:pt idx="4084">
                  <c:v>10.89575000000001</c:v>
                </c:pt>
                <c:pt idx="4085">
                  <c:v>11.31664000000001</c:v>
                </c:pt>
                <c:pt idx="4086">
                  <c:v>11.33047</c:v>
                </c:pt>
                <c:pt idx="4087">
                  <c:v>11.065340000000004</c:v>
                </c:pt>
                <c:pt idx="4088">
                  <c:v>10.662890000000004</c:v>
                </c:pt>
                <c:pt idx="4089">
                  <c:v>10.23781</c:v>
                </c:pt>
                <c:pt idx="4090">
                  <c:v>10.28668</c:v>
                </c:pt>
                <c:pt idx="4091">
                  <c:v>10.90146</c:v>
                </c:pt>
                <c:pt idx="4092">
                  <c:v>11.084710000000001</c:v>
                </c:pt>
                <c:pt idx="4093">
                  <c:v>10.86927</c:v>
                </c:pt>
                <c:pt idx="4094">
                  <c:v>10.99601</c:v>
                </c:pt>
                <c:pt idx="4095">
                  <c:v>11.428560000000001</c:v>
                </c:pt>
                <c:pt idx="4096">
                  <c:v>12.01318</c:v>
                </c:pt>
                <c:pt idx="4097">
                  <c:v>12.648359999999997</c:v>
                </c:pt>
                <c:pt idx="4098">
                  <c:v>13.21313</c:v>
                </c:pt>
                <c:pt idx="4099">
                  <c:v>13.61412</c:v>
                </c:pt>
                <c:pt idx="4100">
                  <c:v>13.859110000000006</c:v>
                </c:pt>
                <c:pt idx="4101">
                  <c:v>14.013440000000006</c:v>
                </c:pt>
                <c:pt idx="4102">
                  <c:v>13.932310000000001</c:v>
                </c:pt>
                <c:pt idx="4103">
                  <c:v>13.52622</c:v>
                </c:pt>
                <c:pt idx="4104">
                  <c:v>13.201169999999999</c:v>
                </c:pt>
                <c:pt idx="4105">
                  <c:v>13.070820000000001</c:v>
                </c:pt>
                <c:pt idx="4106">
                  <c:v>12.929410000000004</c:v>
                </c:pt>
                <c:pt idx="4107">
                  <c:v>12.790990000000001</c:v>
                </c:pt>
                <c:pt idx="4108">
                  <c:v>12.282030000000002</c:v>
                </c:pt>
                <c:pt idx="4109">
                  <c:v>11.699170000000001</c:v>
                </c:pt>
                <c:pt idx="4110">
                  <c:v>11.841900000000001</c:v>
                </c:pt>
                <c:pt idx="4111">
                  <c:v>12.12581</c:v>
                </c:pt>
                <c:pt idx="4112">
                  <c:v>12.10309</c:v>
                </c:pt>
                <c:pt idx="4113">
                  <c:v>12.052810000000004</c:v>
                </c:pt>
                <c:pt idx="4114">
                  <c:v>12.198500000000001</c:v>
                </c:pt>
                <c:pt idx="4115">
                  <c:v>12.208500000000001</c:v>
                </c:pt>
                <c:pt idx="4116">
                  <c:v>12.355220000000006</c:v>
                </c:pt>
                <c:pt idx="4117">
                  <c:v>12.464090000000002</c:v>
                </c:pt>
                <c:pt idx="4118">
                  <c:v>12.67144</c:v>
                </c:pt>
                <c:pt idx="4119">
                  <c:v>13.36586000000001</c:v>
                </c:pt>
                <c:pt idx="4120">
                  <c:v>13.754990000000001</c:v>
                </c:pt>
                <c:pt idx="4121">
                  <c:v>13.59202</c:v>
                </c:pt>
                <c:pt idx="4122">
                  <c:v>13.59714</c:v>
                </c:pt>
                <c:pt idx="4123">
                  <c:v>13.697000000000001</c:v>
                </c:pt>
                <c:pt idx="4124">
                  <c:v>13.936780000000002</c:v>
                </c:pt>
                <c:pt idx="4125">
                  <c:v>14.366880000000011</c:v>
                </c:pt>
                <c:pt idx="4126">
                  <c:v>14.259740000000004</c:v>
                </c:pt>
                <c:pt idx="4127">
                  <c:v>13.881030000000004</c:v>
                </c:pt>
                <c:pt idx="4128">
                  <c:v>13.938129999999999</c:v>
                </c:pt>
                <c:pt idx="4129">
                  <c:v>14.42165</c:v>
                </c:pt>
                <c:pt idx="4130">
                  <c:v>15.091990000000001</c:v>
                </c:pt>
                <c:pt idx="4131">
                  <c:v>15.99166</c:v>
                </c:pt>
                <c:pt idx="4132">
                  <c:v>17.108639999999973</c:v>
                </c:pt>
                <c:pt idx="4133">
                  <c:v>17.85679</c:v>
                </c:pt>
                <c:pt idx="4134">
                  <c:v>18.24309999999997</c:v>
                </c:pt>
                <c:pt idx="4135">
                  <c:v>18.600580000000001</c:v>
                </c:pt>
                <c:pt idx="4136">
                  <c:v>18.987159999999989</c:v>
                </c:pt>
                <c:pt idx="4137">
                  <c:v>19.365860000000001</c:v>
                </c:pt>
                <c:pt idx="4138">
                  <c:v>19.22383</c:v>
                </c:pt>
                <c:pt idx="4139">
                  <c:v>18.235220000000002</c:v>
                </c:pt>
                <c:pt idx="4140">
                  <c:v>17.449809999999989</c:v>
                </c:pt>
                <c:pt idx="4141">
                  <c:v>17.293869999999988</c:v>
                </c:pt>
                <c:pt idx="4142">
                  <c:v>17.52978999999997</c:v>
                </c:pt>
                <c:pt idx="4143">
                  <c:v>18.123870000000021</c:v>
                </c:pt>
                <c:pt idx="4144">
                  <c:v>18.689830000000001</c:v>
                </c:pt>
                <c:pt idx="4145">
                  <c:v>19.08886</c:v>
                </c:pt>
                <c:pt idx="4146">
                  <c:v>19.415099999999974</c:v>
                </c:pt>
                <c:pt idx="4147">
                  <c:v>19.801179999999999</c:v>
                </c:pt>
                <c:pt idx="4148">
                  <c:v>20.034610000000001</c:v>
                </c:pt>
                <c:pt idx="4149">
                  <c:v>20.100349999999974</c:v>
                </c:pt>
                <c:pt idx="4150">
                  <c:v>20.095960000000005</c:v>
                </c:pt>
                <c:pt idx="4151">
                  <c:v>19.910439999999973</c:v>
                </c:pt>
                <c:pt idx="4152">
                  <c:v>19.86330999999997</c:v>
                </c:pt>
                <c:pt idx="4153">
                  <c:v>20.044119999999989</c:v>
                </c:pt>
                <c:pt idx="4154">
                  <c:v>19.995409999999964</c:v>
                </c:pt>
                <c:pt idx="4155">
                  <c:v>20.016690000000001</c:v>
                </c:pt>
                <c:pt idx="4156">
                  <c:v>20.228199999999973</c:v>
                </c:pt>
                <c:pt idx="4157">
                  <c:v>20.268519999999956</c:v>
                </c:pt>
                <c:pt idx="4158">
                  <c:v>20.47711</c:v>
                </c:pt>
                <c:pt idx="4159">
                  <c:v>20.980039999999956</c:v>
                </c:pt>
                <c:pt idx="4160">
                  <c:v>21.41883</c:v>
                </c:pt>
                <c:pt idx="4161">
                  <c:v>21.714060000000021</c:v>
                </c:pt>
                <c:pt idx="4162">
                  <c:v>21.946909999999974</c:v>
                </c:pt>
                <c:pt idx="4163">
                  <c:v>21.519739999999974</c:v>
                </c:pt>
                <c:pt idx="4164">
                  <c:v>21.06000999999997</c:v>
                </c:pt>
                <c:pt idx="4165">
                  <c:v>21.048339999999964</c:v>
                </c:pt>
                <c:pt idx="4166">
                  <c:v>21.237590000000001</c:v>
                </c:pt>
                <c:pt idx="4167">
                  <c:v>21.206339999999972</c:v>
                </c:pt>
                <c:pt idx="4168">
                  <c:v>21.226419999999973</c:v>
                </c:pt>
                <c:pt idx="4169">
                  <c:v>21.403419999999972</c:v>
                </c:pt>
                <c:pt idx="4170">
                  <c:v>21.450800000000001</c:v>
                </c:pt>
                <c:pt idx="4171">
                  <c:v>21.334260000000022</c:v>
                </c:pt>
                <c:pt idx="4172">
                  <c:v>21.125250000000001</c:v>
                </c:pt>
                <c:pt idx="4173">
                  <c:v>21.156860000000037</c:v>
                </c:pt>
                <c:pt idx="4174">
                  <c:v>21.516300000000001</c:v>
                </c:pt>
                <c:pt idx="4175">
                  <c:v>22.019819999999999</c:v>
                </c:pt>
                <c:pt idx="4176">
                  <c:v>22.399080000000001</c:v>
                </c:pt>
                <c:pt idx="4177">
                  <c:v>22.367100000000001</c:v>
                </c:pt>
                <c:pt idx="4178">
                  <c:v>22.004899999999999</c:v>
                </c:pt>
                <c:pt idx="4179">
                  <c:v>21.777010000000001</c:v>
                </c:pt>
                <c:pt idx="4180">
                  <c:v>21.864850000000022</c:v>
                </c:pt>
                <c:pt idx="4181">
                  <c:v>22.378779999999974</c:v>
                </c:pt>
                <c:pt idx="4182">
                  <c:v>22.934329999999989</c:v>
                </c:pt>
                <c:pt idx="4183">
                  <c:v>23.185629999999971</c:v>
                </c:pt>
                <c:pt idx="4184">
                  <c:v>23.378080000000001</c:v>
                </c:pt>
                <c:pt idx="4185">
                  <c:v>23.645849999999989</c:v>
                </c:pt>
                <c:pt idx="4186">
                  <c:v>23.274190000000001</c:v>
                </c:pt>
                <c:pt idx="4187">
                  <c:v>22.267880000000005</c:v>
                </c:pt>
                <c:pt idx="4188">
                  <c:v>22.002029999999973</c:v>
                </c:pt>
                <c:pt idx="4189">
                  <c:v>22.011710000000001</c:v>
                </c:pt>
                <c:pt idx="4190">
                  <c:v>22.057400000000001</c:v>
                </c:pt>
                <c:pt idx="4191">
                  <c:v>22.586980000000001</c:v>
                </c:pt>
                <c:pt idx="4192">
                  <c:v>23.366609999999973</c:v>
                </c:pt>
                <c:pt idx="4193">
                  <c:v>24.192029999999974</c:v>
                </c:pt>
                <c:pt idx="4194">
                  <c:v>24.88907</c:v>
                </c:pt>
                <c:pt idx="4195">
                  <c:v>25.494329999999973</c:v>
                </c:pt>
                <c:pt idx="4196">
                  <c:v>26.036490000000001</c:v>
                </c:pt>
                <c:pt idx="4197">
                  <c:v>26.578859999999999</c:v>
                </c:pt>
                <c:pt idx="4198">
                  <c:v>27.0688</c:v>
                </c:pt>
                <c:pt idx="4199">
                  <c:v>27.29907</c:v>
                </c:pt>
                <c:pt idx="4200">
                  <c:v>27.530110000000001</c:v>
                </c:pt>
                <c:pt idx="4201">
                  <c:v>27.895810000000001</c:v>
                </c:pt>
                <c:pt idx="4202">
                  <c:v>27.772259999999989</c:v>
                </c:pt>
                <c:pt idx="4203">
                  <c:v>27.34449</c:v>
                </c:pt>
                <c:pt idx="4204">
                  <c:v>27.205629999999957</c:v>
                </c:pt>
                <c:pt idx="4205">
                  <c:v>27.156230000000001</c:v>
                </c:pt>
                <c:pt idx="4206">
                  <c:v>26.810839999999999</c:v>
                </c:pt>
                <c:pt idx="4207">
                  <c:v>26.521850000000022</c:v>
                </c:pt>
                <c:pt idx="4208">
                  <c:v>26.643940000000001</c:v>
                </c:pt>
                <c:pt idx="4209">
                  <c:v>26.991619999999973</c:v>
                </c:pt>
                <c:pt idx="4210">
                  <c:v>27.438509999999972</c:v>
                </c:pt>
                <c:pt idx="4211">
                  <c:v>28.011209999999988</c:v>
                </c:pt>
                <c:pt idx="4212">
                  <c:v>28.614990000000034</c:v>
                </c:pt>
                <c:pt idx="4213">
                  <c:v>29.091699999999989</c:v>
                </c:pt>
                <c:pt idx="4214">
                  <c:v>29.164370000000005</c:v>
                </c:pt>
                <c:pt idx="4215">
                  <c:v>28.936439999999973</c:v>
                </c:pt>
                <c:pt idx="4216">
                  <c:v>28.844909999999999</c:v>
                </c:pt>
                <c:pt idx="4217">
                  <c:v>28.722629999999956</c:v>
                </c:pt>
                <c:pt idx="4218">
                  <c:v>28.350429999999989</c:v>
                </c:pt>
                <c:pt idx="4219">
                  <c:v>27.854469999999999</c:v>
                </c:pt>
                <c:pt idx="4220">
                  <c:v>27.304030000000001</c:v>
                </c:pt>
                <c:pt idx="4221">
                  <c:v>26.816790000000001</c:v>
                </c:pt>
                <c:pt idx="4222">
                  <c:v>26.532639999999972</c:v>
                </c:pt>
                <c:pt idx="4223">
                  <c:v>26.392299999999974</c:v>
                </c:pt>
                <c:pt idx="4224">
                  <c:v>26.472129999999975</c:v>
                </c:pt>
                <c:pt idx="4225">
                  <c:v>26.683729999999972</c:v>
                </c:pt>
                <c:pt idx="4226">
                  <c:v>26.400629999999964</c:v>
                </c:pt>
                <c:pt idx="4227">
                  <c:v>25.870760000000001</c:v>
                </c:pt>
                <c:pt idx="4228">
                  <c:v>25.703339999999972</c:v>
                </c:pt>
                <c:pt idx="4229">
                  <c:v>25.887170000000001</c:v>
                </c:pt>
                <c:pt idx="4230">
                  <c:v>26.165009999999974</c:v>
                </c:pt>
                <c:pt idx="4231">
                  <c:v>26.364889999999999</c:v>
                </c:pt>
                <c:pt idx="4232">
                  <c:v>25.91283</c:v>
                </c:pt>
                <c:pt idx="4233">
                  <c:v>25.120360000000005</c:v>
                </c:pt>
                <c:pt idx="4234">
                  <c:v>25.040689999999973</c:v>
                </c:pt>
                <c:pt idx="4235">
                  <c:v>25.529539999999972</c:v>
                </c:pt>
                <c:pt idx="4236">
                  <c:v>25.751580000000001</c:v>
                </c:pt>
                <c:pt idx="4237">
                  <c:v>26.04104999999997</c:v>
                </c:pt>
                <c:pt idx="4238">
                  <c:v>26.62602</c:v>
                </c:pt>
                <c:pt idx="4239">
                  <c:v>26.68909</c:v>
                </c:pt>
                <c:pt idx="4240">
                  <c:v>26.0976</c:v>
                </c:pt>
                <c:pt idx="4241">
                  <c:v>25.471050000000005</c:v>
                </c:pt>
                <c:pt idx="4242">
                  <c:v>25.29598</c:v>
                </c:pt>
                <c:pt idx="4243">
                  <c:v>25.539880000000021</c:v>
                </c:pt>
                <c:pt idx="4244">
                  <c:v>26.068059999999978</c:v>
                </c:pt>
                <c:pt idx="4245">
                  <c:v>26.838660000000001</c:v>
                </c:pt>
                <c:pt idx="4246">
                  <c:v>27.54836999999997</c:v>
                </c:pt>
                <c:pt idx="4247">
                  <c:v>28.13344</c:v>
                </c:pt>
                <c:pt idx="4248">
                  <c:v>28.621040000000001</c:v>
                </c:pt>
                <c:pt idx="4249">
                  <c:v>28.990549999999956</c:v>
                </c:pt>
                <c:pt idx="4250">
                  <c:v>29.22770999999997</c:v>
                </c:pt>
                <c:pt idx="4251">
                  <c:v>29.331800000000033</c:v>
                </c:pt>
                <c:pt idx="4252">
                  <c:v>29.380590000000002</c:v>
                </c:pt>
                <c:pt idx="4253">
                  <c:v>29.117860000000046</c:v>
                </c:pt>
                <c:pt idx="4254">
                  <c:v>28.56691</c:v>
                </c:pt>
                <c:pt idx="4255">
                  <c:v>28.197220000000005</c:v>
                </c:pt>
                <c:pt idx="4256">
                  <c:v>27.780669999999972</c:v>
                </c:pt>
                <c:pt idx="4257">
                  <c:v>27.154979999999998</c:v>
                </c:pt>
                <c:pt idx="4258">
                  <c:v>26.802579999999974</c:v>
                </c:pt>
                <c:pt idx="4259">
                  <c:v>26.716529999999974</c:v>
                </c:pt>
                <c:pt idx="4260">
                  <c:v>26.823910000000001</c:v>
                </c:pt>
                <c:pt idx="4261">
                  <c:v>26.661899999999999</c:v>
                </c:pt>
                <c:pt idx="4262">
                  <c:v>25.946850000000001</c:v>
                </c:pt>
                <c:pt idx="4263">
                  <c:v>25.045249999999957</c:v>
                </c:pt>
                <c:pt idx="4264">
                  <c:v>24.321870000000022</c:v>
                </c:pt>
                <c:pt idx="4265">
                  <c:v>24.03069</c:v>
                </c:pt>
                <c:pt idx="4266">
                  <c:v>24.077310000000001</c:v>
                </c:pt>
                <c:pt idx="4267">
                  <c:v>24.071580000000001</c:v>
                </c:pt>
                <c:pt idx="4268">
                  <c:v>23.666260000000001</c:v>
                </c:pt>
                <c:pt idx="4269">
                  <c:v>22.858709999999974</c:v>
                </c:pt>
                <c:pt idx="4270">
                  <c:v>22.067850000000021</c:v>
                </c:pt>
                <c:pt idx="4271">
                  <c:v>21.75219999999997</c:v>
                </c:pt>
                <c:pt idx="4272">
                  <c:v>21.784139999999972</c:v>
                </c:pt>
                <c:pt idx="4273">
                  <c:v>21.682699999999972</c:v>
                </c:pt>
                <c:pt idx="4274">
                  <c:v>21.240599999999972</c:v>
                </c:pt>
                <c:pt idx="4275">
                  <c:v>20.74288</c:v>
                </c:pt>
                <c:pt idx="4276">
                  <c:v>20.51031</c:v>
                </c:pt>
                <c:pt idx="4277">
                  <c:v>20.053170000000001</c:v>
                </c:pt>
                <c:pt idx="4278">
                  <c:v>19.713519999999974</c:v>
                </c:pt>
                <c:pt idx="4279">
                  <c:v>19.174080000000021</c:v>
                </c:pt>
                <c:pt idx="4280">
                  <c:v>18.259969999999999</c:v>
                </c:pt>
                <c:pt idx="4281">
                  <c:v>17.791679999999989</c:v>
                </c:pt>
                <c:pt idx="4282">
                  <c:v>17.855840000000001</c:v>
                </c:pt>
                <c:pt idx="4283">
                  <c:v>18.135770000000001</c:v>
                </c:pt>
                <c:pt idx="4284">
                  <c:v>18.466779999999975</c:v>
                </c:pt>
                <c:pt idx="4285">
                  <c:v>18.71228</c:v>
                </c:pt>
                <c:pt idx="4286">
                  <c:v>18.981229999999975</c:v>
                </c:pt>
                <c:pt idx="4287">
                  <c:v>19.39649</c:v>
                </c:pt>
                <c:pt idx="4288">
                  <c:v>19.856680000000001</c:v>
                </c:pt>
                <c:pt idx="4289">
                  <c:v>20.29467</c:v>
                </c:pt>
                <c:pt idx="4290">
                  <c:v>20.727219999999978</c:v>
                </c:pt>
                <c:pt idx="4291">
                  <c:v>20.707090000000001</c:v>
                </c:pt>
                <c:pt idx="4292">
                  <c:v>20.348949999999974</c:v>
                </c:pt>
                <c:pt idx="4293">
                  <c:v>20.312429999999978</c:v>
                </c:pt>
                <c:pt idx="4294">
                  <c:v>20.558709999999973</c:v>
                </c:pt>
                <c:pt idx="4295">
                  <c:v>20.889789999999973</c:v>
                </c:pt>
                <c:pt idx="4296">
                  <c:v>21.327100000000005</c:v>
                </c:pt>
                <c:pt idx="4297">
                  <c:v>21.71362999999997</c:v>
                </c:pt>
                <c:pt idx="4298">
                  <c:v>21.827760000000001</c:v>
                </c:pt>
                <c:pt idx="4299">
                  <c:v>21.522439999999964</c:v>
                </c:pt>
                <c:pt idx="4300">
                  <c:v>21.088469999999973</c:v>
                </c:pt>
                <c:pt idx="4301">
                  <c:v>20.807910000000021</c:v>
                </c:pt>
                <c:pt idx="4302">
                  <c:v>20.341760000000001</c:v>
                </c:pt>
                <c:pt idx="4303">
                  <c:v>19.798309999999972</c:v>
                </c:pt>
                <c:pt idx="4304">
                  <c:v>19.391960000000033</c:v>
                </c:pt>
                <c:pt idx="4305">
                  <c:v>18.859639999999974</c:v>
                </c:pt>
                <c:pt idx="4306">
                  <c:v>18.158349999999974</c:v>
                </c:pt>
                <c:pt idx="4307">
                  <c:v>17.782549999999954</c:v>
                </c:pt>
                <c:pt idx="4308">
                  <c:v>17.670960000000033</c:v>
                </c:pt>
                <c:pt idx="4309">
                  <c:v>17.601160000000021</c:v>
                </c:pt>
                <c:pt idx="4310">
                  <c:v>17.707609999999974</c:v>
                </c:pt>
                <c:pt idx="4311">
                  <c:v>18.08483</c:v>
                </c:pt>
                <c:pt idx="4312">
                  <c:v>18.625990000000005</c:v>
                </c:pt>
                <c:pt idx="4313">
                  <c:v>18.846270000000001</c:v>
                </c:pt>
                <c:pt idx="4314">
                  <c:v>17.69774</c:v>
                </c:pt>
                <c:pt idx="4315">
                  <c:v>15.896850000000002</c:v>
                </c:pt>
                <c:pt idx="4316">
                  <c:v>14.592880000000006</c:v>
                </c:pt>
                <c:pt idx="4317">
                  <c:v>13.953080000000011</c:v>
                </c:pt>
                <c:pt idx="4318">
                  <c:v>14.026440000000004</c:v>
                </c:pt>
                <c:pt idx="4319">
                  <c:v>14.246259999999999</c:v>
                </c:pt>
                <c:pt idx="4320">
                  <c:v>14.37689000000001</c:v>
                </c:pt>
                <c:pt idx="4321">
                  <c:v>14.539570000000001</c:v>
                </c:pt>
                <c:pt idx="4322">
                  <c:v>14.783900000000001</c:v>
                </c:pt>
                <c:pt idx="4323">
                  <c:v>14.96622</c:v>
                </c:pt>
                <c:pt idx="4324">
                  <c:v>14.738969999999997</c:v>
                </c:pt>
                <c:pt idx="4325">
                  <c:v>14.120140000000001</c:v>
                </c:pt>
                <c:pt idx="4326">
                  <c:v>13.309810000000002</c:v>
                </c:pt>
                <c:pt idx="4327">
                  <c:v>12.54176</c:v>
                </c:pt>
                <c:pt idx="4328">
                  <c:v>12.047190000000001</c:v>
                </c:pt>
                <c:pt idx="4329">
                  <c:v>11.875310000000002</c:v>
                </c:pt>
                <c:pt idx="4330">
                  <c:v>12.124500000000001</c:v>
                </c:pt>
                <c:pt idx="4331">
                  <c:v>12.623090000000001</c:v>
                </c:pt>
                <c:pt idx="4332">
                  <c:v>13.36384000000001</c:v>
                </c:pt>
                <c:pt idx="4333">
                  <c:v>14.17892</c:v>
                </c:pt>
                <c:pt idx="4334">
                  <c:v>14.6953</c:v>
                </c:pt>
                <c:pt idx="4335">
                  <c:v>14.81325</c:v>
                </c:pt>
                <c:pt idx="4336">
                  <c:v>14.68474</c:v>
                </c:pt>
                <c:pt idx="4337">
                  <c:v>14.48682</c:v>
                </c:pt>
                <c:pt idx="4338">
                  <c:v>14.294560000000001</c:v>
                </c:pt>
                <c:pt idx="4339">
                  <c:v>14.25033</c:v>
                </c:pt>
                <c:pt idx="4340">
                  <c:v>14.38951000000001</c:v>
                </c:pt>
                <c:pt idx="4341">
                  <c:v>14.65903000000001</c:v>
                </c:pt>
                <c:pt idx="4342">
                  <c:v>14.57315</c:v>
                </c:pt>
                <c:pt idx="4343">
                  <c:v>14.19661</c:v>
                </c:pt>
                <c:pt idx="4344">
                  <c:v>13.92713</c:v>
                </c:pt>
                <c:pt idx="4345">
                  <c:v>13.769740000000002</c:v>
                </c:pt>
                <c:pt idx="4346">
                  <c:v>13.7637</c:v>
                </c:pt>
                <c:pt idx="4347">
                  <c:v>13.66488</c:v>
                </c:pt>
                <c:pt idx="4348">
                  <c:v>13.069520000000002</c:v>
                </c:pt>
                <c:pt idx="4349">
                  <c:v>12.081190000000001</c:v>
                </c:pt>
                <c:pt idx="4350">
                  <c:v>11.730729999999999</c:v>
                </c:pt>
                <c:pt idx="4351">
                  <c:v>12.323270000000001</c:v>
                </c:pt>
                <c:pt idx="4352">
                  <c:v>12.728329999999998</c:v>
                </c:pt>
                <c:pt idx="4353">
                  <c:v>12.841390000000001</c:v>
                </c:pt>
                <c:pt idx="4354">
                  <c:v>13.051450000000004</c:v>
                </c:pt>
                <c:pt idx="4355">
                  <c:v>13.21923</c:v>
                </c:pt>
                <c:pt idx="4356">
                  <c:v>13.2029</c:v>
                </c:pt>
                <c:pt idx="4357">
                  <c:v>13.03387</c:v>
                </c:pt>
                <c:pt idx="4358">
                  <c:v>12.87199</c:v>
                </c:pt>
                <c:pt idx="4359">
                  <c:v>12.623700000000001</c:v>
                </c:pt>
                <c:pt idx="4360">
                  <c:v>12.236550000000001</c:v>
                </c:pt>
                <c:pt idx="4361">
                  <c:v>11.850630000000018</c:v>
                </c:pt>
                <c:pt idx="4362">
                  <c:v>11.409470000000002</c:v>
                </c:pt>
                <c:pt idx="4363">
                  <c:v>10.644410000000001</c:v>
                </c:pt>
                <c:pt idx="4364">
                  <c:v>9.7229600000000005</c:v>
                </c:pt>
                <c:pt idx="4365">
                  <c:v>9.1443899999999996</c:v>
                </c:pt>
                <c:pt idx="4366">
                  <c:v>8.9935800000000068</c:v>
                </c:pt>
                <c:pt idx="4367">
                  <c:v>9.2108799999999995</c:v>
                </c:pt>
                <c:pt idx="4368">
                  <c:v>9.5776700000000012</c:v>
                </c:pt>
                <c:pt idx="4369">
                  <c:v>9.8939300000000028</c:v>
                </c:pt>
                <c:pt idx="4370">
                  <c:v>10.16685</c:v>
                </c:pt>
                <c:pt idx="4371">
                  <c:v>10.213329999999999</c:v>
                </c:pt>
                <c:pt idx="4372">
                  <c:v>10.150690000000004</c:v>
                </c:pt>
                <c:pt idx="4373">
                  <c:v>10.125300000000001</c:v>
                </c:pt>
                <c:pt idx="4374">
                  <c:v>9.9257300000000068</c:v>
                </c:pt>
                <c:pt idx="4375">
                  <c:v>9.700190000000001</c:v>
                </c:pt>
                <c:pt idx="4376">
                  <c:v>9.2647700000000004</c:v>
                </c:pt>
                <c:pt idx="4377">
                  <c:v>8.6853100000000012</c:v>
                </c:pt>
                <c:pt idx="4378">
                  <c:v>8.352080000000015</c:v>
                </c:pt>
                <c:pt idx="4379">
                  <c:v>8.1544900000000027</c:v>
                </c:pt>
                <c:pt idx="4380">
                  <c:v>8.1567400000000028</c:v>
                </c:pt>
                <c:pt idx="4381">
                  <c:v>8.5184500000000014</c:v>
                </c:pt>
                <c:pt idx="4382">
                  <c:v>8.6892700000000005</c:v>
                </c:pt>
                <c:pt idx="4383">
                  <c:v>8.4288900000000009</c:v>
                </c:pt>
                <c:pt idx="4384">
                  <c:v>8.1274700000000006</c:v>
                </c:pt>
                <c:pt idx="4385">
                  <c:v>7.8293099999999995</c:v>
                </c:pt>
                <c:pt idx="4386">
                  <c:v>7.5514799999999997</c:v>
                </c:pt>
                <c:pt idx="4387">
                  <c:v>7.5483000000000002</c:v>
                </c:pt>
                <c:pt idx="4388">
                  <c:v>7.68276</c:v>
                </c:pt>
                <c:pt idx="4389">
                  <c:v>7.7028699999999999</c:v>
                </c:pt>
                <c:pt idx="4390">
                  <c:v>7.3831299999999995</c:v>
                </c:pt>
                <c:pt idx="4391">
                  <c:v>6.8922600000000003</c:v>
                </c:pt>
                <c:pt idx="4392">
                  <c:v>6.7650399999999955</c:v>
                </c:pt>
                <c:pt idx="4393">
                  <c:v>6.64886</c:v>
                </c:pt>
                <c:pt idx="4394">
                  <c:v>6.4947299999999997</c:v>
                </c:pt>
                <c:pt idx="4395">
                  <c:v>6.6021699999999965</c:v>
                </c:pt>
                <c:pt idx="4396">
                  <c:v>6.7613200000000004</c:v>
                </c:pt>
                <c:pt idx="4397">
                  <c:v>7.08209</c:v>
                </c:pt>
                <c:pt idx="4398">
                  <c:v>7.5844699999999996</c:v>
                </c:pt>
                <c:pt idx="4399">
                  <c:v>7.9302600000000076</c:v>
                </c:pt>
                <c:pt idx="4400">
                  <c:v>8.2315100000000001</c:v>
                </c:pt>
                <c:pt idx="4401">
                  <c:v>8.6651900000000008</c:v>
                </c:pt>
                <c:pt idx="4402">
                  <c:v>8.9066500000000008</c:v>
                </c:pt>
                <c:pt idx="4403">
                  <c:v>8.9184300000000007</c:v>
                </c:pt>
                <c:pt idx="4404">
                  <c:v>8.9345800000000004</c:v>
                </c:pt>
                <c:pt idx="4405">
                  <c:v>8.98597</c:v>
                </c:pt>
                <c:pt idx="4406">
                  <c:v>9.2028100000000013</c:v>
                </c:pt>
                <c:pt idx="4407">
                  <c:v>9.5433400000000006</c:v>
                </c:pt>
                <c:pt idx="4408">
                  <c:v>9.75291</c:v>
                </c:pt>
                <c:pt idx="4409">
                  <c:v>9.6202299999999994</c:v>
                </c:pt>
                <c:pt idx="4410">
                  <c:v>9.2434800000000017</c:v>
                </c:pt>
                <c:pt idx="4411">
                  <c:v>8.9179200000000005</c:v>
                </c:pt>
                <c:pt idx="4412">
                  <c:v>8.7734400000000008</c:v>
                </c:pt>
                <c:pt idx="4413">
                  <c:v>8.8470500000000012</c:v>
                </c:pt>
                <c:pt idx="4414">
                  <c:v>8.4388699999999996</c:v>
                </c:pt>
                <c:pt idx="4415">
                  <c:v>7.7075399999999945</c:v>
                </c:pt>
                <c:pt idx="4416">
                  <c:v>7.0787700000000013</c:v>
                </c:pt>
                <c:pt idx="4417">
                  <c:v>6.5361099999999999</c:v>
                </c:pt>
                <c:pt idx="4418">
                  <c:v>6.2998399999999997</c:v>
                </c:pt>
                <c:pt idx="4419">
                  <c:v>6.2447999999999997</c:v>
                </c:pt>
                <c:pt idx="4420">
                  <c:v>6.1005799999999955</c:v>
                </c:pt>
                <c:pt idx="4421">
                  <c:v>5.8579099999999942</c:v>
                </c:pt>
                <c:pt idx="4422">
                  <c:v>5.8203199999999944</c:v>
                </c:pt>
                <c:pt idx="4423">
                  <c:v>5.9973799999999997</c:v>
                </c:pt>
                <c:pt idx="4424">
                  <c:v>5.8310599999999999</c:v>
                </c:pt>
                <c:pt idx="4425">
                  <c:v>5.160989999999992</c:v>
                </c:pt>
                <c:pt idx="4426">
                  <c:v>4.5379299999999985</c:v>
                </c:pt>
                <c:pt idx="4427">
                  <c:v>4.2309299999999999</c:v>
                </c:pt>
                <c:pt idx="4428">
                  <c:v>4.4626700000000001</c:v>
                </c:pt>
                <c:pt idx="4429">
                  <c:v>5.1245799999999901</c:v>
                </c:pt>
                <c:pt idx="4430">
                  <c:v>5.8260499999999995</c:v>
                </c:pt>
                <c:pt idx="4431">
                  <c:v>6.5530299999999997</c:v>
                </c:pt>
                <c:pt idx="4432">
                  <c:v>7.3411600000000004</c:v>
                </c:pt>
                <c:pt idx="4433">
                  <c:v>8.0597300000000125</c:v>
                </c:pt>
                <c:pt idx="4434">
                  <c:v>8.4134700000000002</c:v>
                </c:pt>
                <c:pt idx="4435">
                  <c:v>8.3363600000000009</c:v>
                </c:pt>
                <c:pt idx="4436">
                  <c:v>7.9189799999999995</c:v>
                </c:pt>
                <c:pt idx="4437">
                  <c:v>7.6273799999999943</c:v>
                </c:pt>
                <c:pt idx="4438">
                  <c:v>7.7591799999999997</c:v>
                </c:pt>
                <c:pt idx="4439">
                  <c:v>7.8895299999999997</c:v>
                </c:pt>
                <c:pt idx="4440">
                  <c:v>7.9446399999999997</c:v>
                </c:pt>
                <c:pt idx="4441">
                  <c:v>8.2565400000000047</c:v>
                </c:pt>
                <c:pt idx="4442">
                  <c:v>8.3230000000000004</c:v>
                </c:pt>
                <c:pt idx="4443">
                  <c:v>8.4668000000000028</c:v>
                </c:pt>
                <c:pt idx="4444">
                  <c:v>8.8409600000000008</c:v>
                </c:pt>
                <c:pt idx="4445">
                  <c:v>9.03566</c:v>
                </c:pt>
                <c:pt idx="4446">
                  <c:v>9.3269300000000008</c:v>
                </c:pt>
                <c:pt idx="4447">
                  <c:v>9.697420000000001</c:v>
                </c:pt>
                <c:pt idx="4448">
                  <c:v>9.8056300000000114</c:v>
                </c:pt>
                <c:pt idx="4449">
                  <c:v>9.7544600000000035</c:v>
                </c:pt>
                <c:pt idx="4450">
                  <c:v>9.6973500000000001</c:v>
                </c:pt>
                <c:pt idx="4451">
                  <c:v>9.7491599999999998</c:v>
                </c:pt>
                <c:pt idx="4452">
                  <c:v>10.17371</c:v>
                </c:pt>
                <c:pt idx="4453">
                  <c:v>10.49475</c:v>
                </c:pt>
                <c:pt idx="4454">
                  <c:v>10.345840000000004</c:v>
                </c:pt>
                <c:pt idx="4455">
                  <c:v>10.451550000000006</c:v>
                </c:pt>
                <c:pt idx="4456">
                  <c:v>10.665520000000004</c:v>
                </c:pt>
                <c:pt idx="4457">
                  <c:v>10.8146</c:v>
                </c:pt>
                <c:pt idx="4458">
                  <c:v>10.91226</c:v>
                </c:pt>
                <c:pt idx="4459">
                  <c:v>11.055090000000011</c:v>
                </c:pt>
                <c:pt idx="4460">
                  <c:v>11.377320000000001</c:v>
                </c:pt>
                <c:pt idx="4461">
                  <c:v>11.73929</c:v>
                </c:pt>
                <c:pt idx="4462">
                  <c:v>12.184979999999999</c:v>
                </c:pt>
                <c:pt idx="4463">
                  <c:v>12.5105</c:v>
                </c:pt>
                <c:pt idx="4464">
                  <c:v>12.32447</c:v>
                </c:pt>
                <c:pt idx="4465">
                  <c:v>11.723510000000001</c:v>
                </c:pt>
                <c:pt idx="4466">
                  <c:v>11.200480000000002</c:v>
                </c:pt>
                <c:pt idx="4467">
                  <c:v>11.330450000000004</c:v>
                </c:pt>
                <c:pt idx="4468">
                  <c:v>11.82098</c:v>
                </c:pt>
                <c:pt idx="4469">
                  <c:v>12.294500000000001</c:v>
                </c:pt>
                <c:pt idx="4470">
                  <c:v>12.34727</c:v>
                </c:pt>
                <c:pt idx="4471">
                  <c:v>12.228630000000001</c:v>
                </c:pt>
                <c:pt idx="4472">
                  <c:v>12.397270000000001</c:v>
                </c:pt>
                <c:pt idx="4473">
                  <c:v>12.62101</c:v>
                </c:pt>
                <c:pt idx="4474">
                  <c:v>12.719580000000002</c:v>
                </c:pt>
                <c:pt idx="4475">
                  <c:v>12.91811</c:v>
                </c:pt>
                <c:pt idx="4476">
                  <c:v>12.966010000000002</c:v>
                </c:pt>
                <c:pt idx="4477">
                  <c:v>13.04527</c:v>
                </c:pt>
                <c:pt idx="4478">
                  <c:v>13.09953000000001</c:v>
                </c:pt>
                <c:pt idx="4479">
                  <c:v>13.213840000000001</c:v>
                </c:pt>
                <c:pt idx="4480">
                  <c:v>13.437470000000001</c:v>
                </c:pt>
                <c:pt idx="4481">
                  <c:v>13.365470000000011</c:v>
                </c:pt>
                <c:pt idx="4482">
                  <c:v>13.22545</c:v>
                </c:pt>
                <c:pt idx="4483">
                  <c:v>13.266910000000001</c:v>
                </c:pt>
                <c:pt idx="4484">
                  <c:v>13.556190000000004</c:v>
                </c:pt>
                <c:pt idx="4485">
                  <c:v>14.082750000000004</c:v>
                </c:pt>
                <c:pt idx="4486">
                  <c:v>13.93422</c:v>
                </c:pt>
                <c:pt idx="4487">
                  <c:v>13.326750000000002</c:v>
                </c:pt>
                <c:pt idx="4488">
                  <c:v>13.099120000000001</c:v>
                </c:pt>
                <c:pt idx="4489">
                  <c:v>13.305880000000011</c:v>
                </c:pt>
                <c:pt idx="4490">
                  <c:v>13.92604</c:v>
                </c:pt>
                <c:pt idx="4491">
                  <c:v>14.26946</c:v>
                </c:pt>
                <c:pt idx="4492">
                  <c:v>14.326410000000006</c:v>
                </c:pt>
                <c:pt idx="4493">
                  <c:v>14.50295</c:v>
                </c:pt>
                <c:pt idx="4494">
                  <c:v>14.46471</c:v>
                </c:pt>
                <c:pt idx="4495">
                  <c:v>14.508979999999999</c:v>
                </c:pt>
                <c:pt idx="4496">
                  <c:v>14.853820000000002</c:v>
                </c:pt>
                <c:pt idx="4497">
                  <c:v>15.18512</c:v>
                </c:pt>
                <c:pt idx="4498">
                  <c:v>15.133470000000001</c:v>
                </c:pt>
                <c:pt idx="4499">
                  <c:v>14.60937</c:v>
                </c:pt>
                <c:pt idx="4500">
                  <c:v>14.624280000000001</c:v>
                </c:pt>
                <c:pt idx="4501">
                  <c:v>14.83596</c:v>
                </c:pt>
                <c:pt idx="4502">
                  <c:v>15.329550000000006</c:v>
                </c:pt>
                <c:pt idx="4503">
                  <c:v>15.79327</c:v>
                </c:pt>
                <c:pt idx="4504">
                  <c:v>15.91173</c:v>
                </c:pt>
                <c:pt idx="4505">
                  <c:v>15.74625</c:v>
                </c:pt>
                <c:pt idx="4506">
                  <c:v>15.42717</c:v>
                </c:pt>
                <c:pt idx="4507">
                  <c:v>15.421810000000001</c:v>
                </c:pt>
                <c:pt idx="4508">
                  <c:v>15.72724</c:v>
                </c:pt>
                <c:pt idx="4509">
                  <c:v>16.188659999999974</c:v>
                </c:pt>
                <c:pt idx="4510">
                  <c:v>16.422639999999955</c:v>
                </c:pt>
                <c:pt idx="4511">
                  <c:v>16.07733</c:v>
                </c:pt>
                <c:pt idx="4512">
                  <c:v>15.541379999999998</c:v>
                </c:pt>
                <c:pt idx="4513">
                  <c:v>15.29006</c:v>
                </c:pt>
                <c:pt idx="4514">
                  <c:v>15.449770000000001</c:v>
                </c:pt>
                <c:pt idx="4515">
                  <c:v>15.675530000000011</c:v>
                </c:pt>
                <c:pt idx="4516">
                  <c:v>15.760680000000002</c:v>
                </c:pt>
                <c:pt idx="4517">
                  <c:v>15.98667</c:v>
                </c:pt>
                <c:pt idx="4518">
                  <c:v>16.330950000000033</c:v>
                </c:pt>
                <c:pt idx="4519">
                  <c:v>16.421279999999989</c:v>
                </c:pt>
                <c:pt idx="4520">
                  <c:v>16.609290000000001</c:v>
                </c:pt>
                <c:pt idx="4521">
                  <c:v>17.040439999999968</c:v>
                </c:pt>
                <c:pt idx="4522">
                  <c:v>17.451450000000001</c:v>
                </c:pt>
                <c:pt idx="4523">
                  <c:v>17.797180000000001</c:v>
                </c:pt>
                <c:pt idx="4524">
                  <c:v>17.656780000000001</c:v>
                </c:pt>
                <c:pt idx="4525">
                  <c:v>17.24484</c:v>
                </c:pt>
                <c:pt idx="4526">
                  <c:v>17.337100000000021</c:v>
                </c:pt>
                <c:pt idx="4527">
                  <c:v>17.68704</c:v>
                </c:pt>
                <c:pt idx="4528">
                  <c:v>18.16459</c:v>
                </c:pt>
                <c:pt idx="4529">
                  <c:v>18.26596</c:v>
                </c:pt>
                <c:pt idx="4530">
                  <c:v>18.377410000000001</c:v>
                </c:pt>
                <c:pt idx="4531">
                  <c:v>18.613720000000001</c:v>
                </c:pt>
                <c:pt idx="4532">
                  <c:v>18.804950000000037</c:v>
                </c:pt>
                <c:pt idx="4533">
                  <c:v>19.011420000000001</c:v>
                </c:pt>
                <c:pt idx="4534">
                  <c:v>19.329940000000001</c:v>
                </c:pt>
                <c:pt idx="4535">
                  <c:v>19.465459999999968</c:v>
                </c:pt>
                <c:pt idx="4536">
                  <c:v>19.582039999999957</c:v>
                </c:pt>
                <c:pt idx="4537">
                  <c:v>19.720849999999974</c:v>
                </c:pt>
                <c:pt idx="4538">
                  <c:v>19.64671999999997</c:v>
                </c:pt>
                <c:pt idx="4539">
                  <c:v>19.495639999999959</c:v>
                </c:pt>
                <c:pt idx="4540">
                  <c:v>19.473890000000001</c:v>
                </c:pt>
                <c:pt idx="4541">
                  <c:v>19.540459999999989</c:v>
                </c:pt>
                <c:pt idx="4542">
                  <c:v>19.619520000000001</c:v>
                </c:pt>
                <c:pt idx="4543">
                  <c:v>19.711150000000021</c:v>
                </c:pt>
                <c:pt idx="4544">
                  <c:v>19.62979</c:v>
                </c:pt>
                <c:pt idx="4545">
                  <c:v>19.7242</c:v>
                </c:pt>
                <c:pt idx="4546">
                  <c:v>20.164809999999999</c:v>
                </c:pt>
                <c:pt idx="4547">
                  <c:v>20.855979999999999</c:v>
                </c:pt>
                <c:pt idx="4548">
                  <c:v>21.538229999999974</c:v>
                </c:pt>
                <c:pt idx="4549">
                  <c:v>21.802759999999989</c:v>
                </c:pt>
                <c:pt idx="4550">
                  <c:v>21.70461999999997</c:v>
                </c:pt>
                <c:pt idx="4551">
                  <c:v>21.221550000000001</c:v>
                </c:pt>
                <c:pt idx="4552">
                  <c:v>20.893899999999999</c:v>
                </c:pt>
                <c:pt idx="4553">
                  <c:v>21.080489999999973</c:v>
                </c:pt>
                <c:pt idx="4554">
                  <c:v>21.65563999999997</c:v>
                </c:pt>
                <c:pt idx="4555">
                  <c:v>22.345829999999989</c:v>
                </c:pt>
                <c:pt idx="4556">
                  <c:v>22.541799999999974</c:v>
                </c:pt>
                <c:pt idx="4557">
                  <c:v>22.470219999999973</c:v>
                </c:pt>
                <c:pt idx="4558">
                  <c:v>22.541499999999989</c:v>
                </c:pt>
                <c:pt idx="4559">
                  <c:v>22.389050000000001</c:v>
                </c:pt>
                <c:pt idx="4560">
                  <c:v>22.141850000000037</c:v>
                </c:pt>
                <c:pt idx="4561">
                  <c:v>22.284639999999964</c:v>
                </c:pt>
                <c:pt idx="4562">
                  <c:v>22.646000000000001</c:v>
                </c:pt>
                <c:pt idx="4563">
                  <c:v>22.87171</c:v>
                </c:pt>
                <c:pt idx="4564">
                  <c:v>23.154440000000001</c:v>
                </c:pt>
                <c:pt idx="4565">
                  <c:v>23.660219999999974</c:v>
                </c:pt>
                <c:pt idx="4566">
                  <c:v>24.238619999999973</c:v>
                </c:pt>
                <c:pt idx="4567">
                  <c:v>24.485769999999956</c:v>
                </c:pt>
                <c:pt idx="4568">
                  <c:v>24.372070000000001</c:v>
                </c:pt>
                <c:pt idx="4569">
                  <c:v>24.281770000000002</c:v>
                </c:pt>
                <c:pt idx="4570">
                  <c:v>24.335260000000005</c:v>
                </c:pt>
                <c:pt idx="4571">
                  <c:v>24.32151</c:v>
                </c:pt>
                <c:pt idx="4572">
                  <c:v>24.510529999999989</c:v>
                </c:pt>
                <c:pt idx="4573">
                  <c:v>24.722579999999972</c:v>
                </c:pt>
                <c:pt idx="4574">
                  <c:v>24.710159999999988</c:v>
                </c:pt>
                <c:pt idx="4575">
                  <c:v>24.467709999999968</c:v>
                </c:pt>
                <c:pt idx="4576">
                  <c:v>23.771070000000005</c:v>
                </c:pt>
                <c:pt idx="4577">
                  <c:v>23.22357999999997</c:v>
                </c:pt>
                <c:pt idx="4578">
                  <c:v>23.177330000000001</c:v>
                </c:pt>
                <c:pt idx="4579">
                  <c:v>23.106860000000033</c:v>
                </c:pt>
                <c:pt idx="4580">
                  <c:v>23.165089999999989</c:v>
                </c:pt>
                <c:pt idx="4581">
                  <c:v>23.57328</c:v>
                </c:pt>
                <c:pt idx="4582">
                  <c:v>23.928989999999974</c:v>
                </c:pt>
                <c:pt idx="4583">
                  <c:v>24.174800000000033</c:v>
                </c:pt>
                <c:pt idx="4584">
                  <c:v>24.614619999999999</c:v>
                </c:pt>
                <c:pt idx="4585">
                  <c:v>25.151710000000001</c:v>
                </c:pt>
                <c:pt idx="4586">
                  <c:v>25.55979</c:v>
                </c:pt>
                <c:pt idx="4587">
                  <c:v>25.840679999999974</c:v>
                </c:pt>
                <c:pt idx="4588">
                  <c:v>26.087150000000001</c:v>
                </c:pt>
                <c:pt idx="4589">
                  <c:v>26.40737</c:v>
                </c:pt>
                <c:pt idx="4590">
                  <c:v>26.490389999999973</c:v>
                </c:pt>
                <c:pt idx="4591">
                  <c:v>26.300789999999989</c:v>
                </c:pt>
                <c:pt idx="4592">
                  <c:v>26.240929999999974</c:v>
                </c:pt>
                <c:pt idx="4593">
                  <c:v>26.360810000000001</c:v>
                </c:pt>
                <c:pt idx="4594">
                  <c:v>26.49403999999997</c:v>
                </c:pt>
                <c:pt idx="4595">
                  <c:v>26.755199999999974</c:v>
                </c:pt>
                <c:pt idx="4596">
                  <c:v>27.353110000000001</c:v>
                </c:pt>
                <c:pt idx="4597">
                  <c:v>27.980739999999955</c:v>
                </c:pt>
                <c:pt idx="4598">
                  <c:v>28.151630000000001</c:v>
                </c:pt>
                <c:pt idx="4599">
                  <c:v>27.778419999999972</c:v>
                </c:pt>
                <c:pt idx="4600">
                  <c:v>27.464239999999968</c:v>
                </c:pt>
                <c:pt idx="4601">
                  <c:v>26.899170000000005</c:v>
                </c:pt>
                <c:pt idx="4602">
                  <c:v>26.536930000000005</c:v>
                </c:pt>
                <c:pt idx="4603">
                  <c:v>26.843330000000002</c:v>
                </c:pt>
                <c:pt idx="4604">
                  <c:v>27.285789999999956</c:v>
                </c:pt>
                <c:pt idx="4605">
                  <c:v>27.38438</c:v>
                </c:pt>
                <c:pt idx="4606">
                  <c:v>27.2774</c:v>
                </c:pt>
                <c:pt idx="4607">
                  <c:v>27.218830000000001</c:v>
                </c:pt>
                <c:pt idx="4608">
                  <c:v>26.476890000000001</c:v>
                </c:pt>
                <c:pt idx="4609">
                  <c:v>25.423289999999973</c:v>
                </c:pt>
                <c:pt idx="4610">
                  <c:v>24.901900000000001</c:v>
                </c:pt>
                <c:pt idx="4611">
                  <c:v>24.86748</c:v>
                </c:pt>
                <c:pt idx="4612">
                  <c:v>25.204280000000001</c:v>
                </c:pt>
                <c:pt idx="4613">
                  <c:v>25.778870000000001</c:v>
                </c:pt>
                <c:pt idx="4614">
                  <c:v>26.354019999999988</c:v>
                </c:pt>
                <c:pt idx="4615">
                  <c:v>26.77882</c:v>
                </c:pt>
                <c:pt idx="4616">
                  <c:v>26.931870000000021</c:v>
                </c:pt>
                <c:pt idx="4617">
                  <c:v>26.673549999999974</c:v>
                </c:pt>
                <c:pt idx="4618">
                  <c:v>26.286139999999964</c:v>
                </c:pt>
                <c:pt idx="4619">
                  <c:v>25.985269999999975</c:v>
                </c:pt>
                <c:pt idx="4620">
                  <c:v>25.590299999999989</c:v>
                </c:pt>
                <c:pt idx="4621">
                  <c:v>25.198499999999989</c:v>
                </c:pt>
                <c:pt idx="4622">
                  <c:v>25.065839999999973</c:v>
                </c:pt>
                <c:pt idx="4623">
                  <c:v>25.139510000000001</c:v>
                </c:pt>
                <c:pt idx="4624">
                  <c:v>25.45449</c:v>
                </c:pt>
                <c:pt idx="4625">
                  <c:v>25.745289999999972</c:v>
                </c:pt>
                <c:pt idx="4626">
                  <c:v>25.953060000000001</c:v>
                </c:pt>
                <c:pt idx="4627">
                  <c:v>25.891279999999988</c:v>
                </c:pt>
                <c:pt idx="4628">
                  <c:v>25.54536999999997</c:v>
                </c:pt>
                <c:pt idx="4629">
                  <c:v>25.276990000000001</c:v>
                </c:pt>
                <c:pt idx="4630">
                  <c:v>24.916119999999989</c:v>
                </c:pt>
                <c:pt idx="4631">
                  <c:v>24.654979999999998</c:v>
                </c:pt>
                <c:pt idx="4632">
                  <c:v>24.486239999999956</c:v>
                </c:pt>
                <c:pt idx="4633">
                  <c:v>24.389289999999974</c:v>
                </c:pt>
                <c:pt idx="4634">
                  <c:v>24.644770000000001</c:v>
                </c:pt>
                <c:pt idx="4635">
                  <c:v>24.934709999999974</c:v>
                </c:pt>
                <c:pt idx="4636">
                  <c:v>25.172329999999974</c:v>
                </c:pt>
                <c:pt idx="4637">
                  <c:v>25.18744999999997</c:v>
                </c:pt>
                <c:pt idx="4638">
                  <c:v>24.539619999999989</c:v>
                </c:pt>
                <c:pt idx="4639">
                  <c:v>23.484589999999972</c:v>
                </c:pt>
                <c:pt idx="4640">
                  <c:v>22.530719999999974</c:v>
                </c:pt>
                <c:pt idx="4641">
                  <c:v>22.025839999999974</c:v>
                </c:pt>
                <c:pt idx="4642">
                  <c:v>21.78755</c:v>
                </c:pt>
                <c:pt idx="4643">
                  <c:v>21.754100000000001</c:v>
                </c:pt>
                <c:pt idx="4644">
                  <c:v>22.147030000000001</c:v>
                </c:pt>
                <c:pt idx="4645">
                  <c:v>22.624300000000005</c:v>
                </c:pt>
                <c:pt idx="4646">
                  <c:v>22.865329999999975</c:v>
                </c:pt>
                <c:pt idx="4647">
                  <c:v>22.74356999999997</c:v>
                </c:pt>
                <c:pt idx="4648">
                  <c:v>22.135449999999974</c:v>
                </c:pt>
                <c:pt idx="4649">
                  <c:v>21.341619999999974</c:v>
                </c:pt>
                <c:pt idx="4650">
                  <c:v>20.784339999999968</c:v>
                </c:pt>
                <c:pt idx="4651">
                  <c:v>20.457370000000001</c:v>
                </c:pt>
                <c:pt idx="4652">
                  <c:v>20.340629999999972</c:v>
                </c:pt>
                <c:pt idx="4653">
                  <c:v>20.459739999999975</c:v>
                </c:pt>
                <c:pt idx="4654">
                  <c:v>20.67154</c:v>
                </c:pt>
                <c:pt idx="4655">
                  <c:v>20.834270000000021</c:v>
                </c:pt>
                <c:pt idx="4656">
                  <c:v>20.45581</c:v>
                </c:pt>
                <c:pt idx="4657">
                  <c:v>19.523959999999999</c:v>
                </c:pt>
                <c:pt idx="4658">
                  <c:v>18.829370000000001</c:v>
                </c:pt>
                <c:pt idx="4659">
                  <c:v>18.388429999999964</c:v>
                </c:pt>
                <c:pt idx="4660">
                  <c:v>17.996629999999964</c:v>
                </c:pt>
                <c:pt idx="4661">
                  <c:v>17.92426</c:v>
                </c:pt>
                <c:pt idx="4662">
                  <c:v>18.114319999999999</c:v>
                </c:pt>
                <c:pt idx="4663">
                  <c:v>17.894970000000022</c:v>
                </c:pt>
                <c:pt idx="4664">
                  <c:v>17.276389999999989</c:v>
                </c:pt>
                <c:pt idx="4665">
                  <c:v>16.674990000000033</c:v>
                </c:pt>
                <c:pt idx="4666">
                  <c:v>16.558900000000001</c:v>
                </c:pt>
                <c:pt idx="4667">
                  <c:v>16.791060000000005</c:v>
                </c:pt>
                <c:pt idx="4668">
                  <c:v>16.581</c:v>
                </c:pt>
                <c:pt idx="4669">
                  <c:v>16.23434</c:v>
                </c:pt>
                <c:pt idx="4670">
                  <c:v>16.06157</c:v>
                </c:pt>
                <c:pt idx="4671">
                  <c:v>15.87222</c:v>
                </c:pt>
                <c:pt idx="4672">
                  <c:v>15.755280000000004</c:v>
                </c:pt>
                <c:pt idx="4673">
                  <c:v>15.76384</c:v>
                </c:pt>
                <c:pt idx="4674">
                  <c:v>15.77603</c:v>
                </c:pt>
                <c:pt idx="4675">
                  <c:v>15.710979999999999</c:v>
                </c:pt>
                <c:pt idx="4676">
                  <c:v>15.586270000000001</c:v>
                </c:pt>
                <c:pt idx="4677">
                  <c:v>15.37466</c:v>
                </c:pt>
                <c:pt idx="4678">
                  <c:v>15.22775</c:v>
                </c:pt>
                <c:pt idx="4679">
                  <c:v>15.29434</c:v>
                </c:pt>
                <c:pt idx="4680">
                  <c:v>15.376440000000018</c:v>
                </c:pt>
                <c:pt idx="4681">
                  <c:v>15.32029</c:v>
                </c:pt>
                <c:pt idx="4682">
                  <c:v>15.2037</c:v>
                </c:pt>
                <c:pt idx="4683">
                  <c:v>15.03872</c:v>
                </c:pt>
                <c:pt idx="4684">
                  <c:v>14.99879</c:v>
                </c:pt>
                <c:pt idx="4685">
                  <c:v>14.774929999999999</c:v>
                </c:pt>
                <c:pt idx="4686">
                  <c:v>13.99859</c:v>
                </c:pt>
                <c:pt idx="4687">
                  <c:v>13.355950000000011</c:v>
                </c:pt>
                <c:pt idx="4688">
                  <c:v>13.084570000000001</c:v>
                </c:pt>
                <c:pt idx="4689">
                  <c:v>12.939970000000001</c:v>
                </c:pt>
                <c:pt idx="4690">
                  <c:v>12.6792</c:v>
                </c:pt>
                <c:pt idx="4691">
                  <c:v>12.391770000000001</c:v>
                </c:pt>
                <c:pt idx="4692">
                  <c:v>12.159700000000004</c:v>
                </c:pt>
                <c:pt idx="4693">
                  <c:v>11.680260000000001</c:v>
                </c:pt>
                <c:pt idx="4694">
                  <c:v>11.22631</c:v>
                </c:pt>
                <c:pt idx="4695">
                  <c:v>10.943020000000001</c:v>
                </c:pt>
                <c:pt idx="4696">
                  <c:v>10.54501</c:v>
                </c:pt>
                <c:pt idx="4697">
                  <c:v>10.38809</c:v>
                </c:pt>
                <c:pt idx="4698">
                  <c:v>10.34207</c:v>
                </c:pt>
                <c:pt idx="4699">
                  <c:v>10.13955</c:v>
                </c:pt>
                <c:pt idx="4700">
                  <c:v>10.066550000000012</c:v>
                </c:pt>
                <c:pt idx="4701">
                  <c:v>10.14648</c:v>
                </c:pt>
                <c:pt idx="4702">
                  <c:v>10.324540000000002</c:v>
                </c:pt>
                <c:pt idx="4703">
                  <c:v>10.77473</c:v>
                </c:pt>
                <c:pt idx="4704">
                  <c:v>11.405450000000011</c:v>
                </c:pt>
                <c:pt idx="4705">
                  <c:v>11.61626</c:v>
                </c:pt>
                <c:pt idx="4706">
                  <c:v>11.65213000000001</c:v>
                </c:pt>
                <c:pt idx="4707">
                  <c:v>11.692960000000001</c:v>
                </c:pt>
                <c:pt idx="4708">
                  <c:v>11.786350000000001</c:v>
                </c:pt>
                <c:pt idx="4709">
                  <c:v>11.724460000000001</c:v>
                </c:pt>
                <c:pt idx="4710">
                  <c:v>11.18646</c:v>
                </c:pt>
                <c:pt idx="4711">
                  <c:v>10.71045</c:v>
                </c:pt>
                <c:pt idx="4712">
                  <c:v>10.363640000000011</c:v>
                </c:pt>
                <c:pt idx="4713">
                  <c:v>10.184060000000001</c:v>
                </c:pt>
                <c:pt idx="4714">
                  <c:v>10.196</c:v>
                </c:pt>
                <c:pt idx="4715">
                  <c:v>10.44552</c:v>
                </c:pt>
                <c:pt idx="4716">
                  <c:v>10.83206</c:v>
                </c:pt>
                <c:pt idx="4717">
                  <c:v>11.146140000000001</c:v>
                </c:pt>
                <c:pt idx="4718">
                  <c:v>10.994250000000001</c:v>
                </c:pt>
                <c:pt idx="4719">
                  <c:v>10.47401</c:v>
                </c:pt>
                <c:pt idx="4720">
                  <c:v>9.9457700000000013</c:v>
                </c:pt>
                <c:pt idx="4721">
                  <c:v>9.7306500000000007</c:v>
                </c:pt>
                <c:pt idx="4722">
                  <c:v>9.738259999999995</c:v>
                </c:pt>
                <c:pt idx="4723">
                  <c:v>9.7860800000000001</c:v>
                </c:pt>
                <c:pt idx="4724">
                  <c:v>9.7892300000000017</c:v>
                </c:pt>
                <c:pt idx="4725">
                  <c:v>9.9009300000000007</c:v>
                </c:pt>
                <c:pt idx="4726">
                  <c:v>10.205110000000001</c:v>
                </c:pt>
                <c:pt idx="4727">
                  <c:v>10.516160000000001</c:v>
                </c:pt>
                <c:pt idx="4728">
                  <c:v>10.777979999999999</c:v>
                </c:pt>
                <c:pt idx="4729">
                  <c:v>10.839410000000004</c:v>
                </c:pt>
                <c:pt idx="4730">
                  <c:v>10.879950000000004</c:v>
                </c:pt>
                <c:pt idx="4731">
                  <c:v>10.868790000000002</c:v>
                </c:pt>
                <c:pt idx="4732">
                  <c:v>10.35619000000001</c:v>
                </c:pt>
                <c:pt idx="4733">
                  <c:v>9.7821200000000008</c:v>
                </c:pt>
                <c:pt idx="4734">
                  <c:v>9.5485400000000009</c:v>
                </c:pt>
                <c:pt idx="4735">
                  <c:v>9.1132400000000011</c:v>
                </c:pt>
                <c:pt idx="4736">
                  <c:v>8.4551200000000026</c:v>
                </c:pt>
                <c:pt idx="4737">
                  <c:v>8.0778000000000034</c:v>
                </c:pt>
                <c:pt idx="4738">
                  <c:v>8.0514400000000048</c:v>
                </c:pt>
                <c:pt idx="4739">
                  <c:v>8.2297400000000014</c:v>
                </c:pt>
                <c:pt idx="4740">
                  <c:v>8.5807400000000005</c:v>
                </c:pt>
                <c:pt idx="4741">
                  <c:v>8.9607900000000047</c:v>
                </c:pt>
                <c:pt idx="4742">
                  <c:v>9.1288099999999996</c:v>
                </c:pt>
                <c:pt idx="4743">
                  <c:v>9.143279999999999</c:v>
                </c:pt>
                <c:pt idx="4744">
                  <c:v>9.2965300000000006</c:v>
                </c:pt>
                <c:pt idx="4745">
                  <c:v>9.6884400000000035</c:v>
                </c:pt>
                <c:pt idx="4746">
                  <c:v>9.6545200000000015</c:v>
                </c:pt>
                <c:pt idx="4747">
                  <c:v>9.2694400000000048</c:v>
                </c:pt>
                <c:pt idx="4748">
                  <c:v>8.8876400000000046</c:v>
                </c:pt>
                <c:pt idx="4749">
                  <c:v>8.8372900000000012</c:v>
                </c:pt>
                <c:pt idx="4750">
                  <c:v>8.9638200000000001</c:v>
                </c:pt>
                <c:pt idx="4751">
                  <c:v>8.9248800000000017</c:v>
                </c:pt>
                <c:pt idx="4752">
                  <c:v>8.7319399999999998</c:v>
                </c:pt>
                <c:pt idx="4753">
                  <c:v>8.4786100000000015</c:v>
                </c:pt>
                <c:pt idx="4754">
                  <c:v>8.4713100000000008</c:v>
                </c:pt>
                <c:pt idx="4755">
                  <c:v>8.5614500000000007</c:v>
                </c:pt>
                <c:pt idx="4756">
                  <c:v>8.7407699999999995</c:v>
                </c:pt>
                <c:pt idx="4757">
                  <c:v>8.9345600000000012</c:v>
                </c:pt>
                <c:pt idx="4758">
                  <c:v>9.1174900000000001</c:v>
                </c:pt>
                <c:pt idx="4759">
                  <c:v>9.3224800000000148</c:v>
                </c:pt>
                <c:pt idx="4760">
                  <c:v>9.4441600000000001</c:v>
                </c:pt>
                <c:pt idx="4761">
                  <c:v>9.12181</c:v>
                </c:pt>
                <c:pt idx="4762">
                  <c:v>8.3722200000000004</c:v>
                </c:pt>
                <c:pt idx="4763">
                  <c:v>7.5616099999999999</c:v>
                </c:pt>
                <c:pt idx="4764">
                  <c:v>6.8113900000000003</c:v>
                </c:pt>
                <c:pt idx="4765">
                  <c:v>6.2524499999999996</c:v>
                </c:pt>
                <c:pt idx="4766">
                  <c:v>6.0160099999999996</c:v>
                </c:pt>
                <c:pt idx="4767">
                  <c:v>6.1857999999999995</c:v>
                </c:pt>
                <c:pt idx="4768">
                  <c:v>6.5900499999999997</c:v>
                </c:pt>
                <c:pt idx="4769">
                  <c:v>7.0433599999999998</c:v>
                </c:pt>
                <c:pt idx="4770">
                  <c:v>7.3597200000000003</c:v>
                </c:pt>
                <c:pt idx="4771">
                  <c:v>7.618819999999995</c:v>
                </c:pt>
                <c:pt idx="4772">
                  <c:v>7.9277299999999995</c:v>
                </c:pt>
                <c:pt idx="4773">
                  <c:v>8.1059400000000004</c:v>
                </c:pt>
                <c:pt idx="4774">
                  <c:v>8.1650000000000027</c:v>
                </c:pt>
                <c:pt idx="4775">
                  <c:v>8.4251500000000004</c:v>
                </c:pt>
                <c:pt idx="4776">
                  <c:v>8.7768200000000007</c:v>
                </c:pt>
                <c:pt idx="4777">
                  <c:v>9.0553300000000068</c:v>
                </c:pt>
                <c:pt idx="4778">
                  <c:v>9.1754300000000111</c:v>
                </c:pt>
                <c:pt idx="4779">
                  <c:v>9.1151900000000001</c:v>
                </c:pt>
                <c:pt idx="4780">
                  <c:v>9.1002700000000001</c:v>
                </c:pt>
                <c:pt idx="4781">
                  <c:v>9.2059700000000007</c:v>
                </c:pt>
                <c:pt idx="4782">
                  <c:v>9.4406200000000009</c:v>
                </c:pt>
                <c:pt idx="4783">
                  <c:v>9.6352000000000011</c:v>
                </c:pt>
                <c:pt idx="4784">
                  <c:v>9.8802000000000003</c:v>
                </c:pt>
                <c:pt idx="4785">
                  <c:v>10.186770000000001</c:v>
                </c:pt>
                <c:pt idx="4786">
                  <c:v>10.53224</c:v>
                </c:pt>
                <c:pt idx="4787">
                  <c:v>10.15883</c:v>
                </c:pt>
                <c:pt idx="4788">
                  <c:v>9.4209800000000001</c:v>
                </c:pt>
                <c:pt idx="4789">
                  <c:v>8.7936800000000002</c:v>
                </c:pt>
                <c:pt idx="4790">
                  <c:v>8.2946000000000009</c:v>
                </c:pt>
                <c:pt idx="4791">
                  <c:v>8.4199800000000007</c:v>
                </c:pt>
                <c:pt idx="4792">
                  <c:v>8.4305100000000035</c:v>
                </c:pt>
                <c:pt idx="4793">
                  <c:v>8.0130400000000002</c:v>
                </c:pt>
                <c:pt idx="4794">
                  <c:v>7.94693</c:v>
                </c:pt>
                <c:pt idx="4795">
                  <c:v>8.2644700000000011</c:v>
                </c:pt>
                <c:pt idx="4796">
                  <c:v>8.6805000000000003</c:v>
                </c:pt>
                <c:pt idx="4797">
                  <c:v>9.1020100000000035</c:v>
                </c:pt>
                <c:pt idx="4798">
                  <c:v>9.4795300000000111</c:v>
                </c:pt>
                <c:pt idx="4799">
                  <c:v>9.7753300000000003</c:v>
                </c:pt>
                <c:pt idx="4800">
                  <c:v>10.1403</c:v>
                </c:pt>
                <c:pt idx="4801">
                  <c:v>10.519600000000002</c:v>
                </c:pt>
                <c:pt idx="4802">
                  <c:v>10.66442</c:v>
                </c:pt>
                <c:pt idx="4803">
                  <c:v>10.93221</c:v>
                </c:pt>
                <c:pt idx="4804">
                  <c:v>11.365870000000006</c:v>
                </c:pt>
                <c:pt idx="4805">
                  <c:v>11.846540000000006</c:v>
                </c:pt>
                <c:pt idx="4806">
                  <c:v>12.210560000000001</c:v>
                </c:pt>
                <c:pt idx="4807">
                  <c:v>12.352270000000004</c:v>
                </c:pt>
                <c:pt idx="4808">
                  <c:v>12.620200000000001</c:v>
                </c:pt>
                <c:pt idx="4809">
                  <c:v>12.371230000000002</c:v>
                </c:pt>
                <c:pt idx="4810">
                  <c:v>11.43173</c:v>
                </c:pt>
                <c:pt idx="4811">
                  <c:v>10.49616</c:v>
                </c:pt>
                <c:pt idx="4812">
                  <c:v>9.93506</c:v>
                </c:pt>
                <c:pt idx="4813">
                  <c:v>10.00250000000001</c:v>
                </c:pt>
                <c:pt idx="4814">
                  <c:v>10.308920000000001</c:v>
                </c:pt>
                <c:pt idx="4815">
                  <c:v>10.8284</c:v>
                </c:pt>
                <c:pt idx="4816">
                  <c:v>11.41719</c:v>
                </c:pt>
                <c:pt idx="4817">
                  <c:v>11.851140000000004</c:v>
                </c:pt>
                <c:pt idx="4818">
                  <c:v>12.281600000000001</c:v>
                </c:pt>
                <c:pt idx="4819">
                  <c:v>12.56447</c:v>
                </c:pt>
                <c:pt idx="4820">
                  <c:v>12.523540000000002</c:v>
                </c:pt>
                <c:pt idx="4821">
                  <c:v>12.501379999999999</c:v>
                </c:pt>
                <c:pt idx="4822">
                  <c:v>12.66178</c:v>
                </c:pt>
                <c:pt idx="4823">
                  <c:v>12.99640000000001</c:v>
                </c:pt>
                <c:pt idx="4824">
                  <c:v>13.474130000000002</c:v>
                </c:pt>
                <c:pt idx="4825">
                  <c:v>13.307</c:v>
                </c:pt>
                <c:pt idx="4826">
                  <c:v>12.787179999999999</c:v>
                </c:pt>
                <c:pt idx="4827">
                  <c:v>12.69886</c:v>
                </c:pt>
                <c:pt idx="4828">
                  <c:v>12.862220000000002</c:v>
                </c:pt>
                <c:pt idx="4829">
                  <c:v>13.062340000000004</c:v>
                </c:pt>
                <c:pt idx="4830">
                  <c:v>13.289060000000001</c:v>
                </c:pt>
                <c:pt idx="4831">
                  <c:v>13.49057</c:v>
                </c:pt>
                <c:pt idx="4832">
                  <c:v>13.580780000000004</c:v>
                </c:pt>
                <c:pt idx="4833">
                  <c:v>13.89142</c:v>
                </c:pt>
                <c:pt idx="4834">
                  <c:v>14.28162</c:v>
                </c:pt>
                <c:pt idx="4835">
                  <c:v>14.38955000000001</c:v>
                </c:pt>
                <c:pt idx="4836">
                  <c:v>14.565500000000011</c:v>
                </c:pt>
                <c:pt idx="4837">
                  <c:v>15.01789</c:v>
                </c:pt>
                <c:pt idx="4838">
                  <c:v>15.57311</c:v>
                </c:pt>
                <c:pt idx="4839">
                  <c:v>15.92088</c:v>
                </c:pt>
                <c:pt idx="4840">
                  <c:v>16.132899999999999</c:v>
                </c:pt>
                <c:pt idx="4841">
                  <c:v>16.317850000000039</c:v>
                </c:pt>
                <c:pt idx="4842">
                  <c:v>16.27884999999997</c:v>
                </c:pt>
                <c:pt idx="4843">
                  <c:v>16.011659999999999</c:v>
                </c:pt>
                <c:pt idx="4844">
                  <c:v>15.865880000000018</c:v>
                </c:pt>
                <c:pt idx="4845">
                  <c:v>16.059360000000005</c:v>
                </c:pt>
                <c:pt idx="4846">
                  <c:v>16.396239999999974</c:v>
                </c:pt>
                <c:pt idx="4847">
                  <c:v>16.835360000000001</c:v>
                </c:pt>
                <c:pt idx="4848">
                  <c:v>16.989079999999973</c:v>
                </c:pt>
                <c:pt idx="4849">
                  <c:v>16.75432</c:v>
                </c:pt>
                <c:pt idx="4850">
                  <c:v>16.419029999999989</c:v>
                </c:pt>
                <c:pt idx="4851">
                  <c:v>16.134709999999988</c:v>
                </c:pt>
                <c:pt idx="4852">
                  <c:v>16.088219999999971</c:v>
                </c:pt>
                <c:pt idx="4853">
                  <c:v>16.059080000000005</c:v>
                </c:pt>
                <c:pt idx="4854">
                  <c:v>16.019100000000005</c:v>
                </c:pt>
                <c:pt idx="4855">
                  <c:v>16.118690000000001</c:v>
                </c:pt>
                <c:pt idx="4856">
                  <c:v>15.975820000000002</c:v>
                </c:pt>
                <c:pt idx="4857">
                  <c:v>15.502600000000006</c:v>
                </c:pt>
                <c:pt idx="4858">
                  <c:v>15.24075</c:v>
                </c:pt>
                <c:pt idx="4859">
                  <c:v>15.40483</c:v>
                </c:pt>
                <c:pt idx="4860">
                  <c:v>15.51324</c:v>
                </c:pt>
                <c:pt idx="4861">
                  <c:v>15.457630000000011</c:v>
                </c:pt>
                <c:pt idx="4862">
                  <c:v>14.87285000000001</c:v>
                </c:pt>
                <c:pt idx="4863">
                  <c:v>14.14603</c:v>
                </c:pt>
                <c:pt idx="4864">
                  <c:v>13.740309999999999</c:v>
                </c:pt>
                <c:pt idx="4865">
                  <c:v>13.617240000000001</c:v>
                </c:pt>
                <c:pt idx="4866">
                  <c:v>14.086960000000001</c:v>
                </c:pt>
                <c:pt idx="4867">
                  <c:v>14.6257</c:v>
                </c:pt>
                <c:pt idx="4868">
                  <c:v>15.11416</c:v>
                </c:pt>
                <c:pt idx="4869">
                  <c:v>15.867790000000012</c:v>
                </c:pt>
                <c:pt idx="4870">
                  <c:v>16.57479</c:v>
                </c:pt>
                <c:pt idx="4871">
                  <c:v>16.835709999999974</c:v>
                </c:pt>
                <c:pt idx="4872">
                  <c:v>16.996179999999974</c:v>
                </c:pt>
                <c:pt idx="4873">
                  <c:v>17.141770000000001</c:v>
                </c:pt>
                <c:pt idx="4874">
                  <c:v>17.422509999999956</c:v>
                </c:pt>
                <c:pt idx="4875">
                  <c:v>17.920349999999956</c:v>
                </c:pt>
                <c:pt idx="4876">
                  <c:v>18.308610000000002</c:v>
                </c:pt>
                <c:pt idx="4877">
                  <c:v>18.231369999999988</c:v>
                </c:pt>
                <c:pt idx="4878">
                  <c:v>17.965289999999964</c:v>
                </c:pt>
                <c:pt idx="4879">
                  <c:v>18.09535</c:v>
                </c:pt>
                <c:pt idx="4880">
                  <c:v>18.353090000000005</c:v>
                </c:pt>
                <c:pt idx="4881">
                  <c:v>18.670529999999989</c:v>
                </c:pt>
                <c:pt idx="4882">
                  <c:v>19.121739999999978</c:v>
                </c:pt>
                <c:pt idx="4883">
                  <c:v>19.367970000000021</c:v>
                </c:pt>
                <c:pt idx="4884">
                  <c:v>19.492599999999957</c:v>
                </c:pt>
                <c:pt idx="4885">
                  <c:v>19.614110000000021</c:v>
                </c:pt>
                <c:pt idx="4886">
                  <c:v>19.92315</c:v>
                </c:pt>
                <c:pt idx="4887">
                  <c:v>20.395060000000001</c:v>
                </c:pt>
                <c:pt idx="4888">
                  <c:v>20.811209999999999</c:v>
                </c:pt>
                <c:pt idx="4889">
                  <c:v>20.965299999999957</c:v>
                </c:pt>
                <c:pt idx="4890">
                  <c:v>20.263069999999974</c:v>
                </c:pt>
                <c:pt idx="4891">
                  <c:v>19.492319999999957</c:v>
                </c:pt>
                <c:pt idx="4892">
                  <c:v>19.326860000000021</c:v>
                </c:pt>
                <c:pt idx="4893">
                  <c:v>19.449669999999973</c:v>
                </c:pt>
                <c:pt idx="4894">
                  <c:v>19.703329999999973</c:v>
                </c:pt>
                <c:pt idx="4895">
                  <c:v>20.099860000000021</c:v>
                </c:pt>
                <c:pt idx="4896">
                  <c:v>20.514650000000021</c:v>
                </c:pt>
                <c:pt idx="4897">
                  <c:v>20.79711</c:v>
                </c:pt>
                <c:pt idx="4898">
                  <c:v>21.05142</c:v>
                </c:pt>
                <c:pt idx="4899">
                  <c:v>20.94886</c:v>
                </c:pt>
                <c:pt idx="4900">
                  <c:v>20.623960000000022</c:v>
                </c:pt>
                <c:pt idx="4901">
                  <c:v>20.797460000000001</c:v>
                </c:pt>
                <c:pt idx="4902">
                  <c:v>21.499490000000002</c:v>
                </c:pt>
                <c:pt idx="4903">
                  <c:v>21.958449999999957</c:v>
                </c:pt>
                <c:pt idx="4904">
                  <c:v>22.105650000000001</c:v>
                </c:pt>
                <c:pt idx="4905">
                  <c:v>22.159649999999989</c:v>
                </c:pt>
                <c:pt idx="4906">
                  <c:v>21.774010000000001</c:v>
                </c:pt>
                <c:pt idx="4907">
                  <c:v>21.334299999999999</c:v>
                </c:pt>
                <c:pt idx="4908">
                  <c:v>21.269699999999968</c:v>
                </c:pt>
                <c:pt idx="4909">
                  <c:v>21.459990000000001</c:v>
                </c:pt>
                <c:pt idx="4910">
                  <c:v>21.74945</c:v>
                </c:pt>
                <c:pt idx="4911">
                  <c:v>21.95016</c:v>
                </c:pt>
                <c:pt idx="4912">
                  <c:v>22.055529999999973</c:v>
                </c:pt>
                <c:pt idx="4913">
                  <c:v>22.259460000000001</c:v>
                </c:pt>
                <c:pt idx="4914">
                  <c:v>22.406219999999973</c:v>
                </c:pt>
                <c:pt idx="4915">
                  <c:v>22.381180000000001</c:v>
                </c:pt>
                <c:pt idx="4916">
                  <c:v>22.39751</c:v>
                </c:pt>
                <c:pt idx="4917">
                  <c:v>22.474810000000005</c:v>
                </c:pt>
                <c:pt idx="4918">
                  <c:v>22.812049999999989</c:v>
                </c:pt>
                <c:pt idx="4919">
                  <c:v>23.400609999999968</c:v>
                </c:pt>
                <c:pt idx="4920">
                  <c:v>23.970499999999973</c:v>
                </c:pt>
                <c:pt idx="4921">
                  <c:v>24.427139999999973</c:v>
                </c:pt>
                <c:pt idx="4922">
                  <c:v>24.73633999999997</c:v>
                </c:pt>
                <c:pt idx="4923">
                  <c:v>25.06447</c:v>
                </c:pt>
                <c:pt idx="4924">
                  <c:v>25.031770000000005</c:v>
                </c:pt>
                <c:pt idx="4925">
                  <c:v>24.434670000000001</c:v>
                </c:pt>
                <c:pt idx="4926">
                  <c:v>23.965679999999956</c:v>
                </c:pt>
                <c:pt idx="4927">
                  <c:v>23.582539999999959</c:v>
                </c:pt>
                <c:pt idx="4928">
                  <c:v>22.987870000000001</c:v>
                </c:pt>
                <c:pt idx="4929">
                  <c:v>22.940369999999973</c:v>
                </c:pt>
                <c:pt idx="4930">
                  <c:v>23.508859999999999</c:v>
                </c:pt>
                <c:pt idx="4931">
                  <c:v>24.213159999999988</c:v>
                </c:pt>
                <c:pt idx="4932">
                  <c:v>24.971409999999974</c:v>
                </c:pt>
                <c:pt idx="4933">
                  <c:v>25.56345</c:v>
                </c:pt>
                <c:pt idx="4934">
                  <c:v>25.39893</c:v>
                </c:pt>
                <c:pt idx="4935">
                  <c:v>24.54449</c:v>
                </c:pt>
                <c:pt idx="4936">
                  <c:v>24.045759999999973</c:v>
                </c:pt>
                <c:pt idx="4937">
                  <c:v>24.157010000000021</c:v>
                </c:pt>
                <c:pt idx="4938">
                  <c:v>24.501339999999974</c:v>
                </c:pt>
                <c:pt idx="4939">
                  <c:v>24.798019999999973</c:v>
                </c:pt>
                <c:pt idx="4940">
                  <c:v>25.019089999999988</c:v>
                </c:pt>
                <c:pt idx="4941">
                  <c:v>25.335519999999974</c:v>
                </c:pt>
                <c:pt idx="4942">
                  <c:v>25.557580000000005</c:v>
                </c:pt>
                <c:pt idx="4943">
                  <c:v>25.524280000000001</c:v>
                </c:pt>
                <c:pt idx="4944">
                  <c:v>25.305769999999974</c:v>
                </c:pt>
                <c:pt idx="4945">
                  <c:v>25.37847</c:v>
                </c:pt>
                <c:pt idx="4946">
                  <c:v>25.721599999999974</c:v>
                </c:pt>
                <c:pt idx="4947">
                  <c:v>25.86422</c:v>
                </c:pt>
                <c:pt idx="4948">
                  <c:v>25.758319999999973</c:v>
                </c:pt>
                <c:pt idx="4949">
                  <c:v>25.522119999999973</c:v>
                </c:pt>
                <c:pt idx="4950">
                  <c:v>25.563099999999974</c:v>
                </c:pt>
                <c:pt idx="4951">
                  <c:v>25.561689999999974</c:v>
                </c:pt>
                <c:pt idx="4952">
                  <c:v>25.009039999999974</c:v>
                </c:pt>
                <c:pt idx="4953">
                  <c:v>24.601610000000001</c:v>
                </c:pt>
                <c:pt idx="4954">
                  <c:v>24.70467</c:v>
                </c:pt>
                <c:pt idx="4955">
                  <c:v>24.971050000000005</c:v>
                </c:pt>
                <c:pt idx="4956">
                  <c:v>25.265509999999956</c:v>
                </c:pt>
                <c:pt idx="4957">
                  <c:v>25.200709999999972</c:v>
                </c:pt>
                <c:pt idx="4958">
                  <c:v>25.02741</c:v>
                </c:pt>
                <c:pt idx="4959">
                  <c:v>24.934699999999989</c:v>
                </c:pt>
                <c:pt idx="4960">
                  <c:v>24.436719999999973</c:v>
                </c:pt>
                <c:pt idx="4961">
                  <c:v>24.218219999999974</c:v>
                </c:pt>
                <c:pt idx="4962">
                  <c:v>24.381779999999978</c:v>
                </c:pt>
                <c:pt idx="4963">
                  <c:v>24.581189999999989</c:v>
                </c:pt>
                <c:pt idx="4964">
                  <c:v>24.94191</c:v>
                </c:pt>
                <c:pt idx="4965">
                  <c:v>25.05904</c:v>
                </c:pt>
                <c:pt idx="4966">
                  <c:v>25.009039999999974</c:v>
                </c:pt>
                <c:pt idx="4967">
                  <c:v>25.083349999999957</c:v>
                </c:pt>
                <c:pt idx="4968">
                  <c:v>25.394010000000005</c:v>
                </c:pt>
                <c:pt idx="4969">
                  <c:v>25.894559999999988</c:v>
                </c:pt>
                <c:pt idx="4970">
                  <c:v>26.376180000000005</c:v>
                </c:pt>
                <c:pt idx="4971">
                  <c:v>26.637260000000033</c:v>
                </c:pt>
                <c:pt idx="4972">
                  <c:v>26.108550000000001</c:v>
                </c:pt>
                <c:pt idx="4973">
                  <c:v>25.319559999999999</c:v>
                </c:pt>
                <c:pt idx="4974">
                  <c:v>25.144150000000021</c:v>
                </c:pt>
                <c:pt idx="4975">
                  <c:v>25.47711</c:v>
                </c:pt>
                <c:pt idx="4976">
                  <c:v>25.499419999999972</c:v>
                </c:pt>
                <c:pt idx="4977">
                  <c:v>25.066839999999978</c:v>
                </c:pt>
                <c:pt idx="4978">
                  <c:v>24.798129999999972</c:v>
                </c:pt>
                <c:pt idx="4979">
                  <c:v>24.883569999999974</c:v>
                </c:pt>
                <c:pt idx="4980">
                  <c:v>24.690049999999989</c:v>
                </c:pt>
                <c:pt idx="4981">
                  <c:v>24.47092</c:v>
                </c:pt>
                <c:pt idx="4982">
                  <c:v>24.533010000000001</c:v>
                </c:pt>
                <c:pt idx="4983">
                  <c:v>24.23164999999997</c:v>
                </c:pt>
                <c:pt idx="4984">
                  <c:v>23.479789999999973</c:v>
                </c:pt>
                <c:pt idx="4985">
                  <c:v>23.133500000000005</c:v>
                </c:pt>
                <c:pt idx="4986">
                  <c:v>23.285369999999968</c:v>
                </c:pt>
                <c:pt idx="4987">
                  <c:v>23.36393</c:v>
                </c:pt>
                <c:pt idx="4988">
                  <c:v>23.469550000000002</c:v>
                </c:pt>
                <c:pt idx="4989">
                  <c:v>23.798389999999973</c:v>
                </c:pt>
                <c:pt idx="4990">
                  <c:v>23.917380000000001</c:v>
                </c:pt>
                <c:pt idx="4991">
                  <c:v>23.64508</c:v>
                </c:pt>
                <c:pt idx="4992">
                  <c:v>23.162929999999989</c:v>
                </c:pt>
                <c:pt idx="4993">
                  <c:v>22.80565</c:v>
                </c:pt>
                <c:pt idx="4994">
                  <c:v>22.945060000000002</c:v>
                </c:pt>
                <c:pt idx="4995">
                  <c:v>23.201090000000001</c:v>
                </c:pt>
                <c:pt idx="4996">
                  <c:v>23.131900000000037</c:v>
                </c:pt>
                <c:pt idx="4997">
                  <c:v>22.71829</c:v>
                </c:pt>
                <c:pt idx="4998">
                  <c:v>22.216390000000001</c:v>
                </c:pt>
                <c:pt idx="4999">
                  <c:v>21.911950000000033</c:v>
                </c:pt>
                <c:pt idx="5000">
                  <c:v>21.879270000000005</c:v>
                </c:pt>
                <c:pt idx="5001">
                  <c:v>21.835619999999974</c:v>
                </c:pt>
                <c:pt idx="5002">
                  <c:v>21.735060000000001</c:v>
                </c:pt>
                <c:pt idx="5003">
                  <c:v>21.301680000000001</c:v>
                </c:pt>
                <c:pt idx="5004">
                  <c:v>20.468369999999968</c:v>
                </c:pt>
                <c:pt idx="5005">
                  <c:v>19.993089999999974</c:v>
                </c:pt>
                <c:pt idx="5006">
                  <c:v>20.00684</c:v>
                </c:pt>
                <c:pt idx="5007">
                  <c:v>20.121929999999999</c:v>
                </c:pt>
                <c:pt idx="5008">
                  <c:v>20.247409999999974</c:v>
                </c:pt>
                <c:pt idx="5009">
                  <c:v>20.337669999999999</c:v>
                </c:pt>
                <c:pt idx="5010">
                  <c:v>19.825239999999972</c:v>
                </c:pt>
                <c:pt idx="5011">
                  <c:v>18.961819999999989</c:v>
                </c:pt>
                <c:pt idx="5012">
                  <c:v>18.47616</c:v>
                </c:pt>
                <c:pt idx="5013">
                  <c:v>18.446259999999974</c:v>
                </c:pt>
                <c:pt idx="5014">
                  <c:v>18.658290000000001</c:v>
                </c:pt>
                <c:pt idx="5015">
                  <c:v>18.902369999999973</c:v>
                </c:pt>
                <c:pt idx="5016">
                  <c:v>19.011479999999999</c:v>
                </c:pt>
                <c:pt idx="5017">
                  <c:v>18.68055</c:v>
                </c:pt>
                <c:pt idx="5018">
                  <c:v>17.928850000000001</c:v>
                </c:pt>
                <c:pt idx="5019">
                  <c:v>17.31514</c:v>
                </c:pt>
                <c:pt idx="5020">
                  <c:v>17.051069999999999</c:v>
                </c:pt>
                <c:pt idx="5021">
                  <c:v>17.154750000000021</c:v>
                </c:pt>
                <c:pt idx="5022">
                  <c:v>17.325529999999972</c:v>
                </c:pt>
                <c:pt idx="5023">
                  <c:v>17.344180000000001</c:v>
                </c:pt>
                <c:pt idx="5024">
                  <c:v>17.531759999999988</c:v>
                </c:pt>
                <c:pt idx="5025">
                  <c:v>17.885539999999956</c:v>
                </c:pt>
                <c:pt idx="5026">
                  <c:v>18.007200000000001</c:v>
                </c:pt>
                <c:pt idx="5027">
                  <c:v>17.970589999999973</c:v>
                </c:pt>
                <c:pt idx="5028">
                  <c:v>18.126139999999989</c:v>
                </c:pt>
                <c:pt idx="5029">
                  <c:v>18.459399999999974</c:v>
                </c:pt>
                <c:pt idx="5030">
                  <c:v>18.41967</c:v>
                </c:pt>
                <c:pt idx="5031">
                  <c:v>18.262069999999973</c:v>
                </c:pt>
                <c:pt idx="5032">
                  <c:v>17.57220999999997</c:v>
                </c:pt>
                <c:pt idx="5033">
                  <c:v>16.44992999999997</c:v>
                </c:pt>
                <c:pt idx="5034">
                  <c:v>15.793010000000001</c:v>
                </c:pt>
                <c:pt idx="5035">
                  <c:v>15.725770000000001</c:v>
                </c:pt>
                <c:pt idx="5036">
                  <c:v>16.197009999999999</c:v>
                </c:pt>
                <c:pt idx="5037">
                  <c:v>16.453429999999972</c:v>
                </c:pt>
                <c:pt idx="5038">
                  <c:v>16.238619999999973</c:v>
                </c:pt>
                <c:pt idx="5039">
                  <c:v>15.99827</c:v>
                </c:pt>
                <c:pt idx="5040">
                  <c:v>15.383750000000004</c:v>
                </c:pt>
                <c:pt idx="5041">
                  <c:v>14.458540000000006</c:v>
                </c:pt>
                <c:pt idx="5042">
                  <c:v>13.86825</c:v>
                </c:pt>
                <c:pt idx="5043">
                  <c:v>13.65133</c:v>
                </c:pt>
                <c:pt idx="5044">
                  <c:v>13.775460000000002</c:v>
                </c:pt>
                <c:pt idx="5045">
                  <c:v>14.07301</c:v>
                </c:pt>
                <c:pt idx="5046">
                  <c:v>14.38926</c:v>
                </c:pt>
                <c:pt idx="5047">
                  <c:v>14.70829</c:v>
                </c:pt>
                <c:pt idx="5048">
                  <c:v>14.75752</c:v>
                </c:pt>
                <c:pt idx="5049">
                  <c:v>14.852690000000019</c:v>
                </c:pt>
                <c:pt idx="5050">
                  <c:v>15.30500000000001</c:v>
                </c:pt>
                <c:pt idx="5051">
                  <c:v>15.74582</c:v>
                </c:pt>
                <c:pt idx="5052">
                  <c:v>15.82605</c:v>
                </c:pt>
                <c:pt idx="5053">
                  <c:v>15.09934</c:v>
                </c:pt>
                <c:pt idx="5054">
                  <c:v>13.788830000000001</c:v>
                </c:pt>
                <c:pt idx="5055">
                  <c:v>12.69739</c:v>
                </c:pt>
                <c:pt idx="5056">
                  <c:v>12.187890000000001</c:v>
                </c:pt>
                <c:pt idx="5057">
                  <c:v>12.11501</c:v>
                </c:pt>
                <c:pt idx="5058">
                  <c:v>12.259640000000006</c:v>
                </c:pt>
                <c:pt idx="5059">
                  <c:v>12.367460000000012</c:v>
                </c:pt>
                <c:pt idx="5060">
                  <c:v>12.53096</c:v>
                </c:pt>
                <c:pt idx="5061">
                  <c:v>12.965410000000011</c:v>
                </c:pt>
                <c:pt idx="5062">
                  <c:v>12.813840000000004</c:v>
                </c:pt>
                <c:pt idx="5063">
                  <c:v>11.96149000000001</c:v>
                </c:pt>
                <c:pt idx="5064">
                  <c:v>11.097910000000001</c:v>
                </c:pt>
                <c:pt idx="5065">
                  <c:v>10.7553</c:v>
                </c:pt>
                <c:pt idx="5066">
                  <c:v>10.59754</c:v>
                </c:pt>
                <c:pt idx="5067">
                  <c:v>10.340310000000001</c:v>
                </c:pt>
                <c:pt idx="5068">
                  <c:v>10.16629</c:v>
                </c:pt>
                <c:pt idx="5069">
                  <c:v>10.162890000000004</c:v>
                </c:pt>
                <c:pt idx="5070">
                  <c:v>10.63565</c:v>
                </c:pt>
                <c:pt idx="5071">
                  <c:v>11.446530000000006</c:v>
                </c:pt>
                <c:pt idx="5072">
                  <c:v>12.08792</c:v>
                </c:pt>
                <c:pt idx="5073">
                  <c:v>12.499440000000011</c:v>
                </c:pt>
                <c:pt idx="5074">
                  <c:v>12.74469</c:v>
                </c:pt>
                <c:pt idx="5075">
                  <c:v>12.254760000000001</c:v>
                </c:pt>
                <c:pt idx="5076">
                  <c:v>11.487630000000006</c:v>
                </c:pt>
                <c:pt idx="5077">
                  <c:v>11.05809</c:v>
                </c:pt>
                <c:pt idx="5078">
                  <c:v>11.038119999999999</c:v>
                </c:pt>
                <c:pt idx="5079">
                  <c:v>11.26295</c:v>
                </c:pt>
                <c:pt idx="5080">
                  <c:v>11.486440000000011</c:v>
                </c:pt>
                <c:pt idx="5081">
                  <c:v>11.696120000000001</c:v>
                </c:pt>
                <c:pt idx="5082">
                  <c:v>11.39317</c:v>
                </c:pt>
                <c:pt idx="5083">
                  <c:v>10.769170000000001</c:v>
                </c:pt>
                <c:pt idx="5084">
                  <c:v>10.649790000000001</c:v>
                </c:pt>
                <c:pt idx="5085">
                  <c:v>10.731079999999999</c:v>
                </c:pt>
                <c:pt idx="5086">
                  <c:v>10.64575</c:v>
                </c:pt>
                <c:pt idx="5087">
                  <c:v>10.278890000000001</c:v>
                </c:pt>
                <c:pt idx="5088">
                  <c:v>9.8176400000000008</c:v>
                </c:pt>
                <c:pt idx="5089">
                  <c:v>9.649890000000001</c:v>
                </c:pt>
                <c:pt idx="5090">
                  <c:v>9.7039200000000001</c:v>
                </c:pt>
                <c:pt idx="5091">
                  <c:v>9.8779500000000002</c:v>
                </c:pt>
                <c:pt idx="5092">
                  <c:v>10.162320000000001</c:v>
                </c:pt>
                <c:pt idx="5093">
                  <c:v>10.45997</c:v>
                </c:pt>
                <c:pt idx="5094">
                  <c:v>10.708590000000001</c:v>
                </c:pt>
                <c:pt idx="5095">
                  <c:v>10.716760000000001</c:v>
                </c:pt>
                <c:pt idx="5096">
                  <c:v>10.411440000000002</c:v>
                </c:pt>
                <c:pt idx="5097">
                  <c:v>10.120329999999999</c:v>
                </c:pt>
                <c:pt idx="5098">
                  <c:v>9.7596900000000026</c:v>
                </c:pt>
                <c:pt idx="5099">
                  <c:v>9.2641000000000009</c:v>
                </c:pt>
                <c:pt idx="5100">
                  <c:v>8.9365100000000002</c:v>
                </c:pt>
                <c:pt idx="5101">
                  <c:v>9.0099600000000013</c:v>
                </c:pt>
                <c:pt idx="5102">
                  <c:v>9.2333599999999993</c:v>
                </c:pt>
                <c:pt idx="5103">
                  <c:v>9.3013600000000007</c:v>
                </c:pt>
                <c:pt idx="5104">
                  <c:v>9.4563200000000016</c:v>
                </c:pt>
                <c:pt idx="5105">
                  <c:v>9.6853700000000007</c:v>
                </c:pt>
                <c:pt idx="5106">
                  <c:v>9.9318799999999996</c:v>
                </c:pt>
                <c:pt idx="5107">
                  <c:v>10.003870000000001</c:v>
                </c:pt>
                <c:pt idx="5108">
                  <c:v>10.014750000000001</c:v>
                </c:pt>
                <c:pt idx="5109">
                  <c:v>10.112490000000006</c:v>
                </c:pt>
                <c:pt idx="5110">
                  <c:v>9.944329999999999</c:v>
                </c:pt>
                <c:pt idx="5111">
                  <c:v>9.3121200000000002</c:v>
                </c:pt>
                <c:pt idx="5112">
                  <c:v>8.63443</c:v>
                </c:pt>
                <c:pt idx="5113">
                  <c:v>8.2105500000000013</c:v>
                </c:pt>
                <c:pt idx="5114">
                  <c:v>8.0553000000000008</c:v>
                </c:pt>
                <c:pt idx="5115">
                  <c:v>7.9934700000000003</c:v>
                </c:pt>
                <c:pt idx="5116">
                  <c:v>7.7903399999999996</c:v>
                </c:pt>
                <c:pt idx="5117">
                  <c:v>7.5634499999999996</c:v>
                </c:pt>
                <c:pt idx="5118">
                  <c:v>7.4167500000000004</c:v>
                </c:pt>
                <c:pt idx="5119">
                  <c:v>7.4319100000000002</c:v>
                </c:pt>
                <c:pt idx="5120">
                  <c:v>7.5339900000000002</c:v>
                </c:pt>
                <c:pt idx="5121">
                  <c:v>7.4292400000000063</c:v>
                </c:pt>
                <c:pt idx="5122">
                  <c:v>7.2153099999999997</c:v>
                </c:pt>
                <c:pt idx="5123">
                  <c:v>7.1306399999999996</c:v>
                </c:pt>
                <c:pt idx="5124">
                  <c:v>7.0650999999999975</c:v>
                </c:pt>
                <c:pt idx="5125">
                  <c:v>6.9724000000000004</c:v>
                </c:pt>
                <c:pt idx="5126">
                  <c:v>6.7990599999999999</c:v>
                </c:pt>
                <c:pt idx="5127">
                  <c:v>6.4217700000000004</c:v>
                </c:pt>
                <c:pt idx="5128">
                  <c:v>5.9195500000000001</c:v>
                </c:pt>
                <c:pt idx="5129">
                  <c:v>5.5496700000000034</c:v>
                </c:pt>
                <c:pt idx="5130">
                  <c:v>5.5744199999999955</c:v>
                </c:pt>
                <c:pt idx="5131">
                  <c:v>5.7787199999999999</c:v>
                </c:pt>
                <c:pt idx="5132">
                  <c:v>5.5782700000000034</c:v>
                </c:pt>
                <c:pt idx="5133">
                  <c:v>5.1016399999999997</c:v>
                </c:pt>
                <c:pt idx="5134">
                  <c:v>4.35067</c:v>
                </c:pt>
                <c:pt idx="5135">
                  <c:v>3.5701900000000002</c:v>
                </c:pt>
                <c:pt idx="5136">
                  <c:v>3.4264299999999972</c:v>
                </c:pt>
                <c:pt idx="5137">
                  <c:v>3.4489299999999998</c:v>
                </c:pt>
                <c:pt idx="5138">
                  <c:v>3.2611699999999999</c:v>
                </c:pt>
                <c:pt idx="5139">
                  <c:v>3.2484899999999999</c:v>
                </c:pt>
                <c:pt idx="5140">
                  <c:v>3.6552199999999977</c:v>
                </c:pt>
                <c:pt idx="5141">
                  <c:v>4.2777900000000004</c:v>
                </c:pt>
                <c:pt idx="5142">
                  <c:v>5.0125899999999941</c:v>
                </c:pt>
                <c:pt idx="5143">
                  <c:v>5.8095299999999996</c:v>
                </c:pt>
                <c:pt idx="5144">
                  <c:v>6.4906500000000014</c:v>
                </c:pt>
                <c:pt idx="5145">
                  <c:v>7.1471299999999944</c:v>
                </c:pt>
                <c:pt idx="5146">
                  <c:v>7.5926099999999996</c:v>
                </c:pt>
                <c:pt idx="5147">
                  <c:v>7.5491200000000003</c:v>
                </c:pt>
                <c:pt idx="5148">
                  <c:v>7.2225199999999941</c:v>
                </c:pt>
                <c:pt idx="5149">
                  <c:v>6.3723099999999997</c:v>
                </c:pt>
                <c:pt idx="5150">
                  <c:v>5.2480500000000001</c:v>
                </c:pt>
                <c:pt idx="5151">
                  <c:v>4.6452099999999996</c:v>
                </c:pt>
                <c:pt idx="5152">
                  <c:v>4.7136399999999998</c:v>
                </c:pt>
                <c:pt idx="5153">
                  <c:v>5.1692400000000003</c:v>
                </c:pt>
                <c:pt idx="5154">
                  <c:v>5.72973</c:v>
                </c:pt>
                <c:pt idx="5155">
                  <c:v>6.1945099999999931</c:v>
                </c:pt>
                <c:pt idx="5156">
                  <c:v>6.4467300000000014</c:v>
                </c:pt>
                <c:pt idx="5157">
                  <c:v>6.4035200000000003</c:v>
                </c:pt>
                <c:pt idx="5158">
                  <c:v>6.1249499999999921</c:v>
                </c:pt>
                <c:pt idx="5159">
                  <c:v>5.8472099999999996</c:v>
                </c:pt>
                <c:pt idx="5160">
                  <c:v>5.6650399999999941</c:v>
                </c:pt>
                <c:pt idx="5161">
                  <c:v>5.5460099999999999</c:v>
                </c:pt>
                <c:pt idx="5162">
                  <c:v>5.6883299999999997</c:v>
                </c:pt>
                <c:pt idx="5163">
                  <c:v>6.0333500000000004</c:v>
                </c:pt>
                <c:pt idx="5164">
                  <c:v>6.4276299999999997</c:v>
                </c:pt>
                <c:pt idx="5165">
                  <c:v>6.7370400000000004</c:v>
                </c:pt>
                <c:pt idx="5166">
                  <c:v>6.5129499999999965</c:v>
                </c:pt>
                <c:pt idx="5167">
                  <c:v>5.9791600000000065</c:v>
                </c:pt>
                <c:pt idx="5168">
                  <c:v>5.74702</c:v>
                </c:pt>
                <c:pt idx="5169">
                  <c:v>5.8483999999999998</c:v>
                </c:pt>
                <c:pt idx="5170">
                  <c:v>6.1241299999999921</c:v>
                </c:pt>
                <c:pt idx="5171">
                  <c:v>6.2445599999999946</c:v>
                </c:pt>
                <c:pt idx="5172">
                  <c:v>6.18642</c:v>
                </c:pt>
                <c:pt idx="5173">
                  <c:v>6.3699499999999976</c:v>
                </c:pt>
                <c:pt idx="5174">
                  <c:v>6.6901899999999941</c:v>
                </c:pt>
                <c:pt idx="5175">
                  <c:v>6.9674499999999995</c:v>
                </c:pt>
                <c:pt idx="5176">
                  <c:v>7.4832300000000034</c:v>
                </c:pt>
                <c:pt idx="5177">
                  <c:v>8.0724200000000028</c:v>
                </c:pt>
                <c:pt idx="5178">
                  <c:v>8.6740100000000009</c:v>
                </c:pt>
                <c:pt idx="5179">
                  <c:v>9.3841200000000011</c:v>
                </c:pt>
                <c:pt idx="5180">
                  <c:v>9.9883199999999999</c:v>
                </c:pt>
                <c:pt idx="5181">
                  <c:v>10.575330000000006</c:v>
                </c:pt>
                <c:pt idx="5182">
                  <c:v>10.475150000000006</c:v>
                </c:pt>
                <c:pt idx="5183">
                  <c:v>10.26329</c:v>
                </c:pt>
                <c:pt idx="5184">
                  <c:v>10.16259000000001</c:v>
                </c:pt>
                <c:pt idx="5185">
                  <c:v>10.00098</c:v>
                </c:pt>
                <c:pt idx="5186">
                  <c:v>10.303320000000001</c:v>
                </c:pt>
                <c:pt idx="5187">
                  <c:v>10.922420000000002</c:v>
                </c:pt>
                <c:pt idx="5188">
                  <c:v>11.52722</c:v>
                </c:pt>
                <c:pt idx="5189">
                  <c:v>11.90361</c:v>
                </c:pt>
                <c:pt idx="5190">
                  <c:v>11.77675</c:v>
                </c:pt>
                <c:pt idx="5191">
                  <c:v>11.227119999999999</c:v>
                </c:pt>
                <c:pt idx="5192">
                  <c:v>11.078200000000001</c:v>
                </c:pt>
                <c:pt idx="5193">
                  <c:v>11.70866</c:v>
                </c:pt>
                <c:pt idx="5194">
                  <c:v>12.64761</c:v>
                </c:pt>
                <c:pt idx="5195">
                  <c:v>13.41971</c:v>
                </c:pt>
                <c:pt idx="5196">
                  <c:v>14.07802</c:v>
                </c:pt>
                <c:pt idx="5197">
                  <c:v>14.2843</c:v>
                </c:pt>
                <c:pt idx="5198">
                  <c:v>14.09578000000001</c:v>
                </c:pt>
                <c:pt idx="5199">
                  <c:v>14.18135</c:v>
                </c:pt>
                <c:pt idx="5200">
                  <c:v>14.450840000000012</c:v>
                </c:pt>
                <c:pt idx="5201">
                  <c:v>14.582050000000002</c:v>
                </c:pt>
                <c:pt idx="5202">
                  <c:v>14.290790000000001</c:v>
                </c:pt>
                <c:pt idx="5203">
                  <c:v>13.88646000000001</c:v>
                </c:pt>
                <c:pt idx="5204">
                  <c:v>13.57751</c:v>
                </c:pt>
                <c:pt idx="5205">
                  <c:v>12.64983</c:v>
                </c:pt>
                <c:pt idx="5206">
                  <c:v>11.89123</c:v>
                </c:pt>
                <c:pt idx="5207">
                  <c:v>11.90441</c:v>
                </c:pt>
                <c:pt idx="5208">
                  <c:v>12.355220000000006</c:v>
                </c:pt>
                <c:pt idx="5209">
                  <c:v>12.955350000000006</c:v>
                </c:pt>
                <c:pt idx="5210">
                  <c:v>12.829230000000004</c:v>
                </c:pt>
                <c:pt idx="5211">
                  <c:v>12.063750000000002</c:v>
                </c:pt>
                <c:pt idx="5212">
                  <c:v>11.745369999999999</c:v>
                </c:pt>
                <c:pt idx="5213">
                  <c:v>11.90085</c:v>
                </c:pt>
                <c:pt idx="5214">
                  <c:v>12.28542</c:v>
                </c:pt>
                <c:pt idx="5215">
                  <c:v>12.96302</c:v>
                </c:pt>
                <c:pt idx="5216">
                  <c:v>13.281510000000001</c:v>
                </c:pt>
                <c:pt idx="5217">
                  <c:v>13.328720000000001</c:v>
                </c:pt>
                <c:pt idx="5218">
                  <c:v>13.63916</c:v>
                </c:pt>
                <c:pt idx="5219">
                  <c:v>14.119120000000001</c:v>
                </c:pt>
                <c:pt idx="5220">
                  <c:v>14.556980000000006</c:v>
                </c:pt>
                <c:pt idx="5221">
                  <c:v>14.815010000000004</c:v>
                </c:pt>
                <c:pt idx="5222">
                  <c:v>15.01017</c:v>
                </c:pt>
                <c:pt idx="5223">
                  <c:v>15.52994</c:v>
                </c:pt>
                <c:pt idx="5224">
                  <c:v>16.56345</c:v>
                </c:pt>
                <c:pt idx="5225">
                  <c:v>17.614220000000021</c:v>
                </c:pt>
                <c:pt idx="5226">
                  <c:v>18.562209999999968</c:v>
                </c:pt>
                <c:pt idx="5227">
                  <c:v>19.409189999999974</c:v>
                </c:pt>
                <c:pt idx="5228">
                  <c:v>19.278689999999973</c:v>
                </c:pt>
                <c:pt idx="5229">
                  <c:v>18.948759999999975</c:v>
                </c:pt>
                <c:pt idx="5230">
                  <c:v>19.280489999999968</c:v>
                </c:pt>
                <c:pt idx="5231">
                  <c:v>19.369289999999989</c:v>
                </c:pt>
                <c:pt idx="5232">
                  <c:v>19.14049</c:v>
                </c:pt>
                <c:pt idx="5233">
                  <c:v>18.658670000000001</c:v>
                </c:pt>
                <c:pt idx="5234">
                  <c:v>18.382759999999973</c:v>
                </c:pt>
                <c:pt idx="5235">
                  <c:v>18.549379999999989</c:v>
                </c:pt>
                <c:pt idx="5236">
                  <c:v>18.599</c:v>
                </c:pt>
                <c:pt idx="5237">
                  <c:v>18.359010000000001</c:v>
                </c:pt>
                <c:pt idx="5238">
                  <c:v>18.056570000000001</c:v>
                </c:pt>
                <c:pt idx="5239">
                  <c:v>17.644819999999999</c:v>
                </c:pt>
                <c:pt idx="5240">
                  <c:v>17.511749999999989</c:v>
                </c:pt>
                <c:pt idx="5241">
                  <c:v>17.697600000000001</c:v>
                </c:pt>
                <c:pt idx="5242">
                  <c:v>17.923679999999973</c:v>
                </c:pt>
                <c:pt idx="5243">
                  <c:v>18.403459999999974</c:v>
                </c:pt>
                <c:pt idx="5244">
                  <c:v>19.15231</c:v>
                </c:pt>
                <c:pt idx="5245">
                  <c:v>19.293129999999973</c:v>
                </c:pt>
                <c:pt idx="5246">
                  <c:v>18.63522</c:v>
                </c:pt>
                <c:pt idx="5247">
                  <c:v>18.254799999999989</c:v>
                </c:pt>
                <c:pt idx="5248">
                  <c:v>18.485279999999957</c:v>
                </c:pt>
                <c:pt idx="5249">
                  <c:v>18.622579999999989</c:v>
                </c:pt>
                <c:pt idx="5250">
                  <c:v>18.569559999999989</c:v>
                </c:pt>
                <c:pt idx="5251">
                  <c:v>18.626670000000001</c:v>
                </c:pt>
                <c:pt idx="5252">
                  <c:v>18.602900000000005</c:v>
                </c:pt>
                <c:pt idx="5253">
                  <c:v>18.79442999999997</c:v>
                </c:pt>
                <c:pt idx="5254">
                  <c:v>19.410299999999989</c:v>
                </c:pt>
                <c:pt idx="5255">
                  <c:v>20.024940000000001</c:v>
                </c:pt>
                <c:pt idx="5256">
                  <c:v>20.387840000000001</c:v>
                </c:pt>
                <c:pt idx="5257">
                  <c:v>20.751439999999974</c:v>
                </c:pt>
                <c:pt idx="5258">
                  <c:v>21.184080000000005</c:v>
                </c:pt>
                <c:pt idx="5259">
                  <c:v>21.210970000000021</c:v>
                </c:pt>
                <c:pt idx="5260">
                  <c:v>21.066289999999974</c:v>
                </c:pt>
                <c:pt idx="5261">
                  <c:v>20.994999999999987</c:v>
                </c:pt>
                <c:pt idx="5262">
                  <c:v>21.035019999999989</c:v>
                </c:pt>
                <c:pt idx="5263">
                  <c:v>21.190519999999989</c:v>
                </c:pt>
                <c:pt idx="5264">
                  <c:v>21.47235999999997</c:v>
                </c:pt>
                <c:pt idx="5265">
                  <c:v>21.795639999999956</c:v>
                </c:pt>
                <c:pt idx="5266">
                  <c:v>22.069379999999974</c:v>
                </c:pt>
                <c:pt idx="5267">
                  <c:v>22.434519999999978</c:v>
                </c:pt>
                <c:pt idx="5268">
                  <c:v>22.339950000000037</c:v>
                </c:pt>
                <c:pt idx="5269">
                  <c:v>22.135980000000021</c:v>
                </c:pt>
                <c:pt idx="5270">
                  <c:v>22.087739999999975</c:v>
                </c:pt>
                <c:pt idx="5271">
                  <c:v>21.998669999999972</c:v>
                </c:pt>
                <c:pt idx="5272">
                  <c:v>21.846160000000001</c:v>
                </c:pt>
                <c:pt idx="5273">
                  <c:v>21.735729999999968</c:v>
                </c:pt>
                <c:pt idx="5274">
                  <c:v>21.920970000000001</c:v>
                </c:pt>
                <c:pt idx="5275">
                  <c:v>22.078789999999973</c:v>
                </c:pt>
                <c:pt idx="5276">
                  <c:v>21.991869999999999</c:v>
                </c:pt>
                <c:pt idx="5277">
                  <c:v>21.80846</c:v>
                </c:pt>
                <c:pt idx="5278">
                  <c:v>21.719709999999989</c:v>
                </c:pt>
                <c:pt idx="5279">
                  <c:v>21.951239999999974</c:v>
                </c:pt>
                <c:pt idx="5280">
                  <c:v>22.23752</c:v>
                </c:pt>
                <c:pt idx="5281">
                  <c:v>22.209949999999989</c:v>
                </c:pt>
                <c:pt idx="5282">
                  <c:v>22.34817</c:v>
                </c:pt>
                <c:pt idx="5283">
                  <c:v>22.052810000000001</c:v>
                </c:pt>
                <c:pt idx="5284">
                  <c:v>21.70731</c:v>
                </c:pt>
                <c:pt idx="5285">
                  <c:v>22.030819999999999</c:v>
                </c:pt>
                <c:pt idx="5286">
                  <c:v>22.663250000000001</c:v>
                </c:pt>
                <c:pt idx="5287">
                  <c:v>23.482399999999952</c:v>
                </c:pt>
                <c:pt idx="5288">
                  <c:v>24.304480000000005</c:v>
                </c:pt>
                <c:pt idx="5289">
                  <c:v>24.867139999999978</c:v>
                </c:pt>
                <c:pt idx="5290">
                  <c:v>24.79299</c:v>
                </c:pt>
                <c:pt idx="5291">
                  <c:v>24.66338</c:v>
                </c:pt>
                <c:pt idx="5292">
                  <c:v>25.024380000000001</c:v>
                </c:pt>
                <c:pt idx="5293">
                  <c:v>25.52017</c:v>
                </c:pt>
                <c:pt idx="5294">
                  <c:v>25.844149999999978</c:v>
                </c:pt>
                <c:pt idx="5295">
                  <c:v>25.582799999999956</c:v>
                </c:pt>
                <c:pt idx="5296">
                  <c:v>25.146899999999999</c:v>
                </c:pt>
                <c:pt idx="5297">
                  <c:v>24.990589999999973</c:v>
                </c:pt>
                <c:pt idx="5298">
                  <c:v>25.078239999999973</c:v>
                </c:pt>
                <c:pt idx="5299">
                  <c:v>25.461429999999975</c:v>
                </c:pt>
                <c:pt idx="5300">
                  <c:v>26.011860000000034</c:v>
                </c:pt>
                <c:pt idx="5301">
                  <c:v>26.610610000000001</c:v>
                </c:pt>
                <c:pt idx="5302">
                  <c:v>27.020739999999975</c:v>
                </c:pt>
                <c:pt idx="5303">
                  <c:v>27.162459999999989</c:v>
                </c:pt>
                <c:pt idx="5304">
                  <c:v>27.325339999999972</c:v>
                </c:pt>
                <c:pt idx="5305">
                  <c:v>27.481349999999956</c:v>
                </c:pt>
                <c:pt idx="5306">
                  <c:v>27.535160000000001</c:v>
                </c:pt>
                <c:pt idx="5307">
                  <c:v>27.553570000000001</c:v>
                </c:pt>
                <c:pt idx="5308">
                  <c:v>27.607340000000001</c:v>
                </c:pt>
                <c:pt idx="5309">
                  <c:v>27.315899999999999</c:v>
                </c:pt>
                <c:pt idx="5310">
                  <c:v>26.57657</c:v>
                </c:pt>
                <c:pt idx="5311">
                  <c:v>25.995719999999956</c:v>
                </c:pt>
                <c:pt idx="5312">
                  <c:v>25.70018</c:v>
                </c:pt>
                <c:pt idx="5313">
                  <c:v>25.8324</c:v>
                </c:pt>
                <c:pt idx="5314">
                  <c:v>26.32368</c:v>
                </c:pt>
                <c:pt idx="5315">
                  <c:v>26.922199999999975</c:v>
                </c:pt>
                <c:pt idx="5316">
                  <c:v>27.642880000000005</c:v>
                </c:pt>
                <c:pt idx="5317">
                  <c:v>28.229619999999972</c:v>
                </c:pt>
                <c:pt idx="5318">
                  <c:v>28.197749999999989</c:v>
                </c:pt>
                <c:pt idx="5319">
                  <c:v>27.831800000000033</c:v>
                </c:pt>
                <c:pt idx="5320">
                  <c:v>27.74947999999997</c:v>
                </c:pt>
                <c:pt idx="5321">
                  <c:v>28.011320000000001</c:v>
                </c:pt>
                <c:pt idx="5322">
                  <c:v>28.285239999999959</c:v>
                </c:pt>
                <c:pt idx="5323">
                  <c:v>27.986719999999952</c:v>
                </c:pt>
                <c:pt idx="5324">
                  <c:v>27.228149999999957</c:v>
                </c:pt>
                <c:pt idx="5325">
                  <c:v>26.678940000000001</c:v>
                </c:pt>
                <c:pt idx="5326">
                  <c:v>26.466689999999975</c:v>
                </c:pt>
                <c:pt idx="5327">
                  <c:v>26.483769999999971</c:v>
                </c:pt>
                <c:pt idx="5328">
                  <c:v>26.476120000000002</c:v>
                </c:pt>
                <c:pt idx="5329">
                  <c:v>26.041139999999974</c:v>
                </c:pt>
                <c:pt idx="5330">
                  <c:v>25.710809999999999</c:v>
                </c:pt>
                <c:pt idx="5331">
                  <c:v>25.854379999999999</c:v>
                </c:pt>
                <c:pt idx="5332">
                  <c:v>26.138729999999974</c:v>
                </c:pt>
                <c:pt idx="5333">
                  <c:v>26.49446</c:v>
                </c:pt>
                <c:pt idx="5334">
                  <c:v>26.994689999999974</c:v>
                </c:pt>
                <c:pt idx="5335">
                  <c:v>27.56765</c:v>
                </c:pt>
                <c:pt idx="5336">
                  <c:v>28.128869999999999</c:v>
                </c:pt>
                <c:pt idx="5337">
                  <c:v>28.630230000000001</c:v>
                </c:pt>
                <c:pt idx="5338">
                  <c:v>28.82201999999997</c:v>
                </c:pt>
                <c:pt idx="5339">
                  <c:v>28.86129</c:v>
                </c:pt>
                <c:pt idx="5340">
                  <c:v>28.778839999999974</c:v>
                </c:pt>
                <c:pt idx="5341">
                  <c:v>28.450089999999989</c:v>
                </c:pt>
                <c:pt idx="5342">
                  <c:v>28.173220000000001</c:v>
                </c:pt>
                <c:pt idx="5343">
                  <c:v>28.109390000000001</c:v>
                </c:pt>
                <c:pt idx="5344">
                  <c:v>28.19313</c:v>
                </c:pt>
                <c:pt idx="5345">
                  <c:v>28.174170000000021</c:v>
                </c:pt>
                <c:pt idx="5346">
                  <c:v>28.08099</c:v>
                </c:pt>
                <c:pt idx="5347">
                  <c:v>27.860679999999974</c:v>
                </c:pt>
                <c:pt idx="5348">
                  <c:v>27.328789999999973</c:v>
                </c:pt>
                <c:pt idx="5349">
                  <c:v>26.84646</c:v>
                </c:pt>
                <c:pt idx="5350">
                  <c:v>26.075410000000002</c:v>
                </c:pt>
                <c:pt idx="5351">
                  <c:v>25.300619999999974</c:v>
                </c:pt>
                <c:pt idx="5352">
                  <c:v>24.617990000000034</c:v>
                </c:pt>
                <c:pt idx="5353">
                  <c:v>23.954000000000001</c:v>
                </c:pt>
                <c:pt idx="5354">
                  <c:v>23.51951</c:v>
                </c:pt>
                <c:pt idx="5355">
                  <c:v>23.03002</c:v>
                </c:pt>
                <c:pt idx="5356">
                  <c:v>22.582409999999957</c:v>
                </c:pt>
                <c:pt idx="5357">
                  <c:v>22.192250000000001</c:v>
                </c:pt>
                <c:pt idx="5358">
                  <c:v>22.017029999999988</c:v>
                </c:pt>
                <c:pt idx="5359">
                  <c:v>22.20452999999997</c:v>
                </c:pt>
                <c:pt idx="5360">
                  <c:v>22.561879999999999</c:v>
                </c:pt>
                <c:pt idx="5361">
                  <c:v>22.876870000000022</c:v>
                </c:pt>
                <c:pt idx="5362">
                  <c:v>23.189820000000001</c:v>
                </c:pt>
                <c:pt idx="5363">
                  <c:v>23.427309999999974</c:v>
                </c:pt>
                <c:pt idx="5364">
                  <c:v>23.527000000000001</c:v>
                </c:pt>
                <c:pt idx="5365">
                  <c:v>23.638390000000001</c:v>
                </c:pt>
                <c:pt idx="5366">
                  <c:v>23.637300000000021</c:v>
                </c:pt>
                <c:pt idx="5367">
                  <c:v>23.428309999999971</c:v>
                </c:pt>
                <c:pt idx="5368">
                  <c:v>23.144020000000001</c:v>
                </c:pt>
                <c:pt idx="5369">
                  <c:v>22.913360000000001</c:v>
                </c:pt>
                <c:pt idx="5370">
                  <c:v>22.708239999999975</c:v>
                </c:pt>
                <c:pt idx="5371">
                  <c:v>22.402850000000001</c:v>
                </c:pt>
                <c:pt idx="5372">
                  <c:v>22.059920000000005</c:v>
                </c:pt>
                <c:pt idx="5373">
                  <c:v>21.435469999999974</c:v>
                </c:pt>
                <c:pt idx="5374">
                  <c:v>20.515460000000001</c:v>
                </c:pt>
                <c:pt idx="5375">
                  <c:v>19.717420000000001</c:v>
                </c:pt>
                <c:pt idx="5376">
                  <c:v>19.346119999999978</c:v>
                </c:pt>
                <c:pt idx="5377">
                  <c:v>19.305969999999999</c:v>
                </c:pt>
                <c:pt idx="5378">
                  <c:v>19.211110000000001</c:v>
                </c:pt>
                <c:pt idx="5379">
                  <c:v>19.100560000000005</c:v>
                </c:pt>
                <c:pt idx="5380">
                  <c:v>19.177000000000021</c:v>
                </c:pt>
                <c:pt idx="5381">
                  <c:v>19.424759999999978</c:v>
                </c:pt>
                <c:pt idx="5382">
                  <c:v>19.727739999999972</c:v>
                </c:pt>
                <c:pt idx="5383">
                  <c:v>19.952809999999989</c:v>
                </c:pt>
                <c:pt idx="5384">
                  <c:v>20.15279</c:v>
                </c:pt>
                <c:pt idx="5385">
                  <c:v>19.798759999999973</c:v>
                </c:pt>
                <c:pt idx="5386">
                  <c:v>19.262609999999956</c:v>
                </c:pt>
                <c:pt idx="5387">
                  <c:v>19.051739999999974</c:v>
                </c:pt>
                <c:pt idx="5388">
                  <c:v>19.117819999999998</c:v>
                </c:pt>
                <c:pt idx="5389">
                  <c:v>19.295579999999973</c:v>
                </c:pt>
                <c:pt idx="5390">
                  <c:v>19.26599999999997</c:v>
                </c:pt>
                <c:pt idx="5391">
                  <c:v>19.430779999999974</c:v>
                </c:pt>
                <c:pt idx="5392">
                  <c:v>19.80761</c:v>
                </c:pt>
                <c:pt idx="5393">
                  <c:v>19.491299999999974</c:v>
                </c:pt>
                <c:pt idx="5394">
                  <c:v>18.53265</c:v>
                </c:pt>
                <c:pt idx="5395">
                  <c:v>17.827870000000026</c:v>
                </c:pt>
                <c:pt idx="5396">
                  <c:v>17.770489999999974</c:v>
                </c:pt>
                <c:pt idx="5397">
                  <c:v>18.29101</c:v>
                </c:pt>
                <c:pt idx="5398">
                  <c:v>18.805759999999989</c:v>
                </c:pt>
                <c:pt idx="5399">
                  <c:v>19.05349</c:v>
                </c:pt>
                <c:pt idx="5400">
                  <c:v>19.136920000000021</c:v>
                </c:pt>
                <c:pt idx="5401">
                  <c:v>18.786309999999968</c:v>
                </c:pt>
                <c:pt idx="5402">
                  <c:v>18.496629999999964</c:v>
                </c:pt>
                <c:pt idx="5403">
                  <c:v>18.51641</c:v>
                </c:pt>
                <c:pt idx="5404">
                  <c:v>18.353390000000001</c:v>
                </c:pt>
                <c:pt idx="5405">
                  <c:v>17.899370000000001</c:v>
                </c:pt>
                <c:pt idx="5406">
                  <c:v>17.53322</c:v>
                </c:pt>
                <c:pt idx="5407">
                  <c:v>17.421639999999975</c:v>
                </c:pt>
                <c:pt idx="5408">
                  <c:v>17.384309999999989</c:v>
                </c:pt>
                <c:pt idx="5409">
                  <c:v>17.299609999999973</c:v>
                </c:pt>
                <c:pt idx="5410">
                  <c:v>17.268139999999956</c:v>
                </c:pt>
                <c:pt idx="5411">
                  <c:v>17.343800000000005</c:v>
                </c:pt>
                <c:pt idx="5412">
                  <c:v>17.470369999999978</c:v>
                </c:pt>
                <c:pt idx="5413">
                  <c:v>17.327929999999999</c:v>
                </c:pt>
                <c:pt idx="5414">
                  <c:v>16.838259999999988</c:v>
                </c:pt>
                <c:pt idx="5415">
                  <c:v>16.101970000000033</c:v>
                </c:pt>
                <c:pt idx="5416">
                  <c:v>15.528779999999999</c:v>
                </c:pt>
                <c:pt idx="5417">
                  <c:v>15.02749</c:v>
                </c:pt>
                <c:pt idx="5418">
                  <c:v>14.46926</c:v>
                </c:pt>
                <c:pt idx="5419">
                  <c:v>14.14142</c:v>
                </c:pt>
                <c:pt idx="5420">
                  <c:v>14.066180000000006</c:v>
                </c:pt>
                <c:pt idx="5421">
                  <c:v>13.837580000000004</c:v>
                </c:pt>
                <c:pt idx="5422">
                  <c:v>13.67285</c:v>
                </c:pt>
                <c:pt idx="5423">
                  <c:v>13.70121</c:v>
                </c:pt>
                <c:pt idx="5424">
                  <c:v>13.395860000000004</c:v>
                </c:pt>
                <c:pt idx="5425">
                  <c:v>12.763110000000001</c:v>
                </c:pt>
                <c:pt idx="5426">
                  <c:v>12.19534</c:v>
                </c:pt>
                <c:pt idx="5427">
                  <c:v>12.01868</c:v>
                </c:pt>
                <c:pt idx="5428">
                  <c:v>12.04298</c:v>
                </c:pt>
                <c:pt idx="5429">
                  <c:v>12.202260000000001</c:v>
                </c:pt>
                <c:pt idx="5430">
                  <c:v>12.45102</c:v>
                </c:pt>
                <c:pt idx="5431">
                  <c:v>12.81976</c:v>
                </c:pt>
                <c:pt idx="5432">
                  <c:v>13.22336</c:v>
                </c:pt>
                <c:pt idx="5433">
                  <c:v>13.342610000000002</c:v>
                </c:pt>
                <c:pt idx="5434">
                  <c:v>13.00029</c:v>
                </c:pt>
                <c:pt idx="5435">
                  <c:v>12.42609</c:v>
                </c:pt>
                <c:pt idx="5436">
                  <c:v>12.190160000000001</c:v>
                </c:pt>
                <c:pt idx="5437">
                  <c:v>12.39052</c:v>
                </c:pt>
                <c:pt idx="5438">
                  <c:v>12.46311</c:v>
                </c:pt>
                <c:pt idx="5439">
                  <c:v>11.953470000000006</c:v>
                </c:pt>
                <c:pt idx="5440">
                  <c:v>11.21406</c:v>
                </c:pt>
                <c:pt idx="5441">
                  <c:v>10.909370000000001</c:v>
                </c:pt>
                <c:pt idx="5442">
                  <c:v>10.578390000000001</c:v>
                </c:pt>
                <c:pt idx="5443">
                  <c:v>11.137700000000001</c:v>
                </c:pt>
                <c:pt idx="5444">
                  <c:v>11.265410000000006</c:v>
                </c:pt>
                <c:pt idx="5445">
                  <c:v>10.60073</c:v>
                </c:pt>
                <c:pt idx="5446">
                  <c:v>10.3461</c:v>
                </c:pt>
                <c:pt idx="5447">
                  <c:v>10.302720000000004</c:v>
                </c:pt>
                <c:pt idx="5448">
                  <c:v>10.148869999999999</c:v>
                </c:pt>
                <c:pt idx="5449">
                  <c:v>9.9656300000000186</c:v>
                </c:pt>
                <c:pt idx="5450">
                  <c:v>10.04205</c:v>
                </c:pt>
                <c:pt idx="5451">
                  <c:v>10.224229999999999</c:v>
                </c:pt>
                <c:pt idx="5452">
                  <c:v>10.386580000000011</c:v>
                </c:pt>
                <c:pt idx="5453">
                  <c:v>10.4923</c:v>
                </c:pt>
                <c:pt idx="5454">
                  <c:v>10.47977</c:v>
                </c:pt>
                <c:pt idx="5455">
                  <c:v>10.264000000000001</c:v>
                </c:pt>
                <c:pt idx="5456">
                  <c:v>9.9982500000000005</c:v>
                </c:pt>
                <c:pt idx="5457">
                  <c:v>9.8488400000000009</c:v>
                </c:pt>
                <c:pt idx="5458">
                  <c:v>10.01296</c:v>
                </c:pt>
                <c:pt idx="5459">
                  <c:v>10.25508000000001</c:v>
                </c:pt>
                <c:pt idx="5460">
                  <c:v>10.307030000000006</c:v>
                </c:pt>
                <c:pt idx="5461">
                  <c:v>10.35787</c:v>
                </c:pt>
                <c:pt idx="5462">
                  <c:v>10.170250000000001</c:v>
                </c:pt>
                <c:pt idx="5463">
                  <c:v>9.5059700000000014</c:v>
                </c:pt>
                <c:pt idx="5464">
                  <c:v>8.8023300000000066</c:v>
                </c:pt>
                <c:pt idx="5465">
                  <c:v>8.4380600000000001</c:v>
                </c:pt>
                <c:pt idx="5466">
                  <c:v>8.4624000000000148</c:v>
                </c:pt>
                <c:pt idx="5467">
                  <c:v>8.4747700000000012</c:v>
                </c:pt>
                <c:pt idx="5468">
                  <c:v>8.3725900000000113</c:v>
                </c:pt>
                <c:pt idx="5469">
                  <c:v>8.2476900000000004</c:v>
                </c:pt>
                <c:pt idx="5470">
                  <c:v>8.0655800000000113</c:v>
                </c:pt>
                <c:pt idx="5471">
                  <c:v>8.0174300000000027</c:v>
                </c:pt>
                <c:pt idx="5472">
                  <c:v>8.1790000000000003</c:v>
                </c:pt>
                <c:pt idx="5473">
                  <c:v>8.343020000000001</c:v>
                </c:pt>
                <c:pt idx="5474">
                  <c:v>8.2508700000000008</c:v>
                </c:pt>
                <c:pt idx="5475">
                  <c:v>7.8942799999999975</c:v>
                </c:pt>
                <c:pt idx="5476">
                  <c:v>7.395189999999995</c:v>
                </c:pt>
                <c:pt idx="5477">
                  <c:v>6.8148499999999945</c:v>
                </c:pt>
                <c:pt idx="5478">
                  <c:v>6.3004299999999995</c:v>
                </c:pt>
                <c:pt idx="5479">
                  <c:v>6.1362899999999998</c:v>
                </c:pt>
                <c:pt idx="5480">
                  <c:v>6.3982000000000001</c:v>
                </c:pt>
                <c:pt idx="5481">
                  <c:v>6.76586</c:v>
                </c:pt>
                <c:pt idx="5482">
                  <c:v>7.1699399999999951</c:v>
                </c:pt>
                <c:pt idx="5483">
                  <c:v>7.5740400000000001</c:v>
                </c:pt>
                <c:pt idx="5484">
                  <c:v>7.8313199999999998</c:v>
                </c:pt>
                <c:pt idx="5485">
                  <c:v>7.9078999999999997</c:v>
                </c:pt>
                <c:pt idx="5486">
                  <c:v>7.95038</c:v>
                </c:pt>
                <c:pt idx="5487">
                  <c:v>7.7757000000000014</c:v>
                </c:pt>
                <c:pt idx="5488">
                  <c:v>7.4852900000000053</c:v>
                </c:pt>
                <c:pt idx="5489">
                  <c:v>7.3832000000000004</c:v>
                </c:pt>
                <c:pt idx="5490">
                  <c:v>7.4329400000000003</c:v>
                </c:pt>
                <c:pt idx="5491">
                  <c:v>7.2798400000000063</c:v>
                </c:pt>
                <c:pt idx="5492">
                  <c:v>6.9493400000000065</c:v>
                </c:pt>
                <c:pt idx="5493">
                  <c:v>6.8268699999999995</c:v>
                </c:pt>
                <c:pt idx="5494">
                  <c:v>6.8471099999999945</c:v>
                </c:pt>
                <c:pt idx="5495">
                  <c:v>6.8554299999999975</c:v>
                </c:pt>
                <c:pt idx="5496">
                  <c:v>6.9130099999999999</c:v>
                </c:pt>
                <c:pt idx="5497">
                  <c:v>6.9266500000000004</c:v>
                </c:pt>
                <c:pt idx="5498">
                  <c:v>7.0522400000000003</c:v>
                </c:pt>
                <c:pt idx="5499">
                  <c:v>7.3195299999999985</c:v>
                </c:pt>
                <c:pt idx="5500">
                  <c:v>7.6289099999999941</c:v>
                </c:pt>
                <c:pt idx="5501">
                  <c:v>8.0495800000000006</c:v>
                </c:pt>
                <c:pt idx="5502">
                  <c:v>8.49756</c:v>
                </c:pt>
                <c:pt idx="5503">
                  <c:v>8.6923100000000009</c:v>
                </c:pt>
                <c:pt idx="5504">
                  <c:v>8.5554700000000068</c:v>
                </c:pt>
                <c:pt idx="5505">
                  <c:v>8.3860000000000028</c:v>
                </c:pt>
                <c:pt idx="5506">
                  <c:v>8.3777900000000027</c:v>
                </c:pt>
                <c:pt idx="5507">
                  <c:v>8.49024</c:v>
                </c:pt>
                <c:pt idx="5508">
                  <c:v>8.5003799999999998</c:v>
                </c:pt>
                <c:pt idx="5509">
                  <c:v>8.42591</c:v>
                </c:pt>
                <c:pt idx="5510">
                  <c:v>8.2237299999999998</c:v>
                </c:pt>
                <c:pt idx="5511">
                  <c:v>7.8588499999999986</c:v>
                </c:pt>
                <c:pt idx="5512">
                  <c:v>6.93513</c:v>
                </c:pt>
                <c:pt idx="5513">
                  <c:v>5.3666499999999999</c:v>
                </c:pt>
                <c:pt idx="5514">
                  <c:v>4.2336400000000065</c:v>
                </c:pt>
                <c:pt idx="5515">
                  <c:v>3.9668299999999972</c:v>
                </c:pt>
                <c:pt idx="5516">
                  <c:v>4.5012200000000053</c:v>
                </c:pt>
                <c:pt idx="5517">
                  <c:v>5.4197199999999999</c:v>
                </c:pt>
                <c:pt idx="5518">
                  <c:v>6.2325099999999996</c:v>
                </c:pt>
                <c:pt idx="5519">
                  <c:v>6.8805499999999995</c:v>
                </c:pt>
                <c:pt idx="5520">
                  <c:v>7.2723500000000003</c:v>
                </c:pt>
                <c:pt idx="5521">
                  <c:v>7.4724399999999997</c:v>
                </c:pt>
                <c:pt idx="5522">
                  <c:v>7.5926499999999999</c:v>
                </c:pt>
                <c:pt idx="5523">
                  <c:v>7.4428599999999996</c:v>
                </c:pt>
                <c:pt idx="5524">
                  <c:v>7.0620799999999955</c:v>
                </c:pt>
                <c:pt idx="5525">
                  <c:v>6.9116100000000014</c:v>
                </c:pt>
                <c:pt idx="5526">
                  <c:v>6.6893599999999998</c:v>
                </c:pt>
                <c:pt idx="5527">
                  <c:v>6.4871999999999996</c:v>
                </c:pt>
                <c:pt idx="5528">
                  <c:v>6.7333200000000053</c:v>
                </c:pt>
                <c:pt idx="5529">
                  <c:v>6.9735000000000014</c:v>
                </c:pt>
                <c:pt idx="5530">
                  <c:v>7.2598700000000003</c:v>
                </c:pt>
                <c:pt idx="5531">
                  <c:v>7.8620499999999955</c:v>
                </c:pt>
                <c:pt idx="5532">
                  <c:v>8.718399999999999</c:v>
                </c:pt>
                <c:pt idx="5533">
                  <c:v>9.5034300000000105</c:v>
                </c:pt>
                <c:pt idx="5534">
                  <c:v>9.9016100000000016</c:v>
                </c:pt>
                <c:pt idx="5535">
                  <c:v>9.9668100000000006</c:v>
                </c:pt>
                <c:pt idx="5536">
                  <c:v>10.152140000000006</c:v>
                </c:pt>
                <c:pt idx="5537">
                  <c:v>10.53303</c:v>
                </c:pt>
                <c:pt idx="5538">
                  <c:v>11.06297</c:v>
                </c:pt>
                <c:pt idx="5539">
                  <c:v>11.7209</c:v>
                </c:pt>
                <c:pt idx="5540">
                  <c:v>12.25482</c:v>
                </c:pt>
                <c:pt idx="5541">
                  <c:v>12.667250000000001</c:v>
                </c:pt>
                <c:pt idx="5542">
                  <c:v>13.047280000000001</c:v>
                </c:pt>
                <c:pt idx="5543">
                  <c:v>13.408240000000001</c:v>
                </c:pt>
                <c:pt idx="5544">
                  <c:v>13.425630000000011</c:v>
                </c:pt>
                <c:pt idx="5545">
                  <c:v>13.04236</c:v>
                </c:pt>
                <c:pt idx="5546">
                  <c:v>12.38287</c:v>
                </c:pt>
                <c:pt idx="5547">
                  <c:v>12.001800000000001</c:v>
                </c:pt>
                <c:pt idx="5548">
                  <c:v>12.099300000000001</c:v>
                </c:pt>
                <c:pt idx="5549">
                  <c:v>12.127359999999999</c:v>
                </c:pt>
                <c:pt idx="5550">
                  <c:v>12.01266</c:v>
                </c:pt>
                <c:pt idx="5551">
                  <c:v>11.93871</c:v>
                </c:pt>
                <c:pt idx="5552">
                  <c:v>12.06908000000001</c:v>
                </c:pt>
                <c:pt idx="5553">
                  <c:v>12.362110000000012</c:v>
                </c:pt>
                <c:pt idx="5554">
                  <c:v>12.54199</c:v>
                </c:pt>
                <c:pt idx="5555">
                  <c:v>12.82729</c:v>
                </c:pt>
                <c:pt idx="5556">
                  <c:v>13.1092</c:v>
                </c:pt>
                <c:pt idx="5557">
                  <c:v>13.22242</c:v>
                </c:pt>
                <c:pt idx="5558">
                  <c:v>13.313790000000004</c:v>
                </c:pt>
                <c:pt idx="5559">
                  <c:v>13.105930000000004</c:v>
                </c:pt>
                <c:pt idx="5560">
                  <c:v>12.9216</c:v>
                </c:pt>
                <c:pt idx="5561">
                  <c:v>13.4132</c:v>
                </c:pt>
                <c:pt idx="5562">
                  <c:v>14.066440000000011</c:v>
                </c:pt>
                <c:pt idx="5563">
                  <c:v>14.227830000000001</c:v>
                </c:pt>
                <c:pt idx="5564">
                  <c:v>14.27538</c:v>
                </c:pt>
                <c:pt idx="5565">
                  <c:v>14.64551</c:v>
                </c:pt>
                <c:pt idx="5566">
                  <c:v>15.14611</c:v>
                </c:pt>
                <c:pt idx="5567">
                  <c:v>15.58741</c:v>
                </c:pt>
                <c:pt idx="5568">
                  <c:v>15.938190000000001</c:v>
                </c:pt>
                <c:pt idx="5569">
                  <c:v>15.67272</c:v>
                </c:pt>
                <c:pt idx="5570">
                  <c:v>15.1127</c:v>
                </c:pt>
                <c:pt idx="5571">
                  <c:v>14.76545000000001</c:v>
                </c:pt>
                <c:pt idx="5572">
                  <c:v>13.94115</c:v>
                </c:pt>
                <c:pt idx="5573">
                  <c:v>13.115</c:v>
                </c:pt>
                <c:pt idx="5574">
                  <c:v>12.82836</c:v>
                </c:pt>
                <c:pt idx="5575">
                  <c:v>13.13247</c:v>
                </c:pt>
                <c:pt idx="5576">
                  <c:v>13.822420000000006</c:v>
                </c:pt>
                <c:pt idx="5577">
                  <c:v>14.66438</c:v>
                </c:pt>
                <c:pt idx="5578">
                  <c:v>14.87495</c:v>
                </c:pt>
                <c:pt idx="5579">
                  <c:v>14.180630000000004</c:v>
                </c:pt>
                <c:pt idx="5580">
                  <c:v>13.66079</c:v>
                </c:pt>
                <c:pt idx="5581">
                  <c:v>13.87016</c:v>
                </c:pt>
                <c:pt idx="5582">
                  <c:v>14.32005</c:v>
                </c:pt>
                <c:pt idx="5583">
                  <c:v>14.843670000000001</c:v>
                </c:pt>
                <c:pt idx="5584">
                  <c:v>15.369770000000004</c:v>
                </c:pt>
                <c:pt idx="5585">
                  <c:v>15.86356000000001</c:v>
                </c:pt>
                <c:pt idx="5586">
                  <c:v>16.270910000000001</c:v>
                </c:pt>
                <c:pt idx="5587">
                  <c:v>16.368329999999968</c:v>
                </c:pt>
                <c:pt idx="5588">
                  <c:v>16.253070000000001</c:v>
                </c:pt>
                <c:pt idx="5589">
                  <c:v>16.082319999999957</c:v>
                </c:pt>
                <c:pt idx="5590">
                  <c:v>16.176590000000001</c:v>
                </c:pt>
                <c:pt idx="5591">
                  <c:v>16.20288</c:v>
                </c:pt>
                <c:pt idx="5592">
                  <c:v>15.91539</c:v>
                </c:pt>
                <c:pt idx="5593">
                  <c:v>15.82521</c:v>
                </c:pt>
                <c:pt idx="5594">
                  <c:v>15.862700000000011</c:v>
                </c:pt>
                <c:pt idx="5595">
                  <c:v>16.138970000000022</c:v>
                </c:pt>
                <c:pt idx="5596">
                  <c:v>16.52703</c:v>
                </c:pt>
                <c:pt idx="5597">
                  <c:v>16.308539999999972</c:v>
                </c:pt>
                <c:pt idx="5598">
                  <c:v>15.938610000000001</c:v>
                </c:pt>
                <c:pt idx="5599">
                  <c:v>15.655900000000004</c:v>
                </c:pt>
                <c:pt idx="5600">
                  <c:v>15.31104</c:v>
                </c:pt>
                <c:pt idx="5601">
                  <c:v>15.41047</c:v>
                </c:pt>
                <c:pt idx="5602">
                  <c:v>15.73677</c:v>
                </c:pt>
                <c:pt idx="5603">
                  <c:v>16.100560000000005</c:v>
                </c:pt>
                <c:pt idx="5604">
                  <c:v>16.538450000000001</c:v>
                </c:pt>
                <c:pt idx="5605">
                  <c:v>17.09929</c:v>
                </c:pt>
                <c:pt idx="5606">
                  <c:v>17.605350000000001</c:v>
                </c:pt>
                <c:pt idx="5607">
                  <c:v>17.41621</c:v>
                </c:pt>
                <c:pt idx="5608">
                  <c:v>16.794989999999999</c:v>
                </c:pt>
                <c:pt idx="5609">
                  <c:v>16.455329999999975</c:v>
                </c:pt>
                <c:pt idx="5610">
                  <c:v>16.681270000000001</c:v>
                </c:pt>
                <c:pt idx="5611">
                  <c:v>17.13832</c:v>
                </c:pt>
                <c:pt idx="5612">
                  <c:v>17.583509999999972</c:v>
                </c:pt>
                <c:pt idx="5613">
                  <c:v>17.906429999999968</c:v>
                </c:pt>
                <c:pt idx="5614">
                  <c:v>17.849499999999974</c:v>
                </c:pt>
                <c:pt idx="5615">
                  <c:v>17.625879999999999</c:v>
                </c:pt>
                <c:pt idx="5616">
                  <c:v>17.600149999999989</c:v>
                </c:pt>
                <c:pt idx="5617">
                  <c:v>17.474639999999972</c:v>
                </c:pt>
                <c:pt idx="5618">
                  <c:v>17.169799999999974</c:v>
                </c:pt>
                <c:pt idx="5619">
                  <c:v>17.071970000000022</c:v>
                </c:pt>
                <c:pt idx="5620">
                  <c:v>17.359690000000001</c:v>
                </c:pt>
                <c:pt idx="5621">
                  <c:v>17.595859999999988</c:v>
                </c:pt>
                <c:pt idx="5622">
                  <c:v>17.778729999999957</c:v>
                </c:pt>
                <c:pt idx="5623">
                  <c:v>18.185079999999989</c:v>
                </c:pt>
                <c:pt idx="5624">
                  <c:v>18.356619999999989</c:v>
                </c:pt>
                <c:pt idx="5625">
                  <c:v>18.498830000000002</c:v>
                </c:pt>
                <c:pt idx="5626">
                  <c:v>18.439539999999973</c:v>
                </c:pt>
                <c:pt idx="5627">
                  <c:v>17.925669999999968</c:v>
                </c:pt>
                <c:pt idx="5628">
                  <c:v>17.579840000000001</c:v>
                </c:pt>
                <c:pt idx="5629">
                  <c:v>17.703639999999975</c:v>
                </c:pt>
                <c:pt idx="5630">
                  <c:v>18.05052999999997</c:v>
                </c:pt>
                <c:pt idx="5631">
                  <c:v>18.229629999999968</c:v>
                </c:pt>
                <c:pt idx="5632">
                  <c:v>18.47287</c:v>
                </c:pt>
                <c:pt idx="5633">
                  <c:v>18.902519999999956</c:v>
                </c:pt>
                <c:pt idx="5634">
                  <c:v>19.47738</c:v>
                </c:pt>
                <c:pt idx="5635">
                  <c:v>19.624099999999999</c:v>
                </c:pt>
                <c:pt idx="5636">
                  <c:v>19.435409999999973</c:v>
                </c:pt>
                <c:pt idx="5637">
                  <c:v>19.56176</c:v>
                </c:pt>
                <c:pt idx="5638">
                  <c:v>19.866299999999974</c:v>
                </c:pt>
                <c:pt idx="5639">
                  <c:v>20.284129999999973</c:v>
                </c:pt>
                <c:pt idx="5640">
                  <c:v>20.797910000000005</c:v>
                </c:pt>
                <c:pt idx="5641">
                  <c:v>21.010829999999999</c:v>
                </c:pt>
                <c:pt idx="5642">
                  <c:v>20.782050000000002</c:v>
                </c:pt>
                <c:pt idx="5643">
                  <c:v>20.581329999999973</c:v>
                </c:pt>
                <c:pt idx="5644">
                  <c:v>20.682329999999968</c:v>
                </c:pt>
                <c:pt idx="5645">
                  <c:v>20.68969999999997</c:v>
                </c:pt>
                <c:pt idx="5646">
                  <c:v>20.810079999999999</c:v>
                </c:pt>
                <c:pt idx="5647">
                  <c:v>21.357810000000022</c:v>
                </c:pt>
                <c:pt idx="5648">
                  <c:v>22.066890000000001</c:v>
                </c:pt>
                <c:pt idx="5649">
                  <c:v>22.81523</c:v>
                </c:pt>
                <c:pt idx="5650">
                  <c:v>23.536470000000001</c:v>
                </c:pt>
                <c:pt idx="5651">
                  <c:v>24.059229999999989</c:v>
                </c:pt>
                <c:pt idx="5652">
                  <c:v>24.516919999999999</c:v>
                </c:pt>
                <c:pt idx="5653">
                  <c:v>24.66376</c:v>
                </c:pt>
                <c:pt idx="5654">
                  <c:v>24.494959999999999</c:v>
                </c:pt>
                <c:pt idx="5655">
                  <c:v>23.895329999999973</c:v>
                </c:pt>
                <c:pt idx="5656">
                  <c:v>23.3444</c:v>
                </c:pt>
                <c:pt idx="5657">
                  <c:v>23.418839999999989</c:v>
                </c:pt>
                <c:pt idx="5658">
                  <c:v>23.26437</c:v>
                </c:pt>
                <c:pt idx="5659">
                  <c:v>22.98586999999997</c:v>
                </c:pt>
                <c:pt idx="5660">
                  <c:v>23.092359999999989</c:v>
                </c:pt>
                <c:pt idx="5661">
                  <c:v>23.352370000000001</c:v>
                </c:pt>
                <c:pt idx="5662">
                  <c:v>23.641839999999988</c:v>
                </c:pt>
                <c:pt idx="5663">
                  <c:v>24.020489999999974</c:v>
                </c:pt>
                <c:pt idx="5664">
                  <c:v>24.482399999999952</c:v>
                </c:pt>
                <c:pt idx="5665">
                  <c:v>24.904810000000001</c:v>
                </c:pt>
                <c:pt idx="5666">
                  <c:v>25.288819999999973</c:v>
                </c:pt>
                <c:pt idx="5667">
                  <c:v>25.613260000000022</c:v>
                </c:pt>
                <c:pt idx="5668">
                  <c:v>25.401979999999988</c:v>
                </c:pt>
                <c:pt idx="5669">
                  <c:v>24.805859999999999</c:v>
                </c:pt>
                <c:pt idx="5670">
                  <c:v>24.574880000000022</c:v>
                </c:pt>
                <c:pt idx="5671">
                  <c:v>24.805629999999972</c:v>
                </c:pt>
                <c:pt idx="5672">
                  <c:v>25.23076</c:v>
                </c:pt>
                <c:pt idx="5673">
                  <c:v>25.626519999999989</c:v>
                </c:pt>
                <c:pt idx="5674">
                  <c:v>26.015969999999999</c:v>
                </c:pt>
                <c:pt idx="5675">
                  <c:v>26.547789999999978</c:v>
                </c:pt>
                <c:pt idx="5676">
                  <c:v>26.514510000000001</c:v>
                </c:pt>
                <c:pt idx="5677">
                  <c:v>26.02131</c:v>
                </c:pt>
                <c:pt idx="5678">
                  <c:v>25.97141999999997</c:v>
                </c:pt>
                <c:pt idx="5679">
                  <c:v>26.088269999999973</c:v>
                </c:pt>
                <c:pt idx="5680">
                  <c:v>26.471990000000005</c:v>
                </c:pt>
                <c:pt idx="5681">
                  <c:v>27.025480000000002</c:v>
                </c:pt>
                <c:pt idx="5682">
                  <c:v>26.932419999999972</c:v>
                </c:pt>
                <c:pt idx="5683">
                  <c:v>26.43993</c:v>
                </c:pt>
                <c:pt idx="5684">
                  <c:v>25.94896</c:v>
                </c:pt>
                <c:pt idx="5685">
                  <c:v>25.571970000000022</c:v>
                </c:pt>
                <c:pt idx="5686">
                  <c:v>25.364039999999989</c:v>
                </c:pt>
                <c:pt idx="5687">
                  <c:v>25.275619999999975</c:v>
                </c:pt>
                <c:pt idx="5688">
                  <c:v>25.313780000000001</c:v>
                </c:pt>
                <c:pt idx="5689">
                  <c:v>25.562189999999973</c:v>
                </c:pt>
                <c:pt idx="5690">
                  <c:v>26.052419999999973</c:v>
                </c:pt>
                <c:pt idx="5691">
                  <c:v>26.796250000000001</c:v>
                </c:pt>
                <c:pt idx="5692">
                  <c:v>27.590140000000002</c:v>
                </c:pt>
                <c:pt idx="5693">
                  <c:v>28.329370000000001</c:v>
                </c:pt>
                <c:pt idx="5694">
                  <c:v>29.01164</c:v>
                </c:pt>
                <c:pt idx="5695">
                  <c:v>29.45471999999997</c:v>
                </c:pt>
                <c:pt idx="5696">
                  <c:v>29.411740000000002</c:v>
                </c:pt>
                <c:pt idx="5697">
                  <c:v>28.742329999999956</c:v>
                </c:pt>
                <c:pt idx="5698">
                  <c:v>27.726239999999972</c:v>
                </c:pt>
                <c:pt idx="5699">
                  <c:v>26.948879999999978</c:v>
                </c:pt>
                <c:pt idx="5700">
                  <c:v>26.43723</c:v>
                </c:pt>
                <c:pt idx="5701">
                  <c:v>26.131100000000021</c:v>
                </c:pt>
                <c:pt idx="5702">
                  <c:v>26.188110000000002</c:v>
                </c:pt>
                <c:pt idx="5703">
                  <c:v>26.489109999999975</c:v>
                </c:pt>
                <c:pt idx="5704">
                  <c:v>26.782689999999956</c:v>
                </c:pt>
                <c:pt idx="5705">
                  <c:v>26.960799999999956</c:v>
                </c:pt>
                <c:pt idx="5706">
                  <c:v>27.174309999999988</c:v>
                </c:pt>
                <c:pt idx="5707">
                  <c:v>27.5093</c:v>
                </c:pt>
                <c:pt idx="5708">
                  <c:v>28.017720000000001</c:v>
                </c:pt>
                <c:pt idx="5709">
                  <c:v>28.269409999999972</c:v>
                </c:pt>
                <c:pt idx="5710">
                  <c:v>27.812819999999999</c:v>
                </c:pt>
                <c:pt idx="5711">
                  <c:v>27.340140000000002</c:v>
                </c:pt>
                <c:pt idx="5712">
                  <c:v>27.30358</c:v>
                </c:pt>
                <c:pt idx="5713">
                  <c:v>27.402170000000002</c:v>
                </c:pt>
                <c:pt idx="5714">
                  <c:v>27.431789999999989</c:v>
                </c:pt>
                <c:pt idx="5715">
                  <c:v>26.892969999999988</c:v>
                </c:pt>
                <c:pt idx="5716">
                  <c:v>25.8932</c:v>
                </c:pt>
                <c:pt idx="5717">
                  <c:v>25.117950000000047</c:v>
                </c:pt>
                <c:pt idx="5718">
                  <c:v>24.942659999999975</c:v>
                </c:pt>
                <c:pt idx="5719">
                  <c:v>25.201080000000001</c:v>
                </c:pt>
                <c:pt idx="5720">
                  <c:v>25.538830000000001</c:v>
                </c:pt>
                <c:pt idx="5721">
                  <c:v>25.923179999999974</c:v>
                </c:pt>
                <c:pt idx="5722">
                  <c:v>25.260999999999989</c:v>
                </c:pt>
                <c:pt idx="5723">
                  <c:v>23.976369999999989</c:v>
                </c:pt>
                <c:pt idx="5724">
                  <c:v>23.317029999999999</c:v>
                </c:pt>
                <c:pt idx="5725">
                  <c:v>23.246339999999975</c:v>
                </c:pt>
                <c:pt idx="5726">
                  <c:v>23.505179999999989</c:v>
                </c:pt>
                <c:pt idx="5727">
                  <c:v>23.823720000000002</c:v>
                </c:pt>
                <c:pt idx="5728">
                  <c:v>24.075539999999968</c:v>
                </c:pt>
                <c:pt idx="5729">
                  <c:v>24.286759999999973</c:v>
                </c:pt>
                <c:pt idx="5730">
                  <c:v>24.067350000000001</c:v>
                </c:pt>
                <c:pt idx="5731">
                  <c:v>23.142690000000002</c:v>
                </c:pt>
                <c:pt idx="5732">
                  <c:v>21.849299999999989</c:v>
                </c:pt>
                <c:pt idx="5733">
                  <c:v>21.132840000000005</c:v>
                </c:pt>
                <c:pt idx="5734">
                  <c:v>20.948639999999955</c:v>
                </c:pt>
                <c:pt idx="5735">
                  <c:v>20.882159999999974</c:v>
                </c:pt>
                <c:pt idx="5736">
                  <c:v>20.856929999999988</c:v>
                </c:pt>
                <c:pt idx="5737">
                  <c:v>20.914429999999989</c:v>
                </c:pt>
                <c:pt idx="5738">
                  <c:v>21.162839999999989</c:v>
                </c:pt>
                <c:pt idx="5739">
                  <c:v>21.466909999999974</c:v>
                </c:pt>
                <c:pt idx="5740">
                  <c:v>21.809850000000033</c:v>
                </c:pt>
                <c:pt idx="5741">
                  <c:v>22.113060000000026</c:v>
                </c:pt>
                <c:pt idx="5742">
                  <c:v>22.179880000000022</c:v>
                </c:pt>
                <c:pt idx="5743">
                  <c:v>21.675950000000022</c:v>
                </c:pt>
                <c:pt idx="5744">
                  <c:v>20.760419999999975</c:v>
                </c:pt>
                <c:pt idx="5745">
                  <c:v>20.266159999999989</c:v>
                </c:pt>
                <c:pt idx="5746">
                  <c:v>20.400860000000005</c:v>
                </c:pt>
                <c:pt idx="5747">
                  <c:v>20.625859999999999</c:v>
                </c:pt>
                <c:pt idx="5748">
                  <c:v>20.630360000000021</c:v>
                </c:pt>
                <c:pt idx="5749">
                  <c:v>20.5517</c:v>
                </c:pt>
                <c:pt idx="5750">
                  <c:v>20.423479999999973</c:v>
                </c:pt>
                <c:pt idx="5751">
                  <c:v>19.983449999999959</c:v>
                </c:pt>
                <c:pt idx="5752">
                  <c:v>18.655360000000005</c:v>
                </c:pt>
                <c:pt idx="5753">
                  <c:v>17.461489999999973</c:v>
                </c:pt>
                <c:pt idx="5754">
                  <c:v>17.153220000000001</c:v>
                </c:pt>
                <c:pt idx="5755">
                  <c:v>17.32113</c:v>
                </c:pt>
                <c:pt idx="5756">
                  <c:v>17.377829999999999</c:v>
                </c:pt>
                <c:pt idx="5757">
                  <c:v>17.320150000000005</c:v>
                </c:pt>
                <c:pt idx="5758">
                  <c:v>17.491579999999974</c:v>
                </c:pt>
                <c:pt idx="5759">
                  <c:v>17.712729999999972</c:v>
                </c:pt>
                <c:pt idx="5760">
                  <c:v>17.88091</c:v>
                </c:pt>
                <c:pt idx="5761">
                  <c:v>18.010159999999999</c:v>
                </c:pt>
                <c:pt idx="5762">
                  <c:v>18.072839999999989</c:v>
                </c:pt>
                <c:pt idx="5763">
                  <c:v>18.042059999999989</c:v>
                </c:pt>
                <c:pt idx="5764">
                  <c:v>17.912219999999973</c:v>
                </c:pt>
                <c:pt idx="5765">
                  <c:v>17.896999999999988</c:v>
                </c:pt>
                <c:pt idx="5766">
                  <c:v>18.089390000000002</c:v>
                </c:pt>
                <c:pt idx="5767">
                  <c:v>18.343599999999974</c:v>
                </c:pt>
                <c:pt idx="5768">
                  <c:v>18.135880000000022</c:v>
                </c:pt>
                <c:pt idx="5769">
                  <c:v>17.67324</c:v>
                </c:pt>
                <c:pt idx="5770">
                  <c:v>17.274059999999999</c:v>
                </c:pt>
                <c:pt idx="5771">
                  <c:v>16.76183</c:v>
                </c:pt>
                <c:pt idx="5772">
                  <c:v>16.188680000000002</c:v>
                </c:pt>
                <c:pt idx="5773">
                  <c:v>15.621560000000001</c:v>
                </c:pt>
                <c:pt idx="5774">
                  <c:v>15.110720000000001</c:v>
                </c:pt>
                <c:pt idx="5775">
                  <c:v>14.51145</c:v>
                </c:pt>
                <c:pt idx="5776">
                  <c:v>14.04964</c:v>
                </c:pt>
                <c:pt idx="5777">
                  <c:v>14.01172</c:v>
                </c:pt>
                <c:pt idx="5778">
                  <c:v>14.17136</c:v>
                </c:pt>
                <c:pt idx="5779">
                  <c:v>14.078240000000001</c:v>
                </c:pt>
                <c:pt idx="5780">
                  <c:v>13.69008</c:v>
                </c:pt>
                <c:pt idx="5781">
                  <c:v>13.660160000000001</c:v>
                </c:pt>
                <c:pt idx="5782">
                  <c:v>14.15193</c:v>
                </c:pt>
                <c:pt idx="5783">
                  <c:v>14.748369999999991</c:v>
                </c:pt>
                <c:pt idx="5784">
                  <c:v>15.090680000000004</c:v>
                </c:pt>
                <c:pt idx="5785">
                  <c:v>14.95483000000001</c:v>
                </c:pt>
                <c:pt idx="5786">
                  <c:v>14.60009</c:v>
                </c:pt>
                <c:pt idx="5787">
                  <c:v>14.473460000000006</c:v>
                </c:pt>
                <c:pt idx="5788">
                  <c:v>14.48213000000001</c:v>
                </c:pt>
                <c:pt idx="5789">
                  <c:v>14.22566</c:v>
                </c:pt>
                <c:pt idx="5790">
                  <c:v>13.957190000000002</c:v>
                </c:pt>
                <c:pt idx="5791">
                  <c:v>13.928940000000001</c:v>
                </c:pt>
                <c:pt idx="5792">
                  <c:v>14.074210000000001</c:v>
                </c:pt>
                <c:pt idx="5793">
                  <c:v>13.95416</c:v>
                </c:pt>
                <c:pt idx="5794">
                  <c:v>13.533300000000001</c:v>
                </c:pt>
                <c:pt idx="5795">
                  <c:v>13.19168</c:v>
                </c:pt>
                <c:pt idx="5796">
                  <c:v>12.98404</c:v>
                </c:pt>
                <c:pt idx="5797">
                  <c:v>13.021190000000001</c:v>
                </c:pt>
                <c:pt idx="5798">
                  <c:v>13.16478</c:v>
                </c:pt>
                <c:pt idx="5799">
                  <c:v>13.10399</c:v>
                </c:pt>
                <c:pt idx="5800">
                  <c:v>12.586930000000002</c:v>
                </c:pt>
                <c:pt idx="5801">
                  <c:v>11.97132</c:v>
                </c:pt>
                <c:pt idx="5802">
                  <c:v>11.662940000000004</c:v>
                </c:pt>
                <c:pt idx="5803">
                  <c:v>11.533910000000001</c:v>
                </c:pt>
                <c:pt idx="5804">
                  <c:v>11.459810000000004</c:v>
                </c:pt>
                <c:pt idx="5805">
                  <c:v>11.351510000000006</c:v>
                </c:pt>
                <c:pt idx="5806">
                  <c:v>11.115430000000011</c:v>
                </c:pt>
                <c:pt idx="5807">
                  <c:v>10.86997</c:v>
                </c:pt>
                <c:pt idx="5808">
                  <c:v>10.59853</c:v>
                </c:pt>
                <c:pt idx="5809">
                  <c:v>10.27237</c:v>
                </c:pt>
                <c:pt idx="5810">
                  <c:v>10.015550000000006</c:v>
                </c:pt>
                <c:pt idx="5811">
                  <c:v>9.9589700000000008</c:v>
                </c:pt>
                <c:pt idx="5812">
                  <c:v>10.229950000000001</c:v>
                </c:pt>
                <c:pt idx="5813">
                  <c:v>10.62632</c:v>
                </c:pt>
                <c:pt idx="5814">
                  <c:v>10.84652</c:v>
                </c:pt>
                <c:pt idx="5815">
                  <c:v>10.97786</c:v>
                </c:pt>
                <c:pt idx="5816">
                  <c:v>10.81359000000001</c:v>
                </c:pt>
                <c:pt idx="5817">
                  <c:v>10.57748000000001</c:v>
                </c:pt>
                <c:pt idx="5818">
                  <c:v>10.74213</c:v>
                </c:pt>
                <c:pt idx="5819">
                  <c:v>10.63341</c:v>
                </c:pt>
                <c:pt idx="5820">
                  <c:v>10.111560000000001</c:v>
                </c:pt>
                <c:pt idx="5821">
                  <c:v>9.7929300000000001</c:v>
                </c:pt>
                <c:pt idx="5822">
                  <c:v>9.7351900000000011</c:v>
                </c:pt>
                <c:pt idx="5823">
                  <c:v>9.7938600000000005</c:v>
                </c:pt>
                <c:pt idx="5824">
                  <c:v>10.037990000000001</c:v>
                </c:pt>
                <c:pt idx="5825">
                  <c:v>10.27206</c:v>
                </c:pt>
                <c:pt idx="5826">
                  <c:v>10.25408</c:v>
                </c:pt>
                <c:pt idx="5827">
                  <c:v>10.140219999999999</c:v>
                </c:pt>
                <c:pt idx="5828">
                  <c:v>10.059940000000006</c:v>
                </c:pt>
                <c:pt idx="5829">
                  <c:v>9.6672000000000011</c:v>
                </c:pt>
                <c:pt idx="5830">
                  <c:v>9.1782699999999995</c:v>
                </c:pt>
                <c:pt idx="5831">
                  <c:v>9.0715400000000006</c:v>
                </c:pt>
                <c:pt idx="5832">
                  <c:v>9.2305799999999998</c:v>
                </c:pt>
                <c:pt idx="5833">
                  <c:v>9.3330700000000011</c:v>
                </c:pt>
                <c:pt idx="5834">
                  <c:v>9.00291</c:v>
                </c:pt>
                <c:pt idx="5835">
                  <c:v>8.5206300000000006</c:v>
                </c:pt>
                <c:pt idx="5836">
                  <c:v>8.3321500000000004</c:v>
                </c:pt>
                <c:pt idx="5837">
                  <c:v>8.4719800000000003</c:v>
                </c:pt>
                <c:pt idx="5838">
                  <c:v>8.6995900000000006</c:v>
                </c:pt>
                <c:pt idx="5839">
                  <c:v>8.8405400000000007</c:v>
                </c:pt>
                <c:pt idx="5840">
                  <c:v>8.9259700000000013</c:v>
                </c:pt>
                <c:pt idx="5841">
                  <c:v>8.9730900000000027</c:v>
                </c:pt>
                <c:pt idx="5842">
                  <c:v>9.1317000000000004</c:v>
                </c:pt>
                <c:pt idx="5843">
                  <c:v>9.4124500000000122</c:v>
                </c:pt>
                <c:pt idx="5844">
                  <c:v>9.6828800000000008</c:v>
                </c:pt>
                <c:pt idx="5845">
                  <c:v>9.8583800000000004</c:v>
                </c:pt>
                <c:pt idx="5846">
                  <c:v>9.6921900000000001</c:v>
                </c:pt>
                <c:pt idx="5847">
                  <c:v>9.3275400000000008</c:v>
                </c:pt>
                <c:pt idx="5848">
                  <c:v>9.1514000000000006</c:v>
                </c:pt>
                <c:pt idx="5849">
                  <c:v>9.0952900000000003</c:v>
                </c:pt>
                <c:pt idx="5850">
                  <c:v>9.0414700000000003</c:v>
                </c:pt>
                <c:pt idx="5851">
                  <c:v>9.1895000000000007</c:v>
                </c:pt>
                <c:pt idx="5852">
                  <c:v>9.3190400000000047</c:v>
                </c:pt>
                <c:pt idx="5853">
                  <c:v>9.0304100000000016</c:v>
                </c:pt>
                <c:pt idx="5854">
                  <c:v>8.510390000000001</c:v>
                </c:pt>
                <c:pt idx="5855">
                  <c:v>8.20486</c:v>
                </c:pt>
                <c:pt idx="5856">
                  <c:v>8.0548700000000011</c:v>
                </c:pt>
                <c:pt idx="5857">
                  <c:v>7.96854</c:v>
                </c:pt>
                <c:pt idx="5858">
                  <c:v>7.8491900000000001</c:v>
                </c:pt>
                <c:pt idx="5859">
                  <c:v>7.4510100000000001</c:v>
                </c:pt>
                <c:pt idx="5860">
                  <c:v>6.8334599999999996</c:v>
                </c:pt>
                <c:pt idx="5861">
                  <c:v>6.4555600000000002</c:v>
                </c:pt>
                <c:pt idx="5862">
                  <c:v>6.4631099999999995</c:v>
                </c:pt>
                <c:pt idx="5863">
                  <c:v>6.6726999999999999</c:v>
                </c:pt>
                <c:pt idx="5864">
                  <c:v>6.5161099999999985</c:v>
                </c:pt>
                <c:pt idx="5865">
                  <c:v>5.85649</c:v>
                </c:pt>
                <c:pt idx="5866">
                  <c:v>4.9553399999999996</c:v>
                </c:pt>
                <c:pt idx="5867">
                  <c:v>4.06602</c:v>
                </c:pt>
                <c:pt idx="5868">
                  <c:v>3.64805</c:v>
                </c:pt>
                <c:pt idx="5869">
                  <c:v>3.5581499999999977</c:v>
                </c:pt>
                <c:pt idx="5870">
                  <c:v>3.54901</c:v>
                </c:pt>
                <c:pt idx="5871">
                  <c:v>3.862069999999997</c:v>
                </c:pt>
                <c:pt idx="5872">
                  <c:v>4.3082000000000003</c:v>
                </c:pt>
                <c:pt idx="5873">
                  <c:v>4.7167199999999996</c:v>
                </c:pt>
                <c:pt idx="5874">
                  <c:v>4.9758399999999998</c:v>
                </c:pt>
                <c:pt idx="5875">
                  <c:v>5.1074999999999955</c:v>
                </c:pt>
                <c:pt idx="5876">
                  <c:v>5.2993000000000023</c:v>
                </c:pt>
                <c:pt idx="5877">
                  <c:v>5.4215</c:v>
                </c:pt>
                <c:pt idx="5878">
                  <c:v>5.2360500000000014</c:v>
                </c:pt>
                <c:pt idx="5879">
                  <c:v>4.7561799999999996</c:v>
                </c:pt>
                <c:pt idx="5880">
                  <c:v>4.3454799999999985</c:v>
                </c:pt>
                <c:pt idx="5881">
                  <c:v>4.0075299999999965</c:v>
                </c:pt>
                <c:pt idx="5882">
                  <c:v>3.6287099999999999</c:v>
                </c:pt>
                <c:pt idx="5883">
                  <c:v>3.3241499999999977</c:v>
                </c:pt>
                <c:pt idx="5884">
                  <c:v>2.7352300000000001</c:v>
                </c:pt>
                <c:pt idx="5885">
                  <c:v>1.8367199999999999</c:v>
                </c:pt>
                <c:pt idx="5886">
                  <c:v>1.08114</c:v>
                </c:pt>
                <c:pt idx="5887">
                  <c:v>0.78222999999999998</c:v>
                </c:pt>
                <c:pt idx="5888">
                  <c:v>0.87760000000000093</c:v>
                </c:pt>
                <c:pt idx="5889">
                  <c:v>1.3658699999999986</c:v>
                </c:pt>
                <c:pt idx="5890">
                  <c:v>2.315159999999997</c:v>
                </c:pt>
                <c:pt idx="5891">
                  <c:v>2.76241</c:v>
                </c:pt>
                <c:pt idx="5892">
                  <c:v>3.3424699999999969</c:v>
                </c:pt>
                <c:pt idx="5893">
                  <c:v>4.1953099999999965</c:v>
                </c:pt>
                <c:pt idx="5894">
                  <c:v>4.8036399999999997</c:v>
                </c:pt>
                <c:pt idx="5895">
                  <c:v>5.5365700000000002</c:v>
                </c:pt>
                <c:pt idx="5896">
                  <c:v>6.1895600000000002</c:v>
                </c:pt>
                <c:pt idx="5897">
                  <c:v>6.69374</c:v>
                </c:pt>
                <c:pt idx="5898">
                  <c:v>6.75596</c:v>
                </c:pt>
                <c:pt idx="5899">
                  <c:v>6.1856799999999996</c:v>
                </c:pt>
                <c:pt idx="5900">
                  <c:v>5.4118199999999996</c:v>
                </c:pt>
                <c:pt idx="5901">
                  <c:v>5.0181499999999986</c:v>
                </c:pt>
                <c:pt idx="5902">
                  <c:v>5.2204299999999995</c:v>
                </c:pt>
                <c:pt idx="5903">
                  <c:v>5.7687999999999997</c:v>
                </c:pt>
                <c:pt idx="5904">
                  <c:v>6.4847200000000003</c:v>
                </c:pt>
                <c:pt idx="5905">
                  <c:v>7.2289699999999995</c:v>
                </c:pt>
                <c:pt idx="5906">
                  <c:v>7.8392200000000063</c:v>
                </c:pt>
                <c:pt idx="5907">
                  <c:v>8.2862799999999996</c:v>
                </c:pt>
                <c:pt idx="5908">
                  <c:v>8.6184800000000017</c:v>
                </c:pt>
                <c:pt idx="5909">
                  <c:v>9.1324400000000008</c:v>
                </c:pt>
                <c:pt idx="5910">
                  <c:v>9.6632400000000001</c:v>
                </c:pt>
                <c:pt idx="5911">
                  <c:v>10.043710000000001</c:v>
                </c:pt>
                <c:pt idx="5912">
                  <c:v>10.620190000000001</c:v>
                </c:pt>
                <c:pt idx="5913">
                  <c:v>11.38364000000001</c:v>
                </c:pt>
                <c:pt idx="5914">
                  <c:v>12.12237</c:v>
                </c:pt>
                <c:pt idx="5915">
                  <c:v>12.545020000000001</c:v>
                </c:pt>
                <c:pt idx="5916">
                  <c:v>12.50208000000001</c:v>
                </c:pt>
                <c:pt idx="5917">
                  <c:v>12.304030000000004</c:v>
                </c:pt>
                <c:pt idx="5918">
                  <c:v>12.362600000000015</c:v>
                </c:pt>
                <c:pt idx="5919">
                  <c:v>12.522820000000001</c:v>
                </c:pt>
                <c:pt idx="5920">
                  <c:v>12.624090000000001</c:v>
                </c:pt>
                <c:pt idx="5921">
                  <c:v>12.67681</c:v>
                </c:pt>
                <c:pt idx="5922">
                  <c:v>12.97451</c:v>
                </c:pt>
                <c:pt idx="5923">
                  <c:v>13.41011</c:v>
                </c:pt>
                <c:pt idx="5924">
                  <c:v>13.223979999999999</c:v>
                </c:pt>
                <c:pt idx="5925">
                  <c:v>12.654450000000002</c:v>
                </c:pt>
                <c:pt idx="5926">
                  <c:v>12.201450000000001</c:v>
                </c:pt>
                <c:pt idx="5927">
                  <c:v>12.127079999999999</c:v>
                </c:pt>
                <c:pt idx="5928">
                  <c:v>12.313190000000002</c:v>
                </c:pt>
                <c:pt idx="5929">
                  <c:v>12.327590000000002</c:v>
                </c:pt>
                <c:pt idx="5930">
                  <c:v>12.399610000000004</c:v>
                </c:pt>
                <c:pt idx="5931">
                  <c:v>12.645060000000001</c:v>
                </c:pt>
                <c:pt idx="5932">
                  <c:v>12.70492</c:v>
                </c:pt>
                <c:pt idx="5933">
                  <c:v>12.656830000000006</c:v>
                </c:pt>
                <c:pt idx="5934">
                  <c:v>12.724269999999999</c:v>
                </c:pt>
                <c:pt idx="5935">
                  <c:v>12.642470000000001</c:v>
                </c:pt>
                <c:pt idx="5936">
                  <c:v>12.528269999999999</c:v>
                </c:pt>
                <c:pt idx="5937">
                  <c:v>12.64109</c:v>
                </c:pt>
                <c:pt idx="5938">
                  <c:v>12.64804</c:v>
                </c:pt>
                <c:pt idx="5939">
                  <c:v>12.74756</c:v>
                </c:pt>
                <c:pt idx="5940">
                  <c:v>12.779440000000006</c:v>
                </c:pt>
                <c:pt idx="5941">
                  <c:v>12.758940000000001</c:v>
                </c:pt>
                <c:pt idx="5942">
                  <c:v>12.469340000000004</c:v>
                </c:pt>
                <c:pt idx="5943">
                  <c:v>12.414540000000002</c:v>
                </c:pt>
                <c:pt idx="5944">
                  <c:v>12.343500000000002</c:v>
                </c:pt>
                <c:pt idx="5945">
                  <c:v>12.223040000000001</c:v>
                </c:pt>
                <c:pt idx="5946">
                  <c:v>12.110900000000001</c:v>
                </c:pt>
                <c:pt idx="5947">
                  <c:v>12.491480000000006</c:v>
                </c:pt>
                <c:pt idx="5948">
                  <c:v>12.925420000000004</c:v>
                </c:pt>
                <c:pt idx="5949">
                  <c:v>12.7582</c:v>
                </c:pt>
                <c:pt idx="5950">
                  <c:v>12.352780000000019</c:v>
                </c:pt>
                <c:pt idx="5951">
                  <c:v>12.402470000000006</c:v>
                </c:pt>
                <c:pt idx="5952">
                  <c:v>12.47906</c:v>
                </c:pt>
                <c:pt idx="5953">
                  <c:v>12.353410000000011</c:v>
                </c:pt>
                <c:pt idx="5954">
                  <c:v>12.32286</c:v>
                </c:pt>
                <c:pt idx="5955">
                  <c:v>12.73169</c:v>
                </c:pt>
                <c:pt idx="5956">
                  <c:v>13.6334</c:v>
                </c:pt>
                <c:pt idx="5957">
                  <c:v>14.557690000000004</c:v>
                </c:pt>
                <c:pt idx="5958">
                  <c:v>15.053980000000006</c:v>
                </c:pt>
                <c:pt idx="5959">
                  <c:v>14.92887</c:v>
                </c:pt>
                <c:pt idx="5960">
                  <c:v>14.581620000000001</c:v>
                </c:pt>
                <c:pt idx="5961">
                  <c:v>14.62307</c:v>
                </c:pt>
                <c:pt idx="5962">
                  <c:v>15.152700000000006</c:v>
                </c:pt>
                <c:pt idx="5963">
                  <c:v>15.88205000000001</c:v>
                </c:pt>
                <c:pt idx="5964">
                  <c:v>16.634519999999988</c:v>
                </c:pt>
                <c:pt idx="5965">
                  <c:v>17.457909999999988</c:v>
                </c:pt>
                <c:pt idx="5966">
                  <c:v>18.202029999999972</c:v>
                </c:pt>
                <c:pt idx="5967">
                  <c:v>18.434329999999989</c:v>
                </c:pt>
                <c:pt idx="5968">
                  <c:v>18.439729999999972</c:v>
                </c:pt>
                <c:pt idx="5969">
                  <c:v>18.64230999999997</c:v>
                </c:pt>
                <c:pt idx="5970">
                  <c:v>18.994719999999973</c:v>
                </c:pt>
                <c:pt idx="5971">
                  <c:v>19.022519999999975</c:v>
                </c:pt>
                <c:pt idx="5972">
                  <c:v>18.812390000000001</c:v>
                </c:pt>
                <c:pt idx="5973">
                  <c:v>18.25337</c:v>
                </c:pt>
                <c:pt idx="5974">
                  <c:v>17.82366</c:v>
                </c:pt>
                <c:pt idx="5975">
                  <c:v>18.039090000000005</c:v>
                </c:pt>
                <c:pt idx="5976">
                  <c:v>18.571120000000001</c:v>
                </c:pt>
                <c:pt idx="5977">
                  <c:v>19.009530000000002</c:v>
                </c:pt>
                <c:pt idx="5978">
                  <c:v>19.301890000000022</c:v>
                </c:pt>
                <c:pt idx="5979">
                  <c:v>19.58928999999997</c:v>
                </c:pt>
                <c:pt idx="5980">
                  <c:v>19.467449999999957</c:v>
                </c:pt>
                <c:pt idx="5981">
                  <c:v>19.509229999999974</c:v>
                </c:pt>
                <c:pt idx="5982">
                  <c:v>20.099260000000001</c:v>
                </c:pt>
                <c:pt idx="5983">
                  <c:v>20.82921</c:v>
                </c:pt>
                <c:pt idx="5984">
                  <c:v>21.201370000000001</c:v>
                </c:pt>
                <c:pt idx="5985">
                  <c:v>21.416509999999974</c:v>
                </c:pt>
                <c:pt idx="5986">
                  <c:v>21.742419999999957</c:v>
                </c:pt>
                <c:pt idx="5987">
                  <c:v>22.02646</c:v>
                </c:pt>
                <c:pt idx="5988">
                  <c:v>22.446319999999975</c:v>
                </c:pt>
                <c:pt idx="5989">
                  <c:v>22.802669999999978</c:v>
                </c:pt>
                <c:pt idx="5990">
                  <c:v>22.84369999999997</c:v>
                </c:pt>
                <c:pt idx="5991">
                  <c:v>22.79317</c:v>
                </c:pt>
                <c:pt idx="5992">
                  <c:v>22.80932</c:v>
                </c:pt>
                <c:pt idx="5993">
                  <c:v>22.893070000000005</c:v>
                </c:pt>
                <c:pt idx="5994">
                  <c:v>22.751880000000021</c:v>
                </c:pt>
                <c:pt idx="5995">
                  <c:v>22.80977</c:v>
                </c:pt>
                <c:pt idx="5996">
                  <c:v>23.222189999999973</c:v>
                </c:pt>
                <c:pt idx="5997">
                  <c:v>23.777950000000022</c:v>
                </c:pt>
                <c:pt idx="5998">
                  <c:v>24.432269999999974</c:v>
                </c:pt>
                <c:pt idx="5999">
                  <c:v>25.09618</c:v>
                </c:pt>
                <c:pt idx="6000">
                  <c:v>25.643239999999974</c:v>
                </c:pt>
                <c:pt idx="6001">
                  <c:v>25.033750000000001</c:v>
                </c:pt>
                <c:pt idx="6002">
                  <c:v>24.118510000000001</c:v>
                </c:pt>
                <c:pt idx="6003">
                  <c:v>23.80846</c:v>
                </c:pt>
                <c:pt idx="6004">
                  <c:v>23.535339999999973</c:v>
                </c:pt>
                <c:pt idx="6005">
                  <c:v>23.245799999999956</c:v>
                </c:pt>
                <c:pt idx="6006">
                  <c:v>23.211030000000001</c:v>
                </c:pt>
                <c:pt idx="6007">
                  <c:v>23.639199999999999</c:v>
                </c:pt>
                <c:pt idx="6008">
                  <c:v>24.137190000000022</c:v>
                </c:pt>
                <c:pt idx="6009">
                  <c:v>24.27881</c:v>
                </c:pt>
                <c:pt idx="6010">
                  <c:v>24.242559999999973</c:v>
                </c:pt>
                <c:pt idx="6011">
                  <c:v>24.065099999999973</c:v>
                </c:pt>
                <c:pt idx="6012">
                  <c:v>23.93028</c:v>
                </c:pt>
                <c:pt idx="6013">
                  <c:v>24.01324</c:v>
                </c:pt>
                <c:pt idx="6014">
                  <c:v>24.247209999999974</c:v>
                </c:pt>
                <c:pt idx="6015">
                  <c:v>24.569469999999974</c:v>
                </c:pt>
                <c:pt idx="6016">
                  <c:v>24.787409999999973</c:v>
                </c:pt>
                <c:pt idx="6017">
                  <c:v>24.782059999999973</c:v>
                </c:pt>
                <c:pt idx="6018">
                  <c:v>24.743390000000002</c:v>
                </c:pt>
                <c:pt idx="6019">
                  <c:v>25.047850000000022</c:v>
                </c:pt>
                <c:pt idx="6020">
                  <c:v>25.563709999999972</c:v>
                </c:pt>
                <c:pt idx="6021">
                  <c:v>26.143370000000001</c:v>
                </c:pt>
                <c:pt idx="6022">
                  <c:v>26.64602</c:v>
                </c:pt>
                <c:pt idx="6023">
                  <c:v>27.124780000000001</c:v>
                </c:pt>
                <c:pt idx="6024">
                  <c:v>27.627900000000022</c:v>
                </c:pt>
                <c:pt idx="6025">
                  <c:v>27.959250000000001</c:v>
                </c:pt>
                <c:pt idx="6026">
                  <c:v>27.512180000000001</c:v>
                </c:pt>
                <c:pt idx="6027">
                  <c:v>26.942839999999968</c:v>
                </c:pt>
                <c:pt idx="6028">
                  <c:v>26.844110000000001</c:v>
                </c:pt>
                <c:pt idx="6029">
                  <c:v>26.802040000000002</c:v>
                </c:pt>
                <c:pt idx="6030">
                  <c:v>26.946519999999964</c:v>
                </c:pt>
                <c:pt idx="6031">
                  <c:v>27.249599999999973</c:v>
                </c:pt>
                <c:pt idx="6032">
                  <c:v>27.62349</c:v>
                </c:pt>
                <c:pt idx="6033">
                  <c:v>28.04419</c:v>
                </c:pt>
                <c:pt idx="6034">
                  <c:v>28.45392</c:v>
                </c:pt>
                <c:pt idx="6035">
                  <c:v>28.85821</c:v>
                </c:pt>
                <c:pt idx="6036">
                  <c:v>29.100729999999974</c:v>
                </c:pt>
                <c:pt idx="6037">
                  <c:v>29.187169999999988</c:v>
                </c:pt>
                <c:pt idx="6038">
                  <c:v>29.306090000000001</c:v>
                </c:pt>
                <c:pt idx="6039">
                  <c:v>29.604179999999999</c:v>
                </c:pt>
                <c:pt idx="6040">
                  <c:v>29.962229999999959</c:v>
                </c:pt>
                <c:pt idx="6041">
                  <c:v>30.220459999999989</c:v>
                </c:pt>
                <c:pt idx="6042">
                  <c:v>30.243269999999974</c:v>
                </c:pt>
                <c:pt idx="6043">
                  <c:v>29.89893</c:v>
                </c:pt>
                <c:pt idx="6044">
                  <c:v>28.832909999999988</c:v>
                </c:pt>
                <c:pt idx="6045">
                  <c:v>27.55734</c:v>
                </c:pt>
                <c:pt idx="6046">
                  <c:v>26.794630000000002</c:v>
                </c:pt>
                <c:pt idx="6047">
                  <c:v>26.458729999999957</c:v>
                </c:pt>
                <c:pt idx="6048">
                  <c:v>26.587070000000001</c:v>
                </c:pt>
                <c:pt idx="6049">
                  <c:v>27.024950000000022</c:v>
                </c:pt>
                <c:pt idx="6050">
                  <c:v>27.27909</c:v>
                </c:pt>
                <c:pt idx="6051">
                  <c:v>27.275459999999974</c:v>
                </c:pt>
                <c:pt idx="6052">
                  <c:v>27.067250000000001</c:v>
                </c:pt>
                <c:pt idx="6053">
                  <c:v>26.915709999999972</c:v>
                </c:pt>
                <c:pt idx="6054">
                  <c:v>27.00423</c:v>
                </c:pt>
                <c:pt idx="6055">
                  <c:v>27.228769999999972</c:v>
                </c:pt>
                <c:pt idx="6056">
                  <c:v>27.47775</c:v>
                </c:pt>
                <c:pt idx="6057">
                  <c:v>27.752339999999968</c:v>
                </c:pt>
                <c:pt idx="6058">
                  <c:v>28.076539999999973</c:v>
                </c:pt>
                <c:pt idx="6059">
                  <c:v>28.219889999999999</c:v>
                </c:pt>
                <c:pt idx="6060">
                  <c:v>27.548960000000001</c:v>
                </c:pt>
                <c:pt idx="6061">
                  <c:v>26.630479999999999</c:v>
                </c:pt>
                <c:pt idx="6062">
                  <c:v>25.842319999999972</c:v>
                </c:pt>
                <c:pt idx="6063">
                  <c:v>25.382429999999957</c:v>
                </c:pt>
                <c:pt idx="6064">
                  <c:v>25.305759999999989</c:v>
                </c:pt>
                <c:pt idx="6065">
                  <c:v>25.265179999999972</c:v>
                </c:pt>
                <c:pt idx="6066">
                  <c:v>25.391020000000001</c:v>
                </c:pt>
                <c:pt idx="6067">
                  <c:v>25.569689999999973</c:v>
                </c:pt>
                <c:pt idx="6068">
                  <c:v>25.41704</c:v>
                </c:pt>
                <c:pt idx="6069">
                  <c:v>25.005419999999972</c:v>
                </c:pt>
                <c:pt idx="6070">
                  <c:v>24.767419999999973</c:v>
                </c:pt>
                <c:pt idx="6071">
                  <c:v>24.473529999999968</c:v>
                </c:pt>
                <c:pt idx="6072">
                  <c:v>24.282489999999957</c:v>
                </c:pt>
                <c:pt idx="6073">
                  <c:v>24.364319999999989</c:v>
                </c:pt>
                <c:pt idx="6074">
                  <c:v>24.625319999999974</c:v>
                </c:pt>
                <c:pt idx="6075">
                  <c:v>24.963179999999973</c:v>
                </c:pt>
                <c:pt idx="6076">
                  <c:v>25.035889999999988</c:v>
                </c:pt>
                <c:pt idx="6077">
                  <c:v>24.839490000000001</c:v>
                </c:pt>
                <c:pt idx="6078">
                  <c:v>24.618490000000001</c:v>
                </c:pt>
                <c:pt idx="6079">
                  <c:v>24.40907</c:v>
                </c:pt>
                <c:pt idx="6080">
                  <c:v>24.315570000000001</c:v>
                </c:pt>
                <c:pt idx="6081">
                  <c:v>24.339739999999974</c:v>
                </c:pt>
                <c:pt idx="6082">
                  <c:v>24.568349999999956</c:v>
                </c:pt>
                <c:pt idx="6083">
                  <c:v>24.968729999999955</c:v>
                </c:pt>
                <c:pt idx="6084">
                  <c:v>25.34228999999997</c:v>
                </c:pt>
                <c:pt idx="6085">
                  <c:v>25.744260000000001</c:v>
                </c:pt>
                <c:pt idx="6086">
                  <c:v>26.19828</c:v>
                </c:pt>
                <c:pt idx="6087">
                  <c:v>26.666219999999978</c:v>
                </c:pt>
                <c:pt idx="6088">
                  <c:v>26.703139999999973</c:v>
                </c:pt>
                <c:pt idx="6089">
                  <c:v>26.313490000000005</c:v>
                </c:pt>
                <c:pt idx="6090">
                  <c:v>25.89258999999997</c:v>
                </c:pt>
                <c:pt idx="6091">
                  <c:v>25.64941</c:v>
                </c:pt>
                <c:pt idx="6092">
                  <c:v>25.286419999999964</c:v>
                </c:pt>
                <c:pt idx="6093">
                  <c:v>24.247339999999973</c:v>
                </c:pt>
                <c:pt idx="6094">
                  <c:v>23.081209999999974</c:v>
                </c:pt>
                <c:pt idx="6095">
                  <c:v>22.53250999999997</c:v>
                </c:pt>
                <c:pt idx="6096">
                  <c:v>22.525449999999957</c:v>
                </c:pt>
                <c:pt idx="6097">
                  <c:v>22.717130000000001</c:v>
                </c:pt>
                <c:pt idx="6098">
                  <c:v>22.942729999999955</c:v>
                </c:pt>
                <c:pt idx="6099">
                  <c:v>22.636559999999999</c:v>
                </c:pt>
                <c:pt idx="6100">
                  <c:v>22.040719999999968</c:v>
                </c:pt>
                <c:pt idx="6101">
                  <c:v>21.846260000000001</c:v>
                </c:pt>
                <c:pt idx="6102">
                  <c:v>21.693269999999988</c:v>
                </c:pt>
                <c:pt idx="6103">
                  <c:v>21.55527</c:v>
                </c:pt>
                <c:pt idx="6104">
                  <c:v>21.282539999999955</c:v>
                </c:pt>
                <c:pt idx="6105">
                  <c:v>20.805439999999972</c:v>
                </c:pt>
                <c:pt idx="6106">
                  <c:v>20.435529999999975</c:v>
                </c:pt>
                <c:pt idx="6107">
                  <c:v>20.228999999999989</c:v>
                </c:pt>
                <c:pt idx="6108">
                  <c:v>20.2331</c:v>
                </c:pt>
                <c:pt idx="6109">
                  <c:v>20.378150000000005</c:v>
                </c:pt>
                <c:pt idx="6110">
                  <c:v>20.62472</c:v>
                </c:pt>
                <c:pt idx="6111">
                  <c:v>20.531890000000022</c:v>
                </c:pt>
                <c:pt idx="6112">
                  <c:v>20.302119999999974</c:v>
                </c:pt>
                <c:pt idx="6113">
                  <c:v>20.04592999999997</c:v>
                </c:pt>
                <c:pt idx="6114">
                  <c:v>19.462009999999957</c:v>
                </c:pt>
                <c:pt idx="6115">
                  <c:v>18.82004999999997</c:v>
                </c:pt>
                <c:pt idx="6116">
                  <c:v>18.446689999999968</c:v>
                </c:pt>
                <c:pt idx="6117">
                  <c:v>18.371289999999988</c:v>
                </c:pt>
                <c:pt idx="6118">
                  <c:v>18.611920000000033</c:v>
                </c:pt>
                <c:pt idx="6119">
                  <c:v>19.111880000000035</c:v>
                </c:pt>
                <c:pt idx="6120">
                  <c:v>19.656920000000021</c:v>
                </c:pt>
                <c:pt idx="6121">
                  <c:v>20.057759999999988</c:v>
                </c:pt>
                <c:pt idx="6122">
                  <c:v>20.171170000000021</c:v>
                </c:pt>
                <c:pt idx="6123">
                  <c:v>20.137750000000022</c:v>
                </c:pt>
                <c:pt idx="6124">
                  <c:v>19.935770000000002</c:v>
                </c:pt>
                <c:pt idx="6125">
                  <c:v>19.472899999999989</c:v>
                </c:pt>
                <c:pt idx="6126">
                  <c:v>18.84478</c:v>
                </c:pt>
                <c:pt idx="6127">
                  <c:v>18.363429999999973</c:v>
                </c:pt>
                <c:pt idx="6128">
                  <c:v>18.0581</c:v>
                </c:pt>
                <c:pt idx="6129">
                  <c:v>18.039000000000001</c:v>
                </c:pt>
                <c:pt idx="6130">
                  <c:v>18.192240000000002</c:v>
                </c:pt>
                <c:pt idx="6131">
                  <c:v>18.267060000000001</c:v>
                </c:pt>
                <c:pt idx="6132">
                  <c:v>18.3033</c:v>
                </c:pt>
                <c:pt idx="6133">
                  <c:v>18.370419999999989</c:v>
                </c:pt>
                <c:pt idx="6134">
                  <c:v>18.22119</c:v>
                </c:pt>
                <c:pt idx="6135">
                  <c:v>17.824120000000001</c:v>
                </c:pt>
                <c:pt idx="6136">
                  <c:v>17.483919999999973</c:v>
                </c:pt>
                <c:pt idx="6137">
                  <c:v>17.21124</c:v>
                </c:pt>
                <c:pt idx="6138">
                  <c:v>17.040649999999957</c:v>
                </c:pt>
                <c:pt idx="6139">
                  <c:v>16.798619999999964</c:v>
                </c:pt>
                <c:pt idx="6140">
                  <c:v>16.59328</c:v>
                </c:pt>
                <c:pt idx="6141">
                  <c:v>16.033709999999989</c:v>
                </c:pt>
                <c:pt idx="6142">
                  <c:v>15.4163</c:v>
                </c:pt>
                <c:pt idx="6143">
                  <c:v>15.164580000000004</c:v>
                </c:pt>
                <c:pt idx="6144">
                  <c:v>15.14021</c:v>
                </c:pt>
                <c:pt idx="6145">
                  <c:v>15.33572</c:v>
                </c:pt>
                <c:pt idx="6146">
                  <c:v>15.171150000000001</c:v>
                </c:pt>
                <c:pt idx="6147">
                  <c:v>14.234929999999999</c:v>
                </c:pt>
                <c:pt idx="6148">
                  <c:v>13.20811</c:v>
                </c:pt>
                <c:pt idx="6149">
                  <c:v>12.7395</c:v>
                </c:pt>
                <c:pt idx="6150">
                  <c:v>12.8188</c:v>
                </c:pt>
                <c:pt idx="6151">
                  <c:v>12.913</c:v>
                </c:pt>
                <c:pt idx="6152">
                  <c:v>13.024480000000002</c:v>
                </c:pt>
                <c:pt idx="6153">
                  <c:v>13.327210000000001</c:v>
                </c:pt>
                <c:pt idx="6154">
                  <c:v>13.640919999999999</c:v>
                </c:pt>
                <c:pt idx="6155">
                  <c:v>13.80452</c:v>
                </c:pt>
                <c:pt idx="6156">
                  <c:v>13.843170000000001</c:v>
                </c:pt>
                <c:pt idx="6157">
                  <c:v>13.967280000000002</c:v>
                </c:pt>
                <c:pt idx="6158">
                  <c:v>14.235329999999999</c:v>
                </c:pt>
                <c:pt idx="6159">
                  <c:v>14.611219999999999</c:v>
                </c:pt>
                <c:pt idx="6160">
                  <c:v>14.7247</c:v>
                </c:pt>
                <c:pt idx="6161">
                  <c:v>14.31371</c:v>
                </c:pt>
                <c:pt idx="6162">
                  <c:v>13.809810000000002</c:v>
                </c:pt>
                <c:pt idx="6163">
                  <c:v>13.69814</c:v>
                </c:pt>
                <c:pt idx="6164">
                  <c:v>13.74058</c:v>
                </c:pt>
                <c:pt idx="6165">
                  <c:v>13.641780000000001</c:v>
                </c:pt>
                <c:pt idx="6166">
                  <c:v>13.34953000000001</c:v>
                </c:pt>
                <c:pt idx="6167">
                  <c:v>12.898400000000002</c:v>
                </c:pt>
                <c:pt idx="6168">
                  <c:v>12.644379999999998</c:v>
                </c:pt>
                <c:pt idx="6169">
                  <c:v>12.66239</c:v>
                </c:pt>
                <c:pt idx="6170">
                  <c:v>12.674150000000001</c:v>
                </c:pt>
                <c:pt idx="6171">
                  <c:v>12.803560000000004</c:v>
                </c:pt>
                <c:pt idx="6172">
                  <c:v>12.90184</c:v>
                </c:pt>
                <c:pt idx="6173">
                  <c:v>12.5091</c:v>
                </c:pt>
                <c:pt idx="6174">
                  <c:v>11.827360000000001</c:v>
                </c:pt>
                <c:pt idx="6175">
                  <c:v>11.40714</c:v>
                </c:pt>
                <c:pt idx="6176">
                  <c:v>11.16334</c:v>
                </c:pt>
                <c:pt idx="6177">
                  <c:v>10.92412</c:v>
                </c:pt>
                <c:pt idx="6178">
                  <c:v>10.70777</c:v>
                </c:pt>
                <c:pt idx="6179">
                  <c:v>9.9559100000000047</c:v>
                </c:pt>
                <c:pt idx="6180">
                  <c:v>9.2294600000000013</c:v>
                </c:pt>
                <c:pt idx="6181">
                  <c:v>8.8744900000000122</c:v>
                </c:pt>
                <c:pt idx="6182">
                  <c:v>8.7997300000000003</c:v>
                </c:pt>
                <c:pt idx="6183">
                  <c:v>8.9868000000000006</c:v>
                </c:pt>
                <c:pt idx="6184">
                  <c:v>9.2334200000000006</c:v>
                </c:pt>
                <c:pt idx="6185">
                  <c:v>9.5581700000000005</c:v>
                </c:pt>
                <c:pt idx="6186">
                  <c:v>9.5900400000000001</c:v>
                </c:pt>
                <c:pt idx="6187">
                  <c:v>9.5053100000000015</c:v>
                </c:pt>
                <c:pt idx="6188">
                  <c:v>9.5511500000000016</c:v>
                </c:pt>
                <c:pt idx="6189">
                  <c:v>9.6308900000000008</c:v>
                </c:pt>
                <c:pt idx="6190">
                  <c:v>9.5306200000000008</c:v>
                </c:pt>
                <c:pt idx="6191">
                  <c:v>9.5162500000000012</c:v>
                </c:pt>
                <c:pt idx="6192">
                  <c:v>9.7154700000000016</c:v>
                </c:pt>
                <c:pt idx="6193">
                  <c:v>9.7688299999999995</c:v>
                </c:pt>
                <c:pt idx="6194">
                  <c:v>9.7356600000000011</c:v>
                </c:pt>
                <c:pt idx="6195">
                  <c:v>9.6398300000000017</c:v>
                </c:pt>
                <c:pt idx="6196">
                  <c:v>9.2925700000000013</c:v>
                </c:pt>
                <c:pt idx="6197">
                  <c:v>8.944090000000001</c:v>
                </c:pt>
                <c:pt idx="6198">
                  <c:v>8.9296700000000016</c:v>
                </c:pt>
                <c:pt idx="6199">
                  <c:v>8.9350300000000047</c:v>
                </c:pt>
                <c:pt idx="6200">
                  <c:v>8.8227300000000106</c:v>
                </c:pt>
                <c:pt idx="6201">
                  <c:v>8.7720800000000008</c:v>
                </c:pt>
                <c:pt idx="6202">
                  <c:v>8.8074600000000007</c:v>
                </c:pt>
                <c:pt idx="6203">
                  <c:v>8.7483799999999885</c:v>
                </c:pt>
                <c:pt idx="6204">
                  <c:v>8.5919799999999995</c:v>
                </c:pt>
                <c:pt idx="6205">
                  <c:v>8.1840000000000011</c:v>
                </c:pt>
                <c:pt idx="6206">
                  <c:v>7.5128299999999975</c:v>
                </c:pt>
                <c:pt idx="6207">
                  <c:v>6.7976200000000002</c:v>
                </c:pt>
                <c:pt idx="6208">
                  <c:v>6.1983199999999945</c:v>
                </c:pt>
                <c:pt idx="6209">
                  <c:v>5.6322299999999998</c:v>
                </c:pt>
                <c:pt idx="6210">
                  <c:v>5.3840399999999944</c:v>
                </c:pt>
                <c:pt idx="6211">
                  <c:v>5.6393700000000004</c:v>
                </c:pt>
                <c:pt idx="6212">
                  <c:v>6.0715000000000003</c:v>
                </c:pt>
                <c:pt idx="6213">
                  <c:v>6.5157799999999995</c:v>
                </c:pt>
                <c:pt idx="6214">
                  <c:v>6.9119900000000003</c:v>
                </c:pt>
                <c:pt idx="6215">
                  <c:v>7.3934299999999995</c:v>
                </c:pt>
                <c:pt idx="6216">
                  <c:v>7.9208400000000001</c:v>
                </c:pt>
                <c:pt idx="6217">
                  <c:v>8.2580100000000005</c:v>
                </c:pt>
                <c:pt idx="6218">
                  <c:v>8.3785000000000007</c:v>
                </c:pt>
                <c:pt idx="6219">
                  <c:v>8.3113700000000001</c:v>
                </c:pt>
                <c:pt idx="6220">
                  <c:v>8.1493699999999993</c:v>
                </c:pt>
                <c:pt idx="6221">
                  <c:v>7.9464300000000003</c:v>
                </c:pt>
                <c:pt idx="6222">
                  <c:v>7.9273199999999955</c:v>
                </c:pt>
                <c:pt idx="6223">
                  <c:v>8.0472400000000004</c:v>
                </c:pt>
                <c:pt idx="6224">
                  <c:v>7.9228499999999995</c:v>
                </c:pt>
                <c:pt idx="6225">
                  <c:v>7.77454</c:v>
                </c:pt>
                <c:pt idx="6226">
                  <c:v>7.8533099999999996</c:v>
                </c:pt>
                <c:pt idx="6227">
                  <c:v>8.1201299999999996</c:v>
                </c:pt>
                <c:pt idx="6228">
                  <c:v>8.3697400000000108</c:v>
                </c:pt>
                <c:pt idx="6229">
                  <c:v>8.3857800000000111</c:v>
                </c:pt>
                <c:pt idx="6230">
                  <c:v>8.4624300000000208</c:v>
                </c:pt>
                <c:pt idx="6231">
                  <c:v>8.5387900000000005</c:v>
                </c:pt>
                <c:pt idx="6232">
                  <c:v>8.5082299999999993</c:v>
                </c:pt>
                <c:pt idx="6233">
                  <c:v>8.5058400000000027</c:v>
                </c:pt>
                <c:pt idx="6234">
                  <c:v>8.5746900000000004</c:v>
                </c:pt>
                <c:pt idx="6235">
                  <c:v>8.6736000000000004</c:v>
                </c:pt>
                <c:pt idx="6236">
                  <c:v>9.0237100000000012</c:v>
                </c:pt>
                <c:pt idx="6237">
                  <c:v>9.359730000000015</c:v>
                </c:pt>
                <c:pt idx="6238">
                  <c:v>9.3553700000000006</c:v>
                </c:pt>
                <c:pt idx="6239">
                  <c:v>9.3166500000000028</c:v>
                </c:pt>
                <c:pt idx="6240">
                  <c:v>9.4563700000000015</c:v>
                </c:pt>
                <c:pt idx="6241">
                  <c:v>9.5702500000000015</c:v>
                </c:pt>
                <c:pt idx="6242">
                  <c:v>9.5299600000000009</c:v>
                </c:pt>
                <c:pt idx="6243">
                  <c:v>9.6379800000000007</c:v>
                </c:pt>
                <c:pt idx="6244">
                  <c:v>9.914950000000001</c:v>
                </c:pt>
                <c:pt idx="6245">
                  <c:v>9.8023400000000027</c:v>
                </c:pt>
                <c:pt idx="6246">
                  <c:v>9.23691</c:v>
                </c:pt>
                <c:pt idx="6247">
                  <c:v>8.946670000000001</c:v>
                </c:pt>
                <c:pt idx="6248">
                  <c:v>9.1993500000000008</c:v>
                </c:pt>
                <c:pt idx="6249">
                  <c:v>9.3280800000000017</c:v>
                </c:pt>
                <c:pt idx="6250">
                  <c:v>9.1141400000000008</c:v>
                </c:pt>
                <c:pt idx="6251">
                  <c:v>8.8424600000000027</c:v>
                </c:pt>
                <c:pt idx="6252">
                  <c:v>8.6387300000000007</c:v>
                </c:pt>
                <c:pt idx="6253">
                  <c:v>8.6915200000000006</c:v>
                </c:pt>
                <c:pt idx="6254">
                  <c:v>8.8188500000000012</c:v>
                </c:pt>
                <c:pt idx="6255">
                  <c:v>8.7454600000000013</c:v>
                </c:pt>
                <c:pt idx="6256">
                  <c:v>8.5008200000000009</c:v>
                </c:pt>
                <c:pt idx="6257">
                  <c:v>8.0947500000000012</c:v>
                </c:pt>
                <c:pt idx="6258">
                  <c:v>7.8773299999999997</c:v>
                </c:pt>
                <c:pt idx="6259">
                  <c:v>8.2298500000000008</c:v>
                </c:pt>
                <c:pt idx="6260">
                  <c:v>8.6883199999999992</c:v>
                </c:pt>
                <c:pt idx="6261">
                  <c:v>9.0479900000000004</c:v>
                </c:pt>
                <c:pt idx="6262">
                  <c:v>9.3772300000000008</c:v>
                </c:pt>
                <c:pt idx="6263">
                  <c:v>9.5929500000000001</c:v>
                </c:pt>
                <c:pt idx="6264">
                  <c:v>9.1805000000000003</c:v>
                </c:pt>
                <c:pt idx="6265">
                  <c:v>8.4555400000000187</c:v>
                </c:pt>
                <c:pt idx="6266">
                  <c:v>8.1709500000000013</c:v>
                </c:pt>
                <c:pt idx="6267">
                  <c:v>8.2477499999999999</c:v>
                </c:pt>
                <c:pt idx="6268">
                  <c:v>8.7777000000000012</c:v>
                </c:pt>
                <c:pt idx="6269">
                  <c:v>9.8864500000000106</c:v>
                </c:pt>
                <c:pt idx="6270">
                  <c:v>10.468030000000002</c:v>
                </c:pt>
                <c:pt idx="6271">
                  <c:v>9.5421600000000009</c:v>
                </c:pt>
                <c:pt idx="6272">
                  <c:v>8.73766</c:v>
                </c:pt>
                <c:pt idx="6273">
                  <c:v>8.4786300000000008</c:v>
                </c:pt>
                <c:pt idx="6274">
                  <c:v>8.7766800000000007</c:v>
                </c:pt>
                <c:pt idx="6275">
                  <c:v>9.3236300000000067</c:v>
                </c:pt>
                <c:pt idx="6276">
                  <c:v>9.6305300000000003</c:v>
                </c:pt>
                <c:pt idx="6277">
                  <c:v>9.8140800000000006</c:v>
                </c:pt>
                <c:pt idx="6278">
                  <c:v>10.20106</c:v>
                </c:pt>
                <c:pt idx="6279">
                  <c:v>10.3909</c:v>
                </c:pt>
                <c:pt idx="6280">
                  <c:v>10.430540000000002</c:v>
                </c:pt>
                <c:pt idx="6281">
                  <c:v>10.55841</c:v>
                </c:pt>
                <c:pt idx="6282">
                  <c:v>10.58465</c:v>
                </c:pt>
                <c:pt idx="6283">
                  <c:v>10.3123</c:v>
                </c:pt>
                <c:pt idx="6284">
                  <c:v>9.47133</c:v>
                </c:pt>
                <c:pt idx="6285">
                  <c:v>8.7347699999999993</c:v>
                </c:pt>
                <c:pt idx="6286">
                  <c:v>8.4923400000000004</c:v>
                </c:pt>
                <c:pt idx="6287">
                  <c:v>8.5907300000000006</c:v>
                </c:pt>
                <c:pt idx="6288">
                  <c:v>8.6011199999999999</c:v>
                </c:pt>
                <c:pt idx="6289">
                  <c:v>8.5625900000000126</c:v>
                </c:pt>
                <c:pt idx="6290">
                  <c:v>8.7269600000000001</c:v>
                </c:pt>
                <c:pt idx="6291">
                  <c:v>9.1538600000000034</c:v>
                </c:pt>
                <c:pt idx="6292">
                  <c:v>9.6972400000000007</c:v>
                </c:pt>
                <c:pt idx="6293">
                  <c:v>10.272360000000001</c:v>
                </c:pt>
                <c:pt idx="6294">
                  <c:v>10.802760000000006</c:v>
                </c:pt>
                <c:pt idx="6295">
                  <c:v>11.224780000000001</c:v>
                </c:pt>
                <c:pt idx="6296">
                  <c:v>11.59178</c:v>
                </c:pt>
                <c:pt idx="6297">
                  <c:v>12.03877</c:v>
                </c:pt>
                <c:pt idx="6298">
                  <c:v>12.14362</c:v>
                </c:pt>
                <c:pt idx="6299">
                  <c:v>11.699010000000001</c:v>
                </c:pt>
                <c:pt idx="6300">
                  <c:v>11.32292</c:v>
                </c:pt>
                <c:pt idx="6301">
                  <c:v>11.49485</c:v>
                </c:pt>
                <c:pt idx="6302">
                  <c:v>12.046329999999999</c:v>
                </c:pt>
                <c:pt idx="6303">
                  <c:v>12.72762</c:v>
                </c:pt>
                <c:pt idx="6304">
                  <c:v>13.437329999999999</c:v>
                </c:pt>
                <c:pt idx="6305">
                  <c:v>13.720379999999999</c:v>
                </c:pt>
                <c:pt idx="6306">
                  <c:v>13.68357</c:v>
                </c:pt>
                <c:pt idx="6307">
                  <c:v>13.96397</c:v>
                </c:pt>
                <c:pt idx="6308">
                  <c:v>14.61708</c:v>
                </c:pt>
                <c:pt idx="6309">
                  <c:v>15.11561</c:v>
                </c:pt>
                <c:pt idx="6310">
                  <c:v>15.571670000000001</c:v>
                </c:pt>
                <c:pt idx="6311">
                  <c:v>16.063929999999978</c:v>
                </c:pt>
                <c:pt idx="6312">
                  <c:v>16.554900000000021</c:v>
                </c:pt>
                <c:pt idx="6313">
                  <c:v>17.065039999999971</c:v>
                </c:pt>
                <c:pt idx="6314">
                  <c:v>17.59909</c:v>
                </c:pt>
                <c:pt idx="6315">
                  <c:v>18.073539999999973</c:v>
                </c:pt>
                <c:pt idx="6316">
                  <c:v>18.422609999999956</c:v>
                </c:pt>
                <c:pt idx="6317">
                  <c:v>18.69218</c:v>
                </c:pt>
                <c:pt idx="6318">
                  <c:v>18.871639999999989</c:v>
                </c:pt>
                <c:pt idx="6319">
                  <c:v>19.205190000000002</c:v>
                </c:pt>
                <c:pt idx="6320">
                  <c:v>19.7395</c:v>
                </c:pt>
                <c:pt idx="6321">
                  <c:v>19.82764999999997</c:v>
                </c:pt>
                <c:pt idx="6322">
                  <c:v>19.185499999999973</c:v>
                </c:pt>
                <c:pt idx="6323">
                  <c:v>18.330719999999989</c:v>
                </c:pt>
                <c:pt idx="6324">
                  <c:v>17.963659999999972</c:v>
                </c:pt>
                <c:pt idx="6325">
                  <c:v>18.097180000000005</c:v>
                </c:pt>
                <c:pt idx="6326">
                  <c:v>18.456339999999972</c:v>
                </c:pt>
                <c:pt idx="6327">
                  <c:v>18.522309999999973</c:v>
                </c:pt>
                <c:pt idx="6328">
                  <c:v>18.511520000000001</c:v>
                </c:pt>
                <c:pt idx="6329">
                  <c:v>19.080779999999972</c:v>
                </c:pt>
                <c:pt idx="6330">
                  <c:v>19.777570000000001</c:v>
                </c:pt>
                <c:pt idx="6331">
                  <c:v>19.696020000000001</c:v>
                </c:pt>
                <c:pt idx="6332">
                  <c:v>19.133250000000022</c:v>
                </c:pt>
                <c:pt idx="6333">
                  <c:v>18.862669999999973</c:v>
                </c:pt>
                <c:pt idx="6334">
                  <c:v>19.185599999999972</c:v>
                </c:pt>
                <c:pt idx="6335">
                  <c:v>19.648439999999972</c:v>
                </c:pt>
                <c:pt idx="6336">
                  <c:v>19.509080000000001</c:v>
                </c:pt>
                <c:pt idx="6337">
                  <c:v>19.222460000000002</c:v>
                </c:pt>
                <c:pt idx="6338">
                  <c:v>19.23865</c:v>
                </c:pt>
                <c:pt idx="6339">
                  <c:v>19.24436</c:v>
                </c:pt>
                <c:pt idx="6340">
                  <c:v>19.207989999999999</c:v>
                </c:pt>
                <c:pt idx="6341">
                  <c:v>19.001570000000001</c:v>
                </c:pt>
                <c:pt idx="6342">
                  <c:v>18.809180000000001</c:v>
                </c:pt>
                <c:pt idx="6343">
                  <c:v>18.951319999999978</c:v>
                </c:pt>
                <c:pt idx="6344">
                  <c:v>19.187830000000005</c:v>
                </c:pt>
                <c:pt idx="6345">
                  <c:v>19.357610000000001</c:v>
                </c:pt>
                <c:pt idx="6346">
                  <c:v>19.496649999999956</c:v>
                </c:pt>
                <c:pt idx="6347">
                  <c:v>19.830500000000001</c:v>
                </c:pt>
                <c:pt idx="6348">
                  <c:v>20.30142</c:v>
                </c:pt>
                <c:pt idx="6349">
                  <c:v>20.991619999999973</c:v>
                </c:pt>
                <c:pt idx="6350">
                  <c:v>21.559010000000001</c:v>
                </c:pt>
                <c:pt idx="6351">
                  <c:v>21.275779999999973</c:v>
                </c:pt>
                <c:pt idx="6352">
                  <c:v>20.768729999999955</c:v>
                </c:pt>
                <c:pt idx="6353">
                  <c:v>20.657150000000033</c:v>
                </c:pt>
                <c:pt idx="6354">
                  <c:v>20.820739999999972</c:v>
                </c:pt>
                <c:pt idx="6355">
                  <c:v>20.943199999999973</c:v>
                </c:pt>
                <c:pt idx="6356">
                  <c:v>20.880120000000002</c:v>
                </c:pt>
                <c:pt idx="6357">
                  <c:v>20.80134</c:v>
                </c:pt>
                <c:pt idx="6358">
                  <c:v>20.634049999999988</c:v>
                </c:pt>
                <c:pt idx="6359">
                  <c:v>20.630790000000001</c:v>
                </c:pt>
                <c:pt idx="6360">
                  <c:v>20.942229999999952</c:v>
                </c:pt>
                <c:pt idx="6361">
                  <c:v>21.057390000000005</c:v>
                </c:pt>
                <c:pt idx="6362">
                  <c:v>21.121150000000021</c:v>
                </c:pt>
                <c:pt idx="6363">
                  <c:v>21.496980000000001</c:v>
                </c:pt>
                <c:pt idx="6364">
                  <c:v>22.037700000000001</c:v>
                </c:pt>
                <c:pt idx="6365">
                  <c:v>22.046099999999978</c:v>
                </c:pt>
                <c:pt idx="6366">
                  <c:v>21.43582</c:v>
                </c:pt>
                <c:pt idx="6367">
                  <c:v>20.813859999999998</c:v>
                </c:pt>
                <c:pt idx="6368">
                  <c:v>20.634709999999988</c:v>
                </c:pt>
                <c:pt idx="6369">
                  <c:v>20.949669999999973</c:v>
                </c:pt>
                <c:pt idx="6370">
                  <c:v>21.285619999999959</c:v>
                </c:pt>
                <c:pt idx="6371">
                  <c:v>21.499429999999968</c:v>
                </c:pt>
                <c:pt idx="6372">
                  <c:v>21.454260000000001</c:v>
                </c:pt>
                <c:pt idx="6373">
                  <c:v>21.442079999999972</c:v>
                </c:pt>
                <c:pt idx="6374">
                  <c:v>21.636140000000001</c:v>
                </c:pt>
                <c:pt idx="6375">
                  <c:v>21.809819999999988</c:v>
                </c:pt>
                <c:pt idx="6376">
                  <c:v>21.837029999999999</c:v>
                </c:pt>
                <c:pt idx="6377">
                  <c:v>21.56366999999997</c:v>
                </c:pt>
                <c:pt idx="6378">
                  <c:v>21.347149999999989</c:v>
                </c:pt>
                <c:pt idx="6379">
                  <c:v>21.421009999999974</c:v>
                </c:pt>
                <c:pt idx="6380">
                  <c:v>21.490570000000002</c:v>
                </c:pt>
                <c:pt idx="6381">
                  <c:v>21.425929999999973</c:v>
                </c:pt>
                <c:pt idx="6382">
                  <c:v>21.038039999999974</c:v>
                </c:pt>
                <c:pt idx="6383">
                  <c:v>20.639679999999988</c:v>
                </c:pt>
                <c:pt idx="6384">
                  <c:v>20.58327999999997</c:v>
                </c:pt>
                <c:pt idx="6385">
                  <c:v>20.867640000000002</c:v>
                </c:pt>
                <c:pt idx="6386">
                  <c:v>20.988929999999975</c:v>
                </c:pt>
                <c:pt idx="6387">
                  <c:v>20.381710000000002</c:v>
                </c:pt>
                <c:pt idx="6388">
                  <c:v>20.00591</c:v>
                </c:pt>
                <c:pt idx="6389">
                  <c:v>20.285019999999957</c:v>
                </c:pt>
                <c:pt idx="6390">
                  <c:v>20.981379999999973</c:v>
                </c:pt>
                <c:pt idx="6391">
                  <c:v>21.756529999999973</c:v>
                </c:pt>
                <c:pt idx="6392">
                  <c:v>22.287859999999988</c:v>
                </c:pt>
                <c:pt idx="6393">
                  <c:v>22.607389999999999</c:v>
                </c:pt>
                <c:pt idx="6394">
                  <c:v>22.747160000000001</c:v>
                </c:pt>
                <c:pt idx="6395">
                  <c:v>22.782579999999957</c:v>
                </c:pt>
                <c:pt idx="6396">
                  <c:v>22.805</c:v>
                </c:pt>
                <c:pt idx="6397">
                  <c:v>22.878820000000001</c:v>
                </c:pt>
                <c:pt idx="6398">
                  <c:v>23.07114</c:v>
                </c:pt>
                <c:pt idx="6399">
                  <c:v>23.41356</c:v>
                </c:pt>
                <c:pt idx="6400">
                  <c:v>23.6997</c:v>
                </c:pt>
                <c:pt idx="6401">
                  <c:v>23.977160000000001</c:v>
                </c:pt>
                <c:pt idx="6402">
                  <c:v>24.222629999999956</c:v>
                </c:pt>
                <c:pt idx="6403">
                  <c:v>24.366339999999973</c:v>
                </c:pt>
                <c:pt idx="6404">
                  <c:v>24.158000000000001</c:v>
                </c:pt>
                <c:pt idx="6405">
                  <c:v>23.840910000000001</c:v>
                </c:pt>
                <c:pt idx="6406">
                  <c:v>23.841190000000001</c:v>
                </c:pt>
                <c:pt idx="6407">
                  <c:v>23.908569999999973</c:v>
                </c:pt>
                <c:pt idx="6408">
                  <c:v>23.969489999999972</c:v>
                </c:pt>
                <c:pt idx="6409">
                  <c:v>24.059159999999999</c:v>
                </c:pt>
                <c:pt idx="6410">
                  <c:v>24.070729999999973</c:v>
                </c:pt>
                <c:pt idx="6411">
                  <c:v>23.992489999999975</c:v>
                </c:pt>
                <c:pt idx="6412">
                  <c:v>24.021639999999973</c:v>
                </c:pt>
                <c:pt idx="6413">
                  <c:v>24.260870000000001</c:v>
                </c:pt>
                <c:pt idx="6414">
                  <c:v>24.692830000000001</c:v>
                </c:pt>
                <c:pt idx="6415">
                  <c:v>25.243870000000001</c:v>
                </c:pt>
                <c:pt idx="6416">
                  <c:v>25.769739999999956</c:v>
                </c:pt>
                <c:pt idx="6417">
                  <c:v>26.226929999999989</c:v>
                </c:pt>
                <c:pt idx="6418">
                  <c:v>26.637329999999999</c:v>
                </c:pt>
                <c:pt idx="6419">
                  <c:v>26.746499999999973</c:v>
                </c:pt>
                <c:pt idx="6420">
                  <c:v>26.086519999999975</c:v>
                </c:pt>
                <c:pt idx="6421">
                  <c:v>25.388389999999973</c:v>
                </c:pt>
                <c:pt idx="6422">
                  <c:v>25.30555</c:v>
                </c:pt>
                <c:pt idx="6423">
                  <c:v>25.247129999999974</c:v>
                </c:pt>
                <c:pt idx="6424">
                  <c:v>24.774190000000001</c:v>
                </c:pt>
                <c:pt idx="6425">
                  <c:v>24.380179999999989</c:v>
                </c:pt>
                <c:pt idx="6426">
                  <c:v>24.423079999999974</c:v>
                </c:pt>
                <c:pt idx="6427">
                  <c:v>24.752659999999974</c:v>
                </c:pt>
                <c:pt idx="6428">
                  <c:v>24.8871</c:v>
                </c:pt>
                <c:pt idx="6429">
                  <c:v>24.902089999999973</c:v>
                </c:pt>
                <c:pt idx="6430">
                  <c:v>25.014109999999999</c:v>
                </c:pt>
                <c:pt idx="6431">
                  <c:v>25.085989999999974</c:v>
                </c:pt>
                <c:pt idx="6432">
                  <c:v>25.185369999999974</c:v>
                </c:pt>
                <c:pt idx="6433">
                  <c:v>25.519590000000001</c:v>
                </c:pt>
                <c:pt idx="6434">
                  <c:v>25.806460000000001</c:v>
                </c:pt>
                <c:pt idx="6435">
                  <c:v>25.743069999999989</c:v>
                </c:pt>
                <c:pt idx="6436">
                  <c:v>25.382259999999974</c:v>
                </c:pt>
                <c:pt idx="6437">
                  <c:v>24.922199999999975</c:v>
                </c:pt>
                <c:pt idx="6438">
                  <c:v>24.58005</c:v>
                </c:pt>
                <c:pt idx="6439">
                  <c:v>24.48089999999997</c:v>
                </c:pt>
                <c:pt idx="6440">
                  <c:v>24.629270000000005</c:v>
                </c:pt>
                <c:pt idx="6441">
                  <c:v>25.041250000000005</c:v>
                </c:pt>
                <c:pt idx="6442">
                  <c:v>25.541309999999989</c:v>
                </c:pt>
                <c:pt idx="6443">
                  <c:v>25.879069999999999</c:v>
                </c:pt>
                <c:pt idx="6444">
                  <c:v>26.152049999999978</c:v>
                </c:pt>
                <c:pt idx="6445">
                  <c:v>26.375489999999989</c:v>
                </c:pt>
                <c:pt idx="6446">
                  <c:v>26.45112</c:v>
                </c:pt>
                <c:pt idx="6447">
                  <c:v>25.954000000000001</c:v>
                </c:pt>
                <c:pt idx="6448">
                  <c:v>25.168949999999974</c:v>
                </c:pt>
                <c:pt idx="6449">
                  <c:v>24.590519999999973</c:v>
                </c:pt>
                <c:pt idx="6450">
                  <c:v>24.25801999999997</c:v>
                </c:pt>
                <c:pt idx="6451">
                  <c:v>24.268519999999956</c:v>
                </c:pt>
                <c:pt idx="6452">
                  <c:v>24.57830999999997</c:v>
                </c:pt>
                <c:pt idx="6453">
                  <c:v>24.458839999999974</c:v>
                </c:pt>
                <c:pt idx="6454">
                  <c:v>24.272319999999972</c:v>
                </c:pt>
                <c:pt idx="6455">
                  <c:v>24.442249999999959</c:v>
                </c:pt>
                <c:pt idx="6456">
                  <c:v>24.649789999999989</c:v>
                </c:pt>
                <c:pt idx="6457">
                  <c:v>24.820129999999974</c:v>
                </c:pt>
                <c:pt idx="6458">
                  <c:v>24.900489999999973</c:v>
                </c:pt>
                <c:pt idx="6459">
                  <c:v>24.53275</c:v>
                </c:pt>
                <c:pt idx="6460">
                  <c:v>23.8447</c:v>
                </c:pt>
                <c:pt idx="6461">
                  <c:v>23.246729999999957</c:v>
                </c:pt>
                <c:pt idx="6462">
                  <c:v>22.863299999999974</c:v>
                </c:pt>
                <c:pt idx="6463">
                  <c:v>22.546959999999999</c:v>
                </c:pt>
                <c:pt idx="6464">
                  <c:v>21.958369999999974</c:v>
                </c:pt>
                <c:pt idx="6465">
                  <c:v>21.34103</c:v>
                </c:pt>
                <c:pt idx="6466">
                  <c:v>20.897369999999999</c:v>
                </c:pt>
                <c:pt idx="6467">
                  <c:v>20.57103</c:v>
                </c:pt>
                <c:pt idx="6468">
                  <c:v>20.307070000000021</c:v>
                </c:pt>
                <c:pt idx="6469">
                  <c:v>20.258970000000001</c:v>
                </c:pt>
                <c:pt idx="6470">
                  <c:v>20.423609999999975</c:v>
                </c:pt>
                <c:pt idx="6471">
                  <c:v>20.342619999999975</c:v>
                </c:pt>
                <c:pt idx="6472">
                  <c:v>20.088629999999952</c:v>
                </c:pt>
                <c:pt idx="6473">
                  <c:v>20.253270000000001</c:v>
                </c:pt>
                <c:pt idx="6474">
                  <c:v>20.857299999999999</c:v>
                </c:pt>
                <c:pt idx="6475">
                  <c:v>21.25311</c:v>
                </c:pt>
                <c:pt idx="6476">
                  <c:v>21.24084999999997</c:v>
                </c:pt>
                <c:pt idx="6477">
                  <c:v>21.129660000000001</c:v>
                </c:pt>
                <c:pt idx="6478">
                  <c:v>21.097300000000001</c:v>
                </c:pt>
                <c:pt idx="6479">
                  <c:v>20.996739999999956</c:v>
                </c:pt>
                <c:pt idx="6480">
                  <c:v>20.66328</c:v>
                </c:pt>
                <c:pt idx="6481">
                  <c:v>20.352350000000001</c:v>
                </c:pt>
                <c:pt idx="6482">
                  <c:v>20.293939999999989</c:v>
                </c:pt>
                <c:pt idx="6483">
                  <c:v>20.390070000000001</c:v>
                </c:pt>
                <c:pt idx="6484">
                  <c:v>20.546690000000002</c:v>
                </c:pt>
                <c:pt idx="6485">
                  <c:v>20.621970000000033</c:v>
                </c:pt>
                <c:pt idx="6486">
                  <c:v>20.81269</c:v>
                </c:pt>
                <c:pt idx="6487">
                  <c:v>21.086649999999956</c:v>
                </c:pt>
                <c:pt idx="6488">
                  <c:v>21.066179999999989</c:v>
                </c:pt>
                <c:pt idx="6489">
                  <c:v>20.953890000000001</c:v>
                </c:pt>
                <c:pt idx="6490">
                  <c:v>20.75414</c:v>
                </c:pt>
                <c:pt idx="6491">
                  <c:v>20.587260000000001</c:v>
                </c:pt>
                <c:pt idx="6492">
                  <c:v>20.56166</c:v>
                </c:pt>
                <c:pt idx="6493">
                  <c:v>19.857579999999999</c:v>
                </c:pt>
                <c:pt idx="6494">
                  <c:v>18.7239</c:v>
                </c:pt>
                <c:pt idx="6495">
                  <c:v>17.855139999999974</c:v>
                </c:pt>
                <c:pt idx="6496">
                  <c:v>17.141580000000001</c:v>
                </c:pt>
                <c:pt idx="6497">
                  <c:v>16.643000000000001</c:v>
                </c:pt>
                <c:pt idx="6498">
                  <c:v>16.474830000000001</c:v>
                </c:pt>
                <c:pt idx="6499">
                  <c:v>16.780729999999952</c:v>
                </c:pt>
                <c:pt idx="6500">
                  <c:v>17.063429999999968</c:v>
                </c:pt>
                <c:pt idx="6501">
                  <c:v>17.00947</c:v>
                </c:pt>
                <c:pt idx="6502">
                  <c:v>16.84723</c:v>
                </c:pt>
                <c:pt idx="6503">
                  <c:v>16.797550000000001</c:v>
                </c:pt>
                <c:pt idx="6504">
                  <c:v>17.076870000000021</c:v>
                </c:pt>
                <c:pt idx="6505">
                  <c:v>17.31804</c:v>
                </c:pt>
                <c:pt idx="6506">
                  <c:v>17.363539999999972</c:v>
                </c:pt>
                <c:pt idx="6507">
                  <c:v>17.383459999999989</c:v>
                </c:pt>
                <c:pt idx="6508">
                  <c:v>17.381769999999989</c:v>
                </c:pt>
                <c:pt idx="6509">
                  <c:v>17.35669</c:v>
                </c:pt>
                <c:pt idx="6510">
                  <c:v>17.193000000000001</c:v>
                </c:pt>
                <c:pt idx="6511">
                  <c:v>17.075869999999988</c:v>
                </c:pt>
                <c:pt idx="6512">
                  <c:v>16.910520000000002</c:v>
                </c:pt>
                <c:pt idx="6513">
                  <c:v>16.367950000000022</c:v>
                </c:pt>
                <c:pt idx="6514">
                  <c:v>15.5008</c:v>
                </c:pt>
                <c:pt idx="6515">
                  <c:v>14.83605</c:v>
                </c:pt>
                <c:pt idx="6516">
                  <c:v>14.68425</c:v>
                </c:pt>
                <c:pt idx="6517">
                  <c:v>14.61434</c:v>
                </c:pt>
                <c:pt idx="6518">
                  <c:v>14.41028</c:v>
                </c:pt>
                <c:pt idx="6519">
                  <c:v>14.05589000000001</c:v>
                </c:pt>
                <c:pt idx="6520">
                  <c:v>13.56452</c:v>
                </c:pt>
                <c:pt idx="6521">
                  <c:v>12.864050000000002</c:v>
                </c:pt>
                <c:pt idx="6522">
                  <c:v>11.886800000000004</c:v>
                </c:pt>
                <c:pt idx="6523">
                  <c:v>11.178050000000001</c:v>
                </c:pt>
                <c:pt idx="6524">
                  <c:v>11.07579000000001</c:v>
                </c:pt>
                <c:pt idx="6525">
                  <c:v>11.18713</c:v>
                </c:pt>
                <c:pt idx="6526">
                  <c:v>11.356180000000011</c:v>
                </c:pt>
                <c:pt idx="6527">
                  <c:v>11.49159</c:v>
                </c:pt>
                <c:pt idx="6528">
                  <c:v>11.51778</c:v>
                </c:pt>
                <c:pt idx="6529">
                  <c:v>11.521129999999999</c:v>
                </c:pt>
                <c:pt idx="6530">
                  <c:v>11.73292</c:v>
                </c:pt>
                <c:pt idx="6531">
                  <c:v>12.21603</c:v>
                </c:pt>
                <c:pt idx="6532">
                  <c:v>12.771800000000001</c:v>
                </c:pt>
                <c:pt idx="6533">
                  <c:v>13.43815</c:v>
                </c:pt>
                <c:pt idx="6534">
                  <c:v>13.916120000000001</c:v>
                </c:pt>
                <c:pt idx="6535">
                  <c:v>13.87487</c:v>
                </c:pt>
                <c:pt idx="6536">
                  <c:v>13.46039</c:v>
                </c:pt>
                <c:pt idx="6537">
                  <c:v>13.15607</c:v>
                </c:pt>
                <c:pt idx="6538">
                  <c:v>13.01796</c:v>
                </c:pt>
                <c:pt idx="6539">
                  <c:v>12.92043000000001</c:v>
                </c:pt>
                <c:pt idx="6540">
                  <c:v>12.9071</c:v>
                </c:pt>
                <c:pt idx="6541">
                  <c:v>12.911950000000001</c:v>
                </c:pt>
                <c:pt idx="6542">
                  <c:v>13.16879</c:v>
                </c:pt>
                <c:pt idx="6543">
                  <c:v>13.622450000000002</c:v>
                </c:pt>
                <c:pt idx="6544">
                  <c:v>13.74924</c:v>
                </c:pt>
                <c:pt idx="6545">
                  <c:v>13.58121</c:v>
                </c:pt>
                <c:pt idx="6546">
                  <c:v>13.34296</c:v>
                </c:pt>
                <c:pt idx="6547">
                  <c:v>12.851660000000004</c:v>
                </c:pt>
                <c:pt idx="6548">
                  <c:v>12.19014</c:v>
                </c:pt>
                <c:pt idx="6549">
                  <c:v>11.51707</c:v>
                </c:pt>
                <c:pt idx="6550">
                  <c:v>11.04583</c:v>
                </c:pt>
                <c:pt idx="6551">
                  <c:v>10.76183</c:v>
                </c:pt>
                <c:pt idx="6552">
                  <c:v>10.59732</c:v>
                </c:pt>
                <c:pt idx="6553">
                  <c:v>10.48155</c:v>
                </c:pt>
                <c:pt idx="6554">
                  <c:v>10.24244</c:v>
                </c:pt>
                <c:pt idx="6555">
                  <c:v>9.9373000000000005</c:v>
                </c:pt>
                <c:pt idx="6556">
                  <c:v>9.69468</c:v>
                </c:pt>
                <c:pt idx="6557">
                  <c:v>9.5371000000000006</c:v>
                </c:pt>
                <c:pt idx="6558">
                  <c:v>9.5438600000000005</c:v>
                </c:pt>
                <c:pt idx="6559">
                  <c:v>9.5764800000000125</c:v>
                </c:pt>
                <c:pt idx="6560">
                  <c:v>9.4827500000000047</c:v>
                </c:pt>
                <c:pt idx="6561">
                  <c:v>9.3670000000000027</c:v>
                </c:pt>
                <c:pt idx="6562">
                  <c:v>9.2842500000000001</c:v>
                </c:pt>
                <c:pt idx="6563">
                  <c:v>9.0547900000000006</c:v>
                </c:pt>
                <c:pt idx="6564">
                  <c:v>8.9878500000000034</c:v>
                </c:pt>
                <c:pt idx="6565">
                  <c:v>9.3537300000000148</c:v>
                </c:pt>
                <c:pt idx="6566">
                  <c:v>9.6510700000000007</c:v>
                </c:pt>
                <c:pt idx="6567">
                  <c:v>9.6784600000000012</c:v>
                </c:pt>
                <c:pt idx="6568">
                  <c:v>9.5308900000000012</c:v>
                </c:pt>
                <c:pt idx="6569">
                  <c:v>9.2819299999999991</c:v>
                </c:pt>
                <c:pt idx="6570">
                  <c:v>9.1821100000000015</c:v>
                </c:pt>
                <c:pt idx="6571">
                  <c:v>9.3625900000000186</c:v>
                </c:pt>
                <c:pt idx="6572">
                  <c:v>9.6935400000000005</c:v>
                </c:pt>
                <c:pt idx="6573">
                  <c:v>9.9677400000000027</c:v>
                </c:pt>
                <c:pt idx="6574">
                  <c:v>10.10266</c:v>
                </c:pt>
                <c:pt idx="6575">
                  <c:v>10.006410000000002</c:v>
                </c:pt>
                <c:pt idx="6576">
                  <c:v>9.641729999999999</c:v>
                </c:pt>
                <c:pt idx="6577">
                  <c:v>8.8903700000000008</c:v>
                </c:pt>
                <c:pt idx="6578">
                  <c:v>8.1230700000000002</c:v>
                </c:pt>
                <c:pt idx="6579">
                  <c:v>7.9697600000000053</c:v>
                </c:pt>
                <c:pt idx="6580">
                  <c:v>8.33169</c:v>
                </c:pt>
                <c:pt idx="6581">
                  <c:v>8.7839799999999997</c:v>
                </c:pt>
                <c:pt idx="6582">
                  <c:v>8.8008700000000015</c:v>
                </c:pt>
                <c:pt idx="6583">
                  <c:v>8.8168900000000008</c:v>
                </c:pt>
                <c:pt idx="6584">
                  <c:v>8.7646300000000004</c:v>
                </c:pt>
                <c:pt idx="6585">
                  <c:v>8.47837</c:v>
                </c:pt>
                <c:pt idx="6586">
                  <c:v>8.3362500000000015</c:v>
                </c:pt>
                <c:pt idx="6587">
                  <c:v>8.3225500000000068</c:v>
                </c:pt>
                <c:pt idx="6588">
                  <c:v>8.4860200000000034</c:v>
                </c:pt>
                <c:pt idx="6589">
                  <c:v>8.5815800000000007</c:v>
                </c:pt>
                <c:pt idx="6590">
                  <c:v>8.5268000000000015</c:v>
                </c:pt>
                <c:pt idx="6591">
                  <c:v>8.5294900000000027</c:v>
                </c:pt>
                <c:pt idx="6592">
                  <c:v>8.4929900000000007</c:v>
                </c:pt>
                <c:pt idx="6593">
                  <c:v>8.5224500000000027</c:v>
                </c:pt>
                <c:pt idx="6594">
                  <c:v>8.4240300000000001</c:v>
                </c:pt>
                <c:pt idx="6595">
                  <c:v>8.4635400000000125</c:v>
                </c:pt>
                <c:pt idx="6596">
                  <c:v>8.6892900000000015</c:v>
                </c:pt>
                <c:pt idx="6597">
                  <c:v>8.6932500000000008</c:v>
                </c:pt>
                <c:pt idx="6598">
                  <c:v>8.3886100000000035</c:v>
                </c:pt>
                <c:pt idx="6599">
                  <c:v>7.9121099999999975</c:v>
                </c:pt>
                <c:pt idx="6600">
                  <c:v>7.5378099999999995</c:v>
                </c:pt>
                <c:pt idx="6601">
                  <c:v>7.43255</c:v>
                </c:pt>
                <c:pt idx="6602">
                  <c:v>7.4637399999999996</c:v>
                </c:pt>
                <c:pt idx="6603">
                  <c:v>7.68649</c:v>
                </c:pt>
                <c:pt idx="6604">
                  <c:v>8.1954600000000006</c:v>
                </c:pt>
                <c:pt idx="6605">
                  <c:v>8.2410399999999999</c:v>
                </c:pt>
                <c:pt idx="6606">
                  <c:v>7.9306600000000076</c:v>
                </c:pt>
                <c:pt idx="6607">
                  <c:v>7.7585899999999945</c:v>
                </c:pt>
                <c:pt idx="6608">
                  <c:v>7.8722500000000002</c:v>
                </c:pt>
                <c:pt idx="6609">
                  <c:v>7.3870699999999996</c:v>
                </c:pt>
                <c:pt idx="6610">
                  <c:v>6.5615899999999945</c:v>
                </c:pt>
                <c:pt idx="6611">
                  <c:v>6.2708300000000001</c:v>
                </c:pt>
                <c:pt idx="6612">
                  <c:v>6.4405000000000001</c:v>
                </c:pt>
                <c:pt idx="6613">
                  <c:v>6.9958600000000004</c:v>
                </c:pt>
                <c:pt idx="6614">
                  <c:v>7.63225</c:v>
                </c:pt>
                <c:pt idx="6615">
                  <c:v>8.0632600000000014</c:v>
                </c:pt>
                <c:pt idx="6616">
                  <c:v>8.7209500000000002</c:v>
                </c:pt>
                <c:pt idx="6617">
                  <c:v>9.4657500000000141</c:v>
                </c:pt>
                <c:pt idx="6618">
                  <c:v>9.7863500000000005</c:v>
                </c:pt>
                <c:pt idx="6619">
                  <c:v>9.980970000000001</c:v>
                </c:pt>
                <c:pt idx="6620">
                  <c:v>10.156580000000011</c:v>
                </c:pt>
                <c:pt idx="6621">
                  <c:v>9.7960000000000012</c:v>
                </c:pt>
                <c:pt idx="6622">
                  <c:v>9.2463999999999995</c:v>
                </c:pt>
                <c:pt idx="6623">
                  <c:v>9.1032900000000012</c:v>
                </c:pt>
                <c:pt idx="6624">
                  <c:v>9.4069100000000034</c:v>
                </c:pt>
                <c:pt idx="6625">
                  <c:v>9.7203599999999994</c:v>
                </c:pt>
                <c:pt idx="6626">
                  <c:v>9.6045000000000016</c:v>
                </c:pt>
                <c:pt idx="6627">
                  <c:v>9.2753600000000009</c:v>
                </c:pt>
                <c:pt idx="6628">
                  <c:v>8.9022700000000015</c:v>
                </c:pt>
                <c:pt idx="6629">
                  <c:v>8.2743699999999993</c:v>
                </c:pt>
                <c:pt idx="6630">
                  <c:v>7.7038799999999998</c:v>
                </c:pt>
                <c:pt idx="6631">
                  <c:v>7.7064300000000001</c:v>
                </c:pt>
                <c:pt idx="6632">
                  <c:v>8.1787200000000002</c:v>
                </c:pt>
                <c:pt idx="6633">
                  <c:v>8.8019400000000001</c:v>
                </c:pt>
                <c:pt idx="6634">
                  <c:v>9.6925400000000028</c:v>
                </c:pt>
                <c:pt idx="6635">
                  <c:v>10.51835</c:v>
                </c:pt>
                <c:pt idx="6636">
                  <c:v>10.709379999999999</c:v>
                </c:pt>
                <c:pt idx="6637">
                  <c:v>10.96813</c:v>
                </c:pt>
                <c:pt idx="6638">
                  <c:v>11.312520000000006</c:v>
                </c:pt>
                <c:pt idx="6639">
                  <c:v>11.08005</c:v>
                </c:pt>
                <c:pt idx="6640">
                  <c:v>10.61631</c:v>
                </c:pt>
                <c:pt idx="6641">
                  <c:v>10.342580000000011</c:v>
                </c:pt>
                <c:pt idx="6642">
                  <c:v>10.36183000000001</c:v>
                </c:pt>
                <c:pt idx="6643">
                  <c:v>10.78844</c:v>
                </c:pt>
                <c:pt idx="6644">
                  <c:v>11.28186</c:v>
                </c:pt>
                <c:pt idx="6645">
                  <c:v>11.748339999999999</c:v>
                </c:pt>
                <c:pt idx="6646">
                  <c:v>12.109390000000001</c:v>
                </c:pt>
                <c:pt idx="6647">
                  <c:v>12.3988</c:v>
                </c:pt>
                <c:pt idx="6648">
                  <c:v>12.730510000000001</c:v>
                </c:pt>
                <c:pt idx="6649">
                  <c:v>13.032860000000001</c:v>
                </c:pt>
                <c:pt idx="6650">
                  <c:v>13.28468</c:v>
                </c:pt>
                <c:pt idx="6651">
                  <c:v>13.330590000000004</c:v>
                </c:pt>
                <c:pt idx="6652">
                  <c:v>13.235850000000001</c:v>
                </c:pt>
                <c:pt idx="6653">
                  <c:v>13.03097</c:v>
                </c:pt>
                <c:pt idx="6654">
                  <c:v>12.09618</c:v>
                </c:pt>
                <c:pt idx="6655">
                  <c:v>11.07068000000001</c:v>
                </c:pt>
                <c:pt idx="6656">
                  <c:v>10.91405</c:v>
                </c:pt>
                <c:pt idx="6657">
                  <c:v>11.225</c:v>
                </c:pt>
                <c:pt idx="6658">
                  <c:v>11.54522</c:v>
                </c:pt>
                <c:pt idx="6659">
                  <c:v>11.856420000000011</c:v>
                </c:pt>
                <c:pt idx="6660">
                  <c:v>12.176600000000002</c:v>
                </c:pt>
                <c:pt idx="6661">
                  <c:v>12.330220000000001</c:v>
                </c:pt>
                <c:pt idx="6662">
                  <c:v>12.234979999999998</c:v>
                </c:pt>
                <c:pt idx="6663">
                  <c:v>11.740119999999999</c:v>
                </c:pt>
                <c:pt idx="6664">
                  <c:v>11.41633</c:v>
                </c:pt>
                <c:pt idx="6665">
                  <c:v>11.661490000000002</c:v>
                </c:pt>
                <c:pt idx="6666">
                  <c:v>12.176410000000002</c:v>
                </c:pt>
                <c:pt idx="6667">
                  <c:v>12.56001</c:v>
                </c:pt>
                <c:pt idx="6668">
                  <c:v>12.82518000000001</c:v>
                </c:pt>
                <c:pt idx="6669">
                  <c:v>12.27482</c:v>
                </c:pt>
                <c:pt idx="6670">
                  <c:v>11.381960000000001</c:v>
                </c:pt>
                <c:pt idx="6671">
                  <c:v>11.09741</c:v>
                </c:pt>
                <c:pt idx="6672">
                  <c:v>10.992700000000006</c:v>
                </c:pt>
                <c:pt idx="6673">
                  <c:v>11.095530000000011</c:v>
                </c:pt>
                <c:pt idx="6674">
                  <c:v>12.1006</c:v>
                </c:pt>
                <c:pt idx="6675">
                  <c:v>12.724319999999999</c:v>
                </c:pt>
                <c:pt idx="6676">
                  <c:v>12.69905</c:v>
                </c:pt>
                <c:pt idx="6677">
                  <c:v>12.9351</c:v>
                </c:pt>
                <c:pt idx="6678">
                  <c:v>13.297969999999999</c:v>
                </c:pt>
                <c:pt idx="6679">
                  <c:v>13.401630000000004</c:v>
                </c:pt>
                <c:pt idx="6680">
                  <c:v>13.329130000000006</c:v>
                </c:pt>
                <c:pt idx="6681">
                  <c:v>13.41835</c:v>
                </c:pt>
                <c:pt idx="6682">
                  <c:v>13.653530000000011</c:v>
                </c:pt>
                <c:pt idx="6683">
                  <c:v>14.051120000000001</c:v>
                </c:pt>
                <c:pt idx="6684">
                  <c:v>14.12698</c:v>
                </c:pt>
                <c:pt idx="6685">
                  <c:v>13.88622</c:v>
                </c:pt>
                <c:pt idx="6686">
                  <c:v>13.920950000000001</c:v>
                </c:pt>
                <c:pt idx="6687">
                  <c:v>14.28426</c:v>
                </c:pt>
                <c:pt idx="6688">
                  <c:v>14.391220000000001</c:v>
                </c:pt>
                <c:pt idx="6689">
                  <c:v>14.369180000000011</c:v>
                </c:pt>
                <c:pt idx="6690">
                  <c:v>14.146990000000001</c:v>
                </c:pt>
                <c:pt idx="6691">
                  <c:v>14.017000000000001</c:v>
                </c:pt>
                <c:pt idx="6692">
                  <c:v>13.974220000000001</c:v>
                </c:pt>
                <c:pt idx="6693">
                  <c:v>13.89672</c:v>
                </c:pt>
                <c:pt idx="6694">
                  <c:v>13.655550000000011</c:v>
                </c:pt>
                <c:pt idx="6695">
                  <c:v>14.079940000000002</c:v>
                </c:pt>
                <c:pt idx="6696">
                  <c:v>14.4133</c:v>
                </c:pt>
                <c:pt idx="6697">
                  <c:v>14.37396</c:v>
                </c:pt>
                <c:pt idx="6698">
                  <c:v>14.579660000000002</c:v>
                </c:pt>
                <c:pt idx="6699">
                  <c:v>14.770200000000001</c:v>
                </c:pt>
                <c:pt idx="6700">
                  <c:v>15.001530000000002</c:v>
                </c:pt>
                <c:pt idx="6701">
                  <c:v>15.255380000000002</c:v>
                </c:pt>
                <c:pt idx="6702">
                  <c:v>15.38696</c:v>
                </c:pt>
                <c:pt idx="6703">
                  <c:v>15.647349999999999</c:v>
                </c:pt>
                <c:pt idx="6704">
                  <c:v>16.019929999999999</c:v>
                </c:pt>
                <c:pt idx="6705">
                  <c:v>16.401109999999989</c:v>
                </c:pt>
                <c:pt idx="6706">
                  <c:v>16.848609999999972</c:v>
                </c:pt>
                <c:pt idx="6707">
                  <c:v>17.268439999999952</c:v>
                </c:pt>
                <c:pt idx="6708">
                  <c:v>17.515830000000001</c:v>
                </c:pt>
                <c:pt idx="6709">
                  <c:v>17.73255</c:v>
                </c:pt>
                <c:pt idx="6710">
                  <c:v>17.701170000000001</c:v>
                </c:pt>
                <c:pt idx="6711">
                  <c:v>17.58984999999997</c:v>
                </c:pt>
                <c:pt idx="6712">
                  <c:v>17.638110000000001</c:v>
                </c:pt>
                <c:pt idx="6713">
                  <c:v>17.948629999999955</c:v>
                </c:pt>
                <c:pt idx="6714">
                  <c:v>18.354140000000001</c:v>
                </c:pt>
                <c:pt idx="6715">
                  <c:v>18.60209</c:v>
                </c:pt>
                <c:pt idx="6716">
                  <c:v>18.473929999999989</c:v>
                </c:pt>
                <c:pt idx="6717">
                  <c:v>18.05968</c:v>
                </c:pt>
                <c:pt idx="6718">
                  <c:v>17.644279999999988</c:v>
                </c:pt>
                <c:pt idx="6719">
                  <c:v>17.286029999999968</c:v>
                </c:pt>
                <c:pt idx="6720">
                  <c:v>17.09594999999997</c:v>
                </c:pt>
                <c:pt idx="6721">
                  <c:v>17.203900000000001</c:v>
                </c:pt>
                <c:pt idx="6722">
                  <c:v>17.18337</c:v>
                </c:pt>
                <c:pt idx="6723">
                  <c:v>17.614409999999999</c:v>
                </c:pt>
                <c:pt idx="6724">
                  <c:v>17.935679999999973</c:v>
                </c:pt>
                <c:pt idx="6725">
                  <c:v>18.418719999999972</c:v>
                </c:pt>
                <c:pt idx="6726">
                  <c:v>18.33211</c:v>
                </c:pt>
                <c:pt idx="6727">
                  <c:v>18.342519999999972</c:v>
                </c:pt>
                <c:pt idx="6728">
                  <c:v>18.53847</c:v>
                </c:pt>
                <c:pt idx="6729">
                  <c:v>18.774460000000001</c:v>
                </c:pt>
                <c:pt idx="6730">
                  <c:v>19.006070000000001</c:v>
                </c:pt>
                <c:pt idx="6731">
                  <c:v>19.063519999999972</c:v>
                </c:pt>
                <c:pt idx="6732">
                  <c:v>19.135549999999974</c:v>
                </c:pt>
                <c:pt idx="6733">
                  <c:v>19.647829999999999</c:v>
                </c:pt>
                <c:pt idx="6734">
                  <c:v>20.171679999999999</c:v>
                </c:pt>
                <c:pt idx="6735">
                  <c:v>20.171180000000021</c:v>
                </c:pt>
                <c:pt idx="6736">
                  <c:v>20.161519999999989</c:v>
                </c:pt>
                <c:pt idx="6737">
                  <c:v>20.184180000000001</c:v>
                </c:pt>
                <c:pt idx="6738">
                  <c:v>19.894850000000037</c:v>
                </c:pt>
                <c:pt idx="6739">
                  <c:v>19.73235</c:v>
                </c:pt>
                <c:pt idx="6740">
                  <c:v>19.91292</c:v>
                </c:pt>
                <c:pt idx="6741">
                  <c:v>20.152010000000001</c:v>
                </c:pt>
                <c:pt idx="6742">
                  <c:v>20.383980000000001</c:v>
                </c:pt>
                <c:pt idx="6743">
                  <c:v>20.708519999999975</c:v>
                </c:pt>
                <c:pt idx="6744">
                  <c:v>20.925049999999956</c:v>
                </c:pt>
                <c:pt idx="6745">
                  <c:v>21.156260000000021</c:v>
                </c:pt>
                <c:pt idx="6746">
                  <c:v>21.320959999999999</c:v>
                </c:pt>
                <c:pt idx="6747">
                  <c:v>21.466229999999957</c:v>
                </c:pt>
                <c:pt idx="6748">
                  <c:v>21.782549999999954</c:v>
                </c:pt>
                <c:pt idx="6749">
                  <c:v>22.29311999999997</c:v>
                </c:pt>
                <c:pt idx="6750">
                  <c:v>22.601089999999999</c:v>
                </c:pt>
                <c:pt idx="6751">
                  <c:v>22.768519999999956</c:v>
                </c:pt>
                <c:pt idx="6752">
                  <c:v>23.129000000000001</c:v>
                </c:pt>
                <c:pt idx="6753">
                  <c:v>23.386729999999975</c:v>
                </c:pt>
                <c:pt idx="6754">
                  <c:v>23.381589999999989</c:v>
                </c:pt>
                <c:pt idx="6755">
                  <c:v>23.421289999999978</c:v>
                </c:pt>
                <c:pt idx="6756">
                  <c:v>23.653410000000001</c:v>
                </c:pt>
                <c:pt idx="6757">
                  <c:v>23.884419999999974</c:v>
                </c:pt>
                <c:pt idx="6758">
                  <c:v>24.064240000000002</c:v>
                </c:pt>
                <c:pt idx="6759">
                  <c:v>24.223539999999975</c:v>
                </c:pt>
                <c:pt idx="6760">
                  <c:v>24.09103</c:v>
                </c:pt>
                <c:pt idx="6761">
                  <c:v>23.93403</c:v>
                </c:pt>
                <c:pt idx="6762">
                  <c:v>23.867460000000001</c:v>
                </c:pt>
                <c:pt idx="6763">
                  <c:v>24.0212</c:v>
                </c:pt>
                <c:pt idx="6764">
                  <c:v>24.308519999999973</c:v>
                </c:pt>
                <c:pt idx="6765">
                  <c:v>24.498669999999972</c:v>
                </c:pt>
                <c:pt idx="6766">
                  <c:v>24.720509999999972</c:v>
                </c:pt>
                <c:pt idx="6767">
                  <c:v>25.062999999999974</c:v>
                </c:pt>
                <c:pt idx="6768">
                  <c:v>25.338429999999974</c:v>
                </c:pt>
                <c:pt idx="6769">
                  <c:v>25.52875999999997</c:v>
                </c:pt>
                <c:pt idx="6770">
                  <c:v>25.69772</c:v>
                </c:pt>
                <c:pt idx="6771">
                  <c:v>25.858910000000005</c:v>
                </c:pt>
                <c:pt idx="6772">
                  <c:v>25.942539999999955</c:v>
                </c:pt>
                <c:pt idx="6773">
                  <c:v>25.70008</c:v>
                </c:pt>
                <c:pt idx="6774">
                  <c:v>25.022229999999972</c:v>
                </c:pt>
                <c:pt idx="6775">
                  <c:v>24.48188</c:v>
                </c:pt>
                <c:pt idx="6776">
                  <c:v>24.465629999999955</c:v>
                </c:pt>
                <c:pt idx="6777">
                  <c:v>24.632619999999989</c:v>
                </c:pt>
                <c:pt idx="6778">
                  <c:v>24.869260000000001</c:v>
                </c:pt>
                <c:pt idx="6779">
                  <c:v>25.128599999999974</c:v>
                </c:pt>
                <c:pt idx="6780">
                  <c:v>25.420059999999989</c:v>
                </c:pt>
                <c:pt idx="6781">
                  <c:v>25.879449999999974</c:v>
                </c:pt>
                <c:pt idx="6782">
                  <c:v>26.379470000000001</c:v>
                </c:pt>
                <c:pt idx="6783">
                  <c:v>26.871400000000001</c:v>
                </c:pt>
                <c:pt idx="6784">
                  <c:v>27.300550000000001</c:v>
                </c:pt>
                <c:pt idx="6785">
                  <c:v>27.542149999999957</c:v>
                </c:pt>
                <c:pt idx="6786">
                  <c:v>27.49919999999997</c:v>
                </c:pt>
                <c:pt idx="6787">
                  <c:v>27.26792</c:v>
                </c:pt>
                <c:pt idx="6788">
                  <c:v>27.096439999999973</c:v>
                </c:pt>
                <c:pt idx="6789">
                  <c:v>26.860229999999973</c:v>
                </c:pt>
                <c:pt idx="6790">
                  <c:v>26.564350000000001</c:v>
                </c:pt>
                <c:pt idx="6791">
                  <c:v>26.534859999999998</c:v>
                </c:pt>
                <c:pt idx="6792">
                  <c:v>26.658249999999974</c:v>
                </c:pt>
                <c:pt idx="6793">
                  <c:v>26.347439999999974</c:v>
                </c:pt>
                <c:pt idx="6794">
                  <c:v>25.834070000000022</c:v>
                </c:pt>
                <c:pt idx="6795">
                  <c:v>25.691099999999999</c:v>
                </c:pt>
                <c:pt idx="6796">
                  <c:v>25.916530000000002</c:v>
                </c:pt>
                <c:pt idx="6797">
                  <c:v>26.20837999999997</c:v>
                </c:pt>
                <c:pt idx="6798">
                  <c:v>26.401879999999988</c:v>
                </c:pt>
                <c:pt idx="6799">
                  <c:v>26.58656999999997</c:v>
                </c:pt>
                <c:pt idx="6800">
                  <c:v>26.86317</c:v>
                </c:pt>
                <c:pt idx="6801">
                  <c:v>27.126760000000001</c:v>
                </c:pt>
                <c:pt idx="6802">
                  <c:v>27.402419999999957</c:v>
                </c:pt>
                <c:pt idx="6803">
                  <c:v>27.50347</c:v>
                </c:pt>
                <c:pt idx="6804">
                  <c:v>26.915839999999989</c:v>
                </c:pt>
                <c:pt idx="6805">
                  <c:v>25.83464</c:v>
                </c:pt>
                <c:pt idx="6806">
                  <c:v>25.024280000000001</c:v>
                </c:pt>
                <c:pt idx="6807">
                  <c:v>24.664059999999999</c:v>
                </c:pt>
                <c:pt idx="6808">
                  <c:v>24.36809999999997</c:v>
                </c:pt>
                <c:pt idx="6809">
                  <c:v>24.19839</c:v>
                </c:pt>
                <c:pt idx="6810">
                  <c:v>24.420209999999972</c:v>
                </c:pt>
                <c:pt idx="6811">
                  <c:v>24.314240000000005</c:v>
                </c:pt>
                <c:pt idx="6812">
                  <c:v>23.671450000000021</c:v>
                </c:pt>
                <c:pt idx="6813">
                  <c:v>23.17342</c:v>
                </c:pt>
                <c:pt idx="6814">
                  <c:v>22.74412999999997</c:v>
                </c:pt>
                <c:pt idx="6815">
                  <c:v>22.486029999999964</c:v>
                </c:pt>
                <c:pt idx="6816">
                  <c:v>22.407029999999974</c:v>
                </c:pt>
                <c:pt idx="6817">
                  <c:v>22.250739999999972</c:v>
                </c:pt>
                <c:pt idx="6818">
                  <c:v>21.87819</c:v>
                </c:pt>
                <c:pt idx="6819">
                  <c:v>21.442269999999972</c:v>
                </c:pt>
                <c:pt idx="6820">
                  <c:v>20.891179999999999</c:v>
                </c:pt>
                <c:pt idx="6821">
                  <c:v>20.75210999999997</c:v>
                </c:pt>
                <c:pt idx="6822">
                  <c:v>21.100480000000001</c:v>
                </c:pt>
                <c:pt idx="6823">
                  <c:v>21.473419999999972</c:v>
                </c:pt>
                <c:pt idx="6824">
                  <c:v>21.517440000000001</c:v>
                </c:pt>
                <c:pt idx="6825">
                  <c:v>21.380409999999973</c:v>
                </c:pt>
                <c:pt idx="6826">
                  <c:v>21.122250000000001</c:v>
                </c:pt>
                <c:pt idx="6827">
                  <c:v>20.762749999999954</c:v>
                </c:pt>
                <c:pt idx="6828">
                  <c:v>20.470229999999972</c:v>
                </c:pt>
                <c:pt idx="6829">
                  <c:v>20.19211</c:v>
                </c:pt>
                <c:pt idx="6830">
                  <c:v>20.028960000000001</c:v>
                </c:pt>
                <c:pt idx="6831">
                  <c:v>20.026900000000001</c:v>
                </c:pt>
                <c:pt idx="6832">
                  <c:v>19.933910000000001</c:v>
                </c:pt>
                <c:pt idx="6833">
                  <c:v>19.248799999999957</c:v>
                </c:pt>
                <c:pt idx="6834">
                  <c:v>18.511510000000001</c:v>
                </c:pt>
                <c:pt idx="6835">
                  <c:v>18.176220000000001</c:v>
                </c:pt>
                <c:pt idx="6836">
                  <c:v>17.856929999999988</c:v>
                </c:pt>
                <c:pt idx="6837">
                  <c:v>17.73152</c:v>
                </c:pt>
                <c:pt idx="6838">
                  <c:v>17.90025</c:v>
                </c:pt>
                <c:pt idx="6839">
                  <c:v>17.956519999999973</c:v>
                </c:pt>
                <c:pt idx="6840">
                  <c:v>17.70684</c:v>
                </c:pt>
                <c:pt idx="6841">
                  <c:v>17.467020000000002</c:v>
                </c:pt>
                <c:pt idx="6842">
                  <c:v>17.416250000000005</c:v>
                </c:pt>
                <c:pt idx="6843">
                  <c:v>17.398499999999974</c:v>
                </c:pt>
                <c:pt idx="6844">
                  <c:v>17.275089999999974</c:v>
                </c:pt>
                <c:pt idx="6845">
                  <c:v>17.185039999999972</c:v>
                </c:pt>
                <c:pt idx="6846">
                  <c:v>17.282219999999956</c:v>
                </c:pt>
                <c:pt idx="6847">
                  <c:v>17.592319999999972</c:v>
                </c:pt>
                <c:pt idx="6848">
                  <c:v>17.954029999999989</c:v>
                </c:pt>
                <c:pt idx="6849">
                  <c:v>18.305029999999974</c:v>
                </c:pt>
                <c:pt idx="6850">
                  <c:v>18.350719999999974</c:v>
                </c:pt>
                <c:pt idx="6851">
                  <c:v>18.287120000000002</c:v>
                </c:pt>
                <c:pt idx="6852">
                  <c:v>18.377749999999974</c:v>
                </c:pt>
                <c:pt idx="6853">
                  <c:v>18.625150000000001</c:v>
                </c:pt>
                <c:pt idx="6854">
                  <c:v>18.88383</c:v>
                </c:pt>
                <c:pt idx="6855">
                  <c:v>18.718119999999974</c:v>
                </c:pt>
                <c:pt idx="6856">
                  <c:v>18.31071</c:v>
                </c:pt>
                <c:pt idx="6857">
                  <c:v>18.07239999999997</c:v>
                </c:pt>
                <c:pt idx="6858">
                  <c:v>17.911460000000005</c:v>
                </c:pt>
                <c:pt idx="6859">
                  <c:v>17.871670000000005</c:v>
                </c:pt>
                <c:pt idx="6860">
                  <c:v>18.039960000000022</c:v>
                </c:pt>
                <c:pt idx="6861">
                  <c:v>18.270879999999988</c:v>
                </c:pt>
                <c:pt idx="6862">
                  <c:v>18.435369999999974</c:v>
                </c:pt>
                <c:pt idx="6863">
                  <c:v>18.460499999999964</c:v>
                </c:pt>
                <c:pt idx="6864">
                  <c:v>18.359529999999989</c:v>
                </c:pt>
                <c:pt idx="6865">
                  <c:v>18.100719999999974</c:v>
                </c:pt>
                <c:pt idx="6866">
                  <c:v>17.475659999999973</c:v>
                </c:pt>
                <c:pt idx="6867">
                  <c:v>16.709160000000001</c:v>
                </c:pt>
                <c:pt idx="6868">
                  <c:v>16.115739999999974</c:v>
                </c:pt>
                <c:pt idx="6869">
                  <c:v>15.754530000000004</c:v>
                </c:pt>
                <c:pt idx="6870">
                  <c:v>15.73856</c:v>
                </c:pt>
                <c:pt idx="6871">
                  <c:v>16.06588</c:v>
                </c:pt>
                <c:pt idx="6872">
                  <c:v>16.495769999999968</c:v>
                </c:pt>
                <c:pt idx="6873">
                  <c:v>16.454969999999999</c:v>
                </c:pt>
                <c:pt idx="6874">
                  <c:v>16.10632</c:v>
                </c:pt>
                <c:pt idx="6875">
                  <c:v>16.098629999999975</c:v>
                </c:pt>
                <c:pt idx="6876">
                  <c:v>16.123609999999989</c:v>
                </c:pt>
                <c:pt idx="6877">
                  <c:v>16.045599999999968</c:v>
                </c:pt>
                <c:pt idx="6878">
                  <c:v>15.600430000000006</c:v>
                </c:pt>
                <c:pt idx="6879">
                  <c:v>14.761620000000001</c:v>
                </c:pt>
                <c:pt idx="6880">
                  <c:v>14.37487</c:v>
                </c:pt>
                <c:pt idx="6881">
                  <c:v>14.353440000000019</c:v>
                </c:pt>
                <c:pt idx="6882">
                  <c:v>14.279060000000001</c:v>
                </c:pt>
                <c:pt idx="6883">
                  <c:v>13.979620000000002</c:v>
                </c:pt>
                <c:pt idx="6884">
                  <c:v>13.56514000000001</c:v>
                </c:pt>
                <c:pt idx="6885">
                  <c:v>13.52406</c:v>
                </c:pt>
                <c:pt idx="6886">
                  <c:v>13.71773</c:v>
                </c:pt>
                <c:pt idx="6887">
                  <c:v>13.866250000000004</c:v>
                </c:pt>
                <c:pt idx="6888">
                  <c:v>13.76417</c:v>
                </c:pt>
                <c:pt idx="6889">
                  <c:v>13.45077</c:v>
                </c:pt>
                <c:pt idx="6890">
                  <c:v>13.57302</c:v>
                </c:pt>
                <c:pt idx="6891">
                  <c:v>12.990870000000001</c:v>
                </c:pt>
                <c:pt idx="6892">
                  <c:v>12.206430000000006</c:v>
                </c:pt>
                <c:pt idx="6893">
                  <c:v>11.83081</c:v>
                </c:pt>
                <c:pt idx="6894">
                  <c:v>11.722800000000001</c:v>
                </c:pt>
                <c:pt idx="6895">
                  <c:v>11.939960000000001</c:v>
                </c:pt>
                <c:pt idx="6896">
                  <c:v>12.01144</c:v>
                </c:pt>
                <c:pt idx="6897">
                  <c:v>11.882810000000006</c:v>
                </c:pt>
                <c:pt idx="6898">
                  <c:v>11.661110000000001</c:v>
                </c:pt>
                <c:pt idx="6899">
                  <c:v>11.584340000000001</c:v>
                </c:pt>
                <c:pt idx="6900">
                  <c:v>11.476420000000006</c:v>
                </c:pt>
                <c:pt idx="6901">
                  <c:v>11.29749</c:v>
                </c:pt>
                <c:pt idx="6902">
                  <c:v>10.921060000000001</c:v>
                </c:pt>
                <c:pt idx="6903">
                  <c:v>10.62</c:v>
                </c:pt>
                <c:pt idx="6904">
                  <c:v>10.680020000000001</c:v>
                </c:pt>
                <c:pt idx="6905">
                  <c:v>10.70177</c:v>
                </c:pt>
                <c:pt idx="6906">
                  <c:v>10.718590000000001</c:v>
                </c:pt>
                <c:pt idx="6907">
                  <c:v>10.76942</c:v>
                </c:pt>
                <c:pt idx="6908">
                  <c:v>10.42656</c:v>
                </c:pt>
                <c:pt idx="6909">
                  <c:v>9.8308</c:v>
                </c:pt>
                <c:pt idx="6910">
                  <c:v>9.3435800000000047</c:v>
                </c:pt>
                <c:pt idx="6911">
                  <c:v>8.9824600000000068</c:v>
                </c:pt>
                <c:pt idx="6912">
                  <c:v>8.6199100000000008</c:v>
                </c:pt>
                <c:pt idx="6913">
                  <c:v>8.6114200000000007</c:v>
                </c:pt>
                <c:pt idx="6914">
                  <c:v>8.9121900000000007</c:v>
                </c:pt>
                <c:pt idx="6915">
                  <c:v>9.0078800000000001</c:v>
                </c:pt>
                <c:pt idx="6916">
                  <c:v>8.6612299999999998</c:v>
                </c:pt>
                <c:pt idx="6917">
                  <c:v>8.3548900000000028</c:v>
                </c:pt>
                <c:pt idx="6918">
                  <c:v>8.5480400000000003</c:v>
                </c:pt>
                <c:pt idx="6919">
                  <c:v>8.67821</c:v>
                </c:pt>
                <c:pt idx="6920">
                  <c:v>8.7026700000000012</c:v>
                </c:pt>
                <c:pt idx="6921">
                  <c:v>9.0127200000000016</c:v>
                </c:pt>
                <c:pt idx="6922">
                  <c:v>9.2262500000000003</c:v>
                </c:pt>
                <c:pt idx="6923">
                  <c:v>9.2349599999999992</c:v>
                </c:pt>
                <c:pt idx="6924">
                  <c:v>9.28247</c:v>
                </c:pt>
                <c:pt idx="6925">
                  <c:v>9.3886000000000003</c:v>
                </c:pt>
                <c:pt idx="6926">
                  <c:v>9.34802</c:v>
                </c:pt>
                <c:pt idx="6927">
                  <c:v>9.0928700000000013</c:v>
                </c:pt>
                <c:pt idx="6928">
                  <c:v>9.0649700000000006</c:v>
                </c:pt>
                <c:pt idx="6929">
                  <c:v>9.4505400000000126</c:v>
                </c:pt>
                <c:pt idx="6930">
                  <c:v>9.8625500000000148</c:v>
                </c:pt>
                <c:pt idx="6931">
                  <c:v>9.833120000000001</c:v>
                </c:pt>
                <c:pt idx="6932">
                  <c:v>9.418940000000001</c:v>
                </c:pt>
                <c:pt idx="6933">
                  <c:v>9.1803699999999999</c:v>
                </c:pt>
                <c:pt idx="6934">
                  <c:v>9.1455000000000002</c:v>
                </c:pt>
                <c:pt idx="6935">
                  <c:v>8.9911500000000011</c:v>
                </c:pt>
                <c:pt idx="6936">
                  <c:v>8.7377400000000005</c:v>
                </c:pt>
                <c:pt idx="6937">
                  <c:v>8.5286500000000007</c:v>
                </c:pt>
                <c:pt idx="6938">
                  <c:v>8.3316400000000002</c:v>
                </c:pt>
                <c:pt idx="6939">
                  <c:v>8.1910100000000003</c:v>
                </c:pt>
                <c:pt idx="6940">
                  <c:v>8.2226700000000008</c:v>
                </c:pt>
                <c:pt idx="6941">
                  <c:v>8.2712400000000006</c:v>
                </c:pt>
                <c:pt idx="6942">
                  <c:v>8.2996400000000001</c:v>
                </c:pt>
                <c:pt idx="6943">
                  <c:v>8.2921600000000009</c:v>
                </c:pt>
                <c:pt idx="6944">
                  <c:v>8.1441499999999998</c:v>
                </c:pt>
                <c:pt idx="6945">
                  <c:v>8.0434600000000014</c:v>
                </c:pt>
                <c:pt idx="6946">
                  <c:v>8.0539800000000028</c:v>
                </c:pt>
                <c:pt idx="6947">
                  <c:v>8.1692</c:v>
                </c:pt>
                <c:pt idx="6948">
                  <c:v>8.0847200000000008</c:v>
                </c:pt>
                <c:pt idx="6949">
                  <c:v>7.9583399999999997</c:v>
                </c:pt>
                <c:pt idx="6950">
                  <c:v>8.0244700000000009</c:v>
                </c:pt>
                <c:pt idx="6951">
                  <c:v>8</c:v>
                </c:pt>
                <c:pt idx="6952">
                  <c:v>8.0630600000000001</c:v>
                </c:pt>
                <c:pt idx="6953">
                  <c:v>8.4166100000000004</c:v>
                </c:pt>
                <c:pt idx="6954">
                  <c:v>8.7895500000000002</c:v>
                </c:pt>
                <c:pt idx="6955">
                  <c:v>9.2095100000000034</c:v>
                </c:pt>
                <c:pt idx="6956">
                  <c:v>9.1693800000000003</c:v>
                </c:pt>
                <c:pt idx="6957">
                  <c:v>8.6384500000000006</c:v>
                </c:pt>
                <c:pt idx="6958">
                  <c:v>8.4844800000000067</c:v>
                </c:pt>
                <c:pt idx="6959">
                  <c:v>8.6964000000000006</c:v>
                </c:pt>
                <c:pt idx="6960">
                  <c:v>8.8793900000000008</c:v>
                </c:pt>
                <c:pt idx="6961">
                  <c:v>8.8343100000000003</c:v>
                </c:pt>
                <c:pt idx="6962">
                  <c:v>8.1509100000000014</c:v>
                </c:pt>
                <c:pt idx="6963">
                  <c:v>7.5746200000000004</c:v>
                </c:pt>
                <c:pt idx="6964">
                  <c:v>7.5457700000000001</c:v>
                </c:pt>
                <c:pt idx="6965">
                  <c:v>7.7293200000000004</c:v>
                </c:pt>
                <c:pt idx="6966">
                  <c:v>7.9318100000000014</c:v>
                </c:pt>
                <c:pt idx="6967">
                  <c:v>8.1587500000000013</c:v>
                </c:pt>
                <c:pt idx="6968">
                  <c:v>8.4157200000000003</c:v>
                </c:pt>
                <c:pt idx="6969">
                  <c:v>8.3943500000000011</c:v>
                </c:pt>
                <c:pt idx="6970">
                  <c:v>8.3105700000000002</c:v>
                </c:pt>
                <c:pt idx="6971">
                  <c:v>8.23996</c:v>
                </c:pt>
                <c:pt idx="6972">
                  <c:v>8.0861200000000011</c:v>
                </c:pt>
                <c:pt idx="6973">
                  <c:v>7.4714900000000064</c:v>
                </c:pt>
                <c:pt idx="6974">
                  <c:v>6.4942099999999998</c:v>
                </c:pt>
                <c:pt idx="6975">
                  <c:v>5.6698499999999985</c:v>
                </c:pt>
                <c:pt idx="6976">
                  <c:v>5.4428000000000001</c:v>
                </c:pt>
                <c:pt idx="6977">
                  <c:v>5.6079099999999942</c:v>
                </c:pt>
                <c:pt idx="6978">
                  <c:v>5.7429299999999985</c:v>
                </c:pt>
                <c:pt idx="6979">
                  <c:v>5.8184299999999975</c:v>
                </c:pt>
                <c:pt idx="6980">
                  <c:v>5.9768200000000062</c:v>
                </c:pt>
                <c:pt idx="6981">
                  <c:v>6.2148599999999945</c:v>
                </c:pt>
                <c:pt idx="6982">
                  <c:v>6.5652200000000001</c:v>
                </c:pt>
                <c:pt idx="6983">
                  <c:v>6.8425699999999985</c:v>
                </c:pt>
                <c:pt idx="6984">
                  <c:v>6.9567000000000014</c:v>
                </c:pt>
                <c:pt idx="6985">
                  <c:v>6.9156700000000004</c:v>
                </c:pt>
                <c:pt idx="6986">
                  <c:v>6.8680499999999975</c:v>
                </c:pt>
                <c:pt idx="6987">
                  <c:v>6.727819999999995</c:v>
                </c:pt>
                <c:pt idx="6988">
                  <c:v>6.4646999999999997</c:v>
                </c:pt>
                <c:pt idx="6989">
                  <c:v>6.3938199999999945</c:v>
                </c:pt>
                <c:pt idx="6990">
                  <c:v>6.5121299999999955</c:v>
                </c:pt>
                <c:pt idx="6991">
                  <c:v>6.8609699999999965</c:v>
                </c:pt>
                <c:pt idx="6992">
                  <c:v>7.1400999999999986</c:v>
                </c:pt>
                <c:pt idx="6993">
                  <c:v>7.1031499999999985</c:v>
                </c:pt>
                <c:pt idx="6994">
                  <c:v>7.1706200000000004</c:v>
                </c:pt>
                <c:pt idx="6995">
                  <c:v>7.4739100000000001</c:v>
                </c:pt>
                <c:pt idx="6996">
                  <c:v>7.9230299999999998</c:v>
                </c:pt>
                <c:pt idx="6997">
                  <c:v>8.5048600000000008</c:v>
                </c:pt>
                <c:pt idx="6998">
                  <c:v>9.0535900000000122</c:v>
                </c:pt>
                <c:pt idx="6999">
                  <c:v>9.7182399999999998</c:v>
                </c:pt>
                <c:pt idx="7000">
                  <c:v>10.413130000000002</c:v>
                </c:pt>
                <c:pt idx="7001">
                  <c:v>10.93905</c:v>
                </c:pt>
                <c:pt idx="7002">
                  <c:v>11.367760000000002</c:v>
                </c:pt>
                <c:pt idx="7003">
                  <c:v>11.51816</c:v>
                </c:pt>
                <c:pt idx="7004">
                  <c:v>11.377410000000006</c:v>
                </c:pt>
                <c:pt idx="7005">
                  <c:v>11.393610000000002</c:v>
                </c:pt>
                <c:pt idx="7006">
                  <c:v>11.34278000000001</c:v>
                </c:pt>
                <c:pt idx="7007">
                  <c:v>10.9206</c:v>
                </c:pt>
                <c:pt idx="7008">
                  <c:v>10.385650000000011</c:v>
                </c:pt>
                <c:pt idx="7009">
                  <c:v>9.8186700000000009</c:v>
                </c:pt>
                <c:pt idx="7010">
                  <c:v>9.745750000000001</c:v>
                </c:pt>
                <c:pt idx="7011">
                  <c:v>10.445260000000001</c:v>
                </c:pt>
                <c:pt idx="7012">
                  <c:v>11.391580000000006</c:v>
                </c:pt>
                <c:pt idx="7013">
                  <c:v>12.242990000000001</c:v>
                </c:pt>
                <c:pt idx="7014">
                  <c:v>13.044700000000001</c:v>
                </c:pt>
                <c:pt idx="7015">
                  <c:v>13.80514000000001</c:v>
                </c:pt>
                <c:pt idx="7016">
                  <c:v>14.544729999999999</c:v>
                </c:pt>
                <c:pt idx="7017">
                  <c:v>15.20391</c:v>
                </c:pt>
                <c:pt idx="7018">
                  <c:v>15.663350000000001</c:v>
                </c:pt>
                <c:pt idx="7019">
                  <c:v>16.011820000000021</c:v>
                </c:pt>
                <c:pt idx="7020">
                  <c:v>15.54594</c:v>
                </c:pt>
                <c:pt idx="7021">
                  <c:v>14.92718</c:v>
                </c:pt>
                <c:pt idx="7022">
                  <c:v>15.075200000000002</c:v>
                </c:pt>
                <c:pt idx="7023">
                  <c:v>15.52017</c:v>
                </c:pt>
                <c:pt idx="7024">
                  <c:v>15.821260000000001</c:v>
                </c:pt>
                <c:pt idx="7025">
                  <c:v>15.75273000000001</c:v>
                </c:pt>
                <c:pt idx="7026">
                  <c:v>15.72546</c:v>
                </c:pt>
                <c:pt idx="7027">
                  <c:v>15.55292</c:v>
                </c:pt>
                <c:pt idx="7028">
                  <c:v>15.10261</c:v>
                </c:pt>
                <c:pt idx="7029">
                  <c:v>14.56493</c:v>
                </c:pt>
                <c:pt idx="7030">
                  <c:v>13.92342</c:v>
                </c:pt>
                <c:pt idx="7031">
                  <c:v>13.40338</c:v>
                </c:pt>
                <c:pt idx="7032">
                  <c:v>13.36922</c:v>
                </c:pt>
                <c:pt idx="7033">
                  <c:v>13.489850000000002</c:v>
                </c:pt>
                <c:pt idx="7034">
                  <c:v>13.632350000000001</c:v>
                </c:pt>
                <c:pt idx="7035">
                  <c:v>13.83428</c:v>
                </c:pt>
                <c:pt idx="7036">
                  <c:v>14.05983000000001</c:v>
                </c:pt>
                <c:pt idx="7037">
                  <c:v>14.31587</c:v>
                </c:pt>
                <c:pt idx="7038">
                  <c:v>14.1747</c:v>
                </c:pt>
                <c:pt idx="7039">
                  <c:v>13.645440000000002</c:v>
                </c:pt>
                <c:pt idx="7040">
                  <c:v>13.43074</c:v>
                </c:pt>
                <c:pt idx="7041">
                  <c:v>13.33681</c:v>
                </c:pt>
                <c:pt idx="7042">
                  <c:v>12.962580000000019</c:v>
                </c:pt>
                <c:pt idx="7043">
                  <c:v>12.63442</c:v>
                </c:pt>
                <c:pt idx="7044">
                  <c:v>12.85026</c:v>
                </c:pt>
                <c:pt idx="7045">
                  <c:v>13.402950000000002</c:v>
                </c:pt>
                <c:pt idx="7046">
                  <c:v>14.016310000000001</c:v>
                </c:pt>
                <c:pt idx="7047">
                  <c:v>14.65981</c:v>
                </c:pt>
                <c:pt idx="7048">
                  <c:v>15.21979</c:v>
                </c:pt>
                <c:pt idx="7049">
                  <c:v>15.678179999999999</c:v>
                </c:pt>
                <c:pt idx="7050">
                  <c:v>16.183070000000001</c:v>
                </c:pt>
                <c:pt idx="7051">
                  <c:v>16.352699999999974</c:v>
                </c:pt>
                <c:pt idx="7052">
                  <c:v>15.78866</c:v>
                </c:pt>
                <c:pt idx="7053">
                  <c:v>15.0602</c:v>
                </c:pt>
                <c:pt idx="7054">
                  <c:v>15.071950000000001</c:v>
                </c:pt>
                <c:pt idx="7055">
                  <c:v>15.59684</c:v>
                </c:pt>
                <c:pt idx="7056">
                  <c:v>16.083909999999989</c:v>
                </c:pt>
                <c:pt idx="7057">
                  <c:v>16.610450000000021</c:v>
                </c:pt>
                <c:pt idx="7058">
                  <c:v>17.134490000000021</c:v>
                </c:pt>
                <c:pt idx="7059">
                  <c:v>17.560499999999973</c:v>
                </c:pt>
                <c:pt idx="7060">
                  <c:v>18.21669</c:v>
                </c:pt>
                <c:pt idx="7061">
                  <c:v>18.679210000000001</c:v>
                </c:pt>
                <c:pt idx="7062">
                  <c:v>18.721710000000002</c:v>
                </c:pt>
                <c:pt idx="7063">
                  <c:v>18.592860000000005</c:v>
                </c:pt>
                <c:pt idx="7064">
                  <c:v>18.651730000000001</c:v>
                </c:pt>
                <c:pt idx="7065">
                  <c:v>18.867000000000001</c:v>
                </c:pt>
                <c:pt idx="7066">
                  <c:v>19.14893</c:v>
                </c:pt>
                <c:pt idx="7067">
                  <c:v>19.137960000000039</c:v>
                </c:pt>
                <c:pt idx="7068">
                  <c:v>18.890129999999989</c:v>
                </c:pt>
                <c:pt idx="7069">
                  <c:v>18.467129999999973</c:v>
                </c:pt>
                <c:pt idx="7070">
                  <c:v>18.007359999999988</c:v>
                </c:pt>
                <c:pt idx="7071">
                  <c:v>17.86337</c:v>
                </c:pt>
                <c:pt idx="7072">
                  <c:v>17.739730000000002</c:v>
                </c:pt>
                <c:pt idx="7073">
                  <c:v>17.88758</c:v>
                </c:pt>
                <c:pt idx="7074">
                  <c:v>18.34816</c:v>
                </c:pt>
                <c:pt idx="7075">
                  <c:v>18.84</c:v>
                </c:pt>
                <c:pt idx="7076">
                  <c:v>19.408319999999971</c:v>
                </c:pt>
                <c:pt idx="7077">
                  <c:v>19.884460000000001</c:v>
                </c:pt>
                <c:pt idx="7078">
                  <c:v>20.047270000000001</c:v>
                </c:pt>
                <c:pt idx="7079">
                  <c:v>20.153900000000021</c:v>
                </c:pt>
                <c:pt idx="7080">
                  <c:v>20.108609999999974</c:v>
                </c:pt>
                <c:pt idx="7081">
                  <c:v>20.1661</c:v>
                </c:pt>
                <c:pt idx="7082">
                  <c:v>20.320170000000001</c:v>
                </c:pt>
                <c:pt idx="7083">
                  <c:v>20.193210000000001</c:v>
                </c:pt>
                <c:pt idx="7084">
                  <c:v>19.6632</c:v>
                </c:pt>
                <c:pt idx="7085">
                  <c:v>19.36476</c:v>
                </c:pt>
                <c:pt idx="7086">
                  <c:v>19.553380000000001</c:v>
                </c:pt>
                <c:pt idx="7087">
                  <c:v>19.85671</c:v>
                </c:pt>
                <c:pt idx="7088">
                  <c:v>20.360019999999974</c:v>
                </c:pt>
                <c:pt idx="7089">
                  <c:v>20.625599999999974</c:v>
                </c:pt>
                <c:pt idx="7090">
                  <c:v>20.248989999999978</c:v>
                </c:pt>
                <c:pt idx="7091">
                  <c:v>19.983439999999959</c:v>
                </c:pt>
                <c:pt idx="7092">
                  <c:v>20.286909999999974</c:v>
                </c:pt>
                <c:pt idx="7093">
                  <c:v>20.927160000000001</c:v>
                </c:pt>
                <c:pt idx="7094">
                  <c:v>21.58606</c:v>
                </c:pt>
                <c:pt idx="7095">
                  <c:v>22.110910000000022</c:v>
                </c:pt>
                <c:pt idx="7096">
                  <c:v>22.018350000000005</c:v>
                </c:pt>
                <c:pt idx="7097">
                  <c:v>21.77111</c:v>
                </c:pt>
                <c:pt idx="7098">
                  <c:v>22.013809999999999</c:v>
                </c:pt>
                <c:pt idx="7099">
                  <c:v>22.392890000000001</c:v>
                </c:pt>
                <c:pt idx="7100">
                  <c:v>22.908019999999972</c:v>
                </c:pt>
                <c:pt idx="7101">
                  <c:v>23.336950000000037</c:v>
                </c:pt>
                <c:pt idx="7102">
                  <c:v>22.69870999999997</c:v>
                </c:pt>
                <c:pt idx="7103">
                  <c:v>22.063499999999973</c:v>
                </c:pt>
                <c:pt idx="7104">
                  <c:v>21.902039999999964</c:v>
                </c:pt>
                <c:pt idx="7105">
                  <c:v>21.198639999999973</c:v>
                </c:pt>
                <c:pt idx="7106">
                  <c:v>20.983379999999968</c:v>
                </c:pt>
                <c:pt idx="7107">
                  <c:v>21.569800000000001</c:v>
                </c:pt>
                <c:pt idx="7108">
                  <c:v>22.282449999999955</c:v>
                </c:pt>
                <c:pt idx="7109">
                  <c:v>22.35643</c:v>
                </c:pt>
                <c:pt idx="7110">
                  <c:v>22.502029999999973</c:v>
                </c:pt>
                <c:pt idx="7111">
                  <c:v>22.97382</c:v>
                </c:pt>
                <c:pt idx="7112">
                  <c:v>22.912639999999964</c:v>
                </c:pt>
                <c:pt idx="7113">
                  <c:v>22.47329999999997</c:v>
                </c:pt>
                <c:pt idx="7114">
                  <c:v>21.99149999999997</c:v>
                </c:pt>
                <c:pt idx="7115">
                  <c:v>21.844010000000001</c:v>
                </c:pt>
                <c:pt idx="7116">
                  <c:v>22.19579999999997</c:v>
                </c:pt>
                <c:pt idx="7117">
                  <c:v>22.752609999999972</c:v>
                </c:pt>
                <c:pt idx="7118">
                  <c:v>23.33278</c:v>
                </c:pt>
                <c:pt idx="7119">
                  <c:v>23.949289999999973</c:v>
                </c:pt>
                <c:pt idx="7120">
                  <c:v>24.402349999999952</c:v>
                </c:pt>
                <c:pt idx="7121">
                  <c:v>24.34761</c:v>
                </c:pt>
                <c:pt idx="7122">
                  <c:v>24.076260000000001</c:v>
                </c:pt>
                <c:pt idx="7123">
                  <c:v>24.090250000000001</c:v>
                </c:pt>
                <c:pt idx="7124">
                  <c:v>23.948749999999954</c:v>
                </c:pt>
                <c:pt idx="7125">
                  <c:v>23.866900000000001</c:v>
                </c:pt>
                <c:pt idx="7126">
                  <c:v>24.163139999999974</c:v>
                </c:pt>
                <c:pt idx="7127">
                  <c:v>24.646960000000021</c:v>
                </c:pt>
                <c:pt idx="7128">
                  <c:v>25.287279999999978</c:v>
                </c:pt>
                <c:pt idx="7129">
                  <c:v>25.69454</c:v>
                </c:pt>
                <c:pt idx="7130">
                  <c:v>25.719930000000005</c:v>
                </c:pt>
                <c:pt idx="7131">
                  <c:v>25.712219999999974</c:v>
                </c:pt>
                <c:pt idx="7132">
                  <c:v>25.779339999999973</c:v>
                </c:pt>
                <c:pt idx="7133">
                  <c:v>25.621479999999988</c:v>
                </c:pt>
                <c:pt idx="7134">
                  <c:v>25.396830000000001</c:v>
                </c:pt>
                <c:pt idx="7135">
                  <c:v>25.317670000000021</c:v>
                </c:pt>
                <c:pt idx="7136">
                  <c:v>25.398389999999978</c:v>
                </c:pt>
                <c:pt idx="7137">
                  <c:v>25.39836</c:v>
                </c:pt>
                <c:pt idx="7138">
                  <c:v>25.434760000000001</c:v>
                </c:pt>
                <c:pt idx="7139">
                  <c:v>25.568199999999973</c:v>
                </c:pt>
                <c:pt idx="7140">
                  <c:v>25.73648</c:v>
                </c:pt>
                <c:pt idx="7141">
                  <c:v>26.013269999999999</c:v>
                </c:pt>
                <c:pt idx="7142">
                  <c:v>26.30643999999997</c:v>
                </c:pt>
                <c:pt idx="7143">
                  <c:v>26.563680000000002</c:v>
                </c:pt>
                <c:pt idx="7144">
                  <c:v>26.705139999999975</c:v>
                </c:pt>
                <c:pt idx="7145">
                  <c:v>26.658370000000001</c:v>
                </c:pt>
                <c:pt idx="7146">
                  <c:v>26.64349</c:v>
                </c:pt>
                <c:pt idx="7147">
                  <c:v>26.465959999999974</c:v>
                </c:pt>
                <c:pt idx="7148">
                  <c:v>26.167480000000001</c:v>
                </c:pt>
                <c:pt idx="7149">
                  <c:v>26.122129999999974</c:v>
                </c:pt>
                <c:pt idx="7150">
                  <c:v>26.081510000000002</c:v>
                </c:pt>
                <c:pt idx="7151">
                  <c:v>26.010439999999978</c:v>
                </c:pt>
                <c:pt idx="7152">
                  <c:v>26.061489999999978</c:v>
                </c:pt>
                <c:pt idx="7153">
                  <c:v>26.094100000000001</c:v>
                </c:pt>
                <c:pt idx="7154">
                  <c:v>26.166409999999978</c:v>
                </c:pt>
                <c:pt idx="7155">
                  <c:v>26.300260000000005</c:v>
                </c:pt>
                <c:pt idx="7156">
                  <c:v>26.664159999999999</c:v>
                </c:pt>
                <c:pt idx="7157">
                  <c:v>27.151080000000022</c:v>
                </c:pt>
                <c:pt idx="7158">
                  <c:v>27.321400000000001</c:v>
                </c:pt>
                <c:pt idx="7159">
                  <c:v>27.403300000000002</c:v>
                </c:pt>
                <c:pt idx="7160">
                  <c:v>27.554320000000001</c:v>
                </c:pt>
                <c:pt idx="7161">
                  <c:v>27.70881</c:v>
                </c:pt>
                <c:pt idx="7162">
                  <c:v>27.750810000000001</c:v>
                </c:pt>
                <c:pt idx="7163">
                  <c:v>27.740699999999968</c:v>
                </c:pt>
                <c:pt idx="7164">
                  <c:v>27.77712</c:v>
                </c:pt>
                <c:pt idx="7165">
                  <c:v>27.77909</c:v>
                </c:pt>
                <c:pt idx="7166">
                  <c:v>27.862829999999974</c:v>
                </c:pt>
                <c:pt idx="7167">
                  <c:v>28.272970000000001</c:v>
                </c:pt>
                <c:pt idx="7168">
                  <c:v>28.56589</c:v>
                </c:pt>
                <c:pt idx="7169">
                  <c:v>28.172319999999978</c:v>
                </c:pt>
                <c:pt idx="7170">
                  <c:v>27.35633</c:v>
                </c:pt>
                <c:pt idx="7171">
                  <c:v>26.702209999999972</c:v>
                </c:pt>
                <c:pt idx="7172">
                  <c:v>26.035719999999973</c:v>
                </c:pt>
                <c:pt idx="7173">
                  <c:v>25.30875</c:v>
                </c:pt>
                <c:pt idx="7174">
                  <c:v>24.919440000000002</c:v>
                </c:pt>
                <c:pt idx="7175">
                  <c:v>24.87837</c:v>
                </c:pt>
                <c:pt idx="7176">
                  <c:v>24.893460000000001</c:v>
                </c:pt>
                <c:pt idx="7177">
                  <c:v>24.95527999999997</c:v>
                </c:pt>
                <c:pt idx="7178">
                  <c:v>25.221719999999973</c:v>
                </c:pt>
                <c:pt idx="7179">
                  <c:v>25.553380000000001</c:v>
                </c:pt>
                <c:pt idx="7180">
                  <c:v>25.801060000000021</c:v>
                </c:pt>
                <c:pt idx="7181">
                  <c:v>25.832429999999974</c:v>
                </c:pt>
                <c:pt idx="7182">
                  <c:v>25.592279999999974</c:v>
                </c:pt>
                <c:pt idx="7183">
                  <c:v>25.116440000000001</c:v>
                </c:pt>
                <c:pt idx="7184">
                  <c:v>24.644729999999978</c:v>
                </c:pt>
                <c:pt idx="7185">
                  <c:v>24.401</c:v>
                </c:pt>
                <c:pt idx="7186">
                  <c:v>24.399799999999974</c:v>
                </c:pt>
                <c:pt idx="7187">
                  <c:v>24.540339999999972</c:v>
                </c:pt>
                <c:pt idx="7188">
                  <c:v>24.565099999999973</c:v>
                </c:pt>
                <c:pt idx="7189">
                  <c:v>24.19659</c:v>
                </c:pt>
                <c:pt idx="7190">
                  <c:v>23.514270000000021</c:v>
                </c:pt>
                <c:pt idx="7191">
                  <c:v>23.035789999999974</c:v>
                </c:pt>
                <c:pt idx="7192">
                  <c:v>22.630310000000001</c:v>
                </c:pt>
                <c:pt idx="7193">
                  <c:v>21.875539999999972</c:v>
                </c:pt>
                <c:pt idx="7194">
                  <c:v>20.911580000000001</c:v>
                </c:pt>
                <c:pt idx="7195">
                  <c:v>20.010269999999988</c:v>
                </c:pt>
                <c:pt idx="7196">
                  <c:v>19.486319999999957</c:v>
                </c:pt>
                <c:pt idx="7197">
                  <c:v>19.35162</c:v>
                </c:pt>
                <c:pt idx="7198">
                  <c:v>19.48183999999997</c:v>
                </c:pt>
                <c:pt idx="7199">
                  <c:v>19.764699999999973</c:v>
                </c:pt>
                <c:pt idx="7200">
                  <c:v>19.954450000000001</c:v>
                </c:pt>
                <c:pt idx="7201">
                  <c:v>20.05622</c:v>
                </c:pt>
                <c:pt idx="7202">
                  <c:v>20.141449999999974</c:v>
                </c:pt>
                <c:pt idx="7203">
                  <c:v>20.271809999999999</c:v>
                </c:pt>
                <c:pt idx="7204">
                  <c:v>20.229009999999974</c:v>
                </c:pt>
                <c:pt idx="7205">
                  <c:v>20.084729999999972</c:v>
                </c:pt>
                <c:pt idx="7206">
                  <c:v>20.078709999999973</c:v>
                </c:pt>
                <c:pt idx="7207">
                  <c:v>20.257999999999999</c:v>
                </c:pt>
                <c:pt idx="7208">
                  <c:v>20.400739999999956</c:v>
                </c:pt>
                <c:pt idx="7209">
                  <c:v>20.452660000000002</c:v>
                </c:pt>
                <c:pt idx="7210">
                  <c:v>20.162739999999957</c:v>
                </c:pt>
                <c:pt idx="7211">
                  <c:v>19.421319999999973</c:v>
                </c:pt>
                <c:pt idx="7212">
                  <c:v>18.824919999999999</c:v>
                </c:pt>
                <c:pt idx="7213">
                  <c:v>18.5382</c:v>
                </c:pt>
                <c:pt idx="7214">
                  <c:v>18.212050000000001</c:v>
                </c:pt>
                <c:pt idx="7215">
                  <c:v>17.751519999999989</c:v>
                </c:pt>
                <c:pt idx="7216">
                  <c:v>17.66601</c:v>
                </c:pt>
                <c:pt idx="7217">
                  <c:v>17.848719999999975</c:v>
                </c:pt>
                <c:pt idx="7218">
                  <c:v>17.900870000000001</c:v>
                </c:pt>
                <c:pt idx="7219">
                  <c:v>17.979379999999974</c:v>
                </c:pt>
                <c:pt idx="7220">
                  <c:v>18.30643999999997</c:v>
                </c:pt>
                <c:pt idx="7221">
                  <c:v>18.784329999999972</c:v>
                </c:pt>
                <c:pt idx="7222">
                  <c:v>18.92426</c:v>
                </c:pt>
                <c:pt idx="7223">
                  <c:v>18.643850000000022</c:v>
                </c:pt>
                <c:pt idx="7224">
                  <c:v>18.071069999999999</c:v>
                </c:pt>
                <c:pt idx="7225">
                  <c:v>17.604250000000022</c:v>
                </c:pt>
                <c:pt idx="7226">
                  <c:v>17.03134</c:v>
                </c:pt>
                <c:pt idx="7227">
                  <c:v>16.375739999999972</c:v>
                </c:pt>
                <c:pt idx="7228">
                  <c:v>15.92836</c:v>
                </c:pt>
                <c:pt idx="7229">
                  <c:v>15.84759</c:v>
                </c:pt>
                <c:pt idx="7230">
                  <c:v>16.013400000000001</c:v>
                </c:pt>
                <c:pt idx="7231">
                  <c:v>16.129200000000001</c:v>
                </c:pt>
                <c:pt idx="7232">
                  <c:v>16.093669999999989</c:v>
                </c:pt>
                <c:pt idx="7233">
                  <c:v>16.018709999999974</c:v>
                </c:pt>
                <c:pt idx="7234">
                  <c:v>16.034120000000001</c:v>
                </c:pt>
                <c:pt idx="7235">
                  <c:v>16.031680000000001</c:v>
                </c:pt>
                <c:pt idx="7236">
                  <c:v>15.999430000000011</c:v>
                </c:pt>
                <c:pt idx="7237">
                  <c:v>16.050460000000001</c:v>
                </c:pt>
                <c:pt idx="7238">
                  <c:v>16.23761</c:v>
                </c:pt>
                <c:pt idx="7239">
                  <c:v>16.419689999999989</c:v>
                </c:pt>
                <c:pt idx="7240">
                  <c:v>16.507439999999974</c:v>
                </c:pt>
                <c:pt idx="7241">
                  <c:v>16.77366</c:v>
                </c:pt>
                <c:pt idx="7242">
                  <c:v>16.637770000000021</c:v>
                </c:pt>
                <c:pt idx="7243">
                  <c:v>16.139840000000021</c:v>
                </c:pt>
                <c:pt idx="7244">
                  <c:v>15.93154</c:v>
                </c:pt>
                <c:pt idx="7245">
                  <c:v>15.90166</c:v>
                </c:pt>
                <c:pt idx="7246">
                  <c:v>15.81978000000001</c:v>
                </c:pt>
                <c:pt idx="7247">
                  <c:v>15.43323</c:v>
                </c:pt>
                <c:pt idx="7248">
                  <c:v>15.08262</c:v>
                </c:pt>
                <c:pt idx="7249">
                  <c:v>14.789350000000001</c:v>
                </c:pt>
                <c:pt idx="7250">
                  <c:v>14.466810000000002</c:v>
                </c:pt>
                <c:pt idx="7251">
                  <c:v>14.32433</c:v>
                </c:pt>
                <c:pt idx="7252">
                  <c:v>14.38612</c:v>
                </c:pt>
                <c:pt idx="7253">
                  <c:v>14.55472</c:v>
                </c:pt>
                <c:pt idx="7254">
                  <c:v>14.626530000000002</c:v>
                </c:pt>
                <c:pt idx="7255">
                  <c:v>14.606860000000001</c:v>
                </c:pt>
                <c:pt idx="7256">
                  <c:v>14.63768</c:v>
                </c:pt>
                <c:pt idx="7257">
                  <c:v>14.571870000000001</c:v>
                </c:pt>
                <c:pt idx="7258">
                  <c:v>14.07527</c:v>
                </c:pt>
                <c:pt idx="7259">
                  <c:v>13.300050000000002</c:v>
                </c:pt>
                <c:pt idx="7260">
                  <c:v>12.450560000000012</c:v>
                </c:pt>
                <c:pt idx="7261">
                  <c:v>11.920630000000006</c:v>
                </c:pt>
                <c:pt idx="7262">
                  <c:v>11.73685</c:v>
                </c:pt>
                <c:pt idx="7263">
                  <c:v>11.334240000000001</c:v>
                </c:pt>
                <c:pt idx="7264">
                  <c:v>10.857440000000015</c:v>
                </c:pt>
                <c:pt idx="7265">
                  <c:v>10.621369999999999</c:v>
                </c:pt>
                <c:pt idx="7266">
                  <c:v>10.34271</c:v>
                </c:pt>
                <c:pt idx="7267">
                  <c:v>10.076700000000002</c:v>
                </c:pt>
                <c:pt idx="7268">
                  <c:v>9.8922300000000067</c:v>
                </c:pt>
                <c:pt idx="7269">
                  <c:v>10.00055</c:v>
                </c:pt>
                <c:pt idx="7270">
                  <c:v>10.39429</c:v>
                </c:pt>
                <c:pt idx="7271">
                  <c:v>10.87336</c:v>
                </c:pt>
                <c:pt idx="7272">
                  <c:v>11.339650000000002</c:v>
                </c:pt>
                <c:pt idx="7273">
                  <c:v>11.369410000000011</c:v>
                </c:pt>
                <c:pt idx="7274">
                  <c:v>10.971260000000001</c:v>
                </c:pt>
                <c:pt idx="7275">
                  <c:v>10.69176</c:v>
                </c:pt>
                <c:pt idx="7276">
                  <c:v>10.718379999999998</c:v>
                </c:pt>
                <c:pt idx="7277">
                  <c:v>11.042400000000002</c:v>
                </c:pt>
                <c:pt idx="7278">
                  <c:v>11.41742</c:v>
                </c:pt>
                <c:pt idx="7279">
                  <c:v>11.68642</c:v>
                </c:pt>
                <c:pt idx="7280">
                  <c:v>11.64842</c:v>
                </c:pt>
                <c:pt idx="7281">
                  <c:v>11.304120000000001</c:v>
                </c:pt>
                <c:pt idx="7282">
                  <c:v>11.105260000000001</c:v>
                </c:pt>
                <c:pt idx="7283">
                  <c:v>11.293200000000001</c:v>
                </c:pt>
                <c:pt idx="7284">
                  <c:v>11.626430000000004</c:v>
                </c:pt>
                <c:pt idx="7285">
                  <c:v>11.737309999999999</c:v>
                </c:pt>
                <c:pt idx="7286">
                  <c:v>11.474920000000001</c:v>
                </c:pt>
                <c:pt idx="7287">
                  <c:v>10.953000000000012</c:v>
                </c:pt>
                <c:pt idx="7288">
                  <c:v>10.20852</c:v>
                </c:pt>
                <c:pt idx="7289">
                  <c:v>9.4037400000000027</c:v>
                </c:pt>
                <c:pt idx="7290">
                  <c:v>8.6437100000000004</c:v>
                </c:pt>
                <c:pt idx="7291">
                  <c:v>7.8011699999999999</c:v>
                </c:pt>
                <c:pt idx="7292">
                  <c:v>7.1380299999999997</c:v>
                </c:pt>
                <c:pt idx="7293">
                  <c:v>6.6529799999999941</c:v>
                </c:pt>
                <c:pt idx="7294">
                  <c:v>6.4146299999999998</c:v>
                </c:pt>
                <c:pt idx="7295">
                  <c:v>6.2860100000000001</c:v>
                </c:pt>
                <c:pt idx="7296">
                  <c:v>5.98759</c:v>
                </c:pt>
                <c:pt idx="7297">
                  <c:v>5.9758300000000002</c:v>
                </c:pt>
                <c:pt idx="7298">
                  <c:v>6.3078099999999955</c:v>
                </c:pt>
                <c:pt idx="7299">
                  <c:v>6.7118799999999998</c:v>
                </c:pt>
                <c:pt idx="7300">
                  <c:v>7.1622699999999995</c:v>
                </c:pt>
                <c:pt idx="7301">
                  <c:v>7.4754800000000001</c:v>
                </c:pt>
                <c:pt idx="7302">
                  <c:v>7.44998</c:v>
                </c:pt>
                <c:pt idx="7303">
                  <c:v>7.3399900000000002</c:v>
                </c:pt>
                <c:pt idx="7304">
                  <c:v>7.2555899999999944</c:v>
                </c:pt>
                <c:pt idx="7305">
                  <c:v>7.0360800000000001</c:v>
                </c:pt>
                <c:pt idx="7306">
                  <c:v>6.5715300000000001</c:v>
                </c:pt>
                <c:pt idx="7307">
                  <c:v>6.1339099999999975</c:v>
                </c:pt>
                <c:pt idx="7308">
                  <c:v>6.0066300000000004</c:v>
                </c:pt>
                <c:pt idx="7309">
                  <c:v>6.0141499999999946</c:v>
                </c:pt>
                <c:pt idx="7310">
                  <c:v>6.0685599999999944</c:v>
                </c:pt>
                <c:pt idx="7311">
                  <c:v>6.0343200000000001</c:v>
                </c:pt>
                <c:pt idx="7312">
                  <c:v>5.7998200000000004</c:v>
                </c:pt>
                <c:pt idx="7313">
                  <c:v>5.6577999999999955</c:v>
                </c:pt>
                <c:pt idx="7314">
                  <c:v>5.9333900000000064</c:v>
                </c:pt>
                <c:pt idx="7315">
                  <c:v>6.4028900000000002</c:v>
                </c:pt>
                <c:pt idx="7316">
                  <c:v>6.6969499999999975</c:v>
                </c:pt>
                <c:pt idx="7317">
                  <c:v>6.891</c:v>
                </c:pt>
                <c:pt idx="7318">
                  <c:v>7.0565099999999985</c:v>
                </c:pt>
                <c:pt idx="7319">
                  <c:v>7.2085699999999999</c:v>
                </c:pt>
                <c:pt idx="7320">
                  <c:v>7.2341699999999998</c:v>
                </c:pt>
                <c:pt idx="7321">
                  <c:v>7.2011099999999999</c:v>
                </c:pt>
                <c:pt idx="7322">
                  <c:v>7.163559999999995</c:v>
                </c:pt>
                <c:pt idx="7323">
                  <c:v>6.9257799999999996</c:v>
                </c:pt>
                <c:pt idx="7324">
                  <c:v>6.8066700000000004</c:v>
                </c:pt>
                <c:pt idx="7325">
                  <c:v>6.9883500000000014</c:v>
                </c:pt>
                <c:pt idx="7326">
                  <c:v>7.0872799999999998</c:v>
                </c:pt>
                <c:pt idx="7327">
                  <c:v>7.1098299999999997</c:v>
                </c:pt>
                <c:pt idx="7328">
                  <c:v>7.1183799999999975</c:v>
                </c:pt>
                <c:pt idx="7329">
                  <c:v>7.0221899999999939</c:v>
                </c:pt>
                <c:pt idx="7330">
                  <c:v>6.9124299999999996</c:v>
                </c:pt>
                <c:pt idx="7331">
                  <c:v>6.9527799999999997</c:v>
                </c:pt>
                <c:pt idx="7332">
                  <c:v>7.2416200000000064</c:v>
                </c:pt>
                <c:pt idx="7333">
                  <c:v>7.5724999999999998</c:v>
                </c:pt>
                <c:pt idx="7334">
                  <c:v>7.8418900000000002</c:v>
                </c:pt>
                <c:pt idx="7335">
                  <c:v>8.1750000000000007</c:v>
                </c:pt>
                <c:pt idx="7336">
                  <c:v>8.3750700000000027</c:v>
                </c:pt>
                <c:pt idx="7337">
                  <c:v>8.4631100000000004</c:v>
                </c:pt>
                <c:pt idx="7338">
                  <c:v>8.7892100000000006</c:v>
                </c:pt>
                <c:pt idx="7339">
                  <c:v>9.0819100000000006</c:v>
                </c:pt>
                <c:pt idx="7340">
                  <c:v>9.1824100000000008</c:v>
                </c:pt>
                <c:pt idx="7341">
                  <c:v>9.2030800000000017</c:v>
                </c:pt>
                <c:pt idx="7342">
                  <c:v>9.1806300000000007</c:v>
                </c:pt>
                <c:pt idx="7343">
                  <c:v>9.2871500000000005</c:v>
                </c:pt>
                <c:pt idx="7344">
                  <c:v>9.3508200000000006</c:v>
                </c:pt>
                <c:pt idx="7345">
                  <c:v>9.4154400000000109</c:v>
                </c:pt>
                <c:pt idx="7346">
                  <c:v>9.618129999999999</c:v>
                </c:pt>
                <c:pt idx="7347">
                  <c:v>9.8023600000000002</c:v>
                </c:pt>
                <c:pt idx="7348">
                  <c:v>10.14499</c:v>
                </c:pt>
                <c:pt idx="7349">
                  <c:v>10.182310000000001</c:v>
                </c:pt>
                <c:pt idx="7350">
                  <c:v>9.7638300000000005</c:v>
                </c:pt>
                <c:pt idx="7351">
                  <c:v>9.4439900000000012</c:v>
                </c:pt>
                <c:pt idx="7352">
                  <c:v>9.4482499999999998</c:v>
                </c:pt>
                <c:pt idx="7353">
                  <c:v>9.7162400000000009</c:v>
                </c:pt>
                <c:pt idx="7354">
                  <c:v>10.059050000000004</c:v>
                </c:pt>
                <c:pt idx="7355">
                  <c:v>10.40226</c:v>
                </c:pt>
                <c:pt idx="7356">
                  <c:v>10.79918</c:v>
                </c:pt>
                <c:pt idx="7357">
                  <c:v>11.170590000000002</c:v>
                </c:pt>
                <c:pt idx="7358">
                  <c:v>11.43028</c:v>
                </c:pt>
                <c:pt idx="7359">
                  <c:v>11.724069999999999</c:v>
                </c:pt>
                <c:pt idx="7360">
                  <c:v>12.08121</c:v>
                </c:pt>
                <c:pt idx="7361">
                  <c:v>12.43388</c:v>
                </c:pt>
                <c:pt idx="7362">
                  <c:v>12.675040000000006</c:v>
                </c:pt>
                <c:pt idx="7363">
                  <c:v>12.85432</c:v>
                </c:pt>
                <c:pt idx="7364">
                  <c:v>13.1959</c:v>
                </c:pt>
                <c:pt idx="7365">
                  <c:v>13.687890000000001</c:v>
                </c:pt>
                <c:pt idx="7366">
                  <c:v>14.01585</c:v>
                </c:pt>
                <c:pt idx="7367">
                  <c:v>14.149650000000001</c:v>
                </c:pt>
                <c:pt idx="7368">
                  <c:v>14.681340000000001</c:v>
                </c:pt>
                <c:pt idx="7369">
                  <c:v>14.82779</c:v>
                </c:pt>
                <c:pt idx="7370">
                  <c:v>14.07812</c:v>
                </c:pt>
                <c:pt idx="7371">
                  <c:v>13.072510000000012</c:v>
                </c:pt>
                <c:pt idx="7372">
                  <c:v>11.71799</c:v>
                </c:pt>
                <c:pt idx="7373">
                  <c:v>10.159190000000002</c:v>
                </c:pt>
                <c:pt idx="7374">
                  <c:v>9.1334600000000012</c:v>
                </c:pt>
                <c:pt idx="7375">
                  <c:v>9.1759700000000013</c:v>
                </c:pt>
                <c:pt idx="7376">
                  <c:v>9.9067700000000034</c:v>
                </c:pt>
                <c:pt idx="7377">
                  <c:v>10.386190000000004</c:v>
                </c:pt>
                <c:pt idx="7378">
                  <c:v>10.366960000000002</c:v>
                </c:pt>
                <c:pt idx="7379">
                  <c:v>10.4352</c:v>
                </c:pt>
                <c:pt idx="7380">
                  <c:v>10.72458</c:v>
                </c:pt>
                <c:pt idx="7381">
                  <c:v>11.238339999999999</c:v>
                </c:pt>
                <c:pt idx="7382">
                  <c:v>11.99635</c:v>
                </c:pt>
                <c:pt idx="7383">
                  <c:v>12.724030000000001</c:v>
                </c:pt>
                <c:pt idx="7384">
                  <c:v>13.285260000000001</c:v>
                </c:pt>
                <c:pt idx="7385">
                  <c:v>13.84862</c:v>
                </c:pt>
                <c:pt idx="7386">
                  <c:v>14.610190000000001</c:v>
                </c:pt>
                <c:pt idx="7387">
                  <c:v>15.550930000000006</c:v>
                </c:pt>
                <c:pt idx="7388">
                  <c:v>16.555489999999974</c:v>
                </c:pt>
                <c:pt idx="7389">
                  <c:v>17.333570000000005</c:v>
                </c:pt>
                <c:pt idx="7390">
                  <c:v>17.650230000000001</c:v>
                </c:pt>
                <c:pt idx="7391">
                  <c:v>17.499119999999973</c:v>
                </c:pt>
                <c:pt idx="7392">
                  <c:v>17.312180000000001</c:v>
                </c:pt>
                <c:pt idx="7393">
                  <c:v>17.337860000000035</c:v>
                </c:pt>
                <c:pt idx="7394">
                  <c:v>17.464269999999978</c:v>
                </c:pt>
                <c:pt idx="7395">
                  <c:v>17.722299999999972</c:v>
                </c:pt>
                <c:pt idx="7396">
                  <c:v>17.869289999999989</c:v>
                </c:pt>
                <c:pt idx="7397">
                  <c:v>17.947329999999972</c:v>
                </c:pt>
                <c:pt idx="7398">
                  <c:v>17.724699999999974</c:v>
                </c:pt>
                <c:pt idx="7399">
                  <c:v>17.52948</c:v>
                </c:pt>
                <c:pt idx="7400">
                  <c:v>17.37566</c:v>
                </c:pt>
                <c:pt idx="7401">
                  <c:v>17.14113</c:v>
                </c:pt>
                <c:pt idx="7402">
                  <c:v>17.343599999999974</c:v>
                </c:pt>
                <c:pt idx="7403">
                  <c:v>17.891500000000001</c:v>
                </c:pt>
                <c:pt idx="7404">
                  <c:v>18.591370000000001</c:v>
                </c:pt>
                <c:pt idx="7405">
                  <c:v>19.404330000000002</c:v>
                </c:pt>
                <c:pt idx="7406">
                  <c:v>20.404029999999974</c:v>
                </c:pt>
                <c:pt idx="7407">
                  <c:v>21.309660000000001</c:v>
                </c:pt>
                <c:pt idx="7408">
                  <c:v>21.805669999999989</c:v>
                </c:pt>
                <c:pt idx="7409">
                  <c:v>22.060789999999972</c:v>
                </c:pt>
                <c:pt idx="7410">
                  <c:v>22.201539999999973</c:v>
                </c:pt>
                <c:pt idx="7411">
                  <c:v>22.284990000000001</c:v>
                </c:pt>
                <c:pt idx="7412">
                  <c:v>22.310770000000005</c:v>
                </c:pt>
                <c:pt idx="7413">
                  <c:v>22.548850000000005</c:v>
                </c:pt>
                <c:pt idx="7414">
                  <c:v>22.475319999999975</c:v>
                </c:pt>
                <c:pt idx="7415">
                  <c:v>22.000019999999989</c:v>
                </c:pt>
                <c:pt idx="7416">
                  <c:v>21.941120000000002</c:v>
                </c:pt>
                <c:pt idx="7417">
                  <c:v>22.054169999999999</c:v>
                </c:pt>
                <c:pt idx="7418">
                  <c:v>22.063539999999964</c:v>
                </c:pt>
                <c:pt idx="7419">
                  <c:v>21.766019999999973</c:v>
                </c:pt>
                <c:pt idx="7420">
                  <c:v>21.118639999999989</c:v>
                </c:pt>
                <c:pt idx="7421">
                  <c:v>20.78492</c:v>
                </c:pt>
                <c:pt idx="7422">
                  <c:v>20.840429999999973</c:v>
                </c:pt>
                <c:pt idx="7423">
                  <c:v>20.88376999999997</c:v>
                </c:pt>
                <c:pt idx="7424">
                  <c:v>20.62013</c:v>
                </c:pt>
                <c:pt idx="7425">
                  <c:v>20.099</c:v>
                </c:pt>
                <c:pt idx="7426">
                  <c:v>19.840029999999974</c:v>
                </c:pt>
                <c:pt idx="7427">
                  <c:v>19.894909999999999</c:v>
                </c:pt>
                <c:pt idx="7428">
                  <c:v>20.14211999999997</c:v>
                </c:pt>
                <c:pt idx="7429">
                  <c:v>20.515440000000002</c:v>
                </c:pt>
                <c:pt idx="7430">
                  <c:v>20.936979999999988</c:v>
                </c:pt>
                <c:pt idx="7431">
                  <c:v>21.436309999999974</c:v>
                </c:pt>
                <c:pt idx="7432">
                  <c:v>21.713840000000001</c:v>
                </c:pt>
                <c:pt idx="7433">
                  <c:v>21.471520000000002</c:v>
                </c:pt>
                <c:pt idx="7434">
                  <c:v>20.812629999999974</c:v>
                </c:pt>
                <c:pt idx="7435">
                  <c:v>19.828279999999989</c:v>
                </c:pt>
                <c:pt idx="7436">
                  <c:v>18.97751999999997</c:v>
                </c:pt>
                <c:pt idx="7437">
                  <c:v>18.83173</c:v>
                </c:pt>
                <c:pt idx="7438">
                  <c:v>18.972389999999972</c:v>
                </c:pt>
                <c:pt idx="7439">
                  <c:v>18.513850000000033</c:v>
                </c:pt>
                <c:pt idx="7440">
                  <c:v>17.887589999999989</c:v>
                </c:pt>
                <c:pt idx="7441">
                  <c:v>17.76155</c:v>
                </c:pt>
                <c:pt idx="7442">
                  <c:v>18.193300000000001</c:v>
                </c:pt>
                <c:pt idx="7443">
                  <c:v>19.058810000000001</c:v>
                </c:pt>
                <c:pt idx="7444">
                  <c:v>19.936979999999988</c:v>
                </c:pt>
                <c:pt idx="7445">
                  <c:v>20.362760000000002</c:v>
                </c:pt>
                <c:pt idx="7446">
                  <c:v>20.699400000000001</c:v>
                </c:pt>
                <c:pt idx="7447">
                  <c:v>21.30331</c:v>
                </c:pt>
                <c:pt idx="7448">
                  <c:v>21.977170000000001</c:v>
                </c:pt>
                <c:pt idx="7449">
                  <c:v>22.701589999999989</c:v>
                </c:pt>
                <c:pt idx="7450">
                  <c:v>23.286189999999973</c:v>
                </c:pt>
                <c:pt idx="7451">
                  <c:v>23.539459999999988</c:v>
                </c:pt>
                <c:pt idx="7452">
                  <c:v>23.36609</c:v>
                </c:pt>
                <c:pt idx="7453">
                  <c:v>23.52131</c:v>
                </c:pt>
                <c:pt idx="7454">
                  <c:v>24.28595</c:v>
                </c:pt>
                <c:pt idx="7455">
                  <c:v>25.058350000000001</c:v>
                </c:pt>
                <c:pt idx="7456">
                  <c:v>25.57592</c:v>
                </c:pt>
                <c:pt idx="7457">
                  <c:v>25.538539999999973</c:v>
                </c:pt>
                <c:pt idx="7458">
                  <c:v>25.470779999999973</c:v>
                </c:pt>
                <c:pt idx="7459">
                  <c:v>25.64894</c:v>
                </c:pt>
                <c:pt idx="7460">
                  <c:v>25.863959999999999</c:v>
                </c:pt>
                <c:pt idx="7461">
                  <c:v>25.988419999999955</c:v>
                </c:pt>
                <c:pt idx="7462">
                  <c:v>25.87969</c:v>
                </c:pt>
                <c:pt idx="7463">
                  <c:v>25.771470000000001</c:v>
                </c:pt>
                <c:pt idx="7464">
                  <c:v>25.813970000000033</c:v>
                </c:pt>
                <c:pt idx="7465">
                  <c:v>25.967770000000002</c:v>
                </c:pt>
                <c:pt idx="7466">
                  <c:v>26.093450000000001</c:v>
                </c:pt>
                <c:pt idx="7467">
                  <c:v>25.886780000000002</c:v>
                </c:pt>
                <c:pt idx="7468">
                  <c:v>25.520579999999974</c:v>
                </c:pt>
                <c:pt idx="7469">
                  <c:v>25.812870000000022</c:v>
                </c:pt>
                <c:pt idx="7470">
                  <c:v>26.6722</c:v>
                </c:pt>
                <c:pt idx="7471">
                  <c:v>27.055969999999999</c:v>
                </c:pt>
                <c:pt idx="7472">
                  <c:v>26.746880000000001</c:v>
                </c:pt>
                <c:pt idx="7473">
                  <c:v>26.708069999999989</c:v>
                </c:pt>
                <c:pt idx="7474">
                  <c:v>26.699259999999999</c:v>
                </c:pt>
                <c:pt idx="7475">
                  <c:v>26.471810000000001</c:v>
                </c:pt>
                <c:pt idx="7476">
                  <c:v>26.49731999999997</c:v>
                </c:pt>
                <c:pt idx="7477">
                  <c:v>26.845529999999975</c:v>
                </c:pt>
                <c:pt idx="7478">
                  <c:v>27.504169999999988</c:v>
                </c:pt>
                <c:pt idx="7479">
                  <c:v>28.208779999999972</c:v>
                </c:pt>
                <c:pt idx="7480">
                  <c:v>28.244299999999978</c:v>
                </c:pt>
                <c:pt idx="7481">
                  <c:v>27.50632999999997</c:v>
                </c:pt>
                <c:pt idx="7482">
                  <c:v>26.680499999999974</c:v>
                </c:pt>
                <c:pt idx="7483">
                  <c:v>26.265049999999956</c:v>
                </c:pt>
                <c:pt idx="7484">
                  <c:v>26.377140000000001</c:v>
                </c:pt>
                <c:pt idx="7485">
                  <c:v>26.996829999999989</c:v>
                </c:pt>
                <c:pt idx="7486">
                  <c:v>27.846119999999978</c:v>
                </c:pt>
                <c:pt idx="7487">
                  <c:v>27.989049999999956</c:v>
                </c:pt>
                <c:pt idx="7488">
                  <c:v>27.186869999999999</c:v>
                </c:pt>
                <c:pt idx="7489">
                  <c:v>26.313980000000026</c:v>
                </c:pt>
                <c:pt idx="7490">
                  <c:v>25.78782</c:v>
                </c:pt>
                <c:pt idx="7491">
                  <c:v>25.608860000000021</c:v>
                </c:pt>
                <c:pt idx="7492">
                  <c:v>25.72775</c:v>
                </c:pt>
                <c:pt idx="7493">
                  <c:v>25.914619999999989</c:v>
                </c:pt>
                <c:pt idx="7494">
                  <c:v>26.159459999999999</c:v>
                </c:pt>
                <c:pt idx="7495">
                  <c:v>26.483639999999955</c:v>
                </c:pt>
                <c:pt idx="7496">
                  <c:v>26.87259999999997</c:v>
                </c:pt>
                <c:pt idx="7497">
                  <c:v>27.306609999999989</c:v>
                </c:pt>
                <c:pt idx="7498">
                  <c:v>27.62246</c:v>
                </c:pt>
                <c:pt idx="7499">
                  <c:v>28.017840000000021</c:v>
                </c:pt>
                <c:pt idx="7500">
                  <c:v>28.549429999999973</c:v>
                </c:pt>
                <c:pt idx="7501">
                  <c:v>28.985549999999954</c:v>
                </c:pt>
                <c:pt idx="7502">
                  <c:v>29.198119999999989</c:v>
                </c:pt>
                <c:pt idx="7503">
                  <c:v>29.259340000000002</c:v>
                </c:pt>
                <c:pt idx="7504">
                  <c:v>29.410299999999989</c:v>
                </c:pt>
                <c:pt idx="7505">
                  <c:v>29.616790000000005</c:v>
                </c:pt>
                <c:pt idx="7506">
                  <c:v>29.718019999999989</c:v>
                </c:pt>
                <c:pt idx="7507">
                  <c:v>29.641400000000001</c:v>
                </c:pt>
                <c:pt idx="7508">
                  <c:v>29.590199999999989</c:v>
                </c:pt>
                <c:pt idx="7509">
                  <c:v>29.847719999999974</c:v>
                </c:pt>
                <c:pt idx="7510">
                  <c:v>30.012739999999972</c:v>
                </c:pt>
                <c:pt idx="7511">
                  <c:v>29.742039999999957</c:v>
                </c:pt>
                <c:pt idx="7512">
                  <c:v>29.520119999999974</c:v>
                </c:pt>
                <c:pt idx="7513">
                  <c:v>29.712759999999989</c:v>
                </c:pt>
                <c:pt idx="7514">
                  <c:v>30.14678</c:v>
                </c:pt>
                <c:pt idx="7515">
                  <c:v>30.601990000000022</c:v>
                </c:pt>
                <c:pt idx="7516">
                  <c:v>30.980119999999957</c:v>
                </c:pt>
                <c:pt idx="7517">
                  <c:v>30.84028</c:v>
                </c:pt>
                <c:pt idx="7518">
                  <c:v>30.214359999999999</c:v>
                </c:pt>
                <c:pt idx="7519">
                  <c:v>29.66817</c:v>
                </c:pt>
                <c:pt idx="7520">
                  <c:v>29.402099999999972</c:v>
                </c:pt>
                <c:pt idx="7521">
                  <c:v>29.484079999999974</c:v>
                </c:pt>
                <c:pt idx="7522">
                  <c:v>29.403509999999972</c:v>
                </c:pt>
                <c:pt idx="7523">
                  <c:v>28.979030000000002</c:v>
                </c:pt>
                <c:pt idx="7524">
                  <c:v>28.4344</c:v>
                </c:pt>
                <c:pt idx="7525">
                  <c:v>28.049939999999989</c:v>
                </c:pt>
                <c:pt idx="7526">
                  <c:v>28.116910000000022</c:v>
                </c:pt>
                <c:pt idx="7527">
                  <c:v>28.345880000000001</c:v>
                </c:pt>
                <c:pt idx="7528">
                  <c:v>28.382519999999964</c:v>
                </c:pt>
                <c:pt idx="7529">
                  <c:v>28.127990000000022</c:v>
                </c:pt>
                <c:pt idx="7530">
                  <c:v>27.951789999999974</c:v>
                </c:pt>
                <c:pt idx="7531">
                  <c:v>28.227439999999973</c:v>
                </c:pt>
                <c:pt idx="7532">
                  <c:v>28.549410000000002</c:v>
                </c:pt>
                <c:pt idx="7533">
                  <c:v>28.525319999999972</c:v>
                </c:pt>
                <c:pt idx="7534">
                  <c:v>28.367069999999988</c:v>
                </c:pt>
                <c:pt idx="7535">
                  <c:v>28.193619999999989</c:v>
                </c:pt>
                <c:pt idx="7536">
                  <c:v>28.11551</c:v>
                </c:pt>
                <c:pt idx="7537">
                  <c:v>28.153970000000033</c:v>
                </c:pt>
                <c:pt idx="7538">
                  <c:v>27.921869999999988</c:v>
                </c:pt>
                <c:pt idx="7539">
                  <c:v>27.52047</c:v>
                </c:pt>
                <c:pt idx="7540">
                  <c:v>27.496429999999975</c:v>
                </c:pt>
                <c:pt idx="7541">
                  <c:v>27.713819999999988</c:v>
                </c:pt>
                <c:pt idx="7542">
                  <c:v>27.703039999999973</c:v>
                </c:pt>
                <c:pt idx="7543">
                  <c:v>27.53173</c:v>
                </c:pt>
                <c:pt idx="7544">
                  <c:v>26.96987</c:v>
                </c:pt>
                <c:pt idx="7545">
                  <c:v>26.299339999999972</c:v>
                </c:pt>
                <c:pt idx="7546">
                  <c:v>26.079660000000001</c:v>
                </c:pt>
                <c:pt idx="7547">
                  <c:v>25.953050000000001</c:v>
                </c:pt>
                <c:pt idx="7548">
                  <c:v>25.315270000000005</c:v>
                </c:pt>
                <c:pt idx="7549">
                  <c:v>24.283409999999975</c:v>
                </c:pt>
                <c:pt idx="7550">
                  <c:v>22.886539999999975</c:v>
                </c:pt>
                <c:pt idx="7551">
                  <c:v>21.74046999999997</c:v>
                </c:pt>
                <c:pt idx="7552">
                  <c:v>21.32216</c:v>
                </c:pt>
                <c:pt idx="7553">
                  <c:v>21.27047</c:v>
                </c:pt>
                <c:pt idx="7554">
                  <c:v>21.563849999999974</c:v>
                </c:pt>
                <c:pt idx="7555">
                  <c:v>21.734919999999999</c:v>
                </c:pt>
                <c:pt idx="7556">
                  <c:v>21.38608</c:v>
                </c:pt>
                <c:pt idx="7557">
                  <c:v>20.81663</c:v>
                </c:pt>
                <c:pt idx="7558">
                  <c:v>20.575239999999972</c:v>
                </c:pt>
                <c:pt idx="7559">
                  <c:v>20.537400000000005</c:v>
                </c:pt>
                <c:pt idx="7560">
                  <c:v>20.502739999999957</c:v>
                </c:pt>
                <c:pt idx="7561">
                  <c:v>20.391580000000001</c:v>
                </c:pt>
                <c:pt idx="7562">
                  <c:v>20.058820000000001</c:v>
                </c:pt>
                <c:pt idx="7563">
                  <c:v>19.668139999999973</c:v>
                </c:pt>
                <c:pt idx="7564">
                  <c:v>19.332460000000001</c:v>
                </c:pt>
                <c:pt idx="7565">
                  <c:v>19.03058</c:v>
                </c:pt>
                <c:pt idx="7566">
                  <c:v>18.916889999999999</c:v>
                </c:pt>
                <c:pt idx="7567">
                  <c:v>19.162509999999973</c:v>
                </c:pt>
                <c:pt idx="7568">
                  <c:v>19.486889999999974</c:v>
                </c:pt>
                <c:pt idx="7569">
                  <c:v>19.670829999999999</c:v>
                </c:pt>
                <c:pt idx="7570">
                  <c:v>19.877910000000021</c:v>
                </c:pt>
                <c:pt idx="7571">
                  <c:v>20.135259999999999</c:v>
                </c:pt>
                <c:pt idx="7572">
                  <c:v>20.325329999999973</c:v>
                </c:pt>
                <c:pt idx="7573">
                  <c:v>20.430150000000001</c:v>
                </c:pt>
                <c:pt idx="7574">
                  <c:v>20.478649999999952</c:v>
                </c:pt>
                <c:pt idx="7575">
                  <c:v>20.20837999999997</c:v>
                </c:pt>
                <c:pt idx="7576">
                  <c:v>19.54001999999997</c:v>
                </c:pt>
                <c:pt idx="7577">
                  <c:v>18.8828</c:v>
                </c:pt>
                <c:pt idx="7578">
                  <c:v>18.534170000000021</c:v>
                </c:pt>
                <c:pt idx="7579">
                  <c:v>18.545459999999974</c:v>
                </c:pt>
                <c:pt idx="7580">
                  <c:v>18.873429999999974</c:v>
                </c:pt>
                <c:pt idx="7581">
                  <c:v>19.055350000000001</c:v>
                </c:pt>
                <c:pt idx="7582">
                  <c:v>18.860849999999989</c:v>
                </c:pt>
                <c:pt idx="7583">
                  <c:v>18.595089999999974</c:v>
                </c:pt>
                <c:pt idx="7584">
                  <c:v>18.651180000000021</c:v>
                </c:pt>
                <c:pt idx="7585">
                  <c:v>18.767019999999974</c:v>
                </c:pt>
                <c:pt idx="7586">
                  <c:v>18.5501</c:v>
                </c:pt>
                <c:pt idx="7587">
                  <c:v>18.168669999999974</c:v>
                </c:pt>
                <c:pt idx="7588">
                  <c:v>17.75667</c:v>
                </c:pt>
                <c:pt idx="7589">
                  <c:v>17.388199999999973</c:v>
                </c:pt>
                <c:pt idx="7590">
                  <c:v>16.837119999999999</c:v>
                </c:pt>
                <c:pt idx="7591">
                  <c:v>16.556950000000022</c:v>
                </c:pt>
                <c:pt idx="7592">
                  <c:v>16.739730000000002</c:v>
                </c:pt>
                <c:pt idx="7593">
                  <c:v>16.450780000000002</c:v>
                </c:pt>
                <c:pt idx="7594">
                  <c:v>16.018000000000001</c:v>
                </c:pt>
                <c:pt idx="7595">
                  <c:v>15.586970000000001</c:v>
                </c:pt>
                <c:pt idx="7596">
                  <c:v>15.365580000000021</c:v>
                </c:pt>
                <c:pt idx="7597">
                  <c:v>15.21246</c:v>
                </c:pt>
                <c:pt idx="7598">
                  <c:v>15.484030000000002</c:v>
                </c:pt>
                <c:pt idx="7599">
                  <c:v>15.134650000000001</c:v>
                </c:pt>
                <c:pt idx="7600">
                  <c:v>14.965060000000006</c:v>
                </c:pt>
                <c:pt idx="7601">
                  <c:v>15.008900000000001</c:v>
                </c:pt>
                <c:pt idx="7602">
                  <c:v>15.09005</c:v>
                </c:pt>
                <c:pt idx="7603">
                  <c:v>14.94989</c:v>
                </c:pt>
                <c:pt idx="7604">
                  <c:v>14.96912</c:v>
                </c:pt>
                <c:pt idx="7605">
                  <c:v>14.934950000000001</c:v>
                </c:pt>
                <c:pt idx="7606">
                  <c:v>14.46308000000001</c:v>
                </c:pt>
                <c:pt idx="7607">
                  <c:v>14.168979999999999</c:v>
                </c:pt>
                <c:pt idx="7608">
                  <c:v>14.095140000000002</c:v>
                </c:pt>
                <c:pt idx="7609">
                  <c:v>14.108379999999999</c:v>
                </c:pt>
                <c:pt idx="7610">
                  <c:v>13.931710000000001</c:v>
                </c:pt>
                <c:pt idx="7611">
                  <c:v>13.2895</c:v>
                </c:pt>
                <c:pt idx="7612">
                  <c:v>12.872920000000002</c:v>
                </c:pt>
                <c:pt idx="7613">
                  <c:v>12.869350000000004</c:v>
                </c:pt>
                <c:pt idx="7614">
                  <c:v>13.184329999999999</c:v>
                </c:pt>
                <c:pt idx="7615">
                  <c:v>13.241069999999999</c:v>
                </c:pt>
                <c:pt idx="7616">
                  <c:v>13.09117</c:v>
                </c:pt>
                <c:pt idx="7617">
                  <c:v>13.04546</c:v>
                </c:pt>
                <c:pt idx="7618">
                  <c:v>13.22223</c:v>
                </c:pt>
                <c:pt idx="7619">
                  <c:v>13.46823</c:v>
                </c:pt>
                <c:pt idx="7620">
                  <c:v>13.592480000000011</c:v>
                </c:pt>
                <c:pt idx="7621">
                  <c:v>13.247869999999999</c:v>
                </c:pt>
                <c:pt idx="7622">
                  <c:v>12.726240000000001</c:v>
                </c:pt>
                <c:pt idx="7623">
                  <c:v>12.56532</c:v>
                </c:pt>
                <c:pt idx="7624">
                  <c:v>12.679650000000002</c:v>
                </c:pt>
                <c:pt idx="7625">
                  <c:v>12.788540000000001</c:v>
                </c:pt>
                <c:pt idx="7626">
                  <c:v>12.350010000000006</c:v>
                </c:pt>
                <c:pt idx="7627">
                  <c:v>11.875800000000011</c:v>
                </c:pt>
                <c:pt idx="7628">
                  <c:v>11.72142</c:v>
                </c:pt>
                <c:pt idx="7629">
                  <c:v>11.46171</c:v>
                </c:pt>
                <c:pt idx="7630">
                  <c:v>11.24775</c:v>
                </c:pt>
                <c:pt idx="7631">
                  <c:v>11.10735</c:v>
                </c:pt>
                <c:pt idx="7632">
                  <c:v>10.962580000000019</c:v>
                </c:pt>
                <c:pt idx="7633">
                  <c:v>10.79669</c:v>
                </c:pt>
                <c:pt idx="7634">
                  <c:v>10.767110000000001</c:v>
                </c:pt>
                <c:pt idx="7635">
                  <c:v>10.56085</c:v>
                </c:pt>
                <c:pt idx="7636">
                  <c:v>10.098929999999999</c:v>
                </c:pt>
                <c:pt idx="7637">
                  <c:v>9.8760500000000047</c:v>
                </c:pt>
                <c:pt idx="7638">
                  <c:v>9.9328000000000003</c:v>
                </c:pt>
                <c:pt idx="7639">
                  <c:v>10.14057</c:v>
                </c:pt>
                <c:pt idx="7640">
                  <c:v>10.256690000000004</c:v>
                </c:pt>
                <c:pt idx="7641">
                  <c:v>10.38951000000001</c:v>
                </c:pt>
                <c:pt idx="7642">
                  <c:v>10.656600000000006</c:v>
                </c:pt>
                <c:pt idx="7643">
                  <c:v>10.87129</c:v>
                </c:pt>
                <c:pt idx="7644">
                  <c:v>10.69534</c:v>
                </c:pt>
                <c:pt idx="7645">
                  <c:v>10.231119999999999</c:v>
                </c:pt>
                <c:pt idx="7646">
                  <c:v>9.90062</c:v>
                </c:pt>
                <c:pt idx="7647">
                  <c:v>9.8207400000000007</c:v>
                </c:pt>
                <c:pt idx="7648">
                  <c:v>9.8210300000000004</c:v>
                </c:pt>
                <c:pt idx="7649">
                  <c:v>9.7502300000000002</c:v>
                </c:pt>
                <c:pt idx="7650">
                  <c:v>9.5530500000000007</c:v>
                </c:pt>
                <c:pt idx="7651">
                  <c:v>9.3104900000000068</c:v>
                </c:pt>
                <c:pt idx="7652">
                  <c:v>9.0836000000000006</c:v>
                </c:pt>
                <c:pt idx="7653">
                  <c:v>9.0869500000000034</c:v>
                </c:pt>
                <c:pt idx="7654">
                  <c:v>9.3186</c:v>
                </c:pt>
                <c:pt idx="7655">
                  <c:v>9.4497100000000014</c:v>
                </c:pt>
                <c:pt idx="7656">
                  <c:v>9.5126400000000046</c:v>
                </c:pt>
                <c:pt idx="7657">
                  <c:v>9.6302500000000002</c:v>
                </c:pt>
                <c:pt idx="7658">
                  <c:v>9.7195800000000006</c:v>
                </c:pt>
                <c:pt idx="7659">
                  <c:v>9.7468299999999992</c:v>
                </c:pt>
                <c:pt idx="7660">
                  <c:v>9.3465500000000006</c:v>
                </c:pt>
                <c:pt idx="7661">
                  <c:v>8.8191300000000048</c:v>
                </c:pt>
                <c:pt idx="7662">
                  <c:v>8.6515200000000014</c:v>
                </c:pt>
                <c:pt idx="7663">
                  <c:v>8.7550900000000027</c:v>
                </c:pt>
                <c:pt idx="7664">
                  <c:v>8.8623900000000067</c:v>
                </c:pt>
                <c:pt idx="7665">
                  <c:v>8.8386200000000006</c:v>
                </c:pt>
                <c:pt idx="7666">
                  <c:v>8.7835200000000011</c:v>
                </c:pt>
                <c:pt idx="7667">
                  <c:v>8.6410300000000007</c:v>
                </c:pt>
                <c:pt idx="7668">
                  <c:v>8.4156500000000047</c:v>
                </c:pt>
                <c:pt idx="7669">
                  <c:v>8.2413199999999929</c:v>
                </c:pt>
                <c:pt idx="7670">
                  <c:v>8.2496200000000002</c:v>
                </c:pt>
                <c:pt idx="7671">
                  <c:v>8.5592500000000005</c:v>
                </c:pt>
                <c:pt idx="7672">
                  <c:v>8.6624100000000048</c:v>
                </c:pt>
                <c:pt idx="7673">
                  <c:v>8.5171200000000002</c:v>
                </c:pt>
                <c:pt idx="7674">
                  <c:v>8.3103200000000008</c:v>
                </c:pt>
                <c:pt idx="7675">
                  <c:v>7.98651</c:v>
                </c:pt>
                <c:pt idx="7676">
                  <c:v>7.60832</c:v>
                </c:pt>
                <c:pt idx="7677">
                  <c:v>7.3170399999999951</c:v>
                </c:pt>
                <c:pt idx="7678">
                  <c:v>7.2144399999999944</c:v>
                </c:pt>
                <c:pt idx="7679">
                  <c:v>7.1956199999999955</c:v>
                </c:pt>
                <c:pt idx="7680">
                  <c:v>7.2273799999999975</c:v>
                </c:pt>
                <c:pt idx="7681">
                  <c:v>7.3918099999999995</c:v>
                </c:pt>
                <c:pt idx="7682">
                  <c:v>7.4002200000000062</c:v>
                </c:pt>
                <c:pt idx="7683">
                  <c:v>7.1578199999999921</c:v>
                </c:pt>
                <c:pt idx="7684">
                  <c:v>6.8192500000000003</c:v>
                </c:pt>
                <c:pt idx="7685">
                  <c:v>6.3651299999999944</c:v>
                </c:pt>
                <c:pt idx="7686">
                  <c:v>5.9658899999999955</c:v>
                </c:pt>
                <c:pt idx="7687">
                  <c:v>5.84762</c:v>
                </c:pt>
                <c:pt idx="7688">
                  <c:v>5.9255799999999965</c:v>
                </c:pt>
                <c:pt idx="7689">
                  <c:v>5.9555400000000001</c:v>
                </c:pt>
                <c:pt idx="7690">
                  <c:v>6.2053500000000001</c:v>
                </c:pt>
                <c:pt idx="7691">
                  <c:v>6.68825</c:v>
                </c:pt>
                <c:pt idx="7692">
                  <c:v>7.1594899999999955</c:v>
                </c:pt>
                <c:pt idx="7693">
                  <c:v>7.5103200000000001</c:v>
                </c:pt>
                <c:pt idx="7694">
                  <c:v>7.7656599999999996</c:v>
                </c:pt>
                <c:pt idx="7695">
                  <c:v>7.9092900000000066</c:v>
                </c:pt>
                <c:pt idx="7696">
                  <c:v>7.9561900000000003</c:v>
                </c:pt>
                <c:pt idx="7697">
                  <c:v>7.8836399999999998</c:v>
                </c:pt>
                <c:pt idx="7698">
                  <c:v>7.5920199999999944</c:v>
                </c:pt>
                <c:pt idx="7699">
                  <c:v>7.2897800000000004</c:v>
                </c:pt>
                <c:pt idx="7700">
                  <c:v>7.1735899999999955</c:v>
                </c:pt>
                <c:pt idx="7701">
                  <c:v>7.2124699999999997</c:v>
                </c:pt>
                <c:pt idx="7702">
                  <c:v>7.2870999999999997</c:v>
                </c:pt>
                <c:pt idx="7703">
                  <c:v>7.1677799999999943</c:v>
                </c:pt>
                <c:pt idx="7704">
                  <c:v>7.1274699999999944</c:v>
                </c:pt>
                <c:pt idx="7705">
                  <c:v>7.3061699999999998</c:v>
                </c:pt>
                <c:pt idx="7706">
                  <c:v>7.5795300000000001</c:v>
                </c:pt>
                <c:pt idx="7707">
                  <c:v>7.8468</c:v>
                </c:pt>
                <c:pt idx="7708">
                  <c:v>7.9047599999999996</c:v>
                </c:pt>
                <c:pt idx="7709">
                  <c:v>7.7398300000000004</c:v>
                </c:pt>
                <c:pt idx="7710">
                  <c:v>7.6609099999999941</c:v>
                </c:pt>
                <c:pt idx="7711">
                  <c:v>8.0485100000000003</c:v>
                </c:pt>
                <c:pt idx="7712">
                  <c:v>8.8034700000000008</c:v>
                </c:pt>
                <c:pt idx="7713">
                  <c:v>9.4121200000000016</c:v>
                </c:pt>
                <c:pt idx="7714">
                  <c:v>9.8521700000000028</c:v>
                </c:pt>
                <c:pt idx="7715">
                  <c:v>10.30284000000001</c:v>
                </c:pt>
                <c:pt idx="7716">
                  <c:v>10.796050000000001</c:v>
                </c:pt>
                <c:pt idx="7717">
                  <c:v>11.23007</c:v>
                </c:pt>
                <c:pt idx="7718">
                  <c:v>11.31324</c:v>
                </c:pt>
                <c:pt idx="7719">
                  <c:v>11.11295</c:v>
                </c:pt>
                <c:pt idx="7720">
                  <c:v>11.10093</c:v>
                </c:pt>
                <c:pt idx="7721">
                  <c:v>11.37632</c:v>
                </c:pt>
                <c:pt idx="7722">
                  <c:v>11.439450000000004</c:v>
                </c:pt>
                <c:pt idx="7723">
                  <c:v>11.862460000000015</c:v>
                </c:pt>
                <c:pt idx="7724">
                  <c:v>12.28558000000001</c:v>
                </c:pt>
                <c:pt idx="7725">
                  <c:v>12.39312</c:v>
                </c:pt>
                <c:pt idx="7726">
                  <c:v>12.7936</c:v>
                </c:pt>
                <c:pt idx="7727">
                  <c:v>12.80594000000001</c:v>
                </c:pt>
                <c:pt idx="7728">
                  <c:v>12.05691</c:v>
                </c:pt>
                <c:pt idx="7729">
                  <c:v>11.316800000000002</c:v>
                </c:pt>
                <c:pt idx="7730">
                  <c:v>11.128909999999999</c:v>
                </c:pt>
                <c:pt idx="7731">
                  <c:v>11.04496</c:v>
                </c:pt>
                <c:pt idx="7732">
                  <c:v>10.745900000000001</c:v>
                </c:pt>
                <c:pt idx="7733">
                  <c:v>10.244899999999999</c:v>
                </c:pt>
                <c:pt idx="7734">
                  <c:v>9.5208200000000005</c:v>
                </c:pt>
                <c:pt idx="7735">
                  <c:v>8.7645800000000005</c:v>
                </c:pt>
                <c:pt idx="7736">
                  <c:v>8.2474900000000009</c:v>
                </c:pt>
                <c:pt idx="7737">
                  <c:v>8.3593100000000007</c:v>
                </c:pt>
                <c:pt idx="7738">
                  <c:v>8.9424200000000003</c:v>
                </c:pt>
                <c:pt idx="7739">
                  <c:v>9.6954900000000048</c:v>
                </c:pt>
                <c:pt idx="7740">
                  <c:v>10.38522</c:v>
                </c:pt>
                <c:pt idx="7741">
                  <c:v>10.89819</c:v>
                </c:pt>
                <c:pt idx="7742">
                  <c:v>11.20926</c:v>
                </c:pt>
                <c:pt idx="7743">
                  <c:v>11.302810000000004</c:v>
                </c:pt>
                <c:pt idx="7744">
                  <c:v>11.341340000000001</c:v>
                </c:pt>
                <c:pt idx="7745">
                  <c:v>11.50155</c:v>
                </c:pt>
                <c:pt idx="7746">
                  <c:v>11.445460000000002</c:v>
                </c:pt>
                <c:pt idx="7747">
                  <c:v>10.96907</c:v>
                </c:pt>
                <c:pt idx="7748">
                  <c:v>10.70308</c:v>
                </c:pt>
                <c:pt idx="7749">
                  <c:v>11.007340000000001</c:v>
                </c:pt>
                <c:pt idx="7750">
                  <c:v>11.55823</c:v>
                </c:pt>
                <c:pt idx="7751">
                  <c:v>12.084540000000002</c:v>
                </c:pt>
                <c:pt idx="7752">
                  <c:v>12.55458000000001</c:v>
                </c:pt>
                <c:pt idx="7753">
                  <c:v>12.80212</c:v>
                </c:pt>
                <c:pt idx="7754">
                  <c:v>12.79513</c:v>
                </c:pt>
                <c:pt idx="7755">
                  <c:v>12.991250000000001</c:v>
                </c:pt>
                <c:pt idx="7756">
                  <c:v>13.115120000000001</c:v>
                </c:pt>
                <c:pt idx="7757">
                  <c:v>13.12951</c:v>
                </c:pt>
                <c:pt idx="7758">
                  <c:v>13.20614</c:v>
                </c:pt>
                <c:pt idx="7759">
                  <c:v>13.376130000000011</c:v>
                </c:pt>
                <c:pt idx="7760">
                  <c:v>13.671850000000001</c:v>
                </c:pt>
                <c:pt idx="7761">
                  <c:v>13.66602</c:v>
                </c:pt>
                <c:pt idx="7762">
                  <c:v>13.316130000000006</c:v>
                </c:pt>
                <c:pt idx="7763">
                  <c:v>13.090440000000006</c:v>
                </c:pt>
                <c:pt idx="7764">
                  <c:v>13.209620000000001</c:v>
                </c:pt>
                <c:pt idx="7765">
                  <c:v>13.476490000000011</c:v>
                </c:pt>
                <c:pt idx="7766">
                  <c:v>13.29372</c:v>
                </c:pt>
                <c:pt idx="7767">
                  <c:v>13.32334</c:v>
                </c:pt>
                <c:pt idx="7768">
                  <c:v>13.27073</c:v>
                </c:pt>
                <c:pt idx="7769">
                  <c:v>12.95621</c:v>
                </c:pt>
                <c:pt idx="7770">
                  <c:v>12.57719</c:v>
                </c:pt>
                <c:pt idx="7771">
                  <c:v>12.39087</c:v>
                </c:pt>
                <c:pt idx="7772">
                  <c:v>12.657910000000001</c:v>
                </c:pt>
                <c:pt idx="7773">
                  <c:v>13.00055</c:v>
                </c:pt>
                <c:pt idx="7774">
                  <c:v>13.331620000000001</c:v>
                </c:pt>
                <c:pt idx="7775">
                  <c:v>13.756080000000004</c:v>
                </c:pt>
                <c:pt idx="7776">
                  <c:v>13.908990000000001</c:v>
                </c:pt>
                <c:pt idx="7777">
                  <c:v>13.48518000000001</c:v>
                </c:pt>
                <c:pt idx="7778">
                  <c:v>12.87449000000001</c:v>
                </c:pt>
                <c:pt idx="7779">
                  <c:v>12.87224000000001</c:v>
                </c:pt>
                <c:pt idx="7780">
                  <c:v>12.778079999999999</c:v>
                </c:pt>
                <c:pt idx="7781">
                  <c:v>13.051690000000002</c:v>
                </c:pt>
                <c:pt idx="7782">
                  <c:v>13.178100000000001</c:v>
                </c:pt>
                <c:pt idx="7783">
                  <c:v>12.892690000000011</c:v>
                </c:pt>
                <c:pt idx="7784">
                  <c:v>12.957580000000011</c:v>
                </c:pt>
                <c:pt idx="7785">
                  <c:v>13.343680000000004</c:v>
                </c:pt>
                <c:pt idx="7786">
                  <c:v>13.625500000000002</c:v>
                </c:pt>
                <c:pt idx="7787">
                  <c:v>13.873430000000019</c:v>
                </c:pt>
                <c:pt idx="7788">
                  <c:v>14.251990000000001</c:v>
                </c:pt>
                <c:pt idx="7789">
                  <c:v>14.69314</c:v>
                </c:pt>
                <c:pt idx="7790">
                  <c:v>14.89423</c:v>
                </c:pt>
                <c:pt idx="7791">
                  <c:v>15.03539</c:v>
                </c:pt>
                <c:pt idx="7792">
                  <c:v>15.223990000000001</c:v>
                </c:pt>
                <c:pt idx="7793">
                  <c:v>15.467920000000001</c:v>
                </c:pt>
                <c:pt idx="7794">
                  <c:v>15.94969</c:v>
                </c:pt>
                <c:pt idx="7795">
                  <c:v>16.071300000000001</c:v>
                </c:pt>
                <c:pt idx="7796">
                  <c:v>16.032019999999989</c:v>
                </c:pt>
                <c:pt idx="7797">
                  <c:v>16.113769999999999</c:v>
                </c:pt>
                <c:pt idx="7798">
                  <c:v>16.198090000000001</c:v>
                </c:pt>
                <c:pt idx="7799">
                  <c:v>16.5762</c:v>
                </c:pt>
                <c:pt idx="7800">
                  <c:v>17.262719999999959</c:v>
                </c:pt>
                <c:pt idx="7801">
                  <c:v>18.123259999999988</c:v>
                </c:pt>
                <c:pt idx="7802">
                  <c:v>18.86950999999997</c:v>
                </c:pt>
                <c:pt idx="7803">
                  <c:v>19.265679999999964</c:v>
                </c:pt>
                <c:pt idx="7804">
                  <c:v>19.616029999999999</c:v>
                </c:pt>
                <c:pt idx="7805">
                  <c:v>19.985699999999955</c:v>
                </c:pt>
                <c:pt idx="7806">
                  <c:v>19.972199999999972</c:v>
                </c:pt>
                <c:pt idx="7807">
                  <c:v>19.659800000000022</c:v>
                </c:pt>
                <c:pt idx="7808">
                  <c:v>18.995009999999972</c:v>
                </c:pt>
                <c:pt idx="7809">
                  <c:v>18.266860000000001</c:v>
                </c:pt>
                <c:pt idx="7810">
                  <c:v>17.78885</c:v>
                </c:pt>
                <c:pt idx="7811">
                  <c:v>17.69537</c:v>
                </c:pt>
                <c:pt idx="7812">
                  <c:v>18.009460000000001</c:v>
                </c:pt>
                <c:pt idx="7813">
                  <c:v>18.551839999999999</c:v>
                </c:pt>
                <c:pt idx="7814">
                  <c:v>18.715629999999972</c:v>
                </c:pt>
                <c:pt idx="7815">
                  <c:v>18.961339999999975</c:v>
                </c:pt>
                <c:pt idx="7816">
                  <c:v>19.121359999999999</c:v>
                </c:pt>
                <c:pt idx="7817">
                  <c:v>18.7439</c:v>
                </c:pt>
                <c:pt idx="7818">
                  <c:v>18.5639</c:v>
                </c:pt>
                <c:pt idx="7819">
                  <c:v>18.786259999999974</c:v>
                </c:pt>
                <c:pt idx="7820">
                  <c:v>19.086929999999974</c:v>
                </c:pt>
                <c:pt idx="7821">
                  <c:v>19.573160000000001</c:v>
                </c:pt>
                <c:pt idx="7822">
                  <c:v>20.095300000000002</c:v>
                </c:pt>
                <c:pt idx="7823">
                  <c:v>20.074470000000005</c:v>
                </c:pt>
                <c:pt idx="7824">
                  <c:v>20.153690000000001</c:v>
                </c:pt>
                <c:pt idx="7825">
                  <c:v>20.422229999999956</c:v>
                </c:pt>
                <c:pt idx="7826">
                  <c:v>20.76477999999997</c:v>
                </c:pt>
                <c:pt idx="7827">
                  <c:v>21.303329999999974</c:v>
                </c:pt>
                <c:pt idx="7828">
                  <c:v>21.627579999999988</c:v>
                </c:pt>
                <c:pt idx="7829">
                  <c:v>21.41752</c:v>
                </c:pt>
                <c:pt idx="7830">
                  <c:v>21.105530000000002</c:v>
                </c:pt>
                <c:pt idx="7831">
                  <c:v>20.834660000000021</c:v>
                </c:pt>
                <c:pt idx="7832">
                  <c:v>20.78757999999997</c:v>
                </c:pt>
                <c:pt idx="7833">
                  <c:v>21.06582999999997</c:v>
                </c:pt>
                <c:pt idx="7834">
                  <c:v>21.119019999999999</c:v>
                </c:pt>
                <c:pt idx="7835">
                  <c:v>21.280699999999964</c:v>
                </c:pt>
                <c:pt idx="7836">
                  <c:v>21.689719999999973</c:v>
                </c:pt>
                <c:pt idx="7837">
                  <c:v>22.16238999999997</c:v>
                </c:pt>
                <c:pt idx="7838">
                  <c:v>22.932739999999956</c:v>
                </c:pt>
                <c:pt idx="7839">
                  <c:v>23.77762999999997</c:v>
                </c:pt>
                <c:pt idx="7840">
                  <c:v>24.24318999999997</c:v>
                </c:pt>
                <c:pt idx="7841">
                  <c:v>24.484009999999973</c:v>
                </c:pt>
                <c:pt idx="7842">
                  <c:v>24.690980000000021</c:v>
                </c:pt>
                <c:pt idx="7843">
                  <c:v>24.445279999999968</c:v>
                </c:pt>
                <c:pt idx="7844">
                  <c:v>24.07291</c:v>
                </c:pt>
                <c:pt idx="7845">
                  <c:v>23.869479999999989</c:v>
                </c:pt>
                <c:pt idx="7846">
                  <c:v>23.721990000000005</c:v>
                </c:pt>
                <c:pt idx="7847">
                  <c:v>23.674990000000033</c:v>
                </c:pt>
                <c:pt idx="7848">
                  <c:v>23.868139999999968</c:v>
                </c:pt>
                <c:pt idx="7849">
                  <c:v>24.16526</c:v>
                </c:pt>
                <c:pt idx="7850">
                  <c:v>24.326139999999974</c:v>
                </c:pt>
                <c:pt idx="7851">
                  <c:v>24.429839999999974</c:v>
                </c:pt>
                <c:pt idx="7852">
                  <c:v>24.607559999999999</c:v>
                </c:pt>
                <c:pt idx="7853">
                  <c:v>24.92299999999997</c:v>
                </c:pt>
                <c:pt idx="7854">
                  <c:v>25.149989999999999</c:v>
                </c:pt>
                <c:pt idx="7855">
                  <c:v>25.3202</c:v>
                </c:pt>
                <c:pt idx="7856">
                  <c:v>25.20926</c:v>
                </c:pt>
                <c:pt idx="7857">
                  <c:v>25.115290000000005</c:v>
                </c:pt>
                <c:pt idx="7858">
                  <c:v>25.38719</c:v>
                </c:pt>
                <c:pt idx="7859">
                  <c:v>25.793800000000001</c:v>
                </c:pt>
                <c:pt idx="7860">
                  <c:v>25.670970000000022</c:v>
                </c:pt>
                <c:pt idx="7861">
                  <c:v>25.391269999999999</c:v>
                </c:pt>
                <c:pt idx="7862">
                  <c:v>25.580239999999975</c:v>
                </c:pt>
                <c:pt idx="7863">
                  <c:v>25.970580000000002</c:v>
                </c:pt>
                <c:pt idx="7864">
                  <c:v>26.28389</c:v>
                </c:pt>
                <c:pt idx="7865">
                  <c:v>26.513169999999999</c:v>
                </c:pt>
                <c:pt idx="7866">
                  <c:v>26.615379999999988</c:v>
                </c:pt>
                <c:pt idx="7867">
                  <c:v>26.710909999999988</c:v>
                </c:pt>
                <c:pt idx="7868">
                  <c:v>26.998289999999972</c:v>
                </c:pt>
                <c:pt idx="7869">
                  <c:v>27.362709999999975</c:v>
                </c:pt>
                <c:pt idx="7870">
                  <c:v>27.564850000000021</c:v>
                </c:pt>
                <c:pt idx="7871">
                  <c:v>27.678149999999974</c:v>
                </c:pt>
                <c:pt idx="7872">
                  <c:v>27.760019999999972</c:v>
                </c:pt>
                <c:pt idx="7873">
                  <c:v>27.874960000000037</c:v>
                </c:pt>
                <c:pt idx="7874">
                  <c:v>28.210149999999974</c:v>
                </c:pt>
                <c:pt idx="7875">
                  <c:v>28.426449999999956</c:v>
                </c:pt>
                <c:pt idx="7876">
                  <c:v>28.337769999999999</c:v>
                </c:pt>
                <c:pt idx="7877">
                  <c:v>28.307390000000005</c:v>
                </c:pt>
                <c:pt idx="7878">
                  <c:v>28.32732</c:v>
                </c:pt>
                <c:pt idx="7879">
                  <c:v>27.830539999999989</c:v>
                </c:pt>
                <c:pt idx="7880">
                  <c:v>26.901239999999973</c:v>
                </c:pt>
                <c:pt idx="7881">
                  <c:v>25.993499999999973</c:v>
                </c:pt>
                <c:pt idx="7882">
                  <c:v>25.33052</c:v>
                </c:pt>
                <c:pt idx="7883">
                  <c:v>25.149560000000001</c:v>
                </c:pt>
                <c:pt idx="7884">
                  <c:v>25.057960000000033</c:v>
                </c:pt>
                <c:pt idx="7885">
                  <c:v>25.153849999999988</c:v>
                </c:pt>
                <c:pt idx="7886">
                  <c:v>25.57208</c:v>
                </c:pt>
                <c:pt idx="7887">
                  <c:v>25.858630000000002</c:v>
                </c:pt>
                <c:pt idx="7888">
                  <c:v>26.04298</c:v>
                </c:pt>
                <c:pt idx="7889">
                  <c:v>26.2133</c:v>
                </c:pt>
                <c:pt idx="7890">
                  <c:v>26.108080000000001</c:v>
                </c:pt>
                <c:pt idx="7891">
                  <c:v>25.905299999999972</c:v>
                </c:pt>
                <c:pt idx="7892">
                  <c:v>25.754940000000001</c:v>
                </c:pt>
                <c:pt idx="7893">
                  <c:v>25.646899999999999</c:v>
                </c:pt>
                <c:pt idx="7894">
                  <c:v>25.22184</c:v>
                </c:pt>
                <c:pt idx="7895">
                  <c:v>24.64443</c:v>
                </c:pt>
                <c:pt idx="7896">
                  <c:v>24.45889</c:v>
                </c:pt>
                <c:pt idx="7897">
                  <c:v>24.413719999999973</c:v>
                </c:pt>
                <c:pt idx="7898">
                  <c:v>24.455509999999968</c:v>
                </c:pt>
                <c:pt idx="7899">
                  <c:v>24.639759999999999</c:v>
                </c:pt>
                <c:pt idx="7900">
                  <c:v>24.855329999999974</c:v>
                </c:pt>
                <c:pt idx="7901">
                  <c:v>24.983989999999974</c:v>
                </c:pt>
                <c:pt idx="7902">
                  <c:v>25.131200000000021</c:v>
                </c:pt>
                <c:pt idx="7903">
                  <c:v>25.376670000000001</c:v>
                </c:pt>
                <c:pt idx="7904">
                  <c:v>25.585429999999956</c:v>
                </c:pt>
                <c:pt idx="7905">
                  <c:v>25.668150000000001</c:v>
                </c:pt>
                <c:pt idx="7906">
                  <c:v>25.31954</c:v>
                </c:pt>
                <c:pt idx="7907">
                  <c:v>24.562089999999973</c:v>
                </c:pt>
                <c:pt idx="7908">
                  <c:v>24.183330000000002</c:v>
                </c:pt>
                <c:pt idx="7909">
                  <c:v>24.057569999999988</c:v>
                </c:pt>
                <c:pt idx="7910">
                  <c:v>23.982849999999956</c:v>
                </c:pt>
                <c:pt idx="7911">
                  <c:v>24.113299999999999</c:v>
                </c:pt>
                <c:pt idx="7912">
                  <c:v>24.38306</c:v>
                </c:pt>
                <c:pt idx="7913">
                  <c:v>24.763729999999956</c:v>
                </c:pt>
                <c:pt idx="7914">
                  <c:v>24.74109</c:v>
                </c:pt>
                <c:pt idx="7915">
                  <c:v>24.360489999999974</c:v>
                </c:pt>
                <c:pt idx="7916">
                  <c:v>24.114890000000035</c:v>
                </c:pt>
                <c:pt idx="7917">
                  <c:v>24.003439999999973</c:v>
                </c:pt>
                <c:pt idx="7918">
                  <c:v>23.934809999999999</c:v>
                </c:pt>
                <c:pt idx="7919">
                  <c:v>23.835650000000001</c:v>
                </c:pt>
                <c:pt idx="7920">
                  <c:v>23.776160000000001</c:v>
                </c:pt>
                <c:pt idx="7921">
                  <c:v>23.776949999999989</c:v>
                </c:pt>
                <c:pt idx="7922">
                  <c:v>23.713419999999989</c:v>
                </c:pt>
                <c:pt idx="7923">
                  <c:v>23.624580000000005</c:v>
                </c:pt>
                <c:pt idx="7924">
                  <c:v>23.237549999999974</c:v>
                </c:pt>
                <c:pt idx="7925">
                  <c:v>22.598839999999978</c:v>
                </c:pt>
                <c:pt idx="7926">
                  <c:v>22.21071999999997</c:v>
                </c:pt>
                <c:pt idx="7927">
                  <c:v>22.16667</c:v>
                </c:pt>
                <c:pt idx="7928">
                  <c:v>22.053830000000001</c:v>
                </c:pt>
                <c:pt idx="7929">
                  <c:v>21.88157</c:v>
                </c:pt>
                <c:pt idx="7930">
                  <c:v>21.754899999999999</c:v>
                </c:pt>
                <c:pt idx="7931">
                  <c:v>21.397259999999999</c:v>
                </c:pt>
                <c:pt idx="7932">
                  <c:v>20.804919999999999</c:v>
                </c:pt>
                <c:pt idx="7933">
                  <c:v>20.277439999999974</c:v>
                </c:pt>
                <c:pt idx="7934">
                  <c:v>20.152550000000005</c:v>
                </c:pt>
                <c:pt idx="7935">
                  <c:v>20.529669999999989</c:v>
                </c:pt>
                <c:pt idx="7936">
                  <c:v>20.992289999999972</c:v>
                </c:pt>
                <c:pt idx="7937">
                  <c:v>21.147860000000033</c:v>
                </c:pt>
                <c:pt idx="7938">
                  <c:v>21.000439999999973</c:v>
                </c:pt>
                <c:pt idx="7939">
                  <c:v>20.651509999999988</c:v>
                </c:pt>
                <c:pt idx="7940">
                  <c:v>20.359529999999989</c:v>
                </c:pt>
                <c:pt idx="7941">
                  <c:v>19.964699999999972</c:v>
                </c:pt>
                <c:pt idx="7942">
                  <c:v>19.583439999999964</c:v>
                </c:pt>
                <c:pt idx="7943">
                  <c:v>19.43122</c:v>
                </c:pt>
                <c:pt idx="7944">
                  <c:v>19.732559999999989</c:v>
                </c:pt>
                <c:pt idx="7945">
                  <c:v>19.95937</c:v>
                </c:pt>
                <c:pt idx="7946">
                  <c:v>19.851410000000001</c:v>
                </c:pt>
                <c:pt idx="7947">
                  <c:v>19.760000000000002</c:v>
                </c:pt>
                <c:pt idx="7948">
                  <c:v>19.626080000000005</c:v>
                </c:pt>
                <c:pt idx="7949">
                  <c:v>19.722339999999956</c:v>
                </c:pt>
                <c:pt idx="7950">
                  <c:v>19.489459999999973</c:v>
                </c:pt>
                <c:pt idx="7951">
                  <c:v>18.858539999999973</c:v>
                </c:pt>
                <c:pt idx="7952">
                  <c:v>18.09694</c:v>
                </c:pt>
                <c:pt idx="7953">
                  <c:v>17.418369999999989</c:v>
                </c:pt>
                <c:pt idx="7954">
                  <c:v>17.03228</c:v>
                </c:pt>
                <c:pt idx="7955">
                  <c:v>16.79142999999997</c:v>
                </c:pt>
                <c:pt idx="7956">
                  <c:v>16.399100000000001</c:v>
                </c:pt>
                <c:pt idx="7957">
                  <c:v>16.31352</c:v>
                </c:pt>
                <c:pt idx="7958">
                  <c:v>16.437519999999989</c:v>
                </c:pt>
                <c:pt idx="7959">
                  <c:v>16.21162</c:v>
                </c:pt>
                <c:pt idx="7960">
                  <c:v>16.128520000000002</c:v>
                </c:pt>
                <c:pt idx="7961">
                  <c:v>16.112390000000001</c:v>
                </c:pt>
                <c:pt idx="7962">
                  <c:v>15.954580000000011</c:v>
                </c:pt>
                <c:pt idx="7963">
                  <c:v>15.94514</c:v>
                </c:pt>
                <c:pt idx="7964">
                  <c:v>16.065189999999973</c:v>
                </c:pt>
                <c:pt idx="7965">
                  <c:v>16.150820000000021</c:v>
                </c:pt>
                <c:pt idx="7966">
                  <c:v>16.302700000000002</c:v>
                </c:pt>
                <c:pt idx="7967">
                  <c:v>16.350980000000021</c:v>
                </c:pt>
                <c:pt idx="7968">
                  <c:v>15.828860000000001</c:v>
                </c:pt>
                <c:pt idx="7969">
                  <c:v>15.084340000000001</c:v>
                </c:pt>
                <c:pt idx="7970">
                  <c:v>14.596490000000006</c:v>
                </c:pt>
                <c:pt idx="7971">
                  <c:v>14.381740000000002</c:v>
                </c:pt>
                <c:pt idx="7972">
                  <c:v>14.40865</c:v>
                </c:pt>
                <c:pt idx="7973">
                  <c:v>14.49579000000001</c:v>
                </c:pt>
                <c:pt idx="7974">
                  <c:v>14.466280000000006</c:v>
                </c:pt>
                <c:pt idx="7975">
                  <c:v>14.552210000000002</c:v>
                </c:pt>
                <c:pt idx="7976">
                  <c:v>14.71336</c:v>
                </c:pt>
                <c:pt idx="7977">
                  <c:v>14.66315</c:v>
                </c:pt>
                <c:pt idx="7978">
                  <c:v>14.51581</c:v>
                </c:pt>
                <c:pt idx="7979">
                  <c:v>14.57156</c:v>
                </c:pt>
                <c:pt idx="7980">
                  <c:v>14.64889</c:v>
                </c:pt>
                <c:pt idx="7981">
                  <c:v>14.15071</c:v>
                </c:pt>
                <c:pt idx="7982">
                  <c:v>13.42521</c:v>
                </c:pt>
                <c:pt idx="7983">
                  <c:v>12.818379999999999</c:v>
                </c:pt>
                <c:pt idx="7984">
                  <c:v>12.79365</c:v>
                </c:pt>
                <c:pt idx="7985">
                  <c:v>13.03989</c:v>
                </c:pt>
                <c:pt idx="7986">
                  <c:v>12.36434</c:v>
                </c:pt>
                <c:pt idx="7987">
                  <c:v>11.656580000000011</c:v>
                </c:pt>
                <c:pt idx="7988">
                  <c:v>9.4028400000000047</c:v>
                </c:pt>
                <c:pt idx="7989">
                  <c:v>5.1614299999999975</c:v>
                </c:pt>
                <c:pt idx="7990">
                  <c:v>7.2537399999999996</c:v>
                </c:pt>
                <c:pt idx="7991">
                  <c:v>9.8431100000000011</c:v>
                </c:pt>
                <c:pt idx="7992">
                  <c:v>10.87440000000001</c:v>
                </c:pt>
                <c:pt idx="7993">
                  <c:v>11.2553</c:v>
                </c:pt>
                <c:pt idx="7994">
                  <c:v>11.41560000000001</c:v>
                </c:pt>
                <c:pt idx="7995">
                  <c:v>11.536760000000001</c:v>
                </c:pt>
                <c:pt idx="7996">
                  <c:v>11.3391</c:v>
                </c:pt>
                <c:pt idx="7997">
                  <c:v>10.876670000000004</c:v>
                </c:pt>
                <c:pt idx="7998">
                  <c:v>10.56415</c:v>
                </c:pt>
                <c:pt idx="7999">
                  <c:v>10.322440000000011</c:v>
                </c:pt>
                <c:pt idx="8000">
                  <c:v>10.1907</c:v>
                </c:pt>
                <c:pt idx="8001">
                  <c:v>10.364490000000011</c:v>
                </c:pt>
                <c:pt idx="8002">
                  <c:v>10.561630000000006</c:v>
                </c:pt>
                <c:pt idx="8003">
                  <c:v>10.55219000000001</c:v>
                </c:pt>
                <c:pt idx="8004">
                  <c:v>10.460140000000004</c:v>
                </c:pt>
                <c:pt idx="8005">
                  <c:v>10.365490000000023</c:v>
                </c:pt>
                <c:pt idx="8006">
                  <c:v>10.27289</c:v>
                </c:pt>
                <c:pt idx="8007">
                  <c:v>9.9608800000000048</c:v>
                </c:pt>
                <c:pt idx="8008">
                  <c:v>9.6823700000000006</c:v>
                </c:pt>
                <c:pt idx="8009">
                  <c:v>9.6280000000000001</c:v>
                </c:pt>
                <c:pt idx="8010">
                  <c:v>9.827910000000001</c:v>
                </c:pt>
                <c:pt idx="8011">
                  <c:v>10.018600000000001</c:v>
                </c:pt>
                <c:pt idx="8012">
                  <c:v>10.20266</c:v>
                </c:pt>
                <c:pt idx="8013">
                  <c:v>10.528890000000001</c:v>
                </c:pt>
                <c:pt idx="8014">
                  <c:v>10.74044</c:v>
                </c:pt>
                <c:pt idx="8015">
                  <c:v>10.452410000000015</c:v>
                </c:pt>
                <c:pt idx="8016">
                  <c:v>9.9467200000000009</c:v>
                </c:pt>
                <c:pt idx="8017">
                  <c:v>9.6141400000000008</c:v>
                </c:pt>
                <c:pt idx="8018">
                  <c:v>9.3270300000000006</c:v>
                </c:pt>
                <c:pt idx="8019">
                  <c:v>8.7485999999999997</c:v>
                </c:pt>
                <c:pt idx="8020">
                  <c:v>8.1424700000000012</c:v>
                </c:pt>
                <c:pt idx="8021">
                  <c:v>7.7882199999999999</c:v>
                </c:pt>
                <c:pt idx="8022">
                  <c:v>7.6507899999999944</c:v>
                </c:pt>
                <c:pt idx="8023">
                  <c:v>7.5483500000000001</c:v>
                </c:pt>
                <c:pt idx="8024">
                  <c:v>7.4893700000000063</c:v>
                </c:pt>
                <c:pt idx="8025">
                  <c:v>7.5966500000000003</c:v>
                </c:pt>
                <c:pt idx="8026">
                  <c:v>7.8322900000000004</c:v>
                </c:pt>
                <c:pt idx="8027">
                  <c:v>8.0212400000000006</c:v>
                </c:pt>
                <c:pt idx="8028">
                  <c:v>8.1547800000000006</c:v>
                </c:pt>
                <c:pt idx="8029">
                  <c:v>8.30701</c:v>
                </c:pt>
                <c:pt idx="8030">
                  <c:v>8.4134300000000106</c:v>
                </c:pt>
                <c:pt idx="8031">
                  <c:v>8.5109500000000011</c:v>
                </c:pt>
                <c:pt idx="8032">
                  <c:v>8.5997800000000026</c:v>
                </c:pt>
                <c:pt idx="8033">
                  <c:v>8.756870000000001</c:v>
                </c:pt>
                <c:pt idx="8034">
                  <c:v>8.9241900000000012</c:v>
                </c:pt>
                <c:pt idx="8035">
                  <c:v>9.1180400000000006</c:v>
                </c:pt>
                <c:pt idx="8036">
                  <c:v>9.4120400000000028</c:v>
                </c:pt>
                <c:pt idx="8037">
                  <c:v>9.6269200000000001</c:v>
                </c:pt>
                <c:pt idx="8038">
                  <c:v>9.5174900000000004</c:v>
                </c:pt>
                <c:pt idx="8039">
                  <c:v>8.8973600000000008</c:v>
                </c:pt>
                <c:pt idx="8040">
                  <c:v>8.0782000000000007</c:v>
                </c:pt>
                <c:pt idx="8041">
                  <c:v>7.6180599999999945</c:v>
                </c:pt>
                <c:pt idx="8042">
                  <c:v>7.4207200000000002</c:v>
                </c:pt>
                <c:pt idx="8043">
                  <c:v>7.1713500000000003</c:v>
                </c:pt>
                <c:pt idx="8044">
                  <c:v>7.1014900000000001</c:v>
                </c:pt>
                <c:pt idx="8045">
                  <c:v>7.3121699999999965</c:v>
                </c:pt>
                <c:pt idx="8046">
                  <c:v>7.665319999999995</c:v>
                </c:pt>
                <c:pt idx="8047">
                  <c:v>7.6227499999999955</c:v>
                </c:pt>
                <c:pt idx="8048">
                  <c:v>7.2648899999999941</c:v>
                </c:pt>
                <c:pt idx="8049">
                  <c:v>7.0818599999999998</c:v>
                </c:pt>
                <c:pt idx="8050">
                  <c:v>7.0423</c:v>
                </c:pt>
                <c:pt idx="8051">
                  <c:v>7.0796000000000063</c:v>
                </c:pt>
                <c:pt idx="8052">
                  <c:v>7.2498500000000003</c:v>
                </c:pt>
                <c:pt idx="8053">
                  <c:v>7.5760399999999999</c:v>
                </c:pt>
                <c:pt idx="8054">
                  <c:v>7.5606400000000002</c:v>
                </c:pt>
                <c:pt idx="8055">
                  <c:v>7.1002200000000002</c:v>
                </c:pt>
                <c:pt idx="8056">
                  <c:v>6.8192599999999999</c:v>
                </c:pt>
                <c:pt idx="8057">
                  <c:v>6.6054899999999943</c:v>
                </c:pt>
                <c:pt idx="8058">
                  <c:v>6.2484700000000002</c:v>
                </c:pt>
                <c:pt idx="8059">
                  <c:v>6.1933999999999996</c:v>
                </c:pt>
                <c:pt idx="8060">
                  <c:v>6.2903500000000001</c:v>
                </c:pt>
                <c:pt idx="8061">
                  <c:v>6.354119999999992</c:v>
                </c:pt>
                <c:pt idx="8062">
                  <c:v>6.4909299999999996</c:v>
                </c:pt>
                <c:pt idx="8063">
                  <c:v>6.7241699999999955</c:v>
                </c:pt>
                <c:pt idx="8064">
                  <c:v>6.9436700000000053</c:v>
                </c:pt>
                <c:pt idx="8065">
                  <c:v>7.1215599999999943</c:v>
                </c:pt>
                <c:pt idx="8066">
                  <c:v>7.3239999999999945</c:v>
                </c:pt>
                <c:pt idx="8067">
                  <c:v>7.3731900000000001</c:v>
                </c:pt>
                <c:pt idx="8068">
                  <c:v>7.1382099999999999</c:v>
                </c:pt>
                <c:pt idx="8069">
                  <c:v>7.1577699999999975</c:v>
                </c:pt>
                <c:pt idx="8070">
                  <c:v>7.6452900000000001</c:v>
                </c:pt>
                <c:pt idx="8071">
                  <c:v>7.8352000000000004</c:v>
                </c:pt>
                <c:pt idx="8072">
                  <c:v>7.6815499999999997</c:v>
                </c:pt>
                <c:pt idx="8073">
                  <c:v>7.7479399999999945</c:v>
                </c:pt>
                <c:pt idx="8074">
                  <c:v>8.2504200000000001</c:v>
                </c:pt>
                <c:pt idx="8075">
                  <c:v>8.9388100000000001</c:v>
                </c:pt>
                <c:pt idx="8076">
                  <c:v>9.1565800000000124</c:v>
                </c:pt>
                <c:pt idx="8077">
                  <c:v>8.8489900000000006</c:v>
                </c:pt>
                <c:pt idx="8078">
                  <c:v>8.5955000000000048</c:v>
                </c:pt>
                <c:pt idx="8079">
                  <c:v>8.6196700000000011</c:v>
                </c:pt>
                <c:pt idx="8080">
                  <c:v>8.7410399999999999</c:v>
                </c:pt>
                <c:pt idx="8081">
                  <c:v>9.1767800000000008</c:v>
                </c:pt>
                <c:pt idx="8082">
                  <c:v>9.8172700000000006</c:v>
                </c:pt>
                <c:pt idx="8083">
                  <c:v>10.274850000000001</c:v>
                </c:pt>
                <c:pt idx="8084">
                  <c:v>10.175000000000002</c:v>
                </c:pt>
                <c:pt idx="8085">
                  <c:v>9.7015600000000006</c:v>
                </c:pt>
                <c:pt idx="8086">
                  <c:v>9.2110199999999995</c:v>
                </c:pt>
                <c:pt idx="8087">
                  <c:v>8.43187</c:v>
                </c:pt>
                <c:pt idx="8088">
                  <c:v>7.674919999999994</c:v>
                </c:pt>
                <c:pt idx="8089">
                  <c:v>7.1084299999999985</c:v>
                </c:pt>
                <c:pt idx="8090">
                  <c:v>7.0396300000000034</c:v>
                </c:pt>
                <c:pt idx="8091">
                  <c:v>7.5970399999999945</c:v>
                </c:pt>
                <c:pt idx="8092">
                  <c:v>8.3413199999999996</c:v>
                </c:pt>
                <c:pt idx="8093">
                  <c:v>8.6828800000000008</c:v>
                </c:pt>
                <c:pt idx="8094">
                  <c:v>8.4948900000000016</c:v>
                </c:pt>
                <c:pt idx="8095">
                  <c:v>8.74085</c:v>
                </c:pt>
                <c:pt idx="8096">
                  <c:v>9.4465900000000005</c:v>
                </c:pt>
                <c:pt idx="8097">
                  <c:v>10.1134</c:v>
                </c:pt>
                <c:pt idx="8098">
                  <c:v>10.49128</c:v>
                </c:pt>
                <c:pt idx="8099">
                  <c:v>10.73155</c:v>
                </c:pt>
                <c:pt idx="8100">
                  <c:v>10.982000000000006</c:v>
                </c:pt>
                <c:pt idx="8101">
                  <c:v>10.93145</c:v>
                </c:pt>
                <c:pt idx="8102">
                  <c:v>10.748629999999999</c:v>
                </c:pt>
                <c:pt idx="8103">
                  <c:v>10.999530000000011</c:v>
                </c:pt>
                <c:pt idx="8104">
                  <c:v>11.638909999999999</c:v>
                </c:pt>
                <c:pt idx="8105">
                  <c:v>12.12992</c:v>
                </c:pt>
                <c:pt idx="8106">
                  <c:v>11.80608000000001</c:v>
                </c:pt>
                <c:pt idx="8107">
                  <c:v>11.11258000000001</c:v>
                </c:pt>
                <c:pt idx="8108">
                  <c:v>10.51606</c:v>
                </c:pt>
                <c:pt idx="8109">
                  <c:v>10.48570000000001</c:v>
                </c:pt>
                <c:pt idx="8110">
                  <c:v>11.203200000000001</c:v>
                </c:pt>
                <c:pt idx="8111">
                  <c:v>12.09365</c:v>
                </c:pt>
                <c:pt idx="8112">
                  <c:v>12.68158</c:v>
                </c:pt>
                <c:pt idx="8113">
                  <c:v>13.048869999999999</c:v>
                </c:pt>
                <c:pt idx="8114">
                  <c:v>13.216470000000001</c:v>
                </c:pt>
                <c:pt idx="8115">
                  <c:v>13.190570000000001</c:v>
                </c:pt>
                <c:pt idx="8116">
                  <c:v>13.21635</c:v>
                </c:pt>
                <c:pt idx="8117">
                  <c:v>13.53417</c:v>
                </c:pt>
                <c:pt idx="8118">
                  <c:v>13.979280000000006</c:v>
                </c:pt>
                <c:pt idx="8119">
                  <c:v>13.783610000000001</c:v>
                </c:pt>
                <c:pt idx="8120">
                  <c:v>13.28941</c:v>
                </c:pt>
                <c:pt idx="8121">
                  <c:v>12.92417</c:v>
                </c:pt>
                <c:pt idx="8122">
                  <c:v>12.570350000000001</c:v>
                </c:pt>
                <c:pt idx="8123">
                  <c:v>12.708399999999999</c:v>
                </c:pt>
                <c:pt idx="8124">
                  <c:v>13.256030000000004</c:v>
                </c:pt>
                <c:pt idx="8125">
                  <c:v>13.675560000000004</c:v>
                </c:pt>
                <c:pt idx="8126">
                  <c:v>13.885450000000018</c:v>
                </c:pt>
                <c:pt idx="8127">
                  <c:v>14.075840000000012</c:v>
                </c:pt>
                <c:pt idx="8128">
                  <c:v>14.191800000000001</c:v>
                </c:pt>
                <c:pt idx="8129">
                  <c:v>13.631319999999999</c:v>
                </c:pt>
                <c:pt idx="8130">
                  <c:v>12.648400000000001</c:v>
                </c:pt>
                <c:pt idx="8131">
                  <c:v>12.108040000000001</c:v>
                </c:pt>
                <c:pt idx="8132">
                  <c:v>11.963540000000011</c:v>
                </c:pt>
                <c:pt idx="8133">
                  <c:v>12.054080000000004</c:v>
                </c:pt>
                <c:pt idx="8134">
                  <c:v>12.28302</c:v>
                </c:pt>
                <c:pt idx="8135">
                  <c:v>12.465410000000011</c:v>
                </c:pt>
                <c:pt idx="8136">
                  <c:v>12.205920000000001</c:v>
                </c:pt>
                <c:pt idx="8137">
                  <c:v>11.98066</c:v>
                </c:pt>
                <c:pt idx="8138">
                  <c:v>11.79785</c:v>
                </c:pt>
                <c:pt idx="8139">
                  <c:v>11.985880000000011</c:v>
                </c:pt>
                <c:pt idx="8140">
                  <c:v>12.419750000000002</c:v>
                </c:pt>
                <c:pt idx="8141">
                  <c:v>12.463630000000011</c:v>
                </c:pt>
                <c:pt idx="8142">
                  <c:v>12.604700000000001</c:v>
                </c:pt>
                <c:pt idx="8143">
                  <c:v>12.90795</c:v>
                </c:pt>
                <c:pt idx="8144">
                  <c:v>12.939680000000006</c:v>
                </c:pt>
                <c:pt idx="8145">
                  <c:v>12.859450000000018</c:v>
                </c:pt>
                <c:pt idx="8146">
                  <c:v>13.023160000000001</c:v>
                </c:pt>
                <c:pt idx="8147">
                  <c:v>13.387790000000004</c:v>
                </c:pt>
                <c:pt idx="8148">
                  <c:v>13.68557</c:v>
                </c:pt>
                <c:pt idx="8149">
                  <c:v>14.041450000000001</c:v>
                </c:pt>
                <c:pt idx="8150">
                  <c:v>14.49845</c:v>
                </c:pt>
                <c:pt idx="8151">
                  <c:v>14.74152</c:v>
                </c:pt>
                <c:pt idx="8152">
                  <c:v>14.714329999999999</c:v>
                </c:pt>
                <c:pt idx="8153">
                  <c:v>14.22696</c:v>
                </c:pt>
                <c:pt idx="8154">
                  <c:v>13.708780000000001</c:v>
                </c:pt>
                <c:pt idx="8155">
                  <c:v>13.664710000000001</c:v>
                </c:pt>
                <c:pt idx="8156">
                  <c:v>14.197319999999999</c:v>
                </c:pt>
                <c:pt idx="8157">
                  <c:v>14.75629</c:v>
                </c:pt>
                <c:pt idx="8158">
                  <c:v>15.171140000000001</c:v>
                </c:pt>
                <c:pt idx="8159">
                  <c:v>15.642160000000001</c:v>
                </c:pt>
                <c:pt idx="8160">
                  <c:v>16.021360000000001</c:v>
                </c:pt>
                <c:pt idx="8161">
                  <c:v>15.97002</c:v>
                </c:pt>
                <c:pt idx="8162">
                  <c:v>16.055399999999974</c:v>
                </c:pt>
                <c:pt idx="8163">
                  <c:v>16.421050000000001</c:v>
                </c:pt>
                <c:pt idx="8164">
                  <c:v>16.757940000000001</c:v>
                </c:pt>
                <c:pt idx="8165">
                  <c:v>17.24784</c:v>
                </c:pt>
                <c:pt idx="8166">
                  <c:v>17.598189999999974</c:v>
                </c:pt>
                <c:pt idx="8167">
                  <c:v>17.905939999999973</c:v>
                </c:pt>
                <c:pt idx="8168">
                  <c:v>18.309830000000005</c:v>
                </c:pt>
                <c:pt idx="8169">
                  <c:v>18.55932</c:v>
                </c:pt>
                <c:pt idx="8170">
                  <c:v>18.62078</c:v>
                </c:pt>
                <c:pt idx="8171">
                  <c:v>18.552619999999973</c:v>
                </c:pt>
                <c:pt idx="8172">
                  <c:v>18.352250000000005</c:v>
                </c:pt>
                <c:pt idx="8173">
                  <c:v>18.171930000000021</c:v>
                </c:pt>
                <c:pt idx="8174">
                  <c:v>18.234110000000001</c:v>
                </c:pt>
                <c:pt idx="8175">
                  <c:v>18.296980000000001</c:v>
                </c:pt>
                <c:pt idx="8176">
                  <c:v>18.400980000000001</c:v>
                </c:pt>
                <c:pt idx="8177">
                  <c:v>18.696470000000001</c:v>
                </c:pt>
                <c:pt idx="8178">
                  <c:v>19.088729999999959</c:v>
                </c:pt>
                <c:pt idx="8179">
                  <c:v>19.355869999999999</c:v>
                </c:pt>
                <c:pt idx="8180">
                  <c:v>19.036999999999999</c:v>
                </c:pt>
                <c:pt idx="8181">
                  <c:v>18.854690000000005</c:v>
                </c:pt>
                <c:pt idx="8182">
                  <c:v>19.266309999999972</c:v>
                </c:pt>
                <c:pt idx="8183">
                  <c:v>19.863519999999973</c:v>
                </c:pt>
                <c:pt idx="8184">
                  <c:v>20.06776</c:v>
                </c:pt>
                <c:pt idx="8185">
                  <c:v>20.06119</c:v>
                </c:pt>
                <c:pt idx="8186">
                  <c:v>20.342789999999972</c:v>
                </c:pt>
                <c:pt idx="8187">
                  <c:v>20.652889999999999</c:v>
                </c:pt>
                <c:pt idx="8188">
                  <c:v>20.928070000000002</c:v>
                </c:pt>
                <c:pt idx="8189">
                  <c:v>21.352850000000021</c:v>
                </c:pt>
                <c:pt idx="8190">
                  <c:v>21.64941</c:v>
                </c:pt>
                <c:pt idx="8191">
                  <c:v>21.517820000000022</c:v>
                </c:pt>
                <c:pt idx="8192">
                  <c:v>21.138150000000021</c:v>
                </c:pt>
                <c:pt idx="8193">
                  <c:v>21.065709999999957</c:v>
                </c:pt>
                <c:pt idx="8194">
                  <c:v>21.514610000000001</c:v>
                </c:pt>
                <c:pt idx="8195">
                  <c:v>22.155080000000005</c:v>
                </c:pt>
                <c:pt idx="8196">
                  <c:v>22.258590000000002</c:v>
                </c:pt>
                <c:pt idx="8197">
                  <c:v>21.840579999999989</c:v>
                </c:pt>
                <c:pt idx="8198">
                  <c:v>21.633520000000001</c:v>
                </c:pt>
                <c:pt idx="8199">
                  <c:v>21.859970000000022</c:v>
                </c:pt>
                <c:pt idx="8200">
                  <c:v>21.943379999999973</c:v>
                </c:pt>
                <c:pt idx="8201">
                  <c:v>21.60379</c:v>
                </c:pt>
                <c:pt idx="8202">
                  <c:v>21.05528</c:v>
                </c:pt>
                <c:pt idx="8203">
                  <c:v>20.83211</c:v>
                </c:pt>
                <c:pt idx="8204">
                  <c:v>20.763309999999972</c:v>
                </c:pt>
                <c:pt idx="8205">
                  <c:v>21.247170000000001</c:v>
                </c:pt>
                <c:pt idx="8206">
                  <c:v>22.37424</c:v>
                </c:pt>
                <c:pt idx="8207">
                  <c:v>23.4528</c:v>
                </c:pt>
                <c:pt idx="8208">
                  <c:v>24.308</c:v>
                </c:pt>
                <c:pt idx="8209">
                  <c:v>25.082649999999955</c:v>
                </c:pt>
                <c:pt idx="8210">
                  <c:v>25.228679999999972</c:v>
                </c:pt>
                <c:pt idx="8211">
                  <c:v>24.829519999999974</c:v>
                </c:pt>
                <c:pt idx="8212">
                  <c:v>24.656669999999988</c:v>
                </c:pt>
                <c:pt idx="8213">
                  <c:v>24.609310000000001</c:v>
                </c:pt>
                <c:pt idx="8214">
                  <c:v>24.559010000000001</c:v>
                </c:pt>
                <c:pt idx="8215">
                  <c:v>24.235659999999989</c:v>
                </c:pt>
                <c:pt idx="8216">
                  <c:v>23.651759999999999</c:v>
                </c:pt>
                <c:pt idx="8217">
                  <c:v>23.367380000000001</c:v>
                </c:pt>
                <c:pt idx="8218">
                  <c:v>23.535</c:v>
                </c:pt>
                <c:pt idx="8219">
                  <c:v>23.62846</c:v>
                </c:pt>
                <c:pt idx="8220">
                  <c:v>23.781649999999956</c:v>
                </c:pt>
                <c:pt idx="8221">
                  <c:v>23.649429999999974</c:v>
                </c:pt>
                <c:pt idx="8222">
                  <c:v>23.453319999999973</c:v>
                </c:pt>
                <c:pt idx="8223">
                  <c:v>23.426769999999973</c:v>
                </c:pt>
                <c:pt idx="8224">
                  <c:v>23.519490000000001</c:v>
                </c:pt>
                <c:pt idx="8225">
                  <c:v>23.923309999999972</c:v>
                </c:pt>
                <c:pt idx="8226">
                  <c:v>24.516870000000026</c:v>
                </c:pt>
                <c:pt idx="8227">
                  <c:v>24.948539999999955</c:v>
                </c:pt>
                <c:pt idx="8228">
                  <c:v>24.641590000000001</c:v>
                </c:pt>
                <c:pt idx="8229">
                  <c:v>24.258150000000001</c:v>
                </c:pt>
                <c:pt idx="8230">
                  <c:v>24.44626999999997</c:v>
                </c:pt>
                <c:pt idx="8231">
                  <c:v>24.672630000000002</c:v>
                </c:pt>
                <c:pt idx="8232">
                  <c:v>24.758649999999957</c:v>
                </c:pt>
                <c:pt idx="8233">
                  <c:v>24.788019999999957</c:v>
                </c:pt>
                <c:pt idx="8234">
                  <c:v>24.950810000000001</c:v>
                </c:pt>
                <c:pt idx="8235">
                  <c:v>25.163930000000001</c:v>
                </c:pt>
                <c:pt idx="8236">
                  <c:v>25.161020000000001</c:v>
                </c:pt>
                <c:pt idx="8237">
                  <c:v>25.191830000000021</c:v>
                </c:pt>
                <c:pt idx="8238">
                  <c:v>25.159109999999988</c:v>
                </c:pt>
                <c:pt idx="8239">
                  <c:v>24.62203999999997</c:v>
                </c:pt>
                <c:pt idx="8240">
                  <c:v>24.278619999999975</c:v>
                </c:pt>
                <c:pt idx="8241">
                  <c:v>24.458769999999973</c:v>
                </c:pt>
                <c:pt idx="8242">
                  <c:v>24.570820000000001</c:v>
                </c:pt>
                <c:pt idx="8243">
                  <c:v>24.325959999999988</c:v>
                </c:pt>
                <c:pt idx="8244">
                  <c:v>24.048549999999956</c:v>
                </c:pt>
                <c:pt idx="8245">
                  <c:v>24.102550000000001</c:v>
                </c:pt>
                <c:pt idx="8246">
                  <c:v>24.409469999999974</c:v>
                </c:pt>
                <c:pt idx="8247">
                  <c:v>24.737559999999988</c:v>
                </c:pt>
                <c:pt idx="8248">
                  <c:v>24.864080000000001</c:v>
                </c:pt>
                <c:pt idx="8249">
                  <c:v>24.747999999999987</c:v>
                </c:pt>
                <c:pt idx="8250">
                  <c:v>24.557939999999999</c:v>
                </c:pt>
                <c:pt idx="8251">
                  <c:v>24.41751</c:v>
                </c:pt>
                <c:pt idx="8252">
                  <c:v>24.489659999999972</c:v>
                </c:pt>
                <c:pt idx="8253">
                  <c:v>24.793109999999974</c:v>
                </c:pt>
                <c:pt idx="8254">
                  <c:v>25.260679999999972</c:v>
                </c:pt>
                <c:pt idx="8255">
                  <c:v>25.830110000000001</c:v>
                </c:pt>
                <c:pt idx="8256">
                  <c:v>26.47315</c:v>
                </c:pt>
                <c:pt idx="8257">
                  <c:v>26.988459999999975</c:v>
                </c:pt>
                <c:pt idx="8258">
                  <c:v>27.280719999999956</c:v>
                </c:pt>
                <c:pt idx="8259">
                  <c:v>27.357569999999999</c:v>
                </c:pt>
                <c:pt idx="8260">
                  <c:v>27.091930000000001</c:v>
                </c:pt>
                <c:pt idx="8261">
                  <c:v>26.683399999999974</c:v>
                </c:pt>
                <c:pt idx="8262">
                  <c:v>26.211390000000005</c:v>
                </c:pt>
                <c:pt idx="8263">
                  <c:v>25.925029999999964</c:v>
                </c:pt>
                <c:pt idx="8264">
                  <c:v>25.985419999999955</c:v>
                </c:pt>
                <c:pt idx="8265">
                  <c:v>25.947139999999973</c:v>
                </c:pt>
                <c:pt idx="8266">
                  <c:v>25.70630999999997</c:v>
                </c:pt>
                <c:pt idx="8267">
                  <c:v>25.433250000000001</c:v>
                </c:pt>
                <c:pt idx="8268">
                  <c:v>25.27007</c:v>
                </c:pt>
                <c:pt idx="8269">
                  <c:v>25.117339999999999</c:v>
                </c:pt>
                <c:pt idx="8270">
                  <c:v>25.030080000000005</c:v>
                </c:pt>
                <c:pt idx="8271">
                  <c:v>25.10379</c:v>
                </c:pt>
                <c:pt idx="8272">
                  <c:v>25.076950000000021</c:v>
                </c:pt>
                <c:pt idx="8273">
                  <c:v>24.855399999999989</c:v>
                </c:pt>
                <c:pt idx="8274">
                  <c:v>24.730960000000021</c:v>
                </c:pt>
                <c:pt idx="8275">
                  <c:v>24.855530000000002</c:v>
                </c:pt>
                <c:pt idx="8276">
                  <c:v>24.801310000000001</c:v>
                </c:pt>
                <c:pt idx="8277">
                  <c:v>24.757890000000021</c:v>
                </c:pt>
                <c:pt idx="8278">
                  <c:v>25.039899999999999</c:v>
                </c:pt>
                <c:pt idx="8279">
                  <c:v>25.012969999999999</c:v>
                </c:pt>
                <c:pt idx="8280">
                  <c:v>24.770900000000001</c:v>
                </c:pt>
                <c:pt idx="8281">
                  <c:v>24.725669999999973</c:v>
                </c:pt>
                <c:pt idx="8282">
                  <c:v>24.354590000000005</c:v>
                </c:pt>
                <c:pt idx="8283">
                  <c:v>23.87548</c:v>
                </c:pt>
                <c:pt idx="8284">
                  <c:v>23.80772</c:v>
                </c:pt>
                <c:pt idx="8285">
                  <c:v>23.938980000000001</c:v>
                </c:pt>
                <c:pt idx="8286">
                  <c:v>24.217350000000021</c:v>
                </c:pt>
                <c:pt idx="8287">
                  <c:v>24.589729999999957</c:v>
                </c:pt>
                <c:pt idx="8288">
                  <c:v>24.935939999999974</c:v>
                </c:pt>
                <c:pt idx="8289">
                  <c:v>24.70912999999997</c:v>
                </c:pt>
                <c:pt idx="8290">
                  <c:v>24.286099999999973</c:v>
                </c:pt>
                <c:pt idx="8291">
                  <c:v>24.190270000000005</c:v>
                </c:pt>
                <c:pt idx="8292">
                  <c:v>24.15352</c:v>
                </c:pt>
                <c:pt idx="8293">
                  <c:v>24.062819999999974</c:v>
                </c:pt>
                <c:pt idx="8294">
                  <c:v>24.072439999999968</c:v>
                </c:pt>
                <c:pt idx="8295">
                  <c:v>24.183330000000002</c:v>
                </c:pt>
                <c:pt idx="8296">
                  <c:v>24.202639999999956</c:v>
                </c:pt>
                <c:pt idx="8297">
                  <c:v>24.224399999999989</c:v>
                </c:pt>
                <c:pt idx="8298">
                  <c:v>24.338570000000001</c:v>
                </c:pt>
                <c:pt idx="8299">
                  <c:v>24.450009999999974</c:v>
                </c:pt>
                <c:pt idx="8300">
                  <c:v>24.569759999999974</c:v>
                </c:pt>
                <c:pt idx="8301">
                  <c:v>24.694250000000022</c:v>
                </c:pt>
                <c:pt idx="8302">
                  <c:v>24.556149999999974</c:v>
                </c:pt>
                <c:pt idx="8303">
                  <c:v>24.27143999999997</c:v>
                </c:pt>
                <c:pt idx="8304">
                  <c:v>24.02347</c:v>
                </c:pt>
                <c:pt idx="8305">
                  <c:v>23.735810000000001</c:v>
                </c:pt>
                <c:pt idx="8306">
                  <c:v>23.474820000000001</c:v>
                </c:pt>
                <c:pt idx="8307">
                  <c:v>23.290519999999972</c:v>
                </c:pt>
                <c:pt idx="8308">
                  <c:v>23.105539999999973</c:v>
                </c:pt>
                <c:pt idx="8309">
                  <c:v>22.932309999999973</c:v>
                </c:pt>
                <c:pt idx="8310">
                  <c:v>22.42083999999997</c:v>
                </c:pt>
                <c:pt idx="8311">
                  <c:v>21.485599999999959</c:v>
                </c:pt>
                <c:pt idx="8312">
                  <c:v>20.582369999999973</c:v>
                </c:pt>
                <c:pt idx="8313">
                  <c:v>19.636839999999999</c:v>
                </c:pt>
                <c:pt idx="8314">
                  <c:v>18.855699999999974</c:v>
                </c:pt>
                <c:pt idx="8315">
                  <c:v>18.513480000000001</c:v>
                </c:pt>
                <c:pt idx="8316">
                  <c:v>18.287400000000002</c:v>
                </c:pt>
                <c:pt idx="8317">
                  <c:v>18.150480000000005</c:v>
                </c:pt>
                <c:pt idx="8318">
                  <c:v>18.297129999999989</c:v>
                </c:pt>
                <c:pt idx="8319">
                  <c:v>18.37809</c:v>
                </c:pt>
                <c:pt idx="8320">
                  <c:v>17.969719999999956</c:v>
                </c:pt>
                <c:pt idx="8321">
                  <c:v>17.411079999999988</c:v>
                </c:pt>
                <c:pt idx="8322">
                  <c:v>16.95693</c:v>
                </c:pt>
                <c:pt idx="8323">
                  <c:v>16.336400000000001</c:v>
                </c:pt>
                <c:pt idx="8324">
                  <c:v>15.82518000000001</c:v>
                </c:pt>
                <c:pt idx="8325">
                  <c:v>15.652730000000011</c:v>
                </c:pt>
                <c:pt idx="8326">
                  <c:v>15.80561000000001</c:v>
                </c:pt>
                <c:pt idx="8327">
                  <c:v>16.069629999999975</c:v>
                </c:pt>
                <c:pt idx="8328">
                  <c:v>16.137319999999999</c:v>
                </c:pt>
                <c:pt idx="8329">
                  <c:v>16.23901</c:v>
                </c:pt>
                <c:pt idx="8330">
                  <c:v>16.47479999999997</c:v>
                </c:pt>
                <c:pt idx="8331">
                  <c:v>16.548940000000002</c:v>
                </c:pt>
                <c:pt idx="8332">
                  <c:v>16.554110000000001</c:v>
                </c:pt>
                <c:pt idx="8333">
                  <c:v>16.156739999999989</c:v>
                </c:pt>
                <c:pt idx="8334">
                  <c:v>15.457190000000002</c:v>
                </c:pt>
                <c:pt idx="8335">
                  <c:v>15.04698</c:v>
                </c:pt>
                <c:pt idx="8336">
                  <c:v>14.651290000000001</c:v>
                </c:pt>
                <c:pt idx="8337">
                  <c:v>14.537850000000001</c:v>
                </c:pt>
                <c:pt idx="8338">
                  <c:v>14.47467</c:v>
                </c:pt>
                <c:pt idx="8339">
                  <c:v>14.04049</c:v>
                </c:pt>
                <c:pt idx="8340">
                  <c:v>13.88799</c:v>
                </c:pt>
                <c:pt idx="8341">
                  <c:v>13.733510000000001</c:v>
                </c:pt>
                <c:pt idx="8342">
                  <c:v>13.723990000000001</c:v>
                </c:pt>
                <c:pt idx="8343">
                  <c:v>13.729990000000001</c:v>
                </c:pt>
                <c:pt idx="8344">
                  <c:v>13.406500000000012</c:v>
                </c:pt>
                <c:pt idx="8345">
                  <c:v>13.24939</c:v>
                </c:pt>
                <c:pt idx="8346">
                  <c:v>12.722190000000001</c:v>
                </c:pt>
                <c:pt idx="8347">
                  <c:v>12.40776</c:v>
                </c:pt>
                <c:pt idx="8348">
                  <c:v>12.15415</c:v>
                </c:pt>
                <c:pt idx="8349">
                  <c:v>12.11844</c:v>
                </c:pt>
                <c:pt idx="8350">
                  <c:v>12.13402</c:v>
                </c:pt>
                <c:pt idx="8351">
                  <c:v>12.352560000000015</c:v>
                </c:pt>
                <c:pt idx="8352">
                  <c:v>12.472440000000018</c:v>
                </c:pt>
                <c:pt idx="8353">
                  <c:v>12.248679999999998</c:v>
                </c:pt>
                <c:pt idx="8354">
                  <c:v>11.72519</c:v>
                </c:pt>
                <c:pt idx="8355">
                  <c:v>11.203900000000001</c:v>
                </c:pt>
                <c:pt idx="8356">
                  <c:v>10.896800000000002</c:v>
                </c:pt>
                <c:pt idx="8357">
                  <c:v>10.905760000000004</c:v>
                </c:pt>
                <c:pt idx="8358">
                  <c:v>10.98714</c:v>
                </c:pt>
                <c:pt idx="8359">
                  <c:v>11.04161</c:v>
                </c:pt>
                <c:pt idx="8360">
                  <c:v>10.78861</c:v>
                </c:pt>
                <c:pt idx="8361">
                  <c:v>10.33019</c:v>
                </c:pt>
                <c:pt idx="8362">
                  <c:v>10.07123</c:v>
                </c:pt>
                <c:pt idx="8363">
                  <c:v>10.018690000000001</c:v>
                </c:pt>
                <c:pt idx="8364">
                  <c:v>9.9452800000000003</c:v>
                </c:pt>
                <c:pt idx="8365">
                  <c:v>9.7229900000000011</c:v>
                </c:pt>
                <c:pt idx="8366">
                  <c:v>9.5578900000000004</c:v>
                </c:pt>
                <c:pt idx="8367">
                  <c:v>9.7738800000000001</c:v>
                </c:pt>
                <c:pt idx="8368">
                  <c:v>10.23706</c:v>
                </c:pt>
                <c:pt idx="8369">
                  <c:v>10.401670000000001</c:v>
                </c:pt>
                <c:pt idx="8370">
                  <c:v>10.500780000000002</c:v>
                </c:pt>
                <c:pt idx="8371">
                  <c:v>10.720610000000001</c:v>
                </c:pt>
                <c:pt idx="8372">
                  <c:v>10.9145</c:v>
                </c:pt>
                <c:pt idx="8373">
                  <c:v>10.92479</c:v>
                </c:pt>
                <c:pt idx="8374">
                  <c:v>10.64916</c:v>
                </c:pt>
                <c:pt idx="8375">
                  <c:v>10.523720000000001</c:v>
                </c:pt>
                <c:pt idx="8376">
                  <c:v>10.63336</c:v>
                </c:pt>
                <c:pt idx="8377">
                  <c:v>10.72085</c:v>
                </c:pt>
                <c:pt idx="8378">
                  <c:v>10.78105</c:v>
                </c:pt>
                <c:pt idx="8379">
                  <c:v>10.615680000000006</c:v>
                </c:pt>
                <c:pt idx="8380">
                  <c:v>10.265410000000006</c:v>
                </c:pt>
                <c:pt idx="8381">
                  <c:v>10.083300000000001</c:v>
                </c:pt>
                <c:pt idx="8382">
                  <c:v>10.00559000000001</c:v>
                </c:pt>
                <c:pt idx="8383">
                  <c:v>9.8725600000000124</c:v>
                </c:pt>
                <c:pt idx="8384">
                  <c:v>9.5044500000000003</c:v>
                </c:pt>
                <c:pt idx="8385">
                  <c:v>8.9552800000000126</c:v>
                </c:pt>
                <c:pt idx="8386">
                  <c:v>8.4373699999999996</c:v>
                </c:pt>
                <c:pt idx="8387">
                  <c:v>8.1580400000000015</c:v>
                </c:pt>
                <c:pt idx="8388">
                  <c:v>8.1095100000000002</c:v>
                </c:pt>
                <c:pt idx="8389">
                  <c:v>8.2275299999999998</c:v>
                </c:pt>
                <c:pt idx="8390">
                  <c:v>8.5858400000000028</c:v>
                </c:pt>
                <c:pt idx="8391">
                  <c:v>8.9179900000000014</c:v>
                </c:pt>
                <c:pt idx="8392">
                  <c:v>8.9561700000000002</c:v>
                </c:pt>
                <c:pt idx="8393">
                  <c:v>8.8830100000000005</c:v>
                </c:pt>
                <c:pt idx="8394">
                  <c:v>8.8245900000000006</c:v>
                </c:pt>
                <c:pt idx="8395">
                  <c:v>8.6620100000000004</c:v>
                </c:pt>
                <c:pt idx="8396">
                  <c:v>8.3120300000000125</c:v>
                </c:pt>
                <c:pt idx="8397">
                  <c:v>8.0979500000000009</c:v>
                </c:pt>
                <c:pt idx="8398">
                  <c:v>8.0648400000000002</c:v>
                </c:pt>
                <c:pt idx="8399">
                  <c:v>8.0332600000000003</c:v>
                </c:pt>
                <c:pt idx="8400">
                  <c:v>8.11496</c:v>
                </c:pt>
                <c:pt idx="8401">
                  <c:v>8.2225400000000004</c:v>
                </c:pt>
                <c:pt idx="8402">
                  <c:v>8.07</c:v>
                </c:pt>
                <c:pt idx="8403">
                  <c:v>8.0031600000000012</c:v>
                </c:pt>
                <c:pt idx="8404">
                  <c:v>7.87141</c:v>
                </c:pt>
                <c:pt idx="8405">
                  <c:v>7.5303899999999997</c:v>
                </c:pt>
                <c:pt idx="8406">
                  <c:v>7.327819999999992</c:v>
                </c:pt>
                <c:pt idx="8407">
                  <c:v>7.3196199999999996</c:v>
                </c:pt>
                <c:pt idx="8408">
                  <c:v>7.3478699999999995</c:v>
                </c:pt>
                <c:pt idx="8409">
                  <c:v>7.4514500000000004</c:v>
                </c:pt>
                <c:pt idx="8410">
                  <c:v>7.7318300000000004</c:v>
                </c:pt>
                <c:pt idx="8411">
                  <c:v>8.15212</c:v>
                </c:pt>
                <c:pt idx="8412">
                  <c:v>8.4771400000000003</c:v>
                </c:pt>
                <c:pt idx="8413">
                  <c:v>8.6255000000000006</c:v>
                </c:pt>
                <c:pt idx="8414">
                  <c:v>8.474870000000001</c:v>
                </c:pt>
                <c:pt idx="8415">
                  <c:v>8.0220200000000013</c:v>
                </c:pt>
                <c:pt idx="8416">
                  <c:v>7.6301399999999955</c:v>
                </c:pt>
                <c:pt idx="8417">
                  <c:v>7.7020900000000001</c:v>
                </c:pt>
                <c:pt idx="8418">
                  <c:v>7.8468299999999997</c:v>
                </c:pt>
                <c:pt idx="8419">
                  <c:v>7.7863400000000063</c:v>
                </c:pt>
                <c:pt idx="8420">
                  <c:v>7.8352000000000004</c:v>
                </c:pt>
                <c:pt idx="8421">
                  <c:v>8.1391600000000004</c:v>
                </c:pt>
                <c:pt idx="8422">
                  <c:v>8.2073999999999998</c:v>
                </c:pt>
                <c:pt idx="8423">
                  <c:v>7.9881700000000002</c:v>
                </c:pt>
                <c:pt idx="8424">
                  <c:v>8.1689600000000002</c:v>
                </c:pt>
                <c:pt idx="8425">
                  <c:v>8.4441199999999998</c:v>
                </c:pt>
                <c:pt idx="8426">
                  <c:v>8.5661700000000014</c:v>
                </c:pt>
                <c:pt idx="8427">
                  <c:v>8.5936200000000014</c:v>
                </c:pt>
                <c:pt idx="8428">
                  <c:v>8.4094100000000047</c:v>
                </c:pt>
                <c:pt idx="8429">
                  <c:v>7.8873199999999946</c:v>
                </c:pt>
                <c:pt idx="8430">
                  <c:v>7.4674999999999985</c:v>
                </c:pt>
                <c:pt idx="8431">
                  <c:v>7.3342599999999996</c:v>
                </c:pt>
                <c:pt idx="8432">
                  <c:v>7.35562</c:v>
                </c:pt>
                <c:pt idx="8433">
                  <c:v>7.4293000000000013</c:v>
                </c:pt>
                <c:pt idx="8434">
                  <c:v>7.7378799999999996</c:v>
                </c:pt>
                <c:pt idx="8435">
                  <c:v>8.2797500000000035</c:v>
                </c:pt>
                <c:pt idx="8436">
                  <c:v>8.8032500000000002</c:v>
                </c:pt>
                <c:pt idx="8437">
                  <c:v>8.9359900000000003</c:v>
                </c:pt>
                <c:pt idx="8438">
                  <c:v>8.8546900000000068</c:v>
                </c:pt>
                <c:pt idx="8439">
                  <c:v>8.8860900000000047</c:v>
                </c:pt>
                <c:pt idx="8440">
                  <c:v>8.9135100000000005</c:v>
                </c:pt>
                <c:pt idx="8441">
                  <c:v>8.5891100000000016</c:v>
                </c:pt>
                <c:pt idx="8442">
                  <c:v>7.8488999999999995</c:v>
                </c:pt>
                <c:pt idx="8443">
                  <c:v>7.125509999999994</c:v>
                </c:pt>
                <c:pt idx="8444">
                  <c:v>6.78118</c:v>
                </c:pt>
                <c:pt idx="8445">
                  <c:v>6.8535399999999944</c:v>
                </c:pt>
                <c:pt idx="8446">
                  <c:v>7.2689599999999945</c:v>
                </c:pt>
                <c:pt idx="8447">
                  <c:v>7.5622499999999997</c:v>
                </c:pt>
                <c:pt idx="8448">
                  <c:v>7.6859199999999941</c:v>
                </c:pt>
                <c:pt idx="8449">
                  <c:v>8.1435300000000002</c:v>
                </c:pt>
                <c:pt idx="8450">
                  <c:v>8.8373299999999997</c:v>
                </c:pt>
                <c:pt idx="8451">
                  <c:v>9.4727500000000067</c:v>
                </c:pt>
                <c:pt idx="8452">
                  <c:v>10.253300000000001</c:v>
                </c:pt>
                <c:pt idx="8453">
                  <c:v>10.66029</c:v>
                </c:pt>
                <c:pt idx="8454">
                  <c:v>10.44477</c:v>
                </c:pt>
                <c:pt idx="8455">
                  <c:v>10.097</c:v>
                </c:pt>
                <c:pt idx="8456">
                  <c:v>9.94177</c:v>
                </c:pt>
                <c:pt idx="8457">
                  <c:v>9.8511600000000001</c:v>
                </c:pt>
                <c:pt idx="8458">
                  <c:v>9.9430900000000015</c:v>
                </c:pt>
                <c:pt idx="8459">
                  <c:v>10.206340000000001</c:v>
                </c:pt>
                <c:pt idx="8460">
                  <c:v>10.62895</c:v>
                </c:pt>
                <c:pt idx="8461">
                  <c:v>11.05387</c:v>
                </c:pt>
                <c:pt idx="8462">
                  <c:v>11.42845</c:v>
                </c:pt>
                <c:pt idx="8463">
                  <c:v>11.86781</c:v>
                </c:pt>
                <c:pt idx="8464">
                  <c:v>12.27872</c:v>
                </c:pt>
                <c:pt idx="8465">
                  <c:v>12.56044000000001</c:v>
                </c:pt>
                <c:pt idx="8466">
                  <c:v>12.441979999999999</c:v>
                </c:pt>
                <c:pt idx="8467">
                  <c:v>11.974350000000001</c:v>
                </c:pt>
                <c:pt idx="8468">
                  <c:v>11.322760000000002</c:v>
                </c:pt>
                <c:pt idx="8469">
                  <c:v>10.933730000000002</c:v>
                </c:pt>
                <c:pt idx="8470">
                  <c:v>10.872720000000006</c:v>
                </c:pt>
                <c:pt idx="8471">
                  <c:v>11.1332</c:v>
                </c:pt>
                <c:pt idx="8472">
                  <c:v>11.60824</c:v>
                </c:pt>
                <c:pt idx="8473">
                  <c:v>12.09971</c:v>
                </c:pt>
                <c:pt idx="8474">
                  <c:v>12.585180000000006</c:v>
                </c:pt>
                <c:pt idx="8475">
                  <c:v>13.04255</c:v>
                </c:pt>
                <c:pt idx="8476">
                  <c:v>13.63503</c:v>
                </c:pt>
                <c:pt idx="8477">
                  <c:v>14.067410000000002</c:v>
                </c:pt>
                <c:pt idx="8478">
                  <c:v>14.12792</c:v>
                </c:pt>
                <c:pt idx="8479">
                  <c:v>14.09674</c:v>
                </c:pt>
                <c:pt idx="8480">
                  <c:v>14.16441</c:v>
                </c:pt>
                <c:pt idx="8481">
                  <c:v>14.21794</c:v>
                </c:pt>
                <c:pt idx="8482">
                  <c:v>13.4909</c:v>
                </c:pt>
                <c:pt idx="8483">
                  <c:v>12.310420000000002</c:v>
                </c:pt>
                <c:pt idx="8484">
                  <c:v>11.582180000000006</c:v>
                </c:pt>
                <c:pt idx="8485">
                  <c:v>11.26807</c:v>
                </c:pt>
                <c:pt idx="8486">
                  <c:v>11.24274</c:v>
                </c:pt>
                <c:pt idx="8487">
                  <c:v>11.46317</c:v>
                </c:pt>
                <c:pt idx="8488">
                  <c:v>11.986800000000002</c:v>
                </c:pt>
                <c:pt idx="8489">
                  <c:v>12.53767</c:v>
                </c:pt>
                <c:pt idx="8490">
                  <c:v>13.050440000000011</c:v>
                </c:pt>
                <c:pt idx="8491">
                  <c:v>13.339740000000004</c:v>
                </c:pt>
                <c:pt idx="8492">
                  <c:v>13.506970000000001</c:v>
                </c:pt>
                <c:pt idx="8493">
                  <c:v>13.5579</c:v>
                </c:pt>
                <c:pt idx="8494">
                  <c:v>13.593070000000001</c:v>
                </c:pt>
                <c:pt idx="8495">
                  <c:v>13.627740000000001</c:v>
                </c:pt>
                <c:pt idx="8496">
                  <c:v>13.820550000000004</c:v>
                </c:pt>
                <c:pt idx="8497">
                  <c:v>14.09797</c:v>
                </c:pt>
                <c:pt idx="8498">
                  <c:v>14.24314</c:v>
                </c:pt>
                <c:pt idx="8499">
                  <c:v>14.2311</c:v>
                </c:pt>
                <c:pt idx="8500">
                  <c:v>14.29026</c:v>
                </c:pt>
                <c:pt idx="8501">
                  <c:v>14.239520000000001</c:v>
                </c:pt>
                <c:pt idx="8502">
                  <c:v>13.962760000000006</c:v>
                </c:pt>
                <c:pt idx="8503">
                  <c:v>13.939860000000001</c:v>
                </c:pt>
                <c:pt idx="8504">
                  <c:v>13.998700000000001</c:v>
                </c:pt>
                <c:pt idx="8505">
                  <c:v>13.72484</c:v>
                </c:pt>
                <c:pt idx="8506">
                  <c:v>13.720740000000001</c:v>
                </c:pt>
                <c:pt idx="8507">
                  <c:v>13.84168</c:v>
                </c:pt>
                <c:pt idx="8508">
                  <c:v>14.053280000000004</c:v>
                </c:pt>
                <c:pt idx="8509">
                  <c:v>14.321010000000001</c:v>
                </c:pt>
                <c:pt idx="8510">
                  <c:v>14.31959000000001</c:v>
                </c:pt>
                <c:pt idx="8511">
                  <c:v>14.3949</c:v>
                </c:pt>
                <c:pt idx="8512">
                  <c:v>14.64542</c:v>
                </c:pt>
                <c:pt idx="8513">
                  <c:v>15.045440000000006</c:v>
                </c:pt>
                <c:pt idx="8514">
                  <c:v>15.342700000000002</c:v>
                </c:pt>
                <c:pt idx="8515">
                  <c:v>15.544840000000001</c:v>
                </c:pt>
                <c:pt idx="8516">
                  <c:v>15.4453</c:v>
                </c:pt>
                <c:pt idx="8517">
                  <c:v>15.207460000000001</c:v>
                </c:pt>
                <c:pt idx="8518">
                  <c:v>15.18871</c:v>
                </c:pt>
                <c:pt idx="8519">
                  <c:v>15.222910000000001</c:v>
                </c:pt>
                <c:pt idx="8520">
                  <c:v>15.49319</c:v>
                </c:pt>
                <c:pt idx="8521">
                  <c:v>16.089409999999972</c:v>
                </c:pt>
                <c:pt idx="8522">
                  <c:v>16.555589999999974</c:v>
                </c:pt>
                <c:pt idx="8523">
                  <c:v>16.611719999999988</c:v>
                </c:pt>
                <c:pt idx="8524">
                  <c:v>16.664300000000001</c:v>
                </c:pt>
                <c:pt idx="8525">
                  <c:v>16.842719999999975</c:v>
                </c:pt>
                <c:pt idx="8526">
                  <c:v>17.168319999999973</c:v>
                </c:pt>
                <c:pt idx="8527">
                  <c:v>17.451589999999989</c:v>
                </c:pt>
                <c:pt idx="8528">
                  <c:v>17.427339999999973</c:v>
                </c:pt>
                <c:pt idx="8529">
                  <c:v>17.309519999999978</c:v>
                </c:pt>
                <c:pt idx="8530">
                  <c:v>17.223880000000001</c:v>
                </c:pt>
                <c:pt idx="8531">
                  <c:v>17.207039999999989</c:v>
                </c:pt>
                <c:pt idx="8532">
                  <c:v>17.085249999999952</c:v>
                </c:pt>
                <c:pt idx="8533">
                  <c:v>16.881350000000001</c:v>
                </c:pt>
                <c:pt idx="8534">
                  <c:v>16.617149999999999</c:v>
                </c:pt>
                <c:pt idx="8535">
                  <c:v>16.587999999999987</c:v>
                </c:pt>
                <c:pt idx="8536">
                  <c:v>17.013919999999999</c:v>
                </c:pt>
                <c:pt idx="8537">
                  <c:v>17.482019999999952</c:v>
                </c:pt>
                <c:pt idx="8538">
                  <c:v>17.576409999999989</c:v>
                </c:pt>
                <c:pt idx="8539">
                  <c:v>17.73939</c:v>
                </c:pt>
                <c:pt idx="8540">
                  <c:v>18.27516</c:v>
                </c:pt>
                <c:pt idx="8541">
                  <c:v>19.019079999999999</c:v>
                </c:pt>
                <c:pt idx="8542">
                  <c:v>19.528670000000002</c:v>
                </c:pt>
                <c:pt idx="8543">
                  <c:v>19.725199999999973</c:v>
                </c:pt>
                <c:pt idx="8544">
                  <c:v>18.863949999999978</c:v>
                </c:pt>
                <c:pt idx="8545">
                  <c:v>18.054089999999999</c:v>
                </c:pt>
                <c:pt idx="8546">
                  <c:v>18.272480000000002</c:v>
                </c:pt>
                <c:pt idx="8547">
                  <c:v>18.93629</c:v>
                </c:pt>
                <c:pt idx="8548">
                  <c:v>19.59629</c:v>
                </c:pt>
                <c:pt idx="8549">
                  <c:v>19.97967999999997</c:v>
                </c:pt>
                <c:pt idx="8550">
                  <c:v>19.971830000000001</c:v>
                </c:pt>
                <c:pt idx="8551">
                  <c:v>19.387080000000001</c:v>
                </c:pt>
                <c:pt idx="8552">
                  <c:v>18.314900000000037</c:v>
                </c:pt>
                <c:pt idx="8553">
                  <c:v>17.944269999999989</c:v>
                </c:pt>
                <c:pt idx="8554">
                  <c:v>18.03501</c:v>
                </c:pt>
                <c:pt idx="8555">
                  <c:v>18.30369</c:v>
                </c:pt>
                <c:pt idx="8556">
                  <c:v>18.738729999999968</c:v>
                </c:pt>
                <c:pt idx="8557">
                  <c:v>19.271540000000002</c:v>
                </c:pt>
                <c:pt idx="8558">
                  <c:v>19.744900000000001</c:v>
                </c:pt>
                <c:pt idx="8559">
                  <c:v>20.21838</c:v>
                </c:pt>
                <c:pt idx="8560">
                  <c:v>20.607780000000005</c:v>
                </c:pt>
                <c:pt idx="8561">
                  <c:v>21.031179999999999</c:v>
                </c:pt>
                <c:pt idx="8562">
                  <c:v>21.532959999999999</c:v>
                </c:pt>
                <c:pt idx="8563">
                  <c:v>21.966699999999957</c:v>
                </c:pt>
                <c:pt idx="8564">
                  <c:v>22.337860000000035</c:v>
                </c:pt>
                <c:pt idx="8565">
                  <c:v>22.793609999999973</c:v>
                </c:pt>
                <c:pt idx="8566">
                  <c:v>23.200109999999974</c:v>
                </c:pt>
                <c:pt idx="8567">
                  <c:v>23.224850000000021</c:v>
                </c:pt>
                <c:pt idx="8568">
                  <c:v>23.069729999999975</c:v>
                </c:pt>
                <c:pt idx="8569">
                  <c:v>22.73903</c:v>
                </c:pt>
                <c:pt idx="8570">
                  <c:v>21.90118</c:v>
                </c:pt>
                <c:pt idx="8571">
                  <c:v>21.573</c:v>
                </c:pt>
                <c:pt idx="8572">
                  <c:v>21.704090000000001</c:v>
                </c:pt>
                <c:pt idx="8573">
                  <c:v>21.213360000000005</c:v>
                </c:pt>
                <c:pt idx="8574">
                  <c:v>21.009720000000002</c:v>
                </c:pt>
                <c:pt idx="8575">
                  <c:v>21.33962</c:v>
                </c:pt>
                <c:pt idx="8576">
                  <c:v>21.71547</c:v>
                </c:pt>
                <c:pt idx="8577">
                  <c:v>22.00611</c:v>
                </c:pt>
                <c:pt idx="8578">
                  <c:v>22.054259999999999</c:v>
                </c:pt>
                <c:pt idx="8579">
                  <c:v>22.026209999999974</c:v>
                </c:pt>
                <c:pt idx="8580">
                  <c:v>22.265769999999975</c:v>
                </c:pt>
                <c:pt idx="8581">
                  <c:v>22.791229999999974</c:v>
                </c:pt>
                <c:pt idx="8582">
                  <c:v>23.219000000000001</c:v>
                </c:pt>
                <c:pt idx="8583">
                  <c:v>23.413119999999989</c:v>
                </c:pt>
                <c:pt idx="8584">
                  <c:v>23.536210000000001</c:v>
                </c:pt>
                <c:pt idx="8585">
                  <c:v>23.768409999999957</c:v>
                </c:pt>
                <c:pt idx="8586">
                  <c:v>23.806190000000001</c:v>
                </c:pt>
                <c:pt idx="8587">
                  <c:v>23.65072</c:v>
                </c:pt>
                <c:pt idx="8588">
                  <c:v>23.680890000000005</c:v>
                </c:pt>
                <c:pt idx="8589">
                  <c:v>23.87663999999997</c:v>
                </c:pt>
                <c:pt idx="8590">
                  <c:v>23.96719999999997</c:v>
                </c:pt>
                <c:pt idx="8591">
                  <c:v>23.949560000000002</c:v>
                </c:pt>
                <c:pt idx="8592">
                  <c:v>24.00207</c:v>
                </c:pt>
                <c:pt idx="8593">
                  <c:v>24.087850000000021</c:v>
                </c:pt>
                <c:pt idx="8594">
                  <c:v>23.867599999999989</c:v>
                </c:pt>
                <c:pt idx="8595">
                  <c:v>23.656749999999974</c:v>
                </c:pt>
                <c:pt idx="8596">
                  <c:v>23.777159999999999</c:v>
                </c:pt>
                <c:pt idx="8597">
                  <c:v>23.824339999999989</c:v>
                </c:pt>
                <c:pt idx="8598">
                  <c:v>23.884609999999974</c:v>
                </c:pt>
                <c:pt idx="8599">
                  <c:v>24.00506</c:v>
                </c:pt>
                <c:pt idx="8600">
                  <c:v>23.856739999999974</c:v>
                </c:pt>
                <c:pt idx="8601">
                  <c:v>23.828719999999972</c:v>
                </c:pt>
                <c:pt idx="8602">
                  <c:v>24.054690000000001</c:v>
                </c:pt>
                <c:pt idx="8603">
                  <c:v>24.192529999999973</c:v>
                </c:pt>
                <c:pt idx="8604">
                  <c:v>24.313260000000021</c:v>
                </c:pt>
                <c:pt idx="8605">
                  <c:v>24.528459999999974</c:v>
                </c:pt>
                <c:pt idx="8606">
                  <c:v>24.805769999999974</c:v>
                </c:pt>
                <c:pt idx="8607">
                  <c:v>25.121490000000001</c:v>
                </c:pt>
                <c:pt idx="8608">
                  <c:v>25.567350000000001</c:v>
                </c:pt>
                <c:pt idx="8609">
                  <c:v>25.908909999999974</c:v>
                </c:pt>
                <c:pt idx="8610">
                  <c:v>25.892609999999973</c:v>
                </c:pt>
                <c:pt idx="8611">
                  <c:v>25.8733</c:v>
                </c:pt>
                <c:pt idx="8612">
                  <c:v>26.026450000000001</c:v>
                </c:pt>
                <c:pt idx="8613">
                  <c:v>26.285069999999973</c:v>
                </c:pt>
                <c:pt idx="8614">
                  <c:v>26.408839999999973</c:v>
                </c:pt>
                <c:pt idx="8615">
                  <c:v>26.05734</c:v>
                </c:pt>
                <c:pt idx="8616">
                  <c:v>25.184850000000033</c:v>
                </c:pt>
                <c:pt idx="8617">
                  <c:v>24.286809999999978</c:v>
                </c:pt>
                <c:pt idx="8618">
                  <c:v>23.652249999999974</c:v>
                </c:pt>
                <c:pt idx="8619">
                  <c:v>23.326160000000005</c:v>
                </c:pt>
                <c:pt idx="8620">
                  <c:v>23.214099999999988</c:v>
                </c:pt>
                <c:pt idx="8621">
                  <c:v>23.311509999999988</c:v>
                </c:pt>
                <c:pt idx="8622">
                  <c:v>23.56935</c:v>
                </c:pt>
                <c:pt idx="8623">
                  <c:v>23.769449999999956</c:v>
                </c:pt>
                <c:pt idx="8624">
                  <c:v>23.922549999999958</c:v>
                </c:pt>
                <c:pt idx="8625">
                  <c:v>23.547779999999989</c:v>
                </c:pt>
                <c:pt idx="8626">
                  <c:v>23.248369999999973</c:v>
                </c:pt>
                <c:pt idx="8627">
                  <c:v>23.590029999999974</c:v>
                </c:pt>
                <c:pt idx="8628">
                  <c:v>24.116890000000033</c:v>
                </c:pt>
                <c:pt idx="8629">
                  <c:v>24.644179999999999</c:v>
                </c:pt>
                <c:pt idx="8630">
                  <c:v>25.217060000000021</c:v>
                </c:pt>
                <c:pt idx="8631">
                  <c:v>25.741339999999973</c:v>
                </c:pt>
                <c:pt idx="8632">
                  <c:v>25.71527</c:v>
                </c:pt>
                <c:pt idx="8633">
                  <c:v>25.191800000000022</c:v>
                </c:pt>
                <c:pt idx="8634">
                  <c:v>24.89432</c:v>
                </c:pt>
                <c:pt idx="8635">
                  <c:v>24.905319999999964</c:v>
                </c:pt>
                <c:pt idx="8636">
                  <c:v>24.548409999999972</c:v>
                </c:pt>
                <c:pt idx="8637">
                  <c:v>23.95655</c:v>
                </c:pt>
                <c:pt idx="8638">
                  <c:v>23.789199999999973</c:v>
                </c:pt>
                <c:pt idx="8639">
                  <c:v>23.981249999999957</c:v>
                </c:pt>
                <c:pt idx="8640">
                  <c:v>24.348519999999972</c:v>
                </c:pt>
                <c:pt idx="8641">
                  <c:v>24.36317</c:v>
                </c:pt>
                <c:pt idx="8642">
                  <c:v>23.927160000000001</c:v>
                </c:pt>
                <c:pt idx="8643">
                  <c:v>23.661380000000001</c:v>
                </c:pt>
                <c:pt idx="8644">
                  <c:v>23.507750000000001</c:v>
                </c:pt>
                <c:pt idx="8645">
                  <c:v>23.621659999999999</c:v>
                </c:pt>
                <c:pt idx="8646">
                  <c:v>23.651550000000022</c:v>
                </c:pt>
                <c:pt idx="8647">
                  <c:v>23.15663</c:v>
                </c:pt>
                <c:pt idx="8648">
                  <c:v>22.733930000000001</c:v>
                </c:pt>
                <c:pt idx="8649">
                  <c:v>22.559629999999974</c:v>
                </c:pt>
                <c:pt idx="8650">
                  <c:v>22.21377</c:v>
                </c:pt>
                <c:pt idx="8651">
                  <c:v>21.982649999999943</c:v>
                </c:pt>
                <c:pt idx="8652">
                  <c:v>22.158349999999974</c:v>
                </c:pt>
                <c:pt idx="8653">
                  <c:v>22.465159999999972</c:v>
                </c:pt>
                <c:pt idx="8654">
                  <c:v>22.867139999999978</c:v>
                </c:pt>
                <c:pt idx="8655">
                  <c:v>23.307179999999999</c:v>
                </c:pt>
                <c:pt idx="8656">
                  <c:v>23.560239999999968</c:v>
                </c:pt>
                <c:pt idx="8657">
                  <c:v>23.71878999999997</c:v>
                </c:pt>
                <c:pt idx="8658">
                  <c:v>23.918699999999973</c:v>
                </c:pt>
                <c:pt idx="8659">
                  <c:v>24.147269999999999</c:v>
                </c:pt>
                <c:pt idx="8660">
                  <c:v>24.171990000000033</c:v>
                </c:pt>
                <c:pt idx="8661">
                  <c:v>24.04637</c:v>
                </c:pt>
                <c:pt idx="8662">
                  <c:v>23.6722</c:v>
                </c:pt>
                <c:pt idx="8663">
                  <c:v>23.223099999999974</c:v>
                </c:pt>
                <c:pt idx="8664">
                  <c:v>22.962949999999957</c:v>
                </c:pt>
                <c:pt idx="8665">
                  <c:v>22.789939999999973</c:v>
                </c:pt>
                <c:pt idx="8666">
                  <c:v>22.681319999999989</c:v>
                </c:pt>
                <c:pt idx="8667">
                  <c:v>22.44091999999997</c:v>
                </c:pt>
                <c:pt idx="8668">
                  <c:v>22.194479999999999</c:v>
                </c:pt>
                <c:pt idx="8669">
                  <c:v>22.180299999999974</c:v>
                </c:pt>
                <c:pt idx="8670">
                  <c:v>22.023019999999974</c:v>
                </c:pt>
                <c:pt idx="8671">
                  <c:v>21.726599999999973</c:v>
                </c:pt>
                <c:pt idx="8672">
                  <c:v>21.423829999999974</c:v>
                </c:pt>
                <c:pt idx="8673">
                  <c:v>21.133320000000001</c:v>
                </c:pt>
                <c:pt idx="8674">
                  <c:v>21.167750000000005</c:v>
                </c:pt>
                <c:pt idx="8675">
                  <c:v>21.424859999999999</c:v>
                </c:pt>
                <c:pt idx="8676">
                  <c:v>21.562819999999974</c:v>
                </c:pt>
                <c:pt idx="8677">
                  <c:v>21.567719999999973</c:v>
                </c:pt>
                <c:pt idx="8678">
                  <c:v>21.576530000000002</c:v>
                </c:pt>
                <c:pt idx="8679">
                  <c:v>21.713979999999999</c:v>
                </c:pt>
                <c:pt idx="8680">
                  <c:v>21.878489999999989</c:v>
                </c:pt>
                <c:pt idx="8681">
                  <c:v>21.726099999999974</c:v>
                </c:pt>
                <c:pt idx="8682">
                  <c:v>21.470659999999974</c:v>
                </c:pt>
                <c:pt idx="8683">
                  <c:v>21.166250000000005</c:v>
                </c:pt>
                <c:pt idx="8684">
                  <c:v>20.745399999999975</c:v>
                </c:pt>
                <c:pt idx="8685">
                  <c:v>20.383099999999974</c:v>
                </c:pt>
                <c:pt idx="8686">
                  <c:v>19.883389999999974</c:v>
                </c:pt>
                <c:pt idx="8687">
                  <c:v>18.941029999999973</c:v>
                </c:pt>
                <c:pt idx="8688">
                  <c:v>17.947289999999974</c:v>
                </c:pt>
                <c:pt idx="8689">
                  <c:v>16.959700000000002</c:v>
                </c:pt>
                <c:pt idx="8690">
                  <c:v>15.797190000000001</c:v>
                </c:pt>
                <c:pt idx="8691">
                  <c:v>15.2704</c:v>
                </c:pt>
                <c:pt idx="8692">
                  <c:v>15.44712</c:v>
                </c:pt>
                <c:pt idx="8693">
                  <c:v>15.56039</c:v>
                </c:pt>
                <c:pt idx="8694">
                  <c:v>15.603120000000001</c:v>
                </c:pt>
                <c:pt idx="8695">
                  <c:v>15.545260000000001</c:v>
                </c:pt>
                <c:pt idx="8696">
                  <c:v>15.740410000000001</c:v>
                </c:pt>
                <c:pt idx="8697">
                  <c:v>15.666180000000002</c:v>
                </c:pt>
                <c:pt idx="8698">
                  <c:v>15.179220000000001</c:v>
                </c:pt>
                <c:pt idx="8699">
                  <c:v>15.00319</c:v>
                </c:pt>
                <c:pt idx="8700">
                  <c:v>14.819400000000011</c:v>
                </c:pt>
                <c:pt idx="8701">
                  <c:v>14.857010000000002</c:v>
                </c:pt>
                <c:pt idx="8702">
                  <c:v>14.70196</c:v>
                </c:pt>
                <c:pt idx="8703">
                  <c:v>13.99431</c:v>
                </c:pt>
                <c:pt idx="8704">
                  <c:v>13.39997</c:v>
                </c:pt>
                <c:pt idx="8705">
                  <c:v>13.32456</c:v>
                </c:pt>
                <c:pt idx="8706">
                  <c:v>13.316420000000004</c:v>
                </c:pt>
                <c:pt idx="8707">
                  <c:v>13.235620000000001</c:v>
                </c:pt>
                <c:pt idx="8708">
                  <c:v>13.08769</c:v>
                </c:pt>
                <c:pt idx="8709">
                  <c:v>12.795400000000004</c:v>
                </c:pt>
                <c:pt idx="8710">
                  <c:v>12.7536</c:v>
                </c:pt>
                <c:pt idx="8711">
                  <c:v>12.79768</c:v>
                </c:pt>
                <c:pt idx="8712">
                  <c:v>12.83545000000001</c:v>
                </c:pt>
                <c:pt idx="8713">
                  <c:v>12.90565000000001</c:v>
                </c:pt>
                <c:pt idx="8714">
                  <c:v>12.88297</c:v>
                </c:pt>
                <c:pt idx="8715">
                  <c:v>12.61542</c:v>
                </c:pt>
                <c:pt idx="8716">
                  <c:v>11.656890000000002</c:v>
                </c:pt>
                <c:pt idx="8717">
                  <c:v>11.14057</c:v>
                </c:pt>
                <c:pt idx="8718">
                  <c:v>11.18240000000001</c:v>
                </c:pt>
                <c:pt idx="8719">
                  <c:v>11.190810000000001</c:v>
                </c:pt>
                <c:pt idx="8720">
                  <c:v>11.19495</c:v>
                </c:pt>
                <c:pt idx="8721">
                  <c:v>11.32117</c:v>
                </c:pt>
                <c:pt idx="8722">
                  <c:v>11.17923</c:v>
                </c:pt>
                <c:pt idx="8723">
                  <c:v>10.92075</c:v>
                </c:pt>
                <c:pt idx="8724">
                  <c:v>10.71923</c:v>
                </c:pt>
                <c:pt idx="8725">
                  <c:v>10.553520000000002</c:v>
                </c:pt>
                <c:pt idx="8726">
                  <c:v>10.25699</c:v>
                </c:pt>
                <c:pt idx="8727">
                  <c:v>9.9836100000000005</c:v>
                </c:pt>
                <c:pt idx="8728">
                  <c:v>9.8855800000000151</c:v>
                </c:pt>
                <c:pt idx="8729">
                  <c:v>10.069730000000011</c:v>
                </c:pt>
                <c:pt idx="8730">
                  <c:v>10.223330000000001</c:v>
                </c:pt>
                <c:pt idx="8731">
                  <c:v>10.1614</c:v>
                </c:pt>
                <c:pt idx="8732">
                  <c:v>10.17098</c:v>
                </c:pt>
                <c:pt idx="8733">
                  <c:v>10.168240000000001</c:v>
                </c:pt>
                <c:pt idx="8734">
                  <c:v>10.03457</c:v>
                </c:pt>
                <c:pt idx="8735">
                  <c:v>10.0701</c:v>
                </c:pt>
                <c:pt idx="8736">
                  <c:v>10.007860000000001</c:v>
                </c:pt>
                <c:pt idx="8737">
                  <c:v>9.7613099999999999</c:v>
                </c:pt>
                <c:pt idx="8738">
                  <c:v>9.6670300000000005</c:v>
                </c:pt>
                <c:pt idx="8739">
                  <c:v>9.4584300000000123</c:v>
                </c:pt>
                <c:pt idx="8740">
                  <c:v>8.9625000000000146</c:v>
                </c:pt>
                <c:pt idx="8741">
                  <c:v>8.5376700000000003</c:v>
                </c:pt>
                <c:pt idx="8742">
                  <c:v>8.3076800000000048</c:v>
                </c:pt>
                <c:pt idx="8743">
                  <c:v>7.9973999999999998</c:v>
                </c:pt>
                <c:pt idx="8744">
                  <c:v>7.627479999999994</c:v>
                </c:pt>
                <c:pt idx="8745">
                  <c:v>7.4845899999999945</c:v>
                </c:pt>
                <c:pt idx="8746">
                  <c:v>7.4792200000000078</c:v>
                </c:pt>
                <c:pt idx="8747">
                  <c:v>7.5122400000000003</c:v>
                </c:pt>
                <c:pt idx="8748">
                  <c:v>7.6053799999999985</c:v>
                </c:pt>
                <c:pt idx="8749">
                  <c:v>7.6706500000000002</c:v>
                </c:pt>
                <c:pt idx="8750">
                  <c:v>7.6796100000000003</c:v>
                </c:pt>
                <c:pt idx="8751">
                  <c:v>7.7756900000000053</c:v>
                </c:pt>
                <c:pt idx="8752">
                  <c:v>7.9497500000000034</c:v>
                </c:pt>
                <c:pt idx="8753">
                  <c:v>8.06297</c:v>
                </c:pt>
                <c:pt idx="8754">
                  <c:v>8.1014800000000005</c:v>
                </c:pt>
                <c:pt idx="8755">
                  <c:v>8.0478699999999996</c:v>
                </c:pt>
                <c:pt idx="8756">
                  <c:v>7.9614599999999998</c:v>
                </c:pt>
                <c:pt idx="8757">
                  <c:v>7.9030199999999997</c:v>
                </c:pt>
                <c:pt idx="8758">
                  <c:v>8.0255800000000068</c:v>
                </c:pt>
                <c:pt idx="8759">
                  <c:v>8.4481199999999994</c:v>
                </c:pt>
                <c:pt idx="8760">
                  <c:v>8.8412699999999997</c:v>
                </c:pt>
                <c:pt idx="8761">
                  <c:v>8.5942699999999999</c:v>
                </c:pt>
                <c:pt idx="8762">
                  <c:v>8.3717800000000047</c:v>
                </c:pt>
                <c:pt idx="8763">
                  <c:v>8.3042800000000003</c:v>
                </c:pt>
                <c:pt idx="8764">
                  <c:v>8.4222600000000014</c:v>
                </c:pt>
                <c:pt idx="8765">
                  <c:v>8.6551100000000005</c:v>
                </c:pt>
                <c:pt idx="8766">
                  <c:v>8.8663400000000028</c:v>
                </c:pt>
                <c:pt idx="8767">
                  <c:v>8.9537700000000005</c:v>
                </c:pt>
                <c:pt idx="8768">
                  <c:v>8.9562900000000027</c:v>
                </c:pt>
                <c:pt idx="8769">
                  <c:v>8.7308699999999995</c:v>
                </c:pt>
                <c:pt idx="8770">
                  <c:v>8.3961700000000015</c:v>
                </c:pt>
                <c:pt idx="8771">
                  <c:v>8.2498000000000005</c:v>
                </c:pt>
                <c:pt idx="8772">
                  <c:v>8.2806900000000034</c:v>
                </c:pt>
                <c:pt idx="8773">
                  <c:v>8.3973100000000009</c:v>
                </c:pt>
                <c:pt idx="8774">
                  <c:v>8.5005600000000001</c:v>
                </c:pt>
                <c:pt idx="8775">
                  <c:v>8.6620800000000067</c:v>
                </c:pt>
                <c:pt idx="8776">
                  <c:v>8.8729300000000109</c:v>
                </c:pt>
                <c:pt idx="8777">
                  <c:v>9.1648900000000015</c:v>
                </c:pt>
                <c:pt idx="8778">
                  <c:v>9.3671800000000047</c:v>
                </c:pt>
                <c:pt idx="8779">
                  <c:v>9.4889100000000006</c:v>
                </c:pt>
                <c:pt idx="8780">
                  <c:v>9.7837800000000001</c:v>
                </c:pt>
                <c:pt idx="8781">
                  <c:v>9.8012100000000011</c:v>
                </c:pt>
                <c:pt idx="8782">
                  <c:v>9.3162600000000015</c:v>
                </c:pt>
                <c:pt idx="8783">
                  <c:v>8.4529500000000048</c:v>
                </c:pt>
                <c:pt idx="8784">
                  <c:v>7.6283699999999985</c:v>
                </c:pt>
                <c:pt idx="8785">
                  <c:v>7.3705299999999996</c:v>
                </c:pt>
                <c:pt idx="8786">
                  <c:v>7.3610600000000002</c:v>
                </c:pt>
                <c:pt idx="8787">
                  <c:v>7.3687899999999944</c:v>
                </c:pt>
                <c:pt idx="8788">
                  <c:v>7.4124999999999996</c:v>
                </c:pt>
                <c:pt idx="8789">
                  <c:v>7.5372899999999996</c:v>
                </c:pt>
                <c:pt idx="8790">
                  <c:v>7.9667199999999996</c:v>
                </c:pt>
                <c:pt idx="8791">
                  <c:v>8.4124500000000122</c:v>
                </c:pt>
                <c:pt idx="8792">
                  <c:v>8.7703699999999998</c:v>
                </c:pt>
                <c:pt idx="8793">
                  <c:v>9.0887100000000007</c:v>
                </c:pt>
                <c:pt idx="8794">
                  <c:v>9.0195100000000004</c:v>
                </c:pt>
                <c:pt idx="8795">
                  <c:v>8.766</c:v>
                </c:pt>
                <c:pt idx="8796">
                  <c:v>8.5734300000000125</c:v>
                </c:pt>
                <c:pt idx="8797">
                  <c:v>8.2863299999999995</c:v>
                </c:pt>
                <c:pt idx="8798">
                  <c:v>8.3694600000000126</c:v>
                </c:pt>
                <c:pt idx="8799">
                  <c:v>8.5531700000000015</c:v>
                </c:pt>
                <c:pt idx="8800">
                  <c:v>8.3480900000000009</c:v>
                </c:pt>
                <c:pt idx="8801">
                  <c:v>8.2612100000000002</c:v>
                </c:pt>
                <c:pt idx="8802">
                  <c:v>8.6043000000000003</c:v>
                </c:pt>
                <c:pt idx="8803">
                  <c:v>9.0623400000000007</c:v>
                </c:pt>
                <c:pt idx="8804">
                  <c:v>9.4983699999999995</c:v>
                </c:pt>
                <c:pt idx="8805">
                  <c:v>9.6857500000000005</c:v>
                </c:pt>
                <c:pt idx="8806">
                  <c:v>9.6092000000000013</c:v>
                </c:pt>
                <c:pt idx="8807">
                  <c:v>9.3604500000000126</c:v>
                </c:pt>
                <c:pt idx="8808">
                  <c:v>9.1994800000000048</c:v>
                </c:pt>
                <c:pt idx="8809">
                  <c:v>9.3247900000000001</c:v>
                </c:pt>
                <c:pt idx="8810">
                  <c:v>9.6123700000000003</c:v>
                </c:pt>
                <c:pt idx="8811">
                  <c:v>9.74282</c:v>
                </c:pt>
                <c:pt idx="8812">
                  <c:v>9.4702900000000003</c:v>
                </c:pt>
                <c:pt idx="8813">
                  <c:v>8.9576700000000002</c:v>
                </c:pt>
                <c:pt idx="8814">
                  <c:v>8.6644300000000047</c:v>
                </c:pt>
                <c:pt idx="8815">
                  <c:v>8.8423800000000004</c:v>
                </c:pt>
                <c:pt idx="8816">
                  <c:v>9.0972500000000007</c:v>
                </c:pt>
                <c:pt idx="8817">
                  <c:v>9.1019600000000001</c:v>
                </c:pt>
                <c:pt idx="8818">
                  <c:v>9.02285</c:v>
                </c:pt>
                <c:pt idx="8819">
                  <c:v>8.8749900000000004</c:v>
                </c:pt>
                <c:pt idx="8820">
                  <c:v>8.8734900000000145</c:v>
                </c:pt>
                <c:pt idx="8821">
                  <c:v>9.0276800000000001</c:v>
                </c:pt>
                <c:pt idx="8822">
                  <c:v>9.2459400000000009</c:v>
                </c:pt>
                <c:pt idx="8823">
                  <c:v>9.6543600000000005</c:v>
                </c:pt>
                <c:pt idx="8824">
                  <c:v>10.004160000000001</c:v>
                </c:pt>
                <c:pt idx="8825">
                  <c:v>10.24356</c:v>
                </c:pt>
                <c:pt idx="8826">
                  <c:v>10.732900000000001</c:v>
                </c:pt>
                <c:pt idx="8827">
                  <c:v>11.28251</c:v>
                </c:pt>
                <c:pt idx="8828">
                  <c:v>11.519020000000001</c:v>
                </c:pt>
                <c:pt idx="8829">
                  <c:v>11.579140000000002</c:v>
                </c:pt>
                <c:pt idx="8830">
                  <c:v>11.624700000000001</c:v>
                </c:pt>
                <c:pt idx="8831">
                  <c:v>11.71711</c:v>
                </c:pt>
                <c:pt idx="8832">
                  <c:v>11.94364</c:v>
                </c:pt>
                <c:pt idx="8833">
                  <c:v>12.358610000000002</c:v>
                </c:pt>
                <c:pt idx="8834">
                  <c:v>12.989630000000011</c:v>
                </c:pt>
                <c:pt idx="8835">
                  <c:v>13.78909</c:v>
                </c:pt>
                <c:pt idx="8836">
                  <c:v>14.453530000000018</c:v>
                </c:pt>
                <c:pt idx="8837">
                  <c:v>14.727790000000001</c:v>
                </c:pt>
                <c:pt idx="8838">
                  <c:v>14.449060000000001</c:v>
                </c:pt>
                <c:pt idx="8839">
                  <c:v>14.16287</c:v>
                </c:pt>
                <c:pt idx="8840">
                  <c:v>14.30307</c:v>
                </c:pt>
                <c:pt idx="8841">
                  <c:v>14.588940000000001</c:v>
                </c:pt>
                <c:pt idx="8842">
                  <c:v>14.8073</c:v>
                </c:pt>
                <c:pt idx="8843">
                  <c:v>14.81784</c:v>
                </c:pt>
                <c:pt idx="8844">
                  <c:v>14.72072</c:v>
                </c:pt>
                <c:pt idx="8845">
                  <c:v>14.71204</c:v>
                </c:pt>
                <c:pt idx="8846">
                  <c:v>14.57887</c:v>
                </c:pt>
                <c:pt idx="8847">
                  <c:v>13.6814</c:v>
                </c:pt>
                <c:pt idx="8848">
                  <c:v>12.444740000000001</c:v>
                </c:pt>
                <c:pt idx="8849">
                  <c:v>11.787929999999999</c:v>
                </c:pt>
                <c:pt idx="8850">
                  <c:v>12.03656</c:v>
                </c:pt>
                <c:pt idx="8851">
                  <c:v>12.59431</c:v>
                </c:pt>
                <c:pt idx="8852">
                  <c:v>12.840170000000001</c:v>
                </c:pt>
                <c:pt idx="8853">
                  <c:v>13.08605</c:v>
                </c:pt>
                <c:pt idx="8854">
                  <c:v>13.229510000000001</c:v>
                </c:pt>
                <c:pt idx="8855">
                  <c:v>13.3643</c:v>
                </c:pt>
                <c:pt idx="8856">
                  <c:v>13.88623000000001</c:v>
                </c:pt>
                <c:pt idx="8857">
                  <c:v>14.173310000000001</c:v>
                </c:pt>
                <c:pt idx="8858">
                  <c:v>14.03163</c:v>
                </c:pt>
                <c:pt idx="8859">
                  <c:v>13.962340000000006</c:v>
                </c:pt>
                <c:pt idx="8860">
                  <c:v>14.1981</c:v>
                </c:pt>
                <c:pt idx="8861">
                  <c:v>14.58526</c:v>
                </c:pt>
                <c:pt idx="8862">
                  <c:v>14.83351</c:v>
                </c:pt>
                <c:pt idx="8863">
                  <c:v>15.10544000000001</c:v>
                </c:pt>
                <c:pt idx="8864">
                  <c:v>15.742600000000001</c:v>
                </c:pt>
                <c:pt idx="8865">
                  <c:v>16.537070000000021</c:v>
                </c:pt>
                <c:pt idx="8866">
                  <c:v>16.480799999999952</c:v>
                </c:pt>
                <c:pt idx="8867">
                  <c:v>15.957600000000006</c:v>
                </c:pt>
                <c:pt idx="8868">
                  <c:v>15.685040000000004</c:v>
                </c:pt>
                <c:pt idx="8869">
                  <c:v>15.55442</c:v>
                </c:pt>
                <c:pt idx="8870">
                  <c:v>15.438040000000001</c:v>
                </c:pt>
                <c:pt idx="8871">
                  <c:v>15.45923000000001</c:v>
                </c:pt>
                <c:pt idx="8872">
                  <c:v>15.671240000000001</c:v>
                </c:pt>
                <c:pt idx="8873">
                  <c:v>16.097480000000001</c:v>
                </c:pt>
                <c:pt idx="8874">
                  <c:v>16.695729999999973</c:v>
                </c:pt>
                <c:pt idx="8875">
                  <c:v>16.794409999999989</c:v>
                </c:pt>
                <c:pt idx="8876">
                  <c:v>16.49905</c:v>
                </c:pt>
                <c:pt idx="8877">
                  <c:v>16.20477</c:v>
                </c:pt>
                <c:pt idx="8878">
                  <c:v>16.25431</c:v>
                </c:pt>
                <c:pt idx="8879">
                  <c:v>16.495369999999973</c:v>
                </c:pt>
                <c:pt idx="8880">
                  <c:v>16.7193</c:v>
                </c:pt>
                <c:pt idx="8881">
                  <c:v>17.051290000000005</c:v>
                </c:pt>
                <c:pt idx="8882">
                  <c:v>17.017399999999999</c:v>
                </c:pt>
                <c:pt idx="8883">
                  <c:v>16.9818</c:v>
                </c:pt>
                <c:pt idx="8884">
                  <c:v>16.681319999999989</c:v>
                </c:pt>
                <c:pt idx="8885">
                  <c:v>16.299299999999974</c:v>
                </c:pt>
                <c:pt idx="8886">
                  <c:v>16.258419999999973</c:v>
                </c:pt>
                <c:pt idx="8887">
                  <c:v>16.49492</c:v>
                </c:pt>
                <c:pt idx="8888">
                  <c:v>17.02909</c:v>
                </c:pt>
                <c:pt idx="8889">
                  <c:v>17.280609999999957</c:v>
                </c:pt>
                <c:pt idx="8890">
                  <c:v>17.425519999999956</c:v>
                </c:pt>
                <c:pt idx="8891">
                  <c:v>17.71841999999997</c:v>
                </c:pt>
                <c:pt idx="8892">
                  <c:v>17.845970000000001</c:v>
                </c:pt>
                <c:pt idx="8893">
                  <c:v>17.783349999999956</c:v>
                </c:pt>
                <c:pt idx="8894">
                  <c:v>17.834630000000001</c:v>
                </c:pt>
                <c:pt idx="8895">
                  <c:v>18.235289999999978</c:v>
                </c:pt>
                <c:pt idx="8896">
                  <c:v>18.80217</c:v>
                </c:pt>
                <c:pt idx="8897">
                  <c:v>19.148900000000001</c:v>
                </c:pt>
                <c:pt idx="8898">
                  <c:v>19.002339999999968</c:v>
                </c:pt>
                <c:pt idx="8899">
                  <c:v>18.447839999999989</c:v>
                </c:pt>
                <c:pt idx="8900">
                  <c:v>18.075009999999974</c:v>
                </c:pt>
                <c:pt idx="8901">
                  <c:v>18.12208</c:v>
                </c:pt>
                <c:pt idx="8902">
                  <c:v>18.339950000000037</c:v>
                </c:pt>
                <c:pt idx="8903">
                  <c:v>18.757180000000005</c:v>
                </c:pt>
                <c:pt idx="8904">
                  <c:v>19.463379999999972</c:v>
                </c:pt>
                <c:pt idx="8905">
                  <c:v>20.37550999999997</c:v>
                </c:pt>
                <c:pt idx="8906">
                  <c:v>21.23283</c:v>
                </c:pt>
                <c:pt idx="8907">
                  <c:v>21.62114</c:v>
                </c:pt>
                <c:pt idx="8908">
                  <c:v>21.725659999999973</c:v>
                </c:pt>
                <c:pt idx="8909">
                  <c:v>21.842369999999974</c:v>
                </c:pt>
                <c:pt idx="8910">
                  <c:v>22.126830000000005</c:v>
                </c:pt>
                <c:pt idx="8911">
                  <c:v>22.401700000000002</c:v>
                </c:pt>
                <c:pt idx="8912">
                  <c:v>22.36994</c:v>
                </c:pt>
                <c:pt idx="8913">
                  <c:v>22.303830000000001</c:v>
                </c:pt>
                <c:pt idx="8914">
                  <c:v>22.418880000000001</c:v>
                </c:pt>
                <c:pt idx="8915">
                  <c:v>22.52176</c:v>
                </c:pt>
                <c:pt idx="8916">
                  <c:v>22.242509999999957</c:v>
                </c:pt>
                <c:pt idx="8917">
                  <c:v>21.503769999999989</c:v>
                </c:pt>
                <c:pt idx="8918">
                  <c:v>20.753060000000001</c:v>
                </c:pt>
                <c:pt idx="8919">
                  <c:v>20.732289999999974</c:v>
                </c:pt>
                <c:pt idx="8920">
                  <c:v>21.2211</c:v>
                </c:pt>
                <c:pt idx="8921">
                  <c:v>21.825579999999974</c:v>
                </c:pt>
                <c:pt idx="8922">
                  <c:v>22.525429999999975</c:v>
                </c:pt>
                <c:pt idx="8923">
                  <c:v>23.077470000000005</c:v>
                </c:pt>
                <c:pt idx="8924">
                  <c:v>23.167890000000021</c:v>
                </c:pt>
                <c:pt idx="8925">
                  <c:v>23.09675</c:v>
                </c:pt>
                <c:pt idx="8926">
                  <c:v>22.83334</c:v>
                </c:pt>
                <c:pt idx="8927">
                  <c:v>22.590109999999989</c:v>
                </c:pt>
                <c:pt idx="8928">
                  <c:v>22.72091</c:v>
                </c:pt>
                <c:pt idx="8929">
                  <c:v>23.160810000000001</c:v>
                </c:pt>
                <c:pt idx="8930">
                  <c:v>23.877939999999999</c:v>
                </c:pt>
                <c:pt idx="8931">
                  <c:v>24.206939999999989</c:v>
                </c:pt>
                <c:pt idx="8932">
                  <c:v>24.223559999999978</c:v>
                </c:pt>
                <c:pt idx="8933">
                  <c:v>24.096109999999989</c:v>
                </c:pt>
                <c:pt idx="8934">
                  <c:v>23.929459999999974</c:v>
                </c:pt>
                <c:pt idx="8935">
                  <c:v>23.82179</c:v>
                </c:pt>
                <c:pt idx="8936">
                  <c:v>23.797879999999999</c:v>
                </c:pt>
                <c:pt idx="8937">
                  <c:v>23.855920000000001</c:v>
                </c:pt>
                <c:pt idx="8938">
                  <c:v>23.909839999999978</c:v>
                </c:pt>
                <c:pt idx="8939">
                  <c:v>24.05312</c:v>
                </c:pt>
                <c:pt idx="8940">
                  <c:v>24.171510000000001</c:v>
                </c:pt>
                <c:pt idx="8941">
                  <c:v>24.17164</c:v>
                </c:pt>
                <c:pt idx="8942">
                  <c:v>24.269239999999975</c:v>
                </c:pt>
                <c:pt idx="8943">
                  <c:v>24.517589999999988</c:v>
                </c:pt>
                <c:pt idx="8944">
                  <c:v>24.80531999999997</c:v>
                </c:pt>
                <c:pt idx="8945">
                  <c:v>24.653320000000001</c:v>
                </c:pt>
                <c:pt idx="8946">
                  <c:v>23.814760000000021</c:v>
                </c:pt>
                <c:pt idx="8947">
                  <c:v>23.039880000000021</c:v>
                </c:pt>
                <c:pt idx="8948">
                  <c:v>22.864540000000002</c:v>
                </c:pt>
                <c:pt idx="8949">
                  <c:v>22.90992</c:v>
                </c:pt>
                <c:pt idx="8950">
                  <c:v>22.936859999999999</c:v>
                </c:pt>
                <c:pt idx="8951">
                  <c:v>23.163979999999999</c:v>
                </c:pt>
                <c:pt idx="8952">
                  <c:v>23.542519999999964</c:v>
                </c:pt>
                <c:pt idx="8953">
                  <c:v>23.755970000000001</c:v>
                </c:pt>
                <c:pt idx="8954">
                  <c:v>23.487489999999973</c:v>
                </c:pt>
                <c:pt idx="8955">
                  <c:v>23.293939999999989</c:v>
                </c:pt>
                <c:pt idx="8956">
                  <c:v>23.519200000000001</c:v>
                </c:pt>
                <c:pt idx="8957">
                  <c:v>23.887910000000005</c:v>
                </c:pt>
                <c:pt idx="8958">
                  <c:v>24.18500999999997</c:v>
                </c:pt>
                <c:pt idx="8959">
                  <c:v>23.853470000000005</c:v>
                </c:pt>
                <c:pt idx="8960">
                  <c:v>23.583139999999968</c:v>
                </c:pt>
                <c:pt idx="8961">
                  <c:v>23.791679999999989</c:v>
                </c:pt>
                <c:pt idx="8962">
                  <c:v>23.823969999999999</c:v>
                </c:pt>
                <c:pt idx="8963">
                  <c:v>23.979999999999986</c:v>
                </c:pt>
                <c:pt idx="8964">
                  <c:v>24.381719999999973</c:v>
                </c:pt>
                <c:pt idx="8965">
                  <c:v>24.657270000000022</c:v>
                </c:pt>
                <c:pt idx="8966">
                  <c:v>24.488829999999975</c:v>
                </c:pt>
                <c:pt idx="8967">
                  <c:v>24.207850000000022</c:v>
                </c:pt>
                <c:pt idx="8968">
                  <c:v>24.040179999999989</c:v>
                </c:pt>
                <c:pt idx="8969">
                  <c:v>23.94388</c:v>
                </c:pt>
                <c:pt idx="8970">
                  <c:v>24.002279999999974</c:v>
                </c:pt>
                <c:pt idx="8971">
                  <c:v>23.874580000000005</c:v>
                </c:pt>
                <c:pt idx="8972">
                  <c:v>23.777650000000001</c:v>
                </c:pt>
                <c:pt idx="8973">
                  <c:v>23.980269999999972</c:v>
                </c:pt>
                <c:pt idx="8974">
                  <c:v>24.330310000000001</c:v>
                </c:pt>
                <c:pt idx="8975">
                  <c:v>24.777180000000001</c:v>
                </c:pt>
                <c:pt idx="8976">
                  <c:v>25.34838999999997</c:v>
                </c:pt>
                <c:pt idx="8977">
                  <c:v>25.719609999999989</c:v>
                </c:pt>
                <c:pt idx="8978">
                  <c:v>25.879539999999974</c:v>
                </c:pt>
                <c:pt idx="8979">
                  <c:v>25.980569999999968</c:v>
                </c:pt>
                <c:pt idx="8980">
                  <c:v>25.810189999999999</c:v>
                </c:pt>
                <c:pt idx="8981">
                  <c:v>25.382669999999973</c:v>
                </c:pt>
                <c:pt idx="8982">
                  <c:v>24.91461</c:v>
                </c:pt>
                <c:pt idx="8983">
                  <c:v>24.559439999999974</c:v>
                </c:pt>
                <c:pt idx="8984">
                  <c:v>24.389519999999973</c:v>
                </c:pt>
                <c:pt idx="8985">
                  <c:v>24.557320000000001</c:v>
                </c:pt>
                <c:pt idx="8986">
                  <c:v>24.974920000000001</c:v>
                </c:pt>
                <c:pt idx="8987">
                  <c:v>25.395820000000001</c:v>
                </c:pt>
                <c:pt idx="8988">
                  <c:v>25.379180000000005</c:v>
                </c:pt>
                <c:pt idx="8989">
                  <c:v>25.059460000000001</c:v>
                </c:pt>
                <c:pt idx="8990">
                  <c:v>24.939679999999989</c:v>
                </c:pt>
                <c:pt idx="8991">
                  <c:v>25.05537</c:v>
                </c:pt>
                <c:pt idx="8992">
                  <c:v>25.318980000000021</c:v>
                </c:pt>
                <c:pt idx="8993">
                  <c:v>25.275649999999956</c:v>
                </c:pt>
                <c:pt idx="8994">
                  <c:v>24.121890000000022</c:v>
                </c:pt>
                <c:pt idx="8995">
                  <c:v>22.843820000000001</c:v>
                </c:pt>
                <c:pt idx="8996">
                  <c:v>22.393979999999999</c:v>
                </c:pt>
                <c:pt idx="8997">
                  <c:v>22.340389999999989</c:v>
                </c:pt>
                <c:pt idx="8998">
                  <c:v>22.495369999999973</c:v>
                </c:pt>
                <c:pt idx="8999">
                  <c:v>22.680709999999973</c:v>
                </c:pt>
                <c:pt idx="9000">
                  <c:v>22.428759999999972</c:v>
                </c:pt>
                <c:pt idx="9001">
                  <c:v>21.909429999999972</c:v>
                </c:pt>
                <c:pt idx="9002">
                  <c:v>21.856870000000022</c:v>
                </c:pt>
                <c:pt idx="9003">
                  <c:v>22.15371</c:v>
                </c:pt>
                <c:pt idx="9004">
                  <c:v>22.396699999999989</c:v>
                </c:pt>
                <c:pt idx="9005">
                  <c:v>22.612089999999988</c:v>
                </c:pt>
                <c:pt idx="9006">
                  <c:v>22.786199999999972</c:v>
                </c:pt>
                <c:pt idx="9007">
                  <c:v>23.062299999999972</c:v>
                </c:pt>
                <c:pt idx="9008">
                  <c:v>23.538920000000001</c:v>
                </c:pt>
                <c:pt idx="9009">
                  <c:v>24.020980000000005</c:v>
                </c:pt>
                <c:pt idx="9010">
                  <c:v>24.081419999999973</c:v>
                </c:pt>
                <c:pt idx="9011">
                  <c:v>23.850660000000001</c:v>
                </c:pt>
                <c:pt idx="9012">
                  <c:v>23.57104</c:v>
                </c:pt>
                <c:pt idx="9013">
                  <c:v>23.19828</c:v>
                </c:pt>
                <c:pt idx="9014">
                  <c:v>22.879580000000001</c:v>
                </c:pt>
                <c:pt idx="9015">
                  <c:v>22.80536</c:v>
                </c:pt>
                <c:pt idx="9016">
                  <c:v>22.972679999999972</c:v>
                </c:pt>
                <c:pt idx="9017">
                  <c:v>23.000990000000005</c:v>
                </c:pt>
                <c:pt idx="9018">
                  <c:v>22.427439999999972</c:v>
                </c:pt>
                <c:pt idx="9019">
                  <c:v>21.814920000000026</c:v>
                </c:pt>
                <c:pt idx="9020">
                  <c:v>21.698629999999973</c:v>
                </c:pt>
                <c:pt idx="9021">
                  <c:v>20.947759999999974</c:v>
                </c:pt>
                <c:pt idx="9022">
                  <c:v>20.036850000000033</c:v>
                </c:pt>
                <c:pt idx="9023">
                  <c:v>19.787980000000001</c:v>
                </c:pt>
                <c:pt idx="9024">
                  <c:v>19.843769999999989</c:v>
                </c:pt>
                <c:pt idx="9025">
                  <c:v>20.136489999999988</c:v>
                </c:pt>
                <c:pt idx="9026">
                  <c:v>20.61054</c:v>
                </c:pt>
                <c:pt idx="9027">
                  <c:v>20.69857</c:v>
                </c:pt>
                <c:pt idx="9028">
                  <c:v>20.395820000000001</c:v>
                </c:pt>
                <c:pt idx="9029">
                  <c:v>20.081639999999975</c:v>
                </c:pt>
                <c:pt idx="9030">
                  <c:v>19.881029999999978</c:v>
                </c:pt>
                <c:pt idx="9031">
                  <c:v>19.80829</c:v>
                </c:pt>
                <c:pt idx="9032">
                  <c:v>19.599229999999974</c:v>
                </c:pt>
                <c:pt idx="9033">
                  <c:v>19.25282</c:v>
                </c:pt>
                <c:pt idx="9034">
                  <c:v>19.04935</c:v>
                </c:pt>
                <c:pt idx="9035">
                  <c:v>18.915849999999974</c:v>
                </c:pt>
                <c:pt idx="9036">
                  <c:v>18.302800000000001</c:v>
                </c:pt>
                <c:pt idx="9037">
                  <c:v>17.71744</c:v>
                </c:pt>
                <c:pt idx="9038">
                  <c:v>17.553739999999973</c:v>
                </c:pt>
                <c:pt idx="9039">
                  <c:v>17.505719999999968</c:v>
                </c:pt>
                <c:pt idx="9040">
                  <c:v>17.52336</c:v>
                </c:pt>
                <c:pt idx="9041">
                  <c:v>17.318729999999974</c:v>
                </c:pt>
                <c:pt idx="9042">
                  <c:v>16.942619999999959</c:v>
                </c:pt>
                <c:pt idx="9043">
                  <c:v>16.62734</c:v>
                </c:pt>
                <c:pt idx="9044">
                  <c:v>16.470079999999989</c:v>
                </c:pt>
                <c:pt idx="9045">
                  <c:v>16.424050000000001</c:v>
                </c:pt>
                <c:pt idx="9046">
                  <c:v>16.673580000000001</c:v>
                </c:pt>
                <c:pt idx="9047">
                  <c:v>17.084879999999988</c:v>
                </c:pt>
                <c:pt idx="9048">
                  <c:v>17.403219999999973</c:v>
                </c:pt>
                <c:pt idx="9049">
                  <c:v>17.671180000000021</c:v>
                </c:pt>
                <c:pt idx="9050">
                  <c:v>17.912189999999974</c:v>
                </c:pt>
                <c:pt idx="9051">
                  <c:v>17.737189999999988</c:v>
                </c:pt>
                <c:pt idx="9052">
                  <c:v>17.143350000000005</c:v>
                </c:pt>
                <c:pt idx="9053">
                  <c:v>16.646260000000005</c:v>
                </c:pt>
                <c:pt idx="9054">
                  <c:v>16.211189999999988</c:v>
                </c:pt>
                <c:pt idx="9055">
                  <c:v>15.88405</c:v>
                </c:pt>
                <c:pt idx="9056">
                  <c:v>15.81406</c:v>
                </c:pt>
                <c:pt idx="9057">
                  <c:v>15.971680000000006</c:v>
                </c:pt>
                <c:pt idx="9058">
                  <c:v>16.059280000000001</c:v>
                </c:pt>
                <c:pt idx="9059">
                  <c:v>16.07924999999997</c:v>
                </c:pt>
                <c:pt idx="9060">
                  <c:v>15.62269</c:v>
                </c:pt>
                <c:pt idx="9061">
                  <c:v>15.191240000000001</c:v>
                </c:pt>
                <c:pt idx="9062">
                  <c:v>15.10591</c:v>
                </c:pt>
                <c:pt idx="9063">
                  <c:v>15.171290000000001</c:v>
                </c:pt>
                <c:pt idx="9064">
                  <c:v>14.989320000000001</c:v>
                </c:pt>
                <c:pt idx="9065">
                  <c:v>14.79255</c:v>
                </c:pt>
                <c:pt idx="9066">
                  <c:v>14.726000000000001</c:v>
                </c:pt>
                <c:pt idx="9067">
                  <c:v>14.72579</c:v>
                </c:pt>
                <c:pt idx="9068">
                  <c:v>14.853040000000011</c:v>
                </c:pt>
                <c:pt idx="9069">
                  <c:v>14.910130000000002</c:v>
                </c:pt>
                <c:pt idx="9070">
                  <c:v>15.16601</c:v>
                </c:pt>
                <c:pt idx="9071">
                  <c:v>15.07929</c:v>
                </c:pt>
                <c:pt idx="9072">
                  <c:v>14.49483</c:v>
                </c:pt>
                <c:pt idx="9073">
                  <c:v>14.026150000000001</c:v>
                </c:pt>
                <c:pt idx="9074">
                  <c:v>13.582660000000002</c:v>
                </c:pt>
                <c:pt idx="9075">
                  <c:v>13.29443</c:v>
                </c:pt>
                <c:pt idx="9076">
                  <c:v>13.465950000000012</c:v>
                </c:pt>
                <c:pt idx="9077">
                  <c:v>13.649929999999999</c:v>
                </c:pt>
                <c:pt idx="9078">
                  <c:v>13.44754</c:v>
                </c:pt>
                <c:pt idx="9079">
                  <c:v>12.931000000000001</c:v>
                </c:pt>
                <c:pt idx="9080">
                  <c:v>12.34895</c:v>
                </c:pt>
                <c:pt idx="9081">
                  <c:v>11.781269999999999</c:v>
                </c:pt>
                <c:pt idx="9082">
                  <c:v>11.53693</c:v>
                </c:pt>
                <c:pt idx="9083">
                  <c:v>11.954980000000004</c:v>
                </c:pt>
                <c:pt idx="9084">
                  <c:v>12.49413</c:v>
                </c:pt>
                <c:pt idx="9085">
                  <c:v>12.20431</c:v>
                </c:pt>
                <c:pt idx="9086">
                  <c:v>11.833490000000012</c:v>
                </c:pt>
                <c:pt idx="9087">
                  <c:v>11.727679999999999</c:v>
                </c:pt>
                <c:pt idx="9088">
                  <c:v>11.75709</c:v>
                </c:pt>
                <c:pt idx="9089">
                  <c:v>11.51164</c:v>
                </c:pt>
                <c:pt idx="9090">
                  <c:v>10.974020000000001</c:v>
                </c:pt>
                <c:pt idx="9091">
                  <c:v>10.650500000000006</c:v>
                </c:pt>
                <c:pt idx="9092">
                  <c:v>10.535500000000004</c:v>
                </c:pt>
                <c:pt idx="9093">
                  <c:v>10.68107</c:v>
                </c:pt>
                <c:pt idx="9094">
                  <c:v>10.978870000000001</c:v>
                </c:pt>
                <c:pt idx="9095">
                  <c:v>11.05874</c:v>
                </c:pt>
                <c:pt idx="9096">
                  <c:v>11.119110000000001</c:v>
                </c:pt>
                <c:pt idx="9097">
                  <c:v>11.234640000000001</c:v>
                </c:pt>
                <c:pt idx="9098">
                  <c:v>11.247479999999999</c:v>
                </c:pt>
                <c:pt idx="9099">
                  <c:v>10.958930000000002</c:v>
                </c:pt>
                <c:pt idx="9100">
                  <c:v>10.592370000000001</c:v>
                </c:pt>
                <c:pt idx="9101">
                  <c:v>10.389530000000018</c:v>
                </c:pt>
                <c:pt idx="9102">
                  <c:v>10.29401</c:v>
                </c:pt>
                <c:pt idx="9103">
                  <c:v>9.9032</c:v>
                </c:pt>
                <c:pt idx="9104">
                  <c:v>9.4012200000000004</c:v>
                </c:pt>
                <c:pt idx="9105">
                  <c:v>8.9336500000000001</c:v>
                </c:pt>
                <c:pt idx="9106">
                  <c:v>8.6089500000000001</c:v>
                </c:pt>
                <c:pt idx="9107">
                  <c:v>8.5794600000000028</c:v>
                </c:pt>
                <c:pt idx="9108">
                  <c:v>8.6844900000000003</c:v>
                </c:pt>
                <c:pt idx="9109">
                  <c:v>8.7590600000000016</c:v>
                </c:pt>
                <c:pt idx="9110">
                  <c:v>8.89025</c:v>
                </c:pt>
                <c:pt idx="9111">
                  <c:v>9.0867200000000015</c:v>
                </c:pt>
                <c:pt idx="9112">
                  <c:v>9.2504300000000068</c:v>
                </c:pt>
                <c:pt idx="9113">
                  <c:v>9.3192400000000006</c:v>
                </c:pt>
                <c:pt idx="9114">
                  <c:v>9.0383899999999997</c:v>
                </c:pt>
                <c:pt idx="9115">
                  <c:v>8.74071</c:v>
                </c:pt>
                <c:pt idx="9116">
                  <c:v>8.7489199999999929</c:v>
                </c:pt>
                <c:pt idx="9117">
                  <c:v>8.7767900000000001</c:v>
                </c:pt>
                <c:pt idx="9118">
                  <c:v>8.666170000000001</c:v>
                </c:pt>
                <c:pt idx="9119">
                  <c:v>8.5455100000000002</c:v>
                </c:pt>
                <c:pt idx="9120">
                  <c:v>8.4733000000000001</c:v>
                </c:pt>
                <c:pt idx="9121">
                  <c:v>8.4814500000000006</c:v>
                </c:pt>
                <c:pt idx="9122">
                  <c:v>8.5773700000000002</c:v>
                </c:pt>
                <c:pt idx="9123">
                  <c:v>8.7773599999999998</c:v>
                </c:pt>
                <c:pt idx="9124">
                  <c:v>9.1726600000000005</c:v>
                </c:pt>
                <c:pt idx="9125">
                  <c:v>9.3759300000000145</c:v>
                </c:pt>
                <c:pt idx="9126">
                  <c:v>9.0016200000000008</c:v>
                </c:pt>
                <c:pt idx="9127">
                  <c:v>8.3868800000000068</c:v>
                </c:pt>
                <c:pt idx="9128">
                  <c:v>8.1114900000000034</c:v>
                </c:pt>
                <c:pt idx="9129">
                  <c:v>8.1260300000000001</c:v>
                </c:pt>
                <c:pt idx="9130">
                  <c:v>8.1819900000000008</c:v>
                </c:pt>
                <c:pt idx="9131">
                  <c:v>8.3303800000000017</c:v>
                </c:pt>
                <c:pt idx="9132">
                  <c:v>8.5459700000000005</c:v>
                </c:pt>
                <c:pt idx="9133">
                  <c:v>8.6446199999999997</c:v>
                </c:pt>
                <c:pt idx="9134">
                  <c:v>8.5918900000000011</c:v>
                </c:pt>
                <c:pt idx="9135">
                  <c:v>8.3946100000000001</c:v>
                </c:pt>
                <c:pt idx="9136">
                  <c:v>8.0249199999999998</c:v>
                </c:pt>
                <c:pt idx="9137">
                  <c:v>7.84816</c:v>
                </c:pt>
                <c:pt idx="9138">
                  <c:v>8.0093300000000003</c:v>
                </c:pt>
                <c:pt idx="9139">
                  <c:v>8.2419499999999992</c:v>
                </c:pt>
                <c:pt idx="9140">
                  <c:v>8.3619900000000005</c:v>
                </c:pt>
                <c:pt idx="9141">
                  <c:v>8.4261100000000013</c:v>
                </c:pt>
                <c:pt idx="9142">
                  <c:v>8.3968500000000006</c:v>
                </c:pt>
                <c:pt idx="9143">
                  <c:v>8.2919599999999996</c:v>
                </c:pt>
                <c:pt idx="9144">
                  <c:v>8.2792900000000014</c:v>
                </c:pt>
                <c:pt idx="9145">
                  <c:v>8.3831500000000005</c:v>
                </c:pt>
                <c:pt idx="9146">
                  <c:v>8.4664100000000122</c:v>
                </c:pt>
                <c:pt idx="9147">
                  <c:v>8.3137700000000034</c:v>
                </c:pt>
                <c:pt idx="9148">
                  <c:v>8.0412299999999988</c:v>
                </c:pt>
                <c:pt idx="9149">
                  <c:v>8.0421600000000009</c:v>
                </c:pt>
                <c:pt idx="9150">
                  <c:v>8.19848</c:v>
                </c:pt>
                <c:pt idx="9151">
                  <c:v>8.2928800000000003</c:v>
                </c:pt>
                <c:pt idx="9152">
                  <c:v>8.4080300000000001</c:v>
                </c:pt>
                <c:pt idx="9153">
                  <c:v>8.4689200000000007</c:v>
                </c:pt>
                <c:pt idx="9154">
                  <c:v>8.5203500000000005</c:v>
                </c:pt>
                <c:pt idx="9155">
                  <c:v>8.6009900000000012</c:v>
                </c:pt>
                <c:pt idx="9156">
                  <c:v>8.5373900000000003</c:v>
                </c:pt>
                <c:pt idx="9157">
                  <c:v>8.358270000000001</c:v>
                </c:pt>
                <c:pt idx="9158">
                  <c:v>8.2723300000000002</c:v>
                </c:pt>
                <c:pt idx="9159">
                  <c:v>8.3897500000000047</c:v>
                </c:pt>
                <c:pt idx="9160">
                  <c:v>8.6702500000000011</c:v>
                </c:pt>
                <c:pt idx="9161">
                  <c:v>8.9064600000000027</c:v>
                </c:pt>
                <c:pt idx="9162">
                  <c:v>9.0723900000000004</c:v>
                </c:pt>
                <c:pt idx="9163">
                  <c:v>9.1223100000000006</c:v>
                </c:pt>
                <c:pt idx="9164">
                  <c:v>9.0460200000000004</c:v>
                </c:pt>
                <c:pt idx="9165">
                  <c:v>8.7141999999999999</c:v>
                </c:pt>
                <c:pt idx="9166">
                  <c:v>8.0292500000000011</c:v>
                </c:pt>
                <c:pt idx="9167">
                  <c:v>7.5268999999999995</c:v>
                </c:pt>
                <c:pt idx="9168">
                  <c:v>7.6336399999999998</c:v>
                </c:pt>
                <c:pt idx="9169">
                  <c:v>8.2279900000000001</c:v>
                </c:pt>
                <c:pt idx="9170">
                  <c:v>8.0374400000000001</c:v>
                </c:pt>
                <c:pt idx="9171">
                  <c:v>6.9927400000000004</c:v>
                </c:pt>
                <c:pt idx="9172">
                  <c:v>6.3082599999999998</c:v>
                </c:pt>
                <c:pt idx="9173">
                  <c:v>6.2689899999999943</c:v>
                </c:pt>
                <c:pt idx="9174">
                  <c:v>6.6646299999999945</c:v>
                </c:pt>
                <c:pt idx="9175">
                  <c:v>7.3249499999999941</c:v>
                </c:pt>
                <c:pt idx="9176">
                  <c:v>8.03627</c:v>
                </c:pt>
                <c:pt idx="9177">
                  <c:v>8.4626900000000109</c:v>
                </c:pt>
                <c:pt idx="9178">
                  <c:v>8.5813500000000005</c:v>
                </c:pt>
                <c:pt idx="9179">
                  <c:v>8.5882900000000006</c:v>
                </c:pt>
                <c:pt idx="9180">
                  <c:v>8.8202500000000015</c:v>
                </c:pt>
                <c:pt idx="9181">
                  <c:v>9.1292100000000005</c:v>
                </c:pt>
                <c:pt idx="9182">
                  <c:v>9.0232400000000013</c:v>
                </c:pt>
                <c:pt idx="9183">
                  <c:v>8.7413699999999999</c:v>
                </c:pt>
                <c:pt idx="9184">
                  <c:v>8.6492699999999996</c:v>
                </c:pt>
                <c:pt idx="9185">
                  <c:v>8.7325500000000016</c:v>
                </c:pt>
                <c:pt idx="9186">
                  <c:v>8.9661300000000068</c:v>
                </c:pt>
                <c:pt idx="9187">
                  <c:v>9.2791400000000035</c:v>
                </c:pt>
                <c:pt idx="9188">
                  <c:v>9.5355500000000006</c:v>
                </c:pt>
                <c:pt idx="9189">
                  <c:v>9.7674000000000003</c:v>
                </c:pt>
                <c:pt idx="9190">
                  <c:v>10.08873</c:v>
                </c:pt>
                <c:pt idx="9191">
                  <c:v>10.681650000000001</c:v>
                </c:pt>
                <c:pt idx="9192">
                  <c:v>11.365400000000019</c:v>
                </c:pt>
                <c:pt idx="9193">
                  <c:v>11.805120000000002</c:v>
                </c:pt>
                <c:pt idx="9194">
                  <c:v>11.87865</c:v>
                </c:pt>
                <c:pt idx="9195">
                  <c:v>11.789010000000001</c:v>
                </c:pt>
                <c:pt idx="9196">
                  <c:v>11.574010000000001</c:v>
                </c:pt>
                <c:pt idx="9197">
                  <c:v>10.751300000000001</c:v>
                </c:pt>
                <c:pt idx="9198">
                  <c:v>9.8786100000000001</c:v>
                </c:pt>
                <c:pt idx="9199">
                  <c:v>9.5969700000000007</c:v>
                </c:pt>
                <c:pt idx="9200">
                  <c:v>9.6280099999999997</c:v>
                </c:pt>
                <c:pt idx="9201">
                  <c:v>9.7643900000000006</c:v>
                </c:pt>
                <c:pt idx="9202">
                  <c:v>10.024090000000001</c:v>
                </c:pt>
                <c:pt idx="9203">
                  <c:v>10.40977</c:v>
                </c:pt>
                <c:pt idx="9204">
                  <c:v>10.876580000000018</c:v>
                </c:pt>
                <c:pt idx="9205">
                  <c:v>11.23124</c:v>
                </c:pt>
                <c:pt idx="9206">
                  <c:v>11.204040000000001</c:v>
                </c:pt>
                <c:pt idx="9207">
                  <c:v>11.340310000000001</c:v>
                </c:pt>
                <c:pt idx="9208">
                  <c:v>12.00638</c:v>
                </c:pt>
                <c:pt idx="9209">
                  <c:v>12.583310000000001</c:v>
                </c:pt>
                <c:pt idx="9210">
                  <c:v>12.877790000000006</c:v>
                </c:pt>
                <c:pt idx="9211">
                  <c:v>13.24619</c:v>
                </c:pt>
                <c:pt idx="9212">
                  <c:v>13.474410000000002</c:v>
                </c:pt>
                <c:pt idx="9213">
                  <c:v>13.548690000000001</c:v>
                </c:pt>
                <c:pt idx="9214">
                  <c:v>13.714309999999999</c:v>
                </c:pt>
                <c:pt idx="9215">
                  <c:v>14.09962</c:v>
                </c:pt>
                <c:pt idx="9216">
                  <c:v>13.921710000000001</c:v>
                </c:pt>
                <c:pt idx="9217">
                  <c:v>13.152940000000006</c:v>
                </c:pt>
                <c:pt idx="9218">
                  <c:v>12.57047</c:v>
                </c:pt>
                <c:pt idx="9219">
                  <c:v>12.329660000000002</c:v>
                </c:pt>
                <c:pt idx="9220">
                  <c:v>12.401760000000001</c:v>
                </c:pt>
                <c:pt idx="9221">
                  <c:v>12.72709</c:v>
                </c:pt>
                <c:pt idx="9222">
                  <c:v>13.044700000000001</c:v>
                </c:pt>
                <c:pt idx="9223">
                  <c:v>12.7928</c:v>
                </c:pt>
                <c:pt idx="9224">
                  <c:v>12.555010000000006</c:v>
                </c:pt>
                <c:pt idx="9225">
                  <c:v>12.60267</c:v>
                </c:pt>
                <c:pt idx="9226">
                  <c:v>12.38129</c:v>
                </c:pt>
                <c:pt idx="9227">
                  <c:v>12.27247</c:v>
                </c:pt>
                <c:pt idx="9228">
                  <c:v>12.61989</c:v>
                </c:pt>
                <c:pt idx="9229">
                  <c:v>13.05472</c:v>
                </c:pt>
                <c:pt idx="9230">
                  <c:v>13.68369</c:v>
                </c:pt>
                <c:pt idx="9231">
                  <c:v>14.06645000000001</c:v>
                </c:pt>
                <c:pt idx="9232">
                  <c:v>14.04912</c:v>
                </c:pt>
                <c:pt idx="9233">
                  <c:v>14.13383</c:v>
                </c:pt>
                <c:pt idx="9234">
                  <c:v>14.354940000000004</c:v>
                </c:pt>
                <c:pt idx="9235">
                  <c:v>14.412630000000011</c:v>
                </c:pt>
                <c:pt idx="9236">
                  <c:v>14.26769</c:v>
                </c:pt>
                <c:pt idx="9237">
                  <c:v>14.01205</c:v>
                </c:pt>
                <c:pt idx="9238">
                  <c:v>13.956380000000006</c:v>
                </c:pt>
                <c:pt idx="9239">
                  <c:v>14.28411</c:v>
                </c:pt>
                <c:pt idx="9240">
                  <c:v>14.447840000000001</c:v>
                </c:pt>
                <c:pt idx="9241">
                  <c:v>14.550330000000002</c:v>
                </c:pt>
                <c:pt idx="9242">
                  <c:v>14.535450000000004</c:v>
                </c:pt>
                <c:pt idx="9243">
                  <c:v>14.030800000000001</c:v>
                </c:pt>
                <c:pt idx="9244">
                  <c:v>13.77571</c:v>
                </c:pt>
                <c:pt idx="9245">
                  <c:v>14.012120000000001</c:v>
                </c:pt>
                <c:pt idx="9246">
                  <c:v>14.346960000000001</c:v>
                </c:pt>
                <c:pt idx="9247">
                  <c:v>14.42756</c:v>
                </c:pt>
                <c:pt idx="9248">
                  <c:v>14.728319999999997</c:v>
                </c:pt>
                <c:pt idx="9249">
                  <c:v>15.158470000000001</c:v>
                </c:pt>
                <c:pt idx="9250">
                  <c:v>15.100060000000001</c:v>
                </c:pt>
                <c:pt idx="9251">
                  <c:v>15.222530000000004</c:v>
                </c:pt>
                <c:pt idx="9252">
                  <c:v>16.016559999999988</c:v>
                </c:pt>
                <c:pt idx="9253">
                  <c:v>17.18256999999997</c:v>
                </c:pt>
                <c:pt idx="9254">
                  <c:v>18.154190000000021</c:v>
                </c:pt>
                <c:pt idx="9255">
                  <c:v>18.75037</c:v>
                </c:pt>
                <c:pt idx="9256">
                  <c:v>19.101690000000001</c:v>
                </c:pt>
                <c:pt idx="9257">
                  <c:v>19.307020000000001</c:v>
                </c:pt>
                <c:pt idx="9258">
                  <c:v>19.45881</c:v>
                </c:pt>
                <c:pt idx="9259">
                  <c:v>19.51294</c:v>
                </c:pt>
                <c:pt idx="9260">
                  <c:v>19.766970000000001</c:v>
                </c:pt>
                <c:pt idx="9261">
                  <c:v>20.19266</c:v>
                </c:pt>
                <c:pt idx="9262">
                  <c:v>20.59582</c:v>
                </c:pt>
                <c:pt idx="9263">
                  <c:v>21.079850000000022</c:v>
                </c:pt>
                <c:pt idx="9264">
                  <c:v>21.467860000000005</c:v>
                </c:pt>
                <c:pt idx="9265">
                  <c:v>21.759080000000001</c:v>
                </c:pt>
                <c:pt idx="9266">
                  <c:v>21.979129999999973</c:v>
                </c:pt>
                <c:pt idx="9267">
                  <c:v>22.136009999999999</c:v>
                </c:pt>
                <c:pt idx="9268">
                  <c:v>22.196169999999999</c:v>
                </c:pt>
                <c:pt idx="9269">
                  <c:v>22.011920000000021</c:v>
                </c:pt>
                <c:pt idx="9270">
                  <c:v>21.636669999999999</c:v>
                </c:pt>
                <c:pt idx="9271">
                  <c:v>21.1724</c:v>
                </c:pt>
                <c:pt idx="9272">
                  <c:v>20.639070000000022</c:v>
                </c:pt>
                <c:pt idx="9273">
                  <c:v>20.151209999999999</c:v>
                </c:pt>
                <c:pt idx="9274">
                  <c:v>19.998379999999973</c:v>
                </c:pt>
                <c:pt idx="9275">
                  <c:v>20.115179999999999</c:v>
                </c:pt>
                <c:pt idx="9276">
                  <c:v>20.136590000000005</c:v>
                </c:pt>
                <c:pt idx="9277">
                  <c:v>19.750439999999973</c:v>
                </c:pt>
                <c:pt idx="9278">
                  <c:v>19.275980000000001</c:v>
                </c:pt>
                <c:pt idx="9279">
                  <c:v>19.29965</c:v>
                </c:pt>
                <c:pt idx="9280">
                  <c:v>19.680589999999974</c:v>
                </c:pt>
                <c:pt idx="9281">
                  <c:v>20.087050000000001</c:v>
                </c:pt>
                <c:pt idx="9282">
                  <c:v>20.636109999999999</c:v>
                </c:pt>
                <c:pt idx="9283">
                  <c:v>21.244639999999972</c:v>
                </c:pt>
                <c:pt idx="9284">
                  <c:v>21.815329999999989</c:v>
                </c:pt>
                <c:pt idx="9285">
                  <c:v>22.439330000000002</c:v>
                </c:pt>
                <c:pt idx="9286">
                  <c:v>23.109079999999999</c:v>
                </c:pt>
                <c:pt idx="9287">
                  <c:v>23.677630000000001</c:v>
                </c:pt>
                <c:pt idx="9288">
                  <c:v>23.957229999999978</c:v>
                </c:pt>
                <c:pt idx="9289">
                  <c:v>23.559059999999999</c:v>
                </c:pt>
                <c:pt idx="9290">
                  <c:v>23.173570000000005</c:v>
                </c:pt>
                <c:pt idx="9291">
                  <c:v>23.359220000000001</c:v>
                </c:pt>
                <c:pt idx="9292">
                  <c:v>23.709900000000001</c:v>
                </c:pt>
                <c:pt idx="9293">
                  <c:v>24.176680000000001</c:v>
                </c:pt>
                <c:pt idx="9294">
                  <c:v>24.35941</c:v>
                </c:pt>
                <c:pt idx="9295">
                  <c:v>24.366389999999978</c:v>
                </c:pt>
                <c:pt idx="9296">
                  <c:v>24.826840000000001</c:v>
                </c:pt>
                <c:pt idx="9297">
                  <c:v>25.229279999999989</c:v>
                </c:pt>
                <c:pt idx="9298">
                  <c:v>25.389869999999988</c:v>
                </c:pt>
                <c:pt idx="9299">
                  <c:v>25.900870000000001</c:v>
                </c:pt>
                <c:pt idx="9300">
                  <c:v>26.655619999999974</c:v>
                </c:pt>
                <c:pt idx="9301">
                  <c:v>27.310390000000005</c:v>
                </c:pt>
                <c:pt idx="9302">
                  <c:v>27.625489999999989</c:v>
                </c:pt>
                <c:pt idx="9303">
                  <c:v>27.14526</c:v>
                </c:pt>
                <c:pt idx="9304">
                  <c:v>25.742679999999975</c:v>
                </c:pt>
                <c:pt idx="9305">
                  <c:v>24.446449999999956</c:v>
                </c:pt>
                <c:pt idx="9306">
                  <c:v>24.07677</c:v>
                </c:pt>
                <c:pt idx="9307">
                  <c:v>24.314470000000021</c:v>
                </c:pt>
                <c:pt idx="9308">
                  <c:v>24.52599</c:v>
                </c:pt>
                <c:pt idx="9309">
                  <c:v>24.470629999999975</c:v>
                </c:pt>
                <c:pt idx="9310">
                  <c:v>24.402439999999952</c:v>
                </c:pt>
                <c:pt idx="9311">
                  <c:v>24.463219999999971</c:v>
                </c:pt>
                <c:pt idx="9312">
                  <c:v>24.77956</c:v>
                </c:pt>
                <c:pt idx="9313">
                  <c:v>25.263870000000001</c:v>
                </c:pt>
                <c:pt idx="9314">
                  <c:v>25.670829999999999</c:v>
                </c:pt>
                <c:pt idx="9315">
                  <c:v>26.080019999999973</c:v>
                </c:pt>
                <c:pt idx="9316">
                  <c:v>26.57849999999997</c:v>
                </c:pt>
                <c:pt idx="9317">
                  <c:v>27.137180000000026</c:v>
                </c:pt>
                <c:pt idx="9318">
                  <c:v>27.739419999999978</c:v>
                </c:pt>
                <c:pt idx="9319">
                  <c:v>28.317299999999999</c:v>
                </c:pt>
                <c:pt idx="9320">
                  <c:v>28.72066999999997</c:v>
                </c:pt>
                <c:pt idx="9321">
                  <c:v>28.84815</c:v>
                </c:pt>
                <c:pt idx="9322">
                  <c:v>28.626080000000005</c:v>
                </c:pt>
                <c:pt idx="9323">
                  <c:v>28.18582</c:v>
                </c:pt>
                <c:pt idx="9324">
                  <c:v>27.806830000000001</c:v>
                </c:pt>
                <c:pt idx="9325">
                  <c:v>27.452860000000001</c:v>
                </c:pt>
                <c:pt idx="9326">
                  <c:v>27.226859999999999</c:v>
                </c:pt>
                <c:pt idx="9327">
                  <c:v>27.335830000000001</c:v>
                </c:pt>
                <c:pt idx="9328">
                  <c:v>27.62152</c:v>
                </c:pt>
                <c:pt idx="9329">
                  <c:v>27.875029999999974</c:v>
                </c:pt>
                <c:pt idx="9330">
                  <c:v>27.841069999999988</c:v>
                </c:pt>
                <c:pt idx="9331">
                  <c:v>27.62914</c:v>
                </c:pt>
                <c:pt idx="9332">
                  <c:v>27.533200000000001</c:v>
                </c:pt>
                <c:pt idx="9333">
                  <c:v>27.56507999999997</c:v>
                </c:pt>
                <c:pt idx="9334">
                  <c:v>27.689589999999974</c:v>
                </c:pt>
                <c:pt idx="9335">
                  <c:v>27.934180000000001</c:v>
                </c:pt>
                <c:pt idx="9336">
                  <c:v>27.986160000000002</c:v>
                </c:pt>
                <c:pt idx="9337">
                  <c:v>27.617920000000037</c:v>
                </c:pt>
                <c:pt idx="9338">
                  <c:v>27.226409999999973</c:v>
                </c:pt>
                <c:pt idx="9339">
                  <c:v>27.11252</c:v>
                </c:pt>
                <c:pt idx="9340">
                  <c:v>27.239170000000001</c:v>
                </c:pt>
                <c:pt idx="9341">
                  <c:v>27.050180000000001</c:v>
                </c:pt>
                <c:pt idx="9342">
                  <c:v>26.738229999999973</c:v>
                </c:pt>
                <c:pt idx="9343">
                  <c:v>26.922339999999952</c:v>
                </c:pt>
                <c:pt idx="9344">
                  <c:v>27.437470000000001</c:v>
                </c:pt>
                <c:pt idx="9345">
                  <c:v>27.937840000000001</c:v>
                </c:pt>
                <c:pt idx="9346">
                  <c:v>28.126080000000005</c:v>
                </c:pt>
                <c:pt idx="9347">
                  <c:v>28.156050000000022</c:v>
                </c:pt>
                <c:pt idx="9348">
                  <c:v>28.222689999999975</c:v>
                </c:pt>
                <c:pt idx="9349">
                  <c:v>28.428519999999956</c:v>
                </c:pt>
                <c:pt idx="9350">
                  <c:v>28.067539999999973</c:v>
                </c:pt>
                <c:pt idx="9351">
                  <c:v>27.303560000000001</c:v>
                </c:pt>
                <c:pt idx="9352">
                  <c:v>26.929129999999972</c:v>
                </c:pt>
                <c:pt idx="9353">
                  <c:v>26.764389999999974</c:v>
                </c:pt>
                <c:pt idx="9354">
                  <c:v>26.116070000000022</c:v>
                </c:pt>
                <c:pt idx="9355">
                  <c:v>25.452119999999972</c:v>
                </c:pt>
                <c:pt idx="9356">
                  <c:v>25.321290000000001</c:v>
                </c:pt>
                <c:pt idx="9357">
                  <c:v>25.272880000000001</c:v>
                </c:pt>
                <c:pt idx="9358">
                  <c:v>25.09066</c:v>
                </c:pt>
                <c:pt idx="9359">
                  <c:v>24.92205999999997</c:v>
                </c:pt>
                <c:pt idx="9360">
                  <c:v>24.958559999999974</c:v>
                </c:pt>
                <c:pt idx="9361">
                  <c:v>25.185469999999974</c:v>
                </c:pt>
                <c:pt idx="9362">
                  <c:v>25.598439999999975</c:v>
                </c:pt>
                <c:pt idx="9363">
                  <c:v>26.180350000000001</c:v>
                </c:pt>
                <c:pt idx="9364">
                  <c:v>26.774090000000001</c:v>
                </c:pt>
                <c:pt idx="9365">
                  <c:v>27.173020000000001</c:v>
                </c:pt>
                <c:pt idx="9366">
                  <c:v>27.167719999999989</c:v>
                </c:pt>
                <c:pt idx="9367">
                  <c:v>26.955689999999972</c:v>
                </c:pt>
                <c:pt idx="9368">
                  <c:v>27.075719999999972</c:v>
                </c:pt>
                <c:pt idx="9369">
                  <c:v>27.23255</c:v>
                </c:pt>
                <c:pt idx="9370">
                  <c:v>27.07070999999997</c:v>
                </c:pt>
                <c:pt idx="9371">
                  <c:v>26.872489999999978</c:v>
                </c:pt>
                <c:pt idx="9372">
                  <c:v>26.97017</c:v>
                </c:pt>
                <c:pt idx="9373">
                  <c:v>27.370870000000021</c:v>
                </c:pt>
                <c:pt idx="9374">
                  <c:v>27.77139</c:v>
                </c:pt>
                <c:pt idx="9375">
                  <c:v>27.506129999999974</c:v>
                </c:pt>
                <c:pt idx="9376">
                  <c:v>26.860800000000001</c:v>
                </c:pt>
                <c:pt idx="9377">
                  <c:v>26.472319999999975</c:v>
                </c:pt>
                <c:pt idx="9378">
                  <c:v>26.29712</c:v>
                </c:pt>
                <c:pt idx="9379">
                  <c:v>26.11524</c:v>
                </c:pt>
                <c:pt idx="9380">
                  <c:v>25.942089999999968</c:v>
                </c:pt>
                <c:pt idx="9381">
                  <c:v>25.378270000000001</c:v>
                </c:pt>
                <c:pt idx="9382">
                  <c:v>24.495889999999989</c:v>
                </c:pt>
                <c:pt idx="9383">
                  <c:v>23.877770000000005</c:v>
                </c:pt>
                <c:pt idx="9384">
                  <c:v>23.550280000000001</c:v>
                </c:pt>
                <c:pt idx="9385">
                  <c:v>23.268969999999989</c:v>
                </c:pt>
                <c:pt idx="9386">
                  <c:v>22.810669999999988</c:v>
                </c:pt>
                <c:pt idx="9387">
                  <c:v>22.328539999999968</c:v>
                </c:pt>
                <c:pt idx="9388">
                  <c:v>22.08184</c:v>
                </c:pt>
                <c:pt idx="9389">
                  <c:v>21.725729999999956</c:v>
                </c:pt>
                <c:pt idx="9390">
                  <c:v>21.229439999999968</c:v>
                </c:pt>
                <c:pt idx="9391">
                  <c:v>20.977910000000001</c:v>
                </c:pt>
                <c:pt idx="9392">
                  <c:v>21.07225</c:v>
                </c:pt>
                <c:pt idx="9393">
                  <c:v>20.658359999999988</c:v>
                </c:pt>
                <c:pt idx="9394">
                  <c:v>19.392790000000002</c:v>
                </c:pt>
                <c:pt idx="9395">
                  <c:v>18.60331</c:v>
                </c:pt>
                <c:pt idx="9396">
                  <c:v>18.409770000000002</c:v>
                </c:pt>
                <c:pt idx="9397">
                  <c:v>18.548139999999975</c:v>
                </c:pt>
                <c:pt idx="9398">
                  <c:v>18.774190000000001</c:v>
                </c:pt>
                <c:pt idx="9399">
                  <c:v>18.960789999999957</c:v>
                </c:pt>
                <c:pt idx="9400">
                  <c:v>19.017510000000001</c:v>
                </c:pt>
                <c:pt idx="9401">
                  <c:v>19.034479999999999</c:v>
                </c:pt>
                <c:pt idx="9402">
                  <c:v>19.171189999999999</c:v>
                </c:pt>
                <c:pt idx="9403">
                  <c:v>19.103480000000001</c:v>
                </c:pt>
                <c:pt idx="9404">
                  <c:v>18.791039999999974</c:v>
                </c:pt>
                <c:pt idx="9405">
                  <c:v>18.401589999999974</c:v>
                </c:pt>
                <c:pt idx="9406">
                  <c:v>18.186489999999978</c:v>
                </c:pt>
                <c:pt idx="9407">
                  <c:v>18.204029999999989</c:v>
                </c:pt>
                <c:pt idx="9408">
                  <c:v>18.147250000000021</c:v>
                </c:pt>
                <c:pt idx="9409">
                  <c:v>18.205509999999968</c:v>
                </c:pt>
                <c:pt idx="9410">
                  <c:v>18.421959999999999</c:v>
                </c:pt>
                <c:pt idx="9411">
                  <c:v>18.624600000000001</c:v>
                </c:pt>
                <c:pt idx="9412">
                  <c:v>18.763759999999973</c:v>
                </c:pt>
                <c:pt idx="9413">
                  <c:v>18.426079999999974</c:v>
                </c:pt>
                <c:pt idx="9414">
                  <c:v>17.854240000000001</c:v>
                </c:pt>
                <c:pt idx="9415">
                  <c:v>17.655880000000021</c:v>
                </c:pt>
                <c:pt idx="9416">
                  <c:v>17.84153999999997</c:v>
                </c:pt>
                <c:pt idx="9417">
                  <c:v>18.00970999999997</c:v>
                </c:pt>
                <c:pt idx="9418">
                  <c:v>17.8733</c:v>
                </c:pt>
                <c:pt idx="9419">
                  <c:v>17.64451</c:v>
                </c:pt>
                <c:pt idx="9420">
                  <c:v>17.551030000000001</c:v>
                </c:pt>
                <c:pt idx="9421">
                  <c:v>17.44746</c:v>
                </c:pt>
                <c:pt idx="9422">
                  <c:v>16.613109999999999</c:v>
                </c:pt>
                <c:pt idx="9423">
                  <c:v>15.637729999999999</c:v>
                </c:pt>
                <c:pt idx="9424">
                  <c:v>15.30794</c:v>
                </c:pt>
                <c:pt idx="9425">
                  <c:v>14.908440000000002</c:v>
                </c:pt>
                <c:pt idx="9426">
                  <c:v>14.274979999999999</c:v>
                </c:pt>
                <c:pt idx="9427">
                  <c:v>13.747819999999999</c:v>
                </c:pt>
                <c:pt idx="9428">
                  <c:v>13.4931</c:v>
                </c:pt>
                <c:pt idx="9429">
                  <c:v>13.53065</c:v>
                </c:pt>
                <c:pt idx="9430">
                  <c:v>13.509970000000001</c:v>
                </c:pt>
                <c:pt idx="9431">
                  <c:v>13.382730000000015</c:v>
                </c:pt>
                <c:pt idx="9432">
                  <c:v>13.17435</c:v>
                </c:pt>
                <c:pt idx="9433">
                  <c:v>12.99399</c:v>
                </c:pt>
                <c:pt idx="9434">
                  <c:v>13.02702</c:v>
                </c:pt>
                <c:pt idx="9435">
                  <c:v>13.120240000000001</c:v>
                </c:pt>
                <c:pt idx="9436">
                  <c:v>13.38161</c:v>
                </c:pt>
                <c:pt idx="9437">
                  <c:v>13.6508</c:v>
                </c:pt>
                <c:pt idx="9438">
                  <c:v>13.97221</c:v>
                </c:pt>
                <c:pt idx="9439">
                  <c:v>14.164680000000002</c:v>
                </c:pt>
                <c:pt idx="9440">
                  <c:v>14.28645</c:v>
                </c:pt>
                <c:pt idx="9441">
                  <c:v>14.186120000000001</c:v>
                </c:pt>
                <c:pt idx="9442">
                  <c:v>13.889690000000011</c:v>
                </c:pt>
                <c:pt idx="9443">
                  <c:v>13.74081</c:v>
                </c:pt>
                <c:pt idx="9444">
                  <c:v>13.668570000000001</c:v>
                </c:pt>
                <c:pt idx="9445">
                  <c:v>13.685650000000004</c:v>
                </c:pt>
                <c:pt idx="9446">
                  <c:v>13.648709999999999</c:v>
                </c:pt>
                <c:pt idx="9447">
                  <c:v>13.27849</c:v>
                </c:pt>
                <c:pt idx="9448">
                  <c:v>12.780900000000001</c:v>
                </c:pt>
                <c:pt idx="9449">
                  <c:v>12.609730000000004</c:v>
                </c:pt>
                <c:pt idx="9450">
                  <c:v>12.74544</c:v>
                </c:pt>
                <c:pt idx="9451">
                  <c:v>12.8993</c:v>
                </c:pt>
                <c:pt idx="9452">
                  <c:v>12.81105</c:v>
                </c:pt>
                <c:pt idx="9453">
                  <c:v>12.50104</c:v>
                </c:pt>
                <c:pt idx="9454">
                  <c:v>12.046850000000001</c:v>
                </c:pt>
                <c:pt idx="9455">
                  <c:v>11.34371</c:v>
                </c:pt>
                <c:pt idx="9456">
                  <c:v>10.730560000000001</c:v>
                </c:pt>
                <c:pt idx="9457">
                  <c:v>10.392590000000011</c:v>
                </c:pt>
                <c:pt idx="9458">
                  <c:v>10.167960000000001</c:v>
                </c:pt>
                <c:pt idx="9459">
                  <c:v>10.350290000000006</c:v>
                </c:pt>
                <c:pt idx="9460">
                  <c:v>10.74461</c:v>
                </c:pt>
                <c:pt idx="9461">
                  <c:v>11.007430000000006</c:v>
                </c:pt>
                <c:pt idx="9462">
                  <c:v>11.084379999999999</c:v>
                </c:pt>
                <c:pt idx="9463">
                  <c:v>11.00624</c:v>
                </c:pt>
                <c:pt idx="9464">
                  <c:v>10.98634</c:v>
                </c:pt>
                <c:pt idx="9465">
                  <c:v>11.06818</c:v>
                </c:pt>
                <c:pt idx="9466">
                  <c:v>10.763870000000001</c:v>
                </c:pt>
                <c:pt idx="9467">
                  <c:v>10.317</c:v>
                </c:pt>
                <c:pt idx="9468">
                  <c:v>10.213520000000001</c:v>
                </c:pt>
                <c:pt idx="9469">
                  <c:v>10.08250000000001</c:v>
                </c:pt>
                <c:pt idx="9470">
                  <c:v>9.9953700000000012</c:v>
                </c:pt>
                <c:pt idx="9471">
                  <c:v>10.074490000000004</c:v>
                </c:pt>
                <c:pt idx="9472">
                  <c:v>10.19764</c:v>
                </c:pt>
                <c:pt idx="9473">
                  <c:v>10.078440000000002</c:v>
                </c:pt>
                <c:pt idx="9474">
                  <c:v>9.8737300000000126</c:v>
                </c:pt>
                <c:pt idx="9475">
                  <c:v>9.5100200000000008</c:v>
                </c:pt>
                <c:pt idx="9476">
                  <c:v>8.9929700000000015</c:v>
                </c:pt>
                <c:pt idx="9477">
                  <c:v>8.5652100000000004</c:v>
                </c:pt>
                <c:pt idx="9478">
                  <c:v>8.4107500000000002</c:v>
                </c:pt>
                <c:pt idx="9479">
                  <c:v>8.5735300000000123</c:v>
                </c:pt>
                <c:pt idx="9480">
                  <c:v>8.6598100000000002</c:v>
                </c:pt>
                <c:pt idx="9481">
                  <c:v>8.59816</c:v>
                </c:pt>
                <c:pt idx="9482">
                  <c:v>8.4932600000000011</c:v>
                </c:pt>
                <c:pt idx="9483">
                  <c:v>8.5477500000000006</c:v>
                </c:pt>
                <c:pt idx="9484">
                  <c:v>8.7549500000000009</c:v>
                </c:pt>
                <c:pt idx="9485">
                  <c:v>8.841190000000001</c:v>
                </c:pt>
                <c:pt idx="9486">
                  <c:v>8.7706700000000009</c:v>
                </c:pt>
                <c:pt idx="9487">
                  <c:v>8.8758900000000125</c:v>
                </c:pt>
                <c:pt idx="9488">
                  <c:v>9.1738700000000009</c:v>
                </c:pt>
                <c:pt idx="9489">
                  <c:v>9.1380099999999995</c:v>
                </c:pt>
                <c:pt idx="9490">
                  <c:v>8.9598600000000008</c:v>
                </c:pt>
                <c:pt idx="9491">
                  <c:v>8.85825</c:v>
                </c:pt>
                <c:pt idx="9492">
                  <c:v>8.6248500000000003</c:v>
                </c:pt>
                <c:pt idx="9493">
                  <c:v>8.4975300000000047</c:v>
                </c:pt>
                <c:pt idx="9494">
                  <c:v>8.5134800000000048</c:v>
                </c:pt>
                <c:pt idx="9495">
                  <c:v>8.2881099999999996</c:v>
                </c:pt>
                <c:pt idx="9496">
                  <c:v>7.9844600000000003</c:v>
                </c:pt>
                <c:pt idx="9497">
                  <c:v>7.622419999999992</c:v>
                </c:pt>
                <c:pt idx="9498">
                  <c:v>7.2652799999999997</c:v>
                </c:pt>
                <c:pt idx="9499">
                  <c:v>7.1688399999999941</c:v>
                </c:pt>
                <c:pt idx="9500">
                  <c:v>7.2591000000000001</c:v>
                </c:pt>
                <c:pt idx="9501">
                  <c:v>7.4587199999999996</c:v>
                </c:pt>
                <c:pt idx="9502">
                  <c:v>7.6493599999999997</c:v>
                </c:pt>
                <c:pt idx="9503">
                  <c:v>7.8017700000000003</c:v>
                </c:pt>
                <c:pt idx="9504">
                  <c:v>7.9257200000000001</c:v>
                </c:pt>
                <c:pt idx="9505">
                  <c:v>8.1022300000000005</c:v>
                </c:pt>
                <c:pt idx="9506">
                  <c:v>8.267570000000001</c:v>
                </c:pt>
                <c:pt idx="9507">
                  <c:v>8.3407500000000034</c:v>
                </c:pt>
                <c:pt idx="9508">
                  <c:v>8.3297400000000028</c:v>
                </c:pt>
                <c:pt idx="9509">
                  <c:v>8.3465800000000048</c:v>
                </c:pt>
                <c:pt idx="9510">
                  <c:v>8.2958600000000011</c:v>
                </c:pt>
                <c:pt idx="9511">
                  <c:v>7.9514899999999997</c:v>
                </c:pt>
                <c:pt idx="9512">
                  <c:v>7.4059999999999997</c:v>
                </c:pt>
                <c:pt idx="9513">
                  <c:v>6.8476999999999997</c:v>
                </c:pt>
                <c:pt idx="9514">
                  <c:v>6.43771</c:v>
                </c:pt>
                <c:pt idx="9515">
                  <c:v>6.1450699999999996</c:v>
                </c:pt>
                <c:pt idx="9516">
                  <c:v>5.92767</c:v>
                </c:pt>
                <c:pt idx="9517">
                  <c:v>5.9688999999999997</c:v>
                </c:pt>
                <c:pt idx="9518">
                  <c:v>6.0736700000000052</c:v>
                </c:pt>
                <c:pt idx="9519">
                  <c:v>6.1984199999999943</c:v>
                </c:pt>
                <c:pt idx="9520">
                  <c:v>6.5325699999999998</c:v>
                </c:pt>
                <c:pt idx="9521">
                  <c:v>6.8675299999999941</c:v>
                </c:pt>
                <c:pt idx="9522">
                  <c:v>6.8385699999999998</c:v>
                </c:pt>
                <c:pt idx="9523">
                  <c:v>6.46631</c:v>
                </c:pt>
                <c:pt idx="9524">
                  <c:v>6.2761700000000014</c:v>
                </c:pt>
                <c:pt idx="9525">
                  <c:v>6.4751300000000001</c:v>
                </c:pt>
                <c:pt idx="9526">
                  <c:v>6.7376600000000053</c:v>
                </c:pt>
                <c:pt idx="9527">
                  <c:v>6.8976199999999945</c:v>
                </c:pt>
                <c:pt idx="9528">
                  <c:v>6.8851599999999955</c:v>
                </c:pt>
                <c:pt idx="9529">
                  <c:v>6.8988699999999996</c:v>
                </c:pt>
                <c:pt idx="9530">
                  <c:v>6.9443099999999998</c:v>
                </c:pt>
                <c:pt idx="9531">
                  <c:v>6.8680299999999965</c:v>
                </c:pt>
                <c:pt idx="9532">
                  <c:v>6.3853200000000001</c:v>
                </c:pt>
                <c:pt idx="9533">
                  <c:v>5.5402399999999998</c:v>
                </c:pt>
                <c:pt idx="9534">
                  <c:v>5.1160199999999945</c:v>
                </c:pt>
                <c:pt idx="9535">
                  <c:v>5.4291600000000004</c:v>
                </c:pt>
                <c:pt idx="9536">
                  <c:v>6.0781499999999999</c:v>
                </c:pt>
                <c:pt idx="9537">
                  <c:v>6.7393600000000076</c:v>
                </c:pt>
                <c:pt idx="9538">
                  <c:v>7.1385899999999944</c:v>
                </c:pt>
                <c:pt idx="9539">
                  <c:v>7.52156</c:v>
                </c:pt>
                <c:pt idx="9540">
                  <c:v>8.0134700000000034</c:v>
                </c:pt>
                <c:pt idx="9541">
                  <c:v>8.5432199999999998</c:v>
                </c:pt>
                <c:pt idx="9542">
                  <c:v>8.4678200000000015</c:v>
                </c:pt>
                <c:pt idx="9543">
                  <c:v>7.8958699999999995</c:v>
                </c:pt>
                <c:pt idx="9544">
                  <c:v>7.4397400000000076</c:v>
                </c:pt>
                <c:pt idx="9545">
                  <c:v>6.8326399999999996</c:v>
                </c:pt>
                <c:pt idx="9546">
                  <c:v>6.1024399999999943</c:v>
                </c:pt>
                <c:pt idx="9547">
                  <c:v>5.5454099999999995</c:v>
                </c:pt>
                <c:pt idx="9548">
                  <c:v>5.1927199999999942</c:v>
                </c:pt>
                <c:pt idx="9549">
                  <c:v>5.1927399999999944</c:v>
                </c:pt>
                <c:pt idx="9550">
                  <c:v>5.8334799999999998</c:v>
                </c:pt>
                <c:pt idx="9551">
                  <c:v>6.8027699999999998</c:v>
                </c:pt>
                <c:pt idx="9552">
                  <c:v>7.9654799999999986</c:v>
                </c:pt>
                <c:pt idx="9553">
                  <c:v>8.8823700000000034</c:v>
                </c:pt>
                <c:pt idx="9554">
                  <c:v>9.5038800000000005</c:v>
                </c:pt>
                <c:pt idx="9555">
                  <c:v>10.283530000000004</c:v>
                </c:pt>
                <c:pt idx="9556">
                  <c:v>11.207420000000001</c:v>
                </c:pt>
                <c:pt idx="9557">
                  <c:v>11.83521</c:v>
                </c:pt>
                <c:pt idx="9558">
                  <c:v>11.99457</c:v>
                </c:pt>
                <c:pt idx="9559">
                  <c:v>12.04232</c:v>
                </c:pt>
                <c:pt idx="9560">
                  <c:v>12.066580000000011</c:v>
                </c:pt>
                <c:pt idx="9561">
                  <c:v>12.046200000000001</c:v>
                </c:pt>
                <c:pt idx="9562">
                  <c:v>11.960800000000004</c:v>
                </c:pt>
                <c:pt idx="9563">
                  <c:v>11.884210000000001</c:v>
                </c:pt>
                <c:pt idx="9564">
                  <c:v>11.88809</c:v>
                </c:pt>
                <c:pt idx="9565">
                  <c:v>11.81176</c:v>
                </c:pt>
                <c:pt idx="9566">
                  <c:v>11.68745</c:v>
                </c:pt>
                <c:pt idx="9567">
                  <c:v>11.564120000000001</c:v>
                </c:pt>
                <c:pt idx="9568">
                  <c:v>11.44861</c:v>
                </c:pt>
                <c:pt idx="9569">
                  <c:v>11.50027</c:v>
                </c:pt>
                <c:pt idx="9570">
                  <c:v>11.697319999999999</c:v>
                </c:pt>
                <c:pt idx="9571">
                  <c:v>11.993550000000004</c:v>
                </c:pt>
                <c:pt idx="9572">
                  <c:v>12.39917</c:v>
                </c:pt>
                <c:pt idx="9573">
                  <c:v>12.646879999999999</c:v>
                </c:pt>
                <c:pt idx="9574">
                  <c:v>12.584340000000001</c:v>
                </c:pt>
                <c:pt idx="9575">
                  <c:v>12.365440000000021</c:v>
                </c:pt>
                <c:pt idx="9576">
                  <c:v>12.344610000000001</c:v>
                </c:pt>
                <c:pt idx="9577">
                  <c:v>12.6709</c:v>
                </c:pt>
                <c:pt idx="9578">
                  <c:v>13.11023</c:v>
                </c:pt>
                <c:pt idx="9579">
                  <c:v>13.30599000000001</c:v>
                </c:pt>
                <c:pt idx="9580">
                  <c:v>13.3589</c:v>
                </c:pt>
                <c:pt idx="9581">
                  <c:v>13.375590000000019</c:v>
                </c:pt>
                <c:pt idx="9582">
                  <c:v>13.42041</c:v>
                </c:pt>
                <c:pt idx="9583">
                  <c:v>13.34301</c:v>
                </c:pt>
                <c:pt idx="9584">
                  <c:v>13.090950000000001</c:v>
                </c:pt>
                <c:pt idx="9585">
                  <c:v>13.12715</c:v>
                </c:pt>
                <c:pt idx="9586">
                  <c:v>13.37585000000001</c:v>
                </c:pt>
                <c:pt idx="9587">
                  <c:v>13.436590000000002</c:v>
                </c:pt>
                <c:pt idx="9588">
                  <c:v>13.61131</c:v>
                </c:pt>
                <c:pt idx="9589">
                  <c:v>14.016820000000001</c:v>
                </c:pt>
                <c:pt idx="9590">
                  <c:v>14.398210000000001</c:v>
                </c:pt>
                <c:pt idx="9591">
                  <c:v>14.7986</c:v>
                </c:pt>
                <c:pt idx="9592">
                  <c:v>15.22411</c:v>
                </c:pt>
                <c:pt idx="9593">
                  <c:v>15.332520000000002</c:v>
                </c:pt>
                <c:pt idx="9594">
                  <c:v>14.902200000000002</c:v>
                </c:pt>
                <c:pt idx="9595">
                  <c:v>14.49492</c:v>
                </c:pt>
                <c:pt idx="9596">
                  <c:v>14.30822</c:v>
                </c:pt>
                <c:pt idx="9597">
                  <c:v>14.16886</c:v>
                </c:pt>
                <c:pt idx="9598">
                  <c:v>14.331850000000001</c:v>
                </c:pt>
                <c:pt idx="9599">
                  <c:v>14.93126</c:v>
                </c:pt>
                <c:pt idx="9600">
                  <c:v>15.738199999999999</c:v>
                </c:pt>
                <c:pt idx="9601">
                  <c:v>16.463719999999952</c:v>
                </c:pt>
                <c:pt idx="9602">
                  <c:v>16.987079999999974</c:v>
                </c:pt>
                <c:pt idx="9603">
                  <c:v>17.281089999999974</c:v>
                </c:pt>
                <c:pt idx="9604">
                  <c:v>17.09036</c:v>
                </c:pt>
                <c:pt idx="9605">
                  <c:v>16.850269999999988</c:v>
                </c:pt>
                <c:pt idx="9606">
                  <c:v>16.739860000000022</c:v>
                </c:pt>
                <c:pt idx="9607">
                  <c:v>16.648820000000001</c:v>
                </c:pt>
                <c:pt idx="9608">
                  <c:v>16.88428</c:v>
                </c:pt>
                <c:pt idx="9609">
                  <c:v>17.463619999999956</c:v>
                </c:pt>
                <c:pt idx="9610">
                  <c:v>18.250260000000001</c:v>
                </c:pt>
                <c:pt idx="9611">
                  <c:v>18.544360000000001</c:v>
                </c:pt>
                <c:pt idx="9612">
                  <c:v>17.99881999999997</c:v>
                </c:pt>
                <c:pt idx="9613">
                  <c:v>17.554760000000005</c:v>
                </c:pt>
                <c:pt idx="9614">
                  <c:v>17.266259999999978</c:v>
                </c:pt>
                <c:pt idx="9615">
                  <c:v>16.80931</c:v>
                </c:pt>
                <c:pt idx="9616">
                  <c:v>16.730560000000001</c:v>
                </c:pt>
                <c:pt idx="9617">
                  <c:v>16.98997</c:v>
                </c:pt>
                <c:pt idx="9618">
                  <c:v>17.517090000000021</c:v>
                </c:pt>
                <c:pt idx="9619">
                  <c:v>18.24192</c:v>
                </c:pt>
                <c:pt idx="9620">
                  <c:v>18.95665</c:v>
                </c:pt>
                <c:pt idx="9621">
                  <c:v>19.428049999999956</c:v>
                </c:pt>
                <c:pt idx="9622">
                  <c:v>19.728309999999972</c:v>
                </c:pt>
                <c:pt idx="9623">
                  <c:v>19.961399999999973</c:v>
                </c:pt>
                <c:pt idx="9624">
                  <c:v>19.903300000000002</c:v>
                </c:pt>
                <c:pt idx="9625">
                  <c:v>19.542560000000002</c:v>
                </c:pt>
                <c:pt idx="9626">
                  <c:v>19.215619999999973</c:v>
                </c:pt>
                <c:pt idx="9627">
                  <c:v>18.82884</c:v>
                </c:pt>
                <c:pt idx="9628">
                  <c:v>18.595609999999972</c:v>
                </c:pt>
                <c:pt idx="9629">
                  <c:v>18.696349999999974</c:v>
                </c:pt>
                <c:pt idx="9630">
                  <c:v>18.40769999999997</c:v>
                </c:pt>
                <c:pt idx="9631">
                  <c:v>17.717079999999999</c:v>
                </c:pt>
                <c:pt idx="9632">
                  <c:v>17.231349999999978</c:v>
                </c:pt>
                <c:pt idx="9633">
                  <c:v>16.902989999999978</c:v>
                </c:pt>
                <c:pt idx="9634">
                  <c:v>17.018930000000001</c:v>
                </c:pt>
                <c:pt idx="9635">
                  <c:v>17.177750000000021</c:v>
                </c:pt>
                <c:pt idx="9636">
                  <c:v>17.307250000000021</c:v>
                </c:pt>
                <c:pt idx="9637">
                  <c:v>17.4679</c:v>
                </c:pt>
                <c:pt idx="9638">
                  <c:v>17.497479999999989</c:v>
                </c:pt>
                <c:pt idx="9639">
                  <c:v>17.709900000000001</c:v>
                </c:pt>
                <c:pt idx="9640">
                  <c:v>18.032689999999974</c:v>
                </c:pt>
                <c:pt idx="9641">
                  <c:v>18.465779999999956</c:v>
                </c:pt>
                <c:pt idx="9642">
                  <c:v>19.135300000000001</c:v>
                </c:pt>
                <c:pt idx="9643">
                  <c:v>19.76146</c:v>
                </c:pt>
                <c:pt idx="9644">
                  <c:v>20.163699999999974</c:v>
                </c:pt>
                <c:pt idx="9645">
                  <c:v>20.237100000000005</c:v>
                </c:pt>
                <c:pt idx="9646">
                  <c:v>20.064950000000021</c:v>
                </c:pt>
                <c:pt idx="9647">
                  <c:v>20.372389999999989</c:v>
                </c:pt>
                <c:pt idx="9648">
                  <c:v>20.841960000000022</c:v>
                </c:pt>
                <c:pt idx="9649">
                  <c:v>21.198180000000001</c:v>
                </c:pt>
                <c:pt idx="9650">
                  <c:v>21.634119999999999</c:v>
                </c:pt>
                <c:pt idx="9651">
                  <c:v>22.182829999999989</c:v>
                </c:pt>
                <c:pt idx="9652">
                  <c:v>22.615810000000021</c:v>
                </c:pt>
                <c:pt idx="9653">
                  <c:v>22.89631</c:v>
                </c:pt>
                <c:pt idx="9654">
                  <c:v>23.179839999999999</c:v>
                </c:pt>
                <c:pt idx="9655">
                  <c:v>23.529969999999999</c:v>
                </c:pt>
                <c:pt idx="9656">
                  <c:v>23.532070000000001</c:v>
                </c:pt>
                <c:pt idx="9657">
                  <c:v>23.42407</c:v>
                </c:pt>
                <c:pt idx="9658">
                  <c:v>23.657309999999999</c:v>
                </c:pt>
                <c:pt idx="9659">
                  <c:v>24.031649999999978</c:v>
                </c:pt>
                <c:pt idx="9660">
                  <c:v>24.36082</c:v>
                </c:pt>
                <c:pt idx="9661">
                  <c:v>24.594860000000022</c:v>
                </c:pt>
                <c:pt idx="9662">
                  <c:v>24.743619999999975</c:v>
                </c:pt>
                <c:pt idx="9663">
                  <c:v>24.960189999999972</c:v>
                </c:pt>
                <c:pt idx="9664">
                  <c:v>24.351949999999999</c:v>
                </c:pt>
                <c:pt idx="9665">
                  <c:v>22.573309999999989</c:v>
                </c:pt>
                <c:pt idx="9666">
                  <c:v>21.525629999999964</c:v>
                </c:pt>
                <c:pt idx="9667">
                  <c:v>21.658970000000021</c:v>
                </c:pt>
                <c:pt idx="9668">
                  <c:v>22.273790000000002</c:v>
                </c:pt>
                <c:pt idx="9669">
                  <c:v>23.279029999999974</c:v>
                </c:pt>
                <c:pt idx="9670">
                  <c:v>24.39246</c:v>
                </c:pt>
                <c:pt idx="9671">
                  <c:v>25.434750000000001</c:v>
                </c:pt>
                <c:pt idx="9672">
                  <c:v>26.382019999999972</c:v>
                </c:pt>
                <c:pt idx="9673">
                  <c:v>27.04855999999997</c:v>
                </c:pt>
                <c:pt idx="9674">
                  <c:v>27.049669999999974</c:v>
                </c:pt>
                <c:pt idx="9675">
                  <c:v>26.559909999999999</c:v>
                </c:pt>
                <c:pt idx="9676">
                  <c:v>26.284219999999973</c:v>
                </c:pt>
                <c:pt idx="9677">
                  <c:v>25.861910000000005</c:v>
                </c:pt>
                <c:pt idx="9678">
                  <c:v>25.299339999999972</c:v>
                </c:pt>
                <c:pt idx="9679">
                  <c:v>24.728840000000002</c:v>
                </c:pt>
                <c:pt idx="9680">
                  <c:v>24.263529999999957</c:v>
                </c:pt>
                <c:pt idx="9681">
                  <c:v>24.313829999999999</c:v>
                </c:pt>
                <c:pt idx="9682">
                  <c:v>24.755279999999978</c:v>
                </c:pt>
                <c:pt idx="9683">
                  <c:v>25.285969999999974</c:v>
                </c:pt>
                <c:pt idx="9684">
                  <c:v>25.823810000000005</c:v>
                </c:pt>
                <c:pt idx="9685">
                  <c:v>26.29466</c:v>
                </c:pt>
                <c:pt idx="9686">
                  <c:v>26.517170000000021</c:v>
                </c:pt>
                <c:pt idx="9687">
                  <c:v>26.749829999999989</c:v>
                </c:pt>
                <c:pt idx="9688">
                  <c:v>26.798689999999972</c:v>
                </c:pt>
                <c:pt idx="9689">
                  <c:v>26.71951</c:v>
                </c:pt>
                <c:pt idx="9690">
                  <c:v>26.829280000000001</c:v>
                </c:pt>
                <c:pt idx="9691">
                  <c:v>26.91356</c:v>
                </c:pt>
                <c:pt idx="9692">
                  <c:v>27.152080000000005</c:v>
                </c:pt>
                <c:pt idx="9693">
                  <c:v>27.629629999999974</c:v>
                </c:pt>
                <c:pt idx="9694">
                  <c:v>27.860600000000002</c:v>
                </c:pt>
                <c:pt idx="9695">
                  <c:v>27.574459999999988</c:v>
                </c:pt>
                <c:pt idx="9696">
                  <c:v>27.184380000000001</c:v>
                </c:pt>
                <c:pt idx="9697">
                  <c:v>27.056360000000005</c:v>
                </c:pt>
                <c:pt idx="9698">
                  <c:v>26.474350000000001</c:v>
                </c:pt>
                <c:pt idx="9699">
                  <c:v>25.926529999999964</c:v>
                </c:pt>
                <c:pt idx="9700">
                  <c:v>25.60821</c:v>
                </c:pt>
                <c:pt idx="9701">
                  <c:v>25.40957999999997</c:v>
                </c:pt>
                <c:pt idx="9702">
                  <c:v>25.653099999999988</c:v>
                </c:pt>
                <c:pt idx="9703">
                  <c:v>26.122629999999972</c:v>
                </c:pt>
                <c:pt idx="9704">
                  <c:v>26.598949999999974</c:v>
                </c:pt>
                <c:pt idx="9705">
                  <c:v>27.0397</c:v>
                </c:pt>
                <c:pt idx="9706">
                  <c:v>27.614039999999999</c:v>
                </c:pt>
                <c:pt idx="9707">
                  <c:v>28.178879999999999</c:v>
                </c:pt>
                <c:pt idx="9708">
                  <c:v>28.516770000000001</c:v>
                </c:pt>
                <c:pt idx="9709">
                  <c:v>28.51952</c:v>
                </c:pt>
                <c:pt idx="9710">
                  <c:v>28.30817</c:v>
                </c:pt>
                <c:pt idx="9711">
                  <c:v>28.248950000000001</c:v>
                </c:pt>
                <c:pt idx="9712">
                  <c:v>28.00883</c:v>
                </c:pt>
                <c:pt idx="9713">
                  <c:v>27.39714</c:v>
                </c:pt>
                <c:pt idx="9714">
                  <c:v>26.993200000000002</c:v>
                </c:pt>
                <c:pt idx="9715">
                  <c:v>26.90150999999997</c:v>
                </c:pt>
                <c:pt idx="9716">
                  <c:v>26.53773</c:v>
                </c:pt>
                <c:pt idx="9717">
                  <c:v>26.135210000000001</c:v>
                </c:pt>
                <c:pt idx="9718">
                  <c:v>26.203229999999973</c:v>
                </c:pt>
                <c:pt idx="9719">
                  <c:v>26.596910000000001</c:v>
                </c:pt>
                <c:pt idx="9720">
                  <c:v>27.174659999999999</c:v>
                </c:pt>
                <c:pt idx="9721">
                  <c:v>27.923199999999973</c:v>
                </c:pt>
                <c:pt idx="9722">
                  <c:v>28.541550000000001</c:v>
                </c:pt>
                <c:pt idx="9723">
                  <c:v>28.457070000000005</c:v>
                </c:pt>
                <c:pt idx="9724">
                  <c:v>27.900069999999989</c:v>
                </c:pt>
                <c:pt idx="9725">
                  <c:v>27.420950000000001</c:v>
                </c:pt>
                <c:pt idx="9726">
                  <c:v>27.14462</c:v>
                </c:pt>
                <c:pt idx="9727">
                  <c:v>26.987870000000001</c:v>
                </c:pt>
                <c:pt idx="9728">
                  <c:v>26.98145999999997</c:v>
                </c:pt>
                <c:pt idx="9729">
                  <c:v>27.019369999999999</c:v>
                </c:pt>
                <c:pt idx="9730">
                  <c:v>26.832840000000001</c:v>
                </c:pt>
                <c:pt idx="9731">
                  <c:v>26.290590000000002</c:v>
                </c:pt>
                <c:pt idx="9732">
                  <c:v>25.73939</c:v>
                </c:pt>
                <c:pt idx="9733">
                  <c:v>25.45133999999997</c:v>
                </c:pt>
                <c:pt idx="9734">
                  <c:v>25.335229999999989</c:v>
                </c:pt>
                <c:pt idx="9735">
                  <c:v>25.350169999999999</c:v>
                </c:pt>
                <c:pt idx="9736">
                  <c:v>25.460619999999956</c:v>
                </c:pt>
                <c:pt idx="9737">
                  <c:v>25.360579999999974</c:v>
                </c:pt>
                <c:pt idx="9738">
                  <c:v>24.771699999999989</c:v>
                </c:pt>
                <c:pt idx="9739">
                  <c:v>23.701930000000001</c:v>
                </c:pt>
                <c:pt idx="9740">
                  <c:v>22.697939999999999</c:v>
                </c:pt>
                <c:pt idx="9741">
                  <c:v>22.33942</c:v>
                </c:pt>
                <c:pt idx="9742">
                  <c:v>22.323969999999999</c:v>
                </c:pt>
                <c:pt idx="9743">
                  <c:v>22.24005</c:v>
                </c:pt>
                <c:pt idx="9744">
                  <c:v>22.17822</c:v>
                </c:pt>
                <c:pt idx="9745">
                  <c:v>22.06319999999997</c:v>
                </c:pt>
                <c:pt idx="9746">
                  <c:v>21.823989999999988</c:v>
                </c:pt>
                <c:pt idx="9747">
                  <c:v>21.547260000000001</c:v>
                </c:pt>
                <c:pt idx="9748">
                  <c:v>21.472479999999972</c:v>
                </c:pt>
                <c:pt idx="9749">
                  <c:v>21.557490000000001</c:v>
                </c:pt>
                <c:pt idx="9750">
                  <c:v>21.601179999999999</c:v>
                </c:pt>
                <c:pt idx="9751">
                  <c:v>21.505469999999974</c:v>
                </c:pt>
                <c:pt idx="9752">
                  <c:v>21.226499999999973</c:v>
                </c:pt>
                <c:pt idx="9753">
                  <c:v>20.887739999999972</c:v>
                </c:pt>
                <c:pt idx="9754">
                  <c:v>20.613409999999988</c:v>
                </c:pt>
                <c:pt idx="9755">
                  <c:v>20.317200000000021</c:v>
                </c:pt>
                <c:pt idx="9756">
                  <c:v>20.082609999999956</c:v>
                </c:pt>
                <c:pt idx="9757">
                  <c:v>20.14143</c:v>
                </c:pt>
                <c:pt idx="9758">
                  <c:v>20.140739999999973</c:v>
                </c:pt>
                <c:pt idx="9759">
                  <c:v>20.126139999999989</c:v>
                </c:pt>
                <c:pt idx="9760">
                  <c:v>20.195959999999999</c:v>
                </c:pt>
                <c:pt idx="9761">
                  <c:v>20.184609999999989</c:v>
                </c:pt>
                <c:pt idx="9762">
                  <c:v>20.166439999999973</c:v>
                </c:pt>
                <c:pt idx="9763">
                  <c:v>19.985299999999956</c:v>
                </c:pt>
                <c:pt idx="9764">
                  <c:v>19.822539999999975</c:v>
                </c:pt>
                <c:pt idx="9765">
                  <c:v>19.60521</c:v>
                </c:pt>
                <c:pt idx="9766">
                  <c:v>18.800280000000001</c:v>
                </c:pt>
                <c:pt idx="9767">
                  <c:v>17.870290000000001</c:v>
                </c:pt>
                <c:pt idx="9768">
                  <c:v>17.781039999999972</c:v>
                </c:pt>
                <c:pt idx="9769">
                  <c:v>17.728679999999972</c:v>
                </c:pt>
                <c:pt idx="9770">
                  <c:v>17.795699999999975</c:v>
                </c:pt>
                <c:pt idx="9771">
                  <c:v>17.90738</c:v>
                </c:pt>
                <c:pt idx="9772">
                  <c:v>17.74731999999997</c:v>
                </c:pt>
                <c:pt idx="9773">
                  <c:v>17.303239999999974</c:v>
                </c:pt>
                <c:pt idx="9774">
                  <c:v>17.153189999999999</c:v>
                </c:pt>
                <c:pt idx="9775">
                  <c:v>17.24588</c:v>
                </c:pt>
                <c:pt idx="9776">
                  <c:v>17.459489999999974</c:v>
                </c:pt>
                <c:pt idx="9777">
                  <c:v>17.702249999999957</c:v>
                </c:pt>
                <c:pt idx="9778">
                  <c:v>17.46406</c:v>
                </c:pt>
                <c:pt idx="9779">
                  <c:v>16.900670000000002</c:v>
                </c:pt>
                <c:pt idx="9780">
                  <c:v>16.313260000000021</c:v>
                </c:pt>
                <c:pt idx="9781">
                  <c:v>15.86314000000001</c:v>
                </c:pt>
                <c:pt idx="9782">
                  <c:v>15.73602</c:v>
                </c:pt>
                <c:pt idx="9783">
                  <c:v>15.803000000000004</c:v>
                </c:pt>
                <c:pt idx="9784">
                  <c:v>15.83474</c:v>
                </c:pt>
                <c:pt idx="9785">
                  <c:v>15.85017</c:v>
                </c:pt>
                <c:pt idx="9786">
                  <c:v>15.908940000000001</c:v>
                </c:pt>
                <c:pt idx="9787">
                  <c:v>15.946</c:v>
                </c:pt>
                <c:pt idx="9788">
                  <c:v>15.66413</c:v>
                </c:pt>
                <c:pt idx="9789">
                  <c:v>15.024620000000001</c:v>
                </c:pt>
                <c:pt idx="9790">
                  <c:v>14.116900000000001</c:v>
                </c:pt>
                <c:pt idx="9791">
                  <c:v>13.463580000000011</c:v>
                </c:pt>
                <c:pt idx="9792">
                  <c:v>13.1891</c:v>
                </c:pt>
                <c:pt idx="9793">
                  <c:v>13.163</c:v>
                </c:pt>
                <c:pt idx="9794">
                  <c:v>13.12968</c:v>
                </c:pt>
                <c:pt idx="9795">
                  <c:v>12.969550000000011</c:v>
                </c:pt>
                <c:pt idx="9796">
                  <c:v>12.829230000000004</c:v>
                </c:pt>
                <c:pt idx="9797">
                  <c:v>12.98786</c:v>
                </c:pt>
                <c:pt idx="9798">
                  <c:v>13.60149</c:v>
                </c:pt>
                <c:pt idx="9799">
                  <c:v>13.567350000000001</c:v>
                </c:pt>
                <c:pt idx="9800">
                  <c:v>13.44633</c:v>
                </c:pt>
                <c:pt idx="9801">
                  <c:v>13.63757</c:v>
                </c:pt>
                <c:pt idx="9802">
                  <c:v>13.54923</c:v>
                </c:pt>
                <c:pt idx="9803">
                  <c:v>13.489280000000004</c:v>
                </c:pt>
                <c:pt idx="9804">
                  <c:v>13.3386</c:v>
                </c:pt>
                <c:pt idx="9805">
                  <c:v>12.855000000000015</c:v>
                </c:pt>
                <c:pt idx="9806">
                  <c:v>12.656840000000004</c:v>
                </c:pt>
                <c:pt idx="9807">
                  <c:v>12.61544000000001</c:v>
                </c:pt>
                <c:pt idx="9808">
                  <c:v>12.297369999999999</c:v>
                </c:pt>
                <c:pt idx="9809">
                  <c:v>12.25427</c:v>
                </c:pt>
                <c:pt idx="9810">
                  <c:v>12.19652</c:v>
                </c:pt>
                <c:pt idx="9811">
                  <c:v>11.826640000000006</c:v>
                </c:pt>
                <c:pt idx="9812">
                  <c:v>11.355440000000023</c:v>
                </c:pt>
                <c:pt idx="9813">
                  <c:v>11.052740000000011</c:v>
                </c:pt>
                <c:pt idx="9814">
                  <c:v>10.994210000000001</c:v>
                </c:pt>
                <c:pt idx="9815">
                  <c:v>10.892990000000006</c:v>
                </c:pt>
                <c:pt idx="9816">
                  <c:v>10.611800000000001</c:v>
                </c:pt>
                <c:pt idx="9817">
                  <c:v>10.30463000000001</c:v>
                </c:pt>
                <c:pt idx="9818">
                  <c:v>10.19482</c:v>
                </c:pt>
                <c:pt idx="9819">
                  <c:v>10.44739</c:v>
                </c:pt>
                <c:pt idx="9820">
                  <c:v>11.067</c:v>
                </c:pt>
                <c:pt idx="9821">
                  <c:v>10.525590000000006</c:v>
                </c:pt>
                <c:pt idx="9822">
                  <c:v>7.1008299999999975</c:v>
                </c:pt>
                <c:pt idx="9823">
                  <c:v>0</c:v>
                </c:pt>
                <c:pt idx="9824">
                  <c:v>0</c:v>
                </c:pt>
                <c:pt idx="9825">
                  <c:v>0</c:v>
                </c:pt>
                <c:pt idx="9826">
                  <c:v>0</c:v>
                </c:pt>
                <c:pt idx="9827">
                  <c:v>0</c:v>
                </c:pt>
                <c:pt idx="9828">
                  <c:v>0</c:v>
                </c:pt>
                <c:pt idx="9829">
                  <c:v>0</c:v>
                </c:pt>
                <c:pt idx="9830">
                  <c:v>0</c:v>
                </c:pt>
                <c:pt idx="9831">
                  <c:v>6.1509799999999943</c:v>
                </c:pt>
                <c:pt idx="9832">
                  <c:v>8.5755700000000008</c:v>
                </c:pt>
                <c:pt idx="9833">
                  <c:v>9.2447299999999988</c:v>
                </c:pt>
                <c:pt idx="9834">
                  <c:v>9.2365100000000009</c:v>
                </c:pt>
                <c:pt idx="9835">
                  <c:v>9.1739500000000014</c:v>
                </c:pt>
                <c:pt idx="9836">
                  <c:v>9.2053400000000014</c:v>
                </c:pt>
                <c:pt idx="9837">
                  <c:v>9.2201799999999992</c:v>
                </c:pt>
                <c:pt idx="9838">
                  <c:v>9.1487099999999995</c:v>
                </c:pt>
                <c:pt idx="9839">
                  <c:v>9.1808400000000034</c:v>
                </c:pt>
                <c:pt idx="9840">
                  <c:v>9.3137500000000006</c:v>
                </c:pt>
                <c:pt idx="9841">
                  <c:v>9.1723500000000016</c:v>
                </c:pt>
                <c:pt idx="9842">
                  <c:v>8.7665300000000048</c:v>
                </c:pt>
                <c:pt idx="9843">
                  <c:v>8.2804400000000005</c:v>
                </c:pt>
                <c:pt idx="9844">
                  <c:v>8.033240000000001</c:v>
                </c:pt>
                <c:pt idx="9845">
                  <c:v>8.3184200000000015</c:v>
                </c:pt>
                <c:pt idx="9846">
                  <c:v>8.8438000000000034</c:v>
                </c:pt>
                <c:pt idx="9847">
                  <c:v>8.9598800000000125</c:v>
                </c:pt>
                <c:pt idx="9848">
                  <c:v>8.8170400000000004</c:v>
                </c:pt>
                <c:pt idx="9849">
                  <c:v>8.4450100000000035</c:v>
                </c:pt>
                <c:pt idx="9850">
                  <c:v>8.0453300000000016</c:v>
                </c:pt>
                <c:pt idx="9851">
                  <c:v>7.8340899999999944</c:v>
                </c:pt>
                <c:pt idx="9852">
                  <c:v>7.8208099999999945</c:v>
                </c:pt>
                <c:pt idx="9853">
                  <c:v>7.9276</c:v>
                </c:pt>
                <c:pt idx="9854">
                  <c:v>8.0686800000000005</c:v>
                </c:pt>
                <c:pt idx="9855">
                  <c:v>8.0668100000000003</c:v>
                </c:pt>
                <c:pt idx="9856">
                  <c:v>8.0557600000000047</c:v>
                </c:pt>
                <c:pt idx="9857">
                  <c:v>8.0909000000000013</c:v>
                </c:pt>
                <c:pt idx="9858">
                  <c:v>8.0626500000000068</c:v>
                </c:pt>
                <c:pt idx="9859">
                  <c:v>8.0944600000000015</c:v>
                </c:pt>
                <c:pt idx="9860">
                  <c:v>8.1999700000000004</c:v>
                </c:pt>
                <c:pt idx="9861">
                  <c:v>8.198129999999999</c:v>
                </c:pt>
                <c:pt idx="9862">
                  <c:v>8.0618700000000008</c:v>
                </c:pt>
                <c:pt idx="9863">
                  <c:v>7.7906000000000004</c:v>
                </c:pt>
                <c:pt idx="9864">
                  <c:v>7.6686299999999985</c:v>
                </c:pt>
                <c:pt idx="9865">
                  <c:v>7.4990500000000004</c:v>
                </c:pt>
                <c:pt idx="9866">
                  <c:v>7.4567000000000014</c:v>
                </c:pt>
                <c:pt idx="9867">
                  <c:v>7.3510400000000002</c:v>
                </c:pt>
                <c:pt idx="9868">
                  <c:v>7.2729200000000001</c:v>
                </c:pt>
                <c:pt idx="9869">
                  <c:v>7.2970499999999996</c:v>
                </c:pt>
                <c:pt idx="9870">
                  <c:v>7.4258999999999995</c:v>
                </c:pt>
                <c:pt idx="9871">
                  <c:v>7.4411700000000014</c:v>
                </c:pt>
                <c:pt idx="9872">
                  <c:v>7.4493600000000075</c:v>
                </c:pt>
                <c:pt idx="9873">
                  <c:v>7.72729</c:v>
                </c:pt>
                <c:pt idx="9874">
                  <c:v>7.7181499999999996</c:v>
                </c:pt>
                <c:pt idx="9875">
                  <c:v>7.4594600000000053</c:v>
                </c:pt>
                <c:pt idx="9876">
                  <c:v>7.4000599999999999</c:v>
                </c:pt>
                <c:pt idx="9877">
                  <c:v>7.5660999999999996</c:v>
                </c:pt>
                <c:pt idx="9878">
                  <c:v>7.7971899999999943</c:v>
                </c:pt>
                <c:pt idx="9879">
                  <c:v>7.8610499999999996</c:v>
                </c:pt>
                <c:pt idx="9880">
                  <c:v>7.7784300000000002</c:v>
                </c:pt>
                <c:pt idx="9881">
                  <c:v>7.62066</c:v>
                </c:pt>
                <c:pt idx="9882">
                  <c:v>7.5184899999999955</c:v>
                </c:pt>
                <c:pt idx="9883">
                  <c:v>7.6239099999999942</c:v>
                </c:pt>
                <c:pt idx="9884">
                  <c:v>7.7733200000000053</c:v>
                </c:pt>
                <c:pt idx="9885">
                  <c:v>7.8476999999999997</c:v>
                </c:pt>
                <c:pt idx="9886">
                  <c:v>7.9460500000000014</c:v>
                </c:pt>
                <c:pt idx="9887">
                  <c:v>8.1016200000000005</c:v>
                </c:pt>
                <c:pt idx="9888">
                  <c:v>8.17347</c:v>
                </c:pt>
                <c:pt idx="9889">
                  <c:v>8.0921300000000027</c:v>
                </c:pt>
                <c:pt idx="9890">
                  <c:v>7.8293799999999996</c:v>
                </c:pt>
                <c:pt idx="9891">
                  <c:v>7.5089799999999975</c:v>
                </c:pt>
                <c:pt idx="9892">
                  <c:v>7.2965600000000004</c:v>
                </c:pt>
                <c:pt idx="9893">
                  <c:v>7.1737700000000002</c:v>
                </c:pt>
                <c:pt idx="9894">
                  <c:v>7.1687199999999951</c:v>
                </c:pt>
                <c:pt idx="9895">
                  <c:v>7.4471999999999996</c:v>
                </c:pt>
                <c:pt idx="9896">
                  <c:v>7.9330400000000063</c:v>
                </c:pt>
                <c:pt idx="9897">
                  <c:v>8.2386299999999988</c:v>
                </c:pt>
                <c:pt idx="9898">
                  <c:v>8.1105500000000035</c:v>
                </c:pt>
                <c:pt idx="9899">
                  <c:v>7.5492500000000033</c:v>
                </c:pt>
                <c:pt idx="9900">
                  <c:v>6.9207200000000002</c:v>
                </c:pt>
                <c:pt idx="9901">
                  <c:v>6.6456499999999998</c:v>
                </c:pt>
                <c:pt idx="9902">
                  <c:v>6.8325899999999944</c:v>
                </c:pt>
                <c:pt idx="9903">
                  <c:v>7.4074400000000002</c:v>
                </c:pt>
                <c:pt idx="9904">
                  <c:v>8.0098200000000013</c:v>
                </c:pt>
                <c:pt idx="9905">
                  <c:v>8.3278500000000015</c:v>
                </c:pt>
                <c:pt idx="9906">
                  <c:v>8.6267900000000015</c:v>
                </c:pt>
                <c:pt idx="9907">
                  <c:v>8.9569700000000001</c:v>
                </c:pt>
                <c:pt idx="9908">
                  <c:v>9.0517400000000006</c:v>
                </c:pt>
                <c:pt idx="9909">
                  <c:v>9.0325300000000048</c:v>
                </c:pt>
                <c:pt idx="9910">
                  <c:v>9.2935700000000008</c:v>
                </c:pt>
                <c:pt idx="9911">
                  <c:v>9.6312499999999996</c:v>
                </c:pt>
                <c:pt idx="9912">
                  <c:v>9.4886100000000013</c:v>
                </c:pt>
                <c:pt idx="9913">
                  <c:v>9.3715700000000002</c:v>
                </c:pt>
                <c:pt idx="9914">
                  <c:v>9.6171400000000009</c:v>
                </c:pt>
                <c:pt idx="9915">
                  <c:v>10.101750000000001</c:v>
                </c:pt>
                <c:pt idx="9916">
                  <c:v>10.68197</c:v>
                </c:pt>
                <c:pt idx="9917">
                  <c:v>11.0185</c:v>
                </c:pt>
                <c:pt idx="9918">
                  <c:v>10.981260000000001</c:v>
                </c:pt>
                <c:pt idx="9919">
                  <c:v>10.415230000000006</c:v>
                </c:pt>
                <c:pt idx="9920">
                  <c:v>9.2129800000000017</c:v>
                </c:pt>
                <c:pt idx="9921">
                  <c:v>8.2954500000000007</c:v>
                </c:pt>
                <c:pt idx="9922">
                  <c:v>8.0748300000000004</c:v>
                </c:pt>
                <c:pt idx="9923">
                  <c:v>8.3284300000000027</c:v>
                </c:pt>
                <c:pt idx="9924">
                  <c:v>8.7955100000000002</c:v>
                </c:pt>
                <c:pt idx="9925">
                  <c:v>9.1167800000000003</c:v>
                </c:pt>
                <c:pt idx="9926">
                  <c:v>9.3877600000000001</c:v>
                </c:pt>
                <c:pt idx="9927">
                  <c:v>9.8240200000000009</c:v>
                </c:pt>
                <c:pt idx="9928">
                  <c:v>10.343910000000001</c:v>
                </c:pt>
                <c:pt idx="9929">
                  <c:v>10.809810000000002</c:v>
                </c:pt>
                <c:pt idx="9930">
                  <c:v>11.312440000000015</c:v>
                </c:pt>
                <c:pt idx="9931">
                  <c:v>11.757350000000001</c:v>
                </c:pt>
                <c:pt idx="9932">
                  <c:v>11.635680000000002</c:v>
                </c:pt>
                <c:pt idx="9933">
                  <c:v>11.320970000000001</c:v>
                </c:pt>
                <c:pt idx="9934">
                  <c:v>11.324400000000002</c:v>
                </c:pt>
                <c:pt idx="9935">
                  <c:v>11.44167</c:v>
                </c:pt>
                <c:pt idx="9936">
                  <c:v>11.697940000000001</c:v>
                </c:pt>
                <c:pt idx="9937">
                  <c:v>12.05923000000001</c:v>
                </c:pt>
                <c:pt idx="9938">
                  <c:v>12.075940000000006</c:v>
                </c:pt>
                <c:pt idx="9939">
                  <c:v>11.90828</c:v>
                </c:pt>
                <c:pt idx="9940">
                  <c:v>11.911990000000001</c:v>
                </c:pt>
                <c:pt idx="9941">
                  <c:v>12.11416</c:v>
                </c:pt>
                <c:pt idx="9942">
                  <c:v>12.581530000000004</c:v>
                </c:pt>
                <c:pt idx="9943">
                  <c:v>13.06306</c:v>
                </c:pt>
                <c:pt idx="9944">
                  <c:v>13.18089</c:v>
                </c:pt>
                <c:pt idx="9945">
                  <c:v>12.83808</c:v>
                </c:pt>
                <c:pt idx="9946">
                  <c:v>12.322680000000011</c:v>
                </c:pt>
                <c:pt idx="9947">
                  <c:v>12.24274</c:v>
                </c:pt>
                <c:pt idx="9948">
                  <c:v>12.686400000000004</c:v>
                </c:pt>
                <c:pt idx="9949">
                  <c:v>13.44664</c:v>
                </c:pt>
                <c:pt idx="9950">
                  <c:v>14.159430000000015</c:v>
                </c:pt>
                <c:pt idx="9951">
                  <c:v>14.61769</c:v>
                </c:pt>
                <c:pt idx="9952">
                  <c:v>14.771840000000001</c:v>
                </c:pt>
                <c:pt idx="9953">
                  <c:v>14.819790000000006</c:v>
                </c:pt>
                <c:pt idx="9954">
                  <c:v>14.8802</c:v>
                </c:pt>
                <c:pt idx="9955">
                  <c:v>14.66033</c:v>
                </c:pt>
                <c:pt idx="9956">
                  <c:v>14.09567</c:v>
                </c:pt>
                <c:pt idx="9957">
                  <c:v>13.62862</c:v>
                </c:pt>
                <c:pt idx="9958">
                  <c:v>13.69895</c:v>
                </c:pt>
                <c:pt idx="9959">
                  <c:v>13.991680000000002</c:v>
                </c:pt>
                <c:pt idx="9960">
                  <c:v>13.863410000000011</c:v>
                </c:pt>
                <c:pt idx="9961">
                  <c:v>13.200010000000001</c:v>
                </c:pt>
                <c:pt idx="9962">
                  <c:v>12.920960000000001</c:v>
                </c:pt>
                <c:pt idx="9963">
                  <c:v>13.307920000000001</c:v>
                </c:pt>
                <c:pt idx="9964">
                  <c:v>13.82499</c:v>
                </c:pt>
                <c:pt idx="9965">
                  <c:v>14.248239999999999</c:v>
                </c:pt>
                <c:pt idx="9966">
                  <c:v>14.668200000000001</c:v>
                </c:pt>
                <c:pt idx="9967">
                  <c:v>15.13335</c:v>
                </c:pt>
                <c:pt idx="9968">
                  <c:v>15.314450000000004</c:v>
                </c:pt>
                <c:pt idx="9969">
                  <c:v>14.57072</c:v>
                </c:pt>
                <c:pt idx="9970">
                  <c:v>13.575900000000004</c:v>
                </c:pt>
                <c:pt idx="9971">
                  <c:v>13.3681</c:v>
                </c:pt>
                <c:pt idx="9972">
                  <c:v>13.342510000000004</c:v>
                </c:pt>
                <c:pt idx="9973">
                  <c:v>12.97418</c:v>
                </c:pt>
                <c:pt idx="9974">
                  <c:v>13.0808</c:v>
                </c:pt>
                <c:pt idx="9975">
                  <c:v>13.57328</c:v>
                </c:pt>
                <c:pt idx="9976">
                  <c:v>13.57089</c:v>
                </c:pt>
                <c:pt idx="9977">
                  <c:v>13.465560000000011</c:v>
                </c:pt>
                <c:pt idx="9978">
                  <c:v>13.777090000000001</c:v>
                </c:pt>
                <c:pt idx="9979">
                  <c:v>14.1114</c:v>
                </c:pt>
                <c:pt idx="9980">
                  <c:v>14.46874</c:v>
                </c:pt>
                <c:pt idx="9981">
                  <c:v>14.6043</c:v>
                </c:pt>
                <c:pt idx="9982">
                  <c:v>14.83699</c:v>
                </c:pt>
                <c:pt idx="9983">
                  <c:v>15.17393</c:v>
                </c:pt>
                <c:pt idx="9984">
                  <c:v>15.578620000000001</c:v>
                </c:pt>
                <c:pt idx="9985">
                  <c:v>16.30527</c:v>
                </c:pt>
                <c:pt idx="9986">
                  <c:v>16.729669999999974</c:v>
                </c:pt>
                <c:pt idx="9987">
                  <c:v>16.845300000000002</c:v>
                </c:pt>
                <c:pt idx="9988">
                  <c:v>17.0215</c:v>
                </c:pt>
                <c:pt idx="9989">
                  <c:v>16.974910000000001</c:v>
                </c:pt>
                <c:pt idx="9990">
                  <c:v>16.765989999999974</c:v>
                </c:pt>
                <c:pt idx="9991">
                  <c:v>16.762729999999955</c:v>
                </c:pt>
                <c:pt idx="9992">
                  <c:v>17.048929999999974</c:v>
                </c:pt>
                <c:pt idx="9993">
                  <c:v>17.529260000000001</c:v>
                </c:pt>
                <c:pt idx="9994">
                  <c:v>17.876359999999988</c:v>
                </c:pt>
                <c:pt idx="9995">
                  <c:v>17.936060000000001</c:v>
                </c:pt>
                <c:pt idx="9996">
                  <c:v>17.9071</c:v>
                </c:pt>
                <c:pt idx="9997">
                  <c:v>17.803789999999989</c:v>
                </c:pt>
                <c:pt idx="9998">
                  <c:v>17.96118999999997</c:v>
                </c:pt>
                <c:pt idx="9999">
                  <c:v>18.263649999999952</c:v>
                </c:pt>
                <c:pt idx="10000">
                  <c:v>18.589599999999972</c:v>
                </c:pt>
                <c:pt idx="10001">
                  <c:v>19.07621</c:v>
                </c:pt>
                <c:pt idx="10002">
                  <c:v>19.439499999999974</c:v>
                </c:pt>
                <c:pt idx="10003">
                  <c:v>19.222379999999973</c:v>
                </c:pt>
                <c:pt idx="10004">
                  <c:v>18.716819999999988</c:v>
                </c:pt>
                <c:pt idx="10005">
                  <c:v>18.118580000000001</c:v>
                </c:pt>
                <c:pt idx="10006">
                  <c:v>18.006180000000001</c:v>
                </c:pt>
                <c:pt idx="10007">
                  <c:v>18.388719999999957</c:v>
                </c:pt>
                <c:pt idx="10008">
                  <c:v>18.94157999999997</c:v>
                </c:pt>
                <c:pt idx="10009">
                  <c:v>19.4589</c:v>
                </c:pt>
                <c:pt idx="10010">
                  <c:v>19.746880000000001</c:v>
                </c:pt>
                <c:pt idx="10011">
                  <c:v>20.110130000000005</c:v>
                </c:pt>
                <c:pt idx="10012">
                  <c:v>20.515070000000001</c:v>
                </c:pt>
                <c:pt idx="10013">
                  <c:v>20.644020000000001</c:v>
                </c:pt>
                <c:pt idx="10014">
                  <c:v>20.206439999999972</c:v>
                </c:pt>
                <c:pt idx="10015">
                  <c:v>19.746129999999972</c:v>
                </c:pt>
                <c:pt idx="10016">
                  <c:v>19.659900000000022</c:v>
                </c:pt>
                <c:pt idx="10017">
                  <c:v>19.935779999999973</c:v>
                </c:pt>
                <c:pt idx="10018">
                  <c:v>20.279679999999974</c:v>
                </c:pt>
                <c:pt idx="10019">
                  <c:v>20.587199999999989</c:v>
                </c:pt>
                <c:pt idx="10020">
                  <c:v>21.015729999999973</c:v>
                </c:pt>
                <c:pt idx="10021">
                  <c:v>21.327570000000001</c:v>
                </c:pt>
                <c:pt idx="10022">
                  <c:v>21.473120000000002</c:v>
                </c:pt>
                <c:pt idx="10023">
                  <c:v>21.242479999999972</c:v>
                </c:pt>
                <c:pt idx="10024">
                  <c:v>20.910820000000001</c:v>
                </c:pt>
                <c:pt idx="10025">
                  <c:v>20.633130000000001</c:v>
                </c:pt>
                <c:pt idx="10026">
                  <c:v>20.697579999999999</c:v>
                </c:pt>
                <c:pt idx="10027">
                  <c:v>21.112169999999999</c:v>
                </c:pt>
                <c:pt idx="10028">
                  <c:v>21.570139999999974</c:v>
                </c:pt>
                <c:pt idx="10029">
                  <c:v>21.999839999999974</c:v>
                </c:pt>
                <c:pt idx="10030">
                  <c:v>22.317250000000033</c:v>
                </c:pt>
                <c:pt idx="10031">
                  <c:v>22.1281</c:v>
                </c:pt>
                <c:pt idx="10032">
                  <c:v>21.848279999999974</c:v>
                </c:pt>
                <c:pt idx="10033">
                  <c:v>21.985189999999957</c:v>
                </c:pt>
                <c:pt idx="10034">
                  <c:v>22.459289999999989</c:v>
                </c:pt>
                <c:pt idx="10035">
                  <c:v>23.06419</c:v>
                </c:pt>
                <c:pt idx="10036">
                  <c:v>23.537830000000021</c:v>
                </c:pt>
                <c:pt idx="10037">
                  <c:v>23.890729999999973</c:v>
                </c:pt>
                <c:pt idx="10038">
                  <c:v>23.655470000000001</c:v>
                </c:pt>
                <c:pt idx="10039">
                  <c:v>23.532080000000001</c:v>
                </c:pt>
                <c:pt idx="10040">
                  <c:v>23.985749999999943</c:v>
                </c:pt>
                <c:pt idx="10041">
                  <c:v>24.405699999999964</c:v>
                </c:pt>
                <c:pt idx="10042">
                  <c:v>24.671700000000001</c:v>
                </c:pt>
                <c:pt idx="10043">
                  <c:v>24.810369999999999</c:v>
                </c:pt>
                <c:pt idx="10044">
                  <c:v>24.511209999999988</c:v>
                </c:pt>
                <c:pt idx="10045">
                  <c:v>24.192689999999974</c:v>
                </c:pt>
                <c:pt idx="10046">
                  <c:v>24.17154</c:v>
                </c:pt>
                <c:pt idx="10047">
                  <c:v>24.324919999999999</c:v>
                </c:pt>
                <c:pt idx="10048">
                  <c:v>24.711580000000001</c:v>
                </c:pt>
                <c:pt idx="10049">
                  <c:v>25.225779999999968</c:v>
                </c:pt>
                <c:pt idx="10050">
                  <c:v>25.77336</c:v>
                </c:pt>
                <c:pt idx="10051">
                  <c:v>26.291620000000002</c:v>
                </c:pt>
                <c:pt idx="10052">
                  <c:v>26.69814999999997</c:v>
                </c:pt>
                <c:pt idx="10053">
                  <c:v>26.995019999999968</c:v>
                </c:pt>
                <c:pt idx="10054">
                  <c:v>26.991050000000001</c:v>
                </c:pt>
                <c:pt idx="10055">
                  <c:v>26.52449</c:v>
                </c:pt>
                <c:pt idx="10056">
                  <c:v>25.827359999999999</c:v>
                </c:pt>
                <c:pt idx="10057">
                  <c:v>25.304790000000001</c:v>
                </c:pt>
                <c:pt idx="10058">
                  <c:v>25.083419999999968</c:v>
                </c:pt>
                <c:pt idx="10059">
                  <c:v>25.119370000000021</c:v>
                </c:pt>
                <c:pt idx="10060">
                  <c:v>25.65000000000002</c:v>
                </c:pt>
                <c:pt idx="10061">
                  <c:v>26.634139999999999</c:v>
                </c:pt>
                <c:pt idx="10062">
                  <c:v>27.437360000000005</c:v>
                </c:pt>
                <c:pt idx="10063">
                  <c:v>27.722059999999974</c:v>
                </c:pt>
                <c:pt idx="10064">
                  <c:v>27.77413</c:v>
                </c:pt>
                <c:pt idx="10065">
                  <c:v>27.76017999999997</c:v>
                </c:pt>
                <c:pt idx="10066">
                  <c:v>27.708449999999957</c:v>
                </c:pt>
                <c:pt idx="10067">
                  <c:v>27.68235</c:v>
                </c:pt>
                <c:pt idx="10068">
                  <c:v>27.463179999999973</c:v>
                </c:pt>
                <c:pt idx="10069">
                  <c:v>27.41075</c:v>
                </c:pt>
                <c:pt idx="10070">
                  <c:v>27.23527</c:v>
                </c:pt>
                <c:pt idx="10071">
                  <c:v>26.831930000000021</c:v>
                </c:pt>
                <c:pt idx="10072">
                  <c:v>26.609030000000001</c:v>
                </c:pt>
                <c:pt idx="10073">
                  <c:v>26.360810000000001</c:v>
                </c:pt>
                <c:pt idx="10074">
                  <c:v>26.049790000000002</c:v>
                </c:pt>
                <c:pt idx="10075">
                  <c:v>25.84665</c:v>
                </c:pt>
                <c:pt idx="10076">
                  <c:v>25.69557</c:v>
                </c:pt>
                <c:pt idx="10077">
                  <c:v>25.047599999999989</c:v>
                </c:pt>
                <c:pt idx="10078">
                  <c:v>24.654109999999999</c:v>
                </c:pt>
                <c:pt idx="10079">
                  <c:v>24.855319999999974</c:v>
                </c:pt>
                <c:pt idx="10080">
                  <c:v>25.19369</c:v>
                </c:pt>
                <c:pt idx="10081">
                  <c:v>25.45655</c:v>
                </c:pt>
                <c:pt idx="10082">
                  <c:v>25.706939999999989</c:v>
                </c:pt>
                <c:pt idx="10083">
                  <c:v>26.077210000000001</c:v>
                </c:pt>
                <c:pt idx="10084">
                  <c:v>26.368499999999973</c:v>
                </c:pt>
                <c:pt idx="10085">
                  <c:v>26.551490000000001</c:v>
                </c:pt>
                <c:pt idx="10086">
                  <c:v>26.762099999999968</c:v>
                </c:pt>
                <c:pt idx="10087">
                  <c:v>26.97948999999997</c:v>
                </c:pt>
                <c:pt idx="10088">
                  <c:v>27.016359999999999</c:v>
                </c:pt>
                <c:pt idx="10089">
                  <c:v>26.953319999999973</c:v>
                </c:pt>
                <c:pt idx="10090">
                  <c:v>26.678970000000021</c:v>
                </c:pt>
                <c:pt idx="10091">
                  <c:v>26.380289999999974</c:v>
                </c:pt>
                <c:pt idx="10092">
                  <c:v>26.470739999999957</c:v>
                </c:pt>
                <c:pt idx="10093">
                  <c:v>26.765679999999964</c:v>
                </c:pt>
                <c:pt idx="10094">
                  <c:v>27.061629999999973</c:v>
                </c:pt>
                <c:pt idx="10095">
                  <c:v>27.30472</c:v>
                </c:pt>
                <c:pt idx="10096">
                  <c:v>27.245249999999956</c:v>
                </c:pt>
                <c:pt idx="10097">
                  <c:v>26.952219999999972</c:v>
                </c:pt>
                <c:pt idx="10098">
                  <c:v>26.634190000000022</c:v>
                </c:pt>
                <c:pt idx="10099">
                  <c:v>26.19373999999997</c:v>
                </c:pt>
                <c:pt idx="10100">
                  <c:v>25.697910000000022</c:v>
                </c:pt>
                <c:pt idx="10101">
                  <c:v>25.43113</c:v>
                </c:pt>
                <c:pt idx="10102">
                  <c:v>25.405689999999975</c:v>
                </c:pt>
                <c:pt idx="10103">
                  <c:v>25.050920000000001</c:v>
                </c:pt>
                <c:pt idx="10104">
                  <c:v>24.691649999999989</c:v>
                </c:pt>
                <c:pt idx="10105">
                  <c:v>24.620429999999974</c:v>
                </c:pt>
                <c:pt idx="10106">
                  <c:v>24.603999999999999</c:v>
                </c:pt>
                <c:pt idx="10107">
                  <c:v>24.5182</c:v>
                </c:pt>
                <c:pt idx="10108">
                  <c:v>24.253719999999973</c:v>
                </c:pt>
                <c:pt idx="10109">
                  <c:v>24.09423</c:v>
                </c:pt>
                <c:pt idx="10110">
                  <c:v>24.1934</c:v>
                </c:pt>
                <c:pt idx="10111">
                  <c:v>24.40457</c:v>
                </c:pt>
                <c:pt idx="10112">
                  <c:v>24.582679999999975</c:v>
                </c:pt>
                <c:pt idx="10113">
                  <c:v>24.745939999999973</c:v>
                </c:pt>
                <c:pt idx="10114">
                  <c:v>24.77049999999997</c:v>
                </c:pt>
                <c:pt idx="10115">
                  <c:v>24.597190000000001</c:v>
                </c:pt>
                <c:pt idx="10116">
                  <c:v>24.571000000000005</c:v>
                </c:pt>
                <c:pt idx="10117">
                  <c:v>24.640070000000001</c:v>
                </c:pt>
                <c:pt idx="10118">
                  <c:v>24.647810000000021</c:v>
                </c:pt>
                <c:pt idx="10119">
                  <c:v>24.712709999999973</c:v>
                </c:pt>
                <c:pt idx="10120">
                  <c:v>24.70035</c:v>
                </c:pt>
                <c:pt idx="10121">
                  <c:v>24.606369999999988</c:v>
                </c:pt>
                <c:pt idx="10122">
                  <c:v>24.485699999999955</c:v>
                </c:pt>
                <c:pt idx="10123">
                  <c:v>24.226959999999988</c:v>
                </c:pt>
                <c:pt idx="10124">
                  <c:v>23.991</c:v>
                </c:pt>
                <c:pt idx="10125">
                  <c:v>23.799969999999988</c:v>
                </c:pt>
                <c:pt idx="10126">
                  <c:v>23.490299999999973</c:v>
                </c:pt>
                <c:pt idx="10127">
                  <c:v>23.214350000000021</c:v>
                </c:pt>
                <c:pt idx="10128">
                  <c:v>23.0976</c:v>
                </c:pt>
                <c:pt idx="10129">
                  <c:v>22.662310000000002</c:v>
                </c:pt>
                <c:pt idx="10130">
                  <c:v>21.993339999999975</c:v>
                </c:pt>
                <c:pt idx="10131">
                  <c:v>21.624150000000022</c:v>
                </c:pt>
                <c:pt idx="10132">
                  <c:v>21.591940000000001</c:v>
                </c:pt>
                <c:pt idx="10133">
                  <c:v>21.661799999999989</c:v>
                </c:pt>
                <c:pt idx="10134">
                  <c:v>21.794119999999989</c:v>
                </c:pt>
                <c:pt idx="10135">
                  <c:v>22.171360000000021</c:v>
                </c:pt>
                <c:pt idx="10136">
                  <c:v>22.464329999999968</c:v>
                </c:pt>
                <c:pt idx="10137">
                  <c:v>22.569039999999973</c:v>
                </c:pt>
                <c:pt idx="10138">
                  <c:v>22.804130000000001</c:v>
                </c:pt>
                <c:pt idx="10139">
                  <c:v>22.89547</c:v>
                </c:pt>
                <c:pt idx="10140">
                  <c:v>22.685870000000001</c:v>
                </c:pt>
                <c:pt idx="10141">
                  <c:v>22.509409999999974</c:v>
                </c:pt>
                <c:pt idx="10142">
                  <c:v>22.19004</c:v>
                </c:pt>
                <c:pt idx="10143">
                  <c:v>20.57647</c:v>
                </c:pt>
                <c:pt idx="10144">
                  <c:v>18.050899999999999</c:v>
                </c:pt>
                <c:pt idx="10145">
                  <c:v>16.771870000000021</c:v>
                </c:pt>
                <c:pt idx="10146">
                  <c:v>16.670829999999999</c:v>
                </c:pt>
                <c:pt idx="10147">
                  <c:v>17.161200000000001</c:v>
                </c:pt>
                <c:pt idx="10148">
                  <c:v>16.783739999999959</c:v>
                </c:pt>
                <c:pt idx="10149">
                  <c:v>16.679189999999988</c:v>
                </c:pt>
                <c:pt idx="10150">
                  <c:v>16.36478</c:v>
                </c:pt>
                <c:pt idx="10151">
                  <c:v>16.112900000000021</c:v>
                </c:pt>
                <c:pt idx="10152">
                  <c:v>15.60375</c:v>
                </c:pt>
                <c:pt idx="10153">
                  <c:v>14.858130000000006</c:v>
                </c:pt>
                <c:pt idx="10154">
                  <c:v>14.557040000000002</c:v>
                </c:pt>
                <c:pt idx="10155">
                  <c:v>14.5997</c:v>
                </c:pt>
                <c:pt idx="10156">
                  <c:v>14.686310000000001</c:v>
                </c:pt>
                <c:pt idx="10157">
                  <c:v>14.62997</c:v>
                </c:pt>
                <c:pt idx="10158">
                  <c:v>14.59066</c:v>
                </c:pt>
                <c:pt idx="10159">
                  <c:v>14.509080000000004</c:v>
                </c:pt>
                <c:pt idx="10160">
                  <c:v>14.394130000000002</c:v>
                </c:pt>
                <c:pt idx="10161">
                  <c:v>14.33225</c:v>
                </c:pt>
                <c:pt idx="10162">
                  <c:v>14.17155</c:v>
                </c:pt>
                <c:pt idx="10163">
                  <c:v>14.011979999999999</c:v>
                </c:pt>
                <c:pt idx="10164">
                  <c:v>13.960100000000002</c:v>
                </c:pt>
                <c:pt idx="10165">
                  <c:v>13.805100000000012</c:v>
                </c:pt>
                <c:pt idx="10166">
                  <c:v>13.586320000000001</c:v>
                </c:pt>
                <c:pt idx="10167">
                  <c:v>13.212060000000001</c:v>
                </c:pt>
                <c:pt idx="10168">
                  <c:v>12.78675</c:v>
                </c:pt>
                <c:pt idx="10169">
                  <c:v>12.625590000000004</c:v>
                </c:pt>
                <c:pt idx="10170">
                  <c:v>12.718249999999999</c:v>
                </c:pt>
                <c:pt idx="10171">
                  <c:v>12.8078</c:v>
                </c:pt>
                <c:pt idx="10172">
                  <c:v>12.87452</c:v>
                </c:pt>
                <c:pt idx="10173">
                  <c:v>12.979940000000004</c:v>
                </c:pt>
                <c:pt idx="10174">
                  <c:v>13.219520000000001</c:v>
                </c:pt>
                <c:pt idx="10175">
                  <c:v>13.553180000000006</c:v>
                </c:pt>
                <c:pt idx="10176">
                  <c:v>13.778560000000001</c:v>
                </c:pt>
                <c:pt idx="10177">
                  <c:v>13.7014</c:v>
                </c:pt>
                <c:pt idx="10178">
                  <c:v>13.51225</c:v>
                </c:pt>
                <c:pt idx="10179">
                  <c:v>13.283000000000001</c:v>
                </c:pt>
                <c:pt idx="10180">
                  <c:v>13.115270000000001</c:v>
                </c:pt>
                <c:pt idx="10181">
                  <c:v>13.22415</c:v>
                </c:pt>
                <c:pt idx="10182">
                  <c:v>13.50633</c:v>
                </c:pt>
                <c:pt idx="10183">
                  <c:v>13.909460000000006</c:v>
                </c:pt>
                <c:pt idx="10184">
                  <c:v>13.935310000000001</c:v>
                </c:pt>
                <c:pt idx="10185">
                  <c:v>13.238059999999999</c:v>
                </c:pt>
                <c:pt idx="10186">
                  <c:v>12.60408</c:v>
                </c:pt>
                <c:pt idx="10187">
                  <c:v>12.39570000000001</c:v>
                </c:pt>
                <c:pt idx="10188">
                  <c:v>12.195040000000002</c:v>
                </c:pt>
                <c:pt idx="10189">
                  <c:v>11.794840000000001</c:v>
                </c:pt>
                <c:pt idx="10190">
                  <c:v>11.512510000000002</c:v>
                </c:pt>
                <c:pt idx="10191">
                  <c:v>11.353960000000002</c:v>
                </c:pt>
                <c:pt idx="10192">
                  <c:v>10.98982</c:v>
                </c:pt>
                <c:pt idx="10193">
                  <c:v>10.81789</c:v>
                </c:pt>
                <c:pt idx="10194">
                  <c:v>10.630570000000001</c:v>
                </c:pt>
                <c:pt idx="10195">
                  <c:v>10.08863</c:v>
                </c:pt>
                <c:pt idx="10196">
                  <c:v>9.6153300000000002</c:v>
                </c:pt>
                <c:pt idx="10197">
                  <c:v>9.3301800000000004</c:v>
                </c:pt>
                <c:pt idx="10198">
                  <c:v>8.9029200000000035</c:v>
                </c:pt>
                <c:pt idx="10199">
                  <c:v>8.3804600000000047</c:v>
                </c:pt>
                <c:pt idx="10200">
                  <c:v>8.0600400000000008</c:v>
                </c:pt>
                <c:pt idx="10201">
                  <c:v>7.9688099999999995</c:v>
                </c:pt>
                <c:pt idx="10202">
                  <c:v>8.0509800000000027</c:v>
                </c:pt>
                <c:pt idx="10203">
                  <c:v>8.2687200000000001</c:v>
                </c:pt>
                <c:pt idx="10204">
                  <c:v>8.38889</c:v>
                </c:pt>
                <c:pt idx="10205">
                  <c:v>8.3831800000000047</c:v>
                </c:pt>
                <c:pt idx="10206">
                  <c:v>8.3579300000000067</c:v>
                </c:pt>
                <c:pt idx="10207">
                  <c:v>8.2662400000000016</c:v>
                </c:pt>
                <c:pt idx="10208">
                  <c:v>7.9251399999999945</c:v>
                </c:pt>
                <c:pt idx="10209">
                  <c:v>7.6564099999999975</c:v>
                </c:pt>
                <c:pt idx="10210">
                  <c:v>7.6402400000000004</c:v>
                </c:pt>
                <c:pt idx="10211">
                  <c:v>7.5433899999999996</c:v>
                </c:pt>
                <c:pt idx="10212">
                  <c:v>7.4939400000000003</c:v>
                </c:pt>
                <c:pt idx="10213">
                  <c:v>7.5966500000000003</c:v>
                </c:pt>
                <c:pt idx="10214">
                  <c:v>7.5673799999999956</c:v>
                </c:pt>
                <c:pt idx="10215">
                  <c:v>7.4995000000000003</c:v>
                </c:pt>
                <c:pt idx="10216">
                  <c:v>7.6054199999999943</c:v>
                </c:pt>
                <c:pt idx="10217">
                  <c:v>7.9666899999999998</c:v>
                </c:pt>
                <c:pt idx="10218">
                  <c:v>8.3345000000000002</c:v>
                </c:pt>
                <c:pt idx="10219">
                  <c:v>8.4122500000000002</c:v>
                </c:pt>
                <c:pt idx="10220">
                  <c:v>8.4102200000000007</c:v>
                </c:pt>
                <c:pt idx="10221">
                  <c:v>8.4460900000000034</c:v>
                </c:pt>
                <c:pt idx="10222">
                  <c:v>8.7972199999999994</c:v>
                </c:pt>
                <c:pt idx="10223">
                  <c:v>9.0963700000000003</c:v>
                </c:pt>
                <c:pt idx="10224">
                  <c:v>8.8938800000000047</c:v>
                </c:pt>
                <c:pt idx="10225">
                  <c:v>8.6993200000000002</c:v>
                </c:pt>
                <c:pt idx="10226">
                  <c:v>8.7315799999999992</c:v>
                </c:pt>
                <c:pt idx="10227">
                  <c:v>8.7906900000000014</c:v>
                </c:pt>
                <c:pt idx="10228">
                  <c:v>8.7608700000000006</c:v>
                </c:pt>
                <c:pt idx="10229">
                  <c:v>8.6311900000000001</c:v>
                </c:pt>
                <c:pt idx="10230">
                  <c:v>8.5013799999999993</c:v>
                </c:pt>
                <c:pt idx="10231">
                  <c:v>8.4778800000000007</c:v>
                </c:pt>
                <c:pt idx="10232">
                  <c:v>8.4505500000000122</c:v>
                </c:pt>
                <c:pt idx="10233">
                  <c:v>8.3828900000000068</c:v>
                </c:pt>
                <c:pt idx="10234">
                  <c:v>8.5651000000000028</c:v>
                </c:pt>
                <c:pt idx="10235">
                  <c:v>8.9118300000000001</c:v>
                </c:pt>
                <c:pt idx="10236">
                  <c:v>9.2129100000000008</c:v>
                </c:pt>
                <c:pt idx="10237">
                  <c:v>9.4327800000000028</c:v>
                </c:pt>
                <c:pt idx="10238">
                  <c:v>9.6770600000000009</c:v>
                </c:pt>
                <c:pt idx="10239">
                  <c:v>9.9775900000000028</c:v>
                </c:pt>
                <c:pt idx="10240">
                  <c:v>10.15109</c:v>
                </c:pt>
                <c:pt idx="10241">
                  <c:v>10.03801</c:v>
                </c:pt>
                <c:pt idx="10242">
                  <c:v>9.7178900000000006</c:v>
                </c:pt>
                <c:pt idx="10243">
                  <c:v>9.4890100000000004</c:v>
                </c:pt>
                <c:pt idx="10244">
                  <c:v>9.4190400000000007</c:v>
                </c:pt>
                <c:pt idx="10245">
                  <c:v>9.5147700000000004</c:v>
                </c:pt>
                <c:pt idx="10246">
                  <c:v>9.6987299999999994</c:v>
                </c:pt>
                <c:pt idx="10247">
                  <c:v>9.8653800000000125</c:v>
                </c:pt>
                <c:pt idx="10248">
                  <c:v>10.15321</c:v>
                </c:pt>
                <c:pt idx="10249">
                  <c:v>10.48462</c:v>
                </c:pt>
                <c:pt idx="10250">
                  <c:v>10.543229999999999</c:v>
                </c:pt>
                <c:pt idx="10251">
                  <c:v>10.227450000000001</c:v>
                </c:pt>
                <c:pt idx="10252">
                  <c:v>9.6411099999999994</c:v>
                </c:pt>
                <c:pt idx="10253">
                  <c:v>9.3345700000000011</c:v>
                </c:pt>
                <c:pt idx="10254">
                  <c:v>9.4044400000000028</c:v>
                </c:pt>
                <c:pt idx="10255">
                  <c:v>9.4481800000000007</c:v>
                </c:pt>
                <c:pt idx="10256">
                  <c:v>9.5478900000000007</c:v>
                </c:pt>
                <c:pt idx="10257">
                  <c:v>9.7134500000000035</c:v>
                </c:pt>
                <c:pt idx="10258">
                  <c:v>9.8793400000000027</c:v>
                </c:pt>
                <c:pt idx="10259">
                  <c:v>10.091810000000001</c:v>
                </c:pt>
                <c:pt idx="10260">
                  <c:v>10.335800000000004</c:v>
                </c:pt>
                <c:pt idx="10261">
                  <c:v>10.60075</c:v>
                </c:pt>
                <c:pt idx="10262">
                  <c:v>10.98997</c:v>
                </c:pt>
                <c:pt idx="10263">
                  <c:v>11.2174</c:v>
                </c:pt>
                <c:pt idx="10264">
                  <c:v>11.39878</c:v>
                </c:pt>
                <c:pt idx="10265">
                  <c:v>11.431140000000001</c:v>
                </c:pt>
                <c:pt idx="10266">
                  <c:v>11.065850000000006</c:v>
                </c:pt>
                <c:pt idx="10267">
                  <c:v>10.344940000000001</c:v>
                </c:pt>
                <c:pt idx="10268">
                  <c:v>9.8879200000000012</c:v>
                </c:pt>
                <c:pt idx="10269">
                  <c:v>9.50169</c:v>
                </c:pt>
                <c:pt idx="10270">
                  <c:v>8.8835400000000124</c:v>
                </c:pt>
                <c:pt idx="10271">
                  <c:v>8.42516</c:v>
                </c:pt>
                <c:pt idx="10272">
                  <c:v>8.2226600000000012</c:v>
                </c:pt>
                <c:pt idx="10273">
                  <c:v>8.1315100000000005</c:v>
                </c:pt>
                <c:pt idx="10274">
                  <c:v>8.2600500000000014</c:v>
                </c:pt>
                <c:pt idx="10275">
                  <c:v>8.4820200000000003</c:v>
                </c:pt>
                <c:pt idx="10276">
                  <c:v>8.4423600000000008</c:v>
                </c:pt>
                <c:pt idx="10277">
                  <c:v>8.1133199999999999</c:v>
                </c:pt>
                <c:pt idx="10278">
                  <c:v>7.7387899999999998</c:v>
                </c:pt>
                <c:pt idx="10279">
                  <c:v>7.5438200000000002</c:v>
                </c:pt>
                <c:pt idx="10280">
                  <c:v>7.6533600000000002</c:v>
                </c:pt>
                <c:pt idx="10281">
                  <c:v>7.7597500000000004</c:v>
                </c:pt>
                <c:pt idx="10282">
                  <c:v>7.7425799999999985</c:v>
                </c:pt>
                <c:pt idx="10283">
                  <c:v>7.8551299999999955</c:v>
                </c:pt>
                <c:pt idx="10284">
                  <c:v>8.2544900000000005</c:v>
                </c:pt>
                <c:pt idx="10285">
                  <c:v>8.75854</c:v>
                </c:pt>
                <c:pt idx="10286">
                  <c:v>9.1305800000000001</c:v>
                </c:pt>
                <c:pt idx="10287">
                  <c:v>9.654910000000001</c:v>
                </c:pt>
                <c:pt idx="10288">
                  <c:v>10.1767</c:v>
                </c:pt>
                <c:pt idx="10289">
                  <c:v>10.071960000000001</c:v>
                </c:pt>
                <c:pt idx="10290">
                  <c:v>9.6279800000000009</c:v>
                </c:pt>
                <c:pt idx="10291">
                  <c:v>9.3179500000000015</c:v>
                </c:pt>
                <c:pt idx="10292">
                  <c:v>9.2978299999999994</c:v>
                </c:pt>
                <c:pt idx="10293">
                  <c:v>9.4297800000000027</c:v>
                </c:pt>
                <c:pt idx="10294">
                  <c:v>9.6703900000000012</c:v>
                </c:pt>
                <c:pt idx="10295">
                  <c:v>9.7012099999999997</c:v>
                </c:pt>
                <c:pt idx="10296">
                  <c:v>9.6197600000000012</c:v>
                </c:pt>
                <c:pt idx="10297">
                  <c:v>9.6671700000000005</c:v>
                </c:pt>
                <c:pt idx="10298">
                  <c:v>9.7537300000000027</c:v>
                </c:pt>
                <c:pt idx="10299">
                  <c:v>9.9039100000000015</c:v>
                </c:pt>
                <c:pt idx="10300">
                  <c:v>10.352200000000011</c:v>
                </c:pt>
                <c:pt idx="10301">
                  <c:v>11.05725</c:v>
                </c:pt>
                <c:pt idx="10302">
                  <c:v>11.70862</c:v>
                </c:pt>
                <c:pt idx="10303">
                  <c:v>12.121329999999999</c:v>
                </c:pt>
                <c:pt idx="10304">
                  <c:v>12.51848</c:v>
                </c:pt>
                <c:pt idx="10305">
                  <c:v>13.043140000000001</c:v>
                </c:pt>
                <c:pt idx="10306">
                  <c:v>13.399790000000012</c:v>
                </c:pt>
                <c:pt idx="10307">
                  <c:v>13.4298</c:v>
                </c:pt>
                <c:pt idx="10308">
                  <c:v>13.64185</c:v>
                </c:pt>
                <c:pt idx="10309">
                  <c:v>13.70966</c:v>
                </c:pt>
                <c:pt idx="10310">
                  <c:v>13.53027</c:v>
                </c:pt>
                <c:pt idx="10311">
                  <c:v>13.43971</c:v>
                </c:pt>
                <c:pt idx="10312">
                  <c:v>13.63982</c:v>
                </c:pt>
                <c:pt idx="10313">
                  <c:v>13.27683</c:v>
                </c:pt>
                <c:pt idx="10314">
                  <c:v>11.672940000000002</c:v>
                </c:pt>
                <c:pt idx="10315">
                  <c:v>10.73945</c:v>
                </c:pt>
                <c:pt idx="10316">
                  <c:v>11.02295</c:v>
                </c:pt>
                <c:pt idx="10317">
                  <c:v>11.349490000000012</c:v>
                </c:pt>
                <c:pt idx="10318">
                  <c:v>11.879240000000006</c:v>
                </c:pt>
                <c:pt idx="10319">
                  <c:v>12.184530000000002</c:v>
                </c:pt>
                <c:pt idx="10320">
                  <c:v>11.898860000000001</c:v>
                </c:pt>
                <c:pt idx="10321">
                  <c:v>11.038540000000001</c:v>
                </c:pt>
                <c:pt idx="10322">
                  <c:v>10.84559000000001</c:v>
                </c:pt>
                <c:pt idx="10323">
                  <c:v>11.17127</c:v>
                </c:pt>
                <c:pt idx="10324">
                  <c:v>11.628069999999999</c:v>
                </c:pt>
                <c:pt idx="10325">
                  <c:v>11.902540000000011</c:v>
                </c:pt>
                <c:pt idx="10326">
                  <c:v>12.26219</c:v>
                </c:pt>
                <c:pt idx="10327">
                  <c:v>12.704800000000001</c:v>
                </c:pt>
                <c:pt idx="10328">
                  <c:v>13.067910000000001</c:v>
                </c:pt>
                <c:pt idx="10329">
                  <c:v>13.4184</c:v>
                </c:pt>
                <c:pt idx="10330">
                  <c:v>13.63851</c:v>
                </c:pt>
                <c:pt idx="10331">
                  <c:v>13.869830000000011</c:v>
                </c:pt>
                <c:pt idx="10332">
                  <c:v>13.732250000000001</c:v>
                </c:pt>
                <c:pt idx="10333">
                  <c:v>13.556140000000006</c:v>
                </c:pt>
                <c:pt idx="10334">
                  <c:v>13.7142</c:v>
                </c:pt>
                <c:pt idx="10335">
                  <c:v>13.754150000000001</c:v>
                </c:pt>
                <c:pt idx="10336">
                  <c:v>13.952840000000011</c:v>
                </c:pt>
                <c:pt idx="10337">
                  <c:v>14.28107</c:v>
                </c:pt>
                <c:pt idx="10338">
                  <c:v>14.491210000000001</c:v>
                </c:pt>
                <c:pt idx="10339">
                  <c:v>14.70238</c:v>
                </c:pt>
                <c:pt idx="10340">
                  <c:v>14.97282</c:v>
                </c:pt>
                <c:pt idx="10341">
                  <c:v>15.217890000000001</c:v>
                </c:pt>
                <c:pt idx="10342">
                  <c:v>15.39062</c:v>
                </c:pt>
                <c:pt idx="10343">
                  <c:v>15.568570000000001</c:v>
                </c:pt>
                <c:pt idx="10344">
                  <c:v>15.309190000000006</c:v>
                </c:pt>
                <c:pt idx="10345">
                  <c:v>15.136240000000001</c:v>
                </c:pt>
                <c:pt idx="10346">
                  <c:v>15.396230000000006</c:v>
                </c:pt>
                <c:pt idx="10347">
                  <c:v>15.342640000000006</c:v>
                </c:pt>
                <c:pt idx="10348">
                  <c:v>15.43477</c:v>
                </c:pt>
                <c:pt idx="10349">
                  <c:v>15.940910000000001</c:v>
                </c:pt>
                <c:pt idx="10350">
                  <c:v>16.564070000000001</c:v>
                </c:pt>
                <c:pt idx="10351">
                  <c:v>17.140699999999974</c:v>
                </c:pt>
                <c:pt idx="10352">
                  <c:v>17.361460000000001</c:v>
                </c:pt>
                <c:pt idx="10353">
                  <c:v>17.32891</c:v>
                </c:pt>
                <c:pt idx="10354">
                  <c:v>17.36593999999997</c:v>
                </c:pt>
                <c:pt idx="10355">
                  <c:v>17.413270000000001</c:v>
                </c:pt>
                <c:pt idx="10356">
                  <c:v>17.661850000000033</c:v>
                </c:pt>
                <c:pt idx="10357">
                  <c:v>18.303129999999989</c:v>
                </c:pt>
                <c:pt idx="10358">
                  <c:v>19.083119999999973</c:v>
                </c:pt>
                <c:pt idx="10359">
                  <c:v>19.610270000000021</c:v>
                </c:pt>
                <c:pt idx="10360">
                  <c:v>19.978219999999968</c:v>
                </c:pt>
                <c:pt idx="10361">
                  <c:v>20.21143</c:v>
                </c:pt>
                <c:pt idx="10362">
                  <c:v>20.041309999999989</c:v>
                </c:pt>
                <c:pt idx="10363">
                  <c:v>19.948149999999952</c:v>
                </c:pt>
                <c:pt idx="10364">
                  <c:v>20.106480000000001</c:v>
                </c:pt>
                <c:pt idx="10365">
                  <c:v>19.809670000000001</c:v>
                </c:pt>
                <c:pt idx="10366">
                  <c:v>19.212429999999973</c:v>
                </c:pt>
                <c:pt idx="10367">
                  <c:v>19.0839</c:v>
                </c:pt>
                <c:pt idx="10368">
                  <c:v>19.36983</c:v>
                </c:pt>
                <c:pt idx="10369">
                  <c:v>19.703600000000002</c:v>
                </c:pt>
                <c:pt idx="10370">
                  <c:v>19.71979</c:v>
                </c:pt>
                <c:pt idx="10371">
                  <c:v>19.806979999999999</c:v>
                </c:pt>
                <c:pt idx="10372">
                  <c:v>20.087499999999974</c:v>
                </c:pt>
                <c:pt idx="10373">
                  <c:v>20.28105</c:v>
                </c:pt>
                <c:pt idx="10374">
                  <c:v>20.436910000000001</c:v>
                </c:pt>
                <c:pt idx="10375">
                  <c:v>20.714510000000001</c:v>
                </c:pt>
                <c:pt idx="10376">
                  <c:v>21.131209999999999</c:v>
                </c:pt>
                <c:pt idx="10377">
                  <c:v>21.273769999999974</c:v>
                </c:pt>
                <c:pt idx="10378">
                  <c:v>20.962299999999956</c:v>
                </c:pt>
                <c:pt idx="10379">
                  <c:v>20.53604</c:v>
                </c:pt>
                <c:pt idx="10380">
                  <c:v>20.315390000000001</c:v>
                </c:pt>
                <c:pt idx="10381">
                  <c:v>20.560679999999973</c:v>
                </c:pt>
                <c:pt idx="10382">
                  <c:v>21.16743</c:v>
                </c:pt>
                <c:pt idx="10383">
                  <c:v>21.65673</c:v>
                </c:pt>
                <c:pt idx="10384">
                  <c:v>21.836690000000001</c:v>
                </c:pt>
                <c:pt idx="10385">
                  <c:v>21.949329999999971</c:v>
                </c:pt>
                <c:pt idx="10386">
                  <c:v>22.082129999999957</c:v>
                </c:pt>
                <c:pt idx="10387">
                  <c:v>22.085609999999956</c:v>
                </c:pt>
                <c:pt idx="10388">
                  <c:v>21.738739999999975</c:v>
                </c:pt>
                <c:pt idx="10389">
                  <c:v>21.508539999999975</c:v>
                </c:pt>
                <c:pt idx="10390">
                  <c:v>21.666860000000021</c:v>
                </c:pt>
                <c:pt idx="10391">
                  <c:v>21.974729999999973</c:v>
                </c:pt>
                <c:pt idx="10392">
                  <c:v>22.472559999999973</c:v>
                </c:pt>
                <c:pt idx="10393">
                  <c:v>22.999980000000001</c:v>
                </c:pt>
                <c:pt idx="10394">
                  <c:v>23.230840000000001</c:v>
                </c:pt>
                <c:pt idx="10395">
                  <c:v>23.218619999999973</c:v>
                </c:pt>
                <c:pt idx="10396">
                  <c:v>23.143699999999974</c:v>
                </c:pt>
                <c:pt idx="10397">
                  <c:v>22.673200000000001</c:v>
                </c:pt>
                <c:pt idx="10398">
                  <c:v>22.053000000000001</c:v>
                </c:pt>
                <c:pt idx="10399">
                  <c:v>22.056010000000001</c:v>
                </c:pt>
                <c:pt idx="10400">
                  <c:v>22.260339999999957</c:v>
                </c:pt>
                <c:pt idx="10401">
                  <c:v>22.007709999999989</c:v>
                </c:pt>
                <c:pt idx="10402">
                  <c:v>21.957260000000005</c:v>
                </c:pt>
                <c:pt idx="10403">
                  <c:v>21.8047</c:v>
                </c:pt>
                <c:pt idx="10404">
                  <c:v>21.551159999999999</c:v>
                </c:pt>
                <c:pt idx="10405">
                  <c:v>21.887060000000005</c:v>
                </c:pt>
                <c:pt idx="10406">
                  <c:v>22.627980000000033</c:v>
                </c:pt>
                <c:pt idx="10407">
                  <c:v>23.45016</c:v>
                </c:pt>
                <c:pt idx="10408">
                  <c:v>24.32733</c:v>
                </c:pt>
                <c:pt idx="10409">
                  <c:v>25.001519999999989</c:v>
                </c:pt>
                <c:pt idx="10410">
                  <c:v>25.481689999999972</c:v>
                </c:pt>
                <c:pt idx="10411">
                  <c:v>25.70082</c:v>
                </c:pt>
                <c:pt idx="10412">
                  <c:v>25.697250000000022</c:v>
                </c:pt>
                <c:pt idx="10413">
                  <c:v>25.32245</c:v>
                </c:pt>
                <c:pt idx="10414">
                  <c:v>24.924859999999999</c:v>
                </c:pt>
                <c:pt idx="10415">
                  <c:v>24.70091</c:v>
                </c:pt>
                <c:pt idx="10416">
                  <c:v>24.534079999999999</c:v>
                </c:pt>
                <c:pt idx="10417">
                  <c:v>24.588059999999974</c:v>
                </c:pt>
                <c:pt idx="10418">
                  <c:v>24.814880000000034</c:v>
                </c:pt>
                <c:pt idx="10419">
                  <c:v>25.101410000000001</c:v>
                </c:pt>
                <c:pt idx="10420">
                  <c:v>25.200279999999989</c:v>
                </c:pt>
                <c:pt idx="10421">
                  <c:v>25.169250000000005</c:v>
                </c:pt>
                <c:pt idx="10422">
                  <c:v>25.300940000000001</c:v>
                </c:pt>
                <c:pt idx="10423">
                  <c:v>25.036259999999999</c:v>
                </c:pt>
                <c:pt idx="10424">
                  <c:v>24.409729999999964</c:v>
                </c:pt>
                <c:pt idx="10425">
                  <c:v>23.85313</c:v>
                </c:pt>
                <c:pt idx="10426">
                  <c:v>23.296239999999973</c:v>
                </c:pt>
                <c:pt idx="10427">
                  <c:v>23.23179</c:v>
                </c:pt>
                <c:pt idx="10428">
                  <c:v>23.58318999999997</c:v>
                </c:pt>
                <c:pt idx="10429">
                  <c:v>23.91454999999997</c:v>
                </c:pt>
                <c:pt idx="10430">
                  <c:v>24.318180000000005</c:v>
                </c:pt>
                <c:pt idx="10431">
                  <c:v>24.707090000000001</c:v>
                </c:pt>
                <c:pt idx="10432">
                  <c:v>25.058729999999972</c:v>
                </c:pt>
                <c:pt idx="10433">
                  <c:v>25.102620000000002</c:v>
                </c:pt>
                <c:pt idx="10434">
                  <c:v>25.074439999999989</c:v>
                </c:pt>
                <c:pt idx="10435">
                  <c:v>24.961870000000001</c:v>
                </c:pt>
                <c:pt idx="10436">
                  <c:v>24.833050000000021</c:v>
                </c:pt>
                <c:pt idx="10437">
                  <c:v>24.88128</c:v>
                </c:pt>
                <c:pt idx="10438">
                  <c:v>25.002779999999973</c:v>
                </c:pt>
                <c:pt idx="10439">
                  <c:v>25.022019999999973</c:v>
                </c:pt>
                <c:pt idx="10440">
                  <c:v>24.976759999999974</c:v>
                </c:pt>
                <c:pt idx="10441">
                  <c:v>25.104550000000021</c:v>
                </c:pt>
                <c:pt idx="10442">
                  <c:v>25.568419999999964</c:v>
                </c:pt>
                <c:pt idx="10443">
                  <c:v>26.317499999999999</c:v>
                </c:pt>
                <c:pt idx="10444">
                  <c:v>27.060519999999968</c:v>
                </c:pt>
                <c:pt idx="10445">
                  <c:v>27.564539999999973</c:v>
                </c:pt>
                <c:pt idx="10446">
                  <c:v>27.813210000000005</c:v>
                </c:pt>
                <c:pt idx="10447">
                  <c:v>27.774180000000001</c:v>
                </c:pt>
                <c:pt idx="10448">
                  <c:v>27.73366</c:v>
                </c:pt>
                <c:pt idx="10449">
                  <c:v>27.745239999999956</c:v>
                </c:pt>
                <c:pt idx="10450">
                  <c:v>27.754280000000001</c:v>
                </c:pt>
                <c:pt idx="10451">
                  <c:v>27.317650000000022</c:v>
                </c:pt>
                <c:pt idx="10452">
                  <c:v>26.372339999999973</c:v>
                </c:pt>
                <c:pt idx="10453">
                  <c:v>25.570039999999974</c:v>
                </c:pt>
                <c:pt idx="10454">
                  <c:v>25.247739999999968</c:v>
                </c:pt>
                <c:pt idx="10455">
                  <c:v>24.717890000000022</c:v>
                </c:pt>
                <c:pt idx="10456">
                  <c:v>24.158470000000001</c:v>
                </c:pt>
                <c:pt idx="10457">
                  <c:v>23.674750000000021</c:v>
                </c:pt>
                <c:pt idx="10458">
                  <c:v>22.876000000000001</c:v>
                </c:pt>
                <c:pt idx="10459">
                  <c:v>22.634280000000022</c:v>
                </c:pt>
                <c:pt idx="10460">
                  <c:v>22.908989999999989</c:v>
                </c:pt>
                <c:pt idx="10461">
                  <c:v>23.098539999999975</c:v>
                </c:pt>
                <c:pt idx="10462">
                  <c:v>23.261669999999974</c:v>
                </c:pt>
                <c:pt idx="10463">
                  <c:v>23.512629999999973</c:v>
                </c:pt>
                <c:pt idx="10464">
                  <c:v>23.33813</c:v>
                </c:pt>
                <c:pt idx="10465">
                  <c:v>22.839110000000005</c:v>
                </c:pt>
                <c:pt idx="10466">
                  <c:v>22.656590000000001</c:v>
                </c:pt>
                <c:pt idx="10467">
                  <c:v>22.284960000000005</c:v>
                </c:pt>
                <c:pt idx="10468">
                  <c:v>22.015139999999974</c:v>
                </c:pt>
                <c:pt idx="10469">
                  <c:v>22.285909999999973</c:v>
                </c:pt>
                <c:pt idx="10470">
                  <c:v>22.904119999999974</c:v>
                </c:pt>
                <c:pt idx="10471">
                  <c:v>23.259209999999989</c:v>
                </c:pt>
                <c:pt idx="10472">
                  <c:v>23.18655</c:v>
                </c:pt>
                <c:pt idx="10473">
                  <c:v>23.145150000000001</c:v>
                </c:pt>
                <c:pt idx="10474">
                  <c:v>23.029050000000005</c:v>
                </c:pt>
                <c:pt idx="10475">
                  <c:v>22.668759999999974</c:v>
                </c:pt>
                <c:pt idx="10476">
                  <c:v>22.432419999999972</c:v>
                </c:pt>
                <c:pt idx="10477">
                  <c:v>22.552900000000001</c:v>
                </c:pt>
                <c:pt idx="10478">
                  <c:v>22.471910000000001</c:v>
                </c:pt>
                <c:pt idx="10479">
                  <c:v>22.085369999999973</c:v>
                </c:pt>
                <c:pt idx="10480">
                  <c:v>21.655889999999999</c:v>
                </c:pt>
                <c:pt idx="10481">
                  <c:v>21.38123999999997</c:v>
                </c:pt>
                <c:pt idx="10482">
                  <c:v>21.180070000000001</c:v>
                </c:pt>
                <c:pt idx="10483">
                  <c:v>20.991019999999974</c:v>
                </c:pt>
                <c:pt idx="10484">
                  <c:v>20.889759999999974</c:v>
                </c:pt>
                <c:pt idx="10485">
                  <c:v>21.00346</c:v>
                </c:pt>
                <c:pt idx="10486">
                  <c:v>21.140989999999999</c:v>
                </c:pt>
                <c:pt idx="10487">
                  <c:v>21.130320000000001</c:v>
                </c:pt>
                <c:pt idx="10488">
                  <c:v>21.047920000000001</c:v>
                </c:pt>
                <c:pt idx="10489">
                  <c:v>20.975479999999973</c:v>
                </c:pt>
                <c:pt idx="10490">
                  <c:v>20.940379999999973</c:v>
                </c:pt>
                <c:pt idx="10491">
                  <c:v>21.033359999999988</c:v>
                </c:pt>
                <c:pt idx="10492">
                  <c:v>21.179189999999988</c:v>
                </c:pt>
                <c:pt idx="10493">
                  <c:v>21.375129999999974</c:v>
                </c:pt>
                <c:pt idx="10494">
                  <c:v>21.331119999999999</c:v>
                </c:pt>
                <c:pt idx="10495">
                  <c:v>21.047940000000001</c:v>
                </c:pt>
                <c:pt idx="10496">
                  <c:v>20.654710000000001</c:v>
                </c:pt>
                <c:pt idx="10497">
                  <c:v>20.238529999999972</c:v>
                </c:pt>
                <c:pt idx="10498">
                  <c:v>19.975709999999957</c:v>
                </c:pt>
                <c:pt idx="10499">
                  <c:v>19.93713</c:v>
                </c:pt>
                <c:pt idx="10500">
                  <c:v>19.849589999999989</c:v>
                </c:pt>
                <c:pt idx="10501">
                  <c:v>19.784739999999957</c:v>
                </c:pt>
                <c:pt idx="10502">
                  <c:v>19.75516</c:v>
                </c:pt>
                <c:pt idx="10503">
                  <c:v>19.595929999999989</c:v>
                </c:pt>
                <c:pt idx="10504">
                  <c:v>19.338640000000002</c:v>
                </c:pt>
                <c:pt idx="10505">
                  <c:v>19.065509999999971</c:v>
                </c:pt>
                <c:pt idx="10506">
                  <c:v>18.901060000000001</c:v>
                </c:pt>
                <c:pt idx="10507">
                  <c:v>18.898869999999999</c:v>
                </c:pt>
                <c:pt idx="10508">
                  <c:v>18.890709999999974</c:v>
                </c:pt>
                <c:pt idx="10509">
                  <c:v>18.826599999999978</c:v>
                </c:pt>
                <c:pt idx="10510">
                  <c:v>18.440309999999968</c:v>
                </c:pt>
                <c:pt idx="10511">
                  <c:v>18.219090000000001</c:v>
                </c:pt>
                <c:pt idx="10512">
                  <c:v>18.309080000000005</c:v>
                </c:pt>
                <c:pt idx="10513">
                  <c:v>18.501880000000021</c:v>
                </c:pt>
                <c:pt idx="10514">
                  <c:v>18.796749999999957</c:v>
                </c:pt>
                <c:pt idx="10515">
                  <c:v>18.383409999999973</c:v>
                </c:pt>
                <c:pt idx="10516">
                  <c:v>17.558199999999989</c:v>
                </c:pt>
                <c:pt idx="10517">
                  <c:v>16.793569999999974</c:v>
                </c:pt>
                <c:pt idx="10518">
                  <c:v>16.081419999999973</c:v>
                </c:pt>
                <c:pt idx="10519">
                  <c:v>15.481870000000001</c:v>
                </c:pt>
                <c:pt idx="10520">
                  <c:v>15.117840000000001</c:v>
                </c:pt>
                <c:pt idx="10521">
                  <c:v>14.813330000000002</c:v>
                </c:pt>
                <c:pt idx="10522">
                  <c:v>14.896980000000006</c:v>
                </c:pt>
                <c:pt idx="10523">
                  <c:v>15.149700000000001</c:v>
                </c:pt>
                <c:pt idx="10524">
                  <c:v>14.92512</c:v>
                </c:pt>
                <c:pt idx="10525">
                  <c:v>14.588420000000001</c:v>
                </c:pt>
                <c:pt idx="10526">
                  <c:v>14.378400000000006</c:v>
                </c:pt>
                <c:pt idx="10527">
                  <c:v>14.34839</c:v>
                </c:pt>
                <c:pt idx="10528">
                  <c:v>14.52947</c:v>
                </c:pt>
                <c:pt idx="10529">
                  <c:v>14.71088</c:v>
                </c:pt>
                <c:pt idx="10530">
                  <c:v>14.839430000000011</c:v>
                </c:pt>
                <c:pt idx="10531">
                  <c:v>15.04373</c:v>
                </c:pt>
                <c:pt idx="10532">
                  <c:v>15.2698</c:v>
                </c:pt>
                <c:pt idx="10533">
                  <c:v>15.41025</c:v>
                </c:pt>
                <c:pt idx="10534">
                  <c:v>15.528280000000001</c:v>
                </c:pt>
                <c:pt idx="10535">
                  <c:v>15.452180000000011</c:v>
                </c:pt>
                <c:pt idx="10536">
                  <c:v>15.22381</c:v>
                </c:pt>
                <c:pt idx="10537">
                  <c:v>14.949630000000004</c:v>
                </c:pt>
                <c:pt idx="10538">
                  <c:v>14.660400000000006</c:v>
                </c:pt>
                <c:pt idx="10539">
                  <c:v>14.45853000000001</c:v>
                </c:pt>
                <c:pt idx="10540">
                  <c:v>14.285440000000012</c:v>
                </c:pt>
                <c:pt idx="10541">
                  <c:v>14.24921</c:v>
                </c:pt>
                <c:pt idx="10542">
                  <c:v>13.84806</c:v>
                </c:pt>
                <c:pt idx="10543">
                  <c:v>13.3241</c:v>
                </c:pt>
                <c:pt idx="10544">
                  <c:v>13.02149</c:v>
                </c:pt>
                <c:pt idx="10545">
                  <c:v>12.560030000000006</c:v>
                </c:pt>
                <c:pt idx="10546">
                  <c:v>11.93403</c:v>
                </c:pt>
                <c:pt idx="10547">
                  <c:v>11.44572</c:v>
                </c:pt>
                <c:pt idx="10548">
                  <c:v>11.11171</c:v>
                </c:pt>
                <c:pt idx="10549">
                  <c:v>11.097150000000001</c:v>
                </c:pt>
                <c:pt idx="10550">
                  <c:v>11.58766</c:v>
                </c:pt>
                <c:pt idx="10551">
                  <c:v>12.154400000000004</c:v>
                </c:pt>
                <c:pt idx="10552">
                  <c:v>12.478730000000002</c:v>
                </c:pt>
                <c:pt idx="10553">
                  <c:v>12.794930000000001</c:v>
                </c:pt>
                <c:pt idx="10554">
                  <c:v>12.78139</c:v>
                </c:pt>
                <c:pt idx="10555">
                  <c:v>12.066370000000001</c:v>
                </c:pt>
                <c:pt idx="10556">
                  <c:v>11.42304</c:v>
                </c:pt>
                <c:pt idx="10557">
                  <c:v>11.2674</c:v>
                </c:pt>
                <c:pt idx="10558">
                  <c:v>11.30691</c:v>
                </c:pt>
                <c:pt idx="10559">
                  <c:v>11.737229999999998</c:v>
                </c:pt>
                <c:pt idx="10560">
                  <c:v>12.126670000000001</c:v>
                </c:pt>
                <c:pt idx="10561">
                  <c:v>12.312670000000002</c:v>
                </c:pt>
                <c:pt idx="10562">
                  <c:v>12.13735</c:v>
                </c:pt>
                <c:pt idx="10563">
                  <c:v>11.772490000000012</c:v>
                </c:pt>
                <c:pt idx="10564">
                  <c:v>11.57663000000001</c:v>
                </c:pt>
                <c:pt idx="10565">
                  <c:v>11.632850000000001</c:v>
                </c:pt>
                <c:pt idx="10566">
                  <c:v>11.845180000000004</c:v>
                </c:pt>
                <c:pt idx="10567">
                  <c:v>11.937670000000001</c:v>
                </c:pt>
                <c:pt idx="10568">
                  <c:v>11.875770000000006</c:v>
                </c:pt>
                <c:pt idx="10569">
                  <c:v>11.559800000000006</c:v>
                </c:pt>
                <c:pt idx="10570">
                  <c:v>11.360890000000012</c:v>
                </c:pt>
                <c:pt idx="10571">
                  <c:v>11.763950000000001</c:v>
                </c:pt>
                <c:pt idx="10572">
                  <c:v>11.572240000000004</c:v>
                </c:pt>
                <c:pt idx="10573">
                  <c:v>10.37387</c:v>
                </c:pt>
                <c:pt idx="10574">
                  <c:v>9.4615300000000104</c:v>
                </c:pt>
                <c:pt idx="10575">
                  <c:v>9.2174600000000009</c:v>
                </c:pt>
                <c:pt idx="10576">
                  <c:v>9.2616000000000014</c:v>
                </c:pt>
                <c:pt idx="10577">
                  <c:v>9.3820500000000067</c:v>
                </c:pt>
                <c:pt idx="10578">
                  <c:v>9.5831800000000005</c:v>
                </c:pt>
                <c:pt idx="10579">
                  <c:v>9.8133400000000002</c:v>
                </c:pt>
                <c:pt idx="10580">
                  <c:v>9.843020000000001</c:v>
                </c:pt>
                <c:pt idx="10581">
                  <c:v>9.63856</c:v>
                </c:pt>
                <c:pt idx="10582">
                  <c:v>9.4367900000000002</c:v>
                </c:pt>
                <c:pt idx="10583">
                  <c:v>9.44848</c:v>
                </c:pt>
                <c:pt idx="10584">
                  <c:v>9.663310000000001</c:v>
                </c:pt>
                <c:pt idx="10585">
                  <c:v>9.8837700000000002</c:v>
                </c:pt>
                <c:pt idx="10586">
                  <c:v>9.8868800000000068</c:v>
                </c:pt>
                <c:pt idx="10587">
                  <c:v>9.76708</c:v>
                </c:pt>
                <c:pt idx="10588">
                  <c:v>9.6436000000000011</c:v>
                </c:pt>
                <c:pt idx="10589">
                  <c:v>8.7410199999999971</c:v>
                </c:pt>
                <c:pt idx="10590">
                  <c:v>7.4922599999999999</c:v>
                </c:pt>
                <c:pt idx="10591">
                  <c:v>6.93581</c:v>
                </c:pt>
                <c:pt idx="10592">
                  <c:v>6.9985600000000003</c:v>
                </c:pt>
                <c:pt idx="10593">
                  <c:v>7.3274599999999941</c:v>
                </c:pt>
                <c:pt idx="10594">
                  <c:v>7.7973299999999997</c:v>
                </c:pt>
                <c:pt idx="10595">
                  <c:v>8.2849799999999991</c:v>
                </c:pt>
                <c:pt idx="10596">
                  <c:v>8.6847300000000001</c:v>
                </c:pt>
                <c:pt idx="10597">
                  <c:v>8.7739200000000004</c:v>
                </c:pt>
                <c:pt idx="10598">
                  <c:v>8.6327100000000012</c:v>
                </c:pt>
                <c:pt idx="10599">
                  <c:v>8.4561600000000006</c:v>
                </c:pt>
                <c:pt idx="10600">
                  <c:v>8.3122700000000016</c:v>
                </c:pt>
                <c:pt idx="10601">
                  <c:v>8.2879299999999994</c:v>
                </c:pt>
                <c:pt idx="10602">
                  <c:v>8.4899300000000046</c:v>
                </c:pt>
                <c:pt idx="10603">
                  <c:v>8.5721800000000048</c:v>
                </c:pt>
                <c:pt idx="10604">
                  <c:v>8.4798200000000001</c:v>
                </c:pt>
                <c:pt idx="10605">
                  <c:v>8.5940500000000011</c:v>
                </c:pt>
                <c:pt idx="10606">
                  <c:v>8.7554700000000008</c:v>
                </c:pt>
                <c:pt idx="10607">
                  <c:v>8.7439</c:v>
                </c:pt>
                <c:pt idx="10608">
                  <c:v>8.7480799999999999</c:v>
                </c:pt>
                <c:pt idx="10609">
                  <c:v>8.8207900000000006</c:v>
                </c:pt>
                <c:pt idx="10610">
                  <c:v>8.8583400000000001</c:v>
                </c:pt>
                <c:pt idx="10611">
                  <c:v>8.7490799999999993</c:v>
                </c:pt>
                <c:pt idx="10612">
                  <c:v>8.5812200000000001</c:v>
                </c:pt>
                <c:pt idx="10613">
                  <c:v>8.3770900000000008</c:v>
                </c:pt>
                <c:pt idx="10614">
                  <c:v>8.2516500000000015</c:v>
                </c:pt>
                <c:pt idx="10615">
                  <c:v>8.2408000000000001</c:v>
                </c:pt>
                <c:pt idx="10616">
                  <c:v>8.2993299999999994</c:v>
                </c:pt>
                <c:pt idx="10617">
                  <c:v>8.4987700000000004</c:v>
                </c:pt>
                <c:pt idx="10618">
                  <c:v>8.8811100000000014</c:v>
                </c:pt>
                <c:pt idx="10619">
                  <c:v>9.2494600000000009</c:v>
                </c:pt>
                <c:pt idx="10620">
                  <c:v>9.5303500000000003</c:v>
                </c:pt>
                <c:pt idx="10621">
                  <c:v>9.8669100000000007</c:v>
                </c:pt>
                <c:pt idx="10622">
                  <c:v>10.17464</c:v>
                </c:pt>
                <c:pt idx="10623">
                  <c:v>10.42952</c:v>
                </c:pt>
                <c:pt idx="10624">
                  <c:v>10.465780000000018</c:v>
                </c:pt>
                <c:pt idx="10625">
                  <c:v>10.422740000000006</c:v>
                </c:pt>
                <c:pt idx="10626">
                  <c:v>10.346730000000004</c:v>
                </c:pt>
                <c:pt idx="10627">
                  <c:v>9.9740200000000012</c:v>
                </c:pt>
                <c:pt idx="10628">
                  <c:v>9.5143299999999993</c:v>
                </c:pt>
                <c:pt idx="10629">
                  <c:v>9.2362099999999998</c:v>
                </c:pt>
                <c:pt idx="10630">
                  <c:v>9.1724100000000028</c:v>
                </c:pt>
                <c:pt idx="10631">
                  <c:v>9.1467799999999997</c:v>
                </c:pt>
                <c:pt idx="10632">
                  <c:v>9.3245100000000001</c:v>
                </c:pt>
                <c:pt idx="10633">
                  <c:v>9.7467600000000001</c:v>
                </c:pt>
                <c:pt idx="10634">
                  <c:v>10.053610000000004</c:v>
                </c:pt>
                <c:pt idx="10635">
                  <c:v>10.09206</c:v>
                </c:pt>
                <c:pt idx="10636">
                  <c:v>10.312860000000002</c:v>
                </c:pt>
                <c:pt idx="10637">
                  <c:v>10.58483</c:v>
                </c:pt>
                <c:pt idx="10638">
                  <c:v>10.26524</c:v>
                </c:pt>
                <c:pt idx="10639">
                  <c:v>9.5392500000000009</c:v>
                </c:pt>
                <c:pt idx="10640">
                  <c:v>9.0559700000000003</c:v>
                </c:pt>
                <c:pt idx="10641">
                  <c:v>9.1365200000000009</c:v>
                </c:pt>
                <c:pt idx="10642">
                  <c:v>9.5269400000000015</c:v>
                </c:pt>
                <c:pt idx="10643">
                  <c:v>10.07391</c:v>
                </c:pt>
                <c:pt idx="10644">
                  <c:v>10.55071</c:v>
                </c:pt>
                <c:pt idx="10645">
                  <c:v>10.554540000000006</c:v>
                </c:pt>
                <c:pt idx="10646">
                  <c:v>10.391820000000001</c:v>
                </c:pt>
                <c:pt idx="10647">
                  <c:v>10.44154</c:v>
                </c:pt>
                <c:pt idx="10648">
                  <c:v>10.762740000000004</c:v>
                </c:pt>
                <c:pt idx="10649">
                  <c:v>10.8649</c:v>
                </c:pt>
                <c:pt idx="10650">
                  <c:v>10.652190000000004</c:v>
                </c:pt>
                <c:pt idx="10651">
                  <c:v>10.36924000000001</c:v>
                </c:pt>
                <c:pt idx="10652">
                  <c:v>10.453630000000015</c:v>
                </c:pt>
                <c:pt idx="10653">
                  <c:v>10.6434</c:v>
                </c:pt>
                <c:pt idx="10654">
                  <c:v>10.88433</c:v>
                </c:pt>
                <c:pt idx="10655">
                  <c:v>11.184710000000001</c:v>
                </c:pt>
                <c:pt idx="10656">
                  <c:v>11.369630000000019</c:v>
                </c:pt>
                <c:pt idx="10657">
                  <c:v>11.6357</c:v>
                </c:pt>
                <c:pt idx="10658">
                  <c:v>11.514520000000001</c:v>
                </c:pt>
                <c:pt idx="10659">
                  <c:v>11.060180000000004</c:v>
                </c:pt>
                <c:pt idx="10660">
                  <c:v>10.980170000000001</c:v>
                </c:pt>
                <c:pt idx="10661">
                  <c:v>11.20538</c:v>
                </c:pt>
                <c:pt idx="10662">
                  <c:v>11.804600000000002</c:v>
                </c:pt>
                <c:pt idx="10663">
                  <c:v>12.20809</c:v>
                </c:pt>
                <c:pt idx="10664">
                  <c:v>11.981350000000001</c:v>
                </c:pt>
                <c:pt idx="10665">
                  <c:v>11.61796</c:v>
                </c:pt>
                <c:pt idx="10666">
                  <c:v>11.65985</c:v>
                </c:pt>
                <c:pt idx="10667">
                  <c:v>11.99906</c:v>
                </c:pt>
                <c:pt idx="10668">
                  <c:v>12.487220000000001</c:v>
                </c:pt>
                <c:pt idx="10669">
                  <c:v>13.20246</c:v>
                </c:pt>
                <c:pt idx="10670">
                  <c:v>13.671340000000001</c:v>
                </c:pt>
                <c:pt idx="10671">
                  <c:v>13.41968000000001</c:v>
                </c:pt>
                <c:pt idx="10672">
                  <c:v>12.565900000000006</c:v>
                </c:pt>
                <c:pt idx="10673">
                  <c:v>12.00822</c:v>
                </c:pt>
                <c:pt idx="10674">
                  <c:v>12.052050000000012</c:v>
                </c:pt>
                <c:pt idx="10675">
                  <c:v>12.412930000000006</c:v>
                </c:pt>
                <c:pt idx="10676">
                  <c:v>12.76572</c:v>
                </c:pt>
                <c:pt idx="10677">
                  <c:v>13.01779</c:v>
                </c:pt>
                <c:pt idx="10678">
                  <c:v>13.39448000000001</c:v>
                </c:pt>
                <c:pt idx="10679">
                  <c:v>13.714169999999999</c:v>
                </c:pt>
                <c:pt idx="10680">
                  <c:v>13.621500000000001</c:v>
                </c:pt>
                <c:pt idx="10681">
                  <c:v>13.071020000000001</c:v>
                </c:pt>
                <c:pt idx="10682">
                  <c:v>12.60577</c:v>
                </c:pt>
                <c:pt idx="10683">
                  <c:v>12.394600000000002</c:v>
                </c:pt>
                <c:pt idx="10684">
                  <c:v>12.329130000000006</c:v>
                </c:pt>
                <c:pt idx="10685">
                  <c:v>12.652950000000002</c:v>
                </c:pt>
                <c:pt idx="10686">
                  <c:v>13.44477</c:v>
                </c:pt>
                <c:pt idx="10687">
                  <c:v>14.28248000000001</c:v>
                </c:pt>
                <c:pt idx="10688">
                  <c:v>14.8032</c:v>
                </c:pt>
                <c:pt idx="10689">
                  <c:v>15.09226</c:v>
                </c:pt>
                <c:pt idx="10690">
                  <c:v>15.56903000000001</c:v>
                </c:pt>
                <c:pt idx="10691">
                  <c:v>16.270719999999972</c:v>
                </c:pt>
                <c:pt idx="10692">
                  <c:v>17.006779999999978</c:v>
                </c:pt>
                <c:pt idx="10693">
                  <c:v>17.596299999999989</c:v>
                </c:pt>
                <c:pt idx="10694">
                  <c:v>17.845439999999975</c:v>
                </c:pt>
                <c:pt idx="10695">
                  <c:v>17.906269999999989</c:v>
                </c:pt>
                <c:pt idx="10696">
                  <c:v>18.011469999999999</c:v>
                </c:pt>
                <c:pt idx="10697">
                  <c:v>18.19538</c:v>
                </c:pt>
                <c:pt idx="10698">
                  <c:v>18.18556999999997</c:v>
                </c:pt>
                <c:pt idx="10699">
                  <c:v>17.982509999999955</c:v>
                </c:pt>
                <c:pt idx="10700">
                  <c:v>17.891110000000001</c:v>
                </c:pt>
                <c:pt idx="10701">
                  <c:v>17.907430000000002</c:v>
                </c:pt>
                <c:pt idx="10702">
                  <c:v>17.941880000000001</c:v>
                </c:pt>
                <c:pt idx="10703">
                  <c:v>17.998850000000001</c:v>
                </c:pt>
                <c:pt idx="10704">
                  <c:v>18.011579999999999</c:v>
                </c:pt>
                <c:pt idx="10705">
                  <c:v>18.097329999999989</c:v>
                </c:pt>
                <c:pt idx="10706">
                  <c:v>18.341480000000001</c:v>
                </c:pt>
                <c:pt idx="10707">
                  <c:v>18.588830000000002</c:v>
                </c:pt>
                <c:pt idx="10708">
                  <c:v>18.42308999999997</c:v>
                </c:pt>
                <c:pt idx="10709">
                  <c:v>18.079219999999989</c:v>
                </c:pt>
                <c:pt idx="10710">
                  <c:v>17.916960000000021</c:v>
                </c:pt>
                <c:pt idx="10711">
                  <c:v>17.45919</c:v>
                </c:pt>
                <c:pt idx="10712">
                  <c:v>16.706859999999999</c:v>
                </c:pt>
                <c:pt idx="10713">
                  <c:v>16.50423</c:v>
                </c:pt>
                <c:pt idx="10714">
                  <c:v>16.797080000000001</c:v>
                </c:pt>
                <c:pt idx="10715">
                  <c:v>16.958689999999972</c:v>
                </c:pt>
                <c:pt idx="10716">
                  <c:v>16.821950000000033</c:v>
                </c:pt>
                <c:pt idx="10717">
                  <c:v>16.769919999999974</c:v>
                </c:pt>
                <c:pt idx="10718">
                  <c:v>16.714079999999999</c:v>
                </c:pt>
                <c:pt idx="10719">
                  <c:v>16.839020000000001</c:v>
                </c:pt>
                <c:pt idx="10720">
                  <c:v>16.964659999999974</c:v>
                </c:pt>
                <c:pt idx="10721">
                  <c:v>16.99806999999997</c:v>
                </c:pt>
                <c:pt idx="10722">
                  <c:v>17.352409999999974</c:v>
                </c:pt>
                <c:pt idx="10723">
                  <c:v>17.940860000000001</c:v>
                </c:pt>
                <c:pt idx="10724">
                  <c:v>18.39714</c:v>
                </c:pt>
                <c:pt idx="10725">
                  <c:v>18.616879999999998</c:v>
                </c:pt>
                <c:pt idx="10726">
                  <c:v>18.479030000000002</c:v>
                </c:pt>
                <c:pt idx="10727">
                  <c:v>18.192240000000002</c:v>
                </c:pt>
                <c:pt idx="10728">
                  <c:v>17.902749999999958</c:v>
                </c:pt>
                <c:pt idx="10729">
                  <c:v>17.92177999999997</c:v>
                </c:pt>
                <c:pt idx="10730">
                  <c:v>18.248609999999957</c:v>
                </c:pt>
                <c:pt idx="10731">
                  <c:v>18.64836</c:v>
                </c:pt>
                <c:pt idx="10732">
                  <c:v>19.00056</c:v>
                </c:pt>
                <c:pt idx="10733">
                  <c:v>19.19673999999997</c:v>
                </c:pt>
                <c:pt idx="10734">
                  <c:v>19.379819999999999</c:v>
                </c:pt>
                <c:pt idx="10735">
                  <c:v>19.695850000000021</c:v>
                </c:pt>
                <c:pt idx="10736">
                  <c:v>20.19933</c:v>
                </c:pt>
                <c:pt idx="10737">
                  <c:v>20.321880000000021</c:v>
                </c:pt>
                <c:pt idx="10738">
                  <c:v>20.103079999999999</c:v>
                </c:pt>
                <c:pt idx="10739">
                  <c:v>20.124649999999974</c:v>
                </c:pt>
                <c:pt idx="10740">
                  <c:v>20.297850000000022</c:v>
                </c:pt>
                <c:pt idx="10741">
                  <c:v>19.912179999999989</c:v>
                </c:pt>
                <c:pt idx="10742">
                  <c:v>19.462379999999964</c:v>
                </c:pt>
                <c:pt idx="10743">
                  <c:v>19.474810000000005</c:v>
                </c:pt>
                <c:pt idx="10744">
                  <c:v>19.738669999999974</c:v>
                </c:pt>
                <c:pt idx="10745">
                  <c:v>20.263660000000002</c:v>
                </c:pt>
                <c:pt idx="10746">
                  <c:v>21.023489999999974</c:v>
                </c:pt>
                <c:pt idx="10747">
                  <c:v>21.835930000000001</c:v>
                </c:pt>
                <c:pt idx="10748">
                  <c:v>22.560219999999973</c:v>
                </c:pt>
                <c:pt idx="10749">
                  <c:v>22.96897999999997</c:v>
                </c:pt>
                <c:pt idx="10750">
                  <c:v>23.073440000000002</c:v>
                </c:pt>
                <c:pt idx="10751">
                  <c:v>22.935739999999956</c:v>
                </c:pt>
                <c:pt idx="10752">
                  <c:v>22.8794</c:v>
                </c:pt>
                <c:pt idx="10753">
                  <c:v>23.003979999999999</c:v>
                </c:pt>
                <c:pt idx="10754">
                  <c:v>23.02312999999997</c:v>
                </c:pt>
                <c:pt idx="10755">
                  <c:v>23.175270000000001</c:v>
                </c:pt>
                <c:pt idx="10756">
                  <c:v>23.749139999999972</c:v>
                </c:pt>
                <c:pt idx="10757">
                  <c:v>24.42116</c:v>
                </c:pt>
                <c:pt idx="10758">
                  <c:v>25.064900000000005</c:v>
                </c:pt>
                <c:pt idx="10759">
                  <c:v>25.611709999999999</c:v>
                </c:pt>
                <c:pt idx="10760">
                  <c:v>25.798829999999974</c:v>
                </c:pt>
                <c:pt idx="10761">
                  <c:v>25.591760000000001</c:v>
                </c:pt>
                <c:pt idx="10762">
                  <c:v>25.17568</c:v>
                </c:pt>
                <c:pt idx="10763">
                  <c:v>24.970210000000002</c:v>
                </c:pt>
                <c:pt idx="10764">
                  <c:v>24.95635</c:v>
                </c:pt>
                <c:pt idx="10765">
                  <c:v>25.078299999999974</c:v>
                </c:pt>
                <c:pt idx="10766">
                  <c:v>25.248319999999964</c:v>
                </c:pt>
                <c:pt idx="10767">
                  <c:v>25.12555</c:v>
                </c:pt>
                <c:pt idx="10768">
                  <c:v>24.997339999999973</c:v>
                </c:pt>
                <c:pt idx="10769">
                  <c:v>25.08768999999997</c:v>
                </c:pt>
                <c:pt idx="10770">
                  <c:v>25.381340000000002</c:v>
                </c:pt>
                <c:pt idx="10771">
                  <c:v>25.858850000000022</c:v>
                </c:pt>
                <c:pt idx="10772">
                  <c:v>26.359739999999974</c:v>
                </c:pt>
                <c:pt idx="10773">
                  <c:v>26.596820000000001</c:v>
                </c:pt>
                <c:pt idx="10774">
                  <c:v>26.510439999999978</c:v>
                </c:pt>
                <c:pt idx="10775">
                  <c:v>26.41375</c:v>
                </c:pt>
                <c:pt idx="10776">
                  <c:v>26.480489999999964</c:v>
                </c:pt>
                <c:pt idx="10777">
                  <c:v>26.686859999999999</c:v>
                </c:pt>
                <c:pt idx="10778">
                  <c:v>26.43656</c:v>
                </c:pt>
                <c:pt idx="10779">
                  <c:v>25.894819999999999</c:v>
                </c:pt>
                <c:pt idx="10780">
                  <c:v>25.314810000000033</c:v>
                </c:pt>
                <c:pt idx="10781">
                  <c:v>24.865779999999972</c:v>
                </c:pt>
                <c:pt idx="10782">
                  <c:v>24.780489999999968</c:v>
                </c:pt>
                <c:pt idx="10783">
                  <c:v>24.826309999999989</c:v>
                </c:pt>
                <c:pt idx="10784">
                  <c:v>24.821090000000005</c:v>
                </c:pt>
                <c:pt idx="10785">
                  <c:v>24.832339999999974</c:v>
                </c:pt>
                <c:pt idx="10786">
                  <c:v>25.075619999999972</c:v>
                </c:pt>
                <c:pt idx="10787">
                  <c:v>25.463549999999959</c:v>
                </c:pt>
                <c:pt idx="10788">
                  <c:v>25.678080000000001</c:v>
                </c:pt>
                <c:pt idx="10789">
                  <c:v>25.59103</c:v>
                </c:pt>
                <c:pt idx="10790">
                  <c:v>25.473469999999974</c:v>
                </c:pt>
                <c:pt idx="10791">
                  <c:v>25.457889999999999</c:v>
                </c:pt>
                <c:pt idx="10792">
                  <c:v>25.233850000000022</c:v>
                </c:pt>
                <c:pt idx="10793">
                  <c:v>25.051220000000001</c:v>
                </c:pt>
                <c:pt idx="10794">
                  <c:v>25.219519999999989</c:v>
                </c:pt>
                <c:pt idx="10795">
                  <c:v>25.240480000000002</c:v>
                </c:pt>
                <c:pt idx="10796">
                  <c:v>25.238139999999973</c:v>
                </c:pt>
                <c:pt idx="10797">
                  <c:v>25.504989999999999</c:v>
                </c:pt>
                <c:pt idx="10798">
                  <c:v>25.832960000000021</c:v>
                </c:pt>
                <c:pt idx="10799">
                  <c:v>26.14162</c:v>
                </c:pt>
                <c:pt idx="10800">
                  <c:v>26.493639999999957</c:v>
                </c:pt>
                <c:pt idx="10801">
                  <c:v>26.3217</c:v>
                </c:pt>
                <c:pt idx="10802">
                  <c:v>25.830449999999974</c:v>
                </c:pt>
                <c:pt idx="10803">
                  <c:v>25.575690000000002</c:v>
                </c:pt>
                <c:pt idx="10804">
                  <c:v>25.320509999999974</c:v>
                </c:pt>
                <c:pt idx="10805">
                  <c:v>24.604610000000001</c:v>
                </c:pt>
                <c:pt idx="10806">
                  <c:v>24.027049999999978</c:v>
                </c:pt>
                <c:pt idx="10807">
                  <c:v>24.085899999999974</c:v>
                </c:pt>
                <c:pt idx="10808">
                  <c:v>24.43449</c:v>
                </c:pt>
                <c:pt idx="10809">
                  <c:v>24.794180000000001</c:v>
                </c:pt>
                <c:pt idx="10810">
                  <c:v>25.091889999999999</c:v>
                </c:pt>
                <c:pt idx="10811">
                  <c:v>25.50647</c:v>
                </c:pt>
                <c:pt idx="10812">
                  <c:v>26.041879999999999</c:v>
                </c:pt>
                <c:pt idx="10813">
                  <c:v>26.607450000000021</c:v>
                </c:pt>
                <c:pt idx="10814">
                  <c:v>26.177199999999999</c:v>
                </c:pt>
                <c:pt idx="10815">
                  <c:v>25.64958</c:v>
                </c:pt>
                <c:pt idx="10816">
                  <c:v>25.88739</c:v>
                </c:pt>
                <c:pt idx="10817">
                  <c:v>25.715170000000001</c:v>
                </c:pt>
                <c:pt idx="10818">
                  <c:v>25.446549999999952</c:v>
                </c:pt>
                <c:pt idx="10819">
                  <c:v>25.408679999999972</c:v>
                </c:pt>
                <c:pt idx="10820">
                  <c:v>25.350829999999988</c:v>
                </c:pt>
                <c:pt idx="10821">
                  <c:v>25.44782</c:v>
                </c:pt>
                <c:pt idx="10822">
                  <c:v>25.621230000000001</c:v>
                </c:pt>
                <c:pt idx="10823">
                  <c:v>25.750029999999974</c:v>
                </c:pt>
                <c:pt idx="10824">
                  <c:v>25.96116</c:v>
                </c:pt>
                <c:pt idx="10825">
                  <c:v>26.360910000000001</c:v>
                </c:pt>
                <c:pt idx="10826">
                  <c:v>26.85542999999997</c:v>
                </c:pt>
                <c:pt idx="10827">
                  <c:v>27.246549999999957</c:v>
                </c:pt>
                <c:pt idx="10828">
                  <c:v>27.299699999999973</c:v>
                </c:pt>
                <c:pt idx="10829">
                  <c:v>26.817350000000033</c:v>
                </c:pt>
                <c:pt idx="10830">
                  <c:v>26.363949999999978</c:v>
                </c:pt>
                <c:pt idx="10831">
                  <c:v>25.79449</c:v>
                </c:pt>
                <c:pt idx="10832">
                  <c:v>25.031310000000001</c:v>
                </c:pt>
                <c:pt idx="10833">
                  <c:v>24.560659999999974</c:v>
                </c:pt>
                <c:pt idx="10834">
                  <c:v>24.495830000000002</c:v>
                </c:pt>
                <c:pt idx="10835">
                  <c:v>24.730319999999974</c:v>
                </c:pt>
                <c:pt idx="10836">
                  <c:v>24.871300000000005</c:v>
                </c:pt>
                <c:pt idx="10837">
                  <c:v>24.868960000000001</c:v>
                </c:pt>
                <c:pt idx="10838">
                  <c:v>24.932209999999973</c:v>
                </c:pt>
                <c:pt idx="10839">
                  <c:v>25.134810000000037</c:v>
                </c:pt>
                <c:pt idx="10840">
                  <c:v>25.3874</c:v>
                </c:pt>
                <c:pt idx="10841">
                  <c:v>25.55847</c:v>
                </c:pt>
                <c:pt idx="10842">
                  <c:v>25.599299999999989</c:v>
                </c:pt>
                <c:pt idx="10843">
                  <c:v>25.363399999999974</c:v>
                </c:pt>
                <c:pt idx="10844">
                  <c:v>24.347110000000001</c:v>
                </c:pt>
                <c:pt idx="10845">
                  <c:v>23.493129999999972</c:v>
                </c:pt>
                <c:pt idx="10846">
                  <c:v>23.18731</c:v>
                </c:pt>
                <c:pt idx="10847">
                  <c:v>22.612369999999999</c:v>
                </c:pt>
                <c:pt idx="10848">
                  <c:v>22.120329999999989</c:v>
                </c:pt>
                <c:pt idx="10849">
                  <c:v>22.069519999999972</c:v>
                </c:pt>
                <c:pt idx="10850">
                  <c:v>22.25538999999997</c:v>
                </c:pt>
                <c:pt idx="10851">
                  <c:v>22.47635</c:v>
                </c:pt>
                <c:pt idx="10852">
                  <c:v>22.622160000000001</c:v>
                </c:pt>
                <c:pt idx="10853">
                  <c:v>22.510819999999999</c:v>
                </c:pt>
                <c:pt idx="10854">
                  <c:v>22.00666</c:v>
                </c:pt>
                <c:pt idx="10855">
                  <c:v>21.417339999999989</c:v>
                </c:pt>
                <c:pt idx="10856">
                  <c:v>21.204429999999974</c:v>
                </c:pt>
                <c:pt idx="10857">
                  <c:v>21.34712</c:v>
                </c:pt>
                <c:pt idx="10858">
                  <c:v>21.482949999999956</c:v>
                </c:pt>
                <c:pt idx="10859">
                  <c:v>21.46998</c:v>
                </c:pt>
                <c:pt idx="10860">
                  <c:v>21.35557</c:v>
                </c:pt>
                <c:pt idx="10861">
                  <c:v>21.234639999999974</c:v>
                </c:pt>
                <c:pt idx="10862">
                  <c:v>21.163830000000001</c:v>
                </c:pt>
                <c:pt idx="10863">
                  <c:v>20.840389999999989</c:v>
                </c:pt>
                <c:pt idx="10864">
                  <c:v>20.574809999999999</c:v>
                </c:pt>
                <c:pt idx="10865">
                  <c:v>20.552709999999973</c:v>
                </c:pt>
                <c:pt idx="10866">
                  <c:v>20.871410000000001</c:v>
                </c:pt>
                <c:pt idx="10867">
                  <c:v>21.341249999999974</c:v>
                </c:pt>
                <c:pt idx="10868">
                  <c:v>20.868409999999972</c:v>
                </c:pt>
                <c:pt idx="10869">
                  <c:v>20.128439999999973</c:v>
                </c:pt>
                <c:pt idx="10870">
                  <c:v>19.826889999999999</c:v>
                </c:pt>
                <c:pt idx="10871">
                  <c:v>19.847760000000001</c:v>
                </c:pt>
                <c:pt idx="10872">
                  <c:v>20.194089999999999</c:v>
                </c:pt>
                <c:pt idx="10873">
                  <c:v>20.633240000000001</c:v>
                </c:pt>
                <c:pt idx="10874">
                  <c:v>21.026859999999999</c:v>
                </c:pt>
                <c:pt idx="10875">
                  <c:v>21.294789999999974</c:v>
                </c:pt>
                <c:pt idx="10876">
                  <c:v>21.224209999999989</c:v>
                </c:pt>
                <c:pt idx="10877">
                  <c:v>20.592319999999972</c:v>
                </c:pt>
                <c:pt idx="10878">
                  <c:v>19.749619999999968</c:v>
                </c:pt>
                <c:pt idx="10879">
                  <c:v>19.23452</c:v>
                </c:pt>
                <c:pt idx="10880">
                  <c:v>19.109529999999989</c:v>
                </c:pt>
                <c:pt idx="10881">
                  <c:v>19.172070000000001</c:v>
                </c:pt>
                <c:pt idx="10882">
                  <c:v>19.194830000000021</c:v>
                </c:pt>
                <c:pt idx="10883">
                  <c:v>19.155190000000001</c:v>
                </c:pt>
                <c:pt idx="10884">
                  <c:v>18.781980000000001</c:v>
                </c:pt>
                <c:pt idx="10885">
                  <c:v>17.922499999999957</c:v>
                </c:pt>
                <c:pt idx="10886">
                  <c:v>17.050139999999974</c:v>
                </c:pt>
                <c:pt idx="10887">
                  <c:v>16.460539999999959</c:v>
                </c:pt>
                <c:pt idx="10888">
                  <c:v>16.200869999999988</c:v>
                </c:pt>
                <c:pt idx="10889">
                  <c:v>16.236160000000005</c:v>
                </c:pt>
                <c:pt idx="10890">
                  <c:v>16.451029999999989</c:v>
                </c:pt>
                <c:pt idx="10891">
                  <c:v>16.779119999999974</c:v>
                </c:pt>
                <c:pt idx="10892">
                  <c:v>17.06907</c:v>
                </c:pt>
                <c:pt idx="10893">
                  <c:v>17.298629999999957</c:v>
                </c:pt>
                <c:pt idx="10894">
                  <c:v>17.371410000000001</c:v>
                </c:pt>
                <c:pt idx="10895">
                  <c:v>16.865709999999975</c:v>
                </c:pt>
                <c:pt idx="10896">
                  <c:v>16.043239999999972</c:v>
                </c:pt>
                <c:pt idx="10897">
                  <c:v>15.36322</c:v>
                </c:pt>
                <c:pt idx="10898">
                  <c:v>14.875660000000011</c:v>
                </c:pt>
                <c:pt idx="10899">
                  <c:v>14.6677</c:v>
                </c:pt>
                <c:pt idx="10900">
                  <c:v>14.50642</c:v>
                </c:pt>
                <c:pt idx="10901">
                  <c:v>14.06903000000001</c:v>
                </c:pt>
                <c:pt idx="10902">
                  <c:v>13.80763000000001</c:v>
                </c:pt>
                <c:pt idx="10903">
                  <c:v>13.59192</c:v>
                </c:pt>
                <c:pt idx="10904">
                  <c:v>13.473680000000011</c:v>
                </c:pt>
                <c:pt idx="10905">
                  <c:v>13.6877</c:v>
                </c:pt>
                <c:pt idx="10906">
                  <c:v>14.182920000000001</c:v>
                </c:pt>
                <c:pt idx="10907">
                  <c:v>14.83141</c:v>
                </c:pt>
                <c:pt idx="10908">
                  <c:v>15.323220000000001</c:v>
                </c:pt>
                <c:pt idx="10909">
                  <c:v>15.67663000000001</c:v>
                </c:pt>
                <c:pt idx="10910">
                  <c:v>15.763350000000001</c:v>
                </c:pt>
                <c:pt idx="10911">
                  <c:v>15.70781</c:v>
                </c:pt>
                <c:pt idx="10912">
                  <c:v>15.86825</c:v>
                </c:pt>
                <c:pt idx="10913">
                  <c:v>16.044779999999989</c:v>
                </c:pt>
                <c:pt idx="10914">
                  <c:v>16.26981</c:v>
                </c:pt>
                <c:pt idx="10915">
                  <c:v>16.49286</c:v>
                </c:pt>
                <c:pt idx="10916">
                  <c:v>16.574800000000021</c:v>
                </c:pt>
                <c:pt idx="10917">
                  <c:v>16.556870000000021</c:v>
                </c:pt>
                <c:pt idx="10918">
                  <c:v>16.54392</c:v>
                </c:pt>
                <c:pt idx="10919">
                  <c:v>16.514550000000021</c:v>
                </c:pt>
                <c:pt idx="10920">
                  <c:v>16.258509999999973</c:v>
                </c:pt>
                <c:pt idx="10921">
                  <c:v>15.61242</c:v>
                </c:pt>
                <c:pt idx="10922">
                  <c:v>14.459060000000004</c:v>
                </c:pt>
                <c:pt idx="10923">
                  <c:v>13.202200000000001</c:v>
                </c:pt>
                <c:pt idx="10924">
                  <c:v>12.2811</c:v>
                </c:pt>
                <c:pt idx="10925">
                  <c:v>11.67004</c:v>
                </c:pt>
                <c:pt idx="10926">
                  <c:v>11.374080000000006</c:v>
                </c:pt>
                <c:pt idx="10927">
                  <c:v>11.16356</c:v>
                </c:pt>
                <c:pt idx="10928">
                  <c:v>11.253490000000006</c:v>
                </c:pt>
                <c:pt idx="10929">
                  <c:v>11.58657</c:v>
                </c:pt>
                <c:pt idx="10930">
                  <c:v>11.544460000000001</c:v>
                </c:pt>
                <c:pt idx="10931">
                  <c:v>11.055100000000012</c:v>
                </c:pt>
                <c:pt idx="10932">
                  <c:v>10.47071</c:v>
                </c:pt>
                <c:pt idx="10933">
                  <c:v>9.9327100000000002</c:v>
                </c:pt>
                <c:pt idx="10934">
                  <c:v>9.7722700000000007</c:v>
                </c:pt>
                <c:pt idx="10935">
                  <c:v>10.043430000000004</c:v>
                </c:pt>
                <c:pt idx="10936">
                  <c:v>10.38198</c:v>
                </c:pt>
                <c:pt idx="10937">
                  <c:v>10.662460000000006</c:v>
                </c:pt>
                <c:pt idx="10938">
                  <c:v>10.911950000000001</c:v>
                </c:pt>
                <c:pt idx="10939">
                  <c:v>11.14649</c:v>
                </c:pt>
                <c:pt idx="10940">
                  <c:v>11.29557</c:v>
                </c:pt>
                <c:pt idx="10941">
                  <c:v>11.463630000000011</c:v>
                </c:pt>
                <c:pt idx="10942">
                  <c:v>11.391920000000001</c:v>
                </c:pt>
                <c:pt idx="10943">
                  <c:v>11.059670000000002</c:v>
                </c:pt>
                <c:pt idx="10944">
                  <c:v>10.523820000000001</c:v>
                </c:pt>
                <c:pt idx="10945">
                  <c:v>9.8417500000000011</c:v>
                </c:pt>
                <c:pt idx="10946">
                  <c:v>9.3777500000000007</c:v>
                </c:pt>
                <c:pt idx="10947">
                  <c:v>9.0809300000000004</c:v>
                </c:pt>
                <c:pt idx="10948">
                  <c:v>8.8766200000000008</c:v>
                </c:pt>
                <c:pt idx="10949">
                  <c:v>8.6009100000000007</c:v>
                </c:pt>
                <c:pt idx="10950">
                  <c:v>8.2600500000000014</c:v>
                </c:pt>
                <c:pt idx="10951">
                  <c:v>7.9756200000000064</c:v>
                </c:pt>
                <c:pt idx="10952">
                  <c:v>7.7717300000000034</c:v>
                </c:pt>
                <c:pt idx="10953">
                  <c:v>7.5926499999999999</c:v>
                </c:pt>
                <c:pt idx="10954">
                  <c:v>7.4877500000000001</c:v>
                </c:pt>
                <c:pt idx="10955">
                  <c:v>7.6312100000000003</c:v>
                </c:pt>
                <c:pt idx="10956">
                  <c:v>8.0637400000000028</c:v>
                </c:pt>
                <c:pt idx="10957">
                  <c:v>8.4864200000000007</c:v>
                </c:pt>
                <c:pt idx="10958">
                  <c:v>8.7951800000000002</c:v>
                </c:pt>
                <c:pt idx="10959">
                  <c:v>8.9930900000000005</c:v>
                </c:pt>
                <c:pt idx="10960">
                  <c:v>9.101700000000001</c:v>
                </c:pt>
                <c:pt idx="10961">
                  <c:v>9.1769500000000015</c:v>
                </c:pt>
                <c:pt idx="10962">
                  <c:v>9.1286299999999994</c:v>
                </c:pt>
                <c:pt idx="10963">
                  <c:v>9.1995000000000005</c:v>
                </c:pt>
                <c:pt idx="10964">
                  <c:v>9.4175300000000028</c:v>
                </c:pt>
                <c:pt idx="10965">
                  <c:v>9.7395000000000014</c:v>
                </c:pt>
                <c:pt idx="10966">
                  <c:v>10.168100000000001</c:v>
                </c:pt>
                <c:pt idx="10967">
                  <c:v>10.6175</c:v>
                </c:pt>
                <c:pt idx="10968">
                  <c:v>10.978580000000004</c:v>
                </c:pt>
                <c:pt idx="10969">
                  <c:v>11.01782</c:v>
                </c:pt>
                <c:pt idx="10970">
                  <c:v>10.640040000000001</c:v>
                </c:pt>
                <c:pt idx="10971">
                  <c:v>10.050130000000006</c:v>
                </c:pt>
                <c:pt idx="10972">
                  <c:v>9.2570500000000013</c:v>
                </c:pt>
                <c:pt idx="10973">
                  <c:v>8.3594200000000107</c:v>
                </c:pt>
                <c:pt idx="10974">
                  <c:v>7.8662999999999998</c:v>
                </c:pt>
                <c:pt idx="10975">
                  <c:v>8.0165900000000008</c:v>
                </c:pt>
                <c:pt idx="10976">
                  <c:v>8.4566500000000122</c:v>
                </c:pt>
                <c:pt idx="10977">
                  <c:v>8.2833900000000007</c:v>
                </c:pt>
                <c:pt idx="10978">
                  <c:v>7.8737199999999996</c:v>
                </c:pt>
                <c:pt idx="10979">
                  <c:v>7.7513000000000014</c:v>
                </c:pt>
                <c:pt idx="10980">
                  <c:v>7.8981899999999943</c:v>
                </c:pt>
                <c:pt idx="10981">
                  <c:v>7.8866100000000001</c:v>
                </c:pt>
                <c:pt idx="10982">
                  <c:v>7.6714799999999999</c:v>
                </c:pt>
                <c:pt idx="10983">
                  <c:v>7.3540099999999944</c:v>
                </c:pt>
                <c:pt idx="10984">
                  <c:v>7.0934699999999999</c:v>
                </c:pt>
                <c:pt idx="10985">
                  <c:v>6.9970099999999995</c:v>
                </c:pt>
                <c:pt idx="10986">
                  <c:v>7.0517599999999998</c:v>
                </c:pt>
                <c:pt idx="10987">
                  <c:v>7.1931199999999951</c:v>
                </c:pt>
                <c:pt idx="10988">
                  <c:v>7.3868200000000002</c:v>
                </c:pt>
                <c:pt idx="10989">
                  <c:v>7.4896700000000065</c:v>
                </c:pt>
                <c:pt idx="10990">
                  <c:v>7.6219799999999944</c:v>
                </c:pt>
                <c:pt idx="10991">
                  <c:v>8.1925900000000027</c:v>
                </c:pt>
                <c:pt idx="10992">
                  <c:v>8.8125600000000048</c:v>
                </c:pt>
                <c:pt idx="10993">
                  <c:v>8.9669600000000003</c:v>
                </c:pt>
                <c:pt idx="10994">
                  <c:v>8.9069700000000012</c:v>
                </c:pt>
                <c:pt idx="10995">
                  <c:v>8.8141200000000008</c:v>
                </c:pt>
                <c:pt idx="10996">
                  <c:v>8.7988900000000001</c:v>
                </c:pt>
                <c:pt idx="10997">
                  <c:v>8.8286200000000008</c:v>
                </c:pt>
                <c:pt idx="10998">
                  <c:v>8.5919900000000009</c:v>
                </c:pt>
                <c:pt idx="10999">
                  <c:v>8.4925700000000006</c:v>
                </c:pt>
                <c:pt idx="11000">
                  <c:v>8.3179800000000004</c:v>
                </c:pt>
                <c:pt idx="11001">
                  <c:v>8.3485700000000005</c:v>
                </c:pt>
                <c:pt idx="11002">
                  <c:v>8.4149100000000008</c:v>
                </c:pt>
                <c:pt idx="11003">
                  <c:v>8.3266000000000027</c:v>
                </c:pt>
                <c:pt idx="11004">
                  <c:v>8.3134300000000145</c:v>
                </c:pt>
                <c:pt idx="11005">
                  <c:v>8.2636400000000005</c:v>
                </c:pt>
                <c:pt idx="11006">
                  <c:v>8.1305500000000013</c:v>
                </c:pt>
                <c:pt idx="11007">
                  <c:v>8.2650800000000046</c:v>
                </c:pt>
                <c:pt idx="11008">
                  <c:v>8.6114300000000004</c:v>
                </c:pt>
                <c:pt idx="11009">
                  <c:v>8.4072200000000006</c:v>
                </c:pt>
                <c:pt idx="11010">
                  <c:v>7.9465000000000003</c:v>
                </c:pt>
                <c:pt idx="11011">
                  <c:v>7.4451200000000002</c:v>
                </c:pt>
                <c:pt idx="11012">
                  <c:v>6.9577900000000001</c:v>
                </c:pt>
                <c:pt idx="11013">
                  <c:v>6.8708400000000003</c:v>
                </c:pt>
                <c:pt idx="11014">
                  <c:v>6.9801900000000003</c:v>
                </c:pt>
                <c:pt idx="11015">
                  <c:v>7.1673699999999965</c:v>
                </c:pt>
                <c:pt idx="11016">
                  <c:v>7.0899099999999997</c:v>
                </c:pt>
                <c:pt idx="11017">
                  <c:v>6.9485799999999998</c:v>
                </c:pt>
                <c:pt idx="11018">
                  <c:v>7.2046099999999997</c:v>
                </c:pt>
                <c:pt idx="11019">
                  <c:v>7.8257499999999975</c:v>
                </c:pt>
                <c:pt idx="11020">
                  <c:v>8.4117200000000008</c:v>
                </c:pt>
                <c:pt idx="11021">
                  <c:v>8.6392100000000003</c:v>
                </c:pt>
                <c:pt idx="11022">
                  <c:v>8.4651200000000006</c:v>
                </c:pt>
                <c:pt idx="11023">
                  <c:v>8.2026300000000028</c:v>
                </c:pt>
                <c:pt idx="11024">
                  <c:v>8.01755</c:v>
                </c:pt>
                <c:pt idx="11025">
                  <c:v>7.8272299999999975</c:v>
                </c:pt>
                <c:pt idx="11026">
                  <c:v>8.1988000000000003</c:v>
                </c:pt>
                <c:pt idx="11027">
                  <c:v>9.0136300000000027</c:v>
                </c:pt>
                <c:pt idx="11028">
                  <c:v>9.9642300000000006</c:v>
                </c:pt>
                <c:pt idx="11029">
                  <c:v>10.475580000000019</c:v>
                </c:pt>
                <c:pt idx="11030">
                  <c:v>10.732620000000001</c:v>
                </c:pt>
                <c:pt idx="11031">
                  <c:v>11.13264</c:v>
                </c:pt>
                <c:pt idx="11032">
                  <c:v>11.401110000000001</c:v>
                </c:pt>
                <c:pt idx="11033">
                  <c:v>11.83175</c:v>
                </c:pt>
                <c:pt idx="11034">
                  <c:v>12.371310000000001</c:v>
                </c:pt>
                <c:pt idx="11035">
                  <c:v>12.462410000000011</c:v>
                </c:pt>
                <c:pt idx="11036">
                  <c:v>12.023870000000001</c:v>
                </c:pt>
                <c:pt idx="11037">
                  <c:v>11.64404</c:v>
                </c:pt>
                <c:pt idx="11038">
                  <c:v>12.09857</c:v>
                </c:pt>
                <c:pt idx="11039">
                  <c:v>12.98089</c:v>
                </c:pt>
                <c:pt idx="11040">
                  <c:v>13.728349999999999</c:v>
                </c:pt>
                <c:pt idx="11041">
                  <c:v>14.106120000000001</c:v>
                </c:pt>
                <c:pt idx="11042">
                  <c:v>14.37433</c:v>
                </c:pt>
                <c:pt idx="11043">
                  <c:v>14.63522</c:v>
                </c:pt>
                <c:pt idx="11044">
                  <c:v>14.817780000000004</c:v>
                </c:pt>
                <c:pt idx="11045">
                  <c:v>15.221819999999999</c:v>
                </c:pt>
                <c:pt idx="11046">
                  <c:v>15.611079999999999</c:v>
                </c:pt>
                <c:pt idx="11047">
                  <c:v>15.696440000000004</c:v>
                </c:pt>
                <c:pt idx="11048">
                  <c:v>15.725820000000001</c:v>
                </c:pt>
                <c:pt idx="11049">
                  <c:v>15.813270000000001</c:v>
                </c:pt>
                <c:pt idx="11050">
                  <c:v>15.96651000000001</c:v>
                </c:pt>
                <c:pt idx="11051">
                  <c:v>15.82437</c:v>
                </c:pt>
                <c:pt idx="11052">
                  <c:v>15.31916</c:v>
                </c:pt>
                <c:pt idx="11053">
                  <c:v>14.781460000000001</c:v>
                </c:pt>
                <c:pt idx="11054">
                  <c:v>14.505630000000011</c:v>
                </c:pt>
                <c:pt idx="11055">
                  <c:v>14.69204</c:v>
                </c:pt>
                <c:pt idx="11056">
                  <c:v>15.25202</c:v>
                </c:pt>
                <c:pt idx="11057">
                  <c:v>15.63969</c:v>
                </c:pt>
                <c:pt idx="11058">
                  <c:v>15.84278000000001</c:v>
                </c:pt>
                <c:pt idx="11059">
                  <c:v>15.59318</c:v>
                </c:pt>
                <c:pt idx="11060">
                  <c:v>14.45234000000001</c:v>
                </c:pt>
                <c:pt idx="11061">
                  <c:v>13.599500000000004</c:v>
                </c:pt>
                <c:pt idx="11062">
                  <c:v>13.625490000000006</c:v>
                </c:pt>
                <c:pt idx="11063">
                  <c:v>13.659430000000015</c:v>
                </c:pt>
                <c:pt idx="11064">
                  <c:v>12.968640000000002</c:v>
                </c:pt>
                <c:pt idx="11065">
                  <c:v>12.555590000000015</c:v>
                </c:pt>
                <c:pt idx="11066">
                  <c:v>12.84371</c:v>
                </c:pt>
                <c:pt idx="11067">
                  <c:v>13.41961</c:v>
                </c:pt>
                <c:pt idx="11068">
                  <c:v>13.88672</c:v>
                </c:pt>
                <c:pt idx="11069">
                  <c:v>13.974300000000001</c:v>
                </c:pt>
                <c:pt idx="11070">
                  <c:v>14.29416</c:v>
                </c:pt>
                <c:pt idx="11071">
                  <c:v>14.68365</c:v>
                </c:pt>
                <c:pt idx="11072">
                  <c:v>14.94117</c:v>
                </c:pt>
                <c:pt idx="11073">
                  <c:v>14.80153000000001</c:v>
                </c:pt>
                <c:pt idx="11074">
                  <c:v>14.724909999999999</c:v>
                </c:pt>
                <c:pt idx="11075">
                  <c:v>15.05095</c:v>
                </c:pt>
                <c:pt idx="11076">
                  <c:v>15.46096</c:v>
                </c:pt>
                <c:pt idx="11077">
                  <c:v>15.630319999999999</c:v>
                </c:pt>
                <c:pt idx="11078">
                  <c:v>15.71759</c:v>
                </c:pt>
                <c:pt idx="11079">
                  <c:v>15.96846</c:v>
                </c:pt>
                <c:pt idx="11080">
                  <c:v>16.399989999999999</c:v>
                </c:pt>
                <c:pt idx="11081">
                  <c:v>16.845509999999972</c:v>
                </c:pt>
                <c:pt idx="11082">
                  <c:v>16.856829999999999</c:v>
                </c:pt>
                <c:pt idx="11083">
                  <c:v>16.808499999999974</c:v>
                </c:pt>
                <c:pt idx="11084">
                  <c:v>16.929139999999968</c:v>
                </c:pt>
                <c:pt idx="11085">
                  <c:v>17.180859999999999</c:v>
                </c:pt>
                <c:pt idx="11086">
                  <c:v>17.463850000000001</c:v>
                </c:pt>
                <c:pt idx="11087">
                  <c:v>17.38166</c:v>
                </c:pt>
                <c:pt idx="11088">
                  <c:v>17.17672</c:v>
                </c:pt>
                <c:pt idx="11089">
                  <c:v>17.031970000000033</c:v>
                </c:pt>
                <c:pt idx="11090">
                  <c:v>17.102409999999974</c:v>
                </c:pt>
                <c:pt idx="11091">
                  <c:v>17.47738</c:v>
                </c:pt>
                <c:pt idx="11092">
                  <c:v>17.83942</c:v>
                </c:pt>
                <c:pt idx="11093">
                  <c:v>18.006180000000001</c:v>
                </c:pt>
                <c:pt idx="11094">
                  <c:v>17.988119999999952</c:v>
                </c:pt>
                <c:pt idx="11095">
                  <c:v>17.672329999999974</c:v>
                </c:pt>
                <c:pt idx="11096">
                  <c:v>17.598659999999974</c:v>
                </c:pt>
                <c:pt idx="11097">
                  <c:v>17.84911</c:v>
                </c:pt>
                <c:pt idx="11098">
                  <c:v>17.763139999999975</c:v>
                </c:pt>
                <c:pt idx="11099">
                  <c:v>17.914809999999999</c:v>
                </c:pt>
                <c:pt idx="11100">
                  <c:v>18.57079999999997</c:v>
                </c:pt>
                <c:pt idx="11101">
                  <c:v>19.116990000000033</c:v>
                </c:pt>
                <c:pt idx="11102">
                  <c:v>18.87811</c:v>
                </c:pt>
                <c:pt idx="11103">
                  <c:v>18.395350000000001</c:v>
                </c:pt>
                <c:pt idx="11104">
                  <c:v>18.000879999999999</c:v>
                </c:pt>
                <c:pt idx="11105">
                  <c:v>17.59093</c:v>
                </c:pt>
                <c:pt idx="11106">
                  <c:v>17.837080000000022</c:v>
                </c:pt>
                <c:pt idx="11107">
                  <c:v>18.34609</c:v>
                </c:pt>
                <c:pt idx="11108">
                  <c:v>18.682459999999974</c:v>
                </c:pt>
                <c:pt idx="11109">
                  <c:v>18.998719999999956</c:v>
                </c:pt>
                <c:pt idx="11110">
                  <c:v>19.037489999999988</c:v>
                </c:pt>
                <c:pt idx="11111">
                  <c:v>19.05829</c:v>
                </c:pt>
                <c:pt idx="11112">
                  <c:v>19.341470000000001</c:v>
                </c:pt>
                <c:pt idx="11113">
                  <c:v>19.456769999999974</c:v>
                </c:pt>
                <c:pt idx="11114">
                  <c:v>19.428289999999972</c:v>
                </c:pt>
                <c:pt idx="11115">
                  <c:v>19.48499</c:v>
                </c:pt>
                <c:pt idx="11116">
                  <c:v>19.761189999999978</c:v>
                </c:pt>
                <c:pt idx="11117">
                  <c:v>20.254750000000001</c:v>
                </c:pt>
                <c:pt idx="11118">
                  <c:v>20.68021999999997</c:v>
                </c:pt>
                <c:pt idx="11119">
                  <c:v>20.770399999999974</c:v>
                </c:pt>
                <c:pt idx="11120">
                  <c:v>20.733239999999974</c:v>
                </c:pt>
                <c:pt idx="11121">
                  <c:v>20.936539999999972</c:v>
                </c:pt>
                <c:pt idx="11122">
                  <c:v>21.221309999999974</c:v>
                </c:pt>
                <c:pt idx="11123">
                  <c:v>21.457159999999988</c:v>
                </c:pt>
                <c:pt idx="11124">
                  <c:v>21.594380000000001</c:v>
                </c:pt>
                <c:pt idx="11125">
                  <c:v>21.770900000000001</c:v>
                </c:pt>
                <c:pt idx="11126">
                  <c:v>22.118350000000021</c:v>
                </c:pt>
                <c:pt idx="11127">
                  <c:v>22.550850000000022</c:v>
                </c:pt>
                <c:pt idx="11128">
                  <c:v>22.833500000000001</c:v>
                </c:pt>
                <c:pt idx="11129">
                  <c:v>23.107650000000021</c:v>
                </c:pt>
                <c:pt idx="11130">
                  <c:v>23.55152</c:v>
                </c:pt>
                <c:pt idx="11131">
                  <c:v>23.961339999999975</c:v>
                </c:pt>
                <c:pt idx="11132">
                  <c:v>24.157250000000033</c:v>
                </c:pt>
                <c:pt idx="11133">
                  <c:v>24.25651999999997</c:v>
                </c:pt>
                <c:pt idx="11134">
                  <c:v>24.34347</c:v>
                </c:pt>
                <c:pt idx="11135">
                  <c:v>24.662870000000005</c:v>
                </c:pt>
                <c:pt idx="11136">
                  <c:v>25.081729999999968</c:v>
                </c:pt>
                <c:pt idx="11137">
                  <c:v>25.336829999999999</c:v>
                </c:pt>
                <c:pt idx="11138">
                  <c:v>25.202029999999972</c:v>
                </c:pt>
                <c:pt idx="11139">
                  <c:v>24.84967</c:v>
                </c:pt>
                <c:pt idx="11140">
                  <c:v>24.632919999999999</c:v>
                </c:pt>
                <c:pt idx="11141">
                  <c:v>24.590519999999973</c:v>
                </c:pt>
                <c:pt idx="11142">
                  <c:v>24.477539999999973</c:v>
                </c:pt>
                <c:pt idx="11143">
                  <c:v>24.3322</c:v>
                </c:pt>
                <c:pt idx="11144">
                  <c:v>24.516010000000001</c:v>
                </c:pt>
                <c:pt idx="11145">
                  <c:v>24.967219999999973</c:v>
                </c:pt>
                <c:pt idx="11146">
                  <c:v>25.383709999999972</c:v>
                </c:pt>
                <c:pt idx="11147">
                  <c:v>25.84337</c:v>
                </c:pt>
                <c:pt idx="11148">
                  <c:v>26.194610000000001</c:v>
                </c:pt>
                <c:pt idx="11149">
                  <c:v>26.39517</c:v>
                </c:pt>
                <c:pt idx="11150">
                  <c:v>26.582260000000002</c:v>
                </c:pt>
                <c:pt idx="11151">
                  <c:v>26.771339999999974</c:v>
                </c:pt>
                <c:pt idx="11152">
                  <c:v>27.062279999999973</c:v>
                </c:pt>
                <c:pt idx="11153">
                  <c:v>26.962489999999956</c:v>
                </c:pt>
                <c:pt idx="11154">
                  <c:v>26.352399999999989</c:v>
                </c:pt>
                <c:pt idx="11155">
                  <c:v>25.899619999999974</c:v>
                </c:pt>
                <c:pt idx="11156">
                  <c:v>25.73029</c:v>
                </c:pt>
                <c:pt idx="11157">
                  <c:v>25.48380999999997</c:v>
                </c:pt>
                <c:pt idx="11158">
                  <c:v>25.02947</c:v>
                </c:pt>
                <c:pt idx="11159">
                  <c:v>24.807179999999999</c:v>
                </c:pt>
                <c:pt idx="11160">
                  <c:v>25.019079999999999</c:v>
                </c:pt>
                <c:pt idx="11161">
                  <c:v>25.58794</c:v>
                </c:pt>
                <c:pt idx="11162">
                  <c:v>26.16611</c:v>
                </c:pt>
                <c:pt idx="11163">
                  <c:v>26.623830000000005</c:v>
                </c:pt>
                <c:pt idx="11164">
                  <c:v>27.141190000000005</c:v>
                </c:pt>
                <c:pt idx="11165">
                  <c:v>27.813189999999999</c:v>
                </c:pt>
                <c:pt idx="11166">
                  <c:v>28.359629999999989</c:v>
                </c:pt>
                <c:pt idx="11167">
                  <c:v>28.145980000000005</c:v>
                </c:pt>
                <c:pt idx="11168">
                  <c:v>27.39329</c:v>
                </c:pt>
                <c:pt idx="11169">
                  <c:v>26.773849999999989</c:v>
                </c:pt>
                <c:pt idx="11170">
                  <c:v>26.516380000000005</c:v>
                </c:pt>
                <c:pt idx="11171">
                  <c:v>26.398350000000001</c:v>
                </c:pt>
                <c:pt idx="11172">
                  <c:v>26.423529999999964</c:v>
                </c:pt>
                <c:pt idx="11173">
                  <c:v>26.736969999999999</c:v>
                </c:pt>
                <c:pt idx="11174">
                  <c:v>27.205100000000002</c:v>
                </c:pt>
                <c:pt idx="11175">
                  <c:v>27.674350000000022</c:v>
                </c:pt>
                <c:pt idx="11176">
                  <c:v>28.043030000000002</c:v>
                </c:pt>
                <c:pt idx="11177">
                  <c:v>28.23868999999997</c:v>
                </c:pt>
                <c:pt idx="11178">
                  <c:v>28.261419999999973</c:v>
                </c:pt>
                <c:pt idx="11179">
                  <c:v>27.894400000000001</c:v>
                </c:pt>
                <c:pt idx="11180">
                  <c:v>27.583139999999968</c:v>
                </c:pt>
                <c:pt idx="11181">
                  <c:v>27.575030000000002</c:v>
                </c:pt>
                <c:pt idx="11182">
                  <c:v>27.576830000000001</c:v>
                </c:pt>
                <c:pt idx="11183">
                  <c:v>27.67352</c:v>
                </c:pt>
                <c:pt idx="11184">
                  <c:v>27.64143</c:v>
                </c:pt>
                <c:pt idx="11185">
                  <c:v>27.23443</c:v>
                </c:pt>
                <c:pt idx="11186">
                  <c:v>26.716139999999989</c:v>
                </c:pt>
                <c:pt idx="11187">
                  <c:v>26.395320000000002</c:v>
                </c:pt>
                <c:pt idx="11188">
                  <c:v>26.408559999999973</c:v>
                </c:pt>
                <c:pt idx="11189">
                  <c:v>26.56183</c:v>
                </c:pt>
                <c:pt idx="11190">
                  <c:v>26.691890000000026</c:v>
                </c:pt>
                <c:pt idx="11191">
                  <c:v>26.90713999999997</c:v>
                </c:pt>
                <c:pt idx="11192">
                  <c:v>27.24635</c:v>
                </c:pt>
                <c:pt idx="11193">
                  <c:v>27.568319999999975</c:v>
                </c:pt>
                <c:pt idx="11194">
                  <c:v>27.842649999999956</c:v>
                </c:pt>
                <c:pt idx="11195">
                  <c:v>28.023250000000001</c:v>
                </c:pt>
                <c:pt idx="11196">
                  <c:v>27.42646999999997</c:v>
                </c:pt>
                <c:pt idx="11197">
                  <c:v>26.528339999999975</c:v>
                </c:pt>
                <c:pt idx="11198">
                  <c:v>25.886629999999968</c:v>
                </c:pt>
                <c:pt idx="11199">
                  <c:v>25.184290000000001</c:v>
                </c:pt>
                <c:pt idx="11200">
                  <c:v>24.57004999999997</c:v>
                </c:pt>
                <c:pt idx="11201">
                  <c:v>24.114640000000001</c:v>
                </c:pt>
                <c:pt idx="11202">
                  <c:v>23.883469999999978</c:v>
                </c:pt>
                <c:pt idx="11203">
                  <c:v>23.87632</c:v>
                </c:pt>
                <c:pt idx="11204">
                  <c:v>24.008239999999972</c:v>
                </c:pt>
                <c:pt idx="11205">
                  <c:v>24.111910000000037</c:v>
                </c:pt>
                <c:pt idx="11206">
                  <c:v>24.121900000000021</c:v>
                </c:pt>
                <c:pt idx="11207">
                  <c:v>24.132050000000021</c:v>
                </c:pt>
                <c:pt idx="11208">
                  <c:v>23.7514</c:v>
                </c:pt>
                <c:pt idx="11209">
                  <c:v>23.107769999999999</c:v>
                </c:pt>
                <c:pt idx="11210">
                  <c:v>22.284929999999989</c:v>
                </c:pt>
                <c:pt idx="11211">
                  <c:v>21.372619999999973</c:v>
                </c:pt>
                <c:pt idx="11212">
                  <c:v>20.764970000000005</c:v>
                </c:pt>
                <c:pt idx="11213">
                  <c:v>20.466539999999952</c:v>
                </c:pt>
                <c:pt idx="11214">
                  <c:v>20.520639999999968</c:v>
                </c:pt>
                <c:pt idx="11215">
                  <c:v>20.64865</c:v>
                </c:pt>
                <c:pt idx="11216">
                  <c:v>20.39546</c:v>
                </c:pt>
                <c:pt idx="11217">
                  <c:v>19.873850000000033</c:v>
                </c:pt>
                <c:pt idx="11218">
                  <c:v>19.64819</c:v>
                </c:pt>
                <c:pt idx="11219">
                  <c:v>19.663969999999999</c:v>
                </c:pt>
                <c:pt idx="11220">
                  <c:v>19.26388</c:v>
                </c:pt>
                <c:pt idx="11221">
                  <c:v>18.703900000000001</c:v>
                </c:pt>
                <c:pt idx="11222">
                  <c:v>18.410810000000001</c:v>
                </c:pt>
                <c:pt idx="11223">
                  <c:v>18.341980000000021</c:v>
                </c:pt>
                <c:pt idx="11224">
                  <c:v>18.285189999999975</c:v>
                </c:pt>
                <c:pt idx="11225">
                  <c:v>18.109490000000001</c:v>
                </c:pt>
                <c:pt idx="11226">
                  <c:v>18.071050000000021</c:v>
                </c:pt>
                <c:pt idx="11227">
                  <c:v>18.030460000000001</c:v>
                </c:pt>
                <c:pt idx="11228">
                  <c:v>17.864909999999988</c:v>
                </c:pt>
                <c:pt idx="11229">
                  <c:v>17.672870000000021</c:v>
                </c:pt>
                <c:pt idx="11230">
                  <c:v>17.688189999999974</c:v>
                </c:pt>
                <c:pt idx="11231">
                  <c:v>18.099</c:v>
                </c:pt>
                <c:pt idx="11232">
                  <c:v>18.672879999999999</c:v>
                </c:pt>
                <c:pt idx="11233">
                  <c:v>19.021989999999999</c:v>
                </c:pt>
                <c:pt idx="11234">
                  <c:v>19.255369999999989</c:v>
                </c:pt>
                <c:pt idx="11235">
                  <c:v>19.385709999999964</c:v>
                </c:pt>
                <c:pt idx="11236">
                  <c:v>19.43468</c:v>
                </c:pt>
                <c:pt idx="11237">
                  <c:v>19.442589999999957</c:v>
                </c:pt>
                <c:pt idx="11238">
                  <c:v>19.296869999999988</c:v>
                </c:pt>
                <c:pt idx="11239">
                  <c:v>19.173800000000021</c:v>
                </c:pt>
                <c:pt idx="11240">
                  <c:v>19.256729999999973</c:v>
                </c:pt>
                <c:pt idx="11241">
                  <c:v>19.558339999999973</c:v>
                </c:pt>
                <c:pt idx="11242">
                  <c:v>19.624700000000001</c:v>
                </c:pt>
                <c:pt idx="11243">
                  <c:v>19.23029</c:v>
                </c:pt>
                <c:pt idx="11244">
                  <c:v>18.744639999999972</c:v>
                </c:pt>
                <c:pt idx="11245">
                  <c:v>18.280159999999974</c:v>
                </c:pt>
                <c:pt idx="11246">
                  <c:v>17.9312</c:v>
                </c:pt>
                <c:pt idx="11247">
                  <c:v>17.766789999999968</c:v>
                </c:pt>
                <c:pt idx="11248">
                  <c:v>17.748369999999973</c:v>
                </c:pt>
                <c:pt idx="11249">
                  <c:v>17.899090000000001</c:v>
                </c:pt>
                <c:pt idx="11250">
                  <c:v>17.421060000000001</c:v>
                </c:pt>
                <c:pt idx="11251">
                  <c:v>16.431270000000001</c:v>
                </c:pt>
                <c:pt idx="11252">
                  <c:v>15.667450000000002</c:v>
                </c:pt>
                <c:pt idx="11253">
                  <c:v>15.249560000000001</c:v>
                </c:pt>
                <c:pt idx="11254">
                  <c:v>15.164490000000002</c:v>
                </c:pt>
                <c:pt idx="11255">
                  <c:v>15.13275</c:v>
                </c:pt>
                <c:pt idx="11256">
                  <c:v>14.7583</c:v>
                </c:pt>
                <c:pt idx="11257">
                  <c:v>14.237349999999999</c:v>
                </c:pt>
                <c:pt idx="11258">
                  <c:v>14.10453</c:v>
                </c:pt>
                <c:pt idx="11259">
                  <c:v>14.0061</c:v>
                </c:pt>
                <c:pt idx="11260">
                  <c:v>13.77867</c:v>
                </c:pt>
                <c:pt idx="11261">
                  <c:v>13.33949000000001</c:v>
                </c:pt>
                <c:pt idx="11262">
                  <c:v>12.84308</c:v>
                </c:pt>
                <c:pt idx="11263">
                  <c:v>12.54729</c:v>
                </c:pt>
                <c:pt idx="11264">
                  <c:v>12.474780000000004</c:v>
                </c:pt>
                <c:pt idx="11265">
                  <c:v>12.327200000000001</c:v>
                </c:pt>
                <c:pt idx="11266">
                  <c:v>12.028500000000001</c:v>
                </c:pt>
                <c:pt idx="11267">
                  <c:v>12.132900000000001</c:v>
                </c:pt>
                <c:pt idx="11268">
                  <c:v>12.670810000000001</c:v>
                </c:pt>
                <c:pt idx="11269">
                  <c:v>13.2545</c:v>
                </c:pt>
                <c:pt idx="11270">
                  <c:v>13.538690000000001</c:v>
                </c:pt>
                <c:pt idx="11271">
                  <c:v>13.356170000000002</c:v>
                </c:pt>
                <c:pt idx="11272">
                  <c:v>12.883190000000004</c:v>
                </c:pt>
                <c:pt idx="11273">
                  <c:v>12.45792</c:v>
                </c:pt>
                <c:pt idx="11274">
                  <c:v>12.25324</c:v>
                </c:pt>
                <c:pt idx="11275">
                  <c:v>12.22035</c:v>
                </c:pt>
                <c:pt idx="11276">
                  <c:v>12.28758</c:v>
                </c:pt>
                <c:pt idx="11277">
                  <c:v>12.470230000000004</c:v>
                </c:pt>
                <c:pt idx="11278">
                  <c:v>12.71134</c:v>
                </c:pt>
                <c:pt idx="11279">
                  <c:v>12.940850000000001</c:v>
                </c:pt>
                <c:pt idx="11280">
                  <c:v>12.99606</c:v>
                </c:pt>
                <c:pt idx="11281">
                  <c:v>12.86450000000001</c:v>
                </c:pt>
                <c:pt idx="11282">
                  <c:v>12.557460000000004</c:v>
                </c:pt>
                <c:pt idx="11283">
                  <c:v>12.499430000000011</c:v>
                </c:pt>
                <c:pt idx="11284">
                  <c:v>12.909600000000006</c:v>
                </c:pt>
                <c:pt idx="11285">
                  <c:v>13.32673000000001</c:v>
                </c:pt>
                <c:pt idx="11286">
                  <c:v>13.82957</c:v>
                </c:pt>
                <c:pt idx="11287">
                  <c:v>13.66094</c:v>
                </c:pt>
                <c:pt idx="11288">
                  <c:v>12.702820000000001</c:v>
                </c:pt>
                <c:pt idx="11289">
                  <c:v>11.936350000000001</c:v>
                </c:pt>
                <c:pt idx="11290">
                  <c:v>11.353130000000011</c:v>
                </c:pt>
                <c:pt idx="11291">
                  <c:v>11.10493</c:v>
                </c:pt>
                <c:pt idx="11292">
                  <c:v>11.096880000000002</c:v>
                </c:pt>
                <c:pt idx="11293">
                  <c:v>10.99287</c:v>
                </c:pt>
                <c:pt idx="11294">
                  <c:v>10.61974</c:v>
                </c:pt>
                <c:pt idx="11295">
                  <c:v>10.019080000000002</c:v>
                </c:pt>
                <c:pt idx="11296">
                  <c:v>9.4720300000000126</c:v>
                </c:pt>
                <c:pt idx="11297">
                  <c:v>9.0905100000000001</c:v>
                </c:pt>
                <c:pt idx="11298">
                  <c:v>8.7358000000000011</c:v>
                </c:pt>
                <c:pt idx="11299">
                  <c:v>8.3582900000000002</c:v>
                </c:pt>
                <c:pt idx="11300">
                  <c:v>8.1257100000000015</c:v>
                </c:pt>
                <c:pt idx="11301">
                  <c:v>8.0176100000000012</c:v>
                </c:pt>
                <c:pt idx="11302">
                  <c:v>7.7684600000000001</c:v>
                </c:pt>
                <c:pt idx="11303">
                  <c:v>7.5721499999999997</c:v>
                </c:pt>
                <c:pt idx="11304">
                  <c:v>7.5320499999999999</c:v>
                </c:pt>
                <c:pt idx="11305">
                  <c:v>7.4372600000000064</c:v>
                </c:pt>
                <c:pt idx="11306">
                  <c:v>7.3741199999999942</c:v>
                </c:pt>
                <c:pt idx="11307">
                  <c:v>7.3698099999999975</c:v>
                </c:pt>
                <c:pt idx="11308">
                  <c:v>7.4107700000000003</c:v>
                </c:pt>
                <c:pt idx="11309">
                  <c:v>7.5283099999999985</c:v>
                </c:pt>
                <c:pt idx="11310">
                  <c:v>7.5827400000000003</c:v>
                </c:pt>
                <c:pt idx="11311">
                  <c:v>7.7267299999999999</c:v>
                </c:pt>
                <c:pt idx="11312">
                  <c:v>7.9512200000000064</c:v>
                </c:pt>
                <c:pt idx="11313">
                  <c:v>7.9174799999999985</c:v>
                </c:pt>
                <c:pt idx="11314">
                  <c:v>7.5222699999999998</c:v>
                </c:pt>
                <c:pt idx="11315">
                  <c:v>6.9043299999999999</c:v>
                </c:pt>
                <c:pt idx="11316">
                  <c:v>6.5236499999999999</c:v>
                </c:pt>
                <c:pt idx="11317">
                  <c:v>6.5809699999999998</c:v>
                </c:pt>
                <c:pt idx="11318">
                  <c:v>6.864559999999992</c:v>
                </c:pt>
                <c:pt idx="11319">
                  <c:v>7.1908599999999945</c:v>
                </c:pt>
                <c:pt idx="11320">
                  <c:v>7.1644499999999942</c:v>
                </c:pt>
                <c:pt idx="11321">
                  <c:v>6.7357199999999997</c:v>
                </c:pt>
                <c:pt idx="11322">
                  <c:v>6.7506700000000004</c:v>
                </c:pt>
                <c:pt idx="11323">
                  <c:v>7.4141799999999956</c:v>
                </c:pt>
                <c:pt idx="11324">
                  <c:v>8.3014800000000104</c:v>
                </c:pt>
                <c:pt idx="11325">
                  <c:v>9.0089699999999997</c:v>
                </c:pt>
                <c:pt idx="11326">
                  <c:v>9.3625600000000109</c:v>
                </c:pt>
                <c:pt idx="11327">
                  <c:v>9.6540100000000013</c:v>
                </c:pt>
                <c:pt idx="11328">
                  <c:v>9.8824100000000126</c:v>
                </c:pt>
                <c:pt idx="11329">
                  <c:v>9.8148500000000034</c:v>
                </c:pt>
                <c:pt idx="11330">
                  <c:v>9.6794400000000067</c:v>
                </c:pt>
                <c:pt idx="11331">
                  <c:v>9.6362500000000004</c:v>
                </c:pt>
                <c:pt idx="11332">
                  <c:v>9.6060100000000013</c:v>
                </c:pt>
                <c:pt idx="11333">
                  <c:v>9.5293700000000001</c:v>
                </c:pt>
                <c:pt idx="11334">
                  <c:v>9.4852300000000067</c:v>
                </c:pt>
                <c:pt idx="11335">
                  <c:v>9.4479500000000005</c:v>
                </c:pt>
                <c:pt idx="11336">
                  <c:v>9.2093699999999998</c:v>
                </c:pt>
                <c:pt idx="11337">
                  <c:v>8.7975900000000014</c:v>
                </c:pt>
                <c:pt idx="11338">
                  <c:v>8.3164700000000007</c:v>
                </c:pt>
                <c:pt idx="11339">
                  <c:v>7.7891599999999999</c:v>
                </c:pt>
                <c:pt idx="11340">
                  <c:v>7.1239299999999943</c:v>
                </c:pt>
                <c:pt idx="11341">
                  <c:v>6.5478099999999975</c:v>
                </c:pt>
                <c:pt idx="11342">
                  <c:v>6.0479599999999945</c:v>
                </c:pt>
                <c:pt idx="11343">
                  <c:v>5.6794200000000004</c:v>
                </c:pt>
                <c:pt idx="11344">
                  <c:v>5.7467800000000002</c:v>
                </c:pt>
                <c:pt idx="11345">
                  <c:v>6.2018599999999999</c:v>
                </c:pt>
                <c:pt idx="11346">
                  <c:v>6.8063900000000004</c:v>
                </c:pt>
                <c:pt idx="11347">
                  <c:v>7.3045699999999965</c:v>
                </c:pt>
                <c:pt idx="11348">
                  <c:v>7.6373499999999996</c:v>
                </c:pt>
                <c:pt idx="11349">
                  <c:v>7.9135499999999999</c:v>
                </c:pt>
                <c:pt idx="11350">
                  <c:v>8.3066300000000108</c:v>
                </c:pt>
                <c:pt idx="11351">
                  <c:v>8.872680000000015</c:v>
                </c:pt>
                <c:pt idx="11352">
                  <c:v>9.2797400000000003</c:v>
                </c:pt>
                <c:pt idx="11353">
                  <c:v>9.3997500000000027</c:v>
                </c:pt>
                <c:pt idx="11354">
                  <c:v>9.3254500000000125</c:v>
                </c:pt>
                <c:pt idx="11355">
                  <c:v>9.1877800000000001</c:v>
                </c:pt>
                <c:pt idx="11356">
                  <c:v>9.1039500000000011</c:v>
                </c:pt>
                <c:pt idx="11357">
                  <c:v>8.9444600000000012</c:v>
                </c:pt>
                <c:pt idx="11358">
                  <c:v>8.7459799999999994</c:v>
                </c:pt>
                <c:pt idx="11359">
                  <c:v>8.6143900000000002</c:v>
                </c:pt>
                <c:pt idx="11360">
                  <c:v>8.6371900000000004</c:v>
                </c:pt>
                <c:pt idx="11361">
                  <c:v>8.8065500000000068</c:v>
                </c:pt>
                <c:pt idx="11362">
                  <c:v>8.9735300000000109</c:v>
                </c:pt>
                <c:pt idx="11363">
                  <c:v>9.0363900000000008</c:v>
                </c:pt>
                <c:pt idx="11364">
                  <c:v>9.1441499999999998</c:v>
                </c:pt>
                <c:pt idx="11365">
                  <c:v>9.3714300000000126</c:v>
                </c:pt>
                <c:pt idx="11366">
                  <c:v>9.6872500000000006</c:v>
                </c:pt>
                <c:pt idx="11367">
                  <c:v>10.057180000000002</c:v>
                </c:pt>
                <c:pt idx="11368">
                  <c:v>10.362350000000006</c:v>
                </c:pt>
                <c:pt idx="11369">
                  <c:v>10.739600000000001</c:v>
                </c:pt>
                <c:pt idx="11370">
                  <c:v>11.31007</c:v>
                </c:pt>
                <c:pt idx="11371">
                  <c:v>11.90405</c:v>
                </c:pt>
                <c:pt idx="11372">
                  <c:v>12.09099</c:v>
                </c:pt>
                <c:pt idx="11373">
                  <c:v>11.711500000000001</c:v>
                </c:pt>
                <c:pt idx="11374">
                  <c:v>11.05589000000001</c:v>
                </c:pt>
                <c:pt idx="11375">
                  <c:v>10.691190000000001</c:v>
                </c:pt>
                <c:pt idx="11376">
                  <c:v>10.641319999999997</c:v>
                </c:pt>
                <c:pt idx="11377">
                  <c:v>10.612870000000001</c:v>
                </c:pt>
                <c:pt idx="11378">
                  <c:v>10.76097</c:v>
                </c:pt>
                <c:pt idx="11379">
                  <c:v>11.39198</c:v>
                </c:pt>
                <c:pt idx="11380">
                  <c:v>12.16788</c:v>
                </c:pt>
                <c:pt idx="11381">
                  <c:v>12.49175</c:v>
                </c:pt>
                <c:pt idx="11382">
                  <c:v>12.746230000000001</c:v>
                </c:pt>
                <c:pt idx="11383">
                  <c:v>13.33686</c:v>
                </c:pt>
                <c:pt idx="11384">
                  <c:v>13.998090000000001</c:v>
                </c:pt>
                <c:pt idx="11385">
                  <c:v>14.400730000000006</c:v>
                </c:pt>
                <c:pt idx="11386">
                  <c:v>14.51056</c:v>
                </c:pt>
                <c:pt idx="11387">
                  <c:v>14.59022</c:v>
                </c:pt>
                <c:pt idx="11388">
                  <c:v>14.60047</c:v>
                </c:pt>
                <c:pt idx="11389">
                  <c:v>14.348610000000001</c:v>
                </c:pt>
                <c:pt idx="11390">
                  <c:v>14.221369999999997</c:v>
                </c:pt>
                <c:pt idx="11391">
                  <c:v>14.209850000000001</c:v>
                </c:pt>
                <c:pt idx="11392">
                  <c:v>14.105320000000001</c:v>
                </c:pt>
                <c:pt idx="11393">
                  <c:v>13.922940000000002</c:v>
                </c:pt>
                <c:pt idx="11394">
                  <c:v>13.621560000000001</c:v>
                </c:pt>
                <c:pt idx="11395">
                  <c:v>13.118460000000001</c:v>
                </c:pt>
                <c:pt idx="11396">
                  <c:v>12.60407</c:v>
                </c:pt>
                <c:pt idx="11397">
                  <c:v>12.43793</c:v>
                </c:pt>
                <c:pt idx="11398">
                  <c:v>12.365750000000011</c:v>
                </c:pt>
                <c:pt idx="11399">
                  <c:v>12.28501</c:v>
                </c:pt>
                <c:pt idx="11400">
                  <c:v>12.405670000000002</c:v>
                </c:pt>
                <c:pt idx="11401">
                  <c:v>12.708930000000001</c:v>
                </c:pt>
                <c:pt idx="11402">
                  <c:v>12.854240000000004</c:v>
                </c:pt>
                <c:pt idx="11403">
                  <c:v>12.428229999999999</c:v>
                </c:pt>
                <c:pt idx="11404">
                  <c:v>11.860390000000002</c:v>
                </c:pt>
                <c:pt idx="11405">
                  <c:v>11.69688</c:v>
                </c:pt>
                <c:pt idx="11406">
                  <c:v>11.856420000000011</c:v>
                </c:pt>
                <c:pt idx="11407">
                  <c:v>11.79443</c:v>
                </c:pt>
                <c:pt idx="11408">
                  <c:v>11.634600000000001</c:v>
                </c:pt>
                <c:pt idx="11409">
                  <c:v>11.640219999999999</c:v>
                </c:pt>
                <c:pt idx="11410">
                  <c:v>11.87828</c:v>
                </c:pt>
                <c:pt idx="11411">
                  <c:v>12.40597</c:v>
                </c:pt>
                <c:pt idx="11412">
                  <c:v>12.972570000000006</c:v>
                </c:pt>
                <c:pt idx="11413">
                  <c:v>13.31217</c:v>
                </c:pt>
                <c:pt idx="11414">
                  <c:v>13.532110000000001</c:v>
                </c:pt>
                <c:pt idx="11415">
                  <c:v>13.876670000000004</c:v>
                </c:pt>
                <c:pt idx="11416">
                  <c:v>13.99006</c:v>
                </c:pt>
                <c:pt idx="11417">
                  <c:v>13.82338</c:v>
                </c:pt>
                <c:pt idx="11418">
                  <c:v>13.830310000000001</c:v>
                </c:pt>
                <c:pt idx="11419">
                  <c:v>14.03961</c:v>
                </c:pt>
                <c:pt idx="11420">
                  <c:v>14.21346</c:v>
                </c:pt>
                <c:pt idx="11421">
                  <c:v>14.360990000000006</c:v>
                </c:pt>
                <c:pt idx="11422">
                  <c:v>14.37632</c:v>
                </c:pt>
                <c:pt idx="11423">
                  <c:v>14.308020000000001</c:v>
                </c:pt>
                <c:pt idx="11424">
                  <c:v>14.07598000000001</c:v>
                </c:pt>
                <c:pt idx="11425">
                  <c:v>13.664480000000006</c:v>
                </c:pt>
                <c:pt idx="11426">
                  <c:v>13.82621</c:v>
                </c:pt>
                <c:pt idx="11427">
                  <c:v>14.420170000000001</c:v>
                </c:pt>
                <c:pt idx="11428">
                  <c:v>14.46818</c:v>
                </c:pt>
                <c:pt idx="11429">
                  <c:v>14.389200000000002</c:v>
                </c:pt>
                <c:pt idx="11430">
                  <c:v>14.49184</c:v>
                </c:pt>
                <c:pt idx="11431">
                  <c:v>14.57447</c:v>
                </c:pt>
                <c:pt idx="11432">
                  <c:v>14.673960000000001</c:v>
                </c:pt>
                <c:pt idx="11433">
                  <c:v>14.80423</c:v>
                </c:pt>
                <c:pt idx="11434">
                  <c:v>14.72729</c:v>
                </c:pt>
                <c:pt idx="11435">
                  <c:v>14.53755</c:v>
                </c:pt>
                <c:pt idx="11436">
                  <c:v>14.32734</c:v>
                </c:pt>
                <c:pt idx="11437">
                  <c:v>14.214450000000001</c:v>
                </c:pt>
                <c:pt idx="11438">
                  <c:v>14.42132</c:v>
                </c:pt>
                <c:pt idx="11439">
                  <c:v>14.753120000000001</c:v>
                </c:pt>
                <c:pt idx="11440">
                  <c:v>15.05884</c:v>
                </c:pt>
                <c:pt idx="11441">
                  <c:v>15.637169999999999</c:v>
                </c:pt>
                <c:pt idx="11442">
                  <c:v>16.36218999999997</c:v>
                </c:pt>
                <c:pt idx="11443">
                  <c:v>17.23368</c:v>
                </c:pt>
                <c:pt idx="11444">
                  <c:v>18.251999999999999</c:v>
                </c:pt>
                <c:pt idx="11445">
                  <c:v>18.792419999999975</c:v>
                </c:pt>
                <c:pt idx="11446">
                  <c:v>18.604860000000034</c:v>
                </c:pt>
                <c:pt idx="11447">
                  <c:v>17.97982</c:v>
                </c:pt>
                <c:pt idx="11448">
                  <c:v>17.330970000000022</c:v>
                </c:pt>
                <c:pt idx="11449">
                  <c:v>17.193269999999988</c:v>
                </c:pt>
                <c:pt idx="11450">
                  <c:v>17.547429999999974</c:v>
                </c:pt>
                <c:pt idx="11451">
                  <c:v>17.948919999999973</c:v>
                </c:pt>
                <c:pt idx="11452">
                  <c:v>17.911069999999999</c:v>
                </c:pt>
                <c:pt idx="11453">
                  <c:v>17.430519999999973</c:v>
                </c:pt>
                <c:pt idx="11454">
                  <c:v>17.134239999999988</c:v>
                </c:pt>
                <c:pt idx="11455">
                  <c:v>17.369779999999974</c:v>
                </c:pt>
                <c:pt idx="11456">
                  <c:v>17.638120000000001</c:v>
                </c:pt>
                <c:pt idx="11457">
                  <c:v>17.925079999999973</c:v>
                </c:pt>
                <c:pt idx="11458">
                  <c:v>18.213970000000021</c:v>
                </c:pt>
                <c:pt idx="11459">
                  <c:v>18.53623</c:v>
                </c:pt>
                <c:pt idx="11460">
                  <c:v>18.957689999999989</c:v>
                </c:pt>
                <c:pt idx="11461">
                  <c:v>19.311570000000021</c:v>
                </c:pt>
                <c:pt idx="11462">
                  <c:v>19.576560000000001</c:v>
                </c:pt>
                <c:pt idx="11463">
                  <c:v>19.471889999999988</c:v>
                </c:pt>
                <c:pt idx="11464">
                  <c:v>19.027750000000001</c:v>
                </c:pt>
                <c:pt idx="11465">
                  <c:v>18.445169999999973</c:v>
                </c:pt>
                <c:pt idx="11466">
                  <c:v>18.071709999999989</c:v>
                </c:pt>
                <c:pt idx="11467">
                  <c:v>18.108329999999974</c:v>
                </c:pt>
                <c:pt idx="11468">
                  <c:v>18.282769999999957</c:v>
                </c:pt>
                <c:pt idx="11469">
                  <c:v>18.461559999999974</c:v>
                </c:pt>
                <c:pt idx="11470">
                  <c:v>18.694120000000005</c:v>
                </c:pt>
                <c:pt idx="11471">
                  <c:v>18.87867</c:v>
                </c:pt>
                <c:pt idx="11472">
                  <c:v>19.176500000000001</c:v>
                </c:pt>
                <c:pt idx="11473">
                  <c:v>19.45316</c:v>
                </c:pt>
                <c:pt idx="11474">
                  <c:v>19.42182</c:v>
                </c:pt>
                <c:pt idx="11475">
                  <c:v>19.554410000000001</c:v>
                </c:pt>
                <c:pt idx="11476">
                  <c:v>20.047830000000001</c:v>
                </c:pt>
                <c:pt idx="11477">
                  <c:v>20.52017</c:v>
                </c:pt>
                <c:pt idx="11478">
                  <c:v>20.660689999999974</c:v>
                </c:pt>
                <c:pt idx="11479">
                  <c:v>20.470759999999974</c:v>
                </c:pt>
                <c:pt idx="11480">
                  <c:v>20.431550000000001</c:v>
                </c:pt>
                <c:pt idx="11481">
                  <c:v>20.869890000000005</c:v>
                </c:pt>
                <c:pt idx="11482">
                  <c:v>21.617049999999999</c:v>
                </c:pt>
                <c:pt idx="11483">
                  <c:v>22.384550000000001</c:v>
                </c:pt>
                <c:pt idx="11484">
                  <c:v>22.799299999999974</c:v>
                </c:pt>
                <c:pt idx="11485">
                  <c:v>22.83164</c:v>
                </c:pt>
                <c:pt idx="11486">
                  <c:v>22.785769999999957</c:v>
                </c:pt>
                <c:pt idx="11487">
                  <c:v>22.614210000000021</c:v>
                </c:pt>
                <c:pt idx="11488">
                  <c:v>22.692260000000001</c:v>
                </c:pt>
                <c:pt idx="11489">
                  <c:v>23.135819999999999</c:v>
                </c:pt>
                <c:pt idx="11490">
                  <c:v>23.870570000000001</c:v>
                </c:pt>
                <c:pt idx="11491">
                  <c:v>24.741289999999989</c:v>
                </c:pt>
                <c:pt idx="11492">
                  <c:v>25.220549999999957</c:v>
                </c:pt>
                <c:pt idx="11493">
                  <c:v>25.44408</c:v>
                </c:pt>
                <c:pt idx="11494">
                  <c:v>25.647320000000001</c:v>
                </c:pt>
                <c:pt idx="11495">
                  <c:v>25.792349999999956</c:v>
                </c:pt>
                <c:pt idx="11496">
                  <c:v>26.019839999999999</c:v>
                </c:pt>
                <c:pt idx="11497">
                  <c:v>26.343389999999989</c:v>
                </c:pt>
                <c:pt idx="11498">
                  <c:v>25.614619999999999</c:v>
                </c:pt>
                <c:pt idx="11499">
                  <c:v>24.499169999999989</c:v>
                </c:pt>
                <c:pt idx="11500">
                  <c:v>24.156960000000037</c:v>
                </c:pt>
                <c:pt idx="11501">
                  <c:v>23.915880000000001</c:v>
                </c:pt>
                <c:pt idx="11502">
                  <c:v>23.716840000000001</c:v>
                </c:pt>
                <c:pt idx="11503">
                  <c:v>23.927790000000002</c:v>
                </c:pt>
                <c:pt idx="11504">
                  <c:v>24.388269999999974</c:v>
                </c:pt>
                <c:pt idx="11505">
                  <c:v>24.872810000000001</c:v>
                </c:pt>
                <c:pt idx="11506">
                  <c:v>25.397819999999999</c:v>
                </c:pt>
                <c:pt idx="11507">
                  <c:v>25.674289999999999</c:v>
                </c:pt>
                <c:pt idx="11508">
                  <c:v>25.808160000000001</c:v>
                </c:pt>
                <c:pt idx="11509">
                  <c:v>26.120159999999988</c:v>
                </c:pt>
                <c:pt idx="11510">
                  <c:v>26.498109999999972</c:v>
                </c:pt>
                <c:pt idx="11511">
                  <c:v>26.871500000000001</c:v>
                </c:pt>
                <c:pt idx="11512">
                  <c:v>26.961769999999973</c:v>
                </c:pt>
                <c:pt idx="11513">
                  <c:v>26.885669999999973</c:v>
                </c:pt>
                <c:pt idx="11514">
                  <c:v>26.837230000000005</c:v>
                </c:pt>
                <c:pt idx="11515">
                  <c:v>26.661460000000005</c:v>
                </c:pt>
                <c:pt idx="11516">
                  <c:v>26.015059999999988</c:v>
                </c:pt>
                <c:pt idx="11517">
                  <c:v>25.386229999999973</c:v>
                </c:pt>
                <c:pt idx="11518">
                  <c:v>25.348789999999973</c:v>
                </c:pt>
                <c:pt idx="11519">
                  <c:v>25.683820000000001</c:v>
                </c:pt>
                <c:pt idx="11520">
                  <c:v>25.793709999999972</c:v>
                </c:pt>
                <c:pt idx="11521">
                  <c:v>25.41628</c:v>
                </c:pt>
                <c:pt idx="11522">
                  <c:v>25.157860000000035</c:v>
                </c:pt>
                <c:pt idx="11523">
                  <c:v>25.27646</c:v>
                </c:pt>
                <c:pt idx="11524">
                  <c:v>25.60519</c:v>
                </c:pt>
                <c:pt idx="11525">
                  <c:v>26.017600000000005</c:v>
                </c:pt>
                <c:pt idx="11526">
                  <c:v>26.479329999999973</c:v>
                </c:pt>
                <c:pt idx="11527">
                  <c:v>26.961970000000001</c:v>
                </c:pt>
                <c:pt idx="11528">
                  <c:v>27.408689999999975</c:v>
                </c:pt>
                <c:pt idx="11529">
                  <c:v>27.824050000000021</c:v>
                </c:pt>
                <c:pt idx="11530">
                  <c:v>28.21208</c:v>
                </c:pt>
                <c:pt idx="11531">
                  <c:v>28.529239999999973</c:v>
                </c:pt>
                <c:pt idx="11532">
                  <c:v>28.58419</c:v>
                </c:pt>
                <c:pt idx="11533">
                  <c:v>27.93177</c:v>
                </c:pt>
                <c:pt idx="11534">
                  <c:v>27.38401</c:v>
                </c:pt>
                <c:pt idx="11535">
                  <c:v>27.60042</c:v>
                </c:pt>
                <c:pt idx="11536">
                  <c:v>27.601520000000001</c:v>
                </c:pt>
                <c:pt idx="11537">
                  <c:v>27.412499999999973</c:v>
                </c:pt>
                <c:pt idx="11538">
                  <c:v>27.236889999999999</c:v>
                </c:pt>
                <c:pt idx="11539">
                  <c:v>27.026969999999999</c:v>
                </c:pt>
                <c:pt idx="11540">
                  <c:v>26.446429999999957</c:v>
                </c:pt>
                <c:pt idx="11541">
                  <c:v>25.605440000000002</c:v>
                </c:pt>
                <c:pt idx="11542">
                  <c:v>25.150810000000021</c:v>
                </c:pt>
                <c:pt idx="11543">
                  <c:v>24.85303</c:v>
                </c:pt>
                <c:pt idx="11544">
                  <c:v>24.594270000000005</c:v>
                </c:pt>
                <c:pt idx="11545">
                  <c:v>24.648350000000001</c:v>
                </c:pt>
                <c:pt idx="11546">
                  <c:v>24.685619999999975</c:v>
                </c:pt>
                <c:pt idx="11547">
                  <c:v>24.82602</c:v>
                </c:pt>
                <c:pt idx="11548">
                  <c:v>25.254490000000001</c:v>
                </c:pt>
                <c:pt idx="11549">
                  <c:v>25.693249999999974</c:v>
                </c:pt>
                <c:pt idx="11550">
                  <c:v>25.914860000000033</c:v>
                </c:pt>
                <c:pt idx="11551">
                  <c:v>26.030239999999978</c:v>
                </c:pt>
                <c:pt idx="11552">
                  <c:v>26.212759999999989</c:v>
                </c:pt>
                <c:pt idx="11553">
                  <c:v>26.240219999999972</c:v>
                </c:pt>
                <c:pt idx="11554">
                  <c:v>25.974019999999989</c:v>
                </c:pt>
                <c:pt idx="11555">
                  <c:v>25.441770000000002</c:v>
                </c:pt>
                <c:pt idx="11556">
                  <c:v>25.044519999999974</c:v>
                </c:pt>
                <c:pt idx="11557">
                  <c:v>24.9009</c:v>
                </c:pt>
                <c:pt idx="11558">
                  <c:v>24.910439999999973</c:v>
                </c:pt>
                <c:pt idx="11559">
                  <c:v>24.871189999999999</c:v>
                </c:pt>
                <c:pt idx="11560">
                  <c:v>24.791360000000001</c:v>
                </c:pt>
                <c:pt idx="11561">
                  <c:v>24.887370000000001</c:v>
                </c:pt>
                <c:pt idx="11562">
                  <c:v>24.493419999999972</c:v>
                </c:pt>
                <c:pt idx="11563">
                  <c:v>23.89724</c:v>
                </c:pt>
                <c:pt idx="11564">
                  <c:v>23.706969999999988</c:v>
                </c:pt>
                <c:pt idx="11565">
                  <c:v>23.592319999999972</c:v>
                </c:pt>
                <c:pt idx="11566">
                  <c:v>23.00442</c:v>
                </c:pt>
                <c:pt idx="11567">
                  <c:v>21.942079999999972</c:v>
                </c:pt>
                <c:pt idx="11568">
                  <c:v>20.796410000000002</c:v>
                </c:pt>
                <c:pt idx="11569">
                  <c:v>20.26295</c:v>
                </c:pt>
                <c:pt idx="11570">
                  <c:v>20.186709999999973</c:v>
                </c:pt>
                <c:pt idx="11571">
                  <c:v>20.267629999999972</c:v>
                </c:pt>
                <c:pt idx="11572">
                  <c:v>20.565209999999972</c:v>
                </c:pt>
                <c:pt idx="11573">
                  <c:v>20.90694999999997</c:v>
                </c:pt>
                <c:pt idx="11574">
                  <c:v>21.199970000000022</c:v>
                </c:pt>
                <c:pt idx="11575">
                  <c:v>21.426389999999973</c:v>
                </c:pt>
                <c:pt idx="11576">
                  <c:v>21.406189999999974</c:v>
                </c:pt>
                <c:pt idx="11577">
                  <c:v>21.108960000000021</c:v>
                </c:pt>
                <c:pt idx="11578">
                  <c:v>20.87923</c:v>
                </c:pt>
                <c:pt idx="11579">
                  <c:v>20.631309999999999</c:v>
                </c:pt>
                <c:pt idx="11580">
                  <c:v>20.203329999999973</c:v>
                </c:pt>
                <c:pt idx="11581">
                  <c:v>19.866299999999974</c:v>
                </c:pt>
                <c:pt idx="11582">
                  <c:v>19.803229999999989</c:v>
                </c:pt>
                <c:pt idx="11583">
                  <c:v>19.92355999999997</c:v>
                </c:pt>
                <c:pt idx="11584">
                  <c:v>20.172639999999973</c:v>
                </c:pt>
                <c:pt idx="11585">
                  <c:v>20.530349999999974</c:v>
                </c:pt>
                <c:pt idx="11586">
                  <c:v>20.887280000000001</c:v>
                </c:pt>
                <c:pt idx="11587">
                  <c:v>20.856280000000005</c:v>
                </c:pt>
                <c:pt idx="11588">
                  <c:v>20.536359999999988</c:v>
                </c:pt>
                <c:pt idx="11589">
                  <c:v>20.402519999999956</c:v>
                </c:pt>
                <c:pt idx="11590">
                  <c:v>20.45917</c:v>
                </c:pt>
                <c:pt idx="11591">
                  <c:v>20.020769999999974</c:v>
                </c:pt>
                <c:pt idx="11592">
                  <c:v>19.166960000000021</c:v>
                </c:pt>
                <c:pt idx="11593">
                  <c:v>18.635629999999974</c:v>
                </c:pt>
                <c:pt idx="11594">
                  <c:v>18.495599999999964</c:v>
                </c:pt>
                <c:pt idx="11595">
                  <c:v>18.562439999999956</c:v>
                </c:pt>
                <c:pt idx="11596">
                  <c:v>18.5396</c:v>
                </c:pt>
                <c:pt idx="11597">
                  <c:v>18.238329999999973</c:v>
                </c:pt>
                <c:pt idx="11598">
                  <c:v>17.357659999999999</c:v>
                </c:pt>
                <c:pt idx="11599">
                  <c:v>17.070340000000002</c:v>
                </c:pt>
                <c:pt idx="11600">
                  <c:v>17.405479999999972</c:v>
                </c:pt>
                <c:pt idx="11601">
                  <c:v>17.57076</c:v>
                </c:pt>
                <c:pt idx="11602">
                  <c:v>17.575990000000001</c:v>
                </c:pt>
                <c:pt idx="11603">
                  <c:v>17.552239999999973</c:v>
                </c:pt>
                <c:pt idx="11604">
                  <c:v>17.200789999999973</c:v>
                </c:pt>
                <c:pt idx="11605">
                  <c:v>16.619710000000001</c:v>
                </c:pt>
                <c:pt idx="11606">
                  <c:v>16.179870000000033</c:v>
                </c:pt>
                <c:pt idx="11607">
                  <c:v>16.124120000000001</c:v>
                </c:pt>
                <c:pt idx="11608">
                  <c:v>16.147780000000001</c:v>
                </c:pt>
                <c:pt idx="11609">
                  <c:v>16.238959999999999</c:v>
                </c:pt>
                <c:pt idx="11610">
                  <c:v>16.167380000000001</c:v>
                </c:pt>
                <c:pt idx="11611">
                  <c:v>15.93008</c:v>
                </c:pt>
                <c:pt idx="11612">
                  <c:v>15.772180000000002</c:v>
                </c:pt>
                <c:pt idx="11613">
                  <c:v>15.602030000000006</c:v>
                </c:pt>
                <c:pt idx="11614">
                  <c:v>15.70824</c:v>
                </c:pt>
                <c:pt idx="11615">
                  <c:v>15.80817</c:v>
                </c:pt>
                <c:pt idx="11616">
                  <c:v>15.509730000000006</c:v>
                </c:pt>
                <c:pt idx="11617">
                  <c:v>14.896750000000004</c:v>
                </c:pt>
                <c:pt idx="11618">
                  <c:v>14.53647</c:v>
                </c:pt>
                <c:pt idx="11619">
                  <c:v>14.637650000000001</c:v>
                </c:pt>
                <c:pt idx="11620">
                  <c:v>14.860330000000006</c:v>
                </c:pt>
                <c:pt idx="11621">
                  <c:v>14.750170000000001</c:v>
                </c:pt>
                <c:pt idx="11622">
                  <c:v>14.260770000000001</c:v>
                </c:pt>
                <c:pt idx="11623">
                  <c:v>13.83545000000001</c:v>
                </c:pt>
                <c:pt idx="11624">
                  <c:v>13.65526</c:v>
                </c:pt>
                <c:pt idx="11625">
                  <c:v>13.693440000000002</c:v>
                </c:pt>
                <c:pt idx="11626">
                  <c:v>13.87294000000001</c:v>
                </c:pt>
                <c:pt idx="11627">
                  <c:v>13.721679999999999</c:v>
                </c:pt>
                <c:pt idx="11628">
                  <c:v>13.377700000000004</c:v>
                </c:pt>
                <c:pt idx="11629">
                  <c:v>13.15357</c:v>
                </c:pt>
                <c:pt idx="11630">
                  <c:v>12.696210000000001</c:v>
                </c:pt>
                <c:pt idx="11631">
                  <c:v>12.29663</c:v>
                </c:pt>
                <c:pt idx="11632">
                  <c:v>12.187720000000001</c:v>
                </c:pt>
                <c:pt idx="11633">
                  <c:v>12.03059</c:v>
                </c:pt>
                <c:pt idx="11634">
                  <c:v>11.83831</c:v>
                </c:pt>
                <c:pt idx="11635">
                  <c:v>11.65591</c:v>
                </c:pt>
                <c:pt idx="11636">
                  <c:v>11.495640000000011</c:v>
                </c:pt>
                <c:pt idx="11637">
                  <c:v>11.614929999999999</c:v>
                </c:pt>
                <c:pt idx="11638">
                  <c:v>12.007</c:v>
                </c:pt>
                <c:pt idx="11639">
                  <c:v>12.237830000000001</c:v>
                </c:pt>
                <c:pt idx="11640">
                  <c:v>12.337400000000002</c:v>
                </c:pt>
                <c:pt idx="11641">
                  <c:v>12.2822</c:v>
                </c:pt>
                <c:pt idx="11642">
                  <c:v>12.00508000000001</c:v>
                </c:pt>
                <c:pt idx="11643">
                  <c:v>11.744809999999999</c:v>
                </c:pt>
                <c:pt idx="11644">
                  <c:v>11.45471</c:v>
                </c:pt>
                <c:pt idx="11645">
                  <c:v>11.371640000000006</c:v>
                </c:pt>
                <c:pt idx="11646">
                  <c:v>11.20947</c:v>
                </c:pt>
                <c:pt idx="11647">
                  <c:v>10.908950000000001</c:v>
                </c:pt>
                <c:pt idx="11648">
                  <c:v>10.68083</c:v>
                </c:pt>
                <c:pt idx="11649">
                  <c:v>10.519</c:v>
                </c:pt>
                <c:pt idx="11650">
                  <c:v>10.299720000000001</c:v>
                </c:pt>
                <c:pt idx="11651">
                  <c:v>10.215780000000002</c:v>
                </c:pt>
                <c:pt idx="11652">
                  <c:v>10.434369999999999</c:v>
                </c:pt>
                <c:pt idx="11653">
                  <c:v>10.458500000000004</c:v>
                </c:pt>
                <c:pt idx="11654">
                  <c:v>10.33703</c:v>
                </c:pt>
                <c:pt idx="11655">
                  <c:v>10.20529</c:v>
                </c:pt>
                <c:pt idx="11656">
                  <c:v>10.09718</c:v>
                </c:pt>
                <c:pt idx="11657">
                  <c:v>9.9241200000000003</c:v>
                </c:pt>
                <c:pt idx="11658">
                  <c:v>9.7087699999999995</c:v>
                </c:pt>
                <c:pt idx="11659">
                  <c:v>9.6200200000000002</c:v>
                </c:pt>
                <c:pt idx="11660">
                  <c:v>9.6597800000000067</c:v>
                </c:pt>
                <c:pt idx="11661">
                  <c:v>9.4727300000000145</c:v>
                </c:pt>
                <c:pt idx="11662">
                  <c:v>9.0274600000000014</c:v>
                </c:pt>
                <c:pt idx="11663">
                  <c:v>8.6668800000000008</c:v>
                </c:pt>
                <c:pt idx="11664">
                  <c:v>8.6397500000000012</c:v>
                </c:pt>
                <c:pt idx="11665">
                  <c:v>8.7240599999999997</c:v>
                </c:pt>
                <c:pt idx="11666">
                  <c:v>8.7888900000000003</c:v>
                </c:pt>
                <c:pt idx="11667">
                  <c:v>9.0610800000000005</c:v>
                </c:pt>
                <c:pt idx="11668">
                  <c:v>9.2213499999999993</c:v>
                </c:pt>
                <c:pt idx="11669">
                  <c:v>9.2491900000000005</c:v>
                </c:pt>
                <c:pt idx="11670">
                  <c:v>9.4050300000000124</c:v>
                </c:pt>
                <c:pt idx="11671">
                  <c:v>9.5448000000000004</c:v>
                </c:pt>
                <c:pt idx="11672">
                  <c:v>9.5898400000000006</c:v>
                </c:pt>
                <c:pt idx="11673">
                  <c:v>9.3393500000000014</c:v>
                </c:pt>
                <c:pt idx="11674">
                  <c:v>8.9958100000000005</c:v>
                </c:pt>
                <c:pt idx="11675">
                  <c:v>8.80016</c:v>
                </c:pt>
                <c:pt idx="11676">
                  <c:v>8.6973299999999991</c:v>
                </c:pt>
                <c:pt idx="11677">
                  <c:v>8.6834100000000003</c:v>
                </c:pt>
                <c:pt idx="11678">
                  <c:v>8.6270000000000007</c:v>
                </c:pt>
                <c:pt idx="11679">
                  <c:v>8.5505800000000107</c:v>
                </c:pt>
                <c:pt idx="11680">
                  <c:v>8.6316900000000008</c:v>
                </c:pt>
                <c:pt idx="11681">
                  <c:v>8.6392299999999995</c:v>
                </c:pt>
                <c:pt idx="11682">
                  <c:v>8.4930300000000027</c:v>
                </c:pt>
                <c:pt idx="11683">
                  <c:v>8.3702200000000015</c:v>
                </c:pt>
                <c:pt idx="11684">
                  <c:v>8.3011300000000006</c:v>
                </c:pt>
                <c:pt idx="11685">
                  <c:v>8.14358</c:v>
                </c:pt>
                <c:pt idx="11686">
                  <c:v>8.0779800000000002</c:v>
                </c:pt>
                <c:pt idx="11687">
                  <c:v>8.0110300000000016</c:v>
                </c:pt>
                <c:pt idx="11688">
                  <c:v>7.9351399999999996</c:v>
                </c:pt>
                <c:pt idx="11689">
                  <c:v>7.9889700000000001</c:v>
                </c:pt>
                <c:pt idx="11690">
                  <c:v>8.2252799999999997</c:v>
                </c:pt>
                <c:pt idx="11691">
                  <c:v>8.5321600000000011</c:v>
                </c:pt>
                <c:pt idx="11692">
                  <c:v>8.7806000000000015</c:v>
                </c:pt>
                <c:pt idx="11693">
                  <c:v>9.1702700000000004</c:v>
                </c:pt>
                <c:pt idx="11694">
                  <c:v>9.5511100000000013</c:v>
                </c:pt>
                <c:pt idx="11695">
                  <c:v>9.5867800000000027</c:v>
                </c:pt>
                <c:pt idx="11696">
                  <c:v>9.2936000000000014</c:v>
                </c:pt>
                <c:pt idx="11697">
                  <c:v>8.8690700000000007</c:v>
                </c:pt>
                <c:pt idx="11698">
                  <c:v>8.6215200000000003</c:v>
                </c:pt>
                <c:pt idx="11699">
                  <c:v>8.3300100000000015</c:v>
                </c:pt>
                <c:pt idx="11700">
                  <c:v>7.8213600000000003</c:v>
                </c:pt>
                <c:pt idx="11701">
                  <c:v>7.3184399999999945</c:v>
                </c:pt>
                <c:pt idx="11702">
                  <c:v>7.0423600000000004</c:v>
                </c:pt>
                <c:pt idx="11703">
                  <c:v>6.9432700000000063</c:v>
                </c:pt>
                <c:pt idx="11704">
                  <c:v>7.1292900000000001</c:v>
                </c:pt>
                <c:pt idx="11705">
                  <c:v>7.6193600000000004</c:v>
                </c:pt>
                <c:pt idx="11706">
                  <c:v>7.5783199999999997</c:v>
                </c:pt>
                <c:pt idx="11707">
                  <c:v>7.5064700000000002</c:v>
                </c:pt>
                <c:pt idx="11708">
                  <c:v>7.6740699999999995</c:v>
                </c:pt>
                <c:pt idx="11709">
                  <c:v>8.0160700000000009</c:v>
                </c:pt>
                <c:pt idx="11710">
                  <c:v>8.2133599999999998</c:v>
                </c:pt>
                <c:pt idx="11711">
                  <c:v>8.2166800000000002</c:v>
                </c:pt>
                <c:pt idx="11712">
                  <c:v>8.0799400000000006</c:v>
                </c:pt>
                <c:pt idx="11713">
                  <c:v>7.8172299999999995</c:v>
                </c:pt>
                <c:pt idx="11714">
                  <c:v>7.7969600000000003</c:v>
                </c:pt>
                <c:pt idx="11715">
                  <c:v>7.9861500000000003</c:v>
                </c:pt>
                <c:pt idx="11716">
                  <c:v>8.0465400000000002</c:v>
                </c:pt>
                <c:pt idx="11717">
                  <c:v>7.9131799999999997</c:v>
                </c:pt>
                <c:pt idx="11718">
                  <c:v>7.7881999999999998</c:v>
                </c:pt>
                <c:pt idx="11719">
                  <c:v>7.9739100000000001</c:v>
                </c:pt>
                <c:pt idx="11720">
                  <c:v>8.4904100000000007</c:v>
                </c:pt>
                <c:pt idx="11721">
                  <c:v>8.8910600000000013</c:v>
                </c:pt>
                <c:pt idx="11722">
                  <c:v>9.1067900000000002</c:v>
                </c:pt>
                <c:pt idx="11723">
                  <c:v>9.0759700000000034</c:v>
                </c:pt>
                <c:pt idx="11724">
                  <c:v>9.0168800000000005</c:v>
                </c:pt>
                <c:pt idx="11725">
                  <c:v>9.3063100000000034</c:v>
                </c:pt>
                <c:pt idx="11726">
                  <c:v>9.9127100000000006</c:v>
                </c:pt>
                <c:pt idx="11727">
                  <c:v>10.40105</c:v>
                </c:pt>
                <c:pt idx="11728">
                  <c:v>10.35876</c:v>
                </c:pt>
                <c:pt idx="11729">
                  <c:v>10.0289</c:v>
                </c:pt>
                <c:pt idx="11730">
                  <c:v>9.9721600000000006</c:v>
                </c:pt>
                <c:pt idx="11731">
                  <c:v>10.288209999999999</c:v>
                </c:pt>
                <c:pt idx="11732">
                  <c:v>10.518700000000001</c:v>
                </c:pt>
                <c:pt idx="11733">
                  <c:v>10.24526</c:v>
                </c:pt>
                <c:pt idx="11734">
                  <c:v>10.135490000000004</c:v>
                </c:pt>
                <c:pt idx="11735">
                  <c:v>10.27552</c:v>
                </c:pt>
                <c:pt idx="11736">
                  <c:v>10.55969000000001</c:v>
                </c:pt>
                <c:pt idx="11737">
                  <c:v>11.04045</c:v>
                </c:pt>
                <c:pt idx="11738">
                  <c:v>11.53848</c:v>
                </c:pt>
                <c:pt idx="11739">
                  <c:v>11.988900000000001</c:v>
                </c:pt>
                <c:pt idx="11740">
                  <c:v>12.026580000000004</c:v>
                </c:pt>
                <c:pt idx="11741">
                  <c:v>11.093160000000001</c:v>
                </c:pt>
                <c:pt idx="11742">
                  <c:v>9.6900300000000001</c:v>
                </c:pt>
                <c:pt idx="11743">
                  <c:v>8.9623200000000001</c:v>
                </c:pt>
                <c:pt idx="11744">
                  <c:v>9.2522200000000012</c:v>
                </c:pt>
                <c:pt idx="11745">
                  <c:v>9.9808300000000028</c:v>
                </c:pt>
                <c:pt idx="11746">
                  <c:v>10.73362</c:v>
                </c:pt>
                <c:pt idx="11747">
                  <c:v>11.107430000000004</c:v>
                </c:pt>
                <c:pt idx="11748">
                  <c:v>11.329220000000001</c:v>
                </c:pt>
                <c:pt idx="11749">
                  <c:v>11.844890000000001</c:v>
                </c:pt>
                <c:pt idx="11750">
                  <c:v>12.34816</c:v>
                </c:pt>
                <c:pt idx="11751">
                  <c:v>12.764890000000001</c:v>
                </c:pt>
                <c:pt idx="11752">
                  <c:v>13.11167</c:v>
                </c:pt>
                <c:pt idx="11753">
                  <c:v>13.15536</c:v>
                </c:pt>
                <c:pt idx="11754">
                  <c:v>13.05097</c:v>
                </c:pt>
                <c:pt idx="11755">
                  <c:v>13.11467</c:v>
                </c:pt>
                <c:pt idx="11756">
                  <c:v>12.975740000000011</c:v>
                </c:pt>
                <c:pt idx="11757">
                  <c:v>12.391640000000002</c:v>
                </c:pt>
                <c:pt idx="11758">
                  <c:v>11.60751</c:v>
                </c:pt>
                <c:pt idx="11759">
                  <c:v>10.984400000000004</c:v>
                </c:pt>
                <c:pt idx="11760">
                  <c:v>10.758090000000001</c:v>
                </c:pt>
                <c:pt idx="11761">
                  <c:v>11.025930000000002</c:v>
                </c:pt>
                <c:pt idx="11762">
                  <c:v>11.612910000000001</c:v>
                </c:pt>
                <c:pt idx="11763">
                  <c:v>12.295440000000006</c:v>
                </c:pt>
                <c:pt idx="11764">
                  <c:v>12.92113</c:v>
                </c:pt>
                <c:pt idx="11765">
                  <c:v>13.413480000000011</c:v>
                </c:pt>
                <c:pt idx="11766">
                  <c:v>13.7066</c:v>
                </c:pt>
                <c:pt idx="11767">
                  <c:v>13.444050000000001</c:v>
                </c:pt>
                <c:pt idx="11768">
                  <c:v>12.48995</c:v>
                </c:pt>
                <c:pt idx="11769">
                  <c:v>11.825890000000006</c:v>
                </c:pt>
                <c:pt idx="11770">
                  <c:v>11.745190000000001</c:v>
                </c:pt>
                <c:pt idx="11771">
                  <c:v>11.770520000000001</c:v>
                </c:pt>
                <c:pt idx="11772">
                  <c:v>11.924020000000001</c:v>
                </c:pt>
                <c:pt idx="11773">
                  <c:v>12.356770000000004</c:v>
                </c:pt>
                <c:pt idx="11774">
                  <c:v>12.25343000000001</c:v>
                </c:pt>
                <c:pt idx="11775">
                  <c:v>11.600760000000001</c:v>
                </c:pt>
                <c:pt idx="11776">
                  <c:v>11.42029</c:v>
                </c:pt>
                <c:pt idx="11777">
                  <c:v>11.74071</c:v>
                </c:pt>
                <c:pt idx="11778">
                  <c:v>12.16009</c:v>
                </c:pt>
                <c:pt idx="11779">
                  <c:v>12.38082</c:v>
                </c:pt>
                <c:pt idx="11780">
                  <c:v>12.441929999999999</c:v>
                </c:pt>
                <c:pt idx="11781">
                  <c:v>12.529720000000001</c:v>
                </c:pt>
                <c:pt idx="11782">
                  <c:v>12.81738</c:v>
                </c:pt>
                <c:pt idx="11783">
                  <c:v>13.155830000000011</c:v>
                </c:pt>
                <c:pt idx="11784">
                  <c:v>13.6904</c:v>
                </c:pt>
                <c:pt idx="11785">
                  <c:v>14.51263000000001</c:v>
                </c:pt>
                <c:pt idx="11786">
                  <c:v>15.28693</c:v>
                </c:pt>
                <c:pt idx="11787">
                  <c:v>15.808860000000001</c:v>
                </c:pt>
                <c:pt idx="11788">
                  <c:v>16.116860000000035</c:v>
                </c:pt>
                <c:pt idx="11789">
                  <c:v>16.367709999999974</c:v>
                </c:pt>
                <c:pt idx="11790">
                  <c:v>16.681909999999988</c:v>
                </c:pt>
                <c:pt idx="11791">
                  <c:v>17.032990000000005</c:v>
                </c:pt>
                <c:pt idx="11792">
                  <c:v>16.943409999999975</c:v>
                </c:pt>
                <c:pt idx="11793">
                  <c:v>16.758129999999973</c:v>
                </c:pt>
                <c:pt idx="11794">
                  <c:v>16.371230000000001</c:v>
                </c:pt>
                <c:pt idx="11795">
                  <c:v>15.655030000000011</c:v>
                </c:pt>
                <c:pt idx="11796">
                  <c:v>14.878640000000004</c:v>
                </c:pt>
                <c:pt idx="11797">
                  <c:v>14.18282</c:v>
                </c:pt>
                <c:pt idx="11798">
                  <c:v>13.23142</c:v>
                </c:pt>
                <c:pt idx="11799">
                  <c:v>12.63369</c:v>
                </c:pt>
                <c:pt idx="11800">
                  <c:v>12.97200000000001</c:v>
                </c:pt>
                <c:pt idx="11801">
                  <c:v>13.689920000000001</c:v>
                </c:pt>
                <c:pt idx="11802">
                  <c:v>14.447520000000001</c:v>
                </c:pt>
                <c:pt idx="11803">
                  <c:v>15.06096</c:v>
                </c:pt>
                <c:pt idx="11804">
                  <c:v>14.858560000000002</c:v>
                </c:pt>
                <c:pt idx="11805">
                  <c:v>14.350300000000002</c:v>
                </c:pt>
                <c:pt idx="11806">
                  <c:v>13.898070000000001</c:v>
                </c:pt>
                <c:pt idx="11807">
                  <c:v>14.035360000000001</c:v>
                </c:pt>
                <c:pt idx="11808">
                  <c:v>14.820360000000001</c:v>
                </c:pt>
                <c:pt idx="11809">
                  <c:v>15.60139</c:v>
                </c:pt>
                <c:pt idx="11810">
                  <c:v>15.87837</c:v>
                </c:pt>
                <c:pt idx="11811">
                  <c:v>16.003830000000001</c:v>
                </c:pt>
                <c:pt idx="11812">
                  <c:v>16.137850000000046</c:v>
                </c:pt>
                <c:pt idx="11813">
                  <c:v>16.393260000000001</c:v>
                </c:pt>
                <c:pt idx="11814">
                  <c:v>16.883939999999978</c:v>
                </c:pt>
                <c:pt idx="11815">
                  <c:v>17.56917</c:v>
                </c:pt>
                <c:pt idx="11816">
                  <c:v>18.22447</c:v>
                </c:pt>
                <c:pt idx="11817">
                  <c:v>18.470399999999973</c:v>
                </c:pt>
                <c:pt idx="11818">
                  <c:v>18.583689999999972</c:v>
                </c:pt>
                <c:pt idx="11819">
                  <c:v>18.439430000000002</c:v>
                </c:pt>
                <c:pt idx="11820">
                  <c:v>18.390989999999999</c:v>
                </c:pt>
                <c:pt idx="11821">
                  <c:v>18.73884</c:v>
                </c:pt>
                <c:pt idx="11822">
                  <c:v>18.710380000000001</c:v>
                </c:pt>
                <c:pt idx="11823">
                  <c:v>18.477409999999974</c:v>
                </c:pt>
                <c:pt idx="11824">
                  <c:v>18.592929999999978</c:v>
                </c:pt>
                <c:pt idx="11825">
                  <c:v>18.716390000000001</c:v>
                </c:pt>
                <c:pt idx="11826">
                  <c:v>18.821750000000005</c:v>
                </c:pt>
                <c:pt idx="11827">
                  <c:v>19.06898</c:v>
                </c:pt>
                <c:pt idx="11828">
                  <c:v>19.317799999999988</c:v>
                </c:pt>
                <c:pt idx="11829">
                  <c:v>19.509810000000005</c:v>
                </c:pt>
                <c:pt idx="11830">
                  <c:v>19.340519999999973</c:v>
                </c:pt>
                <c:pt idx="11831">
                  <c:v>19.274039999999989</c:v>
                </c:pt>
                <c:pt idx="11832">
                  <c:v>19.569189999999974</c:v>
                </c:pt>
                <c:pt idx="11833">
                  <c:v>20.047509999999978</c:v>
                </c:pt>
                <c:pt idx="11834">
                  <c:v>20.485299999999956</c:v>
                </c:pt>
                <c:pt idx="11835">
                  <c:v>20.929329999999968</c:v>
                </c:pt>
                <c:pt idx="11836">
                  <c:v>21.37866</c:v>
                </c:pt>
                <c:pt idx="11837">
                  <c:v>21.804169999999999</c:v>
                </c:pt>
                <c:pt idx="11838">
                  <c:v>22.031790000000001</c:v>
                </c:pt>
                <c:pt idx="11839">
                  <c:v>22.153130000000001</c:v>
                </c:pt>
                <c:pt idx="11840">
                  <c:v>22.163810000000005</c:v>
                </c:pt>
                <c:pt idx="11841">
                  <c:v>22.045609999999975</c:v>
                </c:pt>
                <c:pt idx="11842">
                  <c:v>21.782349999999955</c:v>
                </c:pt>
                <c:pt idx="11843">
                  <c:v>21.269729999999957</c:v>
                </c:pt>
                <c:pt idx="11844">
                  <c:v>20.82283</c:v>
                </c:pt>
                <c:pt idx="11845">
                  <c:v>20.806660000000001</c:v>
                </c:pt>
                <c:pt idx="11846">
                  <c:v>21.169460000000001</c:v>
                </c:pt>
                <c:pt idx="11847">
                  <c:v>21.436450000000001</c:v>
                </c:pt>
                <c:pt idx="11848">
                  <c:v>21.45365</c:v>
                </c:pt>
                <c:pt idx="11849">
                  <c:v>21.467699999999972</c:v>
                </c:pt>
                <c:pt idx="11850">
                  <c:v>21.541609999999974</c:v>
                </c:pt>
                <c:pt idx="11851">
                  <c:v>21.472039999999971</c:v>
                </c:pt>
                <c:pt idx="11852">
                  <c:v>21.56429</c:v>
                </c:pt>
                <c:pt idx="11853">
                  <c:v>21.379239999999989</c:v>
                </c:pt>
                <c:pt idx="11854">
                  <c:v>21.343240000000002</c:v>
                </c:pt>
                <c:pt idx="11855">
                  <c:v>21.727129999999974</c:v>
                </c:pt>
                <c:pt idx="11856">
                  <c:v>22.13852</c:v>
                </c:pt>
                <c:pt idx="11857">
                  <c:v>22.258659999999974</c:v>
                </c:pt>
                <c:pt idx="11858">
                  <c:v>21.86659999999997</c:v>
                </c:pt>
                <c:pt idx="11859">
                  <c:v>21.642479999999974</c:v>
                </c:pt>
                <c:pt idx="11860">
                  <c:v>21.82057</c:v>
                </c:pt>
                <c:pt idx="11861">
                  <c:v>21.529669999999989</c:v>
                </c:pt>
                <c:pt idx="11862">
                  <c:v>21.308800000000005</c:v>
                </c:pt>
                <c:pt idx="11863">
                  <c:v>21.479579999999974</c:v>
                </c:pt>
                <c:pt idx="11864">
                  <c:v>21.865589999999973</c:v>
                </c:pt>
                <c:pt idx="11865">
                  <c:v>22.612780000000001</c:v>
                </c:pt>
                <c:pt idx="11866">
                  <c:v>23.040859999999999</c:v>
                </c:pt>
                <c:pt idx="11867">
                  <c:v>22.378710000000002</c:v>
                </c:pt>
                <c:pt idx="11868">
                  <c:v>21.799629999999972</c:v>
                </c:pt>
                <c:pt idx="11869">
                  <c:v>21.728619999999957</c:v>
                </c:pt>
                <c:pt idx="11870">
                  <c:v>21.726529999999968</c:v>
                </c:pt>
                <c:pt idx="11871">
                  <c:v>21.953759999999978</c:v>
                </c:pt>
                <c:pt idx="11872">
                  <c:v>22.30029</c:v>
                </c:pt>
                <c:pt idx="11873">
                  <c:v>22.585319999999957</c:v>
                </c:pt>
                <c:pt idx="11874">
                  <c:v>23.003679999999989</c:v>
                </c:pt>
                <c:pt idx="11875">
                  <c:v>23.541329999999974</c:v>
                </c:pt>
                <c:pt idx="11876">
                  <c:v>24.195869999999999</c:v>
                </c:pt>
                <c:pt idx="11877">
                  <c:v>24.938229999999972</c:v>
                </c:pt>
                <c:pt idx="11878">
                  <c:v>25.606549999999974</c:v>
                </c:pt>
                <c:pt idx="11879">
                  <c:v>26.181290000000001</c:v>
                </c:pt>
                <c:pt idx="11880">
                  <c:v>26.702579999999973</c:v>
                </c:pt>
                <c:pt idx="11881">
                  <c:v>27.076229999999974</c:v>
                </c:pt>
                <c:pt idx="11882">
                  <c:v>27.370950000000022</c:v>
                </c:pt>
                <c:pt idx="11883">
                  <c:v>27.751339999999974</c:v>
                </c:pt>
                <c:pt idx="11884">
                  <c:v>28.174969999999998</c:v>
                </c:pt>
                <c:pt idx="11885">
                  <c:v>28.591940000000001</c:v>
                </c:pt>
                <c:pt idx="11886">
                  <c:v>28.77847999999997</c:v>
                </c:pt>
                <c:pt idx="11887">
                  <c:v>28.78417</c:v>
                </c:pt>
                <c:pt idx="11888">
                  <c:v>28.929439999999964</c:v>
                </c:pt>
                <c:pt idx="11889">
                  <c:v>29.15253999999997</c:v>
                </c:pt>
                <c:pt idx="11890">
                  <c:v>29.382399999999972</c:v>
                </c:pt>
                <c:pt idx="11891">
                  <c:v>29.654920000000022</c:v>
                </c:pt>
                <c:pt idx="11892">
                  <c:v>29.9543</c:v>
                </c:pt>
                <c:pt idx="11893">
                  <c:v>30.050729999999973</c:v>
                </c:pt>
                <c:pt idx="11894">
                  <c:v>29.87203999999997</c:v>
                </c:pt>
                <c:pt idx="11895">
                  <c:v>28.963239999999956</c:v>
                </c:pt>
                <c:pt idx="11896">
                  <c:v>27.58693999999997</c:v>
                </c:pt>
                <c:pt idx="11897">
                  <c:v>26.974229999999974</c:v>
                </c:pt>
                <c:pt idx="11898">
                  <c:v>26.624900000000022</c:v>
                </c:pt>
                <c:pt idx="11899">
                  <c:v>25.94720999999997</c:v>
                </c:pt>
                <c:pt idx="11900">
                  <c:v>25.533370000000001</c:v>
                </c:pt>
                <c:pt idx="11901">
                  <c:v>25.530200000000001</c:v>
                </c:pt>
                <c:pt idx="11902">
                  <c:v>25.626850000000033</c:v>
                </c:pt>
                <c:pt idx="11903">
                  <c:v>25.898900000000001</c:v>
                </c:pt>
                <c:pt idx="11904">
                  <c:v>26.377420000000001</c:v>
                </c:pt>
                <c:pt idx="11905">
                  <c:v>26.852910000000001</c:v>
                </c:pt>
                <c:pt idx="11906">
                  <c:v>26.724910000000001</c:v>
                </c:pt>
                <c:pt idx="11907">
                  <c:v>26.260539999999956</c:v>
                </c:pt>
                <c:pt idx="11908">
                  <c:v>26.04635</c:v>
                </c:pt>
                <c:pt idx="11909">
                  <c:v>26.05312</c:v>
                </c:pt>
                <c:pt idx="11910">
                  <c:v>26.259039999999974</c:v>
                </c:pt>
                <c:pt idx="11911">
                  <c:v>26.59</c:v>
                </c:pt>
                <c:pt idx="11912">
                  <c:v>26.93608</c:v>
                </c:pt>
                <c:pt idx="11913">
                  <c:v>27.296410000000002</c:v>
                </c:pt>
                <c:pt idx="11914">
                  <c:v>27.455329999999975</c:v>
                </c:pt>
                <c:pt idx="11915">
                  <c:v>27.314489999999999</c:v>
                </c:pt>
                <c:pt idx="11916">
                  <c:v>27.34975</c:v>
                </c:pt>
                <c:pt idx="11917">
                  <c:v>27.828509999999973</c:v>
                </c:pt>
                <c:pt idx="11918">
                  <c:v>28.240349999999957</c:v>
                </c:pt>
                <c:pt idx="11919">
                  <c:v>28.38892999999997</c:v>
                </c:pt>
                <c:pt idx="11920">
                  <c:v>28.541879999999999</c:v>
                </c:pt>
                <c:pt idx="11921">
                  <c:v>28.313030000000001</c:v>
                </c:pt>
                <c:pt idx="11922">
                  <c:v>27.602679999999989</c:v>
                </c:pt>
                <c:pt idx="11923">
                  <c:v>26.322229999999973</c:v>
                </c:pt>
                <c:pt idx="11924">
                  <c:v>25.236149999999974</c:v>
                </c:pt>
                <c:pt idx="11925">
                  <c:v>24.937290000000001</c:v>
                </c:pt>
                <c:pt idx="11926">
                  <c:v>25.112570000000005</c:v>
                </c:pt>
                <c:pt idx="11927">
                  <c:v>25.256539999999973</c:v>
                </c:pt>
                <c:pt idx="11928">
                  <c:v>25.03858</c:v>
                </c:pt>
                <c:pt idx="11929">
                  <c:v>24.915839999999989</c:v>
                </c:pt>
                <c:pt idx="11930">
                  <c:v>24.876249999999974</c:v>
                </c:pt>
                <c:pt idx="11931">
                  <c:v>24.867249999999974</c:v>
                </c:pt>
                <c:pt idx="11932">
                  <c:v>24.714369999999999</c:v>
                </c:pt>
                <c:pt idx="11933">
                  <c:v>23.954360000000001</c:v>
                </c:pt>
                <c:pt idx="11934">
                  <c:v>23.11863</c:v>
                </c:pt>
                <c:pt idx="11935">
                  <c:v>22.670639999999974</c:v>
                </c:pt>
                <c:pt idx="11936">
                  <c:v>22.312139999999989</c:v>
                </c:pt>
                <c:pt idx="11937">
                  <c:v>22.036490000000001</c:v>
                </c:pt>
                <c:pt idx="11938">
                  <c:v>21.954239999999974</c:v>
                </c:pt>
                <c:pt idx="11939">
                  <c:v>21.996639999999957</c:v>
                </c:pt>
                <c:pt idx="11940">
                  <c:v>21.958539999999957</c:v>
                </c:pt>
                <c:pt idx="11941">
                  <c:v>21.669229999999974</c:v>
                </c:pt>
                <c:pt idx="11942">
                  <c:v>20.826739999999972</c:v>
                </c:pt>
                <c:pt idx="11943">
                  <c:v>20.155760000000001</c:v>
                </c:pt>
                <c:pt idx="11944">
                  <c:v>19.91028</c:v>
                </c:pt>
                <c:pt idx="11945">
                  <c:v>19.730739999999972</c:v>
                </c:pt>
                <c:pt idx="11946">
                  <c:v>19.714230000000001</c:v>
                </c:pt>
                <c:pt idx="11947">
                  <c:v>19.91039</c:v>
                </c:pt>
                <c:pt idx="11948">
                  <c:v>20.245589999999975</c:v>
                </c:pt>
                <c:pt idx="11949">
                  <c:v>20.593969999999999</c:v>
                </c:pt>
                <c:pt idx="11950">
                  <c:v>20.3932</c:v>
                </c:pt>
                <c:pt idx="11951">
                  <c:v>19.53654999999997</c:v>
                </c:pt>
                <c:pt idx="11952">
                  <c:v>18.80540999999997</c:v>
                </c:pt>
                <c:pt idx="11953">
                  <c:v>18.552009999999989</c:v>
                </c:pt>
                <c:pt idx="11954">
                  <c:v>18.626760000000001</c:v>
                </c:pt>
                <c:pt idx="11955">
                  <c:v>18.878319999999974</c:v>
                </c:pt>
                <c:pt idx="11956">
                  <c:v>19.000409999999974</c:v>
                </c:pt>
                <c:pt idx="11957">
                  <c:v>18.80052999999997</c:v>
                </c:pt>
                <c:pt idx="11958">
                  <c:v>18.588299999999968</c:v>
                </c:pt>
                <c:pt idx="11959">
                  <c:v>18.66723</c:v>
                </c:pt>
                <c:pt idx="11960">
                  <c:v>18.763699999999975</c:v>
                </c:pt>
                <c:pt idx="11961">
                  <c:v>18.633350000000021</c:v>
                </c:pt>
                <c:pt idx="11962">
                  <c:v>18.513400000000001</c:v>
                </c:pt>
                <c:pt idx="11963">
                  <c:v>18.29945</c:v>
                </c:pt>
                <c:pt idx="11964">
                  <c:v>18.217820000000021</c:v>
                </c:pt>
                <c:pt idx="11965">
                  <c:v>18.315560000000001</c:v>
                </c:pt>
                <c:pt idx="11966">
                  <c:v>18.437750000000001</c:v>
                </c:pt>
                <c:pt idx="11967">
                  <c:v>18.378629999999973</c:v>
                </c:pt>
                <c:pt idx="11968">
                  <c:v>18.448779999999957</c:v>
                </c:pt>
                <c:pt idx="11969">
                  <c:v>18.512869999999999</c:v>
                </c:pt>
                <c:pt idx="11970">
                  <c:v>18.191160000000021</c:v>
                </c:pt>
                <c:pt idx="11971">
                  <c:v>17.641680000000001</c:v>
                </c:pt>
                <c:pt idx="11972">
                  <c:v>17.20058999999997</c:v>
                </c:pt>
                <c:pt idx="11973">
                  <c:v>16.961480000000002</c:v>
                </c:pt>
                <c:pt idx="11974">
                  <c:v>16.87663999999997</c:v>
                </c:pt>
                <c:pt idx="11975">
                  <c:v>16.974360000000001</c:v>
                </c:pt>
                <c:pt idx="11976">
                  <c:v>17.327880000000022</c:v>
                </c:pt>
                <c:pt idx="11977">
                  <c:v>17.686019999999989</c:v>
                </c:pt>
                <c:pt idx="11978">
                  <c:v>18.036909999999999</c:v>
                </c:pt>
                <c:pt idx="11979">
                  <c:v>18.339790000000001</c:v>
                </c:pt>
                <c:pt idx="11980">
                  <c:v>17.912870000000005</c:v>
                </c:pt>
                <c:pt idx="11981">
                  <c:v>16.84094</c:v>
                </c:pt>
                <c:pt idx="11982">
                  <c:v>15.81701</c:v>
                </c:pt>
                <c:pt idx="11983">
                  <c:v>15.212160000000001</c:v>
                </c:pt>
                <c:pt idx="11984">
                  <c:v>15.034129999999999</c:v>
                </c:pt>
                <c:pt idx="11985">
                  <c:v>15.10974</c:v>
                </c:pt>
                <c:pt idx="11986">
                  <c:v>15.244329999999998</c:v>
                </c:pt>
                <c:pt idx="11987">
                  <c:v>15.3233</c:v>
                </c:pt>
                <c:pt idx="11988">
                  <c:v>15.410910000000001</c:v>
                </c:pt>
                <c:pt idx="11989">
                  <c:v>15.47612</c:v>
                </c:pt>
                <c:pt idx="11990">
                  <c:v>15.324020000000001</c:v>
                </c:pt>
                <c:pt idx="11991">
                  <c:v>15.20326</c:v>
                </c:pt>
                <c:pt idx="11992">
                  <c:v>15.184430000000004</c:v>
                </c:pt>
                <c:pt idx="11993">
                  <c:v>15.38762</c:v>
                </c:pt>
                <c:pt idx="11994">
                  <c:v>15.50891</c:v>
                </c:pt>
                <c:pt idx="11995">
                  <c:v>15.121840000000001</c:v>
                </c:pt>
                <c:pt idx="11996">
                  <c:v>14.617890000000001</c:v>
                </c:pt>
                <c:pt idx="11997">
                  <c:v>14.494440000000004</c:v>
                </c:pt>
                <c:pt idx="11998">
                  <c:v>14.73559</c:v>
                </c:pt>
                <c:pt idx="11999">
                  <c:v>14.938829999999999</c:v>
                </c:pt>
                <c:pt idx="12000">
                  <c:v>14.87965000000001</c:v>
                </c:pt>
                <c:pt idx="12001">
                  <c:v>14.458210000000001</c:v>
                </c:pt>
                <c:pt idx="12002">
                  <c:v>13.97739</c:v>
                </c:pt>
                <c:pt idx="12003">
                  <c:v>13.45632</c:v>
                </c:pt>
                <c:pt idx="12004">
                  <c:v>12.81874</c:v>
                </c:pt>
                <c:pt idx="12005">
                  <c:v>12.5059</c:v>
                </c:pt>
                <c:pt idx="12006">
                  <c:v>12.560560000000002</c:v>
                </c:pt>
                <c:pt idx="12007">
                  <c:v>12.666430000000011</c:v>
                </c:pt>
                <c:pt idx="12008">
                  <c:v>12.661520000000001</c:v>
                </c:pt>
                <c:pt idx="12009">
                  <c:v>12.521850000000001</c:v>
                </c:pt>
                <c:pt idx="12010">
                  <c:v>12.748729999999998</c:v>
                </c:pt>
                <c:pt idx="12011">
                  <c:v>13.33278000000001</c:v>
                </c:pt>
                <c:pt idx="12012">
                  <c:v>12.947979999999999</c:v>
                </c:pt>
                <c:pt idx="12013">
                  <c:v>12.208359999999999</c:v>
                </c:pt>
                <c:pt idx="12014">
                  <c:v>11.689360000000001</c:v>
                </c:pt>
                <c:pt idx="12015">
                  <c:v>11.710790000000001</c:v>
                </c:pt>
                <c:pt idx="12016">
                  <c:v>12.061400000000004</c:v>
                </c:pt>
                <c:pt idx="12017">
                  <c:v>12.13617</c:v>
                </c:pt>
                <c:pt idx="12018">
                  <c:v>11.96280000000001</c:v>
                </c:pt>
                <c:pt idx="12019">
                  <c:v>11.61595</c:v>
                </c:pt>
                <c:pt idx="12020">
                  <c:v>11.22242</c:v>
                </c:pt>
                <c:pt idx="12021">
                  <c:v>11.07038</c:v>
                </c:pt>
                <c:pt idx="12022">
                  <c:v>11.00784</c:v>
                </c:pt>
                <c:pt idx="12023">
                  <c:v>10.92883</c:v>
                </c:pt>
                <c:pt idx="12024">
                  <c:v>11.057500000000006</c:v>
                </c:pt>
                <c:pt idx="12025">
                  <c:v>11.30926</c:v>
                </c:pt>
                <c:pt idx="12026">
                  <c:v>11.30616</c:v>
                </c:pt>
                <c:pt idx="12027">
                  <c:v>10.81912</c:v>
                </c:pt>
                <c:pt idx="12028">
                  <c:v>10.20055</c:v>
                </c:pt>
                <c:pt idx="12029">
                  <c:v>9.8857400000000109</c:v>
                </c:pt>
                <c:pt idx="12030">
                  <c:v>9.6523500000000002</c:v>
                </c:pt>
                <c:pt idx="12031">
                  <c:v>9.3124400000000112</c:v>
                </c:pt>
                <c:pt idx="12032">
                  <c:v>9.1009900000000012</c:v>
                </c:pt>
                <c:pt idx="12033">
                  <c:v>8.9716200000000015</c:v>
                </c:pt>
                <c:pt idx="12034">
                  <c:v>8.84666</c:v>
                </c:pt>
                <c:pt idx="12035">
                  <c:v>8.7656700000000001</c:v>
                </c:pt>
                <c:pt idx="12036">
                  <c:v>8.5923700000000007</c:v>
                </c:pt>
                <c:pt idx="12037">
                  <c:v>8.5050300000000068</c:v>
                </c:pt>
                <c:pt idx="12038">
                  <c:v>8.5764000000000067</c:v>
                </c:pt>
                <c:pt idx="12039">
                  <c:v>8.8826300000000113</c:v>
                </c:pt>
                <c:pt idx="12040">
                  <c:v>9.3222000000000005</c:v>
                </c:pt>
                <c:pt idx="12041">
                  <c:v>9.6361600000000003</c:v>
                </c:pt>
                <c:pt idx="12042">
                  <c:v>9.7475199999999997</c:v>
                </c:pt>
                <c:pt idx="12043">
                  <c:v>9.4217600000000008</c:v>
                </c:pt>
                <c:pt idx="12044">
                  <c:v>9.1345100000000006</c:v>
                </c:pt>
                <c:pt idx="12045">
                  <c:v>9.2010299999999994</c:v>
                </c:pt>
                <c:pt idx="12046">
                  <c:v>9.2621900000000004</c:v>
                </c:pt>
                <c:pt idx="12047">
                  <c:v>8.971210000000001</c:v>
                </c:pt>
                <c:pt idx="12048">
                  <c:v>8.5611800000000002</c:v>
                </c:pt>
                <c:pt idx="12049">
                  <c:v>8.458870000000001</c:v>
                </c:pt>
                <c:pt idx="12050">
                  <c:v>8.5421800000000001</c:v>
                </c:pt>
                <c:pt idx="12051">
                  <c:v>8.3548600000000004</c:v>
                </c:pt>
                <c:pt idx="12052">
                  <c:v>8.0449599999999997</c:v>
                </c:pt>
                <c:pt idx="12053">
                  <c:v>7.6433999999999997</c:v>
                </c:pt>
                <c:pt idx="12054">
                  <c:v>7.3256999999999985</c:v>
                </c:pt>
                <c:pt idx="12055">
                  <c:v>7.2031499999999999</c:v>
                </c:pt>
                <c:pt idx="12056">
                  <c:v>7.1878499999999965</c:v>
                </c:pt>
                <c:pt idx="12057">
                  <c:v>7.3288099999999945</c:v>
                </c:pt>
                <c:pt idx="12058">
                  <c:v>7.5981299999999985</c:v>
                </c:pt>
                <c:pt idx="12059">
                  <c:v>7.9327600000000063</c:v>
                </c:pt>
                <c:pt idx="12060">
                  <c:v>8.2241499999999998</c:v>
                </c:pt>
                <c:pt idx="12061">
                  <c:v>8.4585000000000008</c:v>
                </c:pt>
                <c:pt idx="12062">
                  <c:v>8.5629100000000005</c:v>
                </c:pt>
                <c:pt idx="12063">
                  <c:v>8.6343299999999985</c:v>
                </c:pt>
                <c:pt idx="12064">
                  <c:v>8.9001900000000003</c:v>
                </c:pt>
                <c:pt idx="12065">
                  <c:v>9.3264200000000006</c:v>
                </c:pt>
                <c:pt idx="12066">
                  <c:v>9.7100000000000009</c:v>
                </c:pt>
                <c:pt idx="12067">
                  <c:v>9.7656200000000002</c:v>
                </c:pt>
                <c:pt idx="12068">
                  <c:v>9.3966000000000047</c:v>
                </c:pt>
                <c:pt idx="12069">
                  <c:v>8.9893100000000015</c:v>
                </c:pt>
                <c:pt idx="12070">
                  <c:v>8.9047200000000011</c:v>
                </c:pt>
                <c:pt idx="12071">
                  <c:v>9.0199600000000011</c:v>
                </c:pt>
                <c:pt idx="12072">
                  <c:v>8.9998700000000014</c:v>
                </c:pt>
                <c:pt idx="12073">
                  <c:v>8.8764200000000066</c:v>
                </c:pt>
                <c:pt idx="12074">
                  <c:v>8.8882100000000008</c:v>
                </c:pt>
                <c:pt idx="12075">
                  <c:v>8.9975100000000001</c:v>
                </c:pt>
                <c:pt idx="12076">
                  <c:v>9.0428200000000007</c:v>
                </c:pt>
                <c:pt idx="12077">
                  <c:v>8.8839400000000008</c:v>
                </c:pt>
                <c:pt idx="12078">
                  <c:v>8.6309199999999997</c:v>
                </c:pt>
                <c:pt idx="12079">
                  <c:v>8.6312099999999994</c:v>
                </c:pt>
                <c:pt idx="12080">
                  <c:v>8.7453500000000002</c:v>
                </c:pt>
                <c:pt idx="12081">
                  <c:v>8.8812800000000003</c:v>
                </c:pt>
                <c:pt idx="12082">
                  <c:v>8.6522700000000015</c:v>
                </c:pt>
                <c:pt idx="12083">
                  <c:v>8.23536</c:v>
                </c:pt>
                <c:pt idx="12084">
                  <c:v>8.128269999999997</c:v>
                </c:pt>
                <c:pt idx="12085">
                  <c:v>8.2567700000000013</c:v>
                </c:pt>
                <c:pt idx="12086">
                  <c:v>8.428090000000001</c:v>
                </c:pt>
                <c:pt idx="12087">
                  <c:v>8.5340900000000008</c:v>
                </c:pt>
                <c:pt idx="12088">
                  <c:v>8.4396900000000006</c:v>
                </c:pt>
                <c:pt idx="12089">
                  <c:v>7.9657499999999999</c:v>
                </c:pt>
                <c:pt idx="12090">
                  <c:v>7.3739799999999995</c:v>
                </c:pt>
                <c:pt idx="12091">
                  <c:v>6.8184899999999944</c:v>
                </c:pt>
                <c:pt idx="12092">
                  <c:v>6.3927999999999985</c:v>
                </c:pt>
                <c:pt idx="12093">
                  <c:v>6.2819000000000003</c:v>
                </c:pt>
                <c:pt idx="12094">
                  <c:v>6.4312800000000063</c:v>
                </c:pt>
                <c:pt idx="12095">
                  <c:v>6.6595299999999975</c:v>
                </c:pt>
                <c:pt idx="12096">
                  <c:v>7.2223799999999985</c:v>
                </c:pt>
                <c:pt idx="12097">
                  <c:v>7.8152099999999995</c:v>
                </c:pt>
                <c:pt idx="12098">
                  <c:v>8.3302300000000002</c:v>
                </c:pt>
                <c:pt idx="12099">
                  <c:v>8.8918500000000016</c:v>
                </c:pt>
                <c:pt idx="12100">
                  <c:v>9.4298100000000016</c:v>
                </c:pt>
                <c:pt idx="12101">
                  <c:v>9.771329999999999</c:v>
                </c:pt>
                <c:pt idx="12102">
                  <c:v>9.8920500000000047</c:v>
                </c:pt>
                <c:pt idx="12103">
                  <c:v>9.7781400000000005</c:v>
                </c:pt>
                <c:pt idx="12104">
                  <c:v>9.8415300000000006</c:v>
                </c:pt>
                <c:pt idx="12105">
                  <c:v>10.3889</c:v>
                </c:pt>
                <c:pt idx="12106">
                  <c:v>10.614840000000001</c:v>
                </c:pt>
                <c:pt idx="12107">
                  <c:v>10.151440000000004</c:v>
                </c:pt>
                <c:pt idx="12108">
                  <c:v>9.1824800000000124</c:v>
                </c:pt>
                <c:pt idx="12109">
                  <c:v>8.3363800000000001</c:v>
                </c:pt>
                <c:pt idx="12110">
                  <c:v>8.5965800000000048</c:v>
                </c:pt>
                <c:pt idx="12111">
                  <c:v>9.0841600000000007</c:v>
                </c:pt>
                <c:pt idx="12112">
                  <c:v>8.8072100000000013</c:v>
                </c:pt>
                <c:pt idx="12113">
                  <c:v>8.5971600000000006</c:v>
                </c:pt>
                <c:pt idx="12114">
                  <c:v>8.8199200000000015</c:v>
                </c:pt>
                <c:pt idx="12115">
                  <c:v>9.4068300000000047</c:v>
                </c:pt>
                <c:pt idx="12116">
                  <c:v>9.8700600000000005</c:v>
                </c:pt>
                <c:pt idx="12117">
                  <c:v>9.1657000000000028</c:v>
                </c:pt>
                <c:pt idx="12118">
                  <c:v>8.5504500000000068</c:v>
                </c:pt>
                <c:pt idx="12119">
                  <c:v>8.8890300000000124</c:v>
                </c:pt>
                <c:pt idx="12120">
                  <c:v>9.3628500000000141</c:v>
                </c:pt>
                <c:pt idx="12121">
                  <c:v>9.3040700000000012</c:v>
                </c:pt>
                <c:pt idx="12122">
                  <c:v>9.57409</c:v>
                </c:pt>
                <c:pt idx="12123">
                  <c:v>9.9404500000000002</c:v>
                </c:pt>
                <c:pt idx="12124">
                  <c:v>10.543480000000002</c:v>
                </c:pt>
                <c:pt idx="12125">
                  <c:v>10.56152</c:v>
                </c:pt>
                <c:pt idx="12126">
                  <c:v>10.124560000000001</c:v>
                </c:pt>
                <c:pt idx="12127">
                  <c:v>10.11079</c:v>
                </c:pt>
                <c:pt idx="12128">
                  <c:v>10.37567000000001</c:v>
                </c:pt>
                <c:pt idx="12129">
                  <c:v>10.758840000000001</c:v>
                </c:pt>
                <c:pt idx="12130">
                  <c:v>11.21904</c:v>
                </c:pt>
                <c:pt idx="12131">
                  <c:v>11.756260000000001</c:v>
                </c:pt>
                <c:pt idx="12132">
                  <c:v>12.17756</c:v>
                </c:pt>
                <c:pt idx="12133">
                  <c:v>12.296950000000001</c:v>
                </c:pt>
                <c:pt idx="12134">
                  <c:v>12.063550000000006</c:v>
                </c:pt>
                <c:pt idx="12135">
                  <c:v>11.864140000000004</c:v>
                </c:pt>
                <c:pt idx="12136">
                  <c:v>11.97969000000001</c:v>
                </c:pt>
                <c:pt idx="12137">
                  <c:v>12.171110000000001</c:v>
                </c:pt>
                <c:pt idx="12138">
                  <c:v>12.53646</c:v>
                </c:pt>
                <c:pt idx="12139">
                  <c:v>13.11453</c:v>
                </c:pt>
                <c:pt idx="12140">
                  <c:v>13.58855</c:v>
                </c:pt>
                <c:pt idx="12141">
                  <c:v>13.868920000000001</c:v>
                </c:pt>
                <c:pt idx="12142">
                  <c:v>13.98376</c:v>
                </c:pt>
                <c:pt idx="12143">
                  <c:v>14.075580000000015</c:v>
                </c:pt>
                <c:pt idx="12144">
                  <c:v>13.537040000000001</c:v>
                </c:pt>
                <c:pt idx="12145">
                  <c:v>12.51332</c:v>
                </c:pt>
                <c:pt idx="12146">
                  <c:v>12.107060000000001</c:v>
                </c:pt>
                <c:pt idx="12147">
                  <c:v>12.46979000000001</c:v>
                </c:pt>
                <c:pt idx="12148">
                  <c:v>13.179460000000002</c:v>
                </c:pt>
                <c:pt idx="12149">
                  <c:v>13.65427</c:v>
                </c:pt>
                <c:pt idx="12150">
                  <c:v>14.00888</c:v>
                </c:pt>
                <c:pt idx="12151">
                  <c:v>14.28492</c:v>
                </c:pt>
                <c:pt idx="12152">
                  <c:v>14.05688000000001</c:v>
                </c:pt>
                <c:pt idx="12153">
                  <c:v>13.810880000000004</c:v>
                </c:pt>
                <c:pt idx="12154">
                  <c:v>13.75455</c:v>
                </c:pt>
                <c:pt idx="12155">
                  <c:v>13.808260000000001</c:v>
                </c:pt>
                <c:pt idx="12156">
                  <c:v>13.969880000000011</c:v>
                </c:pt>
                <c:pt idx="12157">
                  <c:v>14.144369999999997</c:v>
                </c:pt>
                <c:pt idx="12158">
                  <c:v>14.297280000000001</c:v>
                </c:pt>
                <c:pt idx="12159">
                  <c:v>14.569750000000004</c:v>
                </c:pt>
                <c:pt idx="12160">
                  <c:v>15.02435</c:v>
                </c:pt>
                <c:pt idx="12161">
                  <c:v>15.096350000000001</c:v>
                </c:pt>
                <c:pt idx="12162">
                  <c:v>14.8307</c:v>
                </c:pt>
                <c:pt idx="12163">
                  <c:v>14.666410000000004</c:v>
                </c:pt>
                <c:pt idx="12164">
                  <c:v>14.53102</c:v>
                </c:pt>
                <c:pt idx="12165">
                  <c:v>14.385650000000011</c:v>
                </c:pt>
                <c:pt idx="12166">
                  <c:v>14.473000000000004</c:v>
                </c:pt>
                <c:pt idx="12167">
                  <c:v>14.595630000000011</c:v>
                </c:pt>
                <c:pt idx="12168">
                  <c:v>14.62046</c:v>
                </c:pt>
                <c:pt idx="12169">
                  <c:v>14.25217</c:v>
                </c:pt>
                <c:pt idx="12170">
                  <c:v>13.548859999999999</c:v>
                </c:pt>
                <c:pt idx="12171">
                  <c:v>13.431330000000001</c:v>
                </c:pt>
                <c:pt idx="12172">
                  <c:v>13.619450000000002</c:v>
                </c:pt>
                <c:pt idx="12173">
                  <c:v>13.75088</c:v>
                </c:pt>
                <c:pt idx="12174">
                  <c:v>14.07199</c:v>
                </c:pt>
                <c:pt idx="12175">
                  <c:v>14.50986</c:v>
                </c:pt>
                <c:pt idx="12176">
                  <c:v>14.895450000000011</c:v>
                </c:pt>
                <c:pt idx="12177">
                  <c:v>15.354530000000015</c:v>
                </c:pt>
                <c:pt idx="12178">
                  <c:v>15.68486</c:v>
                </c:pt>
                <c:pt idx="12179">
                  <c:v>15.8348</c:v>
                </c:pt>
                <c:pt idx="12180">
                  <c:v>15.979200000000002</c:v>
                </c:pt>
                <c:pt idx="12181">
                  <c:v>16.05001</c:v>
                </c:pt>
                <c:pt idx="12182">
                  <c:v>16.138179999999988</c:v>
                </c:pt>
                <c:pt idx="12183">
                  <c:v>16.436499999999974</c:v>
                </c:pt>
                <c:pt idx="12184">
                  <c:v>16.738589999999974</c:v>
                </c:pt>
                <c:pt idx="12185">
                  <c:v>16.80132</c:v>
                </c:pt>
                <c:pt idx="12186">
                  <c:v>16.661999999999999</c:v>
                </c:pt>
                <c:pt idx="12187">
                  <c:v>16.50515</c:v>
                </c:pt>
                <c:pt idx="12188">
                  <c:v>16.501670000000001</c:v>
                </c:pt>
                <c:pt idx="12189">
                  <c:v>16.555230000000002</c:v>
                </c:pt>
                <c:pt idx="12190">
                  <c:v>16.437629999999974</c:v>
                </c:pt>
                <c:pt idx="12191">
                  <c:v>16.578209999999974</c:v>
                </c:pt>
                <c:pt idx="12192">
                  <c:v>16.940850000000001</c:v>
                </c:pt>
                <c:pt idx="12193">
                  <c:v>17.260039999999975</c:v>
                </c:pt>
                <c:pt idx="12194">
                  <c:v>17.880400000000002</c:v>
                </c:pt>
                <c:pt idx="12195">
                  <c:v>18.657170000000022</c:v>
                </c:pt>
                <c:pt idx="12196">
                  <c:v>19.274159999999988</c:v>
                </c:pt>
                <c:pt idx="12197">
                  <c:v>19.43111</c:v>
                </c:pt>
                <c:pt idx="12198">
                  <c:v>19.27158</c:v>
                </c:pt>
                <c:pt idx="12199">
                  <c:v>19.137490000000021</c:v>
                </c:pt>
                <c:pt idx="12200">
                  <c:v>19.047180000000001</c:v>
                </c:pt>
                <c:pt idx="12201">
                  <c:v>18.435919999999989</c:v>
                </c:pt>
                <c:pt idx="12202">
                  <c:v>18.232900000000001</c:v>
                </c:pt>
                <c:pt idx="12203">
                  <c:v>18.70027</c:v>
                </c:pt>
                <c:pt idx="12204">
                  <c:v>19.195070000000001</c:v>
                </c:pt>
                <c:pt idx="12205">
                  <c:v>19.50816</c:v>
                </c:pt>
                <c:pt idx="12206">
                  <c:v>19.593050000000005</c:v>
                </c:pt>
                <c:pt idx="12207">
                  <c:v>19.897629999999989</c:v>
                </c:pt>
                <c:pt idx="12208">
                  <c:v>20.233239999999974</c:v>
                </c:pt>
                <c:pt idx="12209">
                  <c:v>20.289149999999957</c:v>
                </c:pt>
                <c:pt idx="12210">
                  <c:v>20.012370000000001</c:v>
                </c:pt>
                <c:pt idx="12211">
                  <c:v>19.724860000000021</c:v>
                </c:pt>
                <c:pt idx="12212">
                  <c:v>19.818370000000005</c:v>
                </c:pt>
                <c:pt idx="12213">
                  <c:v>19.896260000000005</c:v>
                </c:pt>
                <c:pt idx="12214">
                  <c:v>19.692620000000002</c:v>
                </c:pt>
                <c:pt idx="12215">
                  <c:v>19.622990000000001</c:v>
                </c:pt>
                <c:pt idx="12216">
                  <c:v>20.011109999999999</c:v>
                </c:pt>
                <c:pt idx="12217">
                  <c:v>20.59394</c:v>
                </c:pt>
                <c:pt idx="12218">
                  <c:v>21.148150000000001</c:v>
                </c:pt>
                <c:pt idx="12219">
                  <c:v>21.564999999999987</c:v>
                </c:pt>
                <c:pt idx="12220">
                  <c:v>21.517469999999999</c:v>
                </c:pt>
                <c:pt idx="12221">
                  <c:v>21.571770000000001</c:v>
                </c:pt>
                <c:pt idx="12222">
                  <c:v>21.743960000000001</c:v>
                </c:pt>
                <c:pt idx="12223">
                  <c:v>21.865559999999974</c:v>
                </c:pt>
                <c:pt idx="12224">
                  <c:v>22.211960000000033</c:v>
                </c:pt>
                <c:pt idx="12225">
                  <c:v>22.041720000000002</c:v>
                </c:pt>
                <c:pt idx="12226">
                  <c:v>21.272619999999975</c:v>
                </c:pt>
                <c:pt idx="12227">
                  <c:v>20.77899</c:v>
                </c:pt>
                <c:pt idx="12228">
                  <c:v>20.822699999999973</c:v>
                </c:pt>
                <c:pt idx="12229">
                  <c:v>21.243109999999973</c:v>
                </c:pt>
                <c:pt idx="12230">
                  <c:v>21.779299999999989</c:v>
                </c:pt>
                <c:pt idx="12231">
                  <c:v>22.10134</c:v>
                </c:pt>
                <c:pt idx="12232">
                  <c:v>22.331189999999999</c:v>
                </c:pt>
                <c:pt idx="12233">
                  <c:v>22.68566999999997</c:v>
                </c:pt>
                <c:pt idx="12234">
                  <c:v>22.962589999999956</c:v>
                </c:pt>
                <c:pt idx="12235">
                  <c:v>23.14939</c:v>
                </c:pt>
                <c:pt idx="12236">
                  <c:v>23.364739999999973</c:v>
                </c:pt>
                <c:pt idx="12237">
                  <c:v>23.53876</c:v>
                </c:pt>
                <c:pt idx="12238">
                  <c:v>23.62513999999997</c:v>
                </c:pt>
                <c:pt idx="12239">
                  <c:v>23.823229999999974</c:v>
                </c:pt>
                <c:pt idx="12240">
                  <c:v>24.12529</c:v>
                </c:pt>
                <c:pt idx="12241">
                  <c:v>24.449750000000002</c:v>
                </c:pt>
                <c:pt idx="12242">
                  <c:v>24.363629999999972</c:v>
                </c:pt>
                <c:pt idx="12243">
                  <c:v>24.045599999999968</c:v>
                </c:pt>
                <c:pt idx="12244">
                  <c:v>23.959779999999974</c:v>
                </c:pt>
                <c:pt idx="12245">
                  <c:v>24.055709999999973</c:v>
                </c:pt>
                <c:pt idx="12246">
                  <c:v>24.429679999999973</c:v>
                </c:pt>
                <c:pt idx="12247">
                  <c:v>25.055539999999972</c:v>
                </c:pt>
                <c:pt idx="12248">
                  <c:v>25.72316</c:v>
                </c:pt>
                <c:pt idx="12249">
                  <c:v>26.246689999999973</c:v>
                </c:pt>
                <c:pt idx="12250">
                  <c:v>26.468629999999955</c:v>
                </c:pt>
                <c:pt idx="12251">
                  <c:v>25.732709999999972</c:v>
                </c:pt>
                <c:pt idx="12252">
                  <c:v>24.834019999999999</c:v>
                </c:pt>
                <c:pt idx="12253">
                  <c:v>24.59022999999997</c:v>
                </c:pt>
                <c:pt idx="12254">
                  <c:v>24.555759999999989</c:v>
                </c:pt>
                <c:pt idx="12255">
                  <c:v>24.666729999999973</c:v>
                </c:pt>
                <c:pt idx="12256">
                  <c:v>24.908449999999952</c:v>
                </c:pt>
                <c:pt idx="12257">
                  <c:v>25.129169999999988</c:v>
                </c:pt>
                <c:pt idx="12258">
                  <c:v>25.454750000000001</c:v>
                </c:pt>
                <c:pt idx="12259">
                  <c:v>25.71649</c:v>
                </c:pt>
                <c:pt idx="12260">
                  <c:v>25.865179999999974</c:v>
                </c:pt>
                <c:pt idx="12261">
                  <c:v>26.13869</c:v>
                </c:pt>
                <c:pt idx="12262">
                  <c:v>26.646920000000001</c:v>
                </c:pt>
                <c:pt idx="12263">
                  <c:v>27.177170000000022</c:v>
                </c:pt>
                <c:pt idx="12264">
                  <c:v>27.310369999999999</c:v>
                </c:pt>
                <c:pt idx="12265">
                  <c:v>27.177990000000033</c:v>
                </c:pt>
                <c:pt idx="12266">
                  <c:v>27.229880000000001</c:v>
                </c:pt>
                <c:pt idx="12267">
                  <c:v>27.56300999999997</c:v>
                </c:pt>
                <c:pt idx="12268">
                  <c:v>27.834320000000005</c:v>
                </c:pt>
                <c:pt idx="12269">
                  <c:v>27.88916</c:v>
                </c:pt>
                <c:pt idx="12270">
                  <c:v>27.667549999999974</c:v>
                </c:pt>
                <c:pt idx="12271">
                  <c:v>27.392629999999972</c:v>
                </c:pt>
                <c:pt idx="12272">
                  <c:v>27.199850000000033</c:v>
                </c:pt>
                <c:pt idx="12273">
                  <c:v>27.180850000000021</c:v>
                </c:pt>
                <c:pt idx="12274">
                  <c:v>27.117049999999999</c:v>
                </c:pt>
                <c:pt idx="12275">
                  <c:v>26.72597</c:v>
                </c:pt>
                <c:pt idx="12276">
                  <c:v>26.413350000000001</c:v>
                </c:pt>
                <c:pt idx="12277">
                  <c:v>26.467339999999975</c:v>
                </c:pt>
                <c:pt idx="12278">
                  <c:v>26.87509</c:v>
                </c:pt>
                <c:pt idx="12279">
                  <c:v>27.39761</c:v>
                </c:pt>
                <c:pt idx="12280">
                  <c:v>27.796439999999972</c:v>
                </c:pt>
                <c:pt idx="12281">
                  <c:v>28.22927</c:v>
                </c:pt>
                <c:pt idx="12282">
                  <c:v>28.76699</c:v>
                </c:pt>
                <c:pt idx="12283">
                  <c:v>29.20665</c:v>
                </c:pt>
                <c:pt idx="12284">
                  <c:v>29.474550000000001</c:v>
                </c:pt>
                <c:pt idx="12285">
                  <c:v>29.353890000000021</c:v>
                </c:pt>
                <c:pt idx="12286">
                  <c:v>28.317509999999999</c:v>
                </c:pt>
                <c:pt idx="12287">
                  <c:v>27.04637</c:v>
                </c:pt>
                <c:pt idx="12288">
                  <c:v>26.304459999999999</c:v>
                </c:pt>
                <c:pt idx="12289">
                  <c:v>26.101700000000001</c:v>
                </c:pt>
                <c:pt idx="12290">
                  <c:v>25.781099999999974</c:v>
                </c:pt>
                <c:pt idx="12291">
                  <c:v>25.293050000000001</c:v>
                </c:pt>
                <c:pt idx="12292">
                  <c:v>25.292779999999972</c:v>
                </c:pt>
                <c:pt idx="12293">
                  <c:v>25.815950000000026</c:v>
                </c:pt>
                <c:pt idx="12294">
                  <c:v>26.303809999999999</c:v>
                </c:pt>
                <c:pt idx="12295">
                  <c:v>26.032769999999989</c:v>
                </c:pt>
                <c:pt idx="12296">
                  <c:v>25.621449999999989</c:v>
                </c:pt>
                <c:pt idx="12297">
                  <c:v>24.827369999999988</c:v>
                </c:pt>
                <c:pt idx="12298">
                  <c:v>23.732839999999989</c:v>
                </c:pt>
                <c:pt idx="12299">
                  <c:v>23.20166</c:v>
                </c:pt>
                <c:pt idx="12300">
                  <c:v>23.305019999999974</c:v>
                </c:pt>
                <c:pt idx="12301">
                  <c:v>23.643619999999974</c:v>
                </c:pt>
                <c:pt idx="12302">
                  <c:v>24.002219999999973</c:v>
                </c:pt>
                <c:pt idx="12303">
                  <c:v>24.345870000000001</c:v>
                </c:pt>
                <c:pt idx="12304">
                  <c:v>24.551780000000001</c:v>
                </c:pt>
                <c:pt idx="12305">
                  <c:v>24.354500000000005</c:v>
                </c:pt>
                <c:pt idx="12306">
                  <c:v>23.71424</c:v>
                </c:pt>
                <c:pt idx="12307">
                  <c:v>23.14162</c:v>
                </c:pt>
                <c:pt idx="12308">
                  <c:v>22.964639999999957</c:v>
                </c:pt>
                <c:pt idx="12309">
                  <c:v>22.652999999999999</c:v>
                </c:pt>
                <c:pt idx="12310">
                  <c:v>21.99455</c:v>
                </c:pt>
                <c:pt idx="12311">
                  <c:v>21.36713</c:v>
                </c:pt>
                <c:pt idx="12312">
                  <c:v>21.015170000000001</c:v>
                </c:pt>
                <c:pt idx="12313">
                  <c:v>21.147649999999974</c:v>
                </c:pt>
                <c:pt idx="12314">
                  <c:v>21.581160000000001</c:v>
                </c:pt>
                <c:pt idx="12315">
                  <c:v>21.854500000000005</c:v>
                </c:pt>
                <c:pt idx="12316">
                  <c:v>21.71631</c:v>
                </c:pt>
                <c:pt idx="12317">
                  <c:v>21.476139999999972</c:v>
                </c:pt>
                <c:pt idx="12318">
                  <c:v>21.245360000000002</c:v>
                </c:pt>
                <c:pt idx="12319">
                  <c:v>20.771000000000001</c:v>
                </c:pt>
                <c:pt idx="12320">
                  <c:v>20.417970000000022</c:v>
                </c:pt>
                <c:pt idx="12321">
                  <c:v>20.478099999999973</c:v>
                </c:pt>
                <c:pt idx="12322">
                  <c:v>20.815719999999974</c:v>
                </c:pt>
                <c:pt idx="12323">
                  <c:v>21.275839999999974</c:v>
                </c:pt>
                <c:pt idx="12324">
                  <c:v>21.653110000000005</c:v>
                </c:pt>
                <c:pt idx="12325">
                  <c:v>21.601150000000022</c:v>
                </c:pt>
                <c:pt idx="12326">
                  <c:v>21.361750000000001</c:v>
                </c:pt>
                <c:pt idx="12327">
                  <c:v>21.465119999999956</c:v>
                </c:pt>
                <c:pt idx="12328">
                  <c:v>21.769709999999975</c:v>
                </c:pt>
                <c:pt idx="12329">
                  <c:v>21.869729999999972</c:v>
                </c:pt>
                <c:pt idx="12330">
                  <c:v>21.792139999999975</c:v>
                </c:pt>
                <c:pt idx="12331">
                  <c:v>21.701729999999973</c:v>
                </c:pt>
                <c:pt idx="12332">
                  <c:v>21.490950000000005</c:v>
                </c:pt>
                <c:pt idx="12333">
                  <c:v>21.16676</c:v>
                </c:pt>
                <c:pt idx="12334">
                  <c:v>20.831790000000005</c:v>
                </c:pt>
                <c:pt idx="12335">
                  <c:v>20.672750000000001</c:v>
                </c:pt>
                <c:pt idx="12336">
                  <c:v>20.659690000000001</c:v>
                </c:pt>
                <c:pt idx="12337">
                  <c:v>20.026389999999989</c:v>
                </c:pt>
                <c:pt idx="12338">
                  <c:v>19.030059999999999</c:v>
                </c:pt>
                <c:pt idx="12339">
                  <c:v>18.281860000000005</c:v>
                </c:pt>
                <c:pt idx="12340">
                  <c:v>17.860539999999968</c:v>
                </c:pt>
                <c:pt idx="12341">
                  <c:v>17.788539999999955</c:v>
                </c:pt>
                <c:pt idx="12342">
                  <c:v>17.881060000000005</c:v>
                </c:pt>
                <c:pt idx="12343">
                  <c:v>18.309619999999974</c:v>
                </c:pt>
                <c:pt idx="12344">
                  <c:v>18.300260000000005</c:v>
                </c:pt>
                <c:pt idx="12345">
                  <c:v>17.694520000000001</c:v>
                </c:pt>
                <c:pt idx="12346">
                  <c:v>17.42135</c:v>
                </c:pt>
                <c:pt idx="12347">
                  <c:v>17.417110000000001</c:v>
                </c:pt>
                <c:pt idx="12348">
                  <c:v>17.05024999999997</c:v>
                </c:pt>
                <c:pt idx="12349">
                  <c:v>16.726219999999973</c:v>
                </c:pt>
                <c:pt idx="12350">
                  <c:v>16.860250000000001</c:v>
                </c:pt>
                <c:pt idx="12351">
                  <c:v>16.906269999999989</c:v>
                </c:pt>
                <c:pt idx="12352">
                  <c:v>16.665179999999989</c:v>
                </c:pt>
                <c:pt idx="12353">
                  <c:v>16.45581</c:v>
                </c:pt>
                <c:pt idx="12354">
                  <c:v>16.409479999999974</c:v>
                </c:pt>
                <c:pt idx="12355">
                  <c:v>16.465129999999952</c:v>
                </c:pt>
                <c:pt idx="12356">
                  <c:v>16.584700000000002</c:v>
                </c:pt>
                <c:pt idx="12357">
                  <c:v>16.856970000000022</c:v>
                </c:pt>
                <c:pt idx="12358">
                  <c:v>17.151360000000022</c:v>
                </c:pt>
                <c:pt idx="12359">
                  <c:v>17.484439999999957</c:v>
                </c:pt>
                <c:pt idx="12360">
                  <c:v>17.87453</c:v>
                </c:pt>
                <c:pt idx="12361">
                  <c:v>17.928409999999964</c:v>
                </c:pt>
                <c:pt idx="12362">
                  <c:v>17.367709999999974</c:v>
                </c:pt>
                <c:pt idx="12363">
                  <c:v>16.388999999999989</c:v>
                </c:pt>
                <c:pt idx="12364">
                  <c:v>15.68383</c:v>
                </c:pt>
                <c:pt idx="12365">
                  <c:v>15.61065</c:v>
                </c:pt>
                <c:pt idx="12366">
                  <c:v>15.856140000000011</c:v>
                </c:pt>
                <c:pt idx="12367">
                  <c:v>15.65649000000001</c:v>
                </c:pt>
                <c:pt idx="12368">
                  <c:v>14.97321</c:v>
                </c:pt>
                <c:pt idx="12369">
                  <c:v>14.431620000000001</c:v>
                </c:pt>
                <c:pt idx="12370">
                  <c:v>14.154960000000001</c:v>
                </c:pt>
                <c:pt idx="12371">
                  <c:v>14.052640000000011</c:v>
                </c:pt>
                <c:pt idx="12372">
                  <c:v>14.03082</c:v>
                </c:pt>
                <c:pt idx="12373">
                  <c:v>14.11379</c:v>
                </c:pt>
                <c:pt idx="12374">
                  <c:v>13.70973</c:v>
                </c:pt>
                <c:pt idx="12375">
                  <c:v>13.016070000000001</c:v>
                </c:pt>
                <c:pt idx="12376">
                  <c:v>12.48625</c:v>
                </c:pt>
                <c:pt idx="12377">
                  <c:v>12.1927</c:v>
                </c:pt>
                <c:pt idx="12378">
                  <c:v>11.932310000000001</c:v>
                </c:pt>
                <c:pt idx="12379">
                  <c:v>11.55316</c:v>
                </c:pt>
                <c:pt idx="12380">
                  <c:v>11.425790000000006</c:v>
                </c:pt>
                <c:pt idx="12381">
                  <c:v>11.583020000000001</c:v>
                </c:pt>
                <c:pt idx="12382">
                  <c:v>11.806850000000004</c:v>
                </c:pt>
                <c:pt idx="12383">
                  <c:v>12.139340000000001</c:v>
                </c:pt>
                <c:pt idx="12384">
                  <c:v>12.4642</c:v>
                </c:pt>
                <c:pt idx="12385">
                  <c:v>12.879830000000011</c:v>
                </c:pt>
                <c:pt idx="12386">
                  <c:v>12.854780000000011</c:v>
                </c:pt>
                <c:pt idx="12387">
                  <c:v>12.371740000000004</c:v>
                </c:pt>
                <c:pt idx="12388">
                  <c:v>11.91822</c:v>
                </c:pt>
                <c:pt idx="12389">
                  <c:v>11.54049</c:v>
                </c:pt>
                <c:pt idx="12390">
                  <c:v>11.369550000000011</c:v>
                </c:pt>
                <c:pt idx="12391">
                  <c:v>11.051770000000001</c:v>
                </c:pt>
                <c:pt idx="12392">
                  <c:v>10.54846</c:v>
                </c:pt>
                <c:pt idx="12393">
                  <c:v>10.012650000000002</c:v>
                </c:pt>
                <c:pt idx="12394">
                  <c:v>9.6220300000000005</c:v>
                </c:pt>
                <c:pt idx="12395">
                  <c:v>9.4905300000000068</c:v>
                </c:pt>
                <c:pt idx="12396">
                  <c:v>9.5021100000000001</c:v>
                </c:pt>
                <c:pt idx="12397">
                  <c:v>9.5703600000000009</c:v>
                </c:pt>
                <c:pt idx="12398">
                  <c:v>9.6216200000000001</c:v>
                </c:pt>
                <c:pt idx="12399">
                  <c:v>9.4762600000000035</c:v>
                </c:pt>
                <c:pt idx="12400">
                  <c:v>9.3588100000000001</c:v>
                </c:pt>
                <c:pt idx="12401">
                  <c:v>9.45871</c:v>
                </c:pt>
                <c:pt idx="12402">
                  <c:v>10.06073000000001</c:v>
                </c:pt>
                <c:pt idx="12403">
                  <c:v>10.360900000000004</c:v>
                </c:pt>
                <c:pt idx="12404">
                  <c:v>9.9588300000000007</c:v>
                </c:pt>
                <c:pt idx="12405">
                  <c:v>9.5268000000000015</c:v>
                </c:pt>
                <c:pt idx="12406">
                  <c:v>9.1379400000000004</c:v>
                </c:pt>
                <c:pt idx="12407">
                  <c:v>8.9989500000000007</c:v>
                </c:pt>
                <c:pt idx="12408">
                  <c:v>9.2339500000000001</c:v>
                </c:pt>
                <c:pt idx="12409">
                  <c:v>9.69224</c:v>
                </c:pt>
                <c:pt idx="12410">
                  <c:v>10.02017</c:v>
                </c:pt>
                <c:pt idx="12411">
                  <c:v>9.9464100000000002</c:v>
                </c:pt>
                <c:pt idx="12412">
                  <c:v>9.4855800000000148</c:v>
                </c:pt>
                <c:pt idx="12413">
                  <c:v>9.1855900000000048</c:v>
                </c:pt>
                <c:pt idx="12414">
                  <c:v>9.0304900000000004</c:v>
                </c:pt>
                <c:pt idx="12415">
                  <c:v>8.6966800000000006</c:v>
                </c:pt>
                <c:pt idx="12416">
                  <c:v>8.3287900000000015</c:v>
                </c:pt>
                <c:pt idx="12417">
                  <c:v>8.1343099999999993</c:v>
                </c:pt>
                <c:pt idx="12418">
                  <c:v>8.23475</c:v>
                </c:pt>
                <c:pt idx="12419">
                  <c:v>8.4178100000000011</c:v>
                </c:pt>
                <c:pt idx="12420">
                  <c:v>8.4575500000000048</c:v>
                </c:pt>
                <c:pt idx="12421">
                  <c:v>8.3749800000000008</c:v>
                </c:pt>
                <c:pt idx="12422">
                  <c:v>8.2439400000000003</c:v>
                </c:pt>
                <c:pt idx="12423">
                  <c:v>8.3419799999999995</c:v>
                </c:pt>
                <c:pt idx="12424">
                  <c:v>8.6405800000000017</c:v>
                </c:pt>
                <c:pt idx="12425">
                  <c:v>8.9511200000000013</c:v>
                </c:pt>
                <c:pt idx="12426">
                  <c:v>9.2085100000000004</c:v>
                </c:pt>
                <c:pt idx="12427">
                  <c:v>9.2849799999999991</c:v>
                </c:pt>
                <c:pt idx="12428">
                  <c:v>8.9973799999999997</c:v>
                </c:pt>
                <c:pt idx="12429">
                  <c:v>8.5330400000000015</c:v>
                </c:pt>
                <c:pt idx="12430">
                  <c:v>8.2040900000000008</c:v>
                </c:pt>
                <c:pt idx="12431">
                  <c:v>8.0814000000000004</c:v>
                </c:pt>
                <c:pt idx="12432">
                  <c:v>8.16526</c:v>
                </c:pt>
                <c:pt idx="12433">
                  <c:v>8.2950100000000013</c:v>
                </c:pt>
                <c:pt idx="12434">
                  <c:v>8.4238</c:v>
                </c:pt>
                <c:pt idx="12435">
                  <c:v>8.5364300000000028</c:v>
                </c:pt>
                <c:pt idx="12436">
                  <c:v>8.1751100000000001</c:v>
                </c:pt>
                <c:pt idx="12437">
                  <c:v>7.4133500000000003</c:v>
                </c:pt>
                <c:pt idx="12438">
                  <c:v>6.9361400000000053</c:v>
                </c:pt>
                <c:pt idx="12439">
                  <c:v>6.9457899999999997</c:v>
                </c:pt>
                <c:pt idx="12440">
                  <c:v>7.4371499999999999</c:v>
                </c:pt>
                <c:pt idx="12441">
                  <c:v>8.1164900000000006</c:v>
                </c:pt>
                <c:pt idx="12442">
                  <c:v>8.8331</c:v>
                </c:pt>
                <c:pt idx="12443">
                  <c:v>9.1567800000000048</c:v>
                </c:pt>
                <c:pt idx="12444">
                  <c:v>9.1160300000000003</c:v>
                </c:pt>
                <c:pt idx="12445">
                  <c:v>8.8735600000000048</c:v>
                </c:pt>
                <c:pt idx="12446">
                  <c:v>8.3834900000000125</c:v>
                </c:pt>
                <c:pt idx="12447">
                  <c:v>7.8500499999999995</c:v>
                </c:pt>
                <c:pt idx="12448">
                  <c:v>7.4473099999999999</c:v>
                </c:pt>
                <c:pt idx="12449">
                  <c:v>7.2696100000000001</c:v>
                </c:pt>
                <c:pt idx="12450">
                  <c:v>6.9897900000000064</c:v>
                </c:pt>
                <c:pt idx="12451">
                  <c:v>6.74918</c:v>
                </c:pt>
                <c:pt idx="12452">
                  <c:v>6.7583000000000002</c:v>
                </c:pt>
                <c:pt idx="12453">
                  <c:v>6.8143899999999951</c:v>
                </c:pt>
                <c:pt idx="12454">
                  <c:v>6.9083000000000014</c:v>
                </c:pt>
                <c:pt idx="12455">
                  <c:v>7.0733199999999998</c:v>
                </c:pt>
                <c:pt idx="12456">
                  <c:v>7.2826000000000004</c:v>
                </c:pt>
                <c:pt idx="12457">
                  <c:v>7.5768399999999998</c:v>
                </c:pt>
                <c:pt idx="12458">
                  <c:v>7.5803799999999999</c:v>
                </c:pt>
                <c:pt idx="12459">
                  <c:v>7.8019400000000001</c:v>
                </c:pt>
                <c:pt idx="12460">
                  <c:v>8.7222400000000011</c:v>
                </c:pt>
                <c:pt idx="12461">
                  <c:v>9.3052500000000027</c:v>
                </c:pt>
                <c:pt idx="12462">
                  <c:v>9.2253100000000003</c:v>
                </c:pt>
                <c:pt idx="12463">
                  <c:v>8.9850200000000005</c:v>
                </c:pt>
                <c:pt idx="12464">
                  <c:v>8.6845000000000034</c:v>
                </c:pt>
                <c:pt idx="12465">
                  <c:v>8.1861200000000007</c:v>
                </c:pt>
                <c:pt idx="12466">
                  <c:v>7.5204599999999955</c:v>
                </c:pt>
                <c:pt idx="12467">
                  <c:v>6.9597500000000014</c:v>
                </c:pt>
                <c:pt idx="12468">
                  <c:v>6.7740600000000004</c:v>
                </c:pt>
                <c:pt idx="12469">
                  <c:v>6.7486899999999999</c:v>
                </c:pt>
                <c:pt idx="12470">
                  <c:v>6.6350999999999996</c:v>
                </c:pt>
                <c:pt idx="12471">
                  <c:v>6.6309899999999944</c:v>
                </c:pt>
                <c:pt idx="12472">
                  <c:v>6.8961699999999997</c:v>
                </c:pt>
                <c:pt idx="12473">
                  <c:v>7.2179799999999945</c:v>
                </c:pt>
                <c:pt idx="12474">
                  <c:v>7.9870999999999999</c:v>
                </c:pt>
                <c:pt idx="12475">
                  <c:v>8.4683100000000007</c:v>
                </c:pt>
                <c:pt idx="12476">
                  <c:v>8.2437100000000001</c:v>
                </c:pt>
                <c:pt idx="12477">
                  <c:v>8.1220500000000015</c:v>
                </c:pt>
                <c:pt idx="12478">
                  <c:v>8.4250100000000003</c:v>
                </c:pt>
                <c:pt idx="12479">
                  <c:v>9.04772</c:v>
                </c:pt>
                <c:pt idx="12480">
                  <c:v>9.8977400000000006</c:v>
                </c:pt>
                <c:pt idx="12481">
                  <c:v>10.580550000000002</c:v>
                </c:pt>
                <c:pt idx="12482">
                  <c:v>11.261380000000001</c:v>
                </c:pt>
                <c:pt idx="12483">
                  <c:v>12.03246</c:v>
                </c:pt>
                <c:pt idx="12484">
                  <c:v>12.531879999999999</c:v>
                </c:pt>
                <c:pt idx="12485">
                  <c:v>12.848330000000001</c:v>
                </c:pt>
                <c:pt idx="12486">
                  <c:v>12.90286</c:v>
                </c:pt>
                <c:pt idx="12487">
                  <c:v>12.75835</c:v>
                </c:pt>
                <c:pt idx="12488">
                  <c:v>12.728999999999999</c:v>
                </c:pt>
                <c:pt idx="12489">
                  <c:v>12.74573</c:v>
                </c:pt>
                <c:pt idx="12490">
                  <c:v>12.78988</c:v>
                </c:pt>
                <c:pt idx="12491">
                  <c:v>12.82686</c:v>
                </c:pt>
                <c:pt idx="12492">
                  <c:v>13.038130000000001</c:v>
                </c:pt>
                <c:pt idx="12493">
                  <c:v>13.485470000000012</c:v>
                </c:pt>
                <c:pt idx="12494">
                  <c:v>14.041679999999999</c:v>
                </c:pt>
                <c:pt idx="12495">
                  <c:v>14.415570000000002</c:v>
                </c:pt>
                <c:pt idx="12496">
                  <c:v>14.41924</c:v>
                </c:pt>
                <c:pt idx="12497">
                  <c:v>13.563940000000002</c:v>
                </c:pt>
                <c:pt idx="12498">
                  <c:v>12.110520000000001</c:v>
                </c:pt>
                <c:pt idx="12499">
                  <c:v>11.222100000000001</c:v>
                </c:pt>
                <c:pt idx="12500">
                  <c:v>11.307</c:v>
                </c:pt>
                <c:pt idx="12501">
                  <c:v>11.82241000000001</c:v>
                </c:pt>
                <c:pt idx="12502">
                  <c:v>12.355050000000011</c:v>
                </c:pt>
                <c:pt idx="12503">
                  <c:v>12.784790000000001</c:v>
                </c:pt>
                <c:pt idx="12504">
                  <c:v>12.998610000000001</c:v>
                </c:pt>
                <c:pt idx="12505">
                  <c:v>12.76247</c:v>
                </c:pt>
                <c:pt idx="12506">
                  <c:v>12.3719</c:v>
                </c:pt>
                <c:pt idx="12507">
                  <c:v>11.97706</c:v>
                </c:pt>
                <c:pt idx="12508">
                  <c:v>12.00403</c:v>
                </c:pt>
                <c:pt idx="12509">
                  <c:v>11.93328</c:v>
                </c:pt>
                <c:pt idx="12510">
                  <c:v>11.67816</c:v>
                </c:pt>
                <c:pt idx="12511">
                  <c:v>11.414950000000001</c:v>
                </c:pt>
                <c:pt idx="12512">
                  <c:v>11.683720000000001</c:v>
                </c:pt>
                <c:pt idx="12513">
                  <c:v>12.295020000000001</c:v>
                </c:pt>
                <c:pt idx="12514">
                  <c:v>13.150360000000001</c:v>
                </c:pt>
                <c:pt idx="12515">
                  <c:v>14.04205</c:v>
                </c:pt>
                <c:pt idx="12516">
                  <c:v>14.61364</c:v>
                </c:pt>
                <c:pt idx="12517">
                  <c:v>14.65236</c:v>
                </c:pt>
                <c:pt idx="12518">
                  <c:v>14.043340000000001</c:v>
                </c:pt>
                <c:pt idx="12519">
                  <c:v>13.668990000000001</c:v>
                </c:pt>
                <c:pt idx="12520">
                  <c:v>13.53712</c:v>
                </c:pt>
                <c:pt idx="12521">
                  <c:v>13.32808</c:v>
                </c:pt>
                <c:pt idx="12522">
                  <c:v>13.223050000000001</c:v>
                </c:pt>
                <c:pt idx="12523">
                  <c:v>13.446530000000006</c:v>
                </c:pt>
                <c:pt idx="12524">
                  <c:v>13.83081</c:v>
                </c:pt>
                <c:pt idx="12525">
                  <c:v>14.28763</c:v>
                </c:pt>
                <c:pt idx="12526">
                  <c:v>14.88691</c:v>
                </c:pt>
                <c:pt idx="12527">
                  <c:v>15.466280000000006</c:v>
                </c:pt>
                <c:pt idx="12528">
                  <c:v>15.77397</c:v>
                </c:pt>
                <c:pt idx="12529">
                  <c:v>15.996640000000006</c:v>
                </c:pt>
                <c:pt idx="12530">
                  <c:v>16.259360000000001</c:v>
                </c:pt>
                <c:pt idx="12531">
                  <c:v>16.369869999999999</c:v>
                </c:pt>
                <c:pt idx="12532">
                  <c:v>16.52139</c:v>
                </c:pt>
                <c:pt idx="12533">
                  <c:v>16.518619999999974</c:v>
                </c:pt>
                <c:pt idx="12534">
                  <c:v>16.131229999999999</c:v>
                </c:pt>
                <c:pt idx="12535">
                  <c:v>15.84633</c:v>
                </c:pt>
                <c:pt idx="12536">
                  <c:v>16.087800000000001</c:v>
                </c:pt>
                <c:pt idx="12537">
                  <c:v>16.586209999999973</c:v>
                </c:pt>
                <c:pt idx="12538">
                  <c:v>16.73239999999997</c:v>
                </c:pt>
                <c:pt idx="12539">
                  <c:v>16.717089999999999</c:v>
                </c:pt>
                <c:pt idx="12540">
                  <c:v>16.440579999999972</c:v>
                </c:pt>
                <c:pt idx="12541">
                  <c:v>16.1953</c:v>
                </c:pt>
                <c:pt idx="12542">
                  <c:v>16.010750000000005</c:v>
                </c:pt>
                <c:pt idx="12543">
                  <c:v>16.021699999999989</c:v>
                </c:pt>
                <c:pt idx="12544">
                  <c:v>16.205459999999974</c:v>
                </c:pt>
                <c:pt idx="12545">
                  <c:v>16.505490000000002</c:v>
                </c:pt>
                <c:pt idx="12546">
                  <c:v>16.972659999999973</c:v>
                </c:pt>
                <c:pt idx="12547">
                  <c:v>17.3124</c:v>
                </c:pt>
                <c:pt idx="12548">
                  <c:v>17.530429999999978</c:v>
                </c:pt>
                <c:pt idx="12549">
                  <c:v>17.22235999999997</c:v>
                </c:pt>
                <c:pt idx="12550">
                  <c:v>16.366379999999989</c:v>
                </c:pt>
                <c:pt idx="12551">
                  <c:v>15.88510000000001</c:v>
                </c:pt>
                <c:pt idx="12552">
                  <c:v>15.81134</c:v>
                </c:pt>
                <c:pt idx="12553">
                  <c:v>15.958430000000011</c:v>
                </c:pt>
                <c:pt idx="12554">
                  <c:v>16.383890000000001</c:v>
                </c:pt>
                <c:pt idx="12555">
                  <c:v>16.38015</c:v>
                </c:pt>
                <c:pt idx="12556">
                  <c:v>16.484079999999974</c:v>
                </c:pt>
                <c:pt idx="12557">
                  <c:v>16.982809999999972</c:v>
                </c:pt>
                <c:pt idx="12558">
                  <c:v>17.5275</c:v>
                </c:pt>
                <c:pt idx="12559">
                  <c:v>18.094850000000033</c:v>
                </c:pt>
                <c:pt idx="12560">
                  <c:v>18.531860000000037</c:v>
                </c:pt>
                <c:pt idx="12561">
                  <c:v>18.788309999999957</c:v>
                </c:pt>
                <c:pt idx="12562">
                  <c:v>19.242749999999955</c:v>
                </c:pt>
                <c:pt idx="12563">
                  <c:v>19.779350000000001</c:v>
                </c:pt>
                <c:pt idx="12564">
                  <c:v>20.177949999999999</c:v>
                </c:pt>
                <c:pt idx="12565">
                  <c:v>20.327900000000021</c:v>
                </c:pt>
                <c:pt idx="12566">
                  <c:v>20.61964</c:v>
                </c:pt>
                <c:pt idx="12567">
                  <c:v>21.107420000000001</c:v>
                </c:pt>
                <c:pt idx="12568">
                  <c:v>21.510919999999999</c:v>
                </c:pt>
                <c:pt idx="12569">
                  <c:v>21.779629999999973</c:v>
                </c:pt>
                <c:pt idx="12570">
                  <c:v>21.37602</c:v>
                </c:pt>
                <c:pt idx="12571">
                  <c:v>20.928099999999972</c:v>
                </c:pt>
                <c:pt idx="12572">
                  <c:v>20.99731999999997</c:v>
                </c:pt>
                <c:pt idx="12573">
                  <c:v>21.23603</c:v>
                </c:pt>
                <c:pt idx="12574">
                  <c:v>21.12772</c:v>
                </c:pt>
                <c:pt idx="12575">
                  <c:v>21.09384</c:v>
                </c:pt>
                <c:pt idx="12576">
                  <c:v>21.139330000000001</c:v>
                </c:pt>
                <c:pt idx="12577">
                  <c:v>21.1782</c:v>
                </c:pt>
                <c:pt idx="12578">
                  <c:v>21.266870000000001</c:v>
                </c:pt>
                <c:pt idx="12579">
                  <c:v>21.04157</c:v>
                </c:pt>
                <c:pt idx="12580">
                  <c:v>20.865950000000005</c:v>
                </c:pt>
                <c:pt idx="12581">
                  <c:v>21.040329999999972</c:v>
                </c:pt>
                <c:pt idx="12582">
                  <c:v>21.569980000000001</c:v>
                </c:pt>
                <c:pt idx="12583">
                  <c:v>22.085499999999964</c:v>
                </c:pt>
                <c:pt idx="12584">
                  <c:v>22.129970000000021</c:v>
                </c:pt>
                <c:pt idx="12585">
                  <c:v>21.932029999999973</c:v>
                </c:pt>
                <c:pt idx="12586">
                  <c:v>21.569680000000002</c:v>
                </c:pt>
                <c:pt idx="12587">
                  <c:v>21.547930000000001</c:v>
                </c:pt>
                <c:pt idx="12588">
                  <c:v>21.974509999999974</c:v>
                </c:pt>
                <c:pt idx="12589">
                  <c:v>22.240669999999973</c:v>
                </c:pt>
                <c:pt idx="12590">
                  <c:v>22.416969999999999</c:v>
                </c:pt>
                <c:pt idx="12591">
                  <c:v>22.816900000000022</c:v>
                </c:pt>
                <c:pt idx="12592">
                  <c:v>23.28391999999997</c:v>
                </c:pt>
                <c:pt idx="12593">
                  <c:v>23.52331999999997</c:v>
                </c:pt>
                <c:pt idx="12594">
                  <c:v>23.507639999999974</c:v>
                </c:pt>
                <c:pt idx="12595">
                  <c:v>23.442559999999968</c:v>
                </c:pt>
                <c:pt idx="12596">
                  <c:v>23.499359999999989</c:v>
                </c:pt>
                <c:pt idx="12597">
                  <c:v>23.564060000000001</c:v>
                </c:pt>
                <c:pt idx="12598">
                  <c:v>23.523910000000001</c:v>
                </c:pt>
                <c:pt idx="12599">
                  <c:v>23.583119999999973</c:v>
                </c:pt>
                <c:pt idx="12600">
                  <c:v>23.856249999999989</c:v>
                </c:pt>
                <c:pt idx="12601">
                  <c:v>24.33333</c:v>
                </c:pt>
                <c:pt idx="12602">
                  <c:v>24.945119999999957</c:v>
                </c:pt>
                <c:pt idx="12603">
                  <c:v>25.373059999999999</c:v>
                </c:pt>
                <c:pt idx="12604">
                  <c:v>25.5307</c:v>
                </c:pt>
                <c:pt idx="12605">
                  <c:v>25.66911</c:v>
                </c:pt>
                <c:pt idx="12606">
                  <c:v>25.677489999999999</c:v>
                </c:pt>
                <c:pt idx="12607">
                  <c:v>25.506969999999999</c:v>
                </c:pt>
                <c:pt idx="12608">
                  <c:v>25.189520000000002</c:v>
                </c:pt>
                <c:pt idx="12609">
                  <c:v>25.014990000000033</c:v>
                </c:pt>
                <c:pt idx="12610">
                  <c:v>25.171140000000001</c:v>
                </c:pt>
                <c:pt idx="12611">
                  <c:v>25.111519999999999</c:v>
                </c:pt>
                <c:pt idx="12612">
                  <c:v>24.951499999999989</c:v>
                </c:pt>
                <c:pt idx="12613">
                  <c:v>25.05812999999997</c:v>
                </c:pt>
                <c:pt idx="12614">
                  <c:v>25.29731</c:v>
                </c:pt>
                <c:pt idx="12615">
                  <c:v>25.534800000000022</c:v>
                </c:pt>
                <c:pt idx="12616">
                  <c:v>25.825629999999968</c:v>
                </c:pt>
                <c:pt idx="12617">
                  <c:v>25.908019999999972</c:v>
                </c:pt>
                <c:pt idx="12618">
                  <c:v>26.059270000000001</c:v>
                </c:pt>
                <c:pt idx="12619">
                  <c:v>26.619720000000001</c:v>
                </c:pt>
                <c:pt idx="12620">
                  <c:v>27.247529999999973</c:v>
                </c:pt>
                <c:pt idx="12621">
                  <c:v>27.792639999999956</c:v>
                </c:pt>
                <c:pt idx="12622">
                  <c:v>28.27176</c:v>
                </c:pt>
                <c:pt idx="12623">
                  <c:v>28.700769999999974</c:v>
                </c:pt>
                <c:pt idx="12624">
                  <c:v>28.886739999999964</c:v>
                </c:pt>
                <c:pt idx="12625">
                  <c:v>28.71850999999997</c:v>
                </c:pt>
                <c:pt idx="12626">
                  <c:v>28.55978</c:v>
                </c:pt>
                <c:pt idx="12627">
                  <c:v>28.49647999999997</c:v>
                </c:pt>
                <c:pt idx="12628">
                  <c:v>28.263409999999968</c:v>
                </c:pt>
                <c:pt idx="12629">
                  <c:v>27.962499999999952</c:v>
                </c:pt>
                <c:pt idx="12630">
                  <c:v>27.705399999999972</c:v>
                </c:pt>
                <c:pt idx="12631">
                  <c:v>27.696069999999999</c:v>
                </c:pt>
                <c:pt idx="12632">
                  <c:v>28.085679999999975</c:v>
                </c:pt>
                <c:pt idx="12633">
                  <c:v>28.634490000000021</c:v>
                </c:pt>
                <c:pt idx="12634">
                  <c:v>29.199980000000021</c:v>
                </c:pt>
                <c:pt idx="12635">
                  <c:v>29.842599999999972</c:v>
                </c:pt>
                <c:pt idx="12636">
                  <c:v>30.254829999999988</c:v>
                </c:pt>
                <c:pt idx="12637">
                  <c:v>30.220649999999956</c:v>
                </c:pt>
                <c:pt idx="12638">
                  <c:v>30.161890000000021</c:v>
                </c:pt>
                <c:pt idx="12639">
                  <c:v>30.114560000000033</c:v>
                </c:pt>
                <c:pt idx="12640">
                  <c:v>29.613910000000022</c:v>
                </c:pt>
                <c:pt idx="12641">
                  <c:v>29.046150000000001</c:v>
                </c:pt>
                <c:pt idx="12642">
                  <c:v>28.852229999999974</c:v>
                </c:pt>
                <c:pt idx="12643">
                  <c:v>28.635890000000021</c:v>
                </c:pt>
                <c:pt idx="12644">
                  <c:v>28.031110000000005</c:v>
                </c:pt>
                <c:pt idx="12645">
                  <c:v>27.376560000000001</c:v>
                </c:pt>
                <c:pt idx="12646">
                  <c:v>26.999229999999972</c:v>
                </c:pt>
                <c:pt idx="12647">
                  <c:v>26.900129999999972</c:v>
                </c:pt>
                <c:pt idx="12648">
                  <c:v>27.03041</c:v>
                </c:pt>
                <c:pt idx="12649">
                  <c:v>27.476559999999989</c:v>
                </c:pt>
                <c:pt idx="12650">
                  <c:v>27.966469999999973</c:v>
                </c:pt>
                <c:pt idx="12651">
                  <c:v>28.034220000000001</c:v>
                </c:pt>
                <c:pt idx="12652">
                  <c:v>28.004709999999989</c:v>
                </c:pt>
                <c:pt idx="12653">
                  <c:v>28.125319999999974</c:v>
                </c:pt>
                <c:pt idx="12654">
                  <c:v>28.347819999999999</c:v>
                </c:pt>
                <c:pt idx="12655">
                  <c:v>28.693380000000001</c:v>
                </c:pt>
                <c:pt idx="12656">
                  <c:v>29.07037</c:v>
                </c:pt>
                <c:pt idx="12657">
                  <c:v>29.105409999999978</c:v>
                </c:pt>
                <c:pt idx="12658">
                  <c:v>29.002359999999989</c:v>
                </c:pt>
                <c:pt idx="12659">
                  <c:v>29.074829999999999</c:v>
                </c:pt>
                <c:pt idx="12660">
                  <c:v>28.871020000000001</c:v>
                </c:pt>
                <c:pt idx="12661">
                  <c:v>28.136520000000001</c:v>
                </c:pt>
                <c:pt idx="12662">
                  <c:v>27.34545</c:v>
                </c:pt>
                <c:pt idx="12663">
                  <c:v>26.71302</c:v>
                </c:pt>
                <c:pt idx="12664">
                  <c:v>26.092709999999968</c:v>
                </c:pt>
                <c:pt idx="12665">
                  <c:v>25.74145</c:v>
                </c:pt>
                <c:pt idx="12666">
                  <c:v>25.317760000000021</c:v>
                </c:pt>
                <c:pt idx="12667">
                  <c:v>24.572039999999973</c:v>
                </c:pt>
                <c:pt idx="12668">
                  <c:v>23.908599999999975</c:v>
                </c:pt>
                <c:pt idx="12669">
                  <c:v>23.341550000000005</c:v>
                </c:pt>
                <c:pt idx="12670">
                  <c:v>22.69913</c:v>
                </c:pt>
                <c:pt idx="12671">
                  <c:v>22.120999999999999</c:v>
                </c:pt>
                <c:pt idx="12672">
                  <c:v>21.99408</c:v>
                </c:pt>
                <c:pt idx="12673">
                  <c:v>22.351559999999999</c:v>
                </c:pt>
                <c:pt idx="12674">
                  <c:v>22.773139999999973</c:v>
                </c:pt>
                <c:pt idx="12675">
                  <c:v>22.999129999999973</c:v>
                </c:pt>
                <c:pt idx="12676">
                  <c:v>22.66732</c:v>
                </c:pt>
                <c:pt idx="12677">
                  <c:v>22.003339999999973</c:v>
                </c:pt>
                <c:pt idx="12678">
                  <c:v>21.556519999999974</c:v>
                </c:pt>
                <c:pt idx="12679">
                  <c:v>21.406639999999957</c:v>
                </c:pt>
                <c:pt idx="12680">
                  <c:v>21.393799999999974</c:v>
                </c:pt>
                <c:pt idx="12681">
                  <c:v>21.315570000000001</c:v>
                </c:pt>
                <c:pt idx="12682">
                  <c:v>20.800080000000001</c:v>
                </c:pt>
                <c:pt idx="12683">
                  <c:v>20.013639999999974</c:v>
                </c:pt>
                <c:pt idx="12684">
                  <c:v>19.516249999999989</c:v>
                </c:pt>
                <c:pt idx="12685">
                  <c:v>18.983189999999972</c:v>
                </c:pt>
                <c:pt idx="12686">
                  <c:v>18.702819999999978</c:v>
                </c:pt>
                <c:pt idx="12687">
                  <c:v>18.832660000000001</c:v>
                </c:pt>
                <c:pt idx="12688">
                  <c:v>18.996449999999957</c:v>
                </c:pt>
                <c:pt idx="12689">
                  <c:v>19.14549999999997</c:v>
                </c:pt>
                <c:pt idx="12690">
                  <c:v>19.134940000000022</c:v>
                </c:pt>
                <c:pt idx="12691">
                  <c:v>18.868509999999972</c:v>
                </c:pt>
                <c:pt idx="12692">
                  <c:v>18.717169999999999</c:v>
                </c:pt>
                <c:pt idx="12693">
                  <c:v>18.976199999999974</c:v>
                </c:pt>
                <c:pt idx="12694">
                  <c:v>19.365309999999972</c:v>
                </c:pt>
                <c:pt idx="12695">
                  <c:v>19.73361999999997</c:v>
                </c:pt>
                <c:pt idx="12696">
                  <c:v>20.084890000000001</c:v>
                </c:pt>
                <c:pt idx="12697">
                  <c:v>20.40635</c:v>
                </c:pt>
                <c:pt idx="12698">
                  <c:v>20.562159999999974</c:v>
                </c:pt>
                <c:pt idx="12699">
                  <c:v>20.34665</c:v>
                </c:pt>
                <c:pt idx="12700">
                  <c:v>20.054279999999999</c:v>
                </c:pt>
                <c:pt idx="12701">
                  <c:v>20.00151</c:v>
                </c:pt>
                <c:pt idx="12702">
                  <c:v>20.094439999999974</c:v>
                </c:pt>
                <c:pt idx="12703">
                  <c:v>20.271540000000002</c:v>
                </c:pt>
                <c:pt idx="12704">
                  <c:v>20.332419999999974</c:v>
                </c:pt>
                <c:pt idx="12705">
                  <c:v>19.708769999999973</c:v>
                </c:pt>
                <c:pt idx="12706">
                  <c:v>18.712529999999973</c:v>
                </c:pt>
                <c:pt idx="12707">
                  <c:v>17.931090000000001</c:v>
                </c:pt>
                <c:pt idx="12708">
                  <c:v>17.471350000000001</c:v>
                </c:pt>
                <c:pt idx="12709">
                  <c:v>17.288549999999955</c:v>
                </c:pt>
                <c:pt idx="12710">
                  <c:v>17.321909999999999</c:v>
                </c:pt>
                <c:pt idx="12711">
                  <c:v>17.582749999999955</c:v>
                </c:pt>
                <c:pt idx="12712">
                  <c:v>17.91375</c:v>
                </c:pt>
                <c:pt idx="12713">
                  <c:v>17.802519999999973</c:v>
                </c:pt>
                <c:pt idx="12714">
                  <c:v>16.992559999999973</c:v>
                </c:pt>
                <c:pt idx="12715">
                  <c:v>16.296109999999974</c:v>
                </c:pt>
                <c:pt idx="12716">
                  <c:v>16.124479999999988</c:v>
                </c:pt>
                <c:pt idx="12717">
                  <c:v>16.27122</c:v>
                </c:pt>
                <c:pt idx="12718">
                  <c:v>16.371970000000033</c:v>
                </c:pt>
                <c:pt idx="12719">
                  <c:v>16.039960000000022</c:v>
                </c:pt>
                <c:pt idx="12720">
                  <c:v>15.350390000000004</c:v>
                </c:pt>
                <c:pt idx="12721">
                  <c:v>14.710660000000001</c:v>
                </c:pt>
                <c:pt idx="12722">
                  <c:v>14.015580000000011</c:v>
                </c:pt>
                <c:pt idx="12723">
                  <c:v>13.131769999999999</c:v>
                </c:pt>
                <c:pt idx="12724">
                  <c:v>12.413780000000004</c:v>
                </c:pt>
                <c:pt idx="12725">
                  <c:v>12.09037</c:v>
                </c:pt>
                <c:pt idx="12726">
                  <c:v>12.110710000000001</c:v>
                </c:pt>
                <c:pt idx="12727">
                  <c:v>12.580300000000001</c:v>
                </c:pt>
                <c:pt idx="12728">
                  <c:v>12.838900000000001</c:v>
                </c:pt>
                <c:pt idx="12729">
                  <c:v>12.72513</c:v>
                </c:pt>
                <c:pt idx="12730">
                  <c:v>12.56687</c:v>
                </c:pt>
                <c:pt idx="12731">
                  <c:v>12.313940000000002</c:v>
                </c:pt>
                <c:pt idx="12732">
                  <c:v>12.34793</c:v>
                </c:pt>
                <c:pt idx="12733">
                  <c:v>12.69589</c:v>
                </c:pt>
                <c:pt idx="12734">
                  <c:v>12.97235</c:v>
                </c:pt>
                <c:pt idx="12735">
                  <c:v>12.94646</c:v>
                </c:pt>
                <c:pt idx="12736">
                  <c:v>12.945170000000001</c:v>
                </c:pt>
                <c:pt idx="12737">
                  <c:v>13.127269999999999</c:v>
                </c:pt>
                <c:pt idx="12738">
                  <c:v>13.32382</c:v>
                </c:pt>
                <c:pt idx="12739">
                  <c:v>13.467500000000006</c:v>
                </c:pt>
                <c:pt idx="12740">
                  <c:v>12.80423</c:v>
                </c:pt>
                <c:pt idx="12741">
                  <c:v>11.910600000000002</c:v>
                </c:pt>
                <c:pt idx="12742">
                  <c:v>11.47463000000001</c:v>
                </c:pt>
                <c:pt idx="12743">
                  <c:v>11.407030000000002</c:v>
                </c:pt>
                <c:pt idx="12744">
                  <c:v>11.391220000000001</c:v>
                </c:pt>
                <c:pt idx="12745">
                  <c:v>11.163170000000001</c:v>
                </c:pt>
                <c:pt idx="12746">
                  <c:v>10.92066</c:v>
                </c:pt>
                <c:pt idx="12747">
                  <c:v>10.81765</c:v>
                </c:pt>
                <c:pt idx="12748">
                  <c:v>10.957190000000002</c:v>
                </c:pt>
                <c:pt idx="12749">
                  <c:v>11.33647</c:v>
                </c:pt>
                <c:pt idx="12750">
                  <c:v>11.559190000000006</c:v>
                </c:pt>
                <c:pt idx="12751">
                  <c:v>11.729470000000001</c:v>
                </c:pt>
                <c:pt idx="12752">
                  <c:v>11.60965</c:v>
                </c:pt>
                <c:pt idx="12753">
                  <c:v>10.997540000000004</c:v>
                </c:pt>
                <c:pt idx="12754">
                  <c:v>10.621550000000001</c:v>
                </c:pt>
                <c:pt idx="12755">
                  <c:v>10.29851</c:v>
                </c:pt>
                <c:pt idx="12756">
                  <c:v>9.9092900000000004</c:v>
                </c:pt>
                <c:pt idx="12757">
                  <c:v>9.4074600000000004</c:v>
                </c:pt>
                <c:pt idx="12758">
                  <c:v>8.1419499999999996</c:v>
                </c:pt>
                <c:pt idx="12759">
                  <c:v>3.6239800000000026</c:v>
                </c:pt>
                <c:pt idx="12760">
                  <c:v>1.3728899999999999</c:v>
                </c:pt>
                <c:pt idx="12761">
                  <c:v>6.3669799999999945</c:v>
                </c:pt>
                <c:pt idx="12762">
                  <c:v>8.2879000000000005</c:v>
                </c:pt>
                <c:pt idx="12763">
                  <c:v>8.9623000000000008</c:v>
                </c:pt>
                <c:pt idx="12764">
                  <c:v>9.33535</c:v>
                </c:pt>
                <c:pt idx="12765">
                  <c:v>9.4166000000000007</c:v>
                </c:pt>
                <c:pt idx="12766">
                  <c:v>9.2048100000000002</c:v>
                </c:pt>
                <c:pt idx="12767">
                  <c:v>8.96861</c:v>
                </c:pt>
                <c:pt idx="12768">
                  <c:v>8.8481299999999994</c:v>
                </c:pt>
                <c:pt idx="12769">
                  <c:v>8.7986900000000006</c:v>
                </c:pt>
                <c:pt idx="12770">
                  <c:v>8.6619400000000013</c:v>
                </c:pt>
                <c:pt idx="12771">
                  <c:v>8.6342199999999991</c:v>
                </c:pt>
                <c:pt idx="12772">
                  <c:v>8.8794500000000109</c:v>
                </c:pt>
                <c:pt idx="12773">
                  <c:v>9.0733000000000015</c:v>
                </c:pt>
                <c:pt idx="12774">
                  <c:v>9.12805</c:v>
                </c:pt>
                <c:pt idx="12775">
                  <c:v>9.2100000000000009</c:v>
                </c:pt>
                <c:pt idx="12776">
                  <c:v>9.5693800000000007</c:v>
                </c:pt>
                <c:pt idx="12777">
                  <c:v>9.9721700000000002</c:v>
                </c:pt>
                <c:pt idx="12778">
                  <c:v>10.218929999999999</c:v>
                </c:pt>
                <c:pt idx="12779">
                  <c:v>9.57029</c:v>
                </c:pt>
                <c:pt idx="12780">
                  <c:v>8.4304200000000016</c:v>
                </c:pt>
                <c:pt idx="12781">
                  <c:v>7.5738599999999998</c:v>
                </c:pt>
                <c:pt idx="12782">
                  <c:v>7.1505999999999945</c:v>
                </c:pt>
                <c:pt idx="12783">
                  <c:v>6.7171399999999943</c:v>
                </c:pt>
                <c:pt idx="12784">
                  <c:v>6.5353700000000003</c:v>
                </c:pt>
                <c:pt idx="12785">
                  <c:v>6.7136800000000001</c:v>
                </c:pt>
                <c:pt idx="12786">
                  <c:v>6.9747700000000004</c:v>
                </c:pt>
                <c:pt idx="12787">
                  <c:v>7.2281099999999965</c:v>
                </c:pt>
                <c:pt idx="12788">
                  <c:v>7.4989999999999997</c:v>
                </c:pt>
                <c:pt idx="12789">
                  <c:v>7.8787399999999996</c:v>
                </c:pt>
                <c:pt idx="12790">
                  <c:v>8.5224300000000124</c:v>
                </c:pt>
                <c:pt idx="12791">
                  <c:v>9.3181200000000004</c:v>
                </c:pt>
                <c:pt idx="12792">
                  <c:v>9.9389900000000004</c:v>
                </c:pt>
                <c:pt idx="12793">
                  <c:v>10.158610000000001</c:v>
                </c:pt>
                <c:pt idx="12794">
                  <c:v>10.06597</c:v>
                </c:pt>
                <c:pt idx="12795">
                  <c:v>9.5552800000000104</c:v>
                </c:pt>
                <c:pt idx="12796">
                  <c:v>9.1331699999999998</c:v>
                </c:pt>
                <c:pt idx="12797">
                  <c:v>8.6954800000000123</c:v>
                </c:pt>
                <c:pt idx="12798">
                  <c:v>8.2451100000000004</c:v>
                </c:pt>
                <c:pt idx="12799">
                  <c:v>7.9898899999999999</c:v>
                </c:pt>
                <c:pt idx="12800">
                  <c:v>7.9846199999999996</c:v>
                </c:pt>
                <c:pt idx="12801">
                  <c:v>7.80002</c:v>
                </c:pt>
                <c:pt idx="12802">
                  <c:v>7.6293499999999996</c:v>
                </c:pt>
                <c:pt idx="12803">
                  <c:v>7.6436099999999998</c:v>
                </c:pt>
                <c:pt idx="12804">
                  <c:v>7.6307900000000002</c:v>
                </c:pt>
                <c:pt idx="12805">
                  <c:v>7.6620199999999921</c:v>
                </c:pt>
                <c:pt idx="12806">
                  <c:v>7.7393200000000064</c:v>
                </c:pt>
                <c:pt idx="12807">
                  <c:v>7.8525199999999939</c:v>
                </c:pt>
                <c:pt idx="12808">
                  <c:v>8.0246900000000014</c:v>
                </c:pt>
                <c:pt idx="12809">
                  <c:v>8.2277699999999996</c:v>
                </c:pt>
                <c:pt idx="12810">
                  <c:v>8.4507300000000125</c:v>
                </c:pt>
                <c:pt idx="12811">
                  <c:v>8.6291100000000007</c:v>
                </c:pt>
                <c:pt idx="12812">
                  <c:v>8.8527500000000146</c:v>
                </c:pt>
                <c:pt idx="12813">
                  <c:v>9.1862500000000011</c:v>
                </c:pt>
                <c:pt idx="12814">
                  <c:v>9.7228600000000007</c:v>
                </c:pt>
                <c:pt idx="12815">
                  <c:v>10.17858</c:v>
                </c:pt>
                <c:pt idx="12816">
                  <c:v>10.40019</c:v>
                </c:pt>
                <c:pt idx="12817">
                  <c:v>10.19614</c:v>
                </c:pt>
                <c:pt idx="12818">
                  <c:v>8.9424800000000104</c:v>
                </c:pt>
                <c:pt idx="12819">
                  <c:v>7.6133799999999985</c:v>
                </c:pt>
                <c:pt idx="12820">
                  <c:v>7.1996200000000004</c:v>
                </c:pt>
                <c:pt idx="12821">
                  <c:v>7.1492399999999998</c:v>
                </c:pt>
                <c:pt idx="12822">
                  <c:v>7.0650999999999975</c:v>
                </c:pt>
                <c:pt idx="12823">
                  <c:v>7.1246799999999944</c:v>
                </c:pt>
                <c:pt idx="12824">
                  <c:v>7.5489600000000001</c:v>
                </c:pt>
                <c:pt idx="12825">
                  <c:v>8.0061500000000034</c:v>
                </c:pt>
                <c:pt idx="12826">
                  <c:v>8.0980699999999999</c:v>
                </c:pt>
                <c:pt idx="12827">
                  <c:v>7.9439500000000001</c:v>
                </c:pt>
                <c:pt idx="12828">
                  <c:v>7.6129099999999941</c:v>
                </c:pt>
                <c:pt idx="12829">
                  <c:v>7.4963300000000004</c:v>
                </c:pt>
                <c:pt idx="12830">
                  <c:v>7.5488499999999998</c:v>
                </c:pt>
                <c:pt idx="12831">
                  <c:v>7.4710400000000066</c:v>
                </c:pt>
                <c:pt idx="12832">
                  <c:v>7.3406700000000003</c:v>
                </c:pt>
                <c:pt idx="12833">
                  <c:v>7.4074999999999998</c:v>
                </c:pt>
                <c:pt idx="12834">
                  <c:v>7.7004700000000001</c:v>
                </c:pt>
                <c:pt idx="12835">
                  <c:v>8.1090800000000005</c:v>
                </c:pt>
                <c:pt idx="12836">
                  <c:v>8.6764700000000001</c:v>
                </c:pt>
                <c:pt idx="12837">
                  <c:v>9.0486900000000006</c:v>
                </c:pt>
                <c:pt idx="12838">
                  <c:v>9.1347400000000007</c:v>
                </c:pt>
                <c:pt idx="12839">
                  <c:v>8.9727500000000067</c:v>
                </c:pt>
                <c:pt idx="12840">
                  <c:v>9.1744400000000006</c:v>
                </c:pt>
                <c:pt idx="12841">
                  <c:v>9.5365300000000008</c:v>
                </c:pt>
                <c:pt idx="12842">
                  <c:v>9.8544300000000113</c:v>
                </c:pt>
                <c:pt idx="12843">
                  <c:v>10.434150000000001</c:v>
                </c:pt>
                <c:pt idx="12844">
                  <c:v>10.77215</c:v>
                </c:pt>
                <c:pt idx="12845">
                  <c:v>10.455920000000004</c:v>
                </c:pt>
                <c:pt idx="12846">
                  <c:v>9.5882199999999997</c:v>
                </c:pt>
                <c:pt idx="12847">
                  <c:v>8.6875600000000013</c:v>
                </c:pt>
                <c:pt idx="12848">
                  <c:v>8.7136700000000005</c:v>
                </c:pt>
                <c:pt idx="12849">
                  <c:v>9.3818900000000003</c:v>
                </c:pt>
                <c:pt idx="12850">
                  <c:v>10.020060000000001</c:v>
                </c:pt>
                <c:pt idx="12851">
                  <c:v>10.4116</c:v>
                </c:pt>
                <c:pt idx="12852">
                  <c:v>10.75071</c:v>
                </c:pt>
                <c:pt idx="12853">
                  <c:v>11.040140000000001</c:v>
                </c:pt>
                <c:pt idx="12854">
                  <c:v>11.31236</c:v>
                </c:pt>
                <c:pt idx="12855">
                  <c:v>11.648149999999999</c:v>
                </c:pt>
                <c:pt idx="12856">
                  <c:v>11.819680000000011</c:v>
                </c:pt>
                <c:pt idx="12857">
                  <c:v>11.874890000000002</c:v>
                </c:pt>
                <c:pt idx="12858">
                  <c:v>12.122960000000001</c:v>
                </c:pt>
                <c:pt idx="12859">
                  <c:v>12.30617</c:v>
                </c:pt>
                <c:pt idx="12860">
                  <c:v>11.87893</c:v>
                </c:pt>
                <c:pt idx="12861">
                  <c:v>11.395900000000006</c:v>
                </c:pt>
                <c:pt idx="12862">
                  <c:v>11.12616</c:v>
                </c:pt>
                <c:pt idx="12863">
                  <c:v>10.3161</c:v>
                </c:pt>
                <c:pt idx="12864">
                  <c:v>9.48902</c:v>
                </c:pt>
                <c:pt idx="12865">
                  <c:v>9.2398500000000006</c:v>
                </c:pt>
                <c:pt idx="12866">
                  <c:v>9.3323900000000002</c:v>
                </c:pt>
                <c:pt idx="12867">
                  <c:v>9.65991</c:v>
                </c:pt>
                <c:pt idx="12868">
                  <c:v>10.276760000000001</c:v>
                </c:pt>
                <c:pt idx="12869">
                  <c:v>10.97843000000001</c:v>
                </c:pt>
                <c:pt idx="12870">
                  <c:v>11.595550000000006</c:v>
                </c:pt>
                <c:pt idx="12871">
                  <c:v>12.170390000000001</c:v>
                </c:pt>
                <c:pt idx="12872">
                  <c:v>12.441460000000001</c:v>
                </c:pt>
                <c:pt idx="12873">
                  <c:v>12.65513000000001</c:v>
                </c:pt>
                <c:pt idx="12874">
                  <c:v>12.64973</c:v>
                </c:pt>
                <c:pt idx="12875">
                  <c:v>12.2561</c:v>
                </c:pt>
                <c:pt idx="12876">
                  <c:v>12.124650000000001</c:v>
                </c:pt>
                <c:pt idx="12877">
                  <c:v>12.322330000000004</c:v>
                </c:pt>
                <c:pt idx="12878">
                  <c:v>12.603160000000001</c:v>
                </c:pt>
                <c:pt idx="12879">
                  <c:v>12.830910000000001</c:v>
                </c:pt>
                <c:pt idx="12880">
                  <c:v>12.75366</c:v>
                </c:pt>
                <c:pt idx="12881">
                  <c:v>12.26745</c:v>
                </c:pt>
                <c:pt idx="12882">
                  <c:v>12.153600000000004</c:v>
                </c:pt>
                <c:pt idx="12883">
                  <c:v>12.40124</c:v>
                </c:pt>
                <c:pt idx="12884">
                  <c:v>12.545390000000001</c:v>
                </c:pt>
                <c:pt idx="12885">
                  <c:v>12.569190000000004</c:v>
                </c:pt>
                <c:pt idx="12886">
                  <c:v>12.505510000000006</c:v>
                </c:pt>
                <c:pt idx="12887">
                  <c:v>12.6252</c:v>
                </c:pt>
                <c:pt idx="12888">
                  <c:v>12.630050000000001</c:v>
                </c:pt>
                <c:pt idx="12889">
                  <c:v>12.664950000000001</c:v>
                </c:pt>
                <c:pt idx="12890">
                  <c:v>12.773010000000001</c:v>
                </c:pt>
                <c:pt idx="12891">
                  <c:v>13.011000000000001</c:v>
                </c:pt>
                <c:pt idx="12892">
                  <c:v>13.206480000000004</c:v>
                </c:pt>
                <c:pt idx="12893">
                  <c:v>13.43618</c:v>
                </c:pt>
                <c:pt idx="12894">
                  <c:v>13.71177</c:v>
                </c:pt>
                <c:pt idx="12895">
                  <c:v>13.6076</c:v>
                </c:pt>
                <c:pt idx="12896">
                  <c:v>13.174190000000001</c:v>
                </c:pt>
                <c:pt idx="12897">
                  <c:v>13.18843</c:v>
                </c:pt>
                <c:pt idx="12898">
                  <c:v>13.5023</c:v>
                </c:pt>
                <c:pt idx="12899">
                  <c:v>13.86382</c:v>
                </c:pt>
                <c:pt idx="12900">
                  <c:v>14.14866</c:v>
                </c:pt>
                <c:pt idx="12901">
                  <c:v>14.299670000000001</c:v>
                </c:pt>
                <c:pt idx="12902">
                  <c:v>14.47336</c:v>
                </c:pt>
                <c:pt idx="12903">
                  <c:v>14.544329999999999</c:v>
                </c:pt>
                <c:pt idx="12904">
                  <c:v>15.059100000000004</c:v>
                </c:pt>
                <c:pt idx="12905">
                  <c:v>15.746690000000001</c:v>
                </c:pt>
                <c:pt idx="12906">
                  <c:v>16.422179999999972</c:v>
                </c:pt>
                <c:pt idx="12907">
                  <c:v>16.88761999999997</c:v>
                </c:pt>
                <c:pt idx="12908">
                  <c:v>16.781379999999974</c:v>
                </c:pt>
                <c:pt idx="12909">
                  <c:v>16.185890000000001</c:v>
                </c:pt>
                <c:pt idx="12910">
                  <c:v>15.76327</c:v>
                </c:pt>
                <c:pt idx="12911">
                  <c:v>15.99295</c:v>
                </c:pt>
                <c:pt idx="12912">
                  <c:v>16.56728</c:v>
                </c:pt>
                <c:pt idx="12913">
                  <c:v>16.518049999999974</c:v>
                </c:pt>
                <c:pt idx="12914">
                  <c:v>16.557590000000001</c:v>
                </c:pt>
                <c:pt idx="12915">
                  <c:v>17.04902999999997</c:v>
                </c:pt>
                <c:pt idx="12916">
                  <c:v>17.511649999999989</c:v>
                </c:pt>
                <c:pt idx="12917">
                  <c:v>17.429950000000005</c:v>
                </c:pt>
                <c:pt idx="12918">
                  <c:v>17.141960000000033</c:v>
                </c:pt>
                <c:pt idx="12919">
                  <c:v>16.56982</c:v>
                </c:pt>
                <c:pt idx="12920">
                  <c:v>16.183050000000001</c:v>
                </c:pt>
                <c:pt idx="12921">
                  <c:v>16.305</c:v>
                </c:pt>
                <c:pt idx="12922">
                  <c:v>16.567299999999989</c:v>
                </c:pt>
                <c:pt idx="12923">
                  <c:v>16.854869999999998</c:v>
                </c:pt>
                <c:pt idx="12924">
                  <c:v>17.05518</c:v>
                </c:pt>
                <c:pt idx="12925">
                  <c:v>17.097490000000001</c:v>
                </c:pt>
                <c:pt idx="12926">
                  <c:v>17.233820000000001</c:v>
                </c:pt>
                <c:pt idx="12927">
                  <c:v>17.526539999999972</c:v>
                </c:pt>
                <c:pt idx="12928">
                  <c:v>17.947139999999973</c:v>
                </c:pt>
                <c:pt idx="12929">
                  <c:v>18.471299999999989</c:v>
                </c:pt>
                <c:pt idx="12930">
                  <c:v>18.86917</c:v>
                </c:pt>
                <c:pt idx="12931">
                  <c:v>19.097629999999974</c:v>
                </c:pt>
                <c:pt idx="12932">
                  <c:v>19.295960000000001</c:v>
                </c:pt>
                <c:pt idx="12933">
                  <c:v>19.307070000000021</c:v>
                </c:pt>
                <c:pt idx="12934">
                  <c:v>18.658370000000001</c:v>
                </c:pt>
                <c:pt idx="12935">
                  <c:v>18.319289999999999</c:v>
                </c:pt>
                <c:pt idx="12936">
                  <c:v>18.451609999999974</c:v>
                </c:pt>
                <c:pt idx="12937">
                  <c:v>18.765779999999957</c:v>
                </c:pt>
                <c:pt idx="12938">
                  <c:v>19.284739999999957</c:v>
                </c:pt>
                <c:pt idx="12939">
                  <c:v>19.696800000000021</c:v>
                </c:pt>
                <c:pt idx="12940">
                  <c:v>19.891829999999999</c:v>
                </c:pt>
                <c:pt idx="12941">
                  <c:v>20.052150000000001</c:v>
                </c:pt>
                <c:pt idx="12942">
                  <c:v>20.403459999999974</c:v>
                </c:pt>
                <c:pt idx="12943">
                  <c:v>20.865960000000001</c:v>
                </c:pt>
                <c:pt idx="12944">
                  <c:v>21.03654999999997</c:v>
                </c:pt>
                <c:pt idx="12945">
                  <c:v>20.946560000000002</c:v>
                </c:pt>
                <c:pt idx="12946">
                  <c:v>21.025789999999972</c:v>
                </c:pt>
                <c:pt idx="12947">
                  <c:v>21.375539999999972</c:v>
                </c:pt>
                <c:pt idx="12948">
                  <c:v>21.57235</c:v>
                </c:pt>
                <c:pt idx="12949">
                  <c:v>21.59078999999997</c:v>
                </c:pt>
                <c:pt idx="12950">
                  <c:v>21.013150000000021</c:v>
                </c:pt>
                <c:pt idx="12951">
                  <c:v>20.844880000000021</c:v>
                </c:pt>
                <c:pt idx="12952">
                  <c:v>20.907639999999972</c:v>
                </c:pt>
                <c:pt idx="12953">
                  <c:v>20.83512</c:v>
                </c:pt>
                <c:pt idx="12954">
                  <c:v>21.106480000000001</c:v>
                </c:pt>
                <c:pt idx="12955">
                  <c:v>21.532619999999973</c:v>
                </c:pt>
                <c:pt idx="12956">
                  <c:v>22.06596</c:v>
                </c:pt>
                <c:pt idx="12957">
                  <c:v>22.702249999999957</c:v>
                </c:pt>
                <c:pt idx="12958">
                  <c:v>23.103280000000005</c:v>
                </c:pt>
                <c:pt idx="12959">
                  <c:v>22.88597</c:v>
                </c:pt>
                <c:pt idx="12960">
                  <c:v>22.469209999999968</c:v>
                </c:pt>
                <c:pt idx="12961">
                  <c:v>22.510200000000001</c:v>
                </c:pt>
                <c:pt idx="12962">
                  <c:v>22.708789999999972</c:v>
                </c:pt>
                <c:pt idx="12963">
                  <c:v>23.033359999999988</c:v>
                </c:pt>
                <c:pt idx="12964">
                  <c:v>23.59019</c:v>
                </c:pt>
                <c:pt idx="12965">
                  <c:v>23.724430000000002</c:v>
                </c:pt>
                <c:pt idx="12966">
                  <c:v>23.450410000000002</c:v>
                </c:pt>
                <c:pt idx="12967">
                  <c:v>23.41236</c:v>
                </c:pt>
                <c:pt idx="12968">
                  <c:v>23.761900000000001</c:v>
                </c:pt>
                <c:pt idx="12969">
                  <c:v>24.096679999999989</c:v>
                </c:pt>
                <c:pt idx="12970">
                  <c:v>24.252409999999973</c:v>
                </c:pt>
                <c:pt idx="12971">
                  <c:v>24.374189999999999</c:v>
                </c:pt>
                <c:pt idx="12972">
                  <c:v>24.443960000000001</c:v>
                </c:pt>
                <c:pt idx="12973">
                  <c:v>24.754090000000001</c:v>
                </c:pt>
                <c:pt idx="12974">
                  <c:v>25.267099999999989</c:v>
                </c:pt>
                <c:pt idx="12975">
                  <c:v>25.545519999999971</c:v>
                </c:pt>
                <c:pt idx="12976">
                  <c:v>25.698409999999978</c:v>
                </c:pt>
                <c:pt idx="12977">
                  <c:v>25.962029999999956</c:v>
                </c:pt>
                <c:pt idx="12978">
                  <c:v>26.403919999999989</c:v>
                </c:pt>
                <c:pt idx="12979">
                  <c:v>26.743559999999974</c:v>
                </c:pt>
                <c:pt idx="12980">
                  <c:v>26.676060000000021</c:v>
                </c:pt>
                <c:pt idx="12981">
                  <c:v>26.521599999999989</c:v>
                </c:pt>
                <c:pt idx="12982">
                  <c:v>26.495709999999956</c:v>
                </c:pt>
                <c:pt idx="12983">
                  <c:v>26.337250000000033</c:v>
                </c:pt>
                <c:pt idx="12984">
                  <c:v>25.886129999999973</c:v>
                </c:pt>
                <c:pt idx="12985">
                  <c:v>25.430230000000002</c:v>
                </c:pt>
                <c:pt idx="12986">
                  <c:v>25.154760000000021</c:v>
                </c:pt>
                <c:pt idx="12987">
                  <c:v>25.037510000000001</c:v>
                </c:pt>
                <c:pt idx="12988">
                  <c:v>25.178870000000021</c:v>
                </c:pt>
                <c:pt idx="12989">
                  <c:v>25.535990000000005</c:v>
                </c:pt>
                <c:pt idx="12990">
                  <c:v>25.93421</c:v>
                </c:pt>
                <c:pt idx="12991">
                  <c:v>26.200009999999974</c:v>
                </c:pt>
                <c:pt idx="12992">
                  <c:v>26.232659999999989</c:v>
                </c:pt>
                <c:pt idx="12993">
                  <c:v>26.229759999999974</c:v>
                </c:pt>
                <c:pt idx="12994">
                  <c:v>26.398299999999974</c:v>
                </c:pt>
                <c:pt idx="12995">
                  <c:v>26.550729999999973</c:v>
                </c:pt>
                <c:pt idx="12996">
                  <c:v>26.64751</c:v>
                </c:pt>
                <c:pt idx="12997">
                  <c:v>26.86336</c:v>
                </c:pt>
                <c:pt idx="12998">
                  <c:v>27.143999999999988</c:v>
                </c:pt>
                <c:pt idx="12999">
                  <c:v>27.259930000000001</c:v>
                </c:pt>
                <c:pt idx="13000">
                  <c:v>26.914660000000001</c:v>
                </c:pt>
                <c:pt idx="13001">
                  <c:v>26.05613</c:v>
                </c:pt>
                <c:pt idx="13002">
                  <c:v>25.456019999999974</c:v>
                </c:pt>
                <c:pt idx="13003">
                  <c:v>25.454930000000001</c:v>
                </c:pt>
                <c:pt idx="13004">
                  <c:v>25.761089999999989</c:v>
                </c:pt>
                <c:pt idx="13005">
                  <c:v>26.27162999999997</c:v>
                </c:pt>
                <c:pt idx="13006">
                  <c:v>26.64453</c:v>
                </c:pt>
                <c:pt idx="13007">
                  <c:v>26.859300000000001</c:v>
                </c:pt>
                <c:pt idx="13008">
                  <c:v>26.944729999999975</c:v>
                </c:pt>
                <c:pt idx="13009">
                  <c:v>26.727409999999974</c:v>
                </c:pt>
                <c:pt idx="13010">
                  <c:v>26.36077999999997</c:v>
                </c:pt>
                <c:pt idx="13011">
                  <c:v>25.590239999999973</c:v>
                </c:pt>
                <c:pt idx="13012">
                  <c:v>24.411989999999999</c:v>
                </c:pt>
                <c:pt idx="13013">
                  <c:v>23.709890000000001</c:v>
                </c:pt>
                <c:pt idx="13014">
                  <c:v>23.684979999999999</c:v>
                </c:pt>
                <c:pt idx="13015">
                  <c:v>24.020119999999974</c:v>
                </c:pt>
                <c:pt idx="13016">
                  <c:v>24.571829999999999</c:v>
                </c:pt>
                <c:pt idx="13017">
                  <c:v>25.05883</c:v>
                </c:pt>
                <c:pt idx="13018">
                  <c:v>25.087709999999973</c:v>
                </c:pt>
                <c:pt idx="13019">
                  <c:v>24.700629999999968</c:v>
                </c:pt>
                <c:pt idx="13020">
                  <c:v>24.580209999999973</c:v>
                </c:pt>
                <c:pt idx="13021">
                  <c:v>24.95167</c:v>
                </c:pt>
                <c:pt idx="13022">
                  <c:v>24.69529</c:v>
                </c:pt>
                <c:pt idx="13023">
                  <c:v>23.902679999999975</c:v>
                </c:pt>
                <c:pt idx="13024">
                  <c:v>23.351669999999999</c:v>
                </c:pt>
                <c:pt idx="13025">
                  <c:v>23.176279999999988</c:v>
                </c:pt>
                <c:pt idx="13026">
                  <c:v>23.325619999999972</c:v>
                </c:pt>
                <c:pt idx="13027">
                  <c:v>23.45947</c:v>
                </c:pt>
                <c:pt idx="13028">
                  <c:v>23.163599999999974</c:v>
                </c:pt>
                <c:pt idx="13029">
                  <c:v>22.639019999999999</c:v>
                </c:pt>
                <c:pt idx="13030">
                  <c:v>22.42408</c:v>
                </c:pt>
                <c:pt idx="13031">
                  <c:v>22.532409999999974</c:v>
                </c:pt>
                <c:pt idx="13032">
                  <c:v>22.74006</c:v>
                </c:pt>
                <c:pt idx="13033">
                  <c:v>22.966529999999956</c:v>
                </c:pt>
                <c:pt idx="13034">
                  <c:v>23.149970000000021</c:v>
                </c:pt>
                <c:pt idx="13035">
                  <c:v>23.36889</c:v>
                </c:pt>
                <c:pt idx="13036">
                  <c:v>23.488849999999957</c:v>
                </c:pt>
                <c:pt idx="13037">
                  <c:v>23.018639999999973</c:v>
                </c:pt>
                <c:pt idx="13038">
                  <c:v>22.21353999999997</c:v>
                </c:pt>
                <c:pt idx="13039">
                  <c:v>21.598759999999974</c:v>
                </c:pt>
                <c:pt idx="13040">
                  <c:v>21.371099999999988</c:v>
                </c:pt>
                <c:pt idx="13041">
                  <c:v>21.422119999999964</c:v>
                </c:pt>
                <c:pt idx="13042">
                  <c:v>21.390429999999974</c:v>
                </c:pt>
                <c:pt idx="13043">
                  <c:v>21.21762</c:v>
                </c:pt>
                <c:pt idx="13044">
                  <c:v>21.052160000000001</c:v>
                </c:pt>
                <c:pt idx="13045">
                  <c:v>20.715779999999974</c:v>
                </c:pt>
                <c:pt idx="13046">
                  <c:v>20.299299999999974</c:v>
                </c:pt>
                <c:pt idx="13047">
                  <c:v>20.07611</c:v>
                </c:pt>
                <c:pt idx="13048">
                  <c:v>19.79592999999997</c:v>
                </c:pt>
                <c:pt idx="13049">
                  <c:v>19.508219999999973</c:v>
                </c:pt>
                <c:pt idx="13050">
                  <c:v>19.429599999999972</c:v>
                </c:pt>
                <c:pt idx="13051">
                  <c:v>19.510829999999999</c:v>
                </c:pt>
                <c:pt idx="13052">
                  <c:v>19.682139999999972</c:v>
                </c:pt>
                <c:pt idx="13053">
                  <c:v>19.752329999999972</c:v>
                </c:pt>
                <c:pt idx="13054">
                  <c:v>19.69012</c:v>
                </c:pt>
                <c:pt idx="13055">
                  <c:v>19.523399999999974</c:v>
                </c:pt>
                <c:pt idx="13056">
                  <c:v>19.05461</c:v>
                </c:pt>
                <c:pt idx="13057">
                  <c:v>18.55828</c:v>
                </c:pt>
                <c:pt idx="13058">
                  <c:v>18.399899999999999</c:v>
                </c:pt>
                <c:pt idx="13059">
                  <c:v>18.702100000000002</c:v>
                </c:pt>
                <c:pt idx="13060">
                  <c:v>18.99719</c:v>
                </c:pt>
                <c:pt idx="13061">
                  <c:v>19.192789999999974</c:v>
                </c:pt>
                <c:pt idx="13062">
                  <c:v>19.530339999999974</c:v>
                </c:pt>
                <c:pt idx="13063">
                  <c:v>19.802309999999974</c:v>
                </c:pt>
                <c:pt idx="13064">
                  <c:v>19.331399999999999</c:v>
                </c:pt>
                <c:pt idx="13065">
                  <c:v>17.717030000000001</c:v>
                </c:pt>
                <c:pt idx="13066">
                  <c:v>16.06935</c:v>
                </c:pt>
                <c:pt idx="13067">
                  <c:v>15.914950000000001</c:v>
                </c:pt>
                <c:pt idx="13068">
                  <c:v>16.362339999999964</c:v>
                </c:pt>
                <c:pt idx="13069">
                  <c:v>16.574860000000033</c:v>
                </c:pt>
                <c:pt idx="13070">
                  <c:v>16.309750000000001</c:v>
                </c:pt>
                <c:pt idx="13071">
                  <c:v>15.99686</c:v>
                </c:pt>
                <c:pt idx="13072">
                  <c:v>15.496420000000002</c:v>
                </c:pt>
                <c:pt idx="13073">
                  <c:v>15.33733</c:v>
                </c:pt>
                <c:pt idx="13074">
                  <c:v>15.085330000000004</c:v>
                </c:pt>
                <c:pt idx="13075">
                  <c:v>14.92295</c:v>
                </c:pt>
                <c:pt idx="13076">
                  <c:v>14.415440000000011</c:v>
                </c:pt>
                <c:pt idx="13077">
                  <c:v>14.020010000000001</c:v>
                </c:pt>
                <c:pt idx="13078">
                  <c:v>14.03585</c:v>
                </c:pt>
                <c:pt idx="13079">
                  <c:v>14.24667</c:v>
                </c:pt>
                <c:pt idx="13080">
                  <c:v>14.40677</c:v>
                </c:pt>
                <c:pt idx="13081">
                  <c:v>14.56385</c:v>
                </c:pt>
                <c:pt idx="13082">
                  <c:v>14.823430000000011</c:v>
                </c:pt>
                <c:pt idx="13083">
                  <c:v>14.93338</c:v>
                </c:pt>
                <c:pt idx="13084">
                  <c:v>14.682530000000011</c:v>
                </c:pt>
                <c:pt idx="13085">
                  <c:v>13.870240000000004</c:v>
                </c:pt>
                <c:pt idx="13086">
                  <c:v>13.380740000000012</c:v>
                </c:pt>
                <c:pt idx="13087">
                  <c:v>13.35092</c:v>
                </c:pt>
                <c:pt idx="13088">
                  <c:v>13.444940000000001</c:v>
                </c:pt>
                <c:pt idx="13089">
                  <c:v>13.63092</c:v>
                </c:pt>
                <c:pt idx="13090">
                  <c:v>13.4398</c:v>
                </c:pt>
                <c:pt idx="13091">
                  <c:v>12.98019</c:v>
                </c:pt>
                <c:pt idx="13092">
                  <c:v>12.89500000000001</c:v>
                </c:pt>
                <c:pt idx="13093">
                  <c:v>12.93582</c:v>
                </c:pt>
                <c:pt idx="13094">
                  <c:v>12.646090000000001</c:v>
                </c:pt>
                <c:pt idx="13095">
                  <c:v>12.245329999999999</c:v>
                </c:pt>
                <c:pt idx="13096">
                  <c:v>12.26505</c:v>
                </c:pt>
                <c:pt idx="13097">
                  <c:v>12.23448</c:v>
                </c:pt>
                <c:pt idx="13098">
                  <c:v>11.880600000000006</c:v>
                </c:pt>
                <c:pt idx="13099">
                  <c:v>11.73006</c:v>
                </c:pt>
                <c:pt idx="13100">
                  <c:v>11.819510000000006</c:v>
                </c:pt>
                <c:pt idx="13101">
                  <c:v>11.88148000000001</c:v>
                </c:pt>
                <c:pt idx="13102">
                  <c:v>11.761750000000001</c:v>
                </c:pt>
                <c:pt idx="13103">
                  <c:v>11.551210000000001</c:v>
                </c:pt>
                <c:pt idx="13104">
                  <c:v>11.27458</c:v>
                </c:pt>
                <c:pt idx="13105">
                  <c:v>11.030860000000001</c:v>
                </c:pt>
                <c:pt idx="13106">
                  <c:v>11.054400000000006</c:v>
                </c:pt>
                <c:pt idx="13107">
                  <c:v>11.279590000000002</c:v>
                </c:pt>
                <c:pt idx="13108">
                  <c:v>11.392410000000011</c:v>
                </c:pt>
                <c:pt idx="13109">
                  <c:v>11.60568000000001</c:v>
                </c:pt>
                <c:pt idx="13110">
                  <c:v>11.863630000000018</c:v>
                </c:pt>
                <c:pt idx="13111">
                  <c:v>11.913960000000001</c:v>
                </c:pt>
                <c:pt idx="13112">
                  <c:v>11.704029999999999</c:v>
                </c:pt>
                <c:pt idx="13113">
                  <c:v>11.61382</c:v>
                </c:pt>
                <c:pt idx="13114">
                  <c:v>11.680710000000001</c:v>
                </c:pt>
                <c:pt idx="13115">
                  <c:v>11.752410000000006</c:v>
                </c:pt>
                <c:pt idx="13116">
                  <c:v>12.04463</c:v>
                </c:pt>
                <c:pt idx="13117">
                  <c:v>12.41844</c:v>
                </c:pt>
                <c:pt idx="13118">
                  <c:v>12.19088</c:v>
                </c:pt>
                <c:pt idx="13119">
                  <c:v>11.350550000000011</c:v>
                </c:pt>
                <c:pt idx="13120">
                  <c:v>10.435090000000002</c:v>
                </c:pt>
                <c:pt idx="13121">
                  <c:v>9.6801300000000001</c:v>
                </c:pt>
                <c:pt idx="13122">
                  <c:v>9.1749200000000002</c:v>
                </c:pt>
                <c:pt idx="13123">
                  <c:v>9.0587400000000002</c:v>
                </c:pt>
                <c:pt idx="13124">
                  <c:v>9.0559600000000007</c:v>
                </c:pt>
                <c:pt idx="13125">
                  <c:v>8.9889700000000001</c:v>
                </c:pt>
                <c:pt idx="13126">
                  <c:v>8.9901600000000013</c:v>
                </c:pt>
                <c:pt idx="13127">
                  <c:v>9.1880900000000008</c:v>
                </c:pt>
                <c:pt idx="13128">
                  <c:v>9.6427900000000015</c:v>
                </c:pt>
                <c:pt idx="13129">
                  <c:v>10.229380000000001</c:v>
                </c:pt>
                <c:pt idx="13130">
                  <c:v>10.61933</c:v>
                </c:pt>
                <c:pt idx="13131">
                  <c:v>10.66282</c:v>
                </c:pt>
                <c:pt idx="13132">
                  <c:v>10.57855</c:v>
                </c:pt>
                <c:pt idx="13133">
                  <c:v>10.17224</c:v>
                </c:pt>
                <c:pt idx="13134">
                  <c:v>9.7661700000000007</c:v>
                </c:pt>
                <c:pt idx="13135">
                  <c:v>9.6742799999999995</c:v>
                </c:pt>
                <c:pt idx="13136">
                  <c:v>9.7674700000000012</c:v>
                </c:pt>
                <c:pt idx="13137">
                  <c:v>9.7831500000000009</c:v>
                </c:pt>
                <c:pt idx="13138">
                  <c:v>9.7472299999999983</c:v>
                </c:pt>
                <c:pt idx="13139">
                  <c:v>9.8830100000000005</c:v>
                </c:pt>
                <c:pt idx="13140">
                  <c:v>9.8221900000000026</c:v>
                </c:pt>
                <c:pt idx="13141">
                  <c:v>9.5967300000000026</c:v>
                </c:pt>
                <c:pt idx="13142">
                  <c:v>9.4047100000000015</c:v>
                </c:pt>
                <c:pt idx="13143">
                  <c:v>9.0136200000000013</c:v>
                </c:pt>
                <c:pt idx="13144">
                  <c:v>8.594100000000001</c:v>
                </c:pt>
                <c:pt idx="13145">
                  <c:v>8.4008000000000003</c:v>
                </c:pt>
                <c:pt idx="13146">
                  <c:v>8.5545900000000028</c:v>
                </c:pt>
                <c:pt idx="13147">
                  <c:v>8.9381900000000005</c:v>
                </c:pt>
                <c:pt idx="13148">
                  <c:v>9.2522500000000001</c:v>
                </c:pt>
                <c:pt idx="13149">
                  <c:v>9.3789600000000011</c:v>
                </c:pt>
                <c:pt idx="13150">
                  <c:v>9.4042100000000008</c:v>
                </c:pt>
                <c:pt idx="13151">
                  <c:v>9.4124100000000048</c:v>
                </c:pt>
                <c:pt idx="13152">
                  <c:v>9.4110000000000014</c:v>
                </c:pt>
                <c:pt idx="13153">
                  <c:v>9.4099400000000006</c:v>
                </c:pt>
                <c:pt idx="13154">
                  <c:v>9.2994700000000012</c:v>
                </c:pt>
                <c:pt idx="13155">
                  <c:v>9.02806</c:v>
                </c:pt>
                <c:pt idx="13156">
                  <c:v>8.8839500000000005</c:v>
                </c:pt>
                <c:pt idx="13157">
                  <c:v>9.004760000000001</c:v>
                </c:pt>
                <c:pt idx="13158">
                  <c:v>9.1728000000000005</c:v>
                </c:pt>
                <c:pt idx="13159">
                  <c:v>9.2745700000000006</c:v>
                </c:pt>
                <c:pt idx="13160">
                  <c:v>9.3363200000000006</c:v>
                </c:pt>
                <c:pt idx="13161">
                  <c:v>9.4874300000000105</c:v>
                </c:pt>
                <c:pt idx="13162">
                  <c:v>9.5649100000000011</c:v>
                </c:pt>
                <c:pt idx="13163">
                  <c:v>9.6860900000000001</c:v>
                </c:pt>
                <c:pt idx="13164">
                  <c:v>9.6780400000000011</c:v>
                </c:pt>
                <c:pt idx="13165">
                  <c:v>9.5393900000000009</c:v>
                </c:pt>
                <c:pt idx="13166">
                  <c:v>9.3357700000000001</c:v>
                </c:pt>
                <c:pt idx="13167">
                  <c:v>8.8998300000000068</c:v>
                </c:pt>
                <c:pt idx="13168">
                  <c:v>8.4783799999999996</c:v>
                </c:pt>
                <c:pt idx="13169">
                  <c:v>8.2621400000000005</c:v>
                </c:pt>
                <c:pt idx="13170">
                  <c:v>8.1700300000000006</c:v>
                </c:pt>
                <c:pt idx="13171">
                  <c:v>8.1135800000000007</c:v>
                </c:pt>
                <c:pt idx="13172">
                  <c:v>8.1371400000000005</c:v>
                </c:pt>
                <c:pt idx="13173">
                  <c:v>8.2579800000000017</c:v>
                </c:pt>
                <c:pt idx="13174">
                  <c:v>8.3276300000000028</c:v>
                </c:pt>
                <c:pt idx="13175">
                  <c:v>8.2110099999999999</c:v>
                </c:pt>
                <c:pt idx="13176">
                  <c:v>8.0990400000000005</c:v>
                </c:pt>
                <c:pt idx="13177">
                  <c:v>7.9679399999999942</c:v>
                </c:pt>
                <c:pt idx="13178">
                  <c:v>7.4593600000000064</c:v>
                </c:pt>
                <c:pt idx="13179">
                  <c:v>6.5220999999999965</c:v>
                </c:pt>
                <c:pt idx="13180">
                  <c:v>5.3679099999999931</c:v>
                </c:pt>
                <c:pt idx="13181">
                  <c:v>4.5670099999999945</c:v>
                </c:pt>
                <c:pt idx="13182">
                  <c:v>4.3681999999999945</c:v>
                </c:pt>
                <c:pt idx="13183">
                  <c:v>4.6068600000000002</c:v>
                </c:pt>
                <c:pt idx="13184">
                  <c:v>5.0060900000000004</c:v>
                </c:pt>
                <c:pt idx="13185">
                  <c:v>5.6443299999999965</c:v>
                </c:pt>
                <c:pt idx="13186">
                  <c:v>6.4527999999999999</c:v>
                </c:pt>
                <c:pt idx="13187">
                  <c:v>7.124459999999992</c:v>
                </c:pt>
                <c:pt idx="13188">
                  <c:v>7.7169400000000001</c:v>
                </c:pt>
                <c:pt idx="13189">
                  <c:v>8.3065000000000122</c:v>
                </c:pt>
                <c:pt idx="13190">
                  <c:v>8.5617400000000004</c:v>
                </c:pt>
                <c:pt idx="13191">
                  <c:v>8.4304400000000008</c:v>
                </c:pt>
                <c:pt idx="13192">
                  <c:v>8.3147100000000016</c:v>
                </c:pt>
                <c:pt idx="13193">
                  <c:v>8.3514600000000048</c:v>
                </c:pt>
                <c:pt idx="13194">
                  <c:v>8.5403000000000002</c:v>
                </c:pt>
                <c:pt idx="13195">
                  <c:v>8.8160700000000034</c:v>
                </c:pt>
                <c:pt idx="13196">
                  <c:v>9.1832800000000017</c:v>
                </c:pt>
                <c:pt idx="13197">
                  <c:v>9.4297300000000028</c:v>
                </c:pt>
                <c:pt idx="13198">
                  <c:v>9.4950800000000068</c:v>
                </c:pt>
                <c:pt idx="13199">
                  <c:v>9.5748100000000012</c:v>
                </c:pt>
                <c:pt idx="13200">
                  <c:v>9.5805600000000002</c:v>
                </c:pt>
                <c:pt idx="13201">
                  <c:v>9.8300600000000014</c:v>
                </c:pt>
                <c:pt idx="13202">
                  <c:v>9.6988599999999998</c:v>
                </c:pt>
                <c:pt idx="13203">
                  <c:v>8.9290100000000034</c:v>
                </c:pt>
                <c:pt idx="13204">
                  <c:v>8.2942300000000007</c:v>
                </c:pt>
                <c:pt idx="13205">
                  <c:v>8.220600000000001</c:v>
                </c:pt>
                <c:pt idx="13206">
                  <c:v>8.5271400000000011</c:v>
                </c:pt>
                <c:pt idx="13207">
                  <c:v>9.2743500000000001</c:v>
                </c:pt>
                <c:pt idx="13208">
                  <c:v>10.20275</c:v>
                </c:pt>
                <c:pt idx="13209">
                  <c:v>10.968670000000001</c:v>
                </c:pt>
                <c:pt idx="13210">
                  <c:v>11.527420000000001</c:v>
                </c:pt>
                <c:pt idx="13211">
                  <c:v>11.998700000000001</c:v>
                </c:pt>
                <c:pt idx="13212">
                  <c:v>12.236650000000001</c:v>
                </c:pt>
                <c:pt idx="13213">
                  <c:v>12.20209</c:v>
                </c:pt>
                <c:pt idx="13214">
                  <c:v>12.40395</c:v>
                </c:pt>
                <c:pt idx="13215">
                  <c:v>12.93765</c:v>
                </c:pt>
                <c:pt idx="13216">
                  <c:v>13.26703</c:v>
                </c:pt>
                <c:pt idx="13217">
                  <c:v>13.00211</c:v>
                </c:pt>
                <c:pt idx="13218">
                  <c:v>12.63251</c:v>
                </c:pt>
                <c:pt idx="13219">
                  <c:v>12.5937</c:v>
                </c:pt>
                <c:pt idx="13220">
                  <c:v>12.746790000000001</c:v>
                </c:pt>
                <c:pt idx="13221">
                  <c:v>12.910970000000001</c:v>
                </c:pt>
                <c:pt idx="13222">
                  <c:v>13.144490000000001</c:v>
                </c:pt>
                <c:pt idx="13223">
                  <c:v>13.455260000000004</c:v>
                </c:pt>
                <c:pt idx="13224">
                  <c:v>13.77351</c:v>
                </c:pt>
                <c:pt idx="13225">
                  <c:v>13.90701</c:v>
                </c:pt>
                <c:pt idx="13226">
                  <c:v>13.68953000000001</c:v>
                </c:pt>
                <c:pt idx="13227">
                  <c:v>13.251250000000001</c:v>
                </c:pt>
                <c:pt idx="13228">
                  <c:v>13.01971</c:v>
                </c:pt>
                <c:pt idx="13229">
                  <c:v>12.977690000000004</c:v>
                </c:pt>
                <c:pt idx="13230">
                  <c:v>12.998470000000001</c:v>
                </c:pt>
                <c:pt idx="13231">
                  <c:v>12.59173</c:v>
                </c:pt>
                <c:pt idx="13232">
                  <c:v>12.13861</c:v>
                </c:pt>
                <c:pt idx="13233">
                  <c:v>12.315490000000015</c:v>
                </c:pt>
                <c:pt idx="13234">
                  <c:v>12.719379999999999</c:v>
                </c:pt>
                <c:pt idx="13235">
                  <c:v>13.075140000000006</c:v>
                </c:pt>
                <c:pt idx="13236">
                  <c:v>13.48143000000001</c:v>
                </c:pt>
                <c:pt idx="13237">
                  <c:v>13.395300000000002</c:v>
                </c:pt>
                <c:pt idx="13238">
                  <c:v>12.815850000000006</c:v>
                </c:pt>
                <c:pt idx="13239">
                  <c:v>12.355340000000011</c:v>
                </c:pt>
                <c:pt idx="13240">
                  <c:v>11.89049000000001</c:v>
                </c:pt>
                <c:pt idx="13241">
                  <c:v>11.55162</c:v>
                </c:pt>
                <c:pt idx="13242">
                  <c:v>11.73377</c:v>
                </c:pt>
                <c:pt idx="13243">
                  <c:v>12.059500000000011</c:v>
                </c:pt>
                <c:pt idx="13244">
                  <c:v>12.40485</c:v>
                </c:pt>
                <c:pt idx="13245">
                  <c:v>13.003770000000001</c:v>
                </c:pt>
                <c:pt idx="13246">
                  <c:v>13.75056</c:v>
                </c:pt>
                <c:pt idx="13247">
                  <c:v>14.264620000000001</c:v>
                </c:pt>
                <c:pt idx="13248">
                  <c:v>14.35169000000001</c:v>
                </c:pt>
                <c:pt idx="13249">
                  <c:v>14.353760000000012</c:v>
                </c:pt>
                <c:pt idx="13250">
                  <c:v>14.48678000000001</c:v>
                </c:pt>
                <c:pt idx="13251">
                  <c:v>14.64129</c:v>
                </c:pt>
                <c:pt idx="13252">
                  <c:v>14.869180000000011</c:v>
                </c:pt>
                <c:pt idx="13253">
                  <c:v>15.404210000000001</c:v>
                </c:pt>
                <c:pt idx="13254">
                  <c:v>15.9459</c:v>
                </c:pt>
                <c:pt idx="13255">
                  <c:v>15.972390000000004</c:v>
                </c:pt>
                <c:pt idx="13256">
                  <c:v>16.085549999999959</c:v>
                </c:pt>
                <c:pt idx="13257">
                  <c:v>16.446509999999975</c:v>
                </c:pt>
                <c:pt idx="13258">
                  <c:v>16.710830000000001</c:v>
                </c:pt>
                <c:pt idx="13259">
                  <c:v>16.82723</c:v>
                </c:pt>
                <c:pt idx="13260">
                  <c:v>16.586349999999957</c:v>
                </c:pt>
                <c:pt idx="13261">
                  <c:v>16.160860000000021</c:v>
                </c:pt>
                <c:pt idx="13262">
                  <c:v>16.078109999999974</c:v>
                </c:pt>
                <c:pt idx="13263">
                  <c:v>16.204460000000001</c:v>
                </c:pt>
                <c:pt idx="13264">
                  <c:v>16.13531</c:v>
                </c:pt>
                <c:pt idx="13265">
                  <c:v>16.178519999999974</c:v>
                </c:pt>
                <c:pt idx="13266">
                  <c:v>16.339569999999988</c:v>
                </c:pt>
                <c:pt idx="13267">
                  <c:v>16.59104</c:v>
                </c:pt>
                <c:pt idx="13268">
                  <c:v>17.14669</c:v>
                </c:pt>
                <c:pt idx="13269">
                  <c:v>17.640440000000002</c:v>
                </c:pt>
                <c:pt idx="13270">
                  <c:v>17.923579999999973</c:v>
                </c:pt>
                <c:pt idx="13271">
                  <c:v>18.066079999999989</c:v>
                </c:pt>
                <c:pt idx="13272">
                  <c:v>18.147800000000021</c:v>
                </c:pt>
                <c:pt idx="13273">
                  <c:v>17.823950000000021</c:v>
                </c:pt>
                <c:pt idx="13274">
                  <c:v>16.925169999999973</c:v>
                </c:pt>
                <c:pt idx="13275">
                  <c:v>16.32207</c:v>
                </c:pt>
                <c:pt idx="13276">
                  <c:v>16.345029999999973</c:v>
                </c:pt>
                <c:pt idx="13277">
                  <c:v>16.711490000000001</c:v>
                </c:pt>
                <c:pt idx="13278">
                  <c:v>16.980869999999989</c:v>
                </c:pt>
                <c:pt idx="13279">
                  <c:v>17.323820000000001</c:v>
                </c:pt>
                <c:pt idx="13280">
                  <c:v>17.813849999999999</c:v>
                </c:pt>
                <c:pt idx="13281">
                  <c:v>18.396830000000001</c:v>
                </c:pt>
                <c:pt idx="13282">
                  <c:v>19.134329999999999</c:v>
                </c:pt>
                <c:pt idx="13283">
                  <c:v>19.839950000000037</c:v>
                </c:pt>
                <c:pt idx="13284">
                  <c:v>20.363320000000002</c:v>
                </c:pt>
                <c:pt idx="13285">
                  <c:v>20.782069999999973</c:v>
                </c:pt>
                <c:pt idx="13286">
                  <c:v>21.107920000000021</c:v>
                </c:pt>
                <c:pt idx="13287">
                  <c:v>21.195620000000002</c:v>
                </c:pt>
                <c:pt idx="13288">
                  <c:v>20.995669999999972</c:v>
                </c:pt>
                <c:pt idx="13289">
                  <c:v>20.879390000000001</c:v>
                </c:pt>
                <c:pt idx="13290">
                  <c:v>20.891200000000001</c:v>
                </c:pt>
                <c:pt idx="13291">
                  <c:v>20.76580999999997</c:v>
                </c:pt>
                <c:pt idx="13292">
                  <c:v>20.369260000000001</c:v>
                </c:pt>
                <c:pt idx="13293">
                  <c:v>19.86947</c:v>
                </c:pt>
                <c:pt idx="13294">
                  <c:v>19.471999999999987</c:v>
                </c:pt>
                <c:pt idx="13295">
                  <c:v>19.111630000000005</c:v>
                </c:pt>
                <c:pt idx="13296">
                  <c:v>18.774090000000001</c:v>
                </c:pt>
                <c:pt idx="13297">
                  <c:v>18.806979999999999</c:v>
                </c:pt>
                <c:pt idx="13298">
                  <c:v>19.170750000000005</c:v>
                </c:pt>
                <c:pt idx="13299">
                  <c:v>19.78748999999997</c:v>
                </c:pt>
                <c:pt idx="13300">
                  <c:v>20.56305</c:v>
                </c:pt>
                <c:pt idx="13301">
                  <c:v>21.127649999999978</c:v>
                </c:pt>
                <c:pt idx="13302">
                  <c:v>21.697579999999999</c:v>
                </c:pt>
                <c:pt idx="13303">
                  <c:v>22.487169999999974</c:v>
                </c:pt>
                <c:pt idx="13304">
                  <c:v>23.18819999999997</c:v>
                </c:pt>
                <c:pt idx="13305">
                  <c:v>23.651890000000037</c:v>
                </c:pt>
                <c:pt idx="13306">
                  <c:v>23.731069999999999</c:v>
                </c:pt>
                <c:pt idx="13307">
                  <c:v>23.137049999999999</c:v>
                </c:pt>
                <c:pt idx="13308">
                  <c:v>21.776629999999972</c:v>
                </c:pt>
                <c:pt idx="13309">
                  <c:v>21.110510000000001</c:v>
                </c:pt>
                <c:pt idx="13310">
                  <c:v>21.57314999999997</c:v>
                </c:pt>
                <c:pt idx="13311">
                  <c:v>22.489599999999957</c:v>
                </c:pt>
                <c:pt idx="13312">
                  <c:v>23.206160000000001</c:v>
                </c:pt>
                <c:pt idx="13313">
                  <c:v>23.383120000000002</c:v>
                </c:pt>
                <c:pt idx="13314">
                  <c:v>23.466799999999957</c:v>
                </c:pt>
                <c:pt idx="13315">
                  <c:v>23.539899999999999</c:v>
                </c:pt>
                <c:pt idx="13316">
                  <c:v>23.301169999999999</c:v>
                </c:pt>
                <c:pt idx="13317">
                  <c:v>22.572980000000001</c:v>
                </c:pt>
                <c:pt idx="13318">
                  <c:v>22.050370000000001</c:v>
                </c:pt>
                <c:pt idx="13319">
                  <c:v>21.868929999999974</c:v>
                </c:pt>
                <c:pt idx="13320">
                  <c:v>21.604869999999998</c:v>
                </c:pt>
                <c:pt idx="13321">
                  <c:v>21.44326999999997</c:v>
                </c:pt>
                <c:pt idx="13322">
                  <c:v>21.517009999999999</c:v>
                </c:pt>
                <c:pt idx="13323">
                  <c:v>21.548079999999974</c:v>
                </c:pt>
                <c:pt idx="13324">
                  <c:v>21.883179999999989</c:v>
                </c:pt>
                <c:pt idx="13325">
                  <c:v>22.522299999999973</c:v>
                </c:pt>
                <c:pt idx="13326">
                  <c:v>23.18322999999997</c:v>
                </c:pt>
                <c:pt idx="13327">
                  <c:v>23.88449</c:v>
                </c:pt>
                <c:pt idx="13328">
                  <c:v>24.51014</c:v>
                </c:pt>
                <c:pt idx="13329">
                  <c:v>24.544979999999999</c:v>
                </c:pt>
                <c:pt idx="13330">
                  <c:v>24.307700000000001</c:v>
                </c:pt>
                <c:pt idx="13331">
                  <c:v>24.426119999999973</c:v>
                </c:pt>
                <c:pt idx="13332">
                  <c:v>24.840869999999999</c:v>
                </c:pt>
                <c:pt idx="13333">
                  <c:v>25.403359999999989</c:v>
                </c:pt>
                <c:pt idx="13334">
                  <c:v>25.786549999999952</c:v>
                </c:pt>
                <c:pt idx="13335">
                  <c:v>25.790199999999974</c:v>
                </c:pt>
                <c:pt idx="13336">
                  <c:v>25.714829999999999</c:v>
                </c:pt>
                <c:pt idx="13337">
                  <c:v>25.894400000000001</c:v>
                </c:pt>
                <c:pt idx="13338">
                  <c:v>26.226689999999973</c:v>
                </c:pt>
                <c:pt idx="13339">
                  <c:v>26.558810000000001</c:v>
                </c:pt>
                <c:pt idx="13340">
                  <c:v>26.95020999999997</c:v>
                </c:pt>
                <c:pt idx="13341">
                  <c:v>27.443639999999952</c:v>
                </c:pt>
                <c:pt idx="13342">
                  <c:v>27.954460000000001</c:v>
                </c:pt>
                <c:pt idx="13343">
                  <c:v>28.26089</c:v>
                </c:pt>
                <c:pt idx="13344">
                  <c:v>27.947990000000001</c:v>
                </c:pt>
                <c:pt idx="13345">
                  <c:v>27.459320000000002</c:v>
                </c:pt>
                <c:pt idx="13346">
                  <c:v>27.05433</c:v>
                </c:pt>
                <c:pt idx="13347">
                  <c:v>26.742119999999975</c:v>
                </c:pt>
                <c:pt idx="13348">
                  <c:v>26.685929999999974</c:v>
                </c:pt>
                <c:pt idx="13349">
                  <c:v>26.598739999999957</c:v>
                </c:pt>
                <c:pt idx="13350">
                  <c:v>26.619199999999999</c:v>
                </c:pt>
                <c:pt idx="13351">
                  <c:v>26.842169999999989</c:v>
                </c:pt>
                <c:pt idx="13352">
                  <c:v>26.997679999999974</c:v>
                </c:pt>
                <c:pt idx="13353">
                  <c:v>26.903309999999973</c:v>
                </c:pt>
                <c:pt idx="13354">
                  <c:v>26.59713</c:v>
                </c:pt>
                <c:pt idx="13355">
                  <c:v>26.347270000000005</c:v>
                </c:pt>
                <c:pt idx="13356">
                  <c:v>26.342099999999974</c:v>
                </c:pt>
                <c:pt idx="13357">
                  <c:v>26.611799999999999</c:v>
                </c:pt>
                <c:pt idx="13358">
                  <c:v>27.16029</c:v>
                </c:pt>
                <c:pt idx="13359">
                  <c:v>27.727739999999972</c:v>
                </c:pt>
                <c:pt idx="13360">
                  <c:v>28.121919999999999</c:v>
                </c:pt>
                <c:pt idx="13361">
                  <c:v>28.400539999999957</c:v>
                </c:pt>
                <c:pt idx="13362">
                  <c:v>28.65513</c:v>
                </c:pt>
                <c:pt idx="13363">
                  <c:v>28.613790000000005</c:v>
                </c:pt>
                <c:pt idx="13364">
                  <c:v>28.384720000000002</c:v>
                </c:pt>
                <c:pt idx="13365">
                  <c:v>28.328739999999971</c:v>
                </c:pt>
                <c:pt idx="13366">
                  <c:v>28.013970000000022</c:v>
                </c:pt>
                <c:pt idx="13367">
                  <c:v>27.282159999999973</c:v>
                </c:pt>
                <c:pt idx="13368">
                  <c:v>26.480869999999989</c:v>
                </c:pt>
                <c:pt idx="13369">
                  <c:v>25.942399999999957</c:v>
                </c:pt>
                <c:pt idx="13370">
                  <c:v>25.66032999999997</c:v>
                </c:pt>
                <c:pt idx="13371">
                  <c:v>25.614789999999999</c:v>
                </c:pt>
                <c:pt idx="13372">
                  <c:v>25.66658</c:v>
                </c:pt>
                <c:pt idx="13373">
                  <c:v>25.75836</c:v>
                </c:pt>
                <c:pt idx="13374">
                  <c:v>25.906719999999975</c:v>
                </c:pt>
                <c:pt idx="13375">
                  <c:v>26.110720000000001</c:v>
                </c:pt>
                <c:pt idx="13376">
                  <c:v>25.969189999999973</c:v>
                </c:pt>
                <c:pt idx="13377">
                  <c:v>25.970789999999973</c:v>
                </c:pt>
                <c:pt idx="13378">
                  <c:v>26.295000000000002</c:v>
                </c:pt>
                <c:pt idx="13379">
                  <c:v>26.236889999999999</c:v>
                </c:pt>
                <c:pt idx="13380">
                  <c:v>26.083029999999972</c:v>
                </c:pt>
                <c:pt idx="13381">
                  <c:v>26.211290000000005</c:v>
                </c:pt>
                <c:pt idx="13382">
                  <c:v>26.548919999999974</c:v>
                </c:pt>
                <c:pt idx="13383">
                  <c:v>26.776199999999989</c:v>
                </c:pt>
                <c:pt idx="13384">
                  <c:v>26.625450000000001</c:v>
                </c:pt>
                <c:pt idx="13385">
                  <c:v>26.226639999999971</c:v>
                </c:pt>
                <c:pt idx="13386">
                  <c:v>26.024789999999989</c:v>
                </c:pt>
                <c:pt idx="13387">
                  <c:v>26.136759999999999</c:v>
                </c:pt>
                <c:pt idx="13388">
                  <c:v>26.302309999999974</c:v>
                </c:pt>
                <c:pt idx="13389">
                  <c:v>26.519829999999999</c:v>
                </c:pt>
                <c:pt idx="13390">
                  <c:v>26.373080000000005</c:v>
                </c:pt>
                <c:pt idx="13391">
                  <c:v>25.962549999999954</c:v>
                </c:pt>
                <c:pt idx="13392">
                  <c:v>25.537859999999998</c:v>
                </c:pt>
                <c:pt idx="13393">
                  <c:v>24.828009999999974</c:v>
                </c:pt>
                <c:pt idx="13394">
                  <c:v>24.049880000000005</c:v>
                </c:pt>
                <c:pt idx="13395">
                  <c:v>23.505759999999974</c:v>
                </c:pt>
                <c:pt idx="13396">
                  <c:v>23.32535</c:v>
                </c:pt>
                <c:pt idx="13397">
                  <c:v>23.267969999999988</c:v>
                </c:pt>
                <c:pt idx="13398">
                  <c:v>22.949299999999972</c:v>
                </c:pt>
                <c:pt idx="13399">
                  <c:v>22.324349999999974</c:v>
                </c:pt>
                <c:pt idx="13400">
                  <c:v>21.833110000000001</c:v>
                </c:pt>
                <c:pt idx="13401">
                  <c:v>21.728299999999972</c:v>
                </c:pt>
                <c:pt idx="13402">
                  <c:v>21.82555</c:v>
                </c:pt>
                <c:pt idx="13403">
                  <c:v>22.05236</c:v>
                </c:pt>
                <c:pt idx="13404">
                  <c:v>22.233550000000001</c:v>
                </c:pt>
                <c:pt idx="13405">
                  <c:v>22.01463</c:v>
                </c:pt>
                <c:pt idx="13406">
                  <c:v>21.800870000000021</c:v>
                </c:pt>
                <c:pt idx="13407">
                  <c:v>21.975759999999973</c:v>
                </c:pt>
                <c:pt idx="13408">
                  <c:v>22.390799999999974</c:v>
                </c:pt>
                <c:pt idx="13409">
                  <c:v>22.669319999999974</c:v>
                </c:pt>
                <c:pt idx="13410">
                  <c:v>22.845839999999974</c:v>
                </c:pt>
                <c:pt idx="13411">
                  <c:v>22.786460000000002</c:v>
                </c:pt>
                <c:pt idx="13412">
                  <c:v>22.428319999999957</c:v>
                </c:pt>
                <c:pt idx="13413">
                  <c:v>21.976870000000005</c:v>
                </c:pt>
                <c:pt idx="13414">
                  <c:v>21.391940000000005</c:v>
                </c:pt>
                <c:pt idx="13415">
                  <c:v>20.317560000000022</c:v>
                </c:pt>
                <c:pt idx="13416">
                  <c:v>19.545249999999957</c:v>
                </c:pt>
                <c:pt idx="13417">
                  <c:v>19.57124</c:v>
                </c:pt>
                <c:pt idx="13418">
                  <c:v>19.833259999999999</c:v>
                </c:pt>
                <c:pt idx="13419">
                  <c:v>20.266819999999989</c:v>
                </c:pt>
                <c:pt idx="13420">
                  <c:v>20.383839999999989</c:v>
                </c:pt>
                <c:pt idx="13421">
                  <c:v>20.143689999999989</c:v>
                </c:pt>
                <c:pt idx="13422">
                  <c:v>19.651399999999999</c:v>
                </c:pt>
                <c:pt idx="13423">
                  <c:v>19.24084999999997</c:v>
                </c:pt>
                <c:pt idx="13424">
                  <c:v>18.913350000000001</c:v>
                </c:pt>
                <c:pt idx="13425">
                  <c:v>18.699050000000021</c:v>
                </c:pt>
                <c:pt idx="13426">
                  <c:v>18.637680000000021</c:v>
                </c:pt>
                <c:pt idx="13427">
                  <c:v>18.634010000000021</c:v>
                </c:pt>
                <c:pt idx="13428">
                  <c:v>18.644449999999978</c:v>
                </c:pt>
                <c:pt idx="13429">
                  <c:v>18.475259999999974</c:v>
                </c:pt>
                <c:pt idx="13430">
                  <c:v>17.959790000000002</c:v>
                </c:pt>
                <c:pt idx="13431">
                  <c:v>17.354350000000021</c:v>
                </c:pt>
                <c:pt idx="13432">
                  <c:v>16.975489999999972</c:v>
                </c:pt>
                <c:pt idx="13433">
                  <c:v>16.96719999999997</c:v>
                </c:pt>
                <c:pt idx="13434">
                  <c:v>17.314650000000022</c:v>
                </c:pt>
                <c:pt idx="13435">
                  <c:v>17.77338</c:v>
                </c:pt>
                <c:pt idx="13436">
                  <c:v>17.97948999999997</c:v>
                </c:pt>
                <c:pt idx="13437">
                  <c:v>17.940379999999973</c:v>
                </c:pt>
                <c:pt idx="13438">
                  <c:v>17.815930000000005</c:v>
                </c:pt>
                <c:pt idx="13439">
                  <c:v>17.35464</c:v>
                </c:pt>
                <c:pt idx="13440">
                  <c:v>16.25266999999997</c:v>
                </c:pt>
                <c:pt idx="13441">
                  <c:v>15.18093</c:v>
                </c:pt>
                <c:pt idx="13442">
                  <c:v>14.744309999999997</c:v>
                </c:pt>
                <c:pt idx="13443">
                  <c:v>14.846440000000012</c:v>
                </c:pt>
                <c:pt idx="13444">
                  <c:v>14.952550000000015</c:v>
                </c:pt>
                <c:pt idx="13445">
                  <c:v>15.00513000000001</c:v>
                </c:pt>
                <c:pt idx="13446">
                  <c:v>15.19955</c:v>
                </c:pt>
                <c:pt idx="13447">
                  <c:v>15.410730000000004</c:v>
                </c:pt>
                <c:pt idx="13448">
                  <c:v>15.555110000000004</c:v>
                </c:pt>
                <c:pt idx="13449">
                  <c:v>15.759040000000002</c:v>
                </c:pt>
                <c:pt idx="13450">
                  <c:v>15.996090000000002</c:v>
                </c:pt>
                <c:pt idx="13451">
                  <c:v>16.363759999999989</c:v>
                </c:pt>
                <c:pt idx="13452">
                  <c:v>16.393070000000005</c:v>
                </c:pt>
                <c:pt idx="13453">
                  <c:v>15.850980000000011</c:v>
                </c:pt>
                <c:pt idx="13454">
                  <c:v>15.03999</c:v>
                </c:pt>
                <c:pt idx="13455">
                  <c:v>14.516640000000002</c:v>
                </c:pt>
                <c:pt idx="13456">
                  <c:v>14.388020000000001</c:v>
                </c:pt>
                <c:pt idx="13457">
                  <c:v>14.077030000000002</c:v>
                </c:pt>
                <c:pt idx="13458">
                  <c:v>13.566560000000004</c:v>
                </c:pt>
                <c:pt idx="13459">
                  <c:v>12.85891</c:v>
                </c:pt>
                <c:pt idx="13460">
                  <c:v>12.195460000000002</c:v>
                </c:pt>
                <c:pt idx="13461">
                  <c:v>11.983180000000004</c:v>
                </c:pt>
                <c:pt idx="13462">
                  <c:v>11.92597</c:v>
                </c:pt>
                <c:pt idx="13463">
                  <c:v>12.052050000000012</c:v>
                </c:pt>
                <c:pt idx="13464">
                  <c:v>12.54768</c:v>
                </c:pt>
                <c:pt idx="13465">
                  <c:v>12.972340000000004</c:v>
                </c:pt>
                <c:pt idx="13466">
                  <c:v>12.5007</c:v>
                </c:pt>
                <c:pt idx="13467">
                  <c:v>11.95106</c:v>
                </c:pt>
                <c:pt idx="13468">
                  <c:v>11.87060000000001</c:v>
                </c:pt>
                <c:pt idx="13469">
                  <c:v>11.861980000000004</c:v>
                </c:pt>
                <c:pt idx="13470">
                  <c:v>11.774790000000001</c:v>
                </c:pt>
                <c:pt idx="13471">
                  <c:v>11.31711</c:v>
                </c:pt>
                <c:pt idx="13472">
                  <c:v>11.120340000000001</c:v>
                </c:pt>
                <c:pt idx="13473">
                  <c:v>11.04163</c:v>
                </c:pt>
                <c:pt idx="13474">
                  <c:v>10.97270000000001</c:v>
                </c:pt>
                <c:pt idx="13475">
                  <c:v>10.97359000000001</c:v>
                </c:pt>
                <c:pt idx="13476">
                  <c:v>10.98631</c:v>
                </c:pt>
                <c:pt idx="13477">
                  <c:v>10.865550000000018</c:v>
                </c:pt>
                <c:pt idx="13478">
                  <c:v>10.672220000000001</c:v>
                </c:pt>
                <c:pt idx="13479">
                  <c:v>10.68102</c:v>
                </c:pt>
                <c:pt idx="13480">
                  <c:v>10.977460000000002</c:v>
                </c:pt>
                <c:pt idx="13481">
                  <c:v>11.228069999999999</c:v>
                </c:pt>
                <c:pt idx="13482">
                  <c:v>11.279490000000004</c:v>
                </c:pt>
                <c:pt idx="13483">
                  <c:v>11.33844</c:v>
                </c:pt>
                <c:pt idx="13484">
                  <c:v>11.063840000000004</c:v>
                </c:pt>
                <c:pt idx="13485">
                  <c:v>10.592410000000006</c:v>
                </c:pt>
                <c:pt idx="13486">
                  <c:v>10.246919999999999</c:v>
                </c:pt>
                <c:pt idx="13487">
                  <c:v>10.08961</c:v>
                </c:pt>
                <c:pt idx="13488">
                  <c:v>10.208729999999999</c:v>
                </c:pt>
                <c:pt idx="13489">
                  <c:v>10.408160000000001</c:v>
                </c:pt>
                <c:pt idx="13490">
                  <c:v>10.41145</c:v>
                </c:pt>
                <c:pt idx="13491">
                  <c:v>10.318770000000001</c:v>
                </c:pt>
                <c:pt idx="13492">
                  <c:v>10.11327</c:v>
                </c:pt>
                <c:pt idx="13493">
                  <c:v>9.7969400000000011</c:v>
                </c:pt>
                <c:pt idx="13494">
                  <c:v>9.61524</c:v>
                </c:pt>
                <c:pt idx="13495">
                  <c:v>9.5586100000000016</c:v>
                </c:pt>
                <c:pt idx="13496">
                  <c:v>9.6788799999999995</c:v>
                </c:pt>
                <c:pt idx="13497">
                  <c:v>9.7020900000000001</c:v>
                </c:pt>
                <c:pt idx="13498">
                  <c:v>9.4957600000000006</c:v>
                </c:pt>
                <c:pt idx="13499">
                  <c:v>9.2943599999999993</c:v>
                </c:pt>
                <c:pt idx="13500">
                  <c:v>9.17685</c:v>
                </c:pt>
                <c:pt idx="13501">
                  <c:v>8.8209600000000012</c:v>
                </c:pt>
                <c:pt idx="13502">
                  <c:v>8.3973800000000001</c:v>
                </c:pt>
                <c:pt idx="13503">
                  <c:v>8.3356800000000124</c:v>
                </c:pt>
                <c:pt idx="13504">
                  <c:v>8.4476300000000002</c:v>
                </c:pt>
                <c:pt idx="13505">
                  <c:v>8.5477500000000006</c:v>
                </c:pt>
                <c:pt idx="13506">
                  <c:v>8.6676900000000003</c:v>
                </c:pt>
                <c:pt idx="13507">
                  <c:v>8.7803799999999992</c:v>
                </c:pt>
                <c:pt idx="13508">
                  <c:v>8.9539200000000001</c:v>
                </c:pt>
                <c:pt idx="13509">
                  <c:v>8.9517400000000027</c:v>
                </c:pt>
                <c:pt idx="13510">
                  <c:v>8.7390299999999996</c:v>
                </c:pt>
                <c:pt idx="13511">
                  <c:v>8.5185400000000016</c:v>
                </c:pt>
                <c:pt idx="13512">
                  <c:v>8.1472999999999995</c:v>
                </c:pt>
                <c:pt idx="13513">
                  <c:v>7.6636899999999955</c:v>
                </c:pt>
                <c:pt idx="13514">
                  <c:v>7.3660899999999945</c:v>
                </c:pt>
                <c:pt idx="13515">
                  <c:v>7.3554399999999944</c:v>
                </c:pt>
                <c:pt idx="13516">
                  <c:v>7.26044</c:v>
                </c:pt>
                <c:pt idx="13517">
                  <c:v>7.0108799999999976</c:v>
                </c:pt>
                <c:pt idx="13518">
                  <c:v>6.9940899999999955</c:v>
                </c:pt>
                <c:pt idx="13519">
                  <c:v>7.0572600000000003</c:v>
                </c:pt>
                <c:pt idx="13520">
                  <c:v>6.7544099999999965</c:v>
                </c:pt>
                <c:pt idx="13521">
                  <c:v>6.34931</c:v>
                </c:pt>
                <c:pt idx="13522">
                  <c:v>6.1156799999999985</c:v>
                </c:pt>
                <c:pt idx="13523">
                  <c:v>5.9759399999999996</c:v>
                </c:pt>
                <c:pt idx="13524">
                  <c:v>6.0018500000000001</c:v>
                </c:pt>
                <c:pt idx="13525">
                  <c:v>5.8744399999999946</c:v>
                </c:pt>
                <c:pt idx="13526">
                  <c:v>5.6081899999999942</c:v>
                </c:pt>
                <c:pt idx="13527">
                  <c:v>5.6182099999999995</c:v>
                </c:pt>
                <c:pt idx="13528">
                  <c:v>5.8694999999999995</c:v>
                </c:pt>
                <c:pt idx="13529">
                  <c:v>6.0445599999999944</c:v>
                </c:pt>
                <c:pt idx="13530">
                  <c:v>6.0370699999999999</c:v>
                </c:pt>
                <c:pt idx="13531">
                  <c:v>6.2073499999999999</c:v>
                </c:pt>
                <c:pt idx="13532">
                  <c:v>6.4900900000000004</c:v>
                </c:pt>
                <c:pt idx="13533">
                  <c:v>6.8214499999999996</c:v>
                </c:pt>
                <c:pt idx="13534">
                  <c:v>7.1523999999999965</c:v>
                </c:pt>
                <c:pt idx="13535">
                  <c:v>7.2282900000000003</c:v>
                </c:pt>
                <c:pt idx="13536">
                  <c:v>7.2308300000000001</c:v>
                </c:pt>
                <c:pt idx="13537">
                  <c:v>7.5051299999999985</c:v>
                </c:pt>
                <c:pt idx="13538">
                  <c:v>7.8022099999999996</c:v>
                </c:pt>
                <c:pt idx="13539">
                  <c:v>7.7670899999999943</c:v>
                </c:pt>
                <c:pt idx="13540">
                  <c:v>7.4981400000000002</c:v>
                </c:pt>
                <c:pt idx="13541">
                  <c:v>7.194109999999994</c:v>
                </c:pt>
                <c:pt idx="13542">
                  <c:v>7.0823200000000002</c:v>
                </c:pt>
                <c:pt idx="13543">
                  <c:v>7.2249599999999941</c:v>
                </c:pt>
                <c:pt idx="13544">
                  <c:v>7.5197000000000003</c:v>
                </c:pt>
                <c:pt idx="13545">
                  <c:v>7.9018400000000053</c:v>
                </c:pt>
                <c:pt idx="13546">
                  <c:v>8.1929700000000008</c:v>
                </c:pt>
                <c:pt idx="13547">
                  <c:v>8.5017700000000005</c:v>
                </c:pt>
                <c:pt idx="13548">
                  <c:v>8.9345800000000004</c:v>
                </c:pt>
                <c:pt idx="13549">
                  <c:v>9.2768900000000034</c:v>
                </c:pt>
                <c:pt idx="13550">
                  <c:v>9.3756000000000146</c:v>
                </c:pt>
                <c:pt idx="13551">
                  <c:v>9.074250000000001</c:v>
                </c:pt>
                <c:pt idx="13552">
                  <c:v>8.6610500000000012</c:v>
                </c:pt>
                <c:pt idx="13553">
                  <c:v>8.6870200000000004</c:v>
                </c:pt>
                <c:pt idx="13554">
                  <c:v>9.0643800000000017</c:v>
                </c:pt>
                <c:pt idx="13555">
                  <c:v>9.5863200000000006</c:v>
                </c:pt>
                <c:pt idx="13556">
                  <c:v>10.086120000000001</c:v>
                </c:pt>
                <c:pt idx="13557">
                  <c:v>10.38092</c:v>
                </c:pt>
                <c:pt idx="13558">
                  <c:v>10.100770000000001</c:v>
                </c:pt>
                <c:pt idx="13559">
                  <c:v>9.5009700000000006</c:v>
                </c:pt>
                <c:pt idx="13560">
                  <c:v>9.1781400000000009</c:v>
                </c:pt>
                <c:pt idx="13561">
                  <c:v>8.943340000000001</c:v>
                </c:pt>
                <c:pt idx="13562">
                  <c:v>8.1435600000000008</c:v>
                </c:pt>
                <c:pt idx="13563">
                  <c:v>7.1569499999999975</c:v>
                </c:pt>
                <c:pt idx="13564">
                  <c:v>6.55436</c:v>
                </c:pt>
                <c:pt idx="13565">
                  <c:v>6.2922900000000004</c:v>
                </c:pt>
                <c:pt idx="13566">
                  <c:v>6.2585299999999995</c:v>
                </c:pt>
                <c:pt idx="13567">
                  <c:v>6.5213400000000004</c:v>
                </c:pt>
                <c:pt idx="13568">
                  <c:v>7.0349799999999965</c:v>
                </c:pt>
                <c:pt idx="13569">
                  <c:v>7.5336300000000014</c:v>
                </c:pt>
                <c:pt idx="13570">
                  <c:v>7.4708700000000023</c:v>
                </c:pt>
                <c:pt idx="13571">
                  <c:v>7.2137700000000002</c:v>
                </c:pt>
                <c:pt idx="13572">
                  <c:v>7.1042699999999996</c:v>
                </c:pt>
                <c:pt idx="13573">
                  <c:v>6.9603000000000002</c:v>
                </c:pt>
                <c:pt idx="13574">
                  <c:v>7.0911099999999996</c:v>
                </c:pt>
                <c:pt idx="13575">
                  <c:v>7.3584399999999945</c:v>
                </c:pt>
                <c:pt idx="13576">
                  <c:v>7.6346299999999996</c:v>
                </c:pt>
                <c:pt idx="13577">
                  <c:v>7.9373600000000053</c:v>
                </c:pt>
                <c:pt idx="13578">
                  <c:v>8.4901400000000002</c:v>
                </c:pt>
                <c:pt idx="13579">
                  <c:v>9.2460100000000001</c:v>
                </c:pt>
                <c:pt idx="13580">
                  <c:v>9.9955400000000125</c:v>
                </c:pt>
                <c:pt idx="13581">
                  <c:v>10.34934</c:v>
                </c:pt>
                <c:pt idx="13582">
                  <c:v>10.557920000000001</c:v>
                </c:pt>
                <c:pt idx="13583">
                  <c:v>10.934520000000001</c:v>
                </c:pt>
                <c:pt idx="13584">
                  <c:v>11.11463</c:v>
                </c:pt>
                <c:pt idx="13585">
                  <c:v>11.250870000000001</c:v>
                </c:pt>
                <c:pt idx="13586">
                  <c:v>11.73687</c:v>
                </c:pt>
                <c:pt idx="13587">
                  <c:v>12.386940000000006</c:v>
                </c:pt>
                <c:pt idx="13588">
                  <c:v>13.042200000000001</c:v>
                </c:pt>
                <c:pt idx="13589">
                  <c:v>13.57222</c:v>
                </c:pt>
                <c:pt idx="13590">
                  <c:v>13.83375</c:v>
                </c:pt>
                <c:pt idx="13591">
                  <c:v>14.01418</c:v>
                </c:pt>
                <c:pt idx="13592">
                  <c:v>14.135290000000001</c:v>
                </c:pt>
                <c:pt idx="13593">
                  <c:v>14.236520000000001</c:v>
                </c:pt>
                <c:pt idx="13594">
                  <c:v>14.519170000000001</c:v>
                </c:pt>
                <c:pt idx="13595">
                  <c:v>14.823430000000011</c:v>
                </c:pt>
                <c:pt idx="13596">
                  <c:v>14.43863</c:v>
                </c:pt>
                <c:pt idx="13597">
                  <c:v>13.582240000000002</c:v>
                </c:pt>
                <c:pt idx="13598">
                  <c:v>12.841430000000004</c:v>
                </c:pt>
                <c:pt idx="13599">
                  <c:v>12.456690000000011</c:v>
                </c:pt>
                <c:pt idx="13600">
                  <c:v>12.634790000000001</c:v>
                </c:pt>
                <c:pt idx="13601">
                  <c:v>13.129340000000001</c:v>
                </c:pt>
                <c:pt idx="13602">
                  <c:v>13.43365</c:v>
                </c:pt>
                <c:pt idx="13603">
                  <c:v>13.51666</c:v>
                </c:pt>
                <c:pt idx="13604">
                  <c:v>13.516970000000001</c:v>
                </c:pt>
                <c:pt idx="13605">
                  <c:v>12.576270000000001</c:v>
                </c:pt>
                <c:pt idx="13606">
                  <c:v>11.40686</c:v>
                </c:pt>
                <c:pt idx="13607">
                  <c:v>10.860800000000006</c:v>
                </c:pt>
                <c:pt idx="13608">
                  <c:v>11.0944</c:v>
                </c:pt>
                <c:pt idx="13609">
                  <c:v>11.48988000000001</c:v>
                </c:pt>
                <c:pt idx="13610">
                  <c:v>11.801020000000001</c:v>
                </c:pt>
                <c:pt idx="13611">
                  <c:v>12.1091</c:v>
                </c:pt>
                <c:pt idx="13612">
                  <c:v>11.654530000000006</c:v>
                </c:pt>
                <c:pt idx="13613">
                  <c:v>11.341480000000002</c:v>
                </c:pt>
                <c:pt idx="13614">
                  <c:v>11.58771</c:v>
                </c:pt>
                <c:pt idx="13615">
                  <c:v>11.89813</c:v>
                </c:pt>
                <c:pt idx="13616">
                  <c:v>12.25909</c:v>
                </c:pt>
                <c:pt idx="13617">
                  <c:v>12.10191</c:v>
                </c:pt>
                <c:pt idx="13618">
                  <c:v>11.774570000000001</c:v>
                </c:pt>
                <c:pt idx="13619">
                  <c:v>11.98624</c:v>
                </c:pt>
                <c:pt idx="13620">
                  <c:v>12.52176</c:v>
                </c:pt>
                <c:pt idx="13621">
                  <c:v>12.945870000000001</c:v>
                </c:pt>
                <c:pt idx="13622">
                  <c:v>13.14644</c:v>
                </c:pt>
                <c:pt idx="13623">
                  <c:v>12.97946000000001</c:v>
                </c:pt>
                <c:pt idx="13624">
                  <c:v>12.924150000000001</c:v>
                </c:pt>
                <c:pt idx="13625">
                  <c:v>13.05341000000001</c:v>
                </c:pt>
                <c:pt idx="13626">
                  <c:v>13.33985</c:v>
                </c:pt>
                <c:pt idx="13627">
                  <c:v>13.98213000000001</c:v>
                </c:pt>
                <c:pt idx="13628">
                  <c:v>14.66718</c:v>
                </c:pt>
                <c:pt idx="13629">
                  <c:v>15.040240000000001</c:v>
                </c:pt>
                <c:pt idx="13630">
                  <c:v>14.95539000000001</c:v>
                </c:pt>
                <c:pt idx="13631">
                  <c:v>14.50283000000001</c:v>
                </c:pt>
                <c:pt idx="13632">
                  <c:v>14.238389999999999</c:v>
                </c:pt>
                <c:pt idx="13633">
                  <c:v>14.18981</c:v>
                </c:pt>
                <c:pt idx="13634">
                  <c:v>14.359040000000011</c:v>
                </c:pt>
                <c:pt idx="13635">
                  <c:v>14.755440000000011</c:v>
                </c:pt>
                <c:pt idx="13636">
                  <c:v>15.15223000000001</c:v>
                </c:pt>
                <c:pt idx="13637">
                  <c:v>15.57835</c:v>
                </c:pt>
                <c:pt idx="13638">
                  <c:v>16.002309999999973</c:v>
                </c:pt>
                <c:pt idx="13639">
                  <c:v>16.371479999999988</c:v>
                </c:pt>
                <c:pt idx="13640">
                  <c:v>16.15872999999997</c:v>
                </c:pt>
                <c:pt idx="13641">
                  <c:v>15.562850000000006</c:v>
                </c:pt>
                <c:pt idx="13642">
                  <c:v>15.29222</c:v>
                </c:pt>
                <c:pt idx="13643">
                  <c:v>15.487490000000006</c:v>
                </c:pt>
                <c:pt idx="13644">
                  <c:v>15.810460000000004</c:v>
                </c:pt>
                <c:pt idx="13645">
                  <c:v>15.92207</c:v>
                </c:pt>
                <c:pt idx="13646">
                  <c:v>15.978070000000001</c:v>
                </c:pt>
                <c:pt idx="13647">
                  <c:v>16.2011</c:v>
                </c:pt>
                <c:pt idx="13648">
                  <c:v>16.582599999999957</c:v>
                </c:pt>
                <c:pt idx="13649">
                  <c:v>16.903429999999968</c:v>
                </c:pt>
                <c:pt idx="13650">
                  <c:v>16.568309999999968</c:v>
                </c:pt>
                <c:pt idx="13651">
                  <c:v>16.228209999999972</c:v>
                </c:pt>
                <c:pt idx="13652">
                  <c:v>16.35877</c:v>
                </c:pt>
                <c:pt idx="13653">
                  <c:v>16.66225</c:v>
                </c:pt>
                <c:pt idx="13654">
                  <c:v>16.965489999999956</c:v>
                </c:pt>
                <c:pt idx="13655">
                  <c:v>17.425759999999968</c:v>
                </c:pt>
                <c:pt idx="13656">
                  <c:v>17.698830000000001</c:v>
                </c:pt>
                <c:pt idx="13657">
                  <c:v>17.456199999999974</c:v>
                </c:pt>
                <c:pt idx="13658">
                  <c:v>17.367380000000001</c:v>
                </c:pt>
                <c:pt idx="13659">
                  <c:v>17.889379999999989</c:v>
                </c:pt>
                <c:pt idx="13660">
                  <c:v>18.43901</c:v>
                </c:pt>
                <c:pt idx="13661">
                  <c:v>18.50938</c:v>
                </c:pt>
                <c:pt idx="13662">
                  <c:v>18.137409999999999</c:v>
                </c:pt>
                <c:pt idx="13663">
                  <c:v>17.767999999999986</c:v>
                </c:pt>
                <c:pt idx="13664">
                  <c:v>17.551580000000001</c:v>
                </c:pt>
                <c:pt idx="13665">
                  <c:v>17.889600000000002</c:v>
                </c:pt>
                <c:pt idx="13666">
                  <c:v>18.34055</c:v>
                </c:pt>
                <c:pt idx="13667">
                  <c:v>18.714189999999999</c:v>
                </c:pt>
                <c:pt idx="13668">
                  <c:v>19.268119999999964</c:v>
                </c:pt>
                <c:pt idx="13669">
                  <c:v>19.8276</c:v>
                </c:pt>
                <c:pt idx="13670">
                  <c:v>19.881789999999974</c:v>
                </c:pt>
                <c:pt idx="13671">
                  <c:v>20.00647</c:v>
                </c:pt>
                <c:pt idx="13672">
                  <c:v>20.211390000000005</c:v>
                </c:pt>
                <c:pt idx="13673">
                  <c:v>20.294060000000005</c:v>
                </c:pt>
                <c:pt idx="13674">
                  <c:v>20.46625999999997</c:v>
                </c:pt>
                <c:pt idx="13675">
                  <c:v>20.682699999999972</c:v>
                </c:pt>
                <c:pt idx="13676">
                  <c:v>20.764890000000001</c:v>
                </c:pt>
                <c:pt idx="13677">
                  <c:v>20.780119999999975</c:v>
                </c:pt>
                <c:pt idx="13678">
                  <c:v>20.986409999999957</c:v>
                </c:pt>
                <c:pt idx="13679">
                  <c:v>21.492549999999959</c:v>
                </c:pt>
                <c:pt idx="13680">
                  <c:v>21.943460000000002</c:v>
                </c:pt>
                <c:pt idx="13681">
                  <c:v>21.954419999999974</c:v>
                </c:pt>
                <c:pt idx="13682">
                  <c:v>22.064550000000001</c:v>
                </c:pt>
                <c:pt idx="13683">
                  <c:v>22.46406</c:v>
                </c:pt>
                <c:pt idx="13684">
                  <c:v>22.876950000000026</c:v>
                </c:pt>
                <c:pt idx="13685">
                  <c:v>23.233630000000002</c:v>
                </c:pt>
                <c:pt idx="13686">
                  <c:v>23.601890000000033</c:v>
                </c:pt>
                <c:pt idx="13687">
                  <c:v>23.9589</c:v>
                </c:pt>
                <c:pt idx="13688">
                  <c:v>24.064999999999987</c:v>
                </c:pt>
                <c:pt idx="13689">
                  <c:v>23.86983</c:v>
                </c:pt>
                <c:pt idx="13690">
                  <c:v>23.672329999999974</c:v>
                </c:pt>
                <c:pt idx="13691">
                  <c:v>23.82206</c:v>
                </c:pt>
                <c:pt idx="13692">
                  <c:v>24.267019999999974</c:v>
                </c:pt>
                <c:pt idx="13693">
                  <c:v>24.403110000000002</c:v>
                </c:pt>
                <c:pt idx="13694">
                  <c:v>24.0517</c:v>
                </c:pt>
                <c:pt idx="13695">
                  <c:v>24.036930000000005</c:v>
                </c:pt>
                <c:pt idx="13696">
                  <c:v>24.319400000000005</c:v>
                </c:pt>
                <c:pt idx="13697">
                  <c:v>24.639530000000001</c:v>
                </c:pt>
                <c:pt idx="13698">
                  <c:v>25.162680000000002</c:v>
                </c:pt>
                <c:pt idx="13699">
                  <c:v>25.606459999999988</c:v>
                </c:pt>
                <c:pt idx="13700">
                  <c:v>25.86152999999997</c:v>
                </c:pt>
                <c:pt idx="13701">
                  <c:v>26.094139999999989</c:v>
                </c:pt>
                <c:pt idx="13702">
                  <c:v>26.159849999999999</c:v>
                </c:pt>
                <c:pt idx="13703">
                  <c:v>25.958719999999964</c:v>
                </c:pt>
                <c:pt idx="13704">
                  <c:v>25.844110000000001</c:v>
                </c:pt>
                <c:pt idx="13705">
                  <c:v>26.00291</c:v>
                </c:pt>
                <c:pt idx="13706">
                  <c:v>26.217230000000001</c:v>
                </c:pt>
                <c:pt idx="13707">
                  <c:v>26.318490000000001</c:v>
                </c:pt>
                <c:pt idx="13708">
                  <c:v>26.441009999999974</c:v>
                </c:pt>
                <c:pt idx="13709">
                  <c:v>26.50949</c:v>
                </c:pt>
                <c:pt idx="13710">
                  <c:v>26.606860000000033</c:v>
                </c:pt>
                <c:pt idx="13711">
                  <c:v>26.735130000000002</c:v>
                </c:pt>
                <c:pt idx="13712">
                  <c:v>26.530100000000001</c:v>
                </c:pt>
                <c:pt idx="13713">
                  <c:v>25.57639</c:v>
                </c:pt>
                <c:pt idx="13714">
                  <c:v>24.813920000000021</c:v>
                </c:pt>
                <c:pt idx="13715">
                  <c:v>24.666450000000001</c:v>
                </c:pt>
                <c:pt idx="13716">
                  <c:v>23.932689999999972</c:v>
                </c:pt>
                <c:pt idx="13717">
                  <c:v>22.881820000000001</c:v>
                </c:pt>
                <c:pt idx="13718">
                  <c:v>22.686309999999974</c:v>
                </c:pt>
                <c:pt idx="13719">
                  <c:v>23.016349999999989</c:v>
                </c:pt>
                <c:pt idx="13720">
                  <c:v>23.30631</c:v>
                </c:pt>
                <c:pt idx="13721">
                  <c:v>23.538509999999974</c:v>
                </c:pt>
                <c:pt idx="13722">
                  <c:v>23.884039999999974</c:v>
                </c:pt>
                <c:pt idx="13723">
                  <c:v>24.315660000000001</c:v>
                </c:pt>
                <c:pt idx="13724">
                  <c:v>24.700739999999964</c:v>
                </c:pt>
                <c:pt idx="13725">
                  <c:v>25.110510000000001</c:v>
                </c:pt>
                <c:pt idx="13726">
                  <c:v>25.644359999999999</c:v>
                </c:pt>
                <c:pt idx="13727">
                  <c:v>26.361560000000001</c:v>
                </c:pt>
                <c:pt idx="13728">
                  <c:v>26.999719999999975</c:v>
                </c:pt>
                <c:pt idx="13729">
                  <c:v>27.312370000000001</c:v>
                </c:pt>
                <c:pt idx="13730">
                  <c:v>27.370660000000001</c:v>
                </c:pt>
                <c:pt idx="13731">
                  <c:v>27.448129999999956</c:v>
                </c:pt>
                <c:pt idx="13732">
                  <c:v>27.542609999999971</c:v>
                </c:pt>
                <c:pt idx="13733">
                  <c:v>27.411339999999978</c:v>
                </c:pt>
                <c:pt idx="13734">
                  <c:v>27.180539999999972</c:v>
                </c:pt>
                <c:pt idx="13735">
                  <c:v>27.061520000000002</c:v>
                </c:pt>
                <c:pt idx="13736">
                  <c:v>27.185980000000001</c:v>
                </c:pt>
                <c:pt idx="13737">
                  <c:v>27.37255</c:v>
                </c:pt>
                <c:pt idx="13738">
                  <c:v>27.428119999999975</c:v>
                </c:pt>
                <c:pt idx="13739">
                  <c:v>27.432129999999972</c:v>
                </c:pt>
                <c:pt idx="13740">
                  <c:v>27.42098</c:v>
                </c:pt>
                <c:pt idx="13741">
                  <c:v>27.28147999999997</c:v>
                </c:pt>
                <c:pt idx="13742">
                  <c:v>26.91976</c:v>
                </c:pt>
                <c:pt idx="13743">
                  <c:v>26.443399999999972</c:v>
                </c:pt>
                <c:pt idx="13744">
                  <c:v>25.972930000000002</c:v>
                </c:pt>
                <c:pt idx="13745">
                  <c:v>25.675820000000005</c:v>
                </c:pt>
                <c:pt idx="13746">
                  <c:v>25.559270000000001</c:v>
                </c:pt>
                <c:pt idx="13747">
                  <c:v>25.504629999999974</c:v>
                </c:pt>
                <c:pt idx="13748">
                  <c:v>25.431480000000001</c:v>
                </c:pt>
                <c:pt idx="13749">
                  <c:v>25.41379999999997</c:v>
                </c:pt>
                <c:pt idx="13750">
                  <c:v>25.688439999999975</c:v>
                </c:pt>
                <c:pt idx="13751">
                  <c:v>26.163650000000001</c:v>
                </c:pt>
                <c:pt idx="13752">
                  <c:v>26.599409999999974</c:v>
                </c:pt>
                <c:pt idx="13753">
                  <c:v>26.861039999999978</c:v>
                </c:pt>
                <c:pt idx="13754">
                  <c:v>26.74137</c:v>
                </c:pt>
                <c:pt idx="13755">
                  <c:v>26.19548</c:v>
                </c:pt>
                <c:pt idx="13756">
                  <c:v>25.317760000000021</c:v>
                </c:pt>
                <c:pt idx="13757">
                  <c:v>24.382199999999973</c:v>
                </c:pt>
                <c:pt idx="13758">
                  <c:v>22.903619999999975</c:v>
                </c:pt>
                <c:pt idx="13759">
                  <c:v>21.64536</c:v>
                </c:pt>
                <c:pt idx="13760">
                  <c:v>21.111699999999999</c:v>
                </c:pt>
                <c:pt idx="13761">
                  <c:v>20.899760000000001</c:v>
                </c:pt>
                <c:pt idx="13762">
                  <c:v>20.952519999999971</c:v>
                </c:pt>
                <c:pt idx="13763">
                  <c:v>21.201709999999974</c:v>
                </c:pt>
                <c:pt idx="13764">
                  <c:v>21.360229999999973</c:v>
                </c:pt>
                <c:pt idx="13765">
                  <c:v>21.356660000000005</c:v>
                </c:pt>
                <c:pt idx="13766">
                  <c:v>20.933959999999999</c:v>
                </c:pt>
                <c:pt idx="13767">
                  <c:v>20.480149999999952</c:v>
                </c:pt>
                <c:pt idx="13768">
                  <c:v>20.345729999999964</c:v>
                </c:pt>
                <c:pt idx="13769">
                  <c:v>20.25404</c:v>
                </c:pt>
                <c:pt idx="13770">
                  <c:v>20.186170000000001</c:v>
                </c:pt>
                <c:pt idx="13771">
                  <c:v>20.22756</c:v>
                </c:pt>
                <c:pt idx="13772">
                  <c:v>20.309190000000001</c:v>
                </c:pt>
                <c:pt idx="13773">
                  <c:v>20.245499999999975</c:v>
                </c:pt>
                <c:pt idx="13774">
                  <c:v>20.10952</c:v>
                </c:pt>
                <c:pt idx="13775">
                  <c:v>19.915400000000002</c:v>
                </c:pt>
                <c:pt idx="13776">
                  <c:v>19.43017</c:v>
                </c:pt>
                <c:pt idx="13777">
                  <c:v>18.85763</c:v>
                </c:pt>
                <c:pt idx="13778">
                  <c:v>18.191450000000021</c:v>
                </c:pt>
                <c:pt idx="13779">
                  <c:v>17.812850000000033</c:v>
                </c:pt>
                <c:pt idx="13780">
                  <c:v>17.83868</c:v>
                </c:pt>
                <c:pt idx="13781">
                  <c:v>17.739229999999989</c:v>
                </c:pt>
                <c:pt idx="13782">
                  <c:v>17.760499999999972</c:v>
                </c:pt>
                <c:pt idx="13783">
                  <c:v>18.002549999999957</c:v>
                </c:pt>
                <c:pt idx="13784">
                  <c:v>18.211480000000005</c:v>
                </c:pt>
                <c:pt idx="13785">
                  <c:v>18.314229999999988</c:v>
                </c:pt>
                <c:pt idx="13786">
                  <c:v>18.25665</c:v>
                </c:pt>
                <c:pt idx="13787">
                  <c:v>18.274190000000001</c:v>
                </c:pt>
                <c:pt idx="13788">
                  <c:v>18.572939999999978</c:v>
                </c:pt>
                <c:pt idx="13789">
                  <c:v>18.82246</c:v>
                </c:pt>
                <c:pt idx="13790">
                  <c:v>19.004100000000001</c:v>
                </c:pt>
                <c:pt idx="13791">
                  <c:v>18.841339999999974</c:v>
                </c:pt>
                <c:pt idx="13792">
                  <c:v>18.6996</c:v>
                </c:pt>
                <c:pt idx="13793">
                  <c:v>18.697849999999999</c:v>
                </c:pt>
                <c:pt idx="13794">
                  <c:v>18.761890000000001</c:v>
                </c:pt>
                <c:pt idx="13795">
                  <c:v>18.570789999999974</c:v>
                </c:pt>
                <c:pt idx="13796">
                  <c:v>18.205649999999952</c:v>
                </c:pt>
                <c:pt idx="13797">
                  <c:v>17.8491</c:v>
                </c:pt>
                <c:pt idx="13798">
                  <c:v>17.459399999999974</c:v>
                </c:pt>
                <c:pt idx="13799">
                  <c:v>16.916419999999974</c:v>
                </c:pt>
                <c:pt idx="13800">
                  <c:v>16.608910000000005</c:v>
                </c:pt>
                <c:pt idx="13801">
                  <c:v>16.38467</c:v>
                </c:pt>
                <c:pt idx="13802">
                  <c:v>15.99399</c:v>
                </c:pt>
                <c:pt idx="13803">
                  <c:v>15.688219999999999</c:v>
                </c:pt>
                <c:pt idx="13804">
                  <c:v>15.53477</c:v>
                </c:pt>
                <c:pt idx="13805">
                  <c:v>15.16967</c:v>
                </c:pt>
                <c:pt idx="13806">
                  <c:v>15.09263000000001</c:v>
                </c:pt>
                <c:pt idx="13807">
                  <c:v>14.965610000000011</c:v>
                </c:pt>
                <c:pt idx="13808">
                  <c:v>14.932220000000001</c:v>
                </c:pt>
                <c:pt idx="13809">
                  <c:v>15.03416</c:v>
                </c:pt>
                <c:pt idx="13810">
                  <c:v>15.04982</c:v>
                </c:pt>
                <c:pt idx="13811">
                  <c:v>14.72147</c:v>
                </c:pt>
                <c:pt idx="13812">
                  <c:v>14.245520000000001</c:v>
                </c:pt>
                <c:pt idx="13813">
                  <c:v>13.71875</c:v>
                </c:pt>
                <c:pt idx="13814">
                  <c:v>13.175370000000001</c:v>
                </c:pt>
                <c:pt idx="13815">
                  <c:v>12.80494</c:v>
                </c:pt>
                <c:pt idx="13816">
                  <c:v>12.82626</c:v>
                </c:pt>
                <c:pt idx="13817">
                  <c:v>13.05841</c:v>
                </c:pt>
                <c:pt idx="13818">
                  <c:v>13.19895</c:v>
                </c:pt>
                <c:pt idx="13819">
                  <c:v>13.169550000000006</c:v>
                </c:pt>
                <c:pt idx="13820">
                  <c:v>13.081720000000001</c:v>
                </c:pt>
                <c:pt idx="13821">
                  <c:v>13.0663</c:v>
                </c:pt>
                <c:pt idx="13822">
                  <c:v>13.071770000000001</c:v>
                </c:pt>
                <c:pt idx="13823">
                  <c:v>13.046430000000004</c:v>
                </c:pt>
                <c:pt idx="13824">
                  <c:v>13.17855</c:v>
                </c:pt>
                <c:pt idx="13825">
                  <c:v>13.40841</c:v>
                </c:pt>
                <c:pt idx="13826">
                  <c:v>13.545250000000001</c:v>
                </c:pt>
                <c:pt idx="13827">
                  <c:v>13.479440000000011</c:v>
                </c:pt>
                <c:pt idx="13828">
                  <c:v>13.391550000000002</c:v>
                </c:pt>
                <c:pt idx="13829">
                  <c:v>13.482010000000002</c:v>
                </c:pt>
                <c:pt idx="13830">
                  <c:v>13.76474</c:v>
                </c:pt>
                <c:pt idx="13831">
                  <c:v>13.90367</c:v>
                </c:pt>
                <c:pt idx="13832">
                  <c:v>13.68482</c:v>
                </c:pt>
                <c:pt idx="13833">
                  <c:v>13.526260000000001</c:v>
                </c:pt>
                <c:pt idx="13834">
                  <c:v>13.575500000000011</c:v>
                </c:pt>
                <c:pt idx="13835">
                  <c:v>13.577440000000006</c:v>
                </c:pt>
                <c:pt idx="13836">
                  <c:v>13.06527</c:v>
                </c:pt>
                <c:pt idx="13837">
                  <c:v>12.29814</c:v>
                </c:pt>
                <c:pt idx="13838">
                  <c:v>11.5487</c:v>
                </c:pt>
                <c:pt idx="13839">
                  <c:v>10.940050000000001</c:v>
                </c:pt>
                <c:pt idx="13840">
                  <c:v>10.757540000000002</c:v>
                </c:pt>
                <c:pt idx="13841">
                  <c:v>10.9434</c:v>
                </c:pt>
                <c:pt idx="13842">
                  <c:v>11.161900000000001</c:v>
                </c:pt>
                <c:pt idx="13843">
                  <c:v>11.26282</c:v>
                </c:pt>
                <c:pt idx="13844">
                  <c:v>11.414070000000001</c:v>
                </c:pt>
                <c:pt idx="13845">
                  <c:v>11.686730000000004</c:v>
                </c:pt>
                <c:pt idx="13846">
                  <c:v>12.085440000000011</c:v>
                </c:pt>
                <c:pt idx="13847">
                  <c:v>12.415730000000011</c:v>
                </c:pt>
                <c:pt idx="13848">
                  <c:v>12.476800000000004</c:v>
                </c:pt>
                <c:pt idx="13849">
                  <c:v>12.299379999999999</c:v>
                </c:pt>
                <c:pt idx="13850">
                  <c:v>12.090590000000002</c:v>
                </c:pt>
                <c:pt idx="13851">
                  <c:v>11.84909</c:v>
                </c:pt>
                <c:pt idx="13852">
                  <c:v>11.286250000000001</c:v>
                </c:pt>
                <c:pt idx="13853">
                  <c:v>10.725910000000001</c:v>
                </c:pt>
                <c:pt idx="13854">
                  <c:v>10.30237</c:v>
                </c:pt>
                <c:pt idx="13855">
                  <c:v>10.12825</c:v>
                </c:pt>
                <c:pt idx="13856">
                  <c:v>10.07061</c:v>
                </c:pt>
                <c:pt idx="13857">
                  <c:v>9.8713100000000011</c:v>
                </c:pt>
                <c:pt idx="13858">
                  <c:v>9.7860200000000006</c:v>
                </c:pt>
                <c:pt idx="13859">
                  <c:v>9.9939800000000005</c:v>
                </c:pt>
                <c:pt idx="13860">
                  <c:v>10.175940000000002</c:v>
                </c:pt>
                <c:pt idx="13861">
                  <c:v>10.10492</c:v>
                </c:pt>
                <c:pt idx="13862">
                  <c:v>10.247199999999999</c:v>
                </c:pt>
                <c:pt idx="13863">
                  <c:v>10.7544</c:v>
                </c:pt>
                <c:pt idx="13864">
                  <c:v>11.38791</c:v>
                </c:pt>
                <c:pt idx="13865">
                  <c:v>11.22003</c:v>
                </c:pt>
                <c:pt idx="13866">
                  <c:v>10.330500000000002</c:v>
                </c:pt>
                <c:pt idx="13867">
                  <c:v>9.6796200000000034</c:v>
                </c:pt>
                <c:pt idx="13868">
                  <c:v>9.3756100000000124</c:v>
                </c:pt>
                <c:pt idx="13869">
                  <c:v>9.1963699999999999</c:v>
                </c:pt>
                <c:pt idx="13870">
                  <c:v>9.0836300000000048</c:v>
                </c:pt>
                <c:pt idx="13871">
                  <c:v>8.7870299999999997</c:v>
                </c:pt>
                <c:pt idx="13872">
                  <c:v>8.2133199999999995</c:v>
                </c:pt>
                <c:pt idx="13873">
                  <c:v>7.654319999999994</c:v>
                </c:pt>
                <c:pt idx="13874">
                  <c:v>7.3491200000000001</c:v>
                </c:pt>
                <c:pt idx="13875">
                  <c:v>7.0452500000000002</c:v>
                </c:pt>
                <c:pt idx="13876">
                  <c:v>6.6137199999999945</c:v>
                </c:pt>
                <c:pt idx="13877">
                  <c:v>6.4393700000000065</c:v>
                </c:pt>
                <c:pt idx="13878">
                  <c:v>6.6944999999999943</c:v>
                </c:pt>
                <c:pt idx="13879">
                  <c:v>7.122389999999994</c:v>
                </c:pt>
                <c:pt idx="13880">
                  <c:v>7.6123599999999945</c:v>
                </c:pt>
                <c:pt idx="13881">
                  <c:v>8.0694900000000125</c:v>
                </c:pt>
                <c:pt idx="13882">
                  <c:v>8.1352100000000007</c:v>
                </c:pt>
                <c:pt idx="13883">
                  <c:v>7.8643599999999942</c:v>
                </c:pt>
                <c:pt idx="13884">
                  <c:v>7.7830000000000004</c:v>
                </c:pt>
                <c:pt idx="13885">
                  <c:v>7.8139699999999985</c:v>
                </c:pt>
                <c:pt idx="13886">
                  <c:v>7.8266400000000003</c:v>
                </c:pt>
                <c:pt idx="13887">
                  <c:v>8.0054500000000068</c:v>
                </c:pt>
                <c:pt idx="13888">
                  <c:v>8.0925800000000123</c:v>
                </c:pt>
                <c:pt idx="13889">
                  <c:v>7.9943900000000001</c:v>
                </c:pt>
                <c:pt idx="13890">
                  <c:v>7.9323199999999998</c:v>
                </c:pt>
                <c:pt idx="13891">
                  <c:v>7.85806</c:v>
                </c:pt>
                <c:pt idx="13892">
                  <c:v>7.7896800000000024</c:v>
                </c:pt>
                <c:pt idx="13893">
                  <c:v>7.827889999999992</c:v>
                </c:pt>
                <c:pt idx="13894">
                  <c:v>8.0152000000000001</c:v>
                </c:pt>
                <c:pt idx="13895">
                  <c:v>8.1562200000000011</c:v>
                </c:pt>
                <c:pt idx="13896">
                  <c:v>8.1847400000000015</c:v>
                </c:pt>
                <c:pt idx="13897">
                  <c:v>8.2571500000000011</c:v>
                </c:pt>
                <c:pt idx="13898">
                  <c:v>8.2326900000000016</c:v>
                </c:pt>
                <c:pt idx="13899">
                  <c:v>7.95899</c:v>
                </c:pt>
                <c:pt idx="13900">
                  <c:v>7.8970399999999943</c:v>
                </c:pt>
                <c:pt idx="13901">
                  <c:v>8.1114800000000002</c:v>
                </c:pt>
                <c:pt idx="13902">
                  <c:v>8.2289499999999993</c:v>
                </c:pt>
                <c:pt idx="13903">
                  <c:v>8.3634300000000152</c:v>
                </c:pt>
                <c:pt idx="13904">
                  <c:v>8.4777900000000006</c:v>
                </c:pt>
                <c:pt idx="13905">
                  <c:v>8.6691300000000027</c:v>
                </c:pt>
                <c:pt idx="13906">
                  <c:v>9.093160000000001</c:v>
                </c:pt>
                <c:pt idx="13907">
                  <c:v>9.5386299999999995</c:v>
                </c:pt>
                <c:pt idx="13908">
                  <c:v>9.8334700000000002</c:v>
                </c:pt>
                <c:pt idx="13909">
                  <c:v>9.8773800000000005</c:v>
                </c:pt>
                <c:pt idx="13910">
                  <c:v>9.8638800000000124</c:v>
                </c:pt>
                <c:pt idx="13911">
                  <c:v>9.8247600000000013</c:v>
                </c:pt>
                <c:pt idx="13912">
                  <c:v>9.5189699999999995</c:v>
                </c:pt>
                <c:pt idx="13913">
                  <c:v>9.1752300000000027</c:v>
                </c:pt>
                <c:pt idx="13914">
                  <c:v>8.9616000000000007</c:v>
                </c:pt>
                <c:pt idx="13915">
                  <c:v>8.7125800000000027</c:v>
                </c:pt>
                <c:pt idx="13916">
                  <c:v>8.5469299999999997</c:v>
                </c:pt>
                <c:pt idx="13917">
                  <c:v>8.4759200000000003</c:v>
                </c:pt>
                <c:pt idx="13918">
                  <c:v>8.5714200000000016</c:v>
                </c:pt>
                <c:pt idx="13919">
                  <c:v>8.82775</c:v>
                </c:pt>
                <c:pt idx="13920">
                  <c:v>9.1044300000000007</c:v>
                </c:pt>
                <c:pt idx="13921">
                  <c:v>9.3094800000000113</c:v>
                </c:pt>
                <c:pt idx="13922">
                  <c:v>9.4085000000000001</c:v>
                </c:pt>
                <c:pt idx="13923">
                  <c:v>9.5411900000000003</c:v>
                </c:pt>
                <c:pt idx="13924">
                  <c:v>9.8867500000000028</c:v>
                </c:pt>
                <c:pt idx="13925">
                  <c:v>10.33404</c:v>
                </c:pt>
                <c:pt idx="13926">
                  <c:v>10.790040000000001</c:v>
                </c:pt>
                <c:pt idx="13927">
                  <c:v>11.01305</c:v>
                </c:pt>
                <c:pt idx="13928">
                  <c:v>11.025220000000001</c:v>
                </c:pt>
                <c:pt idx="13929">
                  <c:v>10.992900000000002</c:v>
                </c:pt>
                <c:pt idx="13930">
                  <c:v>11.053650000000006</c:v>
                </c:pt>
                <c:pt idx="13931">
                  <c:v>11.42615</c:v>
                </c:pt>
                <c:pt idx="13932">
                  <c:v>11.917720000000001</c:v>
                </c:pt>
                <c:pt idx="13933">
                  <c:v>12.328900000000001</c:v>
                </c:pt>
                <c:pt idx="13934">
                  <c:v>12.46077</c:v>
                </c:pt>
                <c:pt idx="13935">
                  <c:v>12.410770000000001</c:v>
                </c:pt>
                <c:pt idx="13936">
                  <c:v>11.953290000000004</c:v>
                </c:pt>
                <c:pt idx="13937">
                  <c:v>11.31265000000001</c:v>
                </c:pt>
                <c:pt idx="13938">
                  <c:v>11.152630000000011</c:v>
                </c:pt>
                <c:pt idx="13939">
                  <c:v>11.534750000000001</c:v>
                </c:pt>
                <c:pt idx="13940">
                  <c:v>11.40188</c:v>
                </c:pt>
                <c:pt idx="13941">
                  <c:v>10.878300000000001</c:v>
                </c:pt>
                <c:pt idx="13942">
                  <c:v>10.803190000000004</c:v>
                </c:pt>
                <c:pt idx="13943">
                  <c:v>11.069580000000011</c:v>
                </c:pt>
                <c:pt idx="13944">
                  <c:v>11.250170000000001</c:v>
                </c:pt>
                <c:pt idx="13945">
                  <c:v>11.32034</c:v>
                </c:pt>
                <c:pt idx="13946">
                  <c:v>11.51459</c:v>
                </c:pt>
                <c:pt idx="13947">
                  <c:v>11.910410000000002</c:v>
                </c:pt>
                <c:pt idx="13948">
                  <c:v>12.55287</c:v>
                </c:pt>
                <c:pt idx="13949">
                  <c:v>13.274140000000001</c:v>
                </c:pt>
                <c:pt idx="13950">
                  <c:v>13.532910000000001</c:v>
                </c:pt>
                <c:pt idx="13951">
                  <c:v>12.930670000000001</c:v>
                </c:pt>
                <c:pt idx="13952">
                  <c:v>12.03895</c:v>
                </c:pt>
                <c:pt idx="13953">
                  <c:v>11.48752</c:v>
                </c:pt>
                <c:pt idx="13954">
                  <c:v>11.4489</c:v>
                </c:pt>
                <c:pt idx="13955">
                  <c:v>11.60825</c:v>
                </c:pt>
                <c:pt idx="13956">
                  <c:v>11.89425</c:v>
                </c:pt>
                <c:pt idx="13957">
                  <c:v>11.975780000000011</c:v>
                </c:pt>
                <c:pt idx="13958">
                  <c:v>12.032310000000001</c:v>
                </c:pt>
                <c:pt idx="13959">
                  <c:v>12.44373</c:v>
                </c:pt>
                <c:pt idx="13960">
                  <c:v>12.506410000000002</c:v>
                </c:pt>
                <c:pt idx="13961">
                  <c:v>11.966000000000006</c:v>
                </c:pt>
                <c:pt idx="13962">
                  <c:v>11.28318</c:v>
                </c:pt>
                <c:pt idx="13963">
                  <c:v>10.917490000000004</c:v>
                </c:pt>
                <c:pt idx="13964">
                  <c:v>10.888540000000004</c:v>
                </c:pt>
                <c:pt idx="13965">
                  <c:v>10.80397</c:v>
                </c:pt>
                <c:pt idx="13966">
                  <c:v>10.764520000000001</c:v>
                </c:pt>
                <c:pt idx="13967">
                  <c:v>10.883680000000011</c:v>
                </c:pt>
                <c:pt idx="13968">
                  <c:v>11.133760000000001</c:v>
                </c:pt>
                <c:pt idx="13969">
                  <c:v>11.65863</c:v>
                </c:pt>
                <c:pt idx="13970">
                  <c:v>12.21119</c:v>
                </c:pt>
                <c:pt idx="13971">
                  <c:v>12.52514</c:v>
                </c:pt>
                <c:pt idx="13972">
                  <c:v>12.88176</c:v>
                </c:pt>
                <c:pt idx="13973">
                  <c:v>13.055180000000011</c:v>
                </c:pt>
                <c:pt idx="13974">
                  <c:v>13.05913000000001</c:v>
                </c:pt>
                <c:pt idx="13975">
                  <c:v>13.11687</c:v>
                </c:pt>
                <c:pt idx="13976">
                  <c:v>12.75459</c:v>
                </c:pt>
                <c:pt idx="13977">
                  <c:v>12.471870000000001</c:v>
                </c:pt>
                <c:pt idx="13978">
                  <c:v>12.68416</c:v>
                </c:pt>
                <c:pt idx="13979">
                  <c:v>13.12276</c:v>
                </c:pt>
                <c:pt idx="13980">
                  <c:v>13.76451</c:v>
                </c:pt>
                <c:pt idx="13981">
                  <c:v>14.382060000000006</c:v>
                </c:pt>
                <c:pt idx="13982">
                  <c:v>14.957410000000012</c:v>
                </c:pt>
                <c:pt idx="13983">
                  <c:v>15.65967</c:v>
                </c:pt>
                <c:pt idx="13984">
                  <c:v>16.463129999999964</c:v>
                </c:pt>
                <c:pt idx="13985">
                  <c:v>17.266689999999972</c:v>
                </c:pt>
                <c:pt idx="13986">
                  <c:v>17.702429999999964</c:v>
                </c:pt>
                <c:pt idx="13987">
                  <c:v>17.92127</c:v>
                </c:pt>
                <c:pt idx="13988">
                  <c:v>18.127189999999999</c:v>
                </c:pt>
                <c:pt idx="13989">
                  <c:v>18.138800000000021</c:v>
                </c:pt>
                <c:pt idx="13990">
                  <c:v>17.073810000000005</c:v>
                </c:pt>
                <c:pt idx="13991">
                  <c:v>15.168850000000001</c:v>
                </c:pt>
                <c:pt idx="13992">
                  <c:v>14.27524</c:v>
                </c:pt>
                <c:pt idx="13993">
                  <c:v>14.31987</c:v>
                </c:pt>
                <c:pt idx="13994">
                  <c:v>14.538650000000001</c:v>
                </c:pt>
                <c:pt idx="13995">
                  <c:v>15.095630000000011</c:v>
                </c:pt>
                <c:pt idx="13996">
                  <c:v>15.836930000000002</c:v>
                </c:pt>
                <c:pt idx="13997">
                  <c:v>16.453189999999989</c:v>
                </c:pt>
                <c:pt idx="13998">
                  <c:v>16.71531999999997</c:v>
                </c:pt>
                <c:pt idx="13999">
                  <c:v>16.45748</c:v>
                </c:pt>
                <c:pt idx="14000">
                  <c:v>16.297450000000001</c:v>
                </c:pt>
                <c:pt idx="14001">
                  <c:v>16.34028</c:v>
                </c:pt>
                <c:pt idx="14002">
                  <c:v>16.495999999999974</c:v>
                </c:pt>
                <c:pt idx="14003">
                  <c:v>17.011949999999999</c:v>
                </c:pt>
                <c:pt idx="14004">
                  <c:v>17.610650000000021</c:v>
                </c:pt>
                <c:pt idx="14005">
                  <c:v>18.109850000000037</c:v>
                </c:pt>
                <c:pt idx="14006">
                  <c:v>18.64246</c:v>
                </c:pt>
                <c:pt idx="14007">
                  <c:v>18.99450999999997</c:v>
                </c:pt>
                <c:pt idx="14008">
                  <c:v>19.131880000000034</c:v>
                </c:pt>
                <c:pt idx="14009">
                  <c:v>19.044860000000021</c:v>
                </c:pt>
                <c:pt idx="14010">
                  <c:v>18.636749999999989</c:v>
                </c:pt>
                <c:pt idx="14011">
                  <c:v>18.498249999999956</c:v>
                </c:pt>
                <c:pt idx="14012">
                  <c:v>18.566849999999974</c:v>
                </c:pt>
                <c:pt idx="14013">
                  <c:v>18.56779999999997</c:v>
                </c:pt>
                <c:pt idx="14014">
                  <c:v>18.58492</c:v>
                </c:pt>
                <c:pt idx="14015">
                  <c:v>18.54001999999997</c:v>
                </c:pt>
                <c:pt idx="14016">
                  <c:v>18.224229999999974</c:v>
                </c:pt>
                <c:pt idx="14017">
                  <c:v>17.892639999999975</c:v>
                </c:pt>
                <c:pt idx="14018">
                  <c:v>17.871780000000001</c:v>
                </c:pt>
                <c:pt idx="14019">
                  <c:v>18.157860000000035</c:v>
                </c:pt>
                <c:pt idx="14020">
                  <c:v>18.663979999999999</c:v>
                </c:pt>
                <c:pt idx="14021">
                  <c:v>19.238399999999974</c:v>
                </c:pt>
                <c:pt idx="14022">
                  <c:v>19.320969999999999</c:v>
                </c:pt>
                <c:pt idx="14023">
                  <c:v>19.044969999999999</c:v>
                </c:pt>
                <c:pt idx="14024">
                  <c:v>18.949379999999973</c:v>
                </c:pt>
                <c:pt idx="14025">
                  <c:v>19.286009999999973</c:v>
                </c:pt>
                <c:pt idx="14026">
                  <c:v>19.813130000000001</c:v>
                </c:pt>
                <c:pt idx="14027">
                  <c:v>20.483759999999968</c:v>
                </c:pt>
                <c:pt idx="14028">
                  <c:v>21.192699999999974</c:v>
                </c:pt>
                <c:pt idx="14029">
                  <c:v>21.473779999999973</c:v>
                </c:pt>
                <c:pt idx="14030">
                  <c:v>21.343950000000021</c:v>
                </c:pt>
                <c:pt idx="14031">
                  <c:v>20.883429999999972</c:v>
                </c:pt>
                <c:pt idx="14032">
                  <c:v>20.397310000000001</c:v>
                </c:pt>
                <c:pt idx="14033">
                  <c:v>20.236440000000002</c:v>
                </c:pt>
                <c:pt idx="14034">
                  <c:v>20.445659999999968</c:v>
                </c:pt>
                <c:pt idx="14035">
                  <c:v>20.919699999999974</c:v>
                </c:pt>
                <c:pt idx="14036">
                  <c:v>21.526209999999974</c:v>
                </c:pt>
                <c:pt idx="14037">
                  <c:v>21.75431</c:v>
                </c:pt>
                <c:pt idx="14038">
                  <c:v>21.603890000000021</c:v>
                </c:pt>
                <c:pt idx="14039">
                  <c:v>21.54194</c:v>
                </c:pt>
                <c:pt idx="14040">
                  <c:v>21.696639999999974</c:v>
                </c:pt>
                <c:pt idx="14041">
                  <c:v>21.977080000000001</c:v>
                </c:pt>
                <c:pt idx="14042">
                  <c:v>22.056619999999974</c:v>
                </c:pt>
                <c:pt idx="14043">
                  <c:v>21.705499999999972</c:v>
                </c:pt>
                <c:pt idx="14044">
                  <c:v>21.721430000000002</c:v>
                </c:pt>
                <c:pt idx="14045">
                  <c:v>22.468279999999975</c:v>
                </c:pt>
                <c:pt idx="14046">
                  <c:v>23.239930000000001</c:v>
                </c:pt>
                <c:pt idx="14047">
                  <c:v>23.687460000000005</c:v>
                </c:pt>
                <c:pt idx="14048">
                  <c:v>24.162269999999989</c:v>
                </c:pt>
                <c:pt idx="14049">
                  <c:v>24.836349999999989</c:v>
                </c:pt>
                <c:pt idx="14050">
                  <c:v>25.200329999999973</c:v>
                </c:pt>
                <c:pt idx="14051">
                  <c:v>25.262929999999972</c:v>
                </c:pt>
                <c:pt idx="14052">
                  <c:v>25.605969999999999</c:v>
                </c:pt>
                <c:pt idx="14053">
                  <c:v>26.19842999999997</c:v>
                </c:pt>
                <c:pt idx="14054">
                  <c:v>26.424980000000001</c:v>
                </c:pt>
                <c:pt idx="14055">
                  <c:v>26.20739</c:v>
                </c:pt>
                <c:pt idx="14056">
                  <c:v>26.072559999999989</c:v>
                </c:pt>
                <c:pt idx="14057">
                  <c:v>26.103909999999999</c:v>
                </c:pt>
                <c:pt idx="14058">
                  <c:v>25.75282</c:v>
                </c:pt>
                <c:pt idx="14059">
                  <c:v>25.040579999999974</c:v>
                </c:pt>
                <c:pt idx="14060">
                  <c:v>24.676050000000021</c:v>
                </c:pt>
                <c:pt idx="14061">
                  <c:v>24.94455</c:v>
                </c:pt>
                <c:pt idx="14062">
                  <c:v>25.521979999999999</c:v>
                </c:pt>
                <c:pt idx="14063">
                  <c:v>25.93666</c:v>
                </c:pt>
                <c:pt idx="14064">
                  <c:v>26.093959999999999</c:v>
                </c:pt>
                <c:pt idx="14065">
                  <c:v>26.229409999999973</c:v>
                </c:pt>
                <c:pt idx="14066">
                  <c:v>26.284519999999972</c:v>
                </c:pt>
                <c:pt idx="14067">
                  <c:v>26.083419999999968</c:v>
                </c:pt>
                <c:pt idx="14068">
                  <c:v>25.75412</c:v>
                </c:pt>
                <c:pt idx="14069">
                  <c:v>25.697649999999989</c:v>
                </c:pt>
                <c:pt idx="14070">
                  <c:v>26.020160000000001</c:v>
                </c:pt>
                <c:pt idx="14071">
                  <c:v>26.505949999999974</c:v>
                </c:pt>
                <c:pt idx="14072">
                  <c:v>26.897130000000001</c:v>
                </c:pt>
                <c:pt idx="14073">
                  <c:v>27.188599999999973</c:v>
                </c:pt>
                <c:pt idx="14074">
                  <c:v>27.438829999999989</c:v>
                </c:pt>
                <c:pt idx="14075">
                  <c:v>27.492709999999956</c:v>
                </c:pt>
                <c:pt idx="14076">
                  <c:v>27.258739999999964</c:v>
                </c:pt>
                <c:pt idx="14077">
                  <c:v>26.885339999999957</c:v>
                </c:pt>
                <c:pt idx="14078">
                  <c:v>26.888419999999975</c:v>
                </c:pt>
                <c:pt idx="14079">
                  <c:v>27.339110000000005</c:v>
                </c:pt>
                <c:pt idx="14080">
                  <c:v>27.865299999999973</c:v>
                </c:pt>
                <c:pt idx="14081">
                  <c:v>28.062069999999974</c:v>
                </c:pt>
                <c:pt idx="14082">
                  <c:v>28.096950000000021</c:v>
                </c:pt>
                <c:pt idx="14083">
                  <c:v>27.822880000000001</c:v>
                </c:pt>
                <c:pt idx="14084">
                  <c:v>27.397130000000001</c:v>
                </c:pt>
                <c:pt idx="14085">
                  <c:v>27.252009999999974</c:v>
                </c:pt>
                <c:pt idx="14086">
                  <c:v>27.32255</c:v>
                </c:pt>
                <c:pt idx="14087">
                  <c:v>27.473429999999972</c:v>
                </c:pt>
                <c:pt idx="14088">
                  <c:v>27.67164</c:v>
                </c:pt>
                <c:pt idx="14089">
                  <c:v>27.89218</c:v>
                </c:pt>
                <c:pt idx="14090">
                  <c:v>27.981389999999973</c:v>
                </c:pt>
                <c:pt idx="14091">
                  <c:v>27.608080000000001</c:v>
                </c:pt>
                <c:pt idx="14092">
                  <c:v>27.186339999999973</c:v>
                </c:pt>
                <c:pt idx="14093">
                  <c:v>27.234739999999974</c:v>
                </c:pt>
                <c:pt idx="14094">
                  <c:v>27.339500000000001</c:v>
                </c:pt>
                <c:pt idx="14095">
                  <c:v>27.228619999999957</c:v>
                </c:pt>
                <c:pt idx="14096">
                  <c:v>27.2498</c:v>
                </c:pt>
                <c:pt idx="14097">
                  <c:v>27.313700000000001</c:v>
                </c:pt>
                <c:pt idx="14098">
                  <c:v>27.204889999999999</c:v>
                </c:pt>
                <c:pt idx="14099">
                  <c:v>27.301590000000001</c:v>
                </c:pt>
                <c:pt idx="14100">
                  <c:v>27.116650000000021</c:v>
                </c:pt>
                <c:pt idx="14101">
                  <c:v>26.404309999999974</c:v>
                </c:pt>
                <c:pt idx="14102">
                  <c:v>25.47147</c:v>
                </c:pt>
                <c:pt idx="14103">
                  <c:v>24.294170000000001</c:v>
                </c:pt>
                <c:pt idx="14104">
                  <c:v>23.272749999999952</c:v>
                </c:pt>
                <c:pt idx="14105">
                  <c:v>22.916499999999989</c:v>
                </c:pt>
                <c:pt idx="14106">
                  <c:v>23.014500000000005</c:v>
                </c:pt>
                <c:pt idx="14107">
                  <c:v>23.1661</c:v>
                </c:pt>
                <c:pt idx="14108">
                  <c:v>23.306830000000001</c:v>
                </c:pt>
                <c:pt idx="14109">
                  <c:v>23.560169999999989</c:v>
                </c:pt>
                <c:pt idx="14110">
                  <c:v>24.04311999999997</c:v>
                </c:pt>
                <c:pt idx="14111">
                  <c:v>24.619409999999988</c:v>
                </c:pt>
                <c:pt idx="14112">
                  <c:v>25.089469999999974</c:v>
                </c:pt>
                <c:pt idx="14113">
                  <c:v>25.29836999999997</c:v>
                </c:pt>
                <c:pt idx="14114">
                  <c:v>25.157730000000001</c:v>
                </c:pt>
                <c:pt idx="14115">
                  <c:v>24.861219999999989</c:v>
                </c:pt>
                <c:pt idx="14116">
                  <c:v>24.504280000000001</c:v>
                </c:pt>
                <c:pt idx="14117">
                  <c:v>24.128830000000001</c:v>
                </c:pt>
                <c:pt idx="14118">
                  <c:v>23.76688</c:v>
                </c:pt>
                <c:pt idx="14119">
                  <c:v>23.43628</c:v>
                </c:pt>
                <c:pt idx="14120">
                  <c:v>23.31954</c:v>
                </c:pt>
                <c:pt idx="14121">
                  <c:v>23.476619999999972</c:v>
                </c:pt>
                <c:pt idx="14122">
                  <c:v>23.834340000000001</c:v>
                </c:pt>
                <c:pt idx="14123">
                  <c:v>23.844909999999999</c:v>
                </c:pt>
                <c:pt idx="14124">
                  <c:v>23.641999999999999</c:v>
                </c:pt>
                <c:pt idx="14125">
                  <c:v>23.574970000000022</c:v>
                </c:pt>
                <c:pt idx="14126">
                  <c:v>23.621289999999988</c:v>
                </c:pt>
                <c:pt idx="14127">
                  <c:v>23.895699999999973</c:v>
                </c:pt>
                <c:pt idx="14128">
                  <c:v>24.218719999999973</c:v>
                </c:pt>
                <c:pt idx="14129">
                  <c:v>24.4849</c:v>
                </c:pt>
                <c:pt idx="14130">
                  <c:v>24.533000000000001</c:v>
                </c:pt>
                <c:pt idx="14131">
                  <c:v>24.325109999999974</c:v>
                </c:pt>
                <c:pt idx="14132">
                  <c:v>24.011980000000033</c:v>
                </c:pt>
                <c:pt idx="14133">
                  <c:v>23.862169999999974</c:v>
                </c:pt>
                <c:pt idx="14134">
                  <c:v>23.823539999999973</c:v>
                </c:pt>
                <c:pt idx="14135">
                  <c:v>23.141800000000021</c:v>
                </c:pt>
                <c:pt idx="14136">
                  <c:v>22.113000000000021</c:v>
                </c:pt>
                <c:pt idx="14137">
                  <c:v>21.409079999999989</c:v>
                </c:pt>
                <c:pt idx="14138">
                  <c:v>21.161650000000005</c:v>
                </c:pt>
                <c:pt idx="14139">
                  <c:v>21.326029999999989</c:v>
                </c:pt>
                <c:pt idx="14140">
                  <c:v>21.621569999999988</c:v>
                </c:pt>
                <c:pt idx="14141">
                  <c:v>21.616679999999999</c:v>
                </c:pt>
                <c:pt idx="14142">
                  <c:v>21.134940000000022</c:v>
                </c:pt>
                <c:pt idx="14143">
                  <c:v>20.533380000000001</c:v>
                </c:pt>
                <c:pt idx="14144">
                  <c:v>20.276150000000001</c:v>
                </c:pt>
                <c:pt idx="14145">
                  <c:v>20.479970000000005</c:v>
                </c:pt>
                <c:pt idx="14146">
                  <c:v>20.598099999999974</c:v>
                </c:pt>
                <c:pt idx="14147">
                  <c:v>20.525939999999974</c:v>
                </c:pt>
                <c:pt idx="14148">
                  <c:v>20.446679999999972</c:v>
                </c:pt>
                <c:pt idx="14149">
                  <c:v>20.343639999999972</c:v>
                </c:pt>
                <c:pt idx="14150">
                  <c:v>20.093879999999999</c:v>
                </c:pt>
                <c:pt idx="14151">
                  <c:v>19.071560000000005</c:v>
                </c:pt>
                <c:pt idx="14152">
                  <c:v>18.3201</c:v>
                </c:pt>
                <c:pt idx="14153">
                  <c:v>18.315909999999999</c:v>
                </c:pt>
                <c:pt idx="14154">
                  <c:v>18.536079999999988</c:v>
                </c:pt>
                <c:pt idx="14155">
                  <c:v>18.607690000000005</c:v>
                </c:pt>
                <c:pt idx="14156">
                  <c:v>18.564309999999974</c:v>
                </c:pt>
                <c:pt idx="14157">
                  <c:v>18.617239999999999</c:v>
                </c:pt>
                <c:pt idx="14158">
                  <c:v>18.51613</c:v>
                </c:pt>
                <c:pt idx="14159">
                  <c:v>18.345050000000001</c:v>
                </c:pt>
                <c:pt idx="14160">
                  <c:v>18.209529999999972</c:v>
                </c:pt>
                <c:pt idx="14161">
                  <c:v>18.204969999999999</c:v>
                </c:pt>
                <c:pt idx="14162">
                  <c:v>18.340309999999974</c:v>
                </c:pt>
                <c:pt idx="14163">
                  <c:v>18.331880000000037</c:v>
                </c:pt>
                <c:pt idx="14164">
                  <c:v>18.212610000000002</c:v>
                </c:pt>
                <c:pt idx="14165">
                  <c:v>17.720359999999989</c:v>
                </c:pt>
                <c:pt idx="14166">
                  <c:v>17.042509999999975</c:v>
                </c:pt>
                <c:pt idx="14167">
                  <c:v>16.377160000000021</c:v>
                </c:pt>
                <c:pt idx="14168">
                  <c:v>15.76361</c:v>
                </c:pt>
                <c:pt idx="14169">
                  <c:v>15.40424</c:v>
                </c:pt>
                <c:pt idx="14170">
                  <c:v>15.304690000000004</c:v>
                </c:pt>
                <c:pt idx="14171">
                  <c:v>15.256410000000002</c:v>
                </c:pt>
                <c:pt idx="14172">
                  <c:v>15.12907</c:v>
                </c:pt>
                <c:pt idx="14173">
                  <c:v>15.06551000000001</c:v>
                </c:pt>
                <c:pt idx="14174">
                  <c:v>15.11453</c:v>
                </c:pt>
                <c:pt idx="14175">
                  <c:v>15.37814</c:v>
                </c:pt>
                <c:pt idx="14176">
                  <c:v>15.878740000000002</c:v>
                </c:pt>
                <c:pt idx="14177">
                  <c:v>15.88442</c:v>
                </c:pt>
                <c:pt idx="14178">
                  <c:v>15.50958000000001</c:v>
                </c:pt>
                <c:pt idx="14179">
                  <c:v>15.158860000000001</c:v>
                </c:pt>
                <c:pt idx="14180">
                  <c:v>14.6981</c:v>
                </c:pt>
                <c:pt idx="14181">
                  <c:v>14.461170000000001</c:v>
                </c:pt>
                <c:pt idx="14182">
                  <c:v>14.548859999999999</c:v>
                </c:pt>
                <c:pt idx="14183">
                  <c:v>14.64546</c:v>
                </c:pt>
                <c:pt idx="14184">
                  <c:v>14.768420000000001</c:v>
                </c:pt>
                <c:pt idx="14185">
                  <c:v>14.86187</c:v>
                </c:pt>
                <c:pt idx="14186">
                  <c:v>14.88481</c:v>
                </c:pt>
                <c:pt idx="14187">
                  <c:v>14.83564000000001</c:v>
                </c:pt>
                <c:pt idx="14188">
                  <c:v>14.755630000000011</c:v>
                </c:pt>
                <c:pt idx="14189">
                  <c:v>14.29937</c:v>
                </c:pt>
                <c:pt idx="14190">
                  <c:v>13.79317</c:v>
                </c:pt>
                <c:pt idx="14191">
                  <c:v>13.614850000000001</c:v>
                </c:pt>
                <c:pt idx="14192">
                  <c:v>13.48681</c:v>
                </c:pt>
                <c:pt idx="14193">
                  <c:v>13.27064</c:v>
                </c:pt>
                <c:pt idx="14194">
                  <c:v>12.77389</c:v>
                </c:pt>
                <c:pt idx="14195">
                  <c:v>12.358740000000004</c:v>
                </c:pt>
                <c:pt idx="14196">
                  <c:v>11.95711</c:v>
                </c:pt>
                <c:pt idx="14197">
                  <c:v>12.16581</c:v>
                </c:pt>
                <c:pt idx="14198">
                  <c:v>12.285120000000001</c:v>
                </c:pt>
                <c:pt idx="14199">
                  <c:v>12.1435</c:v>
                </c:pt>
                <c:pt idx="14200">
                  <c:v>11.98676</c:v>
                </c:pt>
                <c:pt idx="14201">
                  <c:v>11.83272</c:v>
                </c:pt>
                <c:pt idx="14202">
                  <c:v>11.852660000000011</c:v>
                </c:pt>
                <c:pt idx="14203">
                  <c:v>11.84418</c:v>
                </c:pt>
                <c:pt idx="14204">
                  <c:v>11.678140000000001</c:v>
                </c:pt>
                <c:pt idx="14205">
                  <c:v>11.6319</c:v>
                </c:pt>
                <c:pt idx="14206">
                  <c:v>11.68028</c:v>
                </c:pt>
                <c:pt idx="14207">
                  <c:v>11.63236</c:v>
                </c:pt>
                <c:pt idx="14208">
                  <c:v>11.60834</c:v>
                </c:pt>
                <c:pt idx="14209">
                  <c:v>11.612400000000004</c:v>
                </c:pt>
                <c:pt idx="14210">
                  <c:v>11.580680000000006</c:v>
                </c:pt>
                <c:pt idx="14211">
                  <c:v>11.43022</c:v>
                </c:pt>
                <c:pt idx="14212">
                  <c:v>11.1386</c:v>
                </c:pt>
                <c:pt idx="14213">
                  <c:v>10.92841</c:v>
                </c:pt>
                <c:pt idx="14214">
                  <c:v>10.82647</c:v>
                </c:pt>
                <c:pt idx="14215">
                  <c:v>10.594140000000001</c:v>
                </c:pt>
                <c:pt idx="14216">
                  <c:v>10.22991</c:v>
                </c:pt>
                <c:pt idx="14217">
                  <c:v>9.9517500000000005</c:v>
                </c:pt>
                <c:pt idx="14218">
                  <c:v>9.8528200000000048</c:v>
                </c:pt>
                <c:pt idx="14219">
                  <c:v>9.88415</c:v>
                </c:pt>
                <c:pt idx="14220">
                  <c:v>10.0375</c:v>
                </c:pt>
                <c:pt idx="14221">
                  <c:v>10.235200000000001</c:v>
                </c:pt>
                <c:pt idx="14222">
                  <c:v>10.46818</c:v>
                </c:pt>
                <c:pt idx="14223">
                  <c:v>10.63781</c:v>
                </c:pt>
                <c:pt idx="14224">
                  <c:v>10.3202</c:v>
                </c:pt>
                <c:pt idx="14225">
                  <c:v>9.6769100000000012</c:v>
                </c:pt>
                <c:pt idx="14226">
                  <c:v>9.2721300000000006</c:v>
                </c:pt>
                <c:pt idx="14227">
                  <c:v>9.2858000000000001</c:v>
                </c:pt>
                <c:pt idx="14228">
                  <c:v>9.1412399999999998</c:v>
                </c:pt>
                <c:pt idx="14229">
                  <c:v>8.8434600000000003</c:v>
                </c:pt>
                <c:pt idx="14230">
                  <c:v>8.7919799999999988</c:v>
                </c:pt>
                <c:pt idx="14231">
                  <c:v>9.0090600000000016</c:v>
                </c:pt>
                <c:pt idx="14232">
                  <c:v>9.3590200000000028</c:v>
                </c:pt>
                <c:pt idx="14233">
                  <c:v>9.8059100000000008</c:v>
                </c:pt>
                <c:pt idx="14234">
                  <c:v>9.7161200000000001</c:v>
                </c:pt>
                <c:pt idx="14235">
                  <c:v>8.9646600000000003</c:v>
                </c:pt>
                <c:pt idx="14236">
                  <c:v>8.3462000000000014</c:v>
                </c:pt>
                <c:pt idx="14237">
                  <c:v>8.1753</c:v>
                </c:pt>
                <c:pt idx="14238">
                  <c:v>8.1791200000000011</c:v>
                </c:pt>
                <c:pt idx="14239">
                  <c:v>8.2900500000000008</c:v>
                </c:pt>
                <c:pt idx="14240">
                  <c:v>8.604000000000001</c:v>
                </c:pt>
                <c:pt idx="14241">
                  <c:v>8.7715300000000003</c:v>
                </c:pt>
                <c:pt idx="14242">
                  <c:v>8.6318999999999999</c:v>
                </c:pt>
                <c:pt idx="14243">
                  <c:v>8.5571800000000007</c:v>
                </c:pt>
                <c:pt idx="14244">
                  <c:v>8.5724600000000066</c:v>
                </c:pt>
                <c:pt idx="14245">
                  <c:v>8.4153400000000005</c:v>
                </c:pt>
                <c:pt idx="14246">
                  <c:v>8.3901400000000006</c:v>
                </c:pt>
                <c:pt idx="14247">
                  <c:v>8.5776400000000006</c:v>
                </c:pt>
                <c:pt idx="14248">
                  <c:v>8.8517100000000006</c:v>
                </c:pt>
                <c:pt idx="14249">
                  <c:v>8.8476200000000009</c:v>
                </c:pt>
                <c:pt idx="14250">
                  <c:v>8.7525700000000004</c:v>
                </c:pt>
                <c:pt idx="14251">
                  <c:v>8.78111</c:v>
                </c:pt>
                <c:pt idx="14252">
                  <c:v>8.7052900000000015</c:v>
                </c:pt>
                <c:pt idx="14253">
                  <c:v>8.6432500000000001</c:v>
                </c:pt>
                <c:pt idx="14254">
                  <c:v>8.7076400000000014</c:v>
                </c:pt>
                <c:pt idx="14255">
                  <c:v>8.7640200000000004</c:v>
                </c:pt>
                <c:pt idx="14256">
                  <c:v>8.6057000000000006</c:v>
                </c:pt>
                <c:pt idx="14257">
                  <c:v>8.5049799999999998</c:v>
                </c:pt>
                <c:pt idx="14258">
                  <c:v>8.5548500000000001</c:v>
                </c:pt>
                <c:pt idx="14259">
                  <c:v>8.3626100000000125</c:v>
                </c:pt>
                <c:pt idx="14260">
                  <c:v>8.1948299999999996</c:v>
                </c:pt>
                <c:pt idx="14261">
                  <c:v>8.4303400000000011</c:v>
                </c:pt>
                <c:pt idx="14262">
                  <c:v>8.7552800000000008</c:v>
                </c:pt>
                <c:pt idx="14263">
                  <c:v>8.9458100000000016</c:v>
                </c:pt>
                <c:pt idx="14264">
                  <c:v>9.06081</c:v>
                </c:pt>
                <c:pt idx="14265">
                  <c:v>9.02027</c:v>
                </c:pt>
                <c:pt idx="14266">
                  <c:v>8.9677900000000008</c:v>
                </c:pt>
                <c:pt idx="14267">
                  <c:v>8.9919200000000004</c:v>
                </c:pt>
                <c:pt idx="14268">
                  <c:v>8.9571200000000015</c:v>
                </c:pt>
                <c:pt idx="14269">
                  <c:v>8.8411799999999996</c:v>
                </c:pt>
                <c:pt idx="14270">
                  <c:v>8.7340599999999995</c:v>
                </c:pt>
                <c:pt idx="14271">
                  <c:v>8.7352500000000006</c:v>
                </c:pt>
                <c:pt idx="14272">
                  <c:v>8.6207600000000006</c:v>
                </c:pt>
                <c:pt idx="14273">
                  <c:v>8.2493699999999972</c:v>
                </c:pt>
                <c:pt idx="14274">
                  <c:v>7.8938099999999976</c:v>
                </c:pt>
                <c:pt idx="14275">
                  <c:v>7.8003400000000003</c:v>
                </c:pt>
                <c:pt idx="14276">
                  <c:v>8.0698100000000004</c:v>
                </c:pt>
                <c:pt idx="14277">
                  <c:v>8.5959200000000013</c:v>
                </c:pt>
                <c:pt idx="14278">
                  <c:v>9.0060400000000005</c:v>
                </c:pt>
                <c:pt idx="14279">
                  <c:v>9.3838800000000067</c:v>
                </c:pt>
                <c:pt idx="14280">
                  <c:v>9.7640800000000016</c:v>
                </c:pt>
                <c:pt idx="14281">
                  <c:v>10.06086</c:v>
                </c:pt>
                <c:pt idx="14282">
                  <c:v>10.411770000000001</c:v>
                </c:pt>
                <c:pt idx="14283">
                  <c:v>10.84399</c:v>
                </c:pt>
                <c:pt idx="14284">
                  <c:v>11.155550000000011</c:v>
                </c:pt>
                <c:pt idx="14285">
                  <c:v>11.19337</c:v>
                </c:pt>
                <c:pt idx="14286">
                  <c:v>11.02037</c:v>
                </c:pt>
                <c:pt idx="14287">
                  <c:v>10.496840000000002</c:v>
                </c:pt>
                <c:pt idx="14288">
                  <c:v>9.7180599999999995</c:v>
                </c:pt>
                <c:pt idx="14289">
                  <c:v>9.1739700000000006</c:v>
                </c:pt>
                <c:pt idx="14290">
                  <c:v>9.1954400000000067</c:v>
                </c:pt>
                <c:pt idx="14291">
                  <c:v>9.4933600000000009</c:v>
                </c:pt>
                <c:pt idx="14292">
                  <c:v>9.7665700000000015</c:v>
                </c:pt>
                <c:pt idx="14293">
                  <c:v>9.5870000000000015</c:v>
                </c:pt>
                <c:pt idx="14294">
                  <c:v>9.0793100000000013</c:v>
                </c:pt>
                <c:pt idx="14295">
                  <c:v>8.8641500000000004</c:v>
                </c:pt>
                <c:pt idx="14296">
                  <c:v>8.9684500000000007</c:v>
                </c:pt>
                <c:pt idx="14297">
                  <c:v>9.2250800000000002</c:v>
                </c:pt>
                <c:pt idx="14298">
                  <c:v>9.6044800000000006</c:v>
                </c:pt>
                <c:pt idx="14299">
                  <c:v>9.8841100000000015</c:v>
                </c:pt>
                <c:pt idx="14300">
                  <c:v>9.8489000000000004</c:v>
                </c:pt>
                <c:pt idx="14301">
                  <c:v>10.15255000000001</c:v>
                </c:pt>
                <c:pt idx="14302">
                  <c:v>11.00887</c:v>
                </c:pt>
                <c:pt idx="14303">
                  <c:v>11.778650000000001</c:v>
                </c:pt>
                <c:pt idx="14304">
                  <c:v>12.38015</c:v>
                </c:pt>
                <c:pt idx="14305">
                  <c:v>12.188690000000001</c:v>
                </c:pt>
                <c:pt idx="14306">
                  <c:v>11.189</c:v>
                </c:pt>
                <c:pt idx="14307">
                  <c:v>10.37129</c:v>
                </c:pt>
                <c:pt idx="14308">
                  <c:v>10.049379999999999</c:v>
                </c:pt>
                <c:pt idx="14309">
                  <c:v>10.18615</c:v>
                </c:pt>
                <c:pt idx="14310">
                  <c:v>10.487720000000001</c:v>
                </c:pt>
                <c:pt idx="14311">
                  <c:v>10.55238000000001</c:v>
                </c:pt>
                <c:pt idx="14312">
                  <c:v>10.351710000000002</c:v>
                </c:pt>
                <c:pt idx="14313">
                  <c:v>10.214590000000001</c:v>
                </c:pt>
                <c:pt idx="14314">
                  <c:v>9.855930000000015</c:v>
                </c:pt>
                <c:pt idx="14315">
                  <c:v>9.71617</c:v>
                </c:pt>
                <c:pt idx="14316">
                  <c:v>9.8458800000000046</c:v>
                </c:pt>
                <c:pt idx="14317">
                  <c:v>9.8770400000000027</c:v>
                </c:pt>
                <c:pt idx="14318">
                  <c:v>10.120090000000001</c:v>
                </c:pt>
                <c:pt idx="14319">
                  <c:v>10.52312</c:v>
                </c:pt>
                <c:pt idx="14320">
                  <c:v>10.733980000000001</c:v>
                </c:pt>
                <c:pt idx="14321">
                  <c:v>10.62715</c:v>
                </c:pt>
                <c:pt idx="14322">
                  <c:v>10.55823</c:v>
                </c:pt>
                <c:pt idx="14323">
                  <c:v>10.68656</c:v>
                </c:pt>
                <c:pt idx="14324">
                  <c:v>10.89217</c:v>
                </c:pt>
                <c:pt idx="14325">
                  <c:v>11.43468</c:v>
                </c:pt>
                <c:pt idx="14326">
                  <c:v>11.794790000000001</c:v>
                </c:pt>
                <c:pt idx="14327">
                  <c:v>11.788029999999999</c:v>
                </c:pt>
                <c:pt idx="14328">
                  <c:v>11.69858</c:v>
                </c:pt>
                <c:pt idx="14329">
                  <c:v>11.62579</c:v>
                </c:pt>
                <c:pt idx="14330">
                  <c:v>11.511150000000001</c:v>
                </c:pt>
                <c:pt idx="14331">
                  <c:v>11.72363</c:v>
                </c:pt>
                <c:pt idx="14332">
                  <c:v>12.224269999999999</c:v>
                </c:pt>
                <c:pt idx="14333">
                  <c:v>12.708319999999999</c:v>
                </c:pt>
                <c:pt idx="14334">
                  <c:v>12.93599</c:v>
                </c:pt>
                <c:pt idx="14335">
                  <c:v>12.986270000000001</c:v>
                </c:pt>
                <c:pt idx="14336">
                  <c:v>13.17737</c:v>
                </c:pt>
                <c:pt idx="14337">
                  <c:v>13.599490000000012</c:v>
                </c:pt>
                <c:pt idx="14338">
                  <c:v>14.094290000000001</c:v>
                </c:pt>
                <c:pt idx="14339">
                  <c:v>14.307830000000004</c:v>
                </c:pt>
                <c:pt idx="14340">
                  <c:v>14.062400000000011</c:v>
                </c:pt>
                <c:pt idx="14341">
                  <c:v>13.774650000000001</c:v>
                </c:pt>
                <c:pt idx="14342">
                  <c:v>13.672080000000006</c:v>
                </c:pt>
                <c:pt idx="14343">
                  <c:v>13.686200000000001</c:v>
                </c:pt>
                <c:pt idx="14344">
                  <c:v>13.8188</c:v>
                </c:pt>
                <c:pt idx="14345">
                  <c:v>13.91499</c:v>
                </c:pt>
                <c:pt idx="14346">
                  <c:v>14.004800000000001</c:v>
                </c:pt>
                <c:pt idx="14347">
                  <c:v>14.18647</c:v>
                </c:pt>
                <c:pt idx="14348">
                  <c:v>14.649520000000001</c:v>
                </c:pt>
                <c:pt idx="14349">
                  <c:v>15.370100000000004</c:v>
                </c:pt>
                <c:pt idx="14350">
                  <c:v>15.677020000000001</c:v>
                </c:pt>
                <c:pt idx="14351">
                  <c:v>15.36017</c:v>
                </c:pt>
                <c:pt idx="14352">
                  <c:v>14.300520000000002</c:v>
                </c:pt>
                <c:pt idx="14353">
                  <c:v>13.00239</c:v>
                </c:pt>
                <c:pt idx="14354">
                  <c:v>13.09578000000001</c:v>
                </c:pt>
                <c:pt idx="14355">
                  <c:v>13.750870000000001</c:v>
                </c:pt>
                <c:pt idx="14356">
                  <c:v>13.940190000000001</c:v>
                </c:pt>
                <c:pt idx="14357">
                  <c:v>14.765600000000004</c:v>
                </c:pt>
                <c:pt idx="14358">
                  <c:v>15.519070000000001</c:v>
                </c:pt>
                <c:pt idx="14359">
                  <c:v>15.93187</c:v>
                </c:pt>
                <c:pt idx="14360">
                  <c:v>16.401330000000002</c:v>
                </c:pt>
                <c:pt idx="14361">
                  <c:v>16.747429999999973</c:v>
                </c:pt>
                <c:pt idx="14362">
                  <c:v>16.830839999999988</c:v>
                </c:pt>
                <c:pt idx="14363">
                  <c:v>16.737449999999974</c:v>
                </c:pt>
                <c:pt idx="14364">
                  <c:v>16.364190000000001</c:v>
                </c:pt>
                <c:pt idx="14365">
                  <c:v>16.389130000000002</c:v>
                </c:pt>
                <c:pt idx="14366">
                  <c:v>16.87941</c:v>
                </c:pt>
                <c:pt idx="14367">
                  <c:v>17.068639999999952</c:v>
                </c:pt>
                <c:pt idx="14368">
                  <c:v>16.681830000000001</c:v>
                </c:pt>
                <c:pt idx="14369">
                  <c:v>16.074490000000001</c:v>
                </c:pt>
                <c:pt idx="14370">
                  <c:v>15.799480000000004</c:v>
                </c:pt>
                <c:pt idx="14371">
                  <c:v>15.60286</c:v>
                </c:pt>
                <c:pt idx="14372">
                  <c:v>15.602030000000006</c:v>
                </c:pt>
                <c:pt idx="14373">
                  <c:v>15.83949000000001</c:v>
                </c:pt>
                <c:pt idx="14374">
                  <c:v>16.366890000000001</c:v>
                </c:pt>
                <c:pt idx="14375">
                  <c:v>17.090299999999989</c:v>
                </c:pt>
                <c:pt idx="14376">
                  <c:v>17.597539999999974</c:v>
                </c:pt>
                <c:pt idx="14377">
                  <c:v>17.691079999999999</c:v>
                </c:pt>
                <c:pt idx="14378">
                  <c:v>17.957460000000001</c:v>
                </c:pt>
                <c:pt idx="14379">
                  <c:v>18.542280000000002</c:v>
                </c:pt>
                <c:pt idx="14380">
                  <c:v>18.908109999999972</c:v>
                </c:pt>
                <c:pt idx="14381">
                  <c:v>19.085749999999955</c:v>
                </c:pt>
                <c:pt idx="14382">
                  <c:v>19.249209999999973</c:v>
                </c:pt>
                <c:pt idx="14383">
                  <c:v>19.362439999999957</c:v>
                </c:pt>
                <c:pt idx="14384">
                  <c:v>19.548319999999968</c:v>
                </c:pt>
                <c:pt idx="14385">
                  <c:v>19.765279999999972</c:v>
                </c:pt>
                <c:pt idx="14386">
                  <c:v>20.065709999999957</c:v>
                </c:pt>
                <c:pt idx="14387">
                  <c:v>20.386319999999973</c:v>
                </c:pt>
                <c:pt idx="14388">
                  <c:v>20.468169999999972</c:v>
                </c:pt>
                <c:pt idx="14389">
                  <c:v>20.528929999999974</c:v>
                </c:pt>
                <c:pt idx="14390">
                  <c:v>20.803180000000001</c:v>
                </c:pt>
                <c:pt idx="14391">
                  <c:v>21.128339999999973</c:v>
                </c:pt>
                <c:pt idx="14392">
                  <c:v>21.572179999999989</c:v>
                </c:pt>
                <c:pt idx="14393">
                  <c:v>21.736219999999989</c:v>
                </c:pt>
                <c:pt idx="14394">
                  <c:v>21.638089999999988</c:v>
                </c:pt>
                <c:pt idx="14395">
                  <c:v>21.580319999999972</c:v>
                </c:pt>
                <c:pt idx="14396">
                  <c:v>21.651630000000001</c:v>
                </c:pt>
                <c:pt idx="14397">
                  <c:v>21.909829999999989</c:v>
                </c:pt>
                <c:pt idx="14398">
                  <c:v>22.33361</c:v>
                </c:pt>
                <c:pt idx="14399">
                  <c:v>22.721430000000002</c:v>
                </c:pt>
                <c:pt idx="14400">
                  <c:v>22.856059999999999</c:v>
                </c:pt>
                <c:pt idx="14401">
                  <c:v>22.589529999999975</c:v>
                </c:pt>
                <c:pt idx="14402">
                  <c:v>22.225169999999974</c:v>
                </c:pt>
                <c:pt idx="14403">
                  <c:v>22.242179999999973</c:v>
                </c:pt>
                <c:pt idx="14404">
                  <c:v>22.756499999999978</c:v>
                </c:pt>
                <c:pt idx="14405">
                  <c:v>23.461129999999972</c:v>
                </c:pt>
                <c:pt idx="14406">
                  <c:v>24.188429999999968</c:v>
                </c:pt>
                <c:pt idx="14407">
                  <c:v>24.809670000000001</c:v>
                </c:pt>
                <c:pt idx="14408">
                  <c:v>24.938289999999974</c:v>
                </c:pt>
                <c:pt idx="14409">
                  <c:v>24.49117</c:v>
                </c:pt>
                <c:pt idx="14410">
                  <c:v>24.12031</c:v>
                </c:pt>
                <c:pt idx="14411">
                  <c:v>24.22616</c:v>
                </c:pt>
                <c:pt idx="14412">
                  <c:v>24.274650000000001</c:v>
                </c:pt>
                <c:pt idx="14413">
                  <c:v>24.115300000000001</c:v>
                </c:pt>
                <c:pt idx="14414">
                  <c:v>24.065089999999973</c:v>
                </c:pt>
                <c:pt idx="14415">
                  <c:v>24.612439999999989</c:v>
                </c:pt>
                <c:pt idx="14416">
                  <c:v>25.319839999999999</c:v>
                </c:pt>
                <c:pt idx="14417">
                  <c:v>25.71536</c:v>
                </c:pt>
                <c:pt idx="14418">
                  <c:v>25.436920000000001</c:v>
                </c:pt>
                <c:pt idx="14419">
                  <c:v>24.650390000000005</c:v>
                </c:pt>
                <c:pt idx="14420">
                  <c:v>23.945209999999957</c:v>
                </c:pt>
                <c:pt idx="14421">
                  <c:v>23.468929999999968</c:v>
                </c:pt>
                <c:pt idx="14422">
                  <c:v>23.502139999999972</c:v>
                </c:pt>
                <c:pt idx="14423">
                  <c:v>24.080719999999957</c:v>
                </c:pt>
                <c:pt idx="14424">
                  <c:v>25.016890000000021</c:v>
                </c:pt>
                <c:pt idx="14425">
                  <c:v>26.121670000000005</c:v>
                </c:pt>
                <c:pt idx="14426">
                  <c:v>26.773230000000002</c:v>
                </c:pt>
                <c:pt idx="14427">
                  <c:v>26.805739999999975</c:v>
                </c:pt>
                <c:pt idx="14428">
                  <c:v>26.550270000000001</c:v>
                </c:pt>
                <c:pt idx="14429">
                  <c:v>26.37358</c:v>
                </c:pt>
                <c:pt idx="14430">
                  <c:v>26.47460999999997</c:v>
                </c:pt>
                <c:pt idx="14431">
                  <c:v>26.823060000000005</c:v>
                </c:pt>
                <c:pt idx="14432">
                  <c:v>27.226509999999973</c:v>
                </c:pt>
                <c:pt idx="14433">
                  <c:v>27.530709999999978</c:v>
                </c:pt>
                <c:pt idx="14434">
                  <c:v>27.494160000000001</c:v>
                </c:pt>
                <c:pt idx="14435">
                  <c:v>27.361509999999978</c:v>
                </c:pt>
                <c:pt idx="14436">
                  <c:v>27.605440000000002</c:v>
                </c:pt>
                <c:pt idx="14437">
                  <c:v>27.863969999999988</c:v>
                </c:pt>
                <c:pt idx="14438">
                  <c:v>28.100870000000022</c:v>
                </c:pt>
                <c:pt idx="14439">
                  <c:v>28.629079999999988</c:v>
                </c:pt>
                <c:pt idx="14440">
                  <c:v>29.317970000000035</c:v>
                </c:pt>
                <c:pt idx="14441">
                  <c:v>29.64461</c:v>
                </c:pt>
                <c:pt idx="14442">
                  <c:v>29.526949999999989</c:v>
                </c:pt>
                <c:pt idx="14443">
                  <c:v>29.49389</c:v>
                </c:pt>
                <c:pt idx="14444">
                  <c:v>29.393699999999974</c:v>
                </c:pt>
                <c:pt idx="14445">
                  <c:v>29.150590000000001</c:v>
                </c:pt>
                <c:pt idx="14446">
                  <c:v>28.774930000000001</c:v>
                </c:pt>
                <c:pt idx="14447">
                  <c:v>28.267619999999972</c:v>
                </c:pt>
                <c:pt idx="14448">
                  <c:v>28.035900000000005</c:v>
                </c:pt>
                <c:pt idx="14449">
                  <c:v>28.188719999999975</c:v>
                </c:pt>
                <c:pt idx="14450">
                  <c:v>28.60566</c:v>
                </c:pt>
                <c:pt idx="14451">
                  <c:v>29.09582</c:v>
                </c:pt>
                <c:pt idx="14452">
                  <c:v>29.487219999999972</c:v>
                </c:pt>
                <c:pt idx="14453">
                  <c:v>29.709160000000001</c:v>
                </c:pt>
                <c:pt idx="14454">
                  <c:v>29.559909999999999</c:v>
                </c:pt>
                <c:pt idx="14455">
                  <c:v>28.796749999999957</c:v>
                </c:pt>
                <c:pt idx="14456">
                  <c:v>28.032060000000001</c:v>
                </c:pt>
                <c:pt idx="14457">
                  <c:v>27.822519999999972</c:v>
                </c:pt>
                <c:pt idx="14458">
                  <c:v>28.015319999999978</c:v>
                </c:pt>
                <c:pt idx="14459">
                  <c:v>28.34891</c:v>
                </c:pt>
                <c:pt idx="14460">
                  <c:v>28.575970000000005</c:v>
                </c:pt>
                <c:pt idx="14461">
                  <c:v>28.848559999999978</c:v>
                </c:pt>
                <c:pt idx="14462">
                  <c:v>29.34102</c:v>
                </c:pt>
                <c:pt idx="14463">
                  <c:v>29.405739999999959</c:v>
                </c:pt>
                <c:pt idx="14464">
                  <c:v>29.128900000000005</c:v>
                </c:pt>
                <c:pt idx="14465">
                  <c:v>29.023420000000002</c:v>
                </c:pt>
                <c:pt idx="14466">
                  <c:v>28.86946</c:v>
                </c:pt>
                <c:pt idx="14467">
                  <c:v>28.598029999999973</c:v>
                </c:pt>
                <c:pt idx="14468">
                  <c:v>28.408709999999957</c:v>
                </c:pt>
                <c:pt idx="14469">
                  <c:v>28.43284999999997</c:v>
                </c:pt>
                <c:pt idx="14470">
                  <c:v>28.658670000000001</c:v>
                </c:pt>
                <c:pt idx="14471">
                  <c:v>29.075189999999989</c:v>
                </c:pt>
                <c:pt idx="14472">
                  <c:v>29.65634</c:v>
                </c:pt>
                <c:pt idx="14473">
                  <c:v>29.947990000000001</c:v>
                </c:pt>
                <c:pt idx="14474">
                  <c:v>29.745139999999957</c:v>
                </c:pt>
                <c:pt idx="14475">
                  <c:v>29.190799999999989</c:v>
                </c:pt>
                <c:pt idx="14476">
                  <c:v>28.554690000000001</c:v>
                </c:pt>
                <c:pt idx="14477">
                  <c:v>28.139080000000021</c:v>
                </c:pt>
                <c:pt idx="14478">
                  <c:v>27.965839999999975</c:v>
                </c:pt>
                <c:pt idx="14479">
                  <c:v>27.954750000000001</c:v>
                </c:pt>
                <c:pt idx="14480">
                  <c:v>27.923619999999964</c:v>
                </c:pt>
                <c:pt idx="14481">
                  <c:v>27.728809999999989</c:v>
                </c:pt>
                <c:pt idx="14482">
                  <c:v>27.275519999999968</c:v>
                </c:pt>
                <c:pt idx="14483">
                  <c:v>26.712900000000001</c:v>
                </c:pt>
                <c:pt idx="14484">
                  <c:v>26.324069999999999</c:v>
                </c:pt>
                <c:pt idx="14485">
                  <c:v>26.316780000000001</c:v>
                </c:pt>
                <c:pt idx="14486">
                  <c:v>26.602620000000002</c:v>
                </c:pt>
                <c:pt idx="14487">
                  <c:v>27.04081</c:v>
                </c:pt>
                <c:pt idx="14488">
                  <c:v>27.025229999999972</c:v>
                </c:pt>
                <c:pt idx="14489">
                  <c:v>26.450220000000002</c:v>
                </c:pt>
                <c:pt idx="14490">
                  <c:v>25.799379999999989</c:v>
                </c:pt>
                <c:pt idx="14491">
                  <c:v>25.492549999999959</c:v>
                </c:pt>
                <c:pt idx="14492">
                  <c:v>25.485319999999959</c:v>
                </c:pt>
                <c:pt idx="14493">
                  <c:v>25.247170000000001</c:v>
                </c:pt>
                <c:pt idx="14494">
                  <c:v>24.418509999999973</c:v>
                </c:pt>
                <c:pt idx="14495">
                  <c:v>23.508500000000002</c:v>
                </c:pt>
                <c:pt idx="14496">
                  <c:v>22.885519999999964</c:v>
                </c:pt>
                <c:pt idx="14497">
                  <c:v>22.5334</c:v>
                </c:pt>
                <c:pt idx="14498">
                  <c:v>22.337230000000005</c:v>
                </c:pt>
                <c:pt idx="14499">
                  <c:v>22.095839999999974</c:v>
                </c:pt>
                <c:pt idx="14500">
                  <c:v>21.933309999999974</c:v>
                </c:pt>
                <c:pt idx="14501">
                  <c:v>21.697320000000001</c:v>
                </c:pt>
                <c:pt idx="14502">
                  <c:v>21.498589999999975</c:v>
                </c:pt>
                <c:pt idx="14503">
                  <c:v>21.39161</c:v>
                </c:pt>
                <c:pt idx="14504">
                  <c:v>20.866769999999974</c:v>
                </c:pt>
                <c:pt idx="14505">
                  <c:v>20.123069999999988</c:v>
                </c:pt>
                <c:pt idx="14506">
                  <c:v>19.57978</c:v>
                </c:pt>
                <c:pt idx="14507">
                  <c:v>19.266509999999968</c:v>
                </c:pt>
                <c:pt idx="14508">
                  <c:v>19.26606</c:v>
                </c:pt>
                <c:pt idx="14509">
                  <c:v>19.51268</c:v>
                </c:pt>
                <c:pt idx="14510">
                  <c:v>19.761239999999972</c:v>
                </c:pt>
                <c:pt idx="14511">
                  <c:v>20.0839</c:v>
                </c:pt>
                <c:pt idx="14512">
                  <c:v>20.309149999999974</c:v>
                </c:pt>
                <c:pt idx="14513">
                  <c:v>20.449689999999968</c:v>
                </c:pt>
                <c:pt idx="14514">
                  <c:v>20.42092999999997</c:v>
                </c:pt>
                <c:pt idx="14515">
                  <c:v>20.204809999999988</c:v>
                </c:pt>
                <c:pt idx="14516">
                  <c:v>19.765049999999956</c:v>
                </c:pt>
                <c:pt idx="14517">
                  <c:v>19.197559999999999</c:v>
                </c:pt>
                <c:pt idx="14518">
                  <c:v>19.165409999999973</c:v>
                </c:pt>
                <c:pt idx="14519">
                  <c:v>19.512090000000001</c:v>
                </c:pt>
                <c:pt idx="14520">
                  <c:v>19.768529999999952</c:v>
                </c:pt>
                <c:pt idx="14521">
                  <c:v>19.709389999999978</c:v>
                </c:pt>
                <c:pt idx="14522">
                  <c:v>19.425509999999957</c:v>
                </c:pt>
                <c:pt idx="14523">
                  <c:v>19.062159999999974</c:v>
                </c:pt>
                <c:pt idx="14524">
                  <c:v>18.72936</c:v>
                </c:pt>
                <c:pt idx="14525">
                  <c:v>18.54081</c:v>
                </c:pt>
                <c:pt idx="14526">
                  <c:v>18.355340000000002</c:v>
                </c:pt>
                <c:pt idx="14527">
                  <c:v>18.168980000000001</c:v>
                </c:pt>
                <c:pt idx="14528">
                  <c:v>17.863229999999973</c:v>
                </c:pt>
                <c:pt idx="14529">
                  <c:v>17.529689999999974</c:v>
                </c:pt>
                <c:pt idx="14530">
                  <c:v>17.101830000000021</c:v>
                </c:pt>
                <c:pt idx="14531">
                  <c:v>16.849070000000001</c:v>
                </c:pt>
                <c:pt idx="14532">
                  <c:v>16.946289999999973</c:v>
                </c:pt>
                <c:pt idx="14533">
                  <c:v>16.931049999999974</c:v>
                </c:pt>
                <c:pt idx="14534">
                  <c:v>16.69059</c:v>
                </c:pt>
                <c:pt idx="14535">
                  <c:v>16.371050000000022</c:v>
                </c:pt>
                <c:pt idx="14536">
                  <c:v>16.06507999999997</c:v>
                </c:pt>
                <c:pt idx="14537">
                  <c:v>15.710660000000001</c:v>
                </c:pt>
                <c:pt idx="14538">
                  <c:v>15.55082</c:v>
                </c:pt>
                <c:pt idx="14539">
                  <c:v>15.18037</c:v>
                </c:pt>
                <c:pt idx="14540">
                  <c:v>14.893330000000002</c:v>
                </c:pt>
                <c:pt idx="14541">
                  <c:v>14.76586</c:v>
                </c:pt>
                <c:pt idx="14542">
                  <c:v>14.785680000000006</c:v>
                </c:pt>
                <c:pt idx="14543">
                  <c:v>14.682740000000004</c:v>
                </c:pt>
                <c:pt idx="14544">
                  <c:v>14.674160000000001</c:v>
                </c:pt>
                <c:pt idx="14545">
                  <c:v>14.77473</c:v>
                </c:pt>
                <c:pt idx="14546">
                  <c:v>14.862920000000004</c:v>
                </c:pt>
                <c:pt idx="14547">
                  <c:v>14.991379999999999</c:v>
                </c:pt>
                <c:pt idx="14548">
                  <c:v>15.141080000000001</c:v>
                </c:pt>
                <c:pt idx="14549">
                  <c:v>15.089430000000011</c:v>
                </c:pt>
                <c:pt idx="14550">
                  <c:v>14.8369</c:v>
                </c:pt>
                <c:pt idx="14551">
                  <c:v>14.37374000000001</c:v>
                </c:pt>
                <c:pt idx="14552">
                  <c:v>13.844520000000001</c:v>
                </c:pt>
                <c:pt idx="14553">
                  <c:v>13.431100000000001</c:v>
                </c:pt>
                <c:pt idx="14554">
                  <c:v>13.27369</c:v>
                </c:pt>
                <c:pt idx="14555">
                  <c:v>13.25883</c:v>
                </c:pt>
                <c:pt idx="14556">
                  <c:v>13.12363</c:v>
                </c:pt>
                <c:pt idx="14557">
                  <c:v>13.126810000000001</c:v>
                </c:pt>
                <c:pt idx="14558">
                  <c:v>13.417260000000001</c:v>
                </c:pt>
                <c:pt idx="14559">
                  <c:v>13.68655</c:v>
                </c:pt>
                <c:pt idx="14560">
                  <c:v>14.0413</c:v>
                </c:pt>
                <c:pt idx="14561">
                  <c:v>14.5692</c:v>
                </c:pt>
                <c:pt idx="14562">
                  <c:v>14.922330000000002</c:v>
                </c:pt>
                <c:pt idx="14563">
                  <c:v>14.946300000000001</c:v>
                </c:pt>
                <c:pt idx="14564">
                  <c:v>14.802070000000002</c:v>
                </c:pt>
                <c:pt idx="14565">
                  <c:v>14.72171</c:v>
                </c:pt>
                <c:pt idx="14566">
                  <c:v>14.598879999999999</c:v>
                </c:pt>
                <c:pt idx="14567">
                  <c:v>14.485060000000002</c:v>
                </c:pt>
                <c:pt idx="14568">
                  <c:v>14.569460000000012</c:v>
                </c:pt>
                <c:pt idx="14569">
                  <c:v>14.470460000000006</c:v>
                </c:pt>
                <c:pt idx="14570">
                  <c:v>14.2195</c:v>
                </c:pt>
                <c:pt idx="14571">
                  <c:v>14.126720000000001</c:v>
                </c:pt>
                <c:pt idx="14572">
                  <c:v>14.11238</c:v>
                </c:pt>
                <c:pt idx="14573">
                  <c:v>13.9214</c:v>
                </c:pt>
                <c:pt idx="14574">
                  <c:v>13.868430000000011</c:v>
                </c:pt>
                <c:pt idx="14575">
                  <c:v>13.853570000000012</c:v>
                </c:pt>
                <c:pt idx="14576">
                  <c:v>13.48152</c:v>
                </c:pt>
                <c:pt idx="14577">
                  <c:v>13.031500000000001</c:v>
                </c:pt>
                <c:pt idx="14578">
                  <c:v>12.909840000000004</c:v>
                </c:pt>
                <c:pt idx="14579">
                  <c:v>12.78328</c:v>
                </c:pt>
                <c:pt idx="14580">
                  <c:v>12.68699</c:v>
                </c:pt>
                <c:pt idx="14581">
                  <c:v>12.61631</c:v>
                </c:pt>
                <c:pt idx="14582">
                  <c:v>12.313890000000002</c:v>
                </c:pt>
                <c:pt idx="14583">
                  <c:v>12.22763</c:v>
                </c:pt>
                <c:pt idx="14584">
                  <c:v>11.77646</c:v>
                </c:pt>
                <c:pt idx="14585">
                  <c:v>10.854760000000002</c:v>
                </c:pt>
                <c:pt idx="14586">
                  <c:v>10.17117</c:v>
                </c:pt>
                <c:pt idx="14587">
                  <c:v>9.9770800000000008</c:v>
                </c:pt>
                <c:pt idx="14588">
                  <c:v>10.099920000000001</c:v>
                </c:pt>
                <c:pt idx="14589">
                  <c:v>10.24667</c:v>
                </c:pt>
                <c:pt idx="14590">
                  <c:v>10.43468</c:v>
                </c:pt>
                <c:pt idx="14591">
                  <c:v>10.58456</c:v>
                </c:pt>
                <c:pt idx="14592">
                  <c:v>10.644130000000001</c:v>
                </c:pt>
                <c:pt idx="14593">
                  <c:v>10.662630000000011</c:v>
                </c:pt>
                <c:pt idx="14594">
                  <c:v>10.412420000000004</c:v>
                </c:pt>
                <c:pt idx="14595">
                  <c:v>9.9430400000000034</c:v>
                </c:pt>
                <c:pt idx="14596">
                  <c:v>9.4314500000000034</c:v>
                </c:pt>
                <c:pt idx="14597">
                  <c:v>9.1089500000000001</c:v>
                </c:pt>
                <c:pt idx="14598">
                  <c:v>8.9275200000000012</c:v>
                </c:pt>
                <c:pt idx="14599">
                  <c:v>8.6049400000000009</c:v>
                </c:pt>
                <c:pt idx="14600">
                  <c:v>8.0668500000000005</c:v>
                </c:pt>
                <c:pt idx="14601">
                  <c:v>7.6213499999999996</c:v>
                </c:pt>
                <c:pt idx="14602">
                  <c:v>7.4489299999999998</c:v>
                </c:pt>
                <c:pt idx="14603">
                  <c:v>7.6207099999999945</c:v>
                </c:pt>
                <c:pt idx="14604">
                  <c:v>7.9923500000000001</c:v>
                </c:pt>
                <c:pt idx="14605">
                  <c:v>8.2116100000000003</c:v>
                </c:pt>
                <c:pt idx="14606">
                  <c:v>8.2711199999999998</c:v>
                </c:pt>
                <c:pt idx="14607">
                  <c:v>8.3463200000000004</c:v>
                </c:pt>
                <c:pt idx="14608">
                  <c:v>8.4218000000000011</c:v>
                </c:pt>
                <c:pt idx="14609">
                  <c:v>8.4552200000000006</c:v>
                </c:pt>
                <c:pt idx="14610">
                  <c:v>8.5799000000000003</c:v>
                </c:pt>
                <c:pt idx="14611">
                  <c:v>8.9594500000000146</c:v>
                </c:pt>
                <c:pt idx="14612">
                  <c:v>9.4558100000000067</c:v>
                </c:pt>
                <c:pt idx="14613">
                  <c:v>9.577</c:v>
                </c:pt>
                <c:pt idx="14614">
                  <c:v>9.2680299999999995</c:v>
                </c:pt>
                <c:pt idx="14615">
                  <c:v>9.01037</c:v>
                </c:pt>
                <c:pt idx="14616">
                  <c:v>9.0401299999999996</c:v>
                </c:pt>
                <c:pt idx="14617">
                  <c:v>9.3338100000000015</c:v>
                </c:pt>
                <c:pt idx="14618">
                  <c:v>9.5295400000000008</c:v>
                </c:pt>
                <c:pt idx="14619">
                  <c:v>9.6623600000000014</c:v>
                </c:pt>
                <c:pt idx="14620">
                  <c:v>9.7679000000000009</c:v>
                </c:pt>
                <c:pt idx="14621">
                  <c:v>9.7100299999999997</c:v>
                </c:pt>
                <c:pt idx="14622">
                  <c:v>9.5537500000000026</c:v>
                </c:pt>
                <c:pt idx="14623">
                  <c:v>9.1756300000000106</c:v>
                </c:pt>
                <c:pt idx="14624">
                  <c:v>8.6119800000000009</c:v>
                </c:pt>
                <c:pt idx="14625">
                  <c:v>8.2836700000000008</c:v>
                </c:pt>
                <c:pt idx="14626">
                  <c:v>8.3708300000000104</c:v>
                </c:pt>
                <c:pt idx="14627">
                  <c:v>8.6202799999999993</c:v>
                </c:pt>
                <c:pt idx="14628">
                  <c:v>8.9097900000000028</c:v>
                </c:pt>
                <c:pt idx="14629">
                  <c:v>9.1113099999999996</c:v>
                </c:pt>
                <c:pt idx="14630">
                  <c:v>9.1190600000000011</c:v>
                </c:pt>
                <c:pt idx="14631">
                  <c:v>8.6359700000000004</c:v>
                </c:pt>
                <c:pt idx="14632">
                  <c:v>8.2467699999999997</c:v>
                </c:pt>
                <c:pt idx="14633">
                  <c:v>8.2850400000000004</c:v>
                </c:pt>
                <c:pt idx="14634">
                  <c:v>8.5156100000000006</c:v>
                </c:pt>
                <c:pt idx="14635">
                  <c:v>8.7255800000000008</c:v>
                </c:pt>
                <c:pt idx="14636">
                  <c:v>8.7679500000000008</c:v>
                </c:pt>
                <c:pt idx="14637">
                  <c:v>8.7532200000000007</c:v>
                </c:pt>
                <c:pt idx="14638">
                  <c:v>8.7160799999999998</c:v>
                </c:pt>
                <c:pt idx="14639">
                  <c:v>8.6664600000000007</c:v>
                </c:pt>
                <c:pt idx="14640">
                  <c:v>8.600810000000001</c:v>
                </c:pt>
                <c:pt idx="14641">
                  <c:v>8.5292600000000007</c:v>
                </c:pt>
                <c:pt idx="14642">
                  <c:v>8.6138100000000009</c:v>
                </c:pt>
                <c:pt idx="14643">
                  <c:v>8.9355200000000004</c:v>
                </c:pt>
                <c:pt idx="14644">
                  <c:v>9.4388500000000004</c:v>
                </c:pt>
                <c:pt idx="14645">
                  <c:v>9.9912900000000011</c:v>
                </c:pt>
                <c:pt idx="14646">
                  <c:v>10.1867</c:v>
                </c:pt>
                <c:pt idx="14647">
                  <c:v>10.2376</c:v>
                </c:pt>
                <c:pt idx="14648">
                  <c:v>10.260210000000001</c:v>
                </c:pt>
                <c:pt idx="14649">
                  <c:v>10.30552000000001</c:v>
                </c:pt>
                <c:pt idx="14650">
                  <c:v>10.438379999999999</c:v>
                </c:pt>
                <c:pt idx="14651">
                  <c:v>10.473600000000006</c:v>
                </c:pt>
                <c:pt idx="14652">
                  <c:v>10.57606</c:v>
                </c:pt>
                <c:pt idx="14653">
                  <c:v>10.858530000000011</c:v>
                </c:pt>
                <c:pt idx="14654">
                  <c:v>11.115540000000006</c:v>
                </c:pt>
                <c:pt idx="14655">
                  <c:v>11.434979999999999</c:v>
                </c:pt>
                <c:pt idx="14656">
                  <c:v>11.669270000000001</c:v>
                </c:pt>
                <c:pt idx="14657">
                  <c:v>11.62401</c:v>
                </c:pt>
                <c:pt idx="14658">
                  <c:v>11.58337</c:v>
                </c:pt>
                <c:pt idx="14659">
                  <c:v>11.685410000000006</c:v>
                </c:pt>
                <c:pt idx="14660">
                  <c:v>11.812250000000002</c:v>
                </c:pt>
                <c:pt idx="14661">
                  <c:v>11.625780000000002</c:v>
                </c:pt>
                <c:pt idx="14662">
                  <c:v>11.46895</c:v>
                </c:pt>
                <c:pt idx="14663">
                  <c:v>11.597950000000001</c:v>
                </c:pt>
                <c:pt idx="14664">
                  <c:v>11.917350000000001</c:v>
                </c:pt>
                <c:pt idx="14665">
                  <c:v>11.99437</c:v>
                </c:pt>
                <c:pt idx="14666">
                  <c:v>11.824670000000001</c:v>
                </c:pt>
                <c:pt idx="14667">
                  <c:v>11.743919999999999</c:v>
                </c:pt>
                <c:pt idx="14668">
                  <c:v>11.662740000000012</c:v>
                </c:pt>
                <c:pt idx="14669">
                  <c:v>11.25282</c:v>
                </c:pt>
                <c:pt idx="14670">
                  <c:v>10.78402</c:v>
                </c:pt>
                <c:pt idx="14671">
                  <c:v>10.886560000000006</c:v>
                </c:pt>
                <c:pt idx="14672">
                  <c:v>11.47645000000001</c:v>
                </c:pt>
                <c:pt idx="14673">
                  <c:v>12.33738</c:v>
                </c:pt>
                <c:pt idx="14674">
                  <c:v>13.13876</c:v>
                </c:pt>
                <c:pt idx="14675">
                  <c:v>13.49667</c:v>
                </c:pt>
                <c:pt idx="14676">
                  <c:v>12.979490000000011</c:v>
                </c:pt>
                <c:pt idx="14677">
                  <c:v>11.964040000000002</c:v>
                </c:pt>
                <c:pt idx="14678">
                  <c:v>11.352750000000011</c:v>
                </c:pt>
                <c:pt idx="14679">
                  <c:v>11.51032</c:v>
                </c:pt>
                <c:pt idx="14680">
                  <c:v>11.79461</c:v>
                </c:pt>
                <c:pt idx="14681">
                  <c:v>11.904910000000001</c:v>
                </c:pt>
                <c:pt idx="14682">
                  <c:v>12.206480000000004</c:v>
                </c:pt>
                <c:pt idx="14683">
                  <c:v>12.728349999999999</c:v>
                </c:pt>
                <c:pt idx="14684">
                  <c:v>13.33719</c:v>
                </c:pt>
                <c:pt idx="14685">
                  <c:v>13.289720000000001</c:v>
                </c:pt>
                <c:pt idx="14686">
                  <c:v>12.629390000000001</c:v>
                </c:pt>
                <c:pt idx="14687">
                  <c:v>12.236219999999999</c:v>
                </c:pt>
                <c:pt idx="14688">
                  <c:v>12.3581</c:v>
                </c:pt>
                <c:pt idx="14689">
                  <c:v>12.69711</c:v>
                </c:pt>
                <c:pt idx="14690">
                  <c:v>12.759500000000006</c:v>
                </c:pt>
                <c:pt idx="14691">
                  <c:v>12.67984</c:v>
                </c:pt>
                <c:pt idx="14692">
                  <c:v>12.692120000000001</c:v>
                </c:pt>
                <c:pt idx="14693">
                  <c:v>12.552770000000002</c:v>
                </c:pt>
                <c:pt idx="14694">
                  <c:v>12.112590000000004</c:v>
                </c:pt>
                <c:pt idx="14695">
                  <c:v>11.75071</c:v>
                </c:pt>
                <c:pt idx="14696">
                  <c:v>11.946120000000001</c:v>
                </c:pt>
                <c:pt idx="14697">
                  <c:v>12.316990000000002</c:v>
                </c:pt>
                <c:pt idx="14698">
                  <c:v>12.854040000000012</c:v>
                </c:pt>
                <c:pt idx="14699">
                  <c:v>13.394780000000004</c:v>
                </c:pt>
                <c:pt idx="14700">
                  <c:v>13.82751</c:v>
                </c:pt>
                <c:pt idx="14701">
                  <c:v>14.266830000000002</c:v>
                </c:pt>
                <c:pt idx="14702">
                  <c:v>14.692400000000006</c:v>
                </c:pt>
                <c:pt idx="14703">
                  <c:v>15.10815</c:v>
                </c:pt>
                <c:pt idx="14704">
                  <c:v>15.544329999999999</c:v>
                </c:pt>
                <c:pt idx="14705">
                  <c:v>15.866740000000011</c:v>
                </c:pt>
                <c:pt idx="14706">
                  <c:v>15.84587</c:v>
                </c:pt>
                <c:pt idx="14707">
                  <c:v>15.803190000000004</c:v>
                </c:pt>
                <c:pt idx="14708">
                  <c:v>16.037430000000001</c:v>
                </c:pt>
                <c:pt idx="14709">
                  <c:v>16.347870000000022</c:v>
                </c:pt>
                <c:pt idx="14710">
                  <c:v>16.838460000000001</c:v>
                </c:pt>
                <c:pt idx="14711">
                  <c:v>17.370699999999989</c:v>
                </c:pt>
                <c:pt idx="14712">
                  <c:v>17.37914</c:v>
                </c:pt>
                <c:pt idx="14713">
                  <c:v>17.16238999999997</c:v>
                </c:pt>
                <c:pt idx="14714">
                  <c:v>16.954160000000005</c:v>
                </c:pt>
                <c:pt idx="14715">
                  <c:v>16.935499999999973</c:v>
                </c:pt>
                <c:pt idx="14716">
                  <c:v>17.171720000000001</c:v>
                </c:pt>
                <c:pt idx="14717">
                  <c:v>17.38336</c:v>
                </c:pt>
                <c:pt idx="14718">
                  <c:v>17.803940000000001</c:v>
                </c:pt>
                <c:pt idx="14719">
                  <c:v>18.27994</c:v>
                </c:pt>
                <c:pt idx="14720">
                  <c:v>18.66779</c:v>
                </c:pt>
                <c:pt idx="14721">
                  <c:v>19.140270000000001</c:v>
                </c:pt>
                <c:pt idx="14722">
                  <c:v>19.390830000000001</c:v>
                </c:pt>
                <c:pt idx="14723">
                  <c:v>19.264890000000001</c:v>
                </c:pt>
                <c:pt idx="14724">
                  <c:v>19.224319999999974</c:v>
                </c:pt>
                <c:pt idx="14725">
                  <c:v>19.333839999999999</c:v>
                </c:pt>
                <c:pt idx="14726">
                  <c:v>19.469499999999975</c:v>
                </c:pt>
                <c:pt idx="14727">
                  <c:v>19.737559999999988</c:v>
                </c:pt>
                <c:pt idx="14728">
                  <c:v>20.113450000000022</c:v>
                </c:pt>
                <c:pt idx="14729">
                  <c:v>20.443919999999974</c:v>
                </c:pt>
                <c:pt idx="14730">
                  <c:v>19.974240000000002</c:v>
                </c:pt>
                <c:pt idx="14731">
                  <c:v>18.932489999999973</c:v>
                </c:pt>
                <c:pt idx="14732">
                  <c:v>17.497060000000001</c:v>
                </c:pt>
                <c:pt idx="14733">
                  <c:v>16.296789999999973</c:v>
                </c:pt>
                <c:pt idx="14734">
                  <c:v>16.308629999999972</c:v>
                </c:pt>
                <c:pt idx="14735">
                  <c:v>16.825810000000001</c:v>
                </c:pt>
                <c:pt idx="14736">
                  <c:v>16.591989999999999</c:v>
                </c:pt>
                <c:pt idx="14737">
                  <c:v>16.220779999999973</c:v>
                </c:pt>
                <c:pt idx="14738">
                  <c:v>16.3614</c:v>
                </c:pt>
                <c:pt idx="14739">
                  <c:v>16.412219999999973</c:v>
                </c:pt>
                <c:pt idx="14740">
                  <c:v>16.517280000000021</c:v>
                </c:pt>
                <c:pt idx="14741">
                  <c:v>16.994639999999972</c:v>
                </c:pt>
                <c:pt idx="14742">
                  <c:v>17.733539999999973</c:v>
                </c:pt>
                <c:pt idx="14743">
                  <c:v>18.506430000000002</c:v>
                </c:pt>
                <c:pt idx="14744">
                  <c:v>18.652059999999999</c:v>
                </c:pt>
                <c:pt idx="14745">
                  <c:v>18.52021999999997</c:v>
                </c:pt>
                <c:pt idx="14746">
                  <c:v>18.590610000000002</c:v>
                </c:pt>
                <c:pt idx="14747">
                  <c:v>18.838010000000001</c:v>
                </c:pt>
                <c:pt idx="14748">
                  <c:v>19.02206</c:v>
                </c:pt>
                <c:pt idx="14749">
                  <c:v>19.033870000000022</c:v>
                </c:pt>
                <c:pt idx="14750">
                  <c:v>19.04993</c:v>
                </c:pt>
                <c:pt idx="14751">
                  <c:v>19.212199999999989</c:v>
                </c:pt>
                <c:pt idx="14752">
                  <c:v>19.38297</c:v>
                </c:pt>
                <c:pt idx="14753">
                  <c:v>19.358889999999999</c:v>
                </c:pt>
                <c:pt idx="14754">
                  <c:v>19.502890000000001</c:v>
                </c:pt>
                <c:pt idx="14755">
                  <c:v>19.752719999999975</c:v>
                </c:pt>
                <c:pt idx="14756">
                  <c:v>20.17079</c:v>
                </c:pt>
                <c:pt idx="14757">
                  <c:v>20.86431</c:v>
                </c:pt>
                <c:pt idx="14758">
                  <c:v>21.463299999999968</c:v>
                </c:pt>
                <c:pt idx="14759">
                  <c:v>21.530049999999989</c:v>
                </c:pt>
                <c:pt idx="14760">
                  <c:v>21.54645</c:v>
                </c:pt>
                <c:pt idx="14761">
                  <c:v>21.78166999999997</c:v>
                </c:pt>
                <c:pt idx="14762">
                  <c:v>22.017810000000026</c:v>
                </c:pt>
                <c:pt idx="14763">
                  <c:v>22.367360000000001</c:v>
                </c:pt>
                <c:pt idx="14764">
                  <c:v>22.798169999999974</c:v>
                </c:pt>
                <c:pt idx="14765">
                  <c:v>23.059480000000001</c:v>
                </c:pt>
                <c:pt idx="14766">
                  <c:v>23.272299999999973</c:v>
                </c:pt>
                <c:pt idx="14767">
                  <c:v>23.535430000000002</c:v>
                </c:pt>
                <c:pt idx="14768">
                  <c:v>23.840709999999973</c:v>
                </c:pt>
                <c:pt idx="14769">
                  <c:v>24.09723</c:v>
                </c:pt>
                <c:pt idx="14770">
                  <c:v>24.118819999999999</c:v>
                </c:pt>
                <c:pt idx="14771">
                  <c:v>23.800509999999989</c:v>
                </c:pt>
                <c:pt idx="14772">
                  <c:v>23.448299999999964</c:v>
                </c:pt>
                <c:pt idx="14773">
                  <c:v>23.211510000000001</c:v>
                </c:pt>
                <c:pt idx="14774">
                  <c:v>23.03369</c:v>
                </c:pt>
                <c:pt idx="14775">
                  <c:v>22.894680000000001</c:v>
                </c:pt>
                <c:pt idx="14776">
                  <c:v>22.748759999999972</c:v>
                </c:pt>
                <c:pt idx="14777">
                  <c:v>22.64667</c:v>
                </c:pt>
                <c:pt idx="14778">
                  <c:v>22.399619999999974</c:v>
                </c:pt>
                <c:pt idx="14779">
                  <c:v>22.276890000000005</c:v>
                </c:pt>
                <c:pt idx="14780">
                  <c:v>22.67801</c:v>
                </c:pt>
                <c:pt idx="14781">
                  <c:v>23.426819999999989</c:v>
                </c:pt>
                <c:pt idx="14782">
                  <c:v>24.3017</c:v>
                </c:pt>
                <c:pt idx="14783">
                  <c:v>25.265669999999975</c:v>
                </c:pt>
                <c:pt idx="14784">
                  <c:v>26.13813</c:v>
                </c:pt>
                <c:pt idx="14785">
                  <c:v>26.587239999999973</c:v>
                </c:pt>
                <c:pt idx="14786">
                  <c:v>26.605080000000001</c:v>
                </c:pt>
                <c:pt idx="14787">
                  <c:v>26.185649999999956</c:v>
                </c:pt>
                <c:pt idx="14788">
                  <c:v>25.75141</c:v>
                </c:pt>
                <c:pt idx="14789">
                  <c:v>25.803450000000005</c:v>
                </c:pt>
                <c:pt idx="14790">
                  <c:v>26.182439999999971</c:v>
                </c:pt>
                <c:pt idx="14791">
                  <c:v>26.46199</c:v>
                </c:pt>
                <c:pt idx="14792">
                  <c:v>26.022019999999973</c:v>
                </c:pt>
                <c:pt idx="14793">
                  <c:v>25.353899999999999</c:v>
                </c:pt>
                <c:pt idx="14794">
                  <c:v>25.145609999999973</c:v>
                </c:pt>
                <c:pt idx="14795">
                  <c:v>25.27458</c:v>
                </c:pt>
                <c:pt idx="14796">
                  <c:v>25.432739999999956</c:v>
                </c:pt>
                <c:pt idx="14797">
                  <c:v>25.50713</c:v>
                </c:pt>
                <c:pt idx="14798">
                  <c:v>25.010370000000005</c:v>
                </c:pt>
                <c:pt idx="14799">
                  <c:v>24.41947</c:v>
                </c:pt>
                <c:pt idx="14800">
                  <c:v>24.21368</c:v>
                </c:pt>
                <c:pt idx="14801">
                  <c:v>24.175139999999974</c:v>
                </c:pt>
                <c:pt idx="14802">
                  <c:v>24.34219999999997</c:v>
                </c:pt>
                <c:pt idx="14803">
                  <c:v>24.271619999999974</c:v>
                </c:pt>
                <c:pt idx="14804">
                  <c:v>24.170549999999974</c:v>
                </c:pt>
                <c:pt idx="14805">
                  <c:v>24.546970000000005</c:v>
                </c:pt>
                <c:pt idx="14806">
                  <c:v>24.83971</c:v>
                </c:pt>
                <c:pt idx="14807">
                  <c:v>24.540780000000002</c:v>
                </c:pt>
                <c:pt idx="14808">
                  <c:v>24.183499999999974</c:v>
                </c:pt>
                <c:pt idx="14809">
                  <c:v>24.15869</c:v>
                </c:pt>
                <c:pt idx="14810">
                  <c:v>24.302309999999974</c:v>
                </c:pt>
                <c:pt idx="14811">
                  <c:v>24.403399999999973</c:v>
                </c:pt>
                <c:pt idx="14812">
                  <c:v>24.650469999999999</c:v>
                </c:pt>
                <c:pt idx="14813">
                  <c:v>24.964390000000002</c:v>
                </c:pt>
                <c:pt idx="14814">
                  <c:v>25.249300000000002</c:v>
                </c:pt>
                <c:pt idx="14815">
                  <c:v>25.494429999999973</c:v>
                </c:pt>
                <c:pt idx="14816">
                  <c:v>25.73366</c:v>
                </c:pt>
                <c:pt idx="14817">
                  <c:v>26.162039999999973</c:v>
                </c:pt>
                <c:pt idx="14818">
                  <c:v>26.655380000000001</c:v>
                </c:pt>
                <c:pt idx="14819">
                  <c:v>26.88494</c:v>
                </c:pt>
                <c:pt idx="14820">
                  <c:v>27.069499999999973</c:v>
                </c:pt>
                <c:pt idx="14821">
                  <c:v>27.234810000000021</c:v>
                </c:pt>
                <c:pt idx="14822">
                  <c:v>26.975599999999975</c:v>
                </c:pt>
                <c:pt idx="14823">
                  <c:v>26.604869999999998</c:v>
                </c:pt>
                <c:pt idx="14824">
                  <c:v>26.497779999999974</c:v>
                </c:pt>
                <c:pt idx="14825">
                  <c:v>26.534230000000001</c:v>
                </c:pt>
                <c:pt idx="14826">
                  <c:v>26.404109999999989</c:v>
                </c:pt>
                <c:pt idx="14827">
                  <c:v>26.114000000000026</c:v>
                </c:pt>
                <c:pt idx="14828">
                  <c:v>25.76295</c:v>
                </c:pt>
                <c:pt idx="14829">
                  <c:v>25.303709999999974</c:v>
                </c:pt>
                <c:pt idx="14830">
                  <c:v>25.15558</c:v>
                </c:pt>
                <c:pt idx="14831">
                  <c:v>25.461419999999972</c:v>
                </c:pt>
                <c:pt idx="14832">
                  <c:v>25.536180000000005</c:v>
                </c:pt>
                <c:pt idx="14833">
                  <c:v>25.344570000000001</c:v>
                </c:pt>
                <c:pt idx="14834">
                  <c:v>25.382529999999957</c:v>
                </c:pt>
                <c:pt idx="14835">
                  <c:v>25.607970000000037</c:v>
                </c:pt>
                <c:pt idx="14836">
                  <c:v>25.806159999999988</c:v>
                </c:pt>
                <c:pt idx="14837">
                  <c:v>25.97936</c:v>
                </c:pt>
                <c:pt idx="14838">
                  <c:v>26.289569999999973</c:v>
                </c:pt>
                <c:pt idx="14839">
                  <c:v>26.692810000000001</c:v>
                </c:pt>
                <c:pt idx="14840">
                  <c:v>27.12372999999997</c:v>
                </c:pt>
                <c:pt idx="14841">
                  <c:v>27.505050000000001</c:v>
                </c:pt>
                <c:pt idx="14842">
                  <c:v>27.86393</c:v>
                </c:pt>
                <c:pt idx="14843">
                  <c:v>28.182019999999973</c:v>
                </c:pt>
                <c:pt idx="14844">
                  <c:v>28.202679999999972</c:v>
                </c:pt>
                <c:pt idx="14845">
                  <c:v>27.95693</c:v>
                </c:pt>
                <c:pt idx="14846">
                  <c:v>27.70476</c:v>
                </c:pt>
                <c:pt idx="14847">
                  <c:v>27.093850000000021</c:v>
                </c:pt>
                <c:pt idx="14848">
                  <c:v>26.34477</c:v>
                </c:pt>
                <c:pt idx="14849">
                  <c:v>25.66370999999997</c:v>
                </c:pt>
                <c:pt idx="14850">
                  <c:v>25.067060000000001</c:v>
                </c:pt>
                <c:pt idx="14851">
                  <c:v>24.647160000000021</c:v>
                </c:pt>
                <c:pt idx="14852">
                  <c:v>24.363900000000001</c:v>
                </c:pt>
                <c:pt idx="14853">
                  <c:v>24.388239999999964</c:v>
                </c:pt>
                <c:pt idx="14854">
                  <c:v>24.058439999999973</c:v>
                </c:pt>
                <c:pt idx="14855">
                  <c:v>23.74286</c:v>
                </c:pt>
                <c:pt idx="14856">
                  <c:v>24.029859999999999</c:v>
                </c:pt>
                <c:pt idx="14857">
                  <c:v>24.444009999999974</c:v>
                </c:pt>
                <c:pt idx="14858">
                  <c:v>24.792599999999968</c:v>
                </c:pt>
                <c:pt idx="14859">
                  <c:v>25.155809999999999</c:v>
                </c:pt>
                <c:pt idx="14860">
                  <c:v>25.42036999999997</c:v>
                </c:pt>
                <c:pt idx="14861">
                  <c:v>25.487599999999972</c:v>
                </c:pt>
                <c:pt idx="14862">
                  <c:v>25.540949999999974</c:v>
                </c:pt>
                <c:pt idx="14863">
                  <c:v>25.627389999999988</c:v>
                </c:pt>
                <c:pt idx="14864">
                  <c:v>25.516300000000001</c:v>
                </c:pt>
                <c:pt idx="14865">
                  <c:v>25.290419999999973</c:v>
                </c:pt>
                <c:pt idx="14866">
                  <c:v>25.025509999999972</c:v>
                </c:pt>
                <c:pt idx="14867">
                  <c:v>24.589029999999973</c:v>
                </c:pt>
                <c:pt idx="14868">
                  <c:v>24.162339999999972</c:v>
                </c:pt>
                <c:pt idx="14869">
                  <c:v>23.94191</c:v>
                </c:pt>
                <c:pt idx="14870">
                  <c:v>23.901289999999989</c:v>
                </c:pt>
                <c:pt idx="14871">
                  <c:v>23.807919999999999</c:v>
                </c:pt>
                <c:pt idx="14872">
                  <c:v>23.810179999999999</c:v>
                </c:pt>
                <c:pt idx="14873">
                  <c:v>23.901439999999972</c:v>
                </c:pt>
                <c:pt idx="14874">
                  <c:v>23.528559999999974</c:v>
                </c:pt>
                <c:pt idx="14875">
                  <c:v>23.101150000000022</c:v>
                </c:pt>
                <c:pt idx="14876">
                  <c:v>23.113969999999998</c:v>
                </c:pt>
                <c:pt idx="14877">
                  <c:v>23.24935</c:v>
                </c:pt>
                <c:pt idx="14878">
                  <c:v>22.905459999999973</c:v>
                </c:pt>
                <c:pt idx="14879">
                  <c:v>21.992389999999968</c:v>
                </c:pt>
                <c:pt idx="14880">
                  <c:v>19.516680000000001</c:v>
                </c:pt>
                <c:pt idx="14881">
                  <c:v>17.906960000000005</c:v>
                </c:pt>
                <c:pt idx="14882">
                  <c:v>17.917870000000022</c:v>
                </c:pt>
                <c:pt idx="14883">
                  <c:v>17.852789999999974</c:v>
                </c:pt>
                <c:pt idx="14884">
                  <c:v>17.216819999999988</c:v>
                </c:pt>
                <c:pt idx="14885">
                  <c:v>16.95937</c:v>
                </c:pt>
                <c:pt idx="14886">
                  <c:v>16.91525</c:v>
                </c:pt>
                <c:pt idx="14887">
                  <c:v>16.818079999999988</c:v>
                </c:pt>
                <c:pt idx="14888">
                  <c:v>16.6785</c:v>
                </c:pt>
                <c:pt idx="14889">
                  <c:v>16.708159999999989</c:v>
                </c:pt>
                <c:pt idx="14890">
                  <c:v>16.836780000000001</c:v>
                </c:pt>
                <c:pt idx="14891">
                  <c:v>16.806229999999989</c:v>
                </c:pt>
                <c:pt idx="14892">
                  <c:v>16.697009999999999</c:v>
                </c:pt>
                <c:pt idx="14893">
                  <c:v>16.56335</c:v>
                </c:pt>
                <c:pt idx="14894">
                  <c:v>16.261479999999974</c:v>
                </c:pt>
                <c:pt idx="14895">
                  <c:v>16.147839999999999</c:v>
                </c:pt>
                <c:pt idx="14896">
                  <c:v>16.158370000000001</c:v>
                </c:pt>
                <c:pt idx="14897">
                  <c:v>16.210159999999988</c:v>
                </c:pt>
                <c:pt idx="14898">
                  <c:v>16.35858</c:v>
                </c:pt>
                <c:pt idx="14899">
                  <c:v>16.241980000000005</c:v>
                </c:pt>
                <c:pt idx="14900">
                  <c:v>15.975250000000004</c:v>
                </c:pt>
                <c:pt idx="14901">
                  <c:v>15.99202</c:v>
                </c:pt>
                <c:pt idx="14902">
                  <c:v>16.15371</c:v>
                </c:pt>
                <c:pt idx="14903">
                  <c:v>16.244499999999974</c:v>
                </c:pt>
                <c:pt idx="14904">
                  <c:v>15.93993</c:v>
                </c:pt>
                <c:pt idx="14905">
                  <c:v>15.06494</c:v>
                </c:pt>
                <c:pt idx="14906">
                  <c:v>14.503540000000006</c:v>
                </c:pt>
                <c:pt idx="14907">
                  <c:v>14.100520000000001</c:v>
                </c:pt>
                <c:pt idx="14908">
                  <c:v>13.94135</c:v>
                </c:pt>
                <c:pt idx="14909">
                  <c:v>13.880630000000011</c:v>
                </c:pt>
                <c:pt idx="14910">
                  <c:v>13.84332</c:v>
                </c:pt>
                <c:pt idx="14911">
                  <c:v>13.892590000000011</c:v>
                </c:pt>
                <c:pt idx="14912">
                  <c:v>14.09592</c:v>
                </c:pt>
                <c:pt idx="14913">
                  <c:v>14.1746</c:v>
                </c:pt>
                <c:pt idx="14914">
                  <c:v>14.221399999999999</c:v>
                </c:pt>
                <c:pt idx="14915">
                  <c:v>14.424240000000001</c:v>
                </c:pt>
                <c:pt idx="14916">
                  <c:v>14.64612</c:v>
                </c:pt>
                <c:pt idx="14917">
                  <c:v>14.89411</c:v>
                </c:pt>
                <c:pt idx="14918">
                  <c:v>14.861470000000002</c:v>
                </c:pt>
                <c:pt idx="14919">
                  <c:v>14.31447</c:v>
                </c:pt>
                <c:pt idx="14920">
                  <c:v>13.474540000000006</c:v>
                </c:pt>
                <c:pt idx="14921">
                  <c:v>12.68683</c:v>
                </c:pt>
                <c:pt idx="14922">
                  <c:v>12.11223</c:v>
                </c:pt>
                <c:pt idx="14923">
                  <c:v>11.803740000000012</c:v>
                </c:pt>
                <c:pt idx="14924">
                  <c:v>11.88837</c:v>
                </c:pt>
                <c:pt idx="14925">
                  <c:v>12.25343000000001</c:v>
                </c:pt>
                <c:pt idx="14926">
                  <c:v>12.83649000000001</c:v>
                </c:pt>
                <c:pt idx="14927">
                  <c:v>13.45795</c:v>
                </c:pt>
                <c:pt idx="14928">
                  <c:v>13.40061</c:v>
                </c:pt>
                <c:pt idx="14929">
                  <c:v>12.986970000000001</c:v>
                </c:pt>
                <c:pt idx="14930">
                  <c:v>12.86084000000001</c:v>
                </c:pt>
                <c:pt idx="14931">
                  <c:v>12.865270000000002</c:v>
                </c:pt>
                <c:pt idx="14932">
                  <c:v>12.79223</c:v>
                </c:pt>
                <c:pt idx="14933">
                  <c:v>12.51843</c:v>
                </c:pt>
                <c:pt idx="14934">
                  <c:v>12.04294</c:v>
                </c:pt>
                <c:pt idx="14935">
                  <c:v>11.967510000000004</c:v>
                </c:pt>
                <c:pt idx="14936">
                  <c:v>11.95739</c:v>
                </c:pt>
                <c:pt idx="14937">
                  <c:v>11.920490000000004</c:v>
                </c:pt>
                <c:pt idx="14938">
                  <c:v>12.192</c:v>
                </c:pt>
                <c:pt idx="14939">
                  <c:v>12.58014</c:v>
                </c:pt>
                <c:pt idx="14940">
                  <c:v>12.818430000000006</c:v>
                </c:pt>
                <c:pt idx="14941">
                  <c:v>12.7174</c:v>
                </c:pt>
                <c:pt idx="14942">
                  <c:v>12.386010000000002</c:v>
                </c:pt>
                <c:pt idx="14943">
                  <c:v>11.80416</c:v>
                </c:pt>
                <c:pt idx="14944">
                  <c:v>11.275970000000001</c:v>
                </c:pt>
                <c:pt idx="14945">
                  <c:v>11.113050000000001</c:v>
                </c:pt>
                <c:pt idx="14946">
                  <c:v>11.20936</c:v>
                </c:pt>
                <c:pt idx="14947">
                  <c:v>11.45805</c:v>
                </c:pt>
                <c:pt idx="14948">
                  <c:v>11.679830000000004</c:v>
                </c:pt>
                <c:pt idx="14949">
                  <c:v>11.62218</c:v>
                </c:pt>
                <c:pt idx="14950">
                  <c:v>11.09976</c:v>
                </c:pt>
                <c:pt idx="14951">
                  <c:v>10.455400000000019</c:v>
                </c:pt>
                <c:pt idx="14952">
                  <c:v>10.13979</c:v>
                </c:pt>
                <c:pt idx="14953">
                  <c:v>10.15108</c:v>
                </c:pt>
                <c:pt idx="14954">
                  <c:v>10.182</c:v>
                </c:pt>
                <c:pt idx="14955">
                  <c:v>10.027420000000001</c:v>
                </c:pt>
                <c:pt idx="14956">
                  <c:v>10.056400000000011</c:v>
                </c:pt>
                <c:pt idx="14957">
                  <c:v>10.249740000000001</c:v>
                </c:pt>
                <c:pt idx="14958">
                  <c:v>10.184000000000001</c:v>
                </c:pt>
                <c:pt idx="14959">
                  <c:v>9.7115500000000008</c:v>
                </c:pt>
                <c:pt idx="14960">
                  <c:v>9.0158400000000007</c:v>
                </c:pt>
                <c:pt idx="14961">
                  <c:v>8.2800000000000011</c:v>
                </c:pt>
                <c:pt idx="14962">
                  <c:v>7.7441199999999943</c:v>
                </c:pt>
                <c:pt idx="14963">
                  <c:v>7.6277599999999941</c:v>
                </c:pt>
                <c:pt idx="14964">
                  <c:v>7.6311</c:v>
                </c:pt>
                <c:pt idx="14965">
                  <c:v>7.5177299999999985</c:v>
                </c:pt>
                <c:pt idx="14966">
                  <c:v>7.3906499999999999</c:v>
                </c:pt>
                <c:pt idx="14967">
                  <c:v>7.3589399999999943</c:v>
                </c:pt>
                <c:pt idx="14968">
                  <c:v>7.4326600000000065</c:v>
                </c:pt>
                <c:pt idx="14969">
                  <c:v>7.6273699999999955</c:v>
                </c:pt>
                <c:pt idx="14970">
                  <c:v>7.8323400000000003</c:v>
                </c:pt>
                <c:pt idx="14971">
                  <c:v>7.9508000000000001</c:v>
                </c:pt>
                <c:pt idx="14972">
                  <c:v>7.8493500000000003</c:v>
                </c:pt>
                <c:pt idx="14973">
                  <c:v>7.8616900000000003</c:v>
                </c:pt>
                <c:pt idx="14974">
                  <c:v>8.1639100000000013</c:v>
                </c:pt>
                <c:pt idx="14975">
                  <c:v>8.3770100000000003</c:v>
                </c:pt>
                <c:pt idx="14976">
                  <c:v>8.3951600000000006</c:v>
                </c:pt>
                <c:pt idx="14977">
                  <c:v>8.4708200000000016</c:v>
                </c:pt>
                <c:pt idx="14978">
                  <c:v>8.5565100000000047</c:v>
                </c:pt>
                <c:pt idx="14979">
                  <c:v>8.6724600000000027</c:v>
                </c:pt>
                <c:pt idx="14980">
                  <c:v>8.9522000000000048</c:v>
                </c:pt>
                <c:pt idx="14981">
                  <c:v>9.2739100000000008</c:v>
                </c:pt>
                <c:pt idx="14982">
                  <c:v>9.6634200000000003</c:v>
                </c:pt>
                <c:pt idx="14983">
                  <c:v>9.7958300000000005</c:v>
                </c:pt>
                <c:pt idx="14984">
                  <c:v>9.6907600000000009</c:v>
                </c:pt>
                <c:pt idx="14985">
                  <c:v>9.7002000000000006</c:v>
                </c:pt>
                <c:pt idx="14986">
                  <c:v>10.08384</c:v>
                </c:pt>
                <c:pt idx="14987">
                  <c:v>10.4231</c:v>
                </c:pt>
                <c:pt idx="14988">
                  <c:v>10.406890000000002</c:v>
                </c:pt>
                <c:pt idx="14989">
                  <c:v>10.221909999999999</c:v>
                </c:pt>
                <c:pt idx="14990">
                  <c:v>9.9658000000000122</c:v>
                </c:pt>
                <c:pt idx="14991">
                  <c:v>9.5030600000000014</c:v>
                </c:pt>
                <c:pt idx="14992">
                  <c:v>8.9419500000000003</c:v>
                </c:pt>
                <c:pt idx="14993">
                  <c:v>8.7854300000000123</c:v>
                </c:pt>
                <c:pt idx="14994">
                  <c:v>8.9469700000000003</c:v>
                </c:pt>
                <c:pt idx="14995">
                  <c:v>9.0396400000000003</c:v>
                </c:pt>
                <c:pt idx="14996">
                  <c:v>8.9387600000000003</c:v>
                </c:pt>
                <c:pt idx="14997">
                  <c:v>8.56386</c:v>
                </c:pt>
                <c:pt idx="14998">
                  <c:v>8.1497000000000011</c:v>
                </c:pt>
                <c:pt idx="14999">
                  <c:v>8.1779600000000006</c:v>
                </c:pt>
                <c:pt idx="15000">
                  <c:v>8.603390000000001</c:v>
                </c:pt>
                <c:pt idx="15001">
                  <c:v>9.0671500000000016</c:v>
                </c:pt>
                <c:pt idx="15002">
                  <c:v>9.3454600000000028</c:v>
                </c:pt>
                <c:pt idx="15003">
                  <c:v>9.4095700000000004</c:v>
                </c:pt>
                <c:pt idx="15004">
                  <c:v>9.2872699999999995</c:v>
                </c:pt>
                <c:pt idx="15005">
                  <c:v>9.2935200000000009</c:v>
                </c:pt>
                <c:pt idx="15006">
                  <c:v>9.5656500000000122</c:v>
                </c:pt>
                <c:pt idx="15007">
                  <c:v>9.89377</c:v>
                </c:pt>
                <c:pt idx="15008">
                  <c:v>10.155860000000002</c:v>
                </c:pt>
                <c:pt idx="15009">
                  <c:v>10.0518</c:v>
                </c:pt>
                <c:pt idx="15010">
                  <c:v>9.81006</c:v>
                </c:pt>
                <c:pt idx="15011">
                  <c:v>9.7115799999999997</c:v>
                </c:pt>
                <c:pt idx="15012">
                  <c:v>9.5992700000000006</c:v>
                </c:pt>
                <c:pt idx="15013">
                  <c:v>9.5942600000000002</c:v>
                </c:pt>
                <c:pt idx="15014">
                  <c:v>9.8514200000000027</c:v>
                </c:pt>
                <c:pt idx="15015">
                  <c:v>10.05951000000001</c:v>
                </c:pt>
                <c:pt idx="15016">
                  <c:v>10.083490000000012</c:v>
                </c:pt>
                <c:pt idx="15017">
                  <c:v>9.7080699999999993</c:v>
                </c:pt>
                <c:pt idx="15018">
                  <c:v>9.2871600000000001</c:v>
                </c:pt>
                <c:pt idx="15019">
                  <c:v>9.3598100000000048</c:v>
                </c:pt>
                <c:pt idx="15020">
                  <c:v>9.8521000000000125</c:v>
                </c:pt>
                <c:pt idx="15021">
                  <c:v>9.9507300000000125</c:v>
                </c:pt>
                <c:pt idx="15022">
                  <c:v>9.4348900000000011</c:v>
                </c:pt>
                <c:pt idx="15023">
                  <c:v>9.1030800000000003</c:v>
                </c:pt>
                <c:pt idx="15024">
                  <c:v>9.1227700000000009</c:v>
                </c:pt>
                <c:pt idx="15025">
                  <c:v>9.200800000000001</c:v>
                </c:pt>
                <c:pt idx="15026">
                  <c:v>9.3741600000000016</c:v>
                </c:pt>
                <c:pt idx="15027">
                  <c:v>9.7039400000000011</c:v>
                </c:pt>
                <c:pt idx="15028">
                  <c:v>10.07671</c:v>
                </c:pt>
                <c:pt idx="15029">
                  <c:v>10.370540000000011</c:v>
                </c:pt>
                <c:pt idx="15030">
                  <c:v>10.558210000000001</c:v>
                </c:pt>
                <c:pt idx="15031">
                  <c:v>10.959990000000012</c:v>
                </c:pt>
                <c:pt idx="15032">
                  <c:v>11.48277</c:v>
                </c:pt>
                <c:pt idx="15033">
                  <c:v>11.581200000000001</c:v>
                </c:pt>
                <c:pt idx="15034">
                  <c:v>11.345980000000004</c:v>
                </c:pt>
                <c:pt idx="15035">
                  <c:v>11.35638000000001</c:v>
                </c:pt>
                <c:pt idx="15036">
                  <c:v>11.74949</c:v>
                </c:pt>
                <c:pt idx="15037">
                  <c:v>12.135390000000001</c:v>
                </c:pt>
                <c:pt idx="15038">
                  <c:v>12.330440000000012</c:v>
                </c:pt>
                <c:pt idx="15039">
                  <c:v>12.38841</c:v>
                </c:pt>
                <c:pt idx="15040">
                  <c:v>12.143829999999999</c:v>
                </c:pt>
                <c:pt idx="15041">
                  <c:v>11.866680000000018</c:v>
                </c:pt>
                <c:pt idx="15042">
                  <c:v>11.67075</c:v>
                </c:pt>
                <c:pt idx="15043">
                  <c:v>11.87424</c:v>
                </c:pt>
                <c:pt idx="15044">
                  <c:v>12.054730000000006</c:v>
                </c:pt>
                <c:pt idx="15045">
                  <c:v>11.6884</c:v>
                </c:pt>
                <c:pt idx="15046">
                  <c:v>11.47484</c:v>
                </c:pt>
                <c:pt idx="15047">
                  <c:v>11.65527</c:v>
                </c:pt>
                <c:pt idx="15048">
                  <c:v>11.63185</c:v>
                </c:pt>
                <c:pt idx="15049">
                  <c:v>11.463400000000011</c:v>
                </c:pt>
                <c:pt idx="15050">
                  <c:v>11.79505</c:v>
                </c:pt>
                <c:pt idx="15051">
                  <c:v>12.37912</c:v>
                </c:pt>
                <c:pt idx="15052">
                  <c:v>12.424190000000001</c:v>
                </c:pt>
                <c:pt idx="15053">
                  <c:v>12.09027</c:v>
                </c:pt>
                <c:pt idx="15054">
                  <c:v>11.752130000000006</c:v>
                </c:pt>
                <c:pt idx="15055">
                  <c:v>11.672890000000002</c:v>
                </c:pt>
                <c:pt idx="15056">
                  <c:v>11.917680000000002</c:v>
                </c:pt>
                <c:pt idx="15057">
                  <c:v>12.422130000000006</c:v>
                </c:pt>
                <c:pt idx="15058">
                  <c:v>12.98528000000001</c:v>
                </c:pt>
                <c:pt idx="15059">
                  <c:v>13.390420000000002</c:v>
                </c:pt>
                <c:pt idx="15060">
                  <c:v>13.656890000000002</c:v>
                </c:pt>
                <c:pt idx="15061">
                  <c:v>13.725960000000001</c:v>
                </c:pt>
                <c:pt idx="15062">
                  <c:v>13.363300000000002</c:v>
                </c:pt>
                <c:pt idx="15063">
                  <c:v>12.90156</c:v>
                </c:pt>
                <c:pt idx="15064">
                  <c:v>12.767000000000001</c:v>
                </c:pt>
                <c:pt idx="15065">
                  <c:v>12.96838</c:v>
                </c:pt>
                <c:pt idx="15066">
                  <c:v>13.01675</c:v>
                </c:pt>
                <c:pt idx="15067">
                  <c:v>13.108169999999999</c:v>
                </c:pt>
                <c:pt idx="15068">
                  <c:v>13.57926</c:v>
                </c:pt>
                <c:pt idx="15069">
                  <c:v>13.85014000000001</c:v>
                </c:pt>
                <c:pt idx="15070">
                  <c:v>13.982670000000002</c:v>
                </c:pt>
                <c:pt idx="15071">
                  <c:v>13.64212</c:v>
                </c:pt>
                <c:pt idx="15072">
                  <c:v>12.960900000000002</c:v>
                </c:pt>
                <c:pt idx="15073">
                  <c:v>12.58559000000001</c:v>
                </c:pt>
                <c:pt idx="15074">
                  <c:v>12.62335</c:v>
                </c:pt>
                <c:pt idx="15075">
                  <c:v>13.088710000000001</c:v>
                </c:pt>
                <c:pt idx="15076">
                  <c:v>13.7622</c:v>
                </c:pt>
                <c:pt idx="15077">
                  <c:v>14.410960000000001</c:v>
                </c:pt>
                <c:pt idx="15078">
                  <c:v>14.92281</c:v>
                </c:pt>
                <c:pt idx="15079">
                  <c:v>15.170060000000001</c:v>
                </c:pt>
                <c:pt idx="15080">
                  <c:v>15.433200000000001</c:v>
                </c:pt>
                <c:pt idx="15081">
                  <c:v>16.056799999999978</c:v>
                </c:pt>
                <c:pt idx="15082">
                  <c:v>16.82762</c:v>
                </c:pt>
                <c:pt idx="15083">
                  <c:v>17.468959999999978</c:v>
                </c:pt>
                <c:pt idx="15084">
                  <c:v>17.905519999999957</c:v>
                </c:pt>
                <c:pt idx="15085">
                  <c:v>17.94476999999997</c:v>
                </c:pt>
                <c:pt idx="15086">
                  <c:v>17.295960000000001</c:v>
                </c:pt>
                <c:pt idx="15087">
                  <c:v>16.509039999999974</c:v>
                </c:pt>
                <c:pt idx="15088">
                  <c:v>16.28194999999997</c:v>
                </c:pt>
                <c:pt idx="15089">
                  <c:v>16.758659999999974</c:v>
                </c:pt>
                <c:pt idx="15090">
                  <c:v>17.158850000000033</c:v>
                </c:pt>
                <c:pt idx="15091">
                  <c:v>17.367370000000001</c:v>
                </c:pt>
                <c:pt idx="15092">
                  <c:v>17.598559999999978</c:v>
                </c:pt>
                <c:pt idx="15093">
                  <c:v>17.821919999999999</c:v>
                </c:pt>
                <c:pt idx="15094">
                  <c:v>18.29645</c:v>
                </c:pt>
                <c:pt idx="15095">
                  <c:v>19.031199999999988</c:v>
                </c:pt>
                <c:pt idx="15096">
                  <c:v>19.773810000000001</c:v>
                </c:pt>
                <c:pt idx="15097">
                  <c:v>20.421980000000001</c:v>
                </c:pt>
                <c:pt idx="15098">
                  <c:v>20.695699999999974</c:v>
                </c:pt>
                <c:pt idx="15099">
                  <c:v>20.831620000000001</c:v>
                </c:pt>
                <c:pt idx="15100">
                  <c:v>21.228079999999974</c:v>
                </c:pt>
                <c:pt idx="15101">
                  <c:v>21.618590000000001</c:v>
                </c:pt>
                <c:pt idx="15102">
                  <c:v>21.86584999999997</c:v>
                </c:pt>
                <c:pt idx="15103">
                  <c:v>21.926860000000001</c:v>
                </c:pt>
                <c:pt idx="15104">
                  <c:v>22.00876999999997</c:v>
                </c:pt>
                <c:pt idx="15105">
                  <c:v>22.294119999999989</c:v>
                </c:pt>
                <c:pt idx="15106">
                  <c:v>22.588409999999964</c:v>
                </c:pt>
                <c:pt idx="15107">
                  <c:v>22.298829999999974</c:v>
                </c:pt>
                <c:pt idx="15108">
                  <c:v>21.91967</c:v>
                </c:pt>
                <c:pt idx="15109">
                  <c:v>21.671650000000021</c:v>
                </c:pt>
                <c:pt idx="15110">
                  <c:v>20.802579999999974</c:v>
                </c:pt>
                <c:pt idx="15111">
                  <c:v>19.291820000000001</c:v>
                </c:pt>
                <c:pt idx="15112">
                  <c:v>18.106079999999999</c:v>
                </c:pt>
                <c:pt idx="15113">
                  <c:v>17.661809999999999</c:v>
                </c:pt>
                <c:pt idx="15114">
                  <c:v>18.060329999999972</c:v>
                </c:pt>
                <c:pt idx="15115">
                  <c:v>18.834080000000021</c:v>
                </c:pt>
                <c:pt idx="15116">
                  <c:v>19.514119999999988</c:v>
                </c:pt>
                <c:pt idx="15117">
                  <c:v>19.948729999999955</c:v>
                </c:pt>
                <c:pt idx="15118">
                  <c:v>20.022619999999975</c:v>
                </c:pt>
                <c:pt idx="15119">
                  <c:v>20.016169999999999</c:v>
                </c:pt>
                <c:pt idx="15120">
                  <c:v>20.176939999999988</c:v>
                </c:pt>
                <c:pt idx="15121">
                  <c:v>20.310469999999999</c:v>
                </c:pt>
                <c:pt idx="15122">
                  <c:v>20.500910000000001</c:v>
                </c:pt>
                <c:pt idx="15123">
                  <c:v>20.940259999999974</c:v>
                </c:pt>
                <c:pt idx="15124">
                  <c:v>21.56119</c:v>
                </c:pt>
                <c:pt idx="15125">
                  <c:v>22.19868</c:v>
                </c:pt>
                <c:pt idx="15126">
                  <c:v>22.785239999999959</c:v>
                </c:pt>
                <c:pt idx="15127">
                  <c:v>23.01362</c:v>
                </c:pt>
                <c:pt idx="15128">
                  <c:v>23.040780000000002</c:v>
                </c:pt>
                <c:pt idx="15129">
                  <c:v>23.298169999999974</c:v>
                </c:pt>
                <c:pt idx="15130">
                  <c:v>23.594149999999978</c:v>
                </c:pt>
                <c:pt idx="15131">
                  <c:v>23.506</c:v>
                </c:pt>
                <c:pt idx="15132">
                  <c:v>23.504660000000001</c:v>
                </c:pt>
                <c:pt idx="15133">
                  <c:v>23.640280000000001</c:v>
                </c:pt>
                <c:pt idx="15134">
                  <c:v>23.802299999999974</c:v>
                </c:pt>
                <c:pt idx="15135">
                  <c:v>24.0504</c:v>
                </c:pt>
                <c:pt idx="15136">
                  <c:v>24.418129999999973</c:v>
                </c:pt>
                <c:pt idx="15137">
                  <c:v>24.77769</c:v>
                </c:pt>
                <c:pt idx="15138">
                  <c:v>25.11224</c:v>
                </c:pt>
                <c:pt idx="15139">
                  <c:v>25.267039999999973</c:v>
                </c:pt>
                <c:pt idx="15140">
                  <c:v>25.179569999999988</c:v>
                </c:pt>
                <c:pt idx="15141">
                  <c:v>25.24606</c:v>
                </c:pt>
                <c:pt idx="15142">
                  <c:v>25.317499999999999</c:v>
                </c:pt>
                <c:pt idx="15143">
                  <c:v>25.119129999999988</c:v>
                </c:pt>
                <c:pt idx="15144">
                  <c:v>25.115400000000001</c:v>
                </c:pt>
                <c:pt idx="15145">
                  <c:v>25.519729999999978</c:v>
                </c:pt>
                <c:pt idx="15146">
                  <c:v>25.71378</c:v>
                </c:pt>
                <c:pt idx="15147">
                  <c:v>25.530970000000021</c:v>
                </c:pt>
                <c:pt idx="15148">
                  <c:v>24.716159999999999</c:v>
                </c:pt>
                <c:pt idx="15149">
                  <c:v>23.940279999999973</c:v>
                </c:pt>
                <c:pt idx="15150">
                  <c:v>23.788109999999964</c:v>
                </c:pt>
                <c:pt idx="15151">
                  <c:v>23.831140000000001</c:v>
                </c:pt>
                <c:pt idx="15152">
                  <c:v>23.79806</c:v>
                </c:pt>
                <c:pt idx="15153">
                  <c:v>23.88618</c:v>
                </c:pt>
                <c:pt idx="15154">
                  <c:v>24.220839999999974</c:v>
                </c:pt>
                <c:pt idx="15155">
                  <c:v>24.836469999999988</c:v>
                </c:pt>
                <c:pt idx="15156">
                  <c:v>25.616090000000021</c:v>
                </c:pt>
                <c:pt idx="15157">
                  <c:v>26.140779999999989</c:v>
                </c:pt>
                <c:pt idx="15158">
                  <c:v>26.37541999999997</c:v>
                </c:pt>
                <c:pt idx="15159">
                  <c:v>26.483119999999964</c:v>
                </c:pt>
                <c:pt idx="15160">
                  <c:v>26.503579999999989</c:v>
                </c:pt>
                <c:pt idx="15161">
                  <c:v>26.534020000000005</c:v>
                </c:pt>
                <c:pt idx="15162">
                  <c:v>26.597339999999978</c:v>
                </c:pt>
                <c:pt idx="15163">
                  <c:v>26.6813</c:v>
                </c:pt>
                <c:pt idx="15164">
                  <c:v>26.790749999999957</c:v>
                </c:pt>
                <c:pt idx="15165">
                  <c:v>26.947429999999972</c:v>
                </c:pt>
                <c:pt idx="15166">
                  <c:v>27.105319999999974</c:v>
                </c:pt>
                <c:pt idx="15167">
                  <c:v>27.275629999999964</c:v>
                </c:pt>
                <c:pt idx="15168">
                  <c:v>27.188580000000002</c:v>
                </c:pt>
                <c:pt idx="15169">
                  <c:v>26.809989999999999</c:v>
                </c:pt>
                <c:pt idx="15170">
                  <c:v>26.479869999999988</c:v>
                </c:pt>
                <c:pt idx="15171">
                  <c:v>26.27347</c:v>
                </c:pt>
                <c:pt idx="15172">
                  <c:v>26.31521</c:v>
                </c:pt>
                <c:pt idx="15173">
                  <c:v>26.552119999999974</c:v>
                </c:pt>
                <c:pt idx="15174">
                  <c:v>26.547219999999989</c:v>
                </c:pt>
                <c:pt idx="15175">
                  <c:v>26.463639999999959</c:v>
                </c:pt>
                <c:pt idx="15176">
                  <c:v>26.610000000000021</c:v>
                </c:pt>
                <c:pt idx="15177">
                  <c:v>26.693269999999988</c:v>
                </c:pt>
                <c:pt idx="15178">
                  <c:v>26.621790000000001</c:v>
                </c:pt>
                <c:pt idx="15179">
                  <c:v>26.563459999999989</c:v>
                </c:pt>
                <c:pt idx="15180">
                  <c:v>26.429970000000001</c:v>
                </c:pt>
                <c:pt idx="15181">
                  <c:v>25.952579999999973</c:v>
                </c:pt>
                <c:pt idx="15182">
                  <c:v>25.584949999999989</c:v>
                </c:pt>
                <c:pt idx="15183">
                  <c:v>25.628229999999974</c:v>
                </c:pt>
                <c:pt idx="15184">
                  <c:v>25.75506</c:v>
                </c:pt>
                <c:pt idx="15185">
                  <c:v>25.96381999999997</c:v>
                </c:pt>
                <c:pt idx="15186">
                  <c:v>26.321980000000021</c:v>
                </c:pt>
                <c:pt idx="15187">
                  <c:v>26.71443</c:v>
                </c:pt>
                <c:pt idx="15188">
                  <c:v>27.285759999999971</c:v>
                </c:pt>
                <c:pt idx="15189">
                  <c:v>27.898719999999972</c:v>
                </c:pt>
                <c:pt idx="15190">
                  <c:v>28.508099999999974</c:v>
                </c:pt>
                <c:pt idx="15191">
                  <c:v>29.19801</c:v>
                </c:pt>
                <c:pt idx="15192">
                  <c:v>29.598020000000002</c:v>
                </c:pt>
                <c:pt idx="15193">
                  <c:v>29.730170000000001</c:v>
                </c:pt>
                <c:pt idx="15194">
                  <c:v>29.847480000000001</c:v>
                </c:pt>
                <c:pt idx="15195">
                  <c:v>29.853580000000001</c:v>
                </c:pt>
                <c:pt idx="15196">
                  <c:v>29.815770000000001</c:v>
                </c:pt>
                <c:pt idx="15197">
                  <c:v>29.543129999999973</c:v>
                </c:pt>
                <c:pt idx="15198">
                  <c:v>29.32914999999997</c:v>
                </c:pt>
                <c:pt idx="15199">
                  <c:v>29.625250000000001</c:v>
                </c:pt>
                <c:pt idx="15200">
                  <c:v>30.167619999999989</c:v>
                </c:pt>
                <c:pt idx="15201">
                  <c:v>30.587239999999973</c:v>
                </c:pt>
                <c:pt idx="15202">
                  <c:v>30.774159999999988</c:v>
                </c:pt>
                <c:pt idx="15203">
                  <c:v>30.752369999999978</c:v>
                </c:pt>
                <c:pt idx="15204">
                  <c:v>30.613440000000001</c:v>
                </c:pt>
                <c:pt idx="15205">
                  <c:v>30.119039999999988</c:v>
                </c:pt>
                <c:pt idx="15206">
                  <c:v>29.358969999999999</c:v>
                </c:pt>
                <c:pt idx="15207">
                  <c:v>28.371659999999999</c:v>
                </c:pt>
                <c:pt idx="15208">
                  <c:v>27.577050000000021</c:v>
                </c:pt>
                <c:pt idx="15209">
                  <c:v>27.118659999999988</c:v>
                </c:pt>
                <c:pt idx="15210">
                  <c:v>26.888019999999972</c:v>
                </c:pt>
                <c:pt idx="15211">
                  <c:v>26.782909999999973</c:v>
                </c:pt>
                <c:pt idx="15212">
                  <c:v>26.598439999999975</c:v>
                </c:pt>
                <c:pt idx="15213">
                  <c:v>26.574570000000001</c:v>
                </c:pt>
                <c:pt idx="15214">
                  <c:v>26.77537999999997</c:v>
                </c:pt>
                <c:pt idx="15215">
                  <c:v>26.77178</c:v>
                </c:pt>
                <c:pt idx="15216">
                  <c:v>26.206399999999974</c:v>
                </c:pt>
                <c:pt idx="15217">
                  <c:v>25.5761</c:v>
                </c:pt>
                <c:pt idx="15218">
                  <c:v>25.397770000000001</c:v>
                </c:pt>
                <c:pt idx="15219">
                  <c:v>25.272709999999975</c:v>
                </c:pt>
                <c:pt idx="15220">
                  <c:v>25.227340000000002</c:v>
                </c:pt>
                <c:pt idx="15221">
                  <c:v>25.346539999999973</c:v>
                </c:pt>
                <c:pt idx="15222">
                  <c:v>25.389759999999974</c:v>
                </c:pt>
                <c:pt idx="15223">
                  <c:v>25.374089999999999</c:v>
                </c:pt>
                <c:pt idx="15224">
                  <c:v>24.775139999999972</c:v>
                </c:pt>
                <c:pt idx="15225">
                  <c:v>24.045059999999989</c:v>
                </c:pt>
                <c:pt idx="15226">
                  <c:v>23.342709999999968</c:v>
                </c:pt>
                <c:pt idx="15227">
                  <c:v>22.753620000000002</c:v>
                </c:pt>
                <c:pt idx="15228">
                  <c:v>22.62866</c:v>
                </c:pt>
                <c:pt idx="15229">
                  <c:v>22.692240000000002</c:v>
                </c:pt>
                <c:pt idx="15230">
                  <c:v>22.883339999999972</c:v>
                </c:pt>
                <c:pt idx="15231">
                  <c:v>23.150670000000005</c:v>
                </c:pt>
                <c:pt idx="15232">
                  <c:v>23.42111999999997</c:v>
                </c:pt>
                <c:pt idx="15233">
                  <c:v>23.529129999999974</c:v>
                </c:pt>
                <c:pt idx="15234">
                  <c:v>23.450229999999973</c:v>
                </c:pt>
                <c:pt idx="15235">
                  <c:v>23.400239999999975</c:v>
                </c:pt>
                <c:pt idx="15236">
                  <c:v>23.508419999999973</c:v>
                </c:pt>
                <c:pt idx="15237">
                  <c:v>23.539149999999989</c:v>
                </c:pt>
                <c:pt idx="15238">
                  <c:v>23.110140000000001</c:v>
                </c:pt>
                <c:pt idx="15239">
                  <c:v>21.775789999999972</c:v>
                </c:pt>
                <c:pt idx="15240">
                  <c:v>20.152880000000021</c:v>
                </c:pt>
                <c:pt idx="15241">
                  <c:v>19.35014</c:v>
                </c:pt>
                <c:pt idx="15242">
                  <c:v>19.059650000000001</c:v>
                </c:pt>
                <c:pt idx="15243">
                  <c:v>18.873550000000005</c:v>
                </c:pt>
                <c:pt idx="15244">
                  <c:v>18.765109999999975</c:v>
                </c:pt>
                <c:pt idx="15245">
                  <c:v>18.901</c:v>
                </c:pt>
                <c:pt idx="15246">
                  <c:v>19.199349999999974</c:v>
                </c:pt>
                <c:pt idx="15247">
                  <c:v>19.437609999999989</c:v>
                </c:pt>
                <c:pt idx="15248">
                  <c:v>19.601199999999999</c:v>
                </c:pt>
                <c:pt idx="15249">
                  <c:v>19.931170000000005</c:v>
                </c:pt>
                <c:pt idx="15250">
                  <c:v>20.293139999999973</c:v>
                </c:pt>
                <c:pt idx="15251">
                  <c:v>20.33343</c:v>
                </c:pt>
                <c:pt idx="15252">
                  <c:v>20.256710000000002</c:v>
                </c:pt>
                <c:pt idx="15253">
                  <c:v>19.20743999999997</c:v>
                </c:pt>
                <c:pt idx="15254">
                  <c:v>18.015250000000005</c:v>
                </c:pt>
                <c:pt idx="15255">
                  <c:v>17.497160000000001</c:v>
                </c:pt>
                <c:pt idx="15256">
                  <c:v>17.189399999999978</c:v>
                </c:pt>
                <c:pt idx="15257">
                  <c:v>17.050750000000001</c:v>
                </c:pt>
                <c:pt idx="15258">
                  <c:v>17.53504999999997</c:v>
                </c:pt>
                <c:pt idx="15259">
                  <c:v>18.187280000000001</c:v>
                </c:pt>
                <c:pt idx="15260">
                  <c:v>18.405379999999973</c:v>
                </c:pt>
                <c:pt idx="15261">
                  <c:v>18.58665999999997</c:v>
                </c:pt>
                <c:pt idx="15262">
                  <c:v>18.865589999999973</c:v>
                </c:pt>
                <c:pt idx="15263">
                  <c:v>19.05565</c:v>
                </c:pt>
                <c:pt idx="15264">
                  <c:v>19.104209999999988</c:v>
                </c:pt>
                <c:pt idx="15265">
                  <c:v>18.975850000000001</c:v>
                </c:pt>
                <c:pt idx="15266">
                  <c:v>18.92736</c:v>
                </c:pt>
                <c:pt idx="15267">
                  <c:v>19.102900000000005</c:v>
                </c:pt>
                <c:pt idx="15268">
                  <c:v>19.301030000000001</c:v>
                </c:pt>
                <c:pt idx="15269">
                  <c:v>18.935939999999974</c:v>
                </c:pt>
                <c:pt idx="15270">
                  <c:v>17.932259999999989</c:v>
                </c:pt>
                <c:pt idx="15271">
                  <c:v>16.89324999999997</c:v>
                </c:pt>
                <c:pt idx="15272">
                  <c:v>16.05123</c:v>
                </c:pt>
                <c:pt idx="15273">
                  <c:v>15.610990000000001</c:v>
                </c:pt>
                <c:pt idx="15274">
                  <c:v>15.74281</c:v>
                </c:pt>
                <c:pt idx="15275">
                  <c:v>15.825640000000011</c:v>
                </c:pt>
                <c:pt idx="15276">
                  <c:v>15.67032</c:v>
                </c:pt>
                <c:pt idx="15277">
                  <c:v>15.61046</c:v>
                </c:pt>
                <c:pt idx="15278">
                  <c:v>15.455470000000011</c:v>
                </c:pt>
                <c:pt idx="15279">
                  <c:v>15.392680000000011</c:v>
                </c:pt>
                <c:pt idx="15280">
                  <c:v>15.12865</c:v>
                </c:pt>
                <c:pt idx="15281">
                  <c:v>14.834290000000001</c:v>
                </c:pt>
                <c:pt idx="15282">
                  <c:v>14.99113</c:v>
                </c:pt>
                <c:pt idx="15283">
                  <c:v>15.576080000000006</c:v>
                </c:pt>
                <c:pt idx="15284">
                  <c:v>16.119650000000021</c:v>
                </c:pt>
                <c:pt idx="15285">
                  <c:v>16.158940000000001</c:v>
                </c:pt>
                <c:pt idx="15286">
                  <c:v>15.813630000000011</c:v>
                </c:pt>
                <c:pt idx="15287">
                  <c:v>15.36782</c:v>
                </c:pt>
                <c:pt idx="15288">
                  <c:v>15.060220000000001</c:v>
                </c:pt>
                <c:pt idx="15289">
                  <c:v>14.648729999999999</c:v>
                </c:pt>
                <c:pt idx="15290">
                  <c:v>14.26464</c:v>
                </c:pt>
                <c:pt idx="15291">
                  <c:v>13.94899</c:v>
                </c:pt>
                <c:pt idx="15292">
                  <c:v>13.812620000000004</c:v>
                </c:pt>
                <c:pt idx="15293">
                  <c:v>13.76329</c:v>
                </c:pt>
                <c:pt idx="15294">
                  <c:v>13.64542</c:v>
                </c:pt>
                <c:pt idx="15295">
                  <c:v>13.0472</c:v>
                </c:pt>
                <c:pt idx="15296">
                  <c:v>12.0448</c:v>
                </c:pt>
                <c:pt idx="15297">
                  <c:v>11.19608</c:v>
                </c:pt>
                <c:pt idx="15298">
                  <c:v>10.84671</c:v>
                </c:pt>
                <c:pt idx="15299">
                  <c:v>10.83525</c:v>
                </c:pt>
                <c:pt idx="15300">
                  <c:v>10.67483</c:v>
                </c:pt>
                <c:pt idx="15301">
                  <c:v>10.37337</c:v>
                </c:pt>
                <c:pt idx="15302">
                  <c:v>10.37429</c:v>
                </c:pt>
                <c:pt idx="15303">
                  <c:v>10.47517</c:v>
                </c:pt>
                <c:pt idx="15304">
                  <c:v>10.63083</c:v>
                </c:pt>
                <c:pt idx="15305">
                  <c:v>11.05763000000001</c:v>
                </c:pt>
                <c:pt idx="15306">
                  <c:v>11.385160000000004</c:v>
                </c:pt>
                <c:pt idx="15307">
                  <c:v>11.524760000000001</c:v>
                </c:pt>
                <c:pt idx="15308">
                  <c:v>11.391020000000001</c:v>
                </c:pt>
                <c:pt idx="15309">
                  <c:v>10.982750000000006</c:v>
                </c:pt>
                <c:pt idx="15310">
                  <c:v>10.468590000000004</c:v>
                </c:pt>
                <c:pt idx="15311">
                  <c:v>9.8379300000000001</c:v>
                </c:pt>
                <c:pt idx="15312">
                  <c:v>9.3171600000000012</c:v>
                </c:pt>
                <c:pt idx="15313">
                  <c:v>9.0737900000000007</c:v>
                </c:pt>
                <c:pt idx="15314">
                  <c:v>8.79603</c:v>
                </c:pt>
                <c:pt idx="15315">
                  <c:v>8.4820700000000002</c:v>
                </c:pt>
                <c:pt idx="15316">
                  <c:v>8.2870000000000008</c:v>
                </c:pt>
                <c:pt idx="15317">
                  <c:v>8.2720600000000015</c:v>
                </c:pt>
                <c:pt idx="15318">
                  <c:v>8.5627700000000004</c:v>
                </c:pt>
                <c:pt idx="15319">
                  <c:v>8.9451300000000007</c:v>
                </c:pt>
                <c:pt idx="15320">
                  <c:v>9.33535</c:v>
                </c:pt>
                <c:pt idx="15321">
                  <c:v>9.54678</c:v>
                </c:pt>
                <c:pt idx="15322">
                  <c:v>9.6360600000000005</c:v>
                </c:pt>
                <c:pt idx="15323">
                  <c:v>9.7686900000000012</c:v>
                </c:pt>
                <c:pt idx="15324">
                  <c:v>9.7842300000000009</c:v>
                </c:pt>
                <c:pt idx="15325">
                  <c:v>9.5437500000000011</c:v>
                </c:pt>
                <c:pt idx="15326">
                  <c:v>9.2608800000000002</c:v>
                </c:pt>
                <c:pt idx="15327">
                  <c:v>9.1367800000000017</c:v>
                </c:pt>
                <c:pt idx="15328">
                  <c:v>9.3455400000000068</c:v>
                </c:pt>
                <c:pt idx="15329">
                  <c:v>9.5476700000000001</c:v>
                </c:pt>
                <c:pt idx="15330">
                  <c:v>9.5606500000000008</c:v>
                </c:pt>
                <c:pt idx="15331">
                  <c:v>9.6422299999999996</c:v>
                </c:pt>
                <c:pt idx="15332">
                  <c:v>9.7695700000000034</c:v>
                </c:pt>
                <c:pt idx="15333">
                  <c:v>9.6883699999999973</c:v>
                </c:pt>
                <c:pt idx="15334">
                  <c:v>9.4802800000000005</c:v>
                </c:pt>
                <c:pt idx="15335">
                  <c:v>9.3876000000000008</c:v>
                </c:pt>
                <c:pt idx="15336">
                  <c:v>9.5656600000000047</c:v>
                </c:pt>
                <c:pt idx="15337">
                  <c:v>9.6503200000000007</c:v>
                </c:pt>
                <c:pt idx="15338">
                  <c:v>9.3566100000000141</c:v>
                </c:pt>
                <c:pt idx="15339">
                  <c:v>8.8263400000000001</c:v>
                </c:pt>
                <c:pt idx="15340">
                  <c:v>8.4285500000000013</c:v>
                </c:pt>
                <c:pt idx="15341">
                  <c:v>8.6104900000000004</c:v>
                </c:pt>
                <c:pt idx="15342">
                  <c:v>8.6926900000000007</c:v>
                </c:pt>
                <c:pt idx="15343">
                  <c:v>8.2892900000000012</c:v>
                </c:pt>
                <c:pt idx="15344">
                  <c:v>7.824389999999994</c:v>
                </c:pt>
                <c:pt idx="15345">
                  <c:v>7.4440200000000001</c:v>
                </c:pt>
                <c:pt idx="15346">
                  <c:v>7.0848299999999975</c:v>
                </c:pt>
                <c:pt idx="15347">
                  <c:v>6.9330300000000014</c:v>
                </c:pt>
                <c:pt idx="15348">
                  <c:v>6.9981400000000002</c:v>
                </c:pt>
                <c:pt idx="15349">
                  <c:v>7.24397</c:v>
                </c:pt>
                <c:pt idx="15350">
                  <c:v>7.5661899999999944</c:v>
                </c:pt>
                <c:pt idx="15351">
                  <c:v>8.0094500000000028</c:v>
                </c:pt>
                <c:pt idx="15352">
                  <c:v>8.6570500000000035</c:v>
                </c:pt>
                <c:pt idx="15353">
                  <c:v>9.3024400000000114</c:v>
                </c:pt>
                <c:pt idx="15354">
                  <c:v>9.7417499999999997</c:v>
                </c:pt>
                <c:pt idx="15355">
                  <c:v>9.9243199999999998</c:v>
                </c:pt>
                <c:pt idx="15356">
                  <c:v>10.039060000000001</c:v>
                </c:pt>
                <c:pt idx="15357">
                  <c:v>10.212720000000001</c:v>
                </c:pt>
                <c:pt idx="15358">
                  <c:v>10.42207</c:v>
                </c:pt>
                <c:pt idx="15359">
                  <c:v>10.31301</c:v>
                </c:pt>
                <c:pt idx="15360">
                  <c:v>10.086540000000012</c:v>
                </c:pt>
                <c:pt idx="15361">
                  <c:v>10.011369999999999</c:v>
                </c:pt>
                <c:pt idx="15362">
                  <c:v>9.6340500000000002</c:v>
                </c:pt>
                <c:pt idx="15363">
                  <c:v>8.9225400000000068</c:v>
                </c:pt>
                <c:pt idx="15364">
                  <c:v>8.2838800000000017</c:v>
                </c:pt>
                <c:pt idx="15365">
                  <c:v>8.0485199999999999</c:v>
                </c:pt>
                <c:pt idx="15366">
                  <c:v>8.1729400000000005</c:v>
                </c:pt>
                <c:pt idx="15367">
                  <c:v>8.346350000000001</c:v>
                </c:pt>
                <c:pt idx="15368">
                  <c:v>8.5125700000000002</c:v>
                </c:pt>
                <c:pt idx="15369">
                  <c:v>8.7236400000000014</c:v>
                </c:pt>
                <c:pt idx="15370">
                  <c:v>9.0186000000000011</c:v>
                </c:pt>
                <c:pt idx="15371">
                  <c:v>9.2421000000000006</c:v>
                </c:pt>
                <c:pt idx="15372">
                  <c:v>9.3390300000000028</c:v>
                </c:pt>
                <c:pt idx="15373">
                  <c:v>9.1829200000000011</c:v>
                </c:pt>
                <c:pt idx="15374">
                  <c:v>8.7932500000000005</c:v>
                </c:pt>
                <c:pt idx="15375">
                  <c:v>8.6392900000000008</c:v>
                </c:pt>
                <c:pt idx="15376">
                  <c:v>8.4754600000000124</c:v>
                </c:pt>
                <c:pt idx="15377">
                  <c:v>8.3084100000000003</c:v>
                </c:pt>
                <c:pt idx="15378">
                  <c:v>8.1974300000000007</c:v>
                </c:pt>
                <c:pt idx="15379">
                  <c:v>7.8735200000000001</c:v>
                </c:pt>
                <c:pt idx="15380">
                  <c:v>7.5930200000000001</c:v>
                </c:pt>
                <c:pt idx="15381">
                  <c:v>7.5843299999999996</c:v>
                </c:pt>
                <c:pt idx="15382">
                  <c:v>7.7919900000000002</c:v>
                </c:pt>
                <c:pt idx="15383">
                  <c:v>8.0238400000000034</c:v>
                </c:pt>
                <c:pt idx="15384">
                  <c:v>8.1213499999999996</c:v>
                </c:pt>
                <c:pt idx="15385">
                  <c:v>8.0868100000000016</c:v>
                </c:pt>
                <c:pt idx="15386">
                  <c:v>7.9665900000000001</c:v>
                </c:pt>
                <c:pt idx="15387">
                  <c:v>8.0725100000000047</c:v>
                </c:pt>
                <c:pt idx="15388">
                  <c:v>8.4505700000000008</c:v>
                </c:pt>
                <c:pt idx="15389">
                  <c:v>8.8513100000000016</c:v>
                </c:pt>
                <c:pt idx="15390">
                  <c:v>9.10745</c:v>
                </c:pt>
                <c:pt idx="15391">
                  <c:v>9.2330900000000007</c:v>
                </c:pt>
                <c:pt idx="15392">
                  <c:v>9.148279999999998</c:v>
                </c:pt>
                <c:pt idx="15393">
                  <c:v>9.1717400000000016</c:v>
                </c:pt>
                <c:pt idx="15394">
                  <c:v>9.3245300000000046</c:v>
                </c:pt>
                <c:pt idx="15395">
                  <c:v>9.0469100000000005</c:v>
                </c:pt>
                <c:pt idx="15396">
                  <c:v>8.4845000000000006</c:v>
                </c:pt>
                <c:pt idx="15397">
                  <c:v>8.2644800000000007</c:v>
                </c:pt>
                <c:pt idx="15398">
                  <c:v>8.3827500000000068</c:v>
                </c:pt>
                <c:pt idx="15399">
                  <c:v>8.6861200000000007</c:v>
                </c:pt>
                <c:pt idx="15400">
                  <c:v>9.4812600000000007</c:v>
                </c:pt>
                <c:pt idx="15401">
                  <c:v>10.393560000000004</c:v>
                </c:pt>
                <c:pt idx="15402">
                  <c:v>11.27511</c:v>
                </c:pt>
                <c:pt idx="15403">
                  <c:v>11.876540000000011</c:v>
                </c:pt>
                <c:pt idx="15404">
                  <c:v>12.199250000000001</c:v>
                </c:pt>
                <c:pt idx="15405">
                  <c:v>12.629570000000001</c:v>
                </c:pt>
                <c:pt idx="15406">
                  <c:v>13.18619</c:v>
                </c:pt>
                <c:pt idx="15407">
                  <c:v>13.37734</c:v>
                </c:pt>
                <c:pt idx="15408">
                  <c:v>13.28406</c:v>
                </c:pt>
                <c:pt idx="15409">
                  <c:v>13.28384</c:v>
                </c:pt>
                <c:pt idx="15410">
                  <c:v>13.297219999999999</c:v>
                </c:pt>
                <c:pt idx="15411">
                  <c:v>13.316850000000002</c:v>
                </c:pt>
                <c:pt idx="15412">
                  <c:v>13.50304</c:v>
                </c:pt>
                <c:pt idx="15413">
                  <c:v>13.77928</c:v>
                </c:pt>
                <c:pt idx="15414">
                  <c:v>13.91925</c:v>
                </c:pt>
                <c:pt idx="15415">
                  <c:v>14.031790000000001</c:v>
                </c:pt>
                <c:pt idx="15416">
                  <c:v>14.386630000000011</c:v>
                </c:pt>
                <c:pt idx="15417">
                  <c:v>14.7719</c:v>
                </c:pt>
                <c:pt idx="15418">
                  <c:v>14.87398000000001</c:v>
                </c:pt>
                <c:pt idx="15419">
                  <c:v>14.713000000000001</c:v>
                </c:pt>
                <c:pt idx="15420">
                  <c:v>14.42977</c:v>
                </c:pt>
                <c:pt idx="15421">
                  <c:v>14.080030000000002</c:v>
                </c:pt>
                <c:pt idx="15422">
                  <c:v>13.63824</c:v>
                </c:pt>
                <c:pt idx="15423">
                  <c:v>13.428269999999999</c:v>
                </c:pt>
                <c:pt idx="15424">
                  <c:v>13.57368000000001</c:v>
                </c:pt>
                <c:pt idx="15425">
                  <c:v>13.96853000000001</c:v>
                </c:pt>
                <c:pt idx="15426">
                  <c:v>14.44589</c:v>
                </c:pt>
                <c:pt idx="15427">
                  <c:v>14.93727</c:v>
                </c:pt>
                <c:pt idx="15428">
                  <c:v>15.4816</c:v>
                </c:pt>
                <c:pt idx="15429">
                  <c:v>15.775040000000002</c:v>
                </c:pt>
                <c:pt idx="15430">
                  <c:v>15.49751</c:v>
                </c:pt>
                <c:pt idx="15431">
                  <c:v>14.89372</c:v>
                </c:pt>
                <c:pt idx="15432">
                  <c:v>14.712770000000001</c:v>
                </c:pt>
                <c:pt idx="15433">
                  <c:v>15.130240000000001</c:v>
                </c:pt>
                <c:pt idx="15434">
                  <c:v>15.70152</c:v>
                </c:pt>
                <c:pt idx="15435">
                  <c:v>16.266689999999972</c:v>
                </c:pt>
                <c:pt idx="15436">
                  <c:v>16.80311</c:v>
                </c:pt>
                <c:pt idx="15437">
                  <c:v>17.320950000000021</c:v>
                </c:pt>
                <c:pt idx="15438">
                  <c:v>17.922309999999964</c:v>
                </c:pt>
                <c:pt idx="15439">
                  <c:v>18.574900000000021</c:v>
                </c:pt>
                <c:pt idx="15440">
                  <c:v>19.170390000000001</c:v>
                </c:pt>
                <c:pt idx="15441">
                  <c:v>19.285629999999955</c:v>
                </c:pt>
                <c:pt idx="15442">
                  <c:v>18.780850000000001</c:v>
                </c:pt>
                <c:pt idx="15443">
                  <c:v>18.202249999999957</c:v>
                </c:pt>
                <c:pt idx="15444">
                  <c:v>18.180820000000001</c:v>
                </c:pt>
                <c:pt idx="15445">
                  <c:v>18.542059999999989</c:v>
                </c:pt>
                <c:pt idx="15446">
                  <c:v>18.898669999999989</c:v>
                </c:pt>
                <c:pt idx="15447">
                  <c:v>18.58118</c:v>
                </c:pt>
                <c:pt idx="15448">
                  <c:v>17.916729999999973</c:v>
                </c:pt>
                <c:pt idx="15449">
                  <c:v>17.707930000000001</c:v>
                </c:pt>
                <c:pt idx="15450">
                  <c:v>17.893750000000001</c:v>
                </c:pt>
                <c:pt idx="15451">
                  <c:v>18.23141</c:v>
                </c:pt>
                <c:pt idx="15452">
                  <c:v>18.351810000000022</c:v>
                </c:pt>
                <c:pt idx="15453">
                  <c:v>18.686900000000001</c:v>
                </c:pt>
                <c:pt idx="15454">
                  <c:v>19.332619999999974</c:v>
                </c:pt>
                <c:pt idx="15455">
                  <c:v>19.875769999999989</c:v>
                </c:pt>
                <c:pt idx="15456">
                  <c:v>20.264339999999972</c:v>
                </c:pt>
                <c:pt idx="15457">
                  <c:v>20.572590000000002</c:v>
                </c:pt>
                <c:pt idx="15458">
                  <c:v>20.028970000000001</c:v>
                </c:pt>
                <c:pt idx="15459">
                  <c:v>19.325439999999972</c:v>
                </c:pt>
                <c:pt idx="15460">
                  <c:v>19.044879999999999</c:v>
                </c:pt>
                <c:pt idx="15461">
                  <c:v>18.976229999999973</c:v>
                </c:pt>
                <c:pt idx="15462">
                  <c:v>19.23479</c:v>
                </c:pt>
                <c:pt idx="15463">
                  <c:v>19.757880000000021</c:v>
                </c:pt>
                <c:pt idx="15464">
                  <c:v>20.423289999999973</c:v>
                </c:pt>
                <c:pt idx="15465">
                  <c:v>21.027989999999999</c:v>
                </c:pt>
                <c:pt idx="15466">
                  <c:v>21.276610000000002</c:v>
                </c:pt>
                <c:pt idx="15467">
                  <c:v>20.946209999999972</c:v>
                </c:pt>
                <c:pt idx="15468">
                  <c:v>20.563659999999974</c:v>
                </c:pt>
                <c:pt idx="15469">
                  <c:v>20.634110000000021</c:v>
                </c:pt>
                <c:pt idx="15470">
                  <c:v>20.72747</c:v>
                </c:pt>
                <c:pt idx="15471">
                  <c:v>20.566649999999957</c:v>
                </c:pt>
                <c:pt idx="15472">
                  <c:v>19.943249999999956</c:v>
                </c:pt>
                <c:pt idx="15473">
                  <c:v>19.559560000000001</c:v>
                </c:pt>
                <c:pt idx="15474">
                  <c:v>19.948719999999959</c:v>
                </c:pt>
                <c:pt idx="15475">
                  <c:v>20.697939999999999</c:v>
                </c:pt>
                <c:pt idx="15476">
                  <c:v>21.52966</c:v>
                </c:pt>
                <c:pt idx="15477">
                  <c:v>21.710599999999989</c:v>
                </c:pt>
                <c:pt idx="15478">
                  <c:v>21.362860000000001</c:v>
                </c:pt>
                <c:pt idx="15479">
                  <c:v>21.14958</c:v>
                </c:pt>
                <c:pt idx="15480">
                  <c:v>21.231010000000001</c:v>
                </c:pt>
                <c:pt idx="15481">
                  <c:v>21.66848999999997</c:v>
                </c:pt>
                <c:pt idx="15482">
                  <c:v>22.223229999999973</c:v>
                </c:pt>
                <c:pt idx="15483">
                  <c:v>22.2272</c:v>
                </c:pt>
                <c:pt idx="15484">
                  <c:v>22.088649999999959</c:v>
                </c:pt>
                <c:pt idx="15485">
                  <c:v>22.520949999999978</c:v>
                </c:pt>
                <c:pt idx="15486">
                  <c:v>23.15249</c:v>
                </c:pt>
                <c:pt idx="15487">
                  <c:v>23.594370000000001</c:v>
                </c:pt>
                <c:pt idx="15488">
                  <c:v>23.985459999999971</c:v>
                </c:pt>
                <c:pt idx="15489">
                  <c:v>24.251539999999974</c:v>
                </c:pt>
                <c:pt idx="15490">
                  <c:v>24.060519999999968</c:v>
                </c:pt>
                <c:pt idx="15491">
                  <c:v>23.512699999999974</c:v>
                </c:pt>
                <c:pt idx="15492">
                  <c:v>22.614360000000033</c:v>
                </c:pt>
                <c:pt idx="15493">
                  <c:v>22.23502999999997</c:v>
                </c:pt>
                <c:pt idx="15494">
                  <c:v>22.775239999999975</c:v>
                </c:pt>
                <c:pt idx="15495">
                  <c:v>23.5914</c:v>
                </c:pt>
                <c:pt idx="15496">
                  <c:v>24.361750000000001</c:v>
                </c:pt>
                <c:pt idx="15497">
                  <c:v>24.710429999999974</c:v>
                </c:pt>
                <c:pt idx="15498">
                  <c:v>24.845719999999975</c:v>
                </c:pt>
                <c:pt idx="15499">
                  <c:v>24.690079999999988</c:v>
                </c:pt>
                <c:pt idx="15500">
                  <c:v>24.452190000000002</c:v>
                </c:pt>
                <c:pt idx="15501">
                  <c:v>24.534939999999999</c:v>
                </c:pt>
                <c:pt idx="15502">
                  <c:v>24.5929</c:v>
                </c:pt>
                <c:pt idx="15503">
                  <c:v>24.548039999999968</c:v>
                </c:pt>
                <c:pt idx="15504">
                  <c:v>24.380609999999972</c:v>
                </c:pt>
                <c:pt idx="15505">
                  <c:v>24.17623</c:v>
                </c:pt>
                <c:pt idx="15506">
                  <c:v>23.972519999999957</c:v>
                </c:pt>
                <c:pt idx="15507">
                  <c:v>23.639040000000001</c:v>
                </c:pt>
                <c:pt idx="15508">
                  <c:v>23.281609999999972</c:v>
                </c:pt>
                <c:pt idx="15509">
                  <c:v>23.065299999999972</c:v>
                </c:pt>
                <c:pt idx="15510">
                  <c:v>23.25047</c:v>
                </c:pt>
                <c:pt idx="15511">
                  <c:v>23.722249999999956</c:v>
                </c:pt>
                <c:pt idx="15512">
                  <c:v>24.43336</c:v>
                </c:pt>
                <c:pt idx="15513">
                  <c:v>25.447800000000001</c:v>
                </c:pt>
                <c:pt idx="15514">
                  <c:v>26.110980000000033</c:v>
                </c:pt>
                <c:pt idx="15515">
                  <c:v>26.034130000000001</c:v>
                </c:pt>
                <c:pt idx="15516">
                  <c:v>26.054760000000005</c:v>
                </c:pt>
                <c:pt idx="15517">
                  <c:v>26.464369999999974</c:v>
                </c:pt>
                <c:pt idx="15518">
                  <c:v>26.882469999999973</c:v>
                </c:pt>
                <c:pt idx="15519">
                  <c:v>27.225819999999974</c:v>
                </c:pt>
                <c:pt idx="15520">
                  <c:v>27.54355</c:v>
                </c:pt>
                <c:pt idx="15521">
                  <c:v>27.768569999999972</c:v>
                </c:pt>
                <c:pt idx="15522">
                  <c:v>27.490519999999975</c:v>
                </c:pt>
                <c:pt idx="15523">
                  <c:v>27.054359999999999</c:v>
                </c:pt>
                <c:pt idx="15524">
                  <c:v>26.938399999999973</c:v>
                </c:pt>
                <c:pt idx="15525">
                  <c:v>26.931159999999988</c:v>
                </c:pt>
                <c:pt idx="15526">
                  <c:v>27.191800000000022</c:v>
                </c:pt>
                <c:pt idx="15527">
                  <c:v>27.682499999999973</c:v>
                </c:pt>
                <c:pt idx="15528">
                  <c:v>28.089919999999989</c:v>
                </c:pt>
                <c:pt idx="15529">
                  <c:v>28.339200000000005</c:v>
                </c:pt>
                <c:pt idx="15530">
                  <c:v>27.936199999999989</c:v>
                </c:pt>
                <c:pt idx="15531">
                  <c:v>27.347740000000002</c:v>
                </c:pt>
                <c:pt idx="15532">
                  <c:v>27.304130000000001</c:v>
                </c:pt>
                <c:pt idx="15533">
                  <c:v>27.475099999999973</c:v>
                </c:pt>
                <c:pt idx="15534">
                  <c:v>27.446429999999957</c:v>
                </c:pt>
                <c:pt idx="15535">
                  <c:v>27.459320000000002</c:v>
                </c:pt>
                <c:pt idx="15536">
                  <c:v>27.519269999999999</c:v>
                </c:pt>
                <c:pt idx="15537">
                  <c:v>27.58925</c:v>
                </c:pt>
                <c:pt idx="15538">
                  <c:v>27.74637999999997</c:v>
                </c:pt>
                <c:pt idx="15539">
                  <c:v>27.813020000000005</c:v>
                </c:pt>
                <c:pt idx="15540">
                  <c:v>27.871839999999999</c:v>
                </c:pt>
                <c:pt idx="15541">
                  <c:v>27.86178</c:v>
                </c:pt>
                <c:pt idx="15542">
                  <c:v>27.720729999999964</c:v>
                </c:pt>
                <c:pt idx="15543">
                  <c:v>27.635390000000001</c:v>
                </c:pt>
                <c:pt idx="15544">
                  <c:v>27.77800999999997</c:v>
                </c:pt>
                <c:pt idx="15545">
                  <c:v>27.96405</c:v>
                </c:pt>
                <c:pt idx="15546">
                  <c:v>28.15863999999997</c:v>
                </c:pt>
                <c:pt idx="15547">
                  <c:v>28.558959999999999</c:v>
                </c:pt>
                <c:pt idx="15548">
                  <c:v>29.05518</c:v>
                </c:pt>
                <c:pt idx="15549">
                  <c:v>29.644480000000001</c:v>
                </c:pt>
                <c:pt idx="15550">
                  <c:v>30.32169</c:v>
                </c:pt>
                <c:pt idx="15551">
                  <c:v>30.561579999999989</c:v>
                </c:pt>
                <c:pt idx="15552">
                  <c:v>30.34646</c:v>
                </c:pt>
                <c:pt idx="15553">
                  <c:v>30.35078</c:v>
                </c:pt>
                <c:pt idx="15554">
                  <c:v>30.728479999999973</c:v>
                </c:pt>
                <c:pt idx="15555">
                  <c:v>30.95937</c:v>
                </c:pt>
                <c:pt idx="15556">
                  <c:v>31.113019999999999</c:v>
                </c:pt>
                <c:pt idx="15557">
                  <c:v>31.41733</c:v>
                </c:pt>
                <c:pt idx="15558">
                  <c:v>31.418599999999973</c:v>
                </c:pt>
                <c:pt idx="15559">
                  <c:v>31.294830000000001</c:v>
                </c:pt>
                <c:pt idx="15560">
                  <c:v>31.426290000000002</c:v>
                </c:pt>
                <c:pt idx="15561">
                  <c:v>31.52984</c:v>
                </c:pt>
                <c:pt idx="15562">
                  <c:v>31.091980000000021</c:v>
                </c:pt>
                <c:pt idx="15563">
                  <c:v>29.964200000000002</c:v>
                </c:pt>
                <c:pt idx="15564">
                  <c:v>28.752739999999957</c:v>
                </c:pt>
                <c:pt idx="15565">
                  <c:v>27.959779999999974</c:v>
                </c:pt>
                <c:pt idx="15566">
                  <c:v>27.767019999999974</c:v>
                </c:pt>
                <c:pt idx="15567">
                  <c:v>27.975769999999972</c:v>
                </c:pt>
                <c:pt idx="15568">
                  <c:v>28.254460000000005</c:v>
                </c:pt>
                <c:pt idx="15569">
                  <c:v>28.353069999999999</c:v>
                </c:pt>
                <c:pt idx="15570">
                  <c:v>27.905749999999959</c:v>
                </c:pt>
                <c:pt idx="15571">
                  <c:v>26.803930000000001</c:v>
                </c:pt>
                <c:pt idx="15572">
                  <c:v>25.939900000000005</c:v>
                </c:pt>
                <c:pt idx="15573">
                  <c:v>25.91761</c:v>
                </c:pt>
                <c:pt idx="15574">
                  <c:v>26.062779999999975</c:v>
                </c:pt>
                <c:pt idx="15575">
                  <c:v>25.504300000000001</c:v>
                </c:pt>
                <c:pt idx="15576">
                  <c:v>24.894369999999999</c:v>
                </c:pt>
                <c:pt idx="15577">
                  <c:v>24.868579999999973</c:v>
                </c:pt>
                <c:pt idx="15578">
                  <c:v>25.042079999999974</c:v>
                </c:pt>
                <c:pt idx="15579">
                  <c:v>25.089749999999956</c:v>
                </c:pt>
                <c:pt idx="15580">
                  <c:v>25.070850000000021</c:v>
                </c:pt>
                <c:pt idx="15581">
                  <c:v>24.704799999999974</c:v>
                </c:pt>
                <c:pt idx="15582">
                  <c:v>24.09247999999997</c:v>
                </c:pt>
                <c:pt idx="15583">
                  <c:v>23.764410000000002</c:v>
                </c:pt>
                <c:pt idx="15584">
                  <c:v>23.577159999999999</c:v>
                </c:pt>
                <c:pt idx="15585">
                  <c:v>23.402509999999957</c:v>
                </c:pt>
                <c:pt idx="15586">
                  <c:v>23.37154</c:v>
                </c:pt>
                <c:pt idx="15587">
                  <c:v>23.514230000000001</c:v>
                </c:pt>
                <c:pt idx="15588">
                  <c:v>23.620699999999989</c:v>
                </c:pt>
                <c:pt idx="15589">
                  <c:v>23.754049999999989</c:v>
                </c:pt>
                <c:pt idx="15590">
                  <c:v>23.777830000000005</c:v>
                </c:pt>
                <c:pt idx="15591">
                  <c:v>23.429039999999972</c:v>
                </c:pt>
                <c:pt idx="15592">
                  <c:v>22.945759999999975</c:v>
                </c:pt>
                <c:pt idx="15593">
                  <c:v>22.563529999999975</c:v>
                </c:pt>
                <c:pt idx="15594">
                  <c:v>21.99296</c:v>
                </c:pt>
                <c:pt idx="15595">
                  <c:v>21.468689999999956</c:v>
                </c:pt>
                <c:pt idx="15596">
                  <c:v>21.374939999999999</c:v>
                </c:pt>
                <c:pt idx="15597">
                  <c:v>21.036850000000033</c:v>
                </c:pt>
                <c:pt idx="15598">
                  <c:v>20.66976</c:v>
                </c:pt>
                <c:pt idx="15599">
                  <c:v>20.710880000000021</c:v>
                </c:pt>
                <c:pt idx="15600">
                  <c:v>20.960929999999973</c:v>
                </c:pt>
                <c:pt idx="15601">
                  <c:v>21.219529999999974</c:v>
                </c:pt>
                <c:pt idx="15602">
                  <c:v>21.324359999999999</c:v>
                </c:pt>
                <c:pt idx="15603">
                  <c:v>21.339820000000021</c:v>
                </c:pt>
                <c:pt idx="15604">
                  <c:v>21.289439999999956</c:v>
                </c:pt>
                <c:pt idx="15605">
                  <c:v>21.317299999999999</c:v>
                </c:pt>
                <c:pt idx="15606">
                  <c:v>21.413789999999974</c:v>
                </c:pt>
                <c:pt idx="15607">
                  <c:v>21.393940000000001</c:v>
                </c:pt>
                <c:pt idx="15608">
                  <c:v>21.428459999999973</c:v>
                </c:pt>
                <c:pt idx="15609">
                  <c:v>21.650590000000001</c:v>
                </c:pt>
                <c:pt idx="15610">
                  <c:v>21.940599999999975</c:v>
                </c:pt>
                <c:pt idx="15611">
                  <c:v>22.170369999999988</c:v>
                </c:pt>
                <c:pt idx="15612">
                  <c:v>22.201870000000021</c:v>
                </c:pt>
                <c:pt idx="15613">
                  <c:v>22.174520000000001</c:v>
                </c:pt>
                <c:pt idx="15614">
                  <c:v>22.240229999999972</c:v>
                </c:pt>
                <c:pt idx="15615">
                  <c:v>21.841059999999999</c:v>
                </c:pt>
                <c:pt idx="15616">
                  <c:v>21.04949999999997</c:v>
                </c:pt>
                <c:pt idx="15617">
                  <c:v>20.703719999999972</c:v>
                </c:pt>
                <c:pt idx="15618">
                  <c:v>20.82302</c:v>
                </c:pt>
                <c:pt idx="15619">
                  <c:v>20.313379999999999</c:v>
                </c:pt>
                <c:pt idx="15620">
                  <c:v>19.186489999999978</c:v>
                </c:pt>
                <c:pt idx="15621">
                  <c:v>18.389579999999974</c:v>
                </c:pt>
                <c:pt idx="15622">
                  <c:v>18.139109999999999</c:v>
                </c:pt>
                <c:pt idx="15623">
                  <c:v>18.27965</c:v>
                </c:pt>
                <c:pt idx="15624">
                  <c:v>18.612359999999999</c:v>
                </c:pt>
                <c:pt idx="15625">
                  <c:v>18.964039999999972</c:v>
                </c:pt>
                <c:pt idx="15626">
                  <c:v>19.282009999999964</c:v>
                </c:pt>
                <c:pt idx="15627">
                  <c:v>19.297080000000001</c:v>
                </c:pt>
                <c:pt idx="15628">
                  <c:v>19.203880000000005</c:v>
                </c:pt>
                <c:pt idx="15629">
                  <c:v>18.802339999999973</c:v>
                </c:pt>
                <c:pt idx="15630">
                  <c:v>18.05</c:v>
                </c:pt>
                <c:pt idx="15631">
                  <c:v>17.621189999999999</c:v>
                </c:pt>
                <c:pt idx="15632">
                  <c:v>17.649049999999974</c:v>
                </c:pt>
                <c:pt idx="15633">
                  <c:v>17.960239999999956</c:v>
                </c:pt>
                <c:pt idx="15634">
                  <c:v>18.20349999999997</c:v>
                </c:pt>
                <c:pt idx="15635">
                  <c:v>18.193580000000001</c:v>
                </c:pt>
                <c:pt idx="15636">
                  <c:v>18.006119999999989</c:v>
                </c:pt>
                <c:pt idx="15637">
                  <c:v>17.831469999999999</c:v>
                </c:pt>
                <c:pt idx="15638">
                  <c:v>17.283349999999956</c:v>
                </c:pt>
                <c:pt idx="15639">
                  <c:v>16.601450000000021</c:v>
                </c:pt>
                <c:pt idx="15640">
                  <c:v>16.473319999999973</c:v>
                </c:pt>
                <c:pt idx="15641">
                  <c:v>16.661860000000026</c:v>
                </c:pt>
                <c:pt idx="15642">
                  <c:v>16.93346</c:v>
                </c:pt>
                <c:pt idx="15643">
                  <c:v>17.207909999999988</c:v>
                </c:pt>
                <c:pt idx="15644">
                  <c:v>17.312809999999999</c:v>
                </c:pt>
                <c:pt idx="15645">
                  <c:v>17.26805999999997</c:v>
                </c:pt>
                <c:pt idx="15646">
                  <c:v>16.911490000000001</c:v>
                </c:pt>
                <c:pt idx="15647">
                  <c:v>16.280839999999973</c:v>
                </c:pt>
                <c:pt idx="15648">
                  <c:v>15.617279999999999</c:v>
                </c:pt>
                <c:pt idx="15649">
                  <c:v>15.251150000000001</c:v>
                </c:pt>
                <c:pt idx="15650">
                  <c:v>15.0863</c:v>
                </c:pt>
                <c:pt idx="15651">
                  <c:v>14.66131</c:v>
                </c:pt>
                <c:pt idx="15652">
                  <c:v>13.96785</c:v>
                </c:pt>
                <c:pt idx="15653">
                  <c:v>13.27994</c:v>
                </c:pt>
                <c:pt idx="15654">
                  <c:v>12.82272</c:v>
                </c:pt>
                <c:pt idx="15655">
                  <c:v>12.76336</c:v>
                </c:pt>
                <c:pt idx="15656">
                  <c:v>12.92897</c:v>
                </c:pt>
                <c:pt idx="15657">
                  <c:v>12.978300000000001</c:v>
                </c:pt>
                <c:pt idx="15658">
                  <c:v>12.708979999999999</c:v>
                </c:pt>
                <c:pt idx="15659">
                  <c:v>12.125170000000001</c:v>
                </c:pt>
                <c:pt idx="15660">
                  <c:v>11.878</c:v>
                </c:pt>
                <c:pt idx="15661">
                  <c:v>11.985430000000019</c:v>
                </c:pt>
                <c:pt idx="15662">
                  <c:v>12.10135</c:v>
                </c:pt>
                <c:pt idx="15663">
                  <c:v>12.110430000000004</c:v>
                </c:pt>
                <c:pt idx="15664">
                  <c:v>12.143740000000001</c:v>
                </c:pt>
                <c:pt idx="15665">
                  <c:v>12.088520000000001</c:v>
                </c:pt>
                <c:pt idx="15666">
                  <c:v>12.003490000000006</c:v>
                </c:pt>
                <c:pt idx="15667">
                  <c:v>11.864980000000006</c:v>
                </c:pt>
                <c:pt idx="15668">
                  <c:v>11.626990000000001</c:v>
                </c:pt>
                <c:pt idx="15669">
                  <c:v>11.200229999999999</c:v>
                </c:pt>
                <c:pt idx="15670">
                  <c:v>11.081570000000001</c:v>
                </c:pt>
                <c:pt idx="15671">
                  <c:v>10.995640000000011</c:v>
                </c:pt>
                <c:pt idx="15672">
                  <c:v>10.779450000000002</c:v>
                </c:pt>
                <c:pt idx="15673">
                  <c:v>10.67027</c:v>
                </c:pt>
                <c:pt idx="15674">
                  <c:v>10.273710000000001</c:v>
                </c:pt>
                <c:pt idx="15675">
                  <c:v>9.84328</c:v>
                </c:pt>
                <c:pt idx="15676">
                  <c:v>9.9319900000000008</c:v>
                </c:pt>
                <c:pt idx="15677">
                  <c:v>10.24959</c:v>
                </c:pt>
                <c:pt idx="15678">
                  <c:v>10.686630000000006</c:v>
                </c:pt>
                <c:pt idx="15679">
                  <c:v>10.93092</c:v>
                </c:pt>
                <c:pt idx="15680">
                  <c:v>10.939170000000001</c:v>
                </c:pt>
                <c:pt idx="15681">
                  <c:v>10.858410000000006</c:v>
                </c:pt>
                <c:pt idx="15682">
                  <c:v>10.852100000000011</c:v>
                </c:pt>
                <c:pt idx="15683">
                  <c:v>10.67008</c:v>
                </c:pt>
                <c:pt idx="15684">
                  <c:v>10.388390000000001</c:v>
                </c:pt>
                <c:pt idx="15685">
                  <c:v>10.23559</c:v>
                </c:pt>
                <c:pt idx="15686">
                  <c:v>10.129290000000001</c:v>
                </c:pt>
                <c:pt idx="15687">
                  <c:v>10.09502</c:v>
                </c:pt>
                <c:pt idx="15688">
                  <c:v>10.092830000000006</c:v>
                </c:pt>
                <c:pt idx="15689">
                  <c:v>9.9966000000000008</c:v>
                </c:pt>
                <c:pt idx="15690">
                  <c:v>9.9196500000000007</c:v>
                </c:pt>
                <c:pt idx="15691">
                  <c:v>9.9294800000000123</c:v>
                </c:pt>
                <c:pt idx="15692">
                  <c:v>10.07504000000001</c:v>
                </c:pt>
                <c:pt idx="15693">
                  <c:v>10.297029999999999</c:v>
                </c:pt>
                <c:pt idx="15694">
                  <c:v>10.62449</c:v>
                </c:pt>
                <c:pt idx="15695">
                  <c:v>10.920590000000002</c:v>
                </c:pt>
                <c:pt idx="15696">
                  <c:v>11.069840000000006</c:v>
                </c:pt>
                <c:pt idx="15697">
                  <c:v>11.13796</c:v>
                </c:pt>
                <c:pt idx="15698">
                  <c:v>11.091240000000001</c:v>
                </c:pt>
                <c:pt idx="15699">
                  <c:v>10.924250000000001</c:v>
                </c:pt>
                <c:pt idx="15700">
                  <c:v>10.312240000000006</c:v>
                </c:pt>
                <c:pt idx="15701">
                  <c:v>9.3786800000000028</c:v>
                </c:pt>
                <c:pt idx="15702">
                  <c:v>8.6456600000000012</c:v>
                </c:pt>
                <c:pt idx="15703">
                  <c:v>8.4566300000000147</c:v>
                </c:pt>
                <c:pt idx="15704">
                  <c:v>8.5891400000000004</c:v>
                </c:pt>
                <c:pt idx="15705">
                  <c:v>8.6947100000000006</c:v>
                </c:pt>
                <c:pt idx="15706">
                  <c:v>8.85412</c:v>
                </c:pt>
                <c:pt idx="15707">
                  <c:v>8.7358100000000007</c:v>
                </c:pt>
                <c:pt idx="15708">
                  <c:v>8.2741900000000008</c:v>
                </c:pt>
                <c:pt idx="15709">
                  <c:v>7.8345399999999943</c:v>
                </c:pt>
                <c:pt idx="15710">
                  <c:v>7.6640499999999943</c:v>
                </c:pt>
                <c:pt idx="15711">
                  <c:v>7.7142099999999996</c:v>
                </c:pt>
                <c:pt idx="15712">
                  <c:v>7.9508400000000004</c:v>
                </c:pt>
                <c:pt idx="15713">
                  <c:v>8.4941600000000008</c:v>
                </c:pt>
                <c:pt idx="15714">
                  <c:v>9.0140100000000007</c:v>
                </c:pt>
                <c:pt idx="15715">
                  <c:v>9.2391500000000004</c:v>
                </c:pt>
                <c:pt idx="15716">
                  <c:v>9.1461900000000007</c:v>
                </c:pt>
                <c:pt idx="15717">
                  <c:v>8.9578400000000027</c:v>
                </c:pt>
                <c:pt idx="15718">
                  <c:v>9.0243599999999997</c:v>
                </c:pt>
                <c:pt idx="15719">
                  <c:v>9.4689200000000007</c:v>
                </c:pt>
                <c:pt idx="15720">
                  <c:v>9.912370000000001</c:v>
                </c:pt>
                <c:pt idx="15721">
                  <c:v>9.8419299999999996</c:v>
                </c:pt>
                <c:pt idx="15722">
                  <c:v>9.3889400000000016</c:v>
                </c:pt>
                <c:pt idx="15723">
                  <c:v>8.9959800000000048</c:v>
                </c:pt>
                <c:pt idx="15724">
                  <c:v>8.6082599999999996</c:v>
                </c:pt>
                <c:pt idx="15725">
                  <c:v>8.290140000000001</c:v>
                </c:pt>
                <c:pt idx="15726">
                  <c:v>8.1971699999999998</c:v>
                </c:pt>
                <c:pt idx="15727">
                  <c:v>8.2698</c:v>
                </c:pt>
                <c:pt idx="15728">
                  <c:v>8.5401299999999996</c:v>
                </c:pt>
                <c:pt idx="15729">
                  <c:v>8.7805600000000013</c:v>
                </c:pt>
                <c:pt idx="15730">
                  <c:v>8.8705200000000008</c:v>
                </c:pt>
                <c:pt idx="15731">
                  <c:v>9.1185000000000009</c:v>
                </c:pt>
                <c:pt idx="15732">
                  <c:v>9.1865400000000008</c:v>
                </c:pt>
                <c:pt idx="15733">
                  <c:v>8.7866900000000001</c:v>
                </c:pt>
                <c:pt idx="15734">
                  <c:v>8.4396300000000046</c:v>
                </c:pt>
                <c:pt idx="15735">
                  <c:v>8.4970300000000005</c:v>
                </c:pt>
                <c:pt idx="15736">
                  <c:v>8.8571600000000004</c:v>
                </c:pt>
                <c:pt idx="15737">
                  <c:v>9.1982400000000002</c:v>
                </c:pt>
                <c:pt idx="15738">
                  <c:v>9.5346200000000003</c:v>
                </c:pt>
                <c:pt idx="15739">
                  <c:v>9.7722600000000011</c:v>
                </c:pt>
                <c:pt idx="15740">
                  <c:v>9.82057</c:v>
                </c:pt>
                <c:pt idx="15741">
                  <c:v>9.8253300000000028</c:v>
                </c:pt>
                <c:pt idx="15742">
                  <c:v>9.8501200000000004</c:v>
                </c:pt>
                <c:pt idx="15743">
                  <c:v>9.9965600000000006</c:v>
                </c:pt>
                <c:pt idx="15744">
                  <c:v>10.242750000000001</c:v>
                </c:pt>
                <c:pt idx="15745">
                  <c:v>10.442540000000006</c:v>
                </c:pt>
                <c:pt idx="15746">
                  <c:v>10.51519</c:v>
                </c:pt>
                <c:pt idx="15747">
                  <c:v>10.58254000000001</c:v>
                </c:pt>
                <c:pt idx="15748">
                  <c:v>10.74208</c:v>
                </c:pt>
                <c:pt idx="15749">
                  <c:v>10.953590000000011</c:v>
                </c:pt>
                <c:pt idx="15750">
                  <c:v>11.1349</c:v>
                </c:pt>
                <c:pt idx="15751">
                  <c:v>11.20209</c:v>
                </c:pt>
                <c:pt idx="15752">
                  <c:v>11.185420000000002</c:v>
                </c:pt>
                <c:pt idx="15753">
                  <c:v>10.811120000000001</c:v>
                </c:pt>
                <c:pt idx="15754">
                  <c:v>9.90029</c:v>
                </c:pt>
                <c:pt idx="15755">
                  <c:v>9.3198100000000004</c:v>
                </c:pt>
                <c:pt idx="15756">
                  <c:v>9.1963799999999996</c:v>
                </c:pt>
                <c:pt idx="15757">
                  <c:v>9.2580000000000009</c:v>
                </c:pt>
                <c:pt idx="15758">
                  <c:v>9.4605400000000142</c:v>
                </c:pt>
                <c:pt idx="15759">
                  <c:v>9.7548500000000011</c:v>
                </c:pt>
                <c:pt idx="15760">
                  <c:v>9.8770500000000006</c:v>
                </c:pt>
                <c:pt idx="15761">
                  <c:v>9.7969000000000008</c:v>
                </c:pt>
                <c:pt idx="15762">
                  <c:v>9.5558800000000126</c:v>
                </c:pt>
                <c:pt idx="15763">
                  <c:v>9.0527100000000047</c:v>
                </c:pt>
                <c:pt idx="15764">
                  <c:v>8.7091500000000011</c:v>
                </c:pt>
                <c:pt idx="15765">
                  <c:v>8.4955000000000123</c:v>
                </c:pt>
                <c:pt idx="15766">
                  <c:v>8.6147900000000011</c:v>
                </c:pt>
                <c:pt idx="15767">
                  <c:v>8.7029400000000035</c:v>
                </c:pt>
                <c:pt idx="15768">
                  <c:v>8.7633299999999998</c:v>
                </c:pt>
                <c:pt idx="15769">
                  <c:v>8.9307000000000034</c:v>
                </c:pt>
                <c:pt idx="15770">
                  <c:v>9.0746800000000007</c:v>
                </c:pt>
                <c:pt idx="15771">
                  <c:v>9.4648300000000027</c:v>
                </c:pt>
                <c:pt idx="15772">
                  <c:v>10.076740000000004</c:v>
                </c:pt>
                <c:pt idx="15773">
                  <c:v>10.724329999999998</c:v>
                </c:pt>
                <c:pt idx="15774">
                  <c:v>11.23935</c:v>
                </c:pt>
                <c:pt idx="15775">
                  <c:v>11.731979999999998</c:v>
                </c:pt>
                <c:pt idx="15776">
                  <c:v>12.09516</c:v>
                </c:pt>
                <c:pt idx="15777">
                  <c:v>12.16808</c:v>
                </c:pt>
                <c:pt idx="15778">
                  <c:v>12.145770000000001</c:v>
                </c:pt>
                <c:pt idx="15779">
                  <c:v>11.896650000000006</c:v>
                </c:pt>
                <c:pt idx="15780">
                  <c:v>11.61917</c:v>
                </c:pt>
                <c:pt idx="15781">
                  <c:v>11.404860000000001</c:v>
                </c:pt>
                <c:pt idx="15782">
                  <c:v>11.010630000000004</c:v>
                </c:pt>
                <c:pt idx="15783">
                  <c:v>10.65523000000001</c:v>
                </c:pt>
                <c:pt idx="15784">
                  <c:v>10.920490000000004</c:v>
                </c:pt>
                <c:pt idx="15785">
                  <c:v>11.599350000000001</c:v>
                </c:pt>
                <c:pt idx="15786">
                  <c:v>11.83855</c:v>
                </c:pt>
                <c:pt idx="15787">
                  <c:v>11.612020000000001</c:v>
                </c:pt>
                <c:pt idx="15788">
                  <c:v>11.43145</c:v>
                </c:pt>
                <c:pt idx="15789">
                  <c:v>11.529440000000006</c:v>
                </c:pt>
                <c:pt idx="15790">
                  <c:v>12.00789</c:v>
                </c:pt>
                <c:pt idx="15791">
                  <c:v>12.738349999999999</c:v>
                </c:pt>
                <c:pt idx="15792">
                  <c:v>13.32136</c:v>
                </c:pt>
                <c:pt idx="15793">
                  <c:v>13.36910000000001</c:v>
                </c:pt>
                <c:pt idx="15794">
                  <c:v>13.21139</c:v>
                </c:pt>
                <c:pt idx="15795">
                  <c:v>12.426030000000004</c:v>
                </c:pt>
                <c:pt idx="15796">
                  <c:v>11.624600000000001</c:v>
                </c:pt>
                <c:pt idx="15797">
                  <c:v>11.325060000000002</c:v>
                </c:pt>
                <c:pt idx="15798">
                  <c:v>11.46449000000001</c:v>
                </c:pt>
                <c:pt idx="15799">
                  <c:v>11.90157</c:v>
                </c:pt>
                <c:pt idx="15800">
                  <c:v>12.625450000000004</c:v>
                </c:pt>
                <c:pt idx="15801">
                  <c:v>13.445130000000002</c:v>
                </c:pt>
                <c:pt idx="15802">
                  <c:v>14.07484</c:v>
                </c:pt>
                <c:pt idx="15803">
                  <c:v>14.59299</c:v>
                </c:pt>
                <c:pt idx="15804">
                  <c:v>14.77692</c:v>
                </c:pt>
                <c:pt idx="15805">
                  <c:v>14.809280000000006</c:v>
                </c:pt>
                <c:pt idx="15806">
                  <c:v>14.91619</c:v>
                </c:pt>
                <c:pt idx="15807">
                  <c:v>15.014610000000001</c:v>
                </c:pt>
                <c:pt idx="15808">
                  <c:v>14.801020000000001</c:v>
                </c:pt>
                <c:pt idx="15809">
                  <c:v>14.42122</c:v>
                </c:pt>
                <c:pt idx="15810">
                  <c:v>14.26219</c:v>
                </c:pt>
                <c:pt idx="15811">
                  <c:v>14.16892</c:v>
                </c:pt>
                <c:pt idx="15812">
                  <c:v>13.896240000000002</c:v>
                </c:pt>
                <c:pt idx="15813">
                  <c:v>13.742040000000001</c:v>
                </c:pt>
                <c:pt idx="15814">
                  <c:v>14.069430000000018</c:v>
                </c:pt>
                <c:pt idx="15815">
                  <c:v>14.272120000000001</c:v>
                </c:pt>
                <c:pt idx="15816">
                  <c:v>13.709810000000001</c:v>
                </c:pt>
                <c:pt idx="15817">
                  <c:v>13.43294</c:v>
                </c:pt>
                <c:pt idx="15818">
                  <c:v>13.65211</c:v>
                </c:pt>
                <c:pt idx="15819">
                  <c:v>14.09595</c:v>
                </c:pt>
                <c:pt idx="15820">
                  <c:v>14.736510000000001</c:v>
                </c:pt>
                <c:pt idx="15821">
                  <c:v>15.21556</c:v>
                </c:pt>
                <c:pt idx="15822">
                  <c:v>15.509040000000002</c:v>
                </c:pt>
                <c:pt idx="15823">
                  <c:v>15.870520000000004</c:v>
                </c:pt>
                <c:pt idx="15824">
                  <c:v>16.367830000000001</c:v>
                </c:pt>
                <c:pt idx="15825">
                  <c:v>16.701450000000001</c:v>
                </c:pt>
                <c:pt idx="15826">
                  <c:v>17.140250000000005</c:v>
                </c:pt>
                <c:pt idx="15827">
                  <c:v>17.638089999999988</c:v>
                </c:pt>
                <c:pt idx="15828">
                  <c:v>17.817880000000034</c:v>
                </c:pt>
                <c:pt idx="15829">
                  <c:v>17.96095</c:v>
                </c:pt>
                <c:pt idx="15830">
                  <c:v>18.193800000000021</c:v>
                </c:pt>
                <c:pt idx="15831">
                  <c:v>18.41236</c:v>
                </c:pt>
                <c:pt idx="15832">
                  <c:v>18.653269999999999</c:v>
                </c:pt>
                <c:pt idx="15833">
                  <c:v>18.601150000000022</c:v>
                </c:pt>
                <c:pt idx="15834">
                  <c:v>18.215679999999974</c:v>
                </c:pt>
                <c:pt idx="15835">
                  <c:v>18.165789999999973</c:v>
                </c:pt>
                <c:pt idx="15836">
                  <c:v>18.32002</c:v>
                </c:pt>
                <c:pt idx="15837">
                  <c:v>18.355519999999974</c:v>
                </c:pt>
                <c:pt idx="15838">
                  <c:v>18.38391</c:v>
                </c:pt>
                <c:pt idx="15839">
                  <c:v>18.102119999999989</c:v>
                </c:pt>
                <c:pt idx="15840">
                  <c:v>17.68638</c:v>
                </c:pt>
                <c:pt idx="15841">
                  <c:v>17.497399999999974</c:v>
                </c:pt>
                <c:pt idx="15842">
                  <c:v>17.809640000000002</c:v>
                </c:pt>
                <c:pt idx="15843">
                  <c:v>18.373419999999989</c:v>
                </c:pt>
                <c:pt idx="15844">
                  <c:v>19.001460000000005</c:v>
                </c:pt>
                <c:pt idx="15845">
                  <c:v>19.49769999999997</c:v>
                </c:pt>
                <c:pt idx="15846">
                  <c:v>19.71414</c:v>
                </c:pt>
                <c:pt idx="15847">
                  <c:v>19.881900000000005</c:v>
                </c:pt>
                <c:pt idx="15848">
                  <c:v>19.77768</c:v>
                </c:pt>
                <c:pt idx="15849">
                  <c:v>19.333500000000001</c:v>
                </c:pt>
                <c:pt idx="15850">
                  <c:v>19.184480000000001</c:v>
                </c:pt>
                <c:pt idx="15851">
                  <c:v>19.613160000000022</c:v>
                </c:pt>
                <c:pt idx="15852">
                  <c:v>20.127510000000001</c:v>
                </c:pt>
                <c:pt idx="15853">
                  <c:v>20.557770000000001</c:v>
                </c:pt>
                <c:pt idx="15854">
                  <c:v>20.961519999999975</c:v>
                </c:pt>
                <c:pt idx="15855">
                  <c:v>21.192029999999974</c:v>
                </c:pt>
                <c:pt idx="15856">
                  <c:v>21.025929999999974</c:v>
                </c:pt>
                <c:pt idx="15857">
                  <c:v>20.784870000000005</c:v>
                </c:pt>
                <c:pt idx="15858">
                  <c:v>20.646419999999978</c:v>
                </c:pt>
                <c:pt idx="15859">
                  <c:v>20.712519999999973</c:v>
                </c:pt>
                <c:pt idx="15860">
                  <c:v>21.04609</c:v>
                </c:pt>
                <c:pt idx="15861">
                  <c:v>21.44125</c:v>
                </c:pt>
                <c:pt idx="15862">
                  <c:v>21.638639999999974</c:v>
                </c:pt>
                <c:pt idx="15863">
                  <c:v>21.74694999999997</c:v>
                </c:pt>
                <c:pt idx="15864">
                  <c:v>22.007670000000001</c:v>
                </c:pt>
                <c:pt idx="15865">
                  <c:v>22.413810000000005</c:v>
                </c:pt>
                <c:pt idx="15866">
                  <c:v>22.859890000000021</c:v>
                </c:pt>
                <c:pt idx="15867">
                  <c:v>23.343109999999989</c:v>
                </c:pt>
                <c:pt idx="15868">
                  <c:v>23.948389999999975</c:v>
                </c:pt>
                <c:pt idx="15869">
                  <c:v>24.447529999999972</c:v>
                </c:pt>
                <c:pt idx="15870">
                  <c:v>24.516970000000022</c:v>
                </c:pt>
                <c:pt idx="15871">
                  <c:v>24.338529999999974</c:v>
                </c:pt>
                <c:pt idx="15872">
                  <c:v>24.32816</c:v>
                </c:pt>
                <c:pt idx="15873">
                  <c:v>24.694710000000001</c:v>
                </c:pt>
                <c:pt idx="15874">
                  <c:v>24.77922999999997</c:v>
                </c:pt>
                <c:pt idx="15875">
                  <c:v>24.311610000000005</c:v>
                </c:pt>
                <c:pt idx="15876">
                  <c:v>24.126280000000001</c:v>
                </c:pt>
                <c:pt idx="15877">
                  <c:v>24.497969999999999</c:v>
                </c:pt>
                <c:pt idx="15878">
                  <c:v>25.014930000000021</c:v>
                </c:pt>
                <c:pt idx="15879">
                  <c:v>25.59356</c:v>
                </c:pt>
                <c:pt idx="15880">
                  <c:v>26.306830000000001</c:v>
                </c:pt>
                <c:pt idx="15881">
                  <c:v>27.089259999999989</c:v>
                </c:pt>
                <c:pt idx="15882">
                  <c:v>27.642729999999968</c:v>
                </c:pt>
                <c:pt idx="15883">
                  <c:v>27.88176</c:v>
                </c:pt>
                <c:pt idx="15884">
                  <c:v>27.627369999999999</c:v>
                </c:pt>
                <c:pt idx="15885">
                  <c:v>27.196829999999999</c:v>
                </c:pt>
                <c:pt idx="15886">
                  <c:v>27.211400000000001</c:v>
                </c:pt>
                <c:pt idx="15887">
                  <c:v>27.51163</c:v>
                </c:pt>
                <c:pt idx="15888">
                  <c:v>27.975299999999972</c:v>
                </c:pt>
                <c:pt idx="15889">
                  <c:v>28.524480000000001</c:v>
                </c:pt>
                <c:pt idx="15890">
                  <c:v>28.945839999999972</c:v>
                </c:pt>
                <c:pt idx="15891">
                  <c:v>29.05922</c:v>
                </c:pt>
                <c:pt idx="15892">
                  <c:v>28.497499999999974</c:v>
                </c:pt>
                <c:pt idx="15893">
                  <c:v>27.337170000000022</c:v>
                </c:pt>
                <c:pt idx="15894">
                  <c:v>26.637960000000039</c:v>
                </c:pt>
                <c:pt idx="15895">
                  <c:v>26.681329999999978</c:v>
                </c:pt>
                <c:pt idx="15896">
                  <c:v>26.932980000000001</c:v>
                </c:pt>
                <c:pt idx="15897">
                  <c:v>27.328579999999974</c:v>
                </c:pt>
                <c:pt idx="15898">
                  <c:v>27.909649999999957</c:v>
                </c:pt>
                <c:pt idx="15899">
                  <c:v>28.407129999999974</c:v>
                </c:pt>
                <c:pt idx="15900">
                  <c:v>28.657039999999999</c:v>
                </c:pt>
                <c:pt idx="15901">
                  <c:v>28.624450000000021</c:v>
                </c:pt>
                <c:pt idx="15902">
                  <c:v>28.30003</c:v>
                </c:pt>
                <c:pt idx="15903">
                  <c:v>28.04433999999997</c:v>
                </c:pt>
                <c:pt idx="15904">
                  <c:v>27.738339999999972</c:v>
                </c:pt>
                <c:pt idx="15905">
                  <c:v>27.324120000000001</c:v>
                </c:pt>
                <c:pt idx="15906">
                  <c:v>27.044860000000021</c:v>
                </c:pt>
                <c:pt idx="15907">
                  <c:v>26.863729999999968</c:v>
                </c:pt>
                <c:pt idx="15908">
                  <c:v>26.79881</c:v>
                </c:pt>
                <c:pt idx="15909">
                  <c:v>26.69279999999997</c:v>
                </c:pt>
                <c:pt idx="15910">
                  <c:v>26.7194</c:v>
                </c:pt>
                <c:pt idx="15911">
                  <c:v>26.965459999999968</c:v>
                </c:pt>
                <c:pt idx="15912">
                  <c:v>27.296339999999972</c:v>
                </c:pt>
                <c:pt idx="15913">
                  <c:v>27.68779</c:v>
                </c:pt>
                <c:pt idx="15914">
                  <c:v>28.130849999999999</c:v>
                </c:pt>
                <c:pt idx="15915">
                  <c:v>28.64132</c:v>
                </c:pt>
                <c:pt idx="15916">
                  <c:v>29.036840000000005</c:v>
                </c:pt>
                <c:pt idx="15917">
                  <c:v>29.20926</c:v>
                </c:pt>
                <c:pt idx="15918">
                  <c:v>29.442169999999972</c:v>
                </c:pt>
                <c:pt idx="15919">
                  <c:v>29.908850000000001</c:v>
                </c:pt>
                <c:pt idx="15920">
                  <c:v>30.347439999999974</c:v>
                </c:pt>
                <c:pt idx="15921">
                  <c:v>30.568809999999978</c:v>
                </c:pt>
                <c:pt idx="15922">
                  <c:v>30.493980000000001</c:v>
                </c:pt>
                <c:pt idx="15923">
                  <c:v>30.45283999999997</c:v>
                </c:pt>
                <c:pt idx="15924">
                  <c:v>30.747170000000001</c:v>
                </c:pt>
                <c:pt idx="15925">
                  <c:v>31.221080000000001</c:v>
                </c:pt>
                <c:pt idx="15926">
                  <c:v>31.703729999999968</c:v>
                </c:pt>
                <c:pt idx="15927">
                  <c:v>32.144289999999998</c:v>
                </c:pt>
                <c:pt idx="15928">
                  <c:v>32.329830000000001</c:v>
                </c:pt>
                <c:pt idx="15929">
                  <c:v>32.070280000000004</c:v>
                </c:pt>
                <c:pt idx="15930">
                  <c:v>31.400409999999972</c:v>
                </c:pt>
                <c:pt idx="15931">
                  <c:v>30.801459999999999</c:v>
                </c:pt>
                <c:pt idx="15932">
                  <c:v>30.38721</c:v>
                </c:pt>
                <c:pt idx="15933">
                  <c:v>29.425639999999955</c:v>
                </c:pt>
                <c:pt idx="15934">
                  <c:v>28.360469999999989</c:v>
                </c:pt>
                <c:pt idx="15935">
                  <c:v>27.944859999999988</c:v>
                </c:pt>
                <c:pt idx="15936">
                  <c:v>27.901859999999999</c:v>
                </c:pt>
                <c:pt idx="15937">
                  <c:v>28.19204999999997</c:v>
                </c:pt>
                <c:pt idx="15938">
                  <c:v>28.681979999999999</c:v>
                </c:pt>
                <c:pt idx="15939">
                  <c:v>28.351569999999999</c:v>
                </c:pt>
                <c:pt idx="15940">
                  <c:v>27.400929999999974</c:v>
                </c:pt>
                <c:pt idx="15941">
                  <c:v>26.773510000000002</c:v>
                </c:pt>
                <c:pt idx="15942">
                  <c:v>26.496119999999973</c:v>
                </c:pt>
                <c:pt idx="15943">
                  <c:v>26.461039999999972</c:v>
                </c:pt>
                <c:pt idx="15944">
                  <c:v>26.368109999999973</c:v>
                </c:pt>
                <c:pt idx="15945">
                  <c:v>26.270379999999989</c:v>
                </c:pt>
                <c:pt idx="15946">
                  <c:v>26.24947999999997</c:v>
                </c:pt>
                <c:pt idx="15947">
                  <c:v>26.246409999999972</c:v>
                </c:pt>
                <c:pt idx="15948">
                  <c:v>26.402659999999972</c:v>
                </c:pt>
                <c:pt idx="15949">
                  <c:v>26.54401</c:v>
                </c:pt>
                <c:pt idx="15950">
                  <c:v>26.679960000000033</c:v>
                </c:pt>
                <c:pt idx="15951">
                  <c:v>26.78107</c:v>
                </c:pt>
                <c:pt idx="15952">
                  <c:v>26.564599999999974</c:v>
                </c:pt>
                <c:pt idx="15953">
                  <c:v>25.787619999999972</c:v>
                </c:pt>
                <c:pt idx="15954">
                  <c:v>25.026450000000001</c:v>
                </c:pt>
                <c:pt idx="15955">
                  <c:v>24.80547</c:v>
                </c:pt>
                <c:pt idx="15956">
                  <c:v>24.902299999999968</c:v>
                </c:pt>
                <c:pt idx="15957">
                  <c:v>25.108409999999989</c:v>
                </c:pt>
                <c:pt idx="15958">
                  <c:v>25.18284999999997</c:v>
                </c:pt>
                <c:pt idx="15959">
                  <c:v>24.867429999999974</c:v>
                </c:pt>
                <c:pt idx="15960">
                  <c:v>24.087239999999973</c:v>
                </c:pt>
                <c:pt idx="15961">
                  <c:v>23.478679999999972</c:v>
                </c:pt>
                <c:pt idx="15962">
                  <c:v>23.29733999999997</c:v>
                </c:pt>
                <c:pt idx="15963">
                  <c:v>23.260750000000002</c:v>
                </c:pt>
                <c:pt idx="15964">
                  <c:v>23.162639999999964</c:v>
                </c:pt>
                <c:pt idx="15965">
                  <c:v>23.052810000000001</c:v>
                </c:pt>
                <c:pt idx="15966">
                  <c:v>23.189409999999974</c:v>
                </c:pt>
                <c:pt idx="15967">
                  <c:v>23.152840000000001</c:v>
                </c:pt>
                <c:pt idx="15968">
                  <c:v>22.67154</c:v>
                </c:pt>
                <c:pt idx="15969">
                  <c:v>22.25901</c:v>
                </c:pt>
                <c:pt idx="15970">
                  <c:v>22.1494</c:v>
                </c:pt>
                <c:pt idx="15971">
                  <c:v>22.167490000000001</c:v>
                </c:pt>
                <c:pt idx="15972">
                  <c:v>20.99156</c:v>
                </c:pt>
                <c:pt idx="15973">
                  <c:v>18.610389999999999</c:v>
                </c:pt>
                <c:pt idx="15974">
                  <c:v>17.790849999999974</c:v>
                </c:pt>
                <c:pt idx="15975">
                  <c:v>17.73319</c:v>
                </c:pt>
                <c:pt idx="15976">
                  <c:v>17.664770000000001</c:v>
                </c:pt>
                <c:pt idx="15977">
                  <c:v>17.416639999999973</c:v>
                </c:pt>
                <c:pt idx="15978">
                  <c:v>17.30536</c:v>
                </c:pt>
                <c:pt idx="15979">
                  <c:v>17.466539999999952</c:v>
                </c:pt>
                <c:pt idx="15980">
                  <c:v>17.49325</c:v>
                </c:pt>
                <c:pt idx="15981">
                  <c:v>17.412569999999974</c:v>
                </c:pt>
                <c:pt idx="15982">
                  <c:v>17.046489999999974</c:v>
                </c:pt>
                <c:pt idx="15983">
                  <c:v>16.975599999999975</c:v>
                </c:pt>
                <c:pt idx="15984">
                  <c:v>16.875029999999974</c:v>
                </c:pt>
                <c:pt idx="15985">
                  <c:v>16.679939999999988</c:v>
                </c:pt>
                <c:pt idx="15986">
                  <c:v>16.501799999999989</c:v>
                </c:pt>
                <c:pt idx="15987">
                  <c:v>16.328749999999957</c:v>
                </c:pt>
                <c:pt idx="15988">
                  <c:v>16.427289999999989</c:v>
                </c:pt>
                <c:pt idx="15989">
                  <c:v>16.65521</c:v>
                </c:pt>
                <c:pt idx="15990">
                  <c:v>16.776589999999974</c:v>
                </c:pt>
                <c:pt idx="15991">
                  <c:v>16.706119999999974</c:v>
                </c:pt>
                <c:pt idx="15992">
                  <c:v>16.069749999999956</c:v>
                </c:pt>
                <c:pt idx="15993">
                  <c:v>15.33806</c:v>
                </c:pt>
                <c:pt idx="15994">
                  <c:v>15.27704</c:v>
                </c:pt>
                <c:pt idx="15995">
                  <c:v>15.59188</c:v>
                </c:pt>
                <c:pt idx="15996">
                  <c:v>15.68825</c:v>
                </c:pt>
                <c:pt idx="15997">
                  <c:v>15.382540000000018</c:v>
                </c:pt>
                <c:pt idx="15998">
                  <c:v>15.102040000000002</c:v>
                </c:pt>
                <c:pt idx="15999">
                  <c:v>14.97795</c:v>
                </c:pt>
                <c:pt idx="16000">
                  <c:v>15.143660000000001</c:v>
                </c:pt>
                <c:pt idx="16001">
                  <c:v>15.477360000000001</c:v>
                </c:pt>
                <c:pt idx="16002">
                  <c:v>15.369700000000011</c:v>
                </c:pt>
                <c:pt idx="16003">
                  <c:v>15.024560000000001</c:v>
                </c:pt>
                <c:pt idx="16004">
                  <c:v>14.90574000000001</c:v>
                </c:pt>
                <c:pt idx="16005">
                  <c:v>14.769030000000004</c:v>
                </c:pt>
                <c:pt idx="16006">
                  <c:v>14.666600000000004</c:v>
                </c:pt>
                <c:pt idx="16007">
                  <c:v>14.7462</c:v>
                </c:pt>
                <c:pt idx="16008">
                  <c:v>14.84539</c:v>
                </c:pt>
                <c:pt idx="16009">
                  <c:v>14.80115</c:v>
                </c:pt>
                <c:pt idx="16010">
                  <c:v>14.165540000000011</c:v>
                </c:pt>
                <c:pt idx="16011">
                  <c:v>13.60955</c:v>
                </c:pt>
                <c:pt idx="16012">
                  <c:v>13.47081</c:v>
                </c:pt>
                <c:pt idx="16013">
                  <c:v>13.57565000000001</c:v>
                </c:pt>
                <c:pt idx="16014">
                  <c:v>13.39179</c:v>
                </c:pt>
                <c:pt idx="16015">
                  <c:v>13.007810000000001</c:v>
                </c:pt>
                <c:pt idx="16016">
                  <c:v>12.81176</c:v>
                </c:pt>
                <c:pt idx="16017">
                  <c:v>13.02511</c:v>
                </c:pt>
                <c:pt idx="16018">
                  <c:v>13.229810000000001</c:v>
                </c:pt>
                <c:pt idx="16019">
                  <c:v>13.129250000000001</c:v>
                </c:pt>
                <c:pt idx="16020">
                  <c:v>12.97429</c:v>
                </c:pt>
                <c:pt idx="16021">
                  <c:v>12.34685</c:v>
                </c:pt>
                <c:pt idx="16022">
                  <c:v>11.873670000000002</c:v>
                </c:pt>
                <c:pt idx="16023">
                  <c:v>11.808620000000001</c:v>
                </c:pt>
                <c:pt idx="16024">
                  <c:v>11.917020000000001</c:v>
                </c:pt>
                <c:pt idx="16025">
                  <c:v>12.01943000000001</c:v>
                </c:pt>
                <c:pt idx="16026">
                  <c:v>11.9366</c:v>
                </c:pt>
                <c:pt idx="16027">
                  <c:v>11.8041</c:v>
                </c:pt>
                <c:pt idx="16028">
                  <c:v>11.77585</c:v>
                </c:pt>
                <c:pt idx="16029">
                  <c:v>11.875050000000011</c:v>
                </c:pt>
                <c:pt idx="16030">
                  <c:v>11.52599</c:v>
                </c:pt>
                <c:pt idx="16031">
                  <c:v>11.17595</c:v>
                </c:pt>
                <c:pt idx="16032">
                  <c:v>11.427520000000001</c:v>
                </c:pt>
                <c:pt idx="16033">
                  <c:v>11.58587</c:v>
                </c:pt>
                <c:pt idx="16034">
                  <c:v>11.67066</c:v>
                </c:pt>
                <c:pt idx="16035">
                  <c:v>11.41394</c:v>
                </c:pt>
                <c:pt idx="16036">
                  <c:v>11.107060000000001</c:v>
                </c:pt>
                <c:pt idx="16037">
                  <c:v>10.810790000000004</c:v>
                </c:pt>
                <c:pt idx="16038">
                  <c:v>10.54766</c:v>
                </c:pt>
                <c:pt idx="16039">
                  <c:v>10.46917</c:v>
                </c:pt>
                <c:pt idx="16040">
                  <c:v>10.30986</c:v>
                </c:pt>
                <c:pt idx="16041">
                  <c:v>10.10661</c:v>
                </c:pt>
                <c:pt idx="16042">
                  <c:v>10.050940000000002</c:v>
                </c:pt>
                <c:pt idx="16043">
                  <c:v>10.16353000000001</c:v>
                </c:pt>
                <c:pt idx="16044">
                  <c:v>10.40029</c:v>
                </c:pt>
                <c:pt idx="16045">
                  <c:v>10.55856</c:v>
                </c:pt>
                <c:pt idx="16046">
                  <c:v>10.08766</c:v>
                </c:pt>
                <c:pt idx="16047">
                  <c:v>9.898810000000001</c:v>
                </c:pt>
                <c:pt idx="16048">
                  <c:v>9.6447699999999994</c:v>
                </c:pt>
                <c:pt idx="16049">
                  <c:v>9.3502000000000027</c:v>
                </c:pt>
                <c:pt idx="16050">
                  <c:v>9.0577500000000004</c:v>
                </c:pt>
                <c:pt idx="16051">
                  <c:v>8.6023000000000014</c:v>
                </c:pt>
                <c:pt idx="16052">
                  <c:v>7.9671499999999975</c:v>
                </c:pt>
                <c:pt idx="16053">
                  <c:v>7.4656599999999997</c:v>
                </c:pt>
                <c:pt idx="16054">
                  <c:v>7.2465200000000003</c:v>
                </c:pt>
                <c:pt idx="16055">
                  <c:v>7.2573099999999995</c:v>
                </c:pt>
                <c:pt idx="16056">
                  <c:v>7.4088399999999996</c:v>
                </c:pt>
                <c:pt idx="16057">
                  <c:v>7.5790199999999999</c:v>
                </c:pt>
                <c:pt idx="16058">
                  <c:v>7.7823700000000002</c:v>
                </c:pt>
                <c:pt idx="16059">
                  <c:v>8.2179500000000001</c:v>
                </c:pt>
                <c:pt idx="16060">
                  <c:v>8.6681100000000004</c:v>
                </c:pt>
                <c:pt idx="16061">
                  <c:v>8.8516700000000004</c:v>
                </c:pt>
                <c:pt idx="16062">
                  <c:v>9.0004500000000007</c:v>
                </c:pt>
                <c:pt idx="16063">
                  <c:v>9.0398900000000015</c:v>
                </c:pt>
                <c:pt idx="16064">
                  <c:v>8.8531000000000066</c:v>
                </c:pt>
                <c:pt idx="16065">
                  <c:v>8.7791800000000002</c:v>
                </c:pt>
                <c:pt idx="16066">
                  <c:v>8.9906900000000007</c:v>
                </c:pt>
                <c:pt idx="16067">
                  <c:v>9.2176600000000004</c:v>
                </c:pt>
                <c:pt idx="16068">
                  <c:v>9.2996000000000034</c:v>
                </c:pt>
                <c:pt idx="16069">
                  <c:v>9.4255600000000008</c:v>
                </c:pt>
                <c:pt idx="16070">
                  <c:v>9.3577000000000048</c:v>
                </c:pt>
                <c:pt idx="16071">
                  <c:v>8.8713900000000034</c:v>
                </c:pt>
                <c:pt idx="16072">
                  <c:v>8.2613299999999992</c:v>
                </c:pt>
                <c:pt idx="16073">
                  <c:v>7.9030399999999998</c:v>
                </c:pt>
                <c:pt idx="16074">
                  <c:v>7.8798700000000004</c:v>
                </c:pt>
                <c:pt idx="16075">
                  <c:v>8.01023</c:v>
                </c:pt>
                <c:pt idx="16076">
                  <c:v>8.2315400000000007</c:v>
                </c:pt>
                <c:pt idx="16077">
                  <c:v>8.3192600000000034</c:v>
                </c:pt>
                <c:pt idx="16078">
                  <c:v>8.2720400000000005</c:v>
                </c:pt>
                <c:pt idx="16079">
                  <c:v>8.1877600000000008</c:v>
                </c:pt>
                <c:pt idx="16080">
                  <c:v>8.0385799999999996</c:v>
                </c:pt>
                <c:pt idx="16081">
                  <c:v>8.0252800000000004</c:v>
                </c:pt>
                <c:pt idx="16082">
                  <c:v>8.1072400000000009</c:v>
                </c:pt>
                <c:pt idx="16083">
                  <c:v>8.1501200000000011</c:v>
                </c:pt>
                <c:pt idx="16084">
                  <c:v>8.1162200000000002</c:v>
                </c:pt>
                <c:pt idx="16085">
                  <c:v>8.1084500000000013</c:v>
                </c:pt>
                <c:pt idx="16086">
                  <c:v>8.0930900000000001</c:v>
                </c:pt>
                <c:pt idx="16087">
                  <c:v>7.9254699999999998</c:v>
                </c:pt>
                <c:pt idx="16088">
                  <c:v>7.8548299999999944</c:v>
                </c:pt>
                <c:pt idx="16089">
                  <c:v>7.7951199999999945</c:v>
                </c:pt>
                <c:pt idx="16090">
                  <c:v>7.6135099999999944</c:v>
                </c:pt>
                <c:pt idx="16091">
                  <c:v>7.5229499999999945</c:v>
                </c:pt>
                <c:pt idx="16092">
                  <c:v>7.5193899999999996</c:v>
                </c:pt>
                <c:pt idx="16093">
                  <c:v>7.4623400000000002</c:v>
                </c:pt>
                <c:pt idx="16094">
                  <c:v>7.4969400000000004</c:v>
                </c:pt>
                <c:pt idx="16095">
                  <c:v>7.7787300000000004</c:v>
                </c:pt>
                <c:pt idx="16096">
                  <c:v>8.1370000000000005</c:v>
                </c:pt>
                <c:pt idx="16097">
                  <c:v>8.5614700000000035</c:v>
                </c:pt>
                <c:pt idx="16098">
                  <c:v>8.6634300000000106</c:v>
                </c:pt>
                <c:pt idx="16099">
                  <c:v>8.4389099999999999</c:v>
                </c:pt>
                <c:pt idx="16100">
                  <c:v>8.4388000000000005</c:v>
                </c:pt>
                <c:pt idx="16101">
                  <c:v>8.7448799999999984</c:v>
                </c:pt>
                <c:pt idx="16102">
                  <c:v>8.9929700000000015</c:v>
                </c:pt>
                <c:pt idx="16103">
                  <c:v>9.2551000000000005</c:v>
                </c:pt>
                <c:pt idx="16104">
                  <c:v>9.6730800000000006</c:v>
                </c:pt>
                <c:pt idx="16105">
                  <c:v>10.08967</c:v>
                </c:pt>
                <c:pt idx="16106">
                  <c:v>10.453110000000002</c:v>
                </c:pt>
                <c:pt idx="16107">
                  <c:v>10.66564000000001</c:v>
                </c:pt>
                <c:pt idx="16108">
                  <c:v>10.814550000000002</c:v>
                </c:pt>
                <c:pt idx="16109">
                  <c:v>10.90288000000001</c:v>
                </c:pt>
                <c:pt idx="16110">
                  <c:v>10.9093</c:v>
                </c:pt>
                <c:pt idx="16111">
                  <c:v>10.70018</c:v>
                </c:pt>
                <c:pt idx="16112">
                  <c:v>10.01735</c:v>
                </c:pt>
                <c:pt idx="16113">
                  <c:v>8.9644800000000124</c:v>
                </c:pt>
                <c:pt idx="16114">
                  <c:v>8.1229800000000001</c:v>
                </c:pt>
                <c:pt idx="16115">
                  <c:v>7.6751399999999945</c:v>
                </c:pt>
                <c:pt idx="16116">
                  <c:v>7.5243299999999955</c:v>
                </c:pt>
                <c:pt idx="16117">
                  <c:v>7.5338500000000002</c:v>
                </c:pt>
                <c:pt idx="16118">
                  <c:v>7.4915900000000004</c:v>
                </c:pt>
                <c:pt idx="16119">
                  <c:v>7.4838700000000014</c:v>
                </c:pt>
                <c:pt idx="16120">
                  <c:v>7.6443399999999944</c:v>
                </c:pt>
                <c:pt idx="16121">
                  <c:v>8.0442400000000003</c:v>
                </c:pt>
                <c:pt idx="16122">
                  <c:v>8.5167000000000002</c:v>
                </c:pt>
                <c:pt idx="16123">
                  <c:v>8.8138500000000004</c:v>
                </c:pt>
                <c:pt idx="16124">
                  <c:v>8.9812200000000004</c:v>
                </c:pt>
                <c:pt idx="16125">
                  <c:v>9.2776600000000009</c:v>
                </c:pt>
                <c:pt idx="16126">
                  <c:v>9.4520200000000028</c:v>
                </c:pt>
                <c:pt idx="16127">
                  <c:v>9.3775200000000005</c:v>
                </c:pt>
                <c:pt idx="16128">
                  <c:v>9.3547000000000047</c:v>
                </c:pt>
                <c:pt idx="16129">
                  <c:v>9.3473699999999997</c:v>
                </c:pt>
                <c:pt idx="16130">
                  <c:v>9.2543600000000001</c:v>
                </c:pt>
                <c:pt idx="16131">
                  <c:v>9.3852600000000006</c:v>
                </c:pt>
                <c:pt idx="16132">
                  <c:v>9.7270900000000005</c:v>
                </c:pt>
                <c:pt idx="16133">
                  <c:v>9.8367100000000001</c:v>
                </c:pt>
                <c:pt idx="16134">
                  <c:v>9.7202000000000002</c:v>
                </c:pt>
                <c:pt idx="16135">
                  <c:v>9.8873500000000014</c:v>
                </c:pt>
                <c:pt idx="16136">
                  <c:v>10.189540000000004</c:v>
                </c:pt>
                <c:pt idx="16137">
                  <c:v>10.516580000000006</c:v>
                </c:pt>
                <c:pt idx="16138">
                  <c:v>10.82771</c:v>
                </c:pt>
                <c:pt idx="16139">
                  <c:v>11.050130000000006</c:v>
                </c:pt>
                <c:pt idx="16140">
                  <c:v>11.366450000000011</c:v>
                </c:pt>
                <c:pt idx="16141">
                  <c:v>11.845550000000006</c:v>
                </c:pt>
                <c:pt idx="16142">
                  <c:v>12.480130000000004</c:v>
                </c:pt>
                <c:pt idx="16143">
                  <c:v>13.106200000000001</c:v>
                </c:pt>
                <c:pt idx="16144">
                  <c:v>13.57615</c:v>
                </c:pt>
                <c:pt idx="16145">
                  <c:v>13.84324</c:v>
                </c:pt>
                <c:pt idx="16146">
                  <c:v>14.152480000000018</c:v>
                </c:pt>
                <c:pt idx="16147">
                  <c:v>14.29452</c:v>
                </c:pt>
                <c:pt idx="16148">
                  <c:v>14.20966</c:v>
                </c:pt>
                <c:pt idx="16149">
                  <c:v>14.32967</c:v>
                </c:pt>
                <c:pt idx="16150">
                  <c:v>14.61618</c:v>
                </c:pt>
                <c:pt idx="16151">
                  <c:v>15.02408</c:v>
                </c:pt>
                <c:pt idx="16152">
                  <c:v>15.442460000000002</c:v>
                </c:pt>
                <c:pt idx="16153">
                  <c:v>15.78397</c:v>
                </c:pt>
                <c:pt idx="16154">
                  <c:v>15.96002</c:v>
                </c:pt>
                <c:pt idx="16155">
                  <c:v>16.264810000000001</c:v>
                </c:pt>
                <c:pt idx="16156">
                  <c:v>16.707470000000001</c:v>
                </c:pt>
                <c:pt idx="16157">
                  <c:v>17.008569999999974</c:v>
                </c:pt>
                <c:pt idx="16158">
                  <c:v>17.154779999999999</c:v>
                </c:pt>
                <c:pt idx="16159">
                  <c:v>17.175879999999999</c:v>
                </c:pt>
                <c:pt idx="16160">
                  <c:v>17.05043999999997</c:v>
                </c:pt>
                <c:pt idx="16161">
                  <c:v>16.853819999999999</c:v>
                </c:pt>
                <c:pt idx="16162">
                  <c:v>16.409549999999957</c:v>
                </c:pt>
                <c:pt idx="16163">
                  <c:v>15.767950000000001</c:v>
                </c:pt>
                <c:pt idx="16164">
                  <c:v>15.41262</c:v>
                </c:pt>
                <c:pt idx="16165">
                  <c:v>15.6165</c:v>
                </c:pt>
                <c:pt idx="16166">
                  <c:v>16.089619999999975</c:v>
                </c:pt>
                <c:pt idx="16167">
                  <c:v>16.180910000000001</c:v>
                </c:pt>
                <c:pt idx="16168">
                  <c:v>15.60731</c:v>
                </c:pt>
                <c:pt idx="16169">
                  <c:v>14.640330000000001</c:v>
                </c:pt>
                <c:pt idx="16170">
                  <c:v>14.085330000000004</c:v>
                </c:pt>
                <c:pt idx="16171">
                  <c:v>14.264340000000001</c:v>
                </c:pt>
                <c:pt idx="16172">
                  <c:v>14.995800000000004</c:v>
                </c:pt>
                <c:pt idx="16173">
                  <c:v>15.32907</c:v>
                </c:pt>
                <c:pt idx="16174">
                  <c:v>14.788069999999999</c:v>
                </c:pt>
                <c:pt idx="16175">
                  <c:v>14.02866</c:v>
                </c:pt>
                <c:pt idx="16176">
                  <c:v>13.686260000000001</c:v>
                </c:pt>
                <c:pt idx="16177">
                  <c:v>13.765610000000002</c:v>
                </c:pt>
                <c:pt idx="16178">
                  <c:v>13.708930000000001</c:v>
                </c:pt>
                <c:pt idx="16179">
                  <c:v>13.74578</c:v>
                </c:pt>
                <c:pt idx="16180">
                  <c:v>14.27308</c:v>
                </c:pt>
                <c:pt idx="16181">
                  <c:v>15.197940000000001</c:v>
                </c:pt>
                <c:pt idx="16182">
                  <c:v>16.130379999999999</c:v>
                </c:pt>
                <c:pt idx="16183">
                  <c:v>16.776070000000001</c:v>
                </c:pt>
                <c:pt idx="16184">
                  <c:v>17.361149999999974</c:v>
                </c:pt>
                <c:pt idx="16185">
                  <c:v>17.804089999999999</c:v>
                </c:pt>
                <c:pt idx="16186">
                  <c:v>18.00694</c:v>
                </c:pt>
                <c:pt idx="16187">
                  <c:v>18.06438</c:v>
                </c:pt>
                <c:pt idx="16188">
                  <c:v>18.120750000000001</c:v>
                </c:pt>
                <c:pt idx="16189">
                  <c:v>18.22982</c:v>
                </c:pt>
                <c:pt idx="16190">
                  <c:v>17.604430000000001</c:v>
                </c:pt>
                <c:pt idx="16191">
                  <c:v>16.673089999999988</c:v>
                </c:pt>
                <c:pt idx="16192">
                  <c:v>16.489569999999972</c:v>
                </c:pt>
                <c:pt idx="16193">
                  <c:v>16.917590000000001</c:v>
                </c:pt>
                <c:pt idx="16194">
                  <c:v>17.770160000000001</c:v>
                </c:pt>
                <c:pt idx="16195">
                  <c:v>18.525829999999978</c:v>
                </c:pt>
                <c:pt idx="16196">
                  <c:v>18.657419999999988</c:v>
                </c:pt>
                <c:pt idx="16197">
                  <c:v>18.426039999999972</c:v>
                </c:pt>
                <c:pt idx="16198">
                  <c:v>18.33868</c:v>
                </c:pt>
                <c:pt idx="16199">
                  <c:v>18.5838</c:v>
                </c:pt>
                <c:pt idx="16200">
                  <c:v>19.077660000000005</c:v>
                </c:pt>
                <c:pt idx="16201">
                  <c:v>19.604089999999999</c:v>
                </c:pt>
                <c:pt idx="16202">
                  <c:v>20.144390000000001</c:v>
                </c:pt>
                <c:pt idx="16203">
                  <c:v>20.811050000000037</c:v>
                </c:pt>
                <c:pt idx="16204">
                  <c:v>21.490079999999974</c:v>
                </c:pt>
                <c:pt idx="16205">
                  <c:v>21.937560000000001</c:v>
                </c:pt>
                <c:pt idx="16206">
                  <c:v>21.729780000000002</c:v>
                </c:pt>
                <c:pt idx="16207">
                  <c:v>21.126909999999999</c:v>
                </c:pt>
                <c:pt idx="16208">
                  <c:v>20.294820000000001</c:v>
                </c:pt>
                <c:pt idx="16209">
                  <c:v>19.475939999999973</c:v>
                </c:pt>
                <c:pt idx="16210">
                  <c:v>19.323250000000005</c:v>
                </c:pt>
                <c:pt idx="16211">
                  <c:v>19.664050000000021</c:v>
                </c:pt>
                <c:pt idx="16212">
                  <c:v>20.070889999999999</c:v>
                </c:pt>
                <c:pt idx="16213">
                  <c:v>20.466270000000002</c:v>
                </c:pt>
                <c:pt idx="16214">
                  <c:v>21.007259999999999</c:v>
                </c:pt>
                <c:pt idx="16215">
                  <c:v>21.425979999999978</c:v>
                </c:pt>
                <c:pt idx="16216">
                  <c:v>21.513999999999999</c:v>
                </c:pt>
                <c:pt idx="16217">
                  <c:v>21.407409999999974</c:v>
                </c:pt>
                <c:pt idx="16218">
                  <c:v>21.020040000000002</c:v>
                </c:pt>
                <c:pt idx="16219">
                  <c:v>19.85257</c:v>
                </c:pt>
                <c:pt idx="16220">
                  <c:v>18.69032</c:v>
                </c:pt>
                <c:pt idx="16221">
                  <c:v>18.289349999999956</c:v>
                </c:pt>
                <c:pt idx="16222">
                  <c:v>18.496169999999989</c:v>
                </c:pt>
                <c:pt idx="16223">
                  <c:v>19.095839999999974</c:v>
                </c:pt>
                <c:pt idx="16224">
                  <c:v>19.863980000000005</c:v>
                </c:pt>
                <c:pt idx="16225">
                  <c:v>20.402029999999975</c:v>
                </c:pt>
                <c:pt idx="16226">
                  <c:v>20.763029999999972</c:v>
                </c:pt>
                <c:pt idx="16227">
                  <c:v>21.323049999999974</c:v>
                </c:pt>
                <c:pt idx="16228">
                  <c:v>21.977679999999989</c:v>
                </c:pt>
                <c:pt idx="16229">
                  <c:v>22.602550000000001</c:v>
                </c:pt>
                <c:pt idx="16230">
                  <c:v>23.225479999999973</c:v>
                </c:pt>
                <c:pt idx="16231">
                  <c:v>23.808250000000001</c:v>
                </c:pt>
                <c:pt idx="16232">
                  <c:v>23.724039999999974</c:v>
                </c:pt>
                <c:pt idx="16233">
                  <c:v>23.589719999999971</c:v>
                </c:pt>
                <c:pt idx="16234">
                  <c:v>23.90907</c:v>
                </c:pt>
                <c:pt idx="16235">
                  <c:v>24.208950000000005</c:v>
                </c:pt>
                <c:pt idx="16236">
                  <c:v>24.303950000000022</c:v>
                </c:pt>
                <c:pt idx="16237">
                  <c:v>24.08137</c:v>
                </c:pt>
                <c:pt idx="16238">
                  <c:v>24.12134</c:v>
                </c:pt>
                <c:pt idx="16239">
                  <c:v>24.810590000000001</c:v>
                </c:pt>
                <c:pt idx="16240">
                  <c:v>25.67323</c:v>
                </c:pt>
                <c:pt idx="16241">
                  <c:v>26.390720000000002</c:v>
                </c:pt>
                <c:pt idx="16242">
                  <c:v>26.697289999999999</c:v>
                </c:pt>
                <c:pt idx="16243">
                  <c:v>26.491669999999989</c:v>
                </c:pt>
                <c:pt idx="16244">
                  <c:v>26.068319999999975</c:v>
                </c:pt>
                <c:pt idx="16245">
                  <c:v>25.761299999999974</c:v>
                </c:pt>
                <c:pt idx="16246">
                  <c:v>25.974250000000001</c:v>
                </c:pt>
                <c:pt idx="16247">
                  <c:v>26.50619</c:v>
                </c:pt>
                <c:pt idx="16248">
                  <c:v>26.777270000000001</c:v>
                </c:pt>
                <c:pt idx="16249">
                  <c:v>26.509129999999974</c:v>
                </c:pt>
                <c:pt idx="16250">
                  <c:v>26.185729999999964</c:v>
                </c:pt>
                <c:pt idx="16251">
                  <c:v>26.206109999999974</c:v>
                </c:pt>
                <c:pt idx="16252">
                  <c:v>26.684860000000022</c:v>
                </c:pt>
                <c:pt idx="16253">
                  <c:v>27.396080000000001</c:v>
                </c:pt>
                <c:pt idx="16254">
                  <c:v>28.020619999999973</c:v>
                </c:pt>
                <c:pt idx="16255">
                  <c:v>28.425289999999972</c:v>
                </c:pt>
                <c:pt idx="16256">
                  <c:v>28.804020000000001</c:v>
                </c:pt>
                <c:pt idx="16257">
                  <c:v>29.117680000000021</c:v>
                </c:pt>
                <c:pt idx="16258">
                  <c:v>28.874050000000022</c:v>
                </c:pt>
                <c:pt idx="16259">
                  <c:v>27.956800000000001</c:v>
                </c:pt>
                <c:pt idx="16260">
                  <c:v>27.202190000000002</c:v>
                </c:pt>
                <c:pt idx="16261">
                  <c:v>27.228139999999971</c:v>
                </c:pt>
                <c:pt idx="16262">
                  <c:v>27.781029999999973</c:v>
                </c:pt>
                <c:pt idx="16263">
                  <c:v>28.015560000000001</c:v>
                </c:pt>
                <c:pt idx="16264">
                  <c:v>27.8782</c:v>
                </c:pt>
                <c:pt idx="16265">
                  <c:v>27.837180000000021</c:v>
                </c:pt>
                <c:pt idx="16266">
                  <c:v>28.009639999999973</c:v>
                </c:pt>
                <c:pt idx="16267">
                  <c:v>28.232479999999974</c:v>
                </c:pt>
                <c:pt idx="16268">
                  <c:v>28.488909999999972</c:v>
                </c:pt>
                <c:pt idx="16269">
                  <c:v>28.805800000000001</c:v>
                </c:pt>
                <c:pt idx="16270">
                  <c:v>29.065679999999972</c:v>
                </c:pt>
                <c:pt idx="16271">
                  <c:v>29.371880000000033</c:v>
                </c:pt>
                <c:pt idx="16272">
                  <c:v>29.734369999999988</c:v>
                </c:pt>
                <c:pt idx="16273">
                  <c:v>29.868200000000002</c:v>
                </c:pt>
                <c:pt idx="16274">
                  <c:v>29.976459999999989</c:v>
                </c:pt>
                <c:pt idx="16275">
                  <c:v>30.315890000000021</c:v>
                </c:pt>
                <c:pt idx="16276">
                  <c:v>30.610700000000001</c:v>
                </c:pt>
                <c:pt idx="16277">
                  <c:v>30.716390000000001</c:v>
                </c:pt>
                <c:pt idx="16278">
                  <c:v>30.52359999999997</c:v>
                </c:pt>
                <c:pt idx="16279">
                  <c:v>29.964870000000001</c:v>
                </c:pt>
                <c:pt idx="16280">
                  <c:v>29.362829999999974</c:v>
                </c:pt>
                <c:pt idx="16281">
                  <c:v>29.120920000000005</c:v>
                </c:pt>
                <c:pt idx="16282">
                  <c:v>29.193670000000001</c:v>
                </c:pt>
                <c:pt idx="16283">
                  <c:v>28.83268</c:v>
                </c:pt>
                <c:pt idx="16284">
                  <c:v>28.591860000000022</c:v>
                </c:pt>
                <c:pt idx="16285">
                  <c:v>28.738229999999973</c:v>
                </c:pt>
                <c:pt idx="16286">
                  <c:v>28.849830000000001</c:v>
                </c:pt>
                <c:pt idx="16287">
                  <c:v>29.07914999999997</c:v>
                </c:pt>
                <c:pt idx="16288">
                  <c:v>29.310040000000001</c:v>
                </c:pt>
                <c:pt idx="16289">
                  <c:v>29.517209999999999</c:v>
                </c:pt>
                <c:pt idx="16290">
                  <c:v>29.48197</c:v>
                </c:pt>
                <c:pt idx="16291">
                  <c:v>29.429279999999974</c:v>
                </c:pt>
                <c:pt idx="16292">
                  <c:v>29.534790000000001</c:v>
                </c:pt>
                <c:pt idx="16293">
                  <c:v>29.322939999999978</c:v>
                </c:pt>
                <c:pt idx="16294">
                  <c:v>28.657880000000034</c:v>
                </c:pt>
                <c:pt idx="16295">
                  <c:v>27.959329999999973</c:v>
                </c:pt>
                <c:pt idx="16296">
                  <c:v>27.47738</c:v>
                </c:pt>
                <c:pt idx="16297">
                  <c:v>26.325839999999989</c:v>
                </c:pt>
                <c:pt idx="16298">
                  <c:v>25.20635</c:v>
                </c:pt>
                <c:pt idx="16299">
                  <c:v>24.817409999999999</c:v>
                </c:pt>
                <c:pt idx="16300">
                  <c:v>24.80367</c:v>
                </c:pt>
                <c:pt idx="16301">
                  <c:v>25.151230000000005</c:v>
                </c:pt>
                <c:pt idx="16302">
                  <c:v>25.589839999999974</c:v>
                </c:pt>
                <c:pt idx="16303">
                  <c:v>25.884930000000001</c:v>
                </c:pt>
                <c:pt idx="16304">
                  <c:v>25.928729999999959</c:v>
                </c:pt>
                <c:pt idx="16305">
                  <c:v>25.745089999999973</c:v>
                </c:pt>
                <c:pt idx="16306">
                  <c:v>25.673890000000021</c:v>
                </c:pt>
                <c:pt idx="16307">
                  <c:v>25.858280000000001</c:v>
                </c:pt>
                <c:pt idx="16308">
                  <c:v>25.948259999999973</c:v>
                </c:pt>
                <c:pt idx="16309">
                  <c:v>26.111370000000033</c:v>
                </c:pt>
                <c:pt idx="16310">
                  <c:v>26.505960000000005</c:v>
                </c:pt>
                <c:pt idx="16311">
                  <c:v>26.920489999999972</c:v>
                </c:pt>
                <c:pt idx="16312">
                  <c:v>27.240119999999973</c:v>
                </c:pt>
                <c:pt idx="16313">
                  <c:v>27.484579999999973</c:v>
                </c:pt>
                <c:pt idx="16314">
                  <c:v>27.43703</c:v>
                </c:pt>
                <c:pt idx="16315">
                  <c:v>26.792069999999974</c:v>
                </c:pt>
                <c:pt idx="16316">
                  <c:v>26.019269999999999</c:v>
                </c:pt>
                <c:pt idx="16317">
                  <c:v>25.240169999999978</c:v>
                </c:pt>
                <c:pt idx="16318">
                  <c:v>24.33577</c:v>
                </c:pt>
                <c:pt idx="16319">
                  <c:v>23.720339999999968</c:v>
                </c:pt>
                <c:pt idx="16320">
                  <c:v>23.6905</c:v>
                </c:pt>
                <c:pt idx="16321">
                  <c:v>24.015090000000001</c:v>
                </c:pt>
                <c:pt idx="16322">
                  <c:v>24.208480000000002</c:v>
                </c:pt>
                <c:pt idx="16323">
                  <c:v>24.182689999999972</c:v>
                </c:pt>
                <c:pt idx="16324">
                  <c:v>24.121379999999988</c:v>
                </c:pt>
                <c:pt idx="16325">
                  <c:v>23.86778</c:v>
                </c:pt>
                <c:pt idx="16326">
                  <c:v>23.3445</c:v>
                </c:pt>
                <c:pt idx="16327">
                  <c:v>22.952019999999973</c:v>
                </c:pt>
                <c:pt idx="16328">
                  <c:v>22.994140000000002</c:v>
                </c:pt>
                <c:pt idx="16329">
                  <c:v>23.322039999999973</c:v>
                </c:pt>
                <c:pt idx="16330">
                  <c:v>23.420239999999971</c:v>
                </c:pt>
                <c:pt idx="16331">
                  <c:v>23.350850000000033</c:v>
                </c:pt>
                <c:pt idx="16332">
                  <c:v>23.35204999999997</c:v>
                </c:pt>
                <c:pt idx="16333">
                  <c:v>23.40588</c:v>
                </c:pt>
                <c:pt idx="16334">
                  <c:v>23.25141</c:v>
                </c:pt>
                <c:pt idx="16335">
                  <c:v>22.982749999999943</c:v>
                </c:pt>
                <c:pt idx="16336">
                  <c:v>22.706479999999978</c:v>
                </c:pt>
                <c:pt idx="16337">
                  <c:v>22.440109999999972</c:v>
                </c:pt>
                <c:pt idx="16338">
                  <c:v>22.339580000000005</c:v>
                </c:pt>
                <c:pt idx="16339">
                  <c:v>22.42458999999997</c:v>
                </c:pt>
                <c:pt idx="16340">
                  <c:v>22.627140000000001</c:v>
                </c:pt>
                <c:pt idx="16341">
                  <c:v>22.276309999999974</c:v>
                </c:pt>
                <c:pt idx="16342">
                  <c:v>21.215150000000001</c:v>
                </c:pt>
                <c:pt idx="16343">
                  <c:v>20.241959999999999</c:v>
                </c:pt>
                <c:pt idx="16344">
                  <c:v>19.348789999999973</c:v>
                </c:pt>
                <c:pt idx="16345">
                  <c:v>18.749549999999957</c:v>
                </c:pt>
                <c:pt idx="16346">
                  <c:v>18.339459999999999</c:v>
                </c:pt>
                <c:pt idx="16347">
                  <c:v>18.033650000000005</c:v>
                </c:pt>
                <c:pt idx="16348">
                  <c:v>18.081139999999973</c:v>
                </c:pt>
                <c:pt idx="16349">
                  <c:v>18.367069999999988</c:v>
                </c:pt>
                <c:pt idx="16350">
                  <c:v>18.602070000000001</c:v>
                </c:pt>
                <c:pt idx="16351">
                  <c:v>18.967399999999973</c:v>
                </c:pt>
                <c:pt idx="16352">
                  <c:v>18.904</c:v>
                </c:pt>
                <c:pt idx="16353">
                  <c:v>18.360209999999974</c:v>
                </c:pt>
                <c:pt idx="16354">
                  <c:v>17.627649999999978</c:v>
                </c:pt>
                <c:pt idx="16355">
                  <c:v>16.920059999999989</c:v>
                </c:pt>
                <c:pt idx="16356">
                  <c:v>16.609210000000001</c:v>
                </c:pt>
                <c:pt idx="16357">
                  <c:v>16.475009999999973</c:v>
                </c:pt>
                <c:pt idx="16358">
                  <c:v>16.174790000000005</c:v>
                </c:pt>
                <c:pt idx="16359">
                  <c:v>15.84882</c:v>
                </c:pt>
                <c:pt idx="16360">
                  <c:v>15.650930000000002</c:v>
                </c:pt>
                <c:pt idx="16361">
                  <c:v>15.22275</c:v>
                </c:pt>
                <c:pt idx="16362">
                  <c:v>15.06894</c:v>
                </c:pt>
                <c:pt idx="16363">
                  <c:v>15.24281</c:v>
                </c:pt>
                <c:pt idx="16364">
                  <c:v>15.496700000000002</c:v>
                </c:pt>
                <c:pt idx="16365">
                  <c:v>15.810740000000004</c:v>
                </c:pt>
                <c:pt idx="16366">
                  <c:v>15.812330000000006</c:v>
                </c:pt>
                <c:pt idx="16367">
                  <c:v>15.532220000000001</c:v>
                </c:pt>
                <c:pt idx="16368">
                  <c:v>15.21232</c:v>
                </c:pt>
                <c:pt idx="16369">
                  <c:v>15.09582</c:v>
                </c:pt>
                <c:pt idx="16370">
                  <c:v>15.175230000000004</c:v>
                </c:pt>
                <c:pt idx="16371">
                  <c:v>15.41633</c:v>
                </c:pt>
                <c:pt idx="16372">
                  <c:v>15.65151</c:v>
                </c:pt>
                <c:pt idx="16373">
                  <c:v>15.702720000000001</c:v>
                </c:pt>
                <c:pt idx="16374">
                  <c:v>15.553470000000004</c:v>
                </c:pt>
                <c:pt idx="16375">
                  <c:v>15.15734</c:v>
                </c:pt>
                <c:pt idx="16376">
                  <c:v>14.53341</c:v>
                </c:pt>
                <c:pt idx="16377">
                  <c:v>13.598240000000001</c:v>
                </c:pt>
                <c:pt idx="16378">
                  <c:v>12.98535</c:v>
                </c:pt>
                <c:pt idx="16379">
                  <c:v>11.55767</c:v>
                </c:pt>
                <c:pt idx="16380">
                  <c:v>9.5180299999999995</c:v>
                </c:pt>
                <c:pt idx="16381">
                  <c:v>10.91535</c:v>
                </c:pt>
                <c:pt idx="16382">
                  <c:v>11.810130000000004</c:v>
                </c:pt>
                <c:pt idx="16383">
                  <c:v>12.09761</c:v>
                </c:pt>
                <c:pt idx="16384">
                  <c:v>12.23958</c:v>
                </c:pt>
                <c:pt idx="16385">
                  <c:v>12.437670000000001</c:v>
                </c:pt>
                <c:pt idx="16386">
                  <c:v>12.77779</c:v>
                </c:pt>
                <c:pt idx="16387">
                  <c:v>13.177300000000001</c:v>
                </c:pt>
                <c:pt idx="16388">
                  <c:v>13.305740000000011</c:v>
                </c:pt>
                <c:pt idx="16389">
                  <c:v>13.28429</c:v>
                </c:pt>
                <c:pt idx="16390">
                  <c:v>13.284660000000001</c:v>
                </c:pt>
                <c:pt idx="16391">
                  <c:v>13.242990000000001</c:v>
                </c:pt>
                <c:pt idx="16392">
                  <c:v>13.0921</c:v>
                </c:pt>
                <c:pt idx="16393">
                  <c:v>12.72523</c:v>
                </c:pt>
                <c:pt idx="16394">
                  <c:v>12.37937</c:v>
                </c:pt>
                <c:pt idx="16395">
                  <c:v>12.08676</c:v>
                </c:pt>
                <c:pt idx="16396">
                  <c:v>11.70073</c:v>
                </c:pt>
                <c:pt idx="16397">
                  <c:v>11.334020000000001</c:v>
                </c:pt>
                <c:pt idx="16398">
                  <c:v>11.16506</c:v>
                </c:pt>
                <c:pt idx="16399">
                  <c:v>11.080450000000004</c:v>
                </c:pt>
                <c:pt idx="16400">
                  <c:v>10.64176</c:v>
                </c:pt>
                <c:pt idx="16401">
                  <c:v>9.2911099999999998</c:v>
                </c:pt>
                <c:pt idx="16402">
                  <c:v>0</c:v>
                </c:pt>
                <c:pt idx="16403">
                  <c:v>0</c:v>
                </c:pt>
                <c:pt idx="16404">
                  <c:v>0</c:v>
                </c:pt>
                <c:pt idx="16405">
                  <c:v>0</c:v>
                </c:pt>
                <c:pt idx="16406">
                  <c:v>0</c:v>
                </c:pt>
                <c:pt idx="16407">
                  <c:v>0</c:v>
                </c:pt>
                <c:pt idx="16408">
                  <c:v>1.3319799999999986</c:v>
                </c:pt>
                <c:pt idx="16409">
                  <c:v>5.4675499999999975</c:v>
                </c:pt>
                <c:pt idx="16410">
                  <c:v>8.4766900000000067</c:v>
                </c:pt>
                <c:pt idx="16411">
                  <c:v>9.2655700000000003</c:v>
                </c:pt>
                <c:pt idx="16412">
                  <c:v>9.251240000000001</c:v>
                </c:pt>
                <c:pt idx="16413">
                  <c:v>9.0360400000000016</c:v>
                </c:pt>
                <c:pt idx="16414">
                  <c:v>9.0481199999999973</c:v>
                </c:pt>
                <c:pt idx="16415">
                  <c:v>9.2407199999999996</c:v>
                </c:pt>
                <c:pt idx="16416">
                  <c:v>9.4722300000000068</c:v>
                </c:pt>
                <c:pt idx="16417">
                  <c:v>9.6724900000000122</c:v>
                </c:pt>
                <c:pt idx="16418">
                  <c:v>9.7890500000000014</c:v>
                </c:pt>
                <c:pt idx="16419">
                  <c:v>9.567870000000001</c:v>
                </c:pt>
                <c:pt idx="16420">
                  <c:v>9.1171500000000005</c:v>
                </c:pt>
                <c:pt idx="16421">
                  <c:v>8.5171300000000016</c:v>
                </c:pt>
                <c:pt idx="16422">
                  <c:v>8.2590500000000002</c:v>
                </c:pt>
                <c:pt idx="16423">
                  <c:v>8.3371900000000014</c:v>
                </c:pt>
                <c:pt idx="16424">
                  <c:v>8.3294200000000007</c:v>
                </c:pt>
                <c:pt idx="16425">
                  <c:v>8.211079999999999</c:v>
                </c:pt>
                <c:pt idx="16426">
                  <c:v>7.8747299999999996</c:v>
                </c:pt>
                <c:pt idx="16427">
                  <c:v>7.6481299999999965</c:v>
                </c:pt>
                <c:pt idx="16428">
                  <c:v>7.6662299999999997</c:v>
                </c:pt>
                <c:pt idx="16429">
                  <c:v>7.6999399999999945</c:v>
                </c:pt>
                <c:pt idx="16430">
                  <c:v>7.7546999999999997</c:v>
                </c:pt>
                <c:pt idx="16431">
                  <c:v>7.8605799999999943</c:v>
                </c:pt>
                <c:pt idx="16432">
                  <c:v>7.9311400000000063</c:v>
                </c:pt>
                <c:pt idx="16433">
                  <c:v>7.9399700000000024</c:v>
                </c:pt>
                <c:pt idx="16434">
                  <c:v>7.8006399999999996</c:v>
                </c:pt>
                <c:pt idx="16435">
                  <c:v>7.7968099999999998</c:v>
                </c:pt>
                <c:pt idx="16436">
                  <c:v>7.91181</c:v>
                </c:pt>
                <c:pt idx="16437">
                  <c:v>8.0218100000000003</c:v>
                </c:pt>
                <c:pt idx="16438">
                  <c:v>8.1101100000000006</c:v>
                </c:pt>
                <c:pt idx="16439">
                  <c:v>8.2271699999999992</c:v>
                </c:pt>
                <c:pt idx="16440">
                  <c:v>8.3352600000000034</c:v>
                </c:pt>
                <c:pt idx="16441">
                  <c:v>8.1135400000000004</c:v>
                </c:pt>
                <c:pt idx="16442">
                  <c:v>7.6089499999999965</c:v>
                </c:pt>
                <c:pt idx="16443">
                  <c:v>7.2625999999999955</c:v>
                </c:pt>
                <c:pt idx="16444">
                  <c:v>7.1667699999999996</c:v>
                </c:pt>
                <c:pt idx="16445">
                  <c:v>7.2127699999999999</c:v>
                </c:pt>
                <c:pt idx="16446">
                  <c:v>7.3465699999999998</c:v>
                </c:pt>
                <c:pt idx="16447">
                  <c:v>7.6189899999999939</c:v>
                </c:pt>
                <c:pt idx="16448">
                  <c:v>7.7914000000000003</c:v>
                </c:pt>
                <c:pt idx="16449">
                  <c:v>7.9148199999999944</c:v>
                </c:pt>
                <c:pt idx="16450">
                  <c:v>8.1680400000000013</c:v>
                </c:pt>
                <c:pt idx="16451">
                  <c:v>8.6198300000000003</c:v>
                </c:pt>
                <c:pt idx="16452">
                  <c:v>9.0731300000000008</c:v>
                </c:pt>
                <c:pt idx="16453">
                  <c:v>9.4629300000000125</c:v>
                </c:pt>
                <c:pt idx="16454">
                  <c:v>9.7050800000000006</c:v>
                </c:pt>
                <c:pt idx="16455">
                  <c:v>9.744359999999995</c:v>
                </c:pt>
                <c:pt idx="16456">
                  <c:v>9.6818299999999997</c:v>
                </c:pt>
                <c:pt idx="16457">
                  <c:v>9.6381199999999971</c:v>
                </c:pt>
                <c:pt idx="16458">
                  <c:v>9.5338600000000007</c:v>
                </c:pt>
                <c:pt idx="16459">
                  <c:v>8.859730000000015</c:v>
                </c:pt>
                <c:pt idx="16460">
                  <c:v>8.1620800000000067</c:v>
                </c:pt>
                <c:pt idx="16461">
                  <c:v>7.8233199999999945</c:v>
                </c:pt>
                <c:pt idx="16462">
                  <c:v>7.394559999999994</c:v>
                </c:pt>
                <c:pt idx="16463">
                  <c:v>6.7992500000000033</c:v>
                </c:pt>
                <c:pt idx="16464">
                  <c:v>6.4153399999999996</c:v>
                </c:pt>
                <c:pt idx="16465">
                  <c:v>6.5224999999999955</c:v>
                </c:pt>
                <c:pt idx="16466">
                  <c:v>7.2659799999999946</c:v>
                </c:pt>
                <c:pt idx="16467">
                  <c:v>7.7929499999999985</c:v>
                </c:pt>
                <c:pt idx="16468">
                  <c:v>7.7147199999999945</c:v>
                </c:pt>
                <c:pt idx="16469">
                  <c:v>7.6213699999999998</c:v>
                </c:pt>
                <c:pt idx="16470">
                  <c:v>7.9197700000000024</c:v>
                </c:pt>
                <c:pt idx="16471">
                  <c:v>8.30227</c:v>
                </c:pt>
                <c:pt idx="16472">
                  <c:v>8.5876100000000015</c:v>
                </c:pt>
                <c:pt idx="16473">
                  <c:v>8.6497500000000009</c:v>
                </c:pt>
                <c:pt idx="16474">
                  <c:v>8.4077500000000001</c:v>
                </c:pt>
                <c:pt idx="16475">
                  <c:v>8.2074100000000012</c:v>
                </c:pt>
                <c:pt idx="16476">
                  <c:v>8.3341700000000003</c:v>
                </c:pt>
                <c:pt idx="16477">
                  <c:v>8.7390500000000007</c:v>
                </c:pt>
                <c:pt idx="16478">
                  <c:v>9.1071299999999997</c:v>
                </c:pt>
                <c:pt idx="16479">
                  <c:v>9.4897000000000027</c:v>
                </c:pt>
                <c:pt idx="16480">
                  <c:v>9.8378300000000003</c:v>
                </c:pt>
                <c:pt idx="16481">
                  <c:v>9.9170200000000008</c:v>
                </c:pt>
                <c:pt idx="16482">
                  <c:v>9.8250600000000006</c:v>
                </c:pt>
                <c:pt idx="16483">
                  <c:v>9.6902400000000011</c:v>
                </c:pt>
                <c:pt idx="16484">
                  <c:v>9.6487400000000001</c:v>
                </c:pt>
                <c:pt idx="16485">
                  <c:v>9.6968500000000013</c:v>
                </c:pt>
                <c:pt idx="16486">
                  <c:v>9.8099600000000002</c:v>
                </c:pt>
                <c:pt idx="16487">
                  <c:v>9.8890700000000002</c:v>
                </c:pt>
                <c:pt idx="16488">
                  <c:v>9.7412399999999995</c:v>
                </c:pt>
                <c:pt idx="16489">
                  <c:v>9.65883</c:v>
                </c:pt>
                <c:pt idx="16490">
                  <c:v>9.7705600000000015</c:v>
                </c:pt>
                <c:pt idx="16491">
                  <c:v>9.8994700000000027</c:v>
                </c:pt>
                <c:pt idx="16492">
                  <c:v>10.153280000000002</c:v>
                </c:pt>
                <c:pt idx="16493">
                  <c:v>10.28553000000001</c:v>
                </c:pt>
                <c:pt idx="16494">
                  <c:v>9.8910800000000005</c:v>
                </c:pt>
                <c:pt idx="16495">
                  <c:v>9.3428000000000004</c:v>
                </c:pt>
                <c:pt idx="16496">
                  <c:v>9.1212699999999991</c:v>
                </c:pt>
                <c:pt idx="16497">
                  <c:v>9.0859900000000007</c:v>
                </c:pt>
                <c:pt idx="16498">
                  <c:v>9.0595200000000027</c:v>
                </c:pt>
                <c:pt idx="16499">
                  <c:v>9.2959300000000002</c:v>
                </c:pt>
                <c:pt idx="16500">
                  <c:v>9.8110000000000035</c:v>
                </c:pt>
                <c:pt idx="16501">
                  <c:v>10.53046</c:v>
                </c:pt>
                <c:pt idx="16502">
                  <c:v>11.15668000000001</c:v>
                </c:pt>
                <c:pt idx="16503">
                  <c:v>11.67901</c:v>
                </c:pt>
                <c:pt idx="16504">
                  <c:v>11.83019</c:v>
                </c:pt>
                <c:pt idx="16505">
                  <c:v>11.717450000000001</c:v>
                </c:pt>
                <c:pt idx="16506">
                  <c:v>11.694430000000002</c:v>
                </c:pt>
                <c:pt idx="16507">
                  <c:v>11.604000000000001</c:v>
                </c:pt>
                <c:pt idx="16508">
                  <c:v>11.439490000000006</c:v>
                </c:pt>
                <c:pt idx="16509">
                  <c:v>11.3316</c:v>
                </c:pt>
                <c:pt idx="16510">
                  <c:v>11.4091</c:v>
                </c:pt>
                <c:pt idx="16511">
                  <c:v>11.39</c:v>
                </c:pt>
                <c:pt idx="16512">
                  <c:v>11.154200000000001</c:v>
                </c:pt>
                <c:pt idx="16513">
                  <c:v>10.85657000000001</c:v>
                </c:pt>
                <c:pt idx="16514">
                  <c:v>11.0327</c:v>
                </c:pt>
                <c:pt idx="16515">
                  <c:v>11.822240000000004</c:v>
                </c:pt>
                <c:pt idx="16516">
                  <c:v>12.621600000000001</c:v>
                </c:pt>
                <c:pt idx="16517">
                  <c:v>12.571120000000001</c:v>
                </c:pt>
                <c:pt idx="16518">
                  <c:v>11.93704</c:v>
                </c:pt>
                <c:pt idx="16519">
                  <c:v>11.470550000000006</c:v>
                </c:pt>
                <c:pt idx="16520">
                  <c:v>11.293340000000001</c:v>
                </c:pt>
                <c:pt idx="16521">
                  <c:v>11.325710000000004</c:v>
                </c:pt>
                <c:pt idx="16522">
                  <c:v>11.475980000000011</c:v>
                </c:pt>
                <c:pt idx="16523">
                  <c:v>11.747949999999999</c:v>
                </c:pt>
                <c:pt idx="16524">
                  <c:v>11.96428</c:v>
                </c:pt>
                <c:pt idx="16525">
                  <c:v>12.06709</c:v>
                </c:pt>
                <c:pt idx="16526">
                  <c:v>12.26763</c:v>
                </c:pt>
                <c:pt idx="16527">
                  <c:v>12.504860000000001</c:v>
                </c:pt>
                <c:pt idx="16528">
                  <c:v>12.730180000000001</c:v>
                </c:pt>
                <c:pt idx="16529">
                  <c:v>12.948359999999999</c:v>
                </c:pt>
                <c:pt idx="16530">
                  <c:v>13.12025</c:v>
                </c:pt>
                <c:pt idx="16531">
                  <c:v>13.311580000000006</c:v>
                </c:pt>
                <c:pt idx="16532">
                  <c:v>13.622030000000002</c:v>
                </c:pt>
                <c:pt idx="16533">
                  <c:v>13.942780000000004</c:v>
                </c:pt>
                <c:pt idx="16534">
                  <c:v>14.13583</c:v>
                </c:pt>
                <c:pt idx="16535">
                  <c:v>14.242890000000001</c:v>
                </c:pt>
                <c:pt idx="16536">
                  <c:v>14.53163</c:v>
                </c:pt>
                <c:pt idx="16537">
                  <c:v>15.061170000000001</c:v>
                </c:pt>
                <c:pt idx="16538">
                  <c:v>15.676440000000012</c:v>
                </c:pt>
                <c:pt idx="16539">
                  <c:v>16.311830000000022</c:v>
                </c:pt>
                <c:pt idx="16540">
                  <c:v>16.827680000000001</c:v>
                </c:pt>
                <c:pt idx="16541">
                  <c:v>17.323589999999989</c:v>
                </c:pt>
                <c:pt idx="16542">
                  <c:v>17.81879</c:v>
                </c:pt>
                <c:pt idx="16543">
                  <c:v>17.872450000000001</c:v>
                </c:pt>
                <c:pt idx="16544">
                  <c:v>17.39329</c:v>
                </c:pt>
                <c:pt idx="16545">
                  <c:v>16.488319999999959</c:v>
                </c:pt>
                <c:pt idx="16546">
                  <c:v>15.211679999999999</c:v>
                </c:pt>
                <c:pt idx="16547">
                  <c:v>14.25348000000001</c:v>
                </c:pt>
                <c:pt idx="16548">
                  <c:v>14.083770000000001</c:v>
                </c:pt>
                <c:pt idx="16549">
                  <c:v>14.45312</c:v>
                </c:pt>
                <c:pt idx="16550">
                  <c:v>14.343630000000006</c:v>
                </c:pt>
                <c:pt idx="16551">
                  <c:v>14.16361</c:v>
                </c:pt>
                <c:pt idx="16552">
                  <c:v>14.47852</c:v>
                </c:pt>
                <c:pt idx="16553">
                  <c:v>14.80200000000001</c:v>
                </c:pt>
                <c:pt idx="16554">
                  <c:v>15.09238</c:v>
                </c:pt>
                <c:pt idx="16555">
                  <c:v>15.369550000000011</c:v>
                </c:pt>
                <c:pt idx="16556">
                  <c:v>15.526870000000001</c:v>
                </c:pt>
                <c:pt idx="16557">
                  <c:v>15.649750000000001</c:v>
                </c:pt>
                <c:pt idx="16558">
                  <c:v>15.778359999999999</c:v>
                </c:pt>
                <c:pt idx="16559">
                  <c:v>15.906080000000006</c:v>
                </c:pt>
                <c:pt idx="16560">
                  <c:v>15.98672</c:v>
                </c:pt>
                <c:pt idx="16561">
                  <c:v>16.270019999999974</c:v>
                </c:pt>
                <c:pt idx="16562">
                  <c:v>16.592559999999974</c:v>
                </c:pt>
                <c:pt idx="16563">
                  <c:v>16.87724</c:v>
                </c:pt>
                <c:pt idx="16564">
                  <c:v>17.167179999999988</c:v>
                </c:pt>
                <c:pt idx="16565">
                  <c:v>17.442999999999973</c:v>
                </c:pt>
                <c:pt idx="16566">
                  <c:v>17.673310000000001</c:v>
                </c:pt>
                <c:pt idx="16567">
                  <c:v>17.856339999999989</c:v>
                </c:pt>
                <c:pt idx="16568">
                  <c:v>17.64555</c:v>
                </c:pt>
                <c:pt idx="16569">
                  <c:v>17.089489999999973</c:v>
                </c:pt>
                <c:pt idx="16570">
                  <c:v>16.894250000000021</c:v>
                </c:pt>
                <c:pt idx="16571">
                  <c:v>17.263689999999972</c:v>
                </c:pt>
                <c:pt idx="16572">
                  <c:v>17.941789999999973</c:v>
                </c:pt>
                <c:pt idx="16573">
                  <c:v>18.418019999999974</c:v>
                </c:pt>
                <c:pt idx="16574">
                  <c:v>18.626200000000001</c:v>
                </c:pt>
                <c:pt idx="16575">
                  <c:v>18.8735</c:v>
                </c:pt>
                <c:pt idx="16576">
                  <c:v>19.114820000000037</c:v>
                </c:pt>
                <c:pt idx="16577">
                  <c:v>19.376890000000021</c:v>
                </c:pt>
                <c:pt idx="16578">
                  <c:v>19.771419999999978</c:v>
                </c:pt>
                <c:pt idx="16579">
                  <c:v>20.094290000000001</c:v>
                </c:pt>
                <c:pt idx="16580">
                  <c:v>20.258329999999972</c:v>
                </c:pt>
                <c:pt idx="16581">
                  <c:v>20.274819999999988</c:v>
                </c:pt>
                <c:pt idx="16582">
                  <c:v>20.019780000000001</c:v>
                </c:pt>
                <c:pt idx="16583">
                  <c:v>19.848219999999973</c:v>
                </c:pt>
                <c:pt idx="16584">
                  <c:v>20.109190000000005</c:v>
                </c:pt>
                <c:pt idx="16585">
                  <c:v>20.539909999999999</c:v>
                </c:pt>
                <c:pt idx="16586">
                  <c:v>20.8474</c:v>
                </c:pt>
                <c:pt idx="16587">
                  <c:v>20.915310000000002</c:v>
                </c:pt>
                <c:pt idx="16588">
                  <c:v>20.510960000000026</c:v>
                </c:pt>
                <c:pt idx="16589">
                  <c:v>20.00441</c:v>
                </c:pt>
                <c:pt idx="16590">
                  <c:v>19.82291</c:v>
                </c:pt>
                <c:pt idx="16591">
                  <c:v>19.513590000000001</c:v>
                </c:pt>
                <c:pt idx="16592">
                  <c:v>19.613710000000001</c:v>
                </c:pt>
                <c:pt idx="16593">
                  <c:v>20.24412999999997</c:v>
                </c:pt>
                <c:pt idx="16594">
                  <c:v>20.926339999999971</c:v>
                </c:pt>
                <c:pt idx="16595">
                  <c:v>21.154250000000033</c:v>
                </c:pt>
                <c:pt idx="16596">
                  <c:v>20.869150000000001</c:v>
                </c:pt>
                <c:pt idx="16597">
                  <c:v>20.701139999999974</c:v>
                </c:pt>
                <c:pt idx="16598">
                  <c:v>20.792139999999975</c:v>
                </c:pt>
                <c:pt idx="16599">
                  <c:v>20.769409999999972</c:v>
                </c:pt>
                <c:pt idx="16600">
                  <c:v>20.682599999999972</c:v>
                </c:pt>
                <c:pt idx="16601">
                  <c:v>20.69678</c:v>
                </c:pt>
                <c:pt idx="16602">
                  <c:v>20.82370999999997</c:v>
                </c:pt>
                <c:pt idx="16603">
                  <c:v>20.99281999999997</c:v>
                </c:pt>
                <c:pt idx="16604">
                  <c:v>21.00582</c:v>
                </c:pt>
                <c:pt idx="16605">
                  <c:v>21.103480000000001</c:v>
                </c:pt>
                <c:pt idx="16606">
                  <c:v>21.48305999999997</c:v>
                </c:pt>
                <c:pt idx="16607">
                  <c:v>22.046880000000005</c:v>
                </c:pt>
                <c:pt idx="16608">
                  <c:v>22.56099</c:v>
                </c:pt>
                <c:pt idx="16609">
                  <c:v>23.171209999999999</c:v>
                </c:pt>
                <c:pt idx="16610">
                  <c:v>23.929509999999972</c:v>
                </c:pt>
                <c:pt idx="16611">
                  <c:v>24.702759999999973</c:v>
                </c:pt>
                <c:pt idx="16612">
                  <c:v>25.439779999999974</c:v>
                </c:pt>
                <c:pt idx="16613">
                  <c:v>26.095189999999974</c:v>
                </c:pt>
                <c:pt idx="16614">
                  <c:v>26.281300000000002</c:v>
                </c:pt>
                <c:pt idx="16615">
                  <c:v>25.975429999999957</c:v>
                </c:pt>
                <c:pt idx="16616">
                  <c:v>25.665659999999974</c:v>
                </c:pt>
                <c:pt idx="16617">
                  <c:v>25.721860000000021</c:v>
                </c:pt>
                <c:pt idx="16618">
                  <c:v>25.715739999999968</c:v>
                </c:pt>
                <c:pt idx="16619">
                  <c:v>25.635809999999999</c:v>
                </c:pt>
                <c:pt idx="16620">
                  <c:v>25.290469999999978</c:v>
                </c:pt>
                <c:pt idx="16621">
                  <c:v>24.90475</c:v>
                </c:pt>
                <c:pt idx="16622">
                  <c:v>24.77321999999997</c:v>
                </c:pt>
                <c:pt idx="16623">
                  <c:v>24.7209</c:v>
                </c:pt>
                <c:pt idx="16624">
                  <c:v>24.88766</c:v>
                </c:pt>
                <c:pt idx="16625">
                  <c:v>25.359909999999999</c:v>
                </c:pt>
                <c:pt idx="16626">
                  <c:v>25.886379999999978</c:v>
                </c:pt>
                <c:pt idx="16627">
                  <c:v>25.877459999999999</c:v>
                </c:pt>
                <c:pt idx="16628">
                  <c:v>25.392189999999989</c:v>
                </c:pt>
                <c:pt idx="16629">
                  <c:v>25.093209999999978</c:v>
                </c:pt>
                <c:pt idx="16630">
                  <c:v>25.20649999999997</c:v>
                </c:pt>
                <c:pt idx="16631">
                  <c:v>25.388579999999973</c:v>
                </c:pt>
                <c:pt idx="16632">
                  <c:v>25.520050000000001</c:v>
                </c:pt>
                <c:pt idx="16633">
                  <c:v>25.626280000000001</c:v>
                </c:pt>
                <c:pt idx="16634">
                  <c:v>25.671980000000033</c:v>
                </c:pt>
                <c:pt idx="16635">
                  <c:v>25.941980000000001</c:v>
                </c:pt>
                <c:pt idx="16636">
                  <c:v>26.466909999999974</c:v>
                </c:pt>
                <c:pt idx="16637">
                  <c:v>27.00515</c:v>
                </c:pt>
                <c:pt idx="16638">
                  <c:v>27.379490000000001</c:v>
                </c:pt>
                <c:pt idx="16639">
                  <c:v>27.645230000000002</c:v>
                </c:pt>
                <c:pt idx="16640">
                  <c:v>27.641639999999974</c:v>
                </c:pt>
                <c:pt idx="16641">
                  <c:v>27.03219</c:v>
                </c:pt>
                <c:pt idx="16642">
                  <c:v>26.295660000000002</c:v>
                </c:pt>
                <c:pt idx="16643">
                  <c:v>26.01238</c:v>
                </c:pt>
                <c:pt idx="16644">
                  <c:v>26.271409999999989</c:v>
                </c:pt>
                <c:pt idx="16645">
                  <c:v>26.748409999999971</c:v>
                </c:pt>
                <c:pt idx="16646">
                  <c:v>27.110900000000033</c:v>
                </c:pt>
                <c:pt idx="16647">
                  <c:v>27.41028</c:v>
                </c:pt>
                <c:pt idx="16648">
                  <c:v>27.612390000000001</c:v>
                </c:pt>
                <c:pt idx="16649">
                  <c:v>27.50948</c:v>
                </c:pt>
                <c:pt idx="16650">
                  <c:v>27.07648</c:v>
                </c:pt>
                <c:pt idx="16651">
                  <c:v>27.103899999999999</c:v>
                </c:pt>
                <c:pt idx="16652">
                  <c:v>27.53302</c:v>
                </c:pt>
                <c:pt idx="16653">
                  <c:v>27.859829999999999</c:v>
                </c:pt>
                <c:pt idx="16654">
                  <c:v>27.666599999999974</c:v>
                </c:pt>
                <c:pt idx="16655">
                  <c:v>27.523739999999975</c:v>
                </c:pt>
                <c:pt idx="16656">
                  <c:v>27.798289999999973</c:v>
                </c:pt>
                <c:pt idx="16657">
                  <c:v>27.335000000000001</c:v>
                </c:pt>
                <c:pt idx="16658">
                  <c:v>26.605879999999999</c:v>
                </c:pt>
                <c:pt idx="16659">
                  <c:v>26.27599</c:v>
                </c:pt>
                <c:pt idx="16660">
                  <c:v>26.251899999999999</c:v>
                </c:pt>
                <c:pt idx="16661">
                  <c:v>26.626139999999989</c:v>
                </c:pt>
                <c:pt idx="16662">
                  <c:v>27.24296</c:v>
                </c:pt>
                <c:pt idx="16663">
                  <c:v>27.848659999999974</c:v>
                </c:pt>
                <c:pt idx="16664">
                  <c:v>28.286539999999956</c:v>
                </c:pt>
                <c:pt idx="16665">
                  <c:v>28.567019999999989</c:v>
                </c:pt>
                <c:pt idx="16666">
                  <c:v>28.799429999999973</c:v>
                </c:pt>
                <c:pt idx="16667">
                  <c:v>28.831930000000021</c:v>
                </c:pt>
                <c:pt idx="16668">
                  <c:v>28.603980000000021</c:v>
                </c:pt>
                <c:pt idx="16669">
                  <c:v>28.250299999999989</c:v>
                </c:pt>
                <c:pt idx="16670">
                  <c:v>28.069980000000001</c:v>
                </c:pt>
                <c:pt idx="16671">
                  <c:v>28.120809999999999</c:v>
                </c:pt>
                <c:pt idx="16672">
                  <c:v>28.134650000000022</c:v>
                </c:pt>
                <c:pt idx="16673">
                  <c:v>28.27347</c:v>
                </c:pt>
                <c:pt idx="16674">
                  <c:v>28.525309999999973</c:v>
                </c:pt>
                <c:pt idx="16675">
                  <c:v>28.631060000000037</c:v>
                </c:pt>
                <c:pt idx="16676">
                  <c:v>28.194880000000033</c:v>
                </c:pt>
                <c:pt idx="16677">
                  <c:v>27.648029999999974</c:v>
                </c:pt>
                <c:pt idx="16678">
                  <c:v>27.73377</c:v>
                </c:pt>
                <c:pt idx="16679">
                  <c:v>28.306239999999974</c:v>
                </c:pt>
                <c:pt idx="16680">
                  <c:v>28.475419999999971</c:v>
                </c:pt>
                <c:pt idx="16681">
                  <c:v>27.952999999999989</c:v>
                </c:pt>
                <c:pt idx="16682">
                  <c:v>27.27403</c:v>
                </c:pt>
                <c:pt idx="16683">
                  <c:v>26.60811</c:v>
                </c:pt>
                <c:pt idx="16684">
                  <c:v>26.041409999999978</c:v>
                </c:pt>
                <c:pt idx="16685">
                  <c:v>25.809249999999974</c:v>
                </c:pt>
                <c:pt idx="16686">
                  <c:v>25.830410000000001</c:v>
                </c:pt>
                <c:pt idx="16687">
                  <c:v>25.889039999999973</c:v>
                </c:pt>
                <c:pt idx="16688">
                  <c:v>25.883619999999972</c:v>
                </c:pt>
                <c:pt idx="16689">
                  <c:v>25.236709999999974</c:v>
                </c:pt>
                <c:pt idx="16690">
                  <c:v>24.276219999999974</c:v>
                </c:pt>
                <c:pt idx="16691">
                  <c:v>23.672850000000022</c:v>
                </c:pt>
                <c:pt idx="16692">
                  <c:v>23.402219999999971</c:v>
                </c:pt>
                <c:pt idx="16693">
                  <c:v>23.40647999999997</c:v>
                </c:pt>
                <c:pt idx="16694">
                  <c:v>23.548860000000001</c:v>
                </c:pt>
                <c:pt idx="16695">
                  <c:v>23.74436</c:v>
                </c:pt>
                <c:pt idx="16696">
                  <c:v>23.979129999999973</c:v>
                </c:pt>
                <c:pt idx="16697">
                  <c:v>23.90945</c:v>
                </c:pt>
                <c:pt idx="16698">
                  <c:v>23.561439999999973</c:v>
                </c:pt>
                <c:pt idx="16699">
                  <c:v>22.93648</c:v>
                </c:pt>
                <c:pt idx="16700">
                  <c:v>21.53772</c:v>
                </c:pt>
                <c:pt idx="16701">
                  <c:v>19.837399999999999</c:v>
                </c:pt>
                <c:pt idx="16702">
                  <c:v>18.54414999999997</c:v>
                </c:pt>
                <c:pt idx="16703">
                  <c:v>18.061959999999999</c:v>
                </c:pt>
                <c:pt idx="16704">
                  <c:v>18.179250000000021</c:v>
                </c:pt>
                <c:pt idx="16705">
                  <c:v>18.38965</c:v>
                </c:pt>
                <c:pt idx="16706">
                  <c:v>18.21133</c:v>
                </c:pt>
                <c:pt idx="16707">
                  <c:v>17.99436</c:v>
                </c:pt>
                <c:pt idx="16708">
                  <c:v>18.052040000000002</c:v>
                </c:pt>
                <c:pt idx="16709">
                  <c:v>18.320260000000001</c:v>
                </c:pt>
                <c:pt idx="16710">
                  <c:v>18.36093</c:v>
                </c:pt>
                <c:pt idx="16711">
                  <c:v>18.361239999999974</c:v>
                </c:pt>
                <c:pt idx="16712">
                  <c:v>18.385699999999975</c:v>
                </c:pt>
                <c:pt idx="16713">
                  <c:v>18.194299999999988</c:v>
                </c:pt>
                <c:pt idx="16714">
                  <c:v>17.999699999999972</c:v>
                </c:pt>
                <c:pt idx="16715">
                  <c:v>17.909029999999973</c:v>
                </c:pt>
                <c:pt idx="16716">
                  <c:v>17.6831</c:v>
                </c:pt>
                <c:pt idx="16717">
                  <c:v>17.232109999999974</c:v>
                </c:pt>
                <c:pt idx="16718">
                  <c:v>17.034970000000033</c:v>
                </c:pt>
                <c:pt idx="16719">
                  <c:v>17.031150000000022</c:v>
                </c:pt>
                <c:pt idx="16720">
                  <c:v>16.892209999999974</c:v>
                </c:pt>
                <c:pt idx="16721">
                  <c:v>16.43209999999997</c:v>
                </c:pt>
                <c:pt idx="16722">
                  <c:v>15.92388</c:v>
                </c:pt>
                <c:pt idx="16723">
                  <c:v>16.050519999999974</c:v>
                </c:pt>
                <c:pt idx="16724">
                  <c:v>15.970700000000004</c:v>
                </c:pt>
                <c:pt idx="16725">
                  <c:v>15.5306</c:v>
                </c:pt>
                <c:pt idx="16726">
                  <c:v>15.171100000000001</c:v>
                </c:pt>
                <c:pt idx="16727">
                  <c:v>14.889680000000011</c:v>
                </c:pt>
                <c:pt idx="16728">
                  <c:v>14.52126</c:v>
                </c:pt>
                <c:pt idx="16729">
                  <c:v>14.19861</c:v>
                </c:pt>
                <c:pt idx="16730">
                  <c:v>14.064720000000001</c:v>
                </c:pt>
                <c:pt idx="16731">
                  <c:v>14.161960000000001</c:v>
                </c:pt>
                <c:pt idx="16732">
                  <c:v>14.411150000000001</c:v>
                </c:pt>
                <c:pt idx="16733">
                  <c:v>14.5426</c:v>
                </c:pt>
                <c:pt idx="16734">
                  <c:v>14.6266</c:v>
                </c:pt>
                <c:pt idx="16735">
                  <c:v>14.39742</c:v>
                </c:pt>
                <c:pt idx="16736">
                  <c:v>14.31659000000001</c:v>
                </c:pt>
                <c:pt idx="16737">
                  <c:v>14.401060000000001</c:v>
                </c:pt>
                <c:pt idx="16738">
                  <c:v>14.50056</c:v>
                </c:pt>
                <c:pt idx="16739">
                  <c:v>14.421190000000001</c:v>
                </c:pt>
                <c:pt idx="16740">
                  <c:v>13.88721</c:v>
                </c:pt>
                <c:pt idx="16741">
                  <c:v>13.216560000000001</c:v>
                </c:pt>
                <c:pt idx="16742">
                  <c:v>12.95889</c:v>
                </c:pt>
                <c:pt idx="16743">
                  <c:v>13.215920000000001</c:v>
                </c:pt>
                <c:pt idx="16744">
                  <c:v>13.476590000000011</c:v>
                </c:pt>
                <c:pt idx="16745">
                  <c:v>13.69035</c:v>
                </c:pt>
                <c:pt idx="16746">
                  <c:v>13.531840000000001</c:v>
                </c:pt>
                <c:pt idx="16747">
                  <c:v>12.87147</c:v>
                </c:pt>
                <c:pt idx="16748">
                  <c:v>12.541930000000001</c:v>
                </c:pt>
                <c:pt idx="16749">
                  <c:v>12.24004</c:v>
                </c:pt>
                <c:pt idx="16750">
                  <c:v>12.108379999999999</c:v>
                </c:pt>
                <c:pt idx="16751">
                  <c:v>12.186920000000001</c:v>
                </c:pt>
                <c:pt idx="16752">
                  <c:v>12.31934</c:v>
                </c:pt>
                <c:pt idx="16753">
                  <c:v>12.445880000000002</c:v>
                </c:pt>
                <c:pt idx="16754">
                  <c:v>12.64593</c:v>
                </c:pt>
                <c:pt idx="16755">
                  <c:v>12.827360000000001</c:v>
                </c:pt>
                <c:pt idx="16756">
                  <c:v>11.74234</c:v>
                </c:pt>
                <c:pt idx="16757">
                  <c:v>8.97621</c:v>
                </c:pt>
                <c:pt idx="16758">
                  <c:v>0</c:v>
                </c:pt>
                <c:pt idx="16759">
                  <c:v>0</c:v>
                </c:pt>
                <c:pt idx="16760">
                  <c:v>0</c:v>
                </c:pt>
                <c:pt idx="16761">
                  <c:v>0</c:v>
                </c:pt>
                <c:pt idx="16762">
                  <c:v>0.53078000000000003</c:v>
                </c:pt>
                <c:pt idx="16763">
                  <c:v>6.5045999999999955</c:v>
                </c:pt>
                <c:pt idx="16764">
                  <c:v>9.4779400000000003</c:v>
                </c:pt>
                <c:pt idx="16765">
                  <c:v>10.273020000000001</c:v>
                </c:pt>
                <c:pt idx="16766">
                  <c:v>10.47852</c:v>
                </c:pt>
                <c:pt idx="16767">
                  <c:v>10.50712</c:v>
                </c:pt>
                <c:pt idx="16768">
                  <c:v>10.57339</c:v>
                </c:pt>
                <c:pt idx="16769">
                  <c:v>10.44768</c:v>
                </c:pt>
                <c:pt idx="16770">
                  <c:v>10.535640000000004</c:v>
                </c:pt>
                <c:pt idx="16771">
                  <c:v>10.613190000000001</c:v>
                </c:pt>
                <c:pt idx="16772">
                  <c:v>10.70322</c:v>
                </c:pt>
                <c:pt idx="16773">
                  <c:v>10.73915</c:v>
                </c:pt>
                <c:pt idx="16774">
                  <c:v>10.855860000000011</c:v>
                </c:pt>
                <c:pt idx="16775">
                  <c:v>10.82457</c:v>
                </c:pt>
                <c:pt idx="16776">
                  <c:v>10.634550000000001</c:v>
                </c:pt>
                <c:pt idx="16777">
                  <c:v>10.617380000000001</c:v>
                </c:pt>
                <c:pt idx="16778">
                  <c:v>10.56507</c:v>
                </c:pt>
                <c:pt idx="16779">
                  <c:v>10.106060000000001</c:v>
                </c:pt>
                <c:pt idx="16780">
                  <c:v>9.5236000000000001</c:v>
                </c:pt>
                <c:pt idx="16781">
                  <c:v>8.8769200000000001</c:v>
                </c:pt>
                <c:pt idx="16782">
                  <c:v>8.4059200000000001</c:v>
                </c:pt>
                <c:pt idx="16783">
                  <c:v>8.2630200000000009</c:v>
                </c:pt>
                <c:pt idx="16784">
                  <c:v>8.044179999999999</c:v>
                </c:pt>
                <c:pt idx="16785">
                  <c:v>7.9581999999999997</c:v>
                </c:pt>
                <c:pt idx="16786">
                  <c:v>8.1354400000000027</c:v>
                </c:pt>
                <c:pt idx="16787">
                  <c:v>8.2209699999999994</c:v>
                </c:pt>
                <c:pt idx="16788">
                  <c:v>8.4162700000000008</c:v>
                </c:pt>
                <c:pt idx="16789">
                  <c:v>8.6572400000000016</c:v>
                </c:pt>
                <c:pt idx="16790">
                  <c:v>8.8732600000000001</c:v>
                </c:pt>
                <c:pt idx="16791">
                  <c:v>9.1125800000000048</c:v>
                </c:pt>
                <c:pt idx="16792">
                  <c:v>9.2649000000000008</c:v>
                </c:pt>
                <c:pt idx="16793">
                  <c:v>9.47879</c:v>
                </c:pt>
                <c:pt idx="16794">
                  <c:v>9.72607</c:v>
                </c:pt>
                <c:pt idx="16795">
                  <c:v>9.1135000000000002</c:v>
                </c:pt>
                <c:pt idx="16796">
                  <c:v>8.4683700000000002</c:v>
                </c:pt>
                <c:pt idx="16797">
                  <c:v>7.9368100000000004</c:v>
                </c:pt>
                <c:pt idx="16798">
                  <c:v>7.695419999999995</c:v>
                </c:pt>
                <c:pt idx="16799">
                  <c:v>7.7038200000000003</c:v>
                </c:pt>
                <c:pt idx="16800">
                  <c:v>7.6532600000000004</c:v>
                </c:pt>
                <c:pt idx="16801">
                  <c:v>7.6115399999999944</c:v>
                </c:pt>
                <c:pt idx="16802">
                  <c:v>7.6704699999999999</c:v>
                </c:pt>
                <c:pt idx="16803">
                  <c:v>7.80084</c:v>
                </c:pt>
                <c:pt idx="16804">
                  <c:v>7.9741299999999997</c:v>
                </c:pt>
                <c:pt idx="16805">
                  <c:v>8.0601000000000003</c:v>
                </c:pt>
                <c:pt idx="16806">
                  <c:v>7.8261299999999965</c:v>
                </c:pt>
                <c:pt idx="16807">
                  <c:v>7.6798999999999999</c:v>
                </c:pt>
                <c:pt idx="16808">
                  <c:v>7.7141899999999941</c:v>
                </c:pt>
                <c:pt idx="16809">
                  <c:v>7.6792300000000004</c:v>
                </c:pt>
                <c:pt idx="16810">
                  <c:v>7.7362300000000053</c:v>
                </c:pt>
                <c:pt idx="16811">
                  <c:v>7.9600099999999996</c:v>
                </c:pt>
                <c:pt idx="16812">
                  <c:v>8.0922600000000013</c:v>
                </c:pt>
                <c:pt idx="16813">
                  <c:v>8.16676</c:v>
                </c:pt>
                <c:pt idx="16814">
                  <c:v>8.4733100000000015</c:v>
                </c:pt>
                <c:pt idx="16815">
                  <c:v>8.7353500000000004</c:v>
                </c:pt>
                <c:pt idx="16816">
                  <c:v>8.9208200000000009</c:v>
                </c:pt>
                <c:pt idx="16817">
                  <c:v>8.9756400000000109</c:v>
                </c:pt>
                <c:pt idx="16818">
                  <c:v>8.9216500000000014</c:v>
                </c:pt>
                <c:pt idx="16819">
                  <c:v>8.6809200000000004</c:v>
                </c:pt>
                <c:pt idx="16820">
                  <c:v>8.2803299999999993</c:v>
                </c:pt>
                <c:pt idx="16821">
                  <c:v>7.9972500000000002</c:v>
                </c:pt>
                <c:pt idx="16822">
                  <c:v>7.9061500000000002</c:v>
                </c:pt>
                <c:pt idx="16823">
                  <c:v>8.1612400000000012</c:v>
                </c:pt>
                <c:pt idx="16824">
                  <c:v>8.0495600000000014</c:v>
                </c:pt>
                <c:pt idx="16825">
                  <c:v>7.8762100000000004</c:v>
                </c:pt>
                <c:pt idx="16826">
                  <c:v>8.1065900000000006</c:v>
                </c:pt>
                <c:pt idx="16827">
                  <c:v>8.6267900000000015</c:v>
                </c:pt>
                <c:pt idx="16828">
                  <c:v>9.0861300000000007</c:v>
                </c:pt>
                <c:pt idx="16829">
                  <c:v>9.23949</c:v>
                </c:pt>
                <c:pt idx="16830">
                  <c:v>9.1526400000000141</c:v>
                </c:pt>
                <c:pt idx="16831">
                  <c:v>9.1703200000000002</c:v>
                </c:pt>
                <c:pt idx="16832">
                  <c:v>9.4702500000000001</c:v>
                </c:pt>
                <c:pt idx="16833">
                  <c:v>9.6703700000000001</c:v>
                </c:pt>
                <c:pt idx="16834">
                  <c:v>9.6524100000000068</c:v>
                </c:pt>
                <c:pt idx="16835">
                  <c:v>9.1671000000000014</c:v>
                </c:pt>
                <c:pt idx="16836">
                  <c:v>8.5234100000000002</c:v>
                </c:pt>
                <c:pt idx="16837">
                  <c:v>8.2766600000000015</c:v>
                </c:pt>
                <c:pt idx="16838">
                  <c:v>8.42441</c:v>
                </c:pt>
                <c:pt idx="16839">
                  <c:v>8.6529600000000002</c:v>
                </c:pt>
                <c:pt idx="16840">
                  <c:v>8.7319899999999997</c:v>
                </c:pt>
                <c:pt idx="16841">
                  <c:v>8.7979199999999995</c:v>
                </c:pt>
                <c:pt idx="16842">
                  <c:v>9.0576400000000028</c:v>
                </c:pt>
                <c:pt idx="16843">
                  <c:v>9.2821600000000011</c:v>
                </c:pt>
                <c:pt idx="16844">
                  <c:v>9.1385799999999993</c:v>
                </c:pt>
                <c:pt idx="16845">
                  <c:v>8.8963100000000015</c:v>
                </c:pt>
                <c:pt idx="16846">
                  <c:v>8.8435100000000002</c:v>
                </c:pt>
                <c:pt idx="16847">
                  <c:v>8.8774000000000068</c:v>
                </c:pt>
                <c:pt idx="16848">
                  <c:v>8.7924300000000066</c:v>
                </c:pt>
                <c:pt idx="16849">
                  <c:v>8.5508000000000006</c:v>
                </c:pt>
                <c:pt idx="16850">
                  <c:v>8.2266500000000011</c:v>
                </c:pt>
                <c:pt idx="16851">
                  <c:v>8.0289800000000007</c:v>
                </c:pt>
                <c:pt idx="16852">
                  <c:v>8.20871</c:v>
                </c:pt>
                <c:pt idx="16853">
                  <c:v>8.5659400000000048</c:v>
                </c:pt>
                <c:pt idx="16854">
                  <c:v>8.8277600000000014</c:v>
                </c:pt>
                <c:pt idx="16855">
                  <c:v>9.1038400000000035</c:v>
                </c:pt>
                <c:pt idx="16856">
                  <c:v>9.4821900000000028</c:v>
                </c:pt>
                <c:pt idx="16857">
                  <c:v>9.8076100000000004</c:v>
                </c:pt>
                <c:pt idx="16858">
                  <c:v>9.9548700000000014</c:v>
                </c:pt>
                <c:pt idx="16859">
                  <c:v>10.1813</c:v>
                </c:pt>
                <c:pt idx="16860">
                  <c:v>10.75501</c:v>
                </c:pt>
                <c:pt idx="16861">
                  <c:v>11.454320000000001</c:v>
                </c:pt>
                <c:pt idx="16862">
                  <c:v>11.91682</c:v>
                </c:pt>
                <c:pt idx="16863">
                  <c:v>12.04579</c:v>
                </c:pt>
                <c:pt idx="16864">
                  <c:v>11.539720000000001</c:v>
                </c:pt>
                <c:pt idx="16865">
                  <c:v>10.90067</c:v>
                </c:pt>
                <c:pt idx="16866">
                  <c:v>10.652900000000002</c:v>
                </c:pt>
                <c:pt idx="16867">
                  <c:v>10.802460000000011</c:v>
                </c:pt>
                <c:pt idx="16868">
                  <c:v>10.97292</c:v>
                </c:pt>
                <c:pt idx="16869">
                  <c:v>11.13302</c:v>
                </c:pt>
                <c:pt idx="16870">
                  <c:v>11.41165</c:v>
                </c:pt>
                <c:pt idx="16871">
                  <c:v>11.75488</c:v>
                </c:pt>
                <c:pt idx="16872">
                  <c:v>11.92445</c:v>
                </c:pt>
                <c:pt idx="16873">
                  <c:v>11.81434</c:v>
                </c:pt>
                <c:pt idx="16874">
                  <c:v>11.690050000000001</c:v>
                </c:pt>
                <c:pt idx="16875">
                  <c:v>11.700150000000001</c:v>
                </c:pt>
                <c:pt idx="16876">
                  <c:v>12.002880000000006</c:v>
                </c:pt>
                <c:pt idx="16877">
                  <c:v>12.399680000000011</c:v>
                </c:pt>
                <c:pt idx="16878">
                  <c:v>12.57555000000001</c:v>
                </c:pt>
                <c:pt idx="16879">
                  <c:v>12.83925</c:v>
                </c:pt>
                <c:pt idx="16880">
                  <c:v>13.08704</c:v>
                </c:pt>
                <c:pt idx="16881">
                  <c:v>12.9542</c:v>
                </c:pt>
                <c:pt idx="16882">
                  <c:v>12.553050000000002</c:v>
                </c:pt>
                <c:pt idx="16883">
                  <c:v>11.81025</c:v>
                </c:pt>
                <c:pt idx="16884">
                  <c:v>11.407120000000001</c:v>
                </c:pt>
                <c:pt idx="16885">
                  <c:v>11.73842</c:v>
                </c:pt>
                <c:pt idx="16886">
                  <c:v>12.14777</c:v>
                </c:pt>
                <c:pt idx="16887">
                  <c:v>12.363380000000006</c:v>
                </c:pt>
                <c:pt idx="16888">
                  <c:v>12.45473000000001</c:v>
                </c:pt>
                <c:pt idx="16889">
                  <c:v>12.498470000000001</c:v>
                </c:pt>
                <c:pt idx="16890">
                  <c:v>12.37115</c:v>
                </c:pt>
                <c:pt idx="16891">
                  <c:v>12.287179999999999</c:v>
                </c:pt>
                <c:pt idx="16892">
                  <c:v>12.3109</c:v>
                </c:pt>
                <c:pt idx="16893">
                  <c:v>12.205630000000006</c:v>
                </c:pt>
                <c:pt idx="16894">
                  <c:v>12.139940000000001</c:v>
                </c:pt>
                <c:pt idx="16895">
                  <c:v>12.41067</c:v>
                </c:pt>
                <c:pt idx="16896">
                  <c:v>12.973930000000006</c:v>
                </c:pt>
                <c:pt idx="16897">
                  <c:v>13.77868</c:v>
                </c:pt>
                <c:pt idx="16898">
                  <c:v>14.831950000000001</c:v>
                </c:pt>
                <c:pt idx="16899">
                  <c:v>15.988580000000002</c:v>
                </c:pt>
                <c:pt idx="16900">
                  <c:v>17.165009999999974</c:v>
                </c:pt>
                <c:pt idx="16901">
                  <c:v>18.353850000000033</c:v>
                </c:pt>
                <c:pt idx="16902">
                  <c:v>19.322469999999978</c:v>
                </c:pt>
                <c:pt idx="16903">
                  <c:v>19.881509999999974</c:v>
                </c:pt>
                <c:pt idx="16904">
                  <c:v>20.148199999999989</c:v>
                </c:pt>
                <c:pt idx="16905">
                  <c:v>20.12743</c:v>
                </c:pt>
                <c:pt idx="16906">
                  <c:v>19.992889999999989</c:v>
                </c:pt>
                <c:pt idx="16907">
                  <c:v>19.786509999999975</c:v>
                </c:pt>
                <c:pt idx="16908">
                  <c:v>19.588739999999955</c:v>
                </c:pt>
                <c:pt idx="16909">
                  <c:v>19.441499999999973</c:v>
                </c:pt>
                <c:pt idx="16910">
                  <c:v>19.17567</c:v>
                </c:pt>
                <c:pt idx="16911">
                  <c:v>18.423239999999975</c:v>
                </c:pt>
                <c:pt idx="16912">
                  <c:v>17.02637</c:v>
                </c:pt>
                <c:pt idx="16913">
                  <c:v>15.34219</c:v>
                </c:pt>
                <c:pt idx="16914">
                  <c:v>14.413970000000001</c:v>
                </c:pt>
                <c:pt idx="16915">
                  <c:v>14.266120000000001</c:v>
                </c:pt>
                <c:pt idx="16916">
                  <c:v>14.25240000000001</c:v>
                </c:pt>
                <c:pt idx="16917">
                  <c:v>14.21402</c:v>
                </c:pt>
                <c:pt idx="16918">
                  <c:v>14.357860000000002</c:v>
                </c:pt>
                <c:pt idx="16919">
                  <c:v>14.481730000000002</c:v>
                </c:pt>
                <c:pt idx="16920">
                  <c:v>14.546480000000004</c:v>
                </c:pt>
                <c:pt idx="16921">
                  <c:v>14.72845</c:v>
                </c:pt>
                <c:pt idx="16922">
                  <c:v>15.318160000000001</c:v>
                </c:pt>
                <c:pt idx="16923">
                  <c:v>16.181650000000001</c:v>
                </c:pt>
                <c:pt idx="16924">
                  <c:v>16.61279</c:v>
                </c:pt>
                <c:pt idx="16925">
                  <c:v>16.548929999999974</c:v>
                </c:pt>
                <c:pt idx="16926">
                  <c:v>16.485959999999974</c:v>
                </c:pt>
                <c:pt idx="16927">
                  <c:v>16.768119999999964</c:v>
                </c:pt>
                <c:pt idx="16928">
                  <c:v>17.266850000000005</c:v>
                </c:pt>
                <c:pt idx="16929">
                  <c:v>17.727860000000021</c:v>
                </c:pt>
                <c:pt idx="16930">
                  <c:v>17.598689999999973</c:v>
                </c:pt>
                <c:pt idx="16931">
                  <c:v>17.33278</c:v>
                </c:pt>
                <c:pt idx="16932">
                  <c:v>17.517800000000033</c:v>
                </c:pt>
                <c:pt idx="16933">
                  <c:v>17.970429999999968</c:v>
                </c:pt>
                <c:pt idx="16934">
                  <c:v>18.745799999999956</c:v>
                </c:pt>
                <c:pt idx="16935">
                  <c:v>19.388119999999972</c:v>
                </c:pt>
                <c:pt idx="16936">
                  <c:v>20.010660000000001</c:v>
                </c:pt>
                <c:pt idx="16937">
                  <c:v>20.696870000000022</c:v>
                </c:pt>
                <c:pt idx="16938">
                  <c:v>20.983889999999974</c:v>
                </c:pt>
                <c:pt idx="16939">
                  <c:v>20.817870000000035</c:v>
                </c:pt>
                <c:pt idx="16940">
                  <c:v>20.071909999999999</c:v>
                </c:pt>
                <c:pt idx="16941">
                  <c:v>19.398810000000001</c:v>
                </c:pt>
                <c:pt idx="16942">
                  <c:v>19.103990000000021</c:v>
                </c:pt>
                <c:pt idx="16943">
                  <c:v>19.179800000000021</c:v>
                </c:pt>
                <c:pt idx="16944">
                  <c:v>19.504970000000021</c:v>
                </c:pt>
                <c:pt idx="16945">
                  <c:v>19.922910000000002</c:v>
                </c:pt>
                <c:pt idx="16946">
                  <c:v>20.245219999999971</c:v>
                </c:pt>
                <c:pt idx="16947">
                  <c:v>20.552119999999974</c:v>
                </c:pt>
                <c:pt idx="16948">
                  <c:v>21.130990000000022</c:v>
                </c:pt>
                <c:pt idx="16949">
                  <c:v>21.804810000000021</c:v>
                </c:pt>
                <c:pt idx="16950">
                  <c:v>22.498559999999973</c:v>
                </c:pt>
                <c:pt idx="16951">
                  <c:v>23.022870000000001</c:v>
                </c:pt>
                <c:pt idx="16952">
                  <c:v>22.832419999999974</c:v>
                </c:pt>
                <c:pt idx="16953">
                  <c:v>21.973429999999972</c:v>
                </c:pt>
                <c:pt idx="16954">
                  <c:v>21.444279999999978</c:v>
                </c:pt>
                <c:pt idx="16955">
                  <c:v>21.560739999999956</c:v>
                </c:pt>
                <c:pt idx="16956">
                  <c:v>22.069590000000002</c:v>
                </c:pt>
                <c:pt idx="16957">
                  <c:v>22.741800000000001</c:v>
                </c:pt>
                <c:pt idx="16958">
                  <c:v>23.061489999999978</c:v>
                </c:pt>
                <c:pt idx="16959">
                  <c:v>22.86835</c:v>
                </c:pt>
                <c:pt idx="16960">
                  <c:v>22.24776</c:v>
                </c:pt>
                <c:pt idx="16961">
                  <c:v>21.816800000000022</c:v>
                </c:pt>
                <c:pt idx="16962">
                  <c:v>22.00421</c:v>
                </c:pt>
                <c:pt idx="16963">
                  <c:v>22.615069999999999</c:v>
                </c:pt>
                <c:pt idx="16964">
                  <c:v>23.301929999999999</c:v>
                </c:pt>
                <c:pt idx="16965">
                  <c:v>24.050129999999989</c:v>
                </c:pt>
                <c:pt idx="16966">
                  <c:v>24.902909999999974</c:v>
                </c:pt>
                <c:pt idx="16967">
                  <c:v>25.526450000000001</c:v>
                </c:pt>
                <c:pt idx="16968">
                  <c:v>25.40737</c:v>
                </c:pt>
                <c:pt idx="16969">
                  <c:v>24.85463</c:v>
                </c:pt>
                <c:pt idx="16970">
                  <c:v>24.585469999999972</c:v>
                </c:pt>
                <c:pt idx="16971">
                  <c:v>24.671690000000005</c:v>
                </c:pt>
                <c:pt idx="16972">
                  <c:v>24.808700000000002</c:v>
                </c:pt>
                <c:pt idx="16973">
                  <c:v>25.01333</c:v>
                </c:pt>
                <c:pt idx="16974">
                  <c:v>25.037939999999999</c:v>
                </c:pt>
                <c:pt idx="16975">
                  <c:v>24.938239999999972</c:v>
                </c:pt>
                <c:pt idx="16976">
                  <c:v>25.174870000000034</c:v>
                </c:pt>
                <c:pt idx="16977">
                  <c:v>25.25966</c:v>
                </c:pt>
                <c:pt idx="16978">
                  <c:v>25.120480000000001</c:v>
                </c:pt>
                <c:pt idx="16979">
                  <c:v>25.146540000000002</c:v>
                </c:pt>
                <c:pt idx="16980">
                  <c:v>24.583779999999972</c:v>
                </c:pt>
                <c:pt idx="16981">
                  <c:v>23.685970000000001</c:v>
                </c:pt>
                <c:pt idx="16982">
                  <c:v>22.890129999999989</c:v>
                </c:pt>
                <c:pt idx="16983">
                  <c:v>22.744879999999988</c:v>
                </c:pt>
                <c:pt idx="16984">
                  <c:v>23.287319999999973</c:v>
                </c:pt>
                <c:pt idx="16985">
                  <c:v>23.931650000000001</c:v>
                </c:pt>
                <c:pt idx="16986">
                  <c:v>24.536159999999999</c:v>
                </c:pt>
                <c:pt idx="16987">
                  <c:v>25.007490000000001</c:v>
                </c:pt>
                <c:pt idx="16988">
                  <c:v>25.433859999999999</c:v>
                </c:pt>
                <c:pt idx="16989">
                  <c:v>25.884340000000002</c:v>
                </c:pt>
                <c:pt idx="16990">
                  <c:v>26.069959999999988</c:v>
                </c:pt>
                <c:pt idx="16991">
                  <c:v>25.991420000000002</c:v>
                </c:pt>
                <c:pt idx="16992">
                  <c:v>25.974240000000002</c:v>
                </c:pt>
                <c:pt idx="16993">
                  <c:v>25.628900000000005</c:v>
                </c:pt>
                <c:pt idx="16994">
                  <c:v>25.006129999999974</c:v>
                </c:pt>
                <c:pt idx="16995">
                  <c:v>24.93403</c:v>
                </c:pt>
                <c:pt idx="16996">
                  <c:v>25.453130000000002</c:v>
                </c:pt>
                <c:pt idx="16997">
                  <c:v>25.792709999999964</c:v>
                </c:pt>
                <c:pt idx="16998">
                  <c:v>25.864639999999973</c:v>
                </c:pt>
                <c:pt idx="16999">
                  <c:v>26.114940000000022</c:v>
                </c:pt>
                <c:pt idx="17000">
                  <c:v>26.400529999999975</c:v>
                </c:pt>
                <c:pt idx="17001">
                  <c:v>26.280129999999971</c:v>
                </c:pt>
                <c:pt idx="17002">
                  <c:v>26.04419</c:v>
                </c:pt>
                <c:pt idx="17003">
                  <c:v>25.956569999999989</c:v>
                </c:pt>
                <c:pt idx="17004">
                  <c:v>25.89978</c:v>
                </c:pt>
                <c:pt idx="17005">
                  <c:v>25.495429999999956</c:v>
                </c:pt>
                <c:pt idx="17006">
                  <c:v>25.0762</c:v>
                </c:pt>
                <c:pt idx="17007">
                  <c:v>25.174469999999999</c:v>
                </c:pt>
                <c:pt idx="17008">
                  <c:v>25.60651</c:v>
                </c:pt>
                <c:pt idx="17009">
                  <c:v>26.103349999999974</c:v>
                </c:pt>
                <c:pt idx="17010">
                  <c:v>26.607220000000005</c:v>
                </c:pt>
                <c:pt idx="17011">
                  <c:v>27.058489999999974</c:v>
                </c:pt>
                <c:pt idx="17012">
                  <c:v>27.268039999999957</c:v>
                </c:pt>
                <c:pt idx="17013">
                  <c:v>27.044739999999972</c:v>
                </c:pt>
                <c:pt idx="17014">
                  <c:v>26.84134999999997</c:v>
                </c:pt>
                <c:pt idx="17015">
                  <c:v>26.968409999999956</c:v>
                </c:pt>
                <c:pt idx="17016">
                  <c:v>27.063329999999972</c:v>
                </c:pt>
                <c:pt idx="17017">
                  <c:v>26.619129999999988</c:v>
                </c:pt>
                <c:pt idx="17018">
                  <c:v>26.112220000000001</c:v>
                </c:pt>
                <c:pt idx="17019">
                  <c:v>25.930990000000001</c:v>
                </c:pt>
                <c:pt idx="17020">
                  <c:v>25.895759999999989</c:v>
                </c:pt>
                <c:pt idx="17021">
                  <c:v>25.726970000000001</c:v>
                </c:pt>
                <c:pt idx="17022">
                  <c:v>25.40448</c:v>
                </c:pt>
                <c:pt idx="17023">
                  <c:v>25.280799999999957</c:v>
                </c:pt>
                <c:pt idx="17024">
                  <c:v>25.366820000000001</c:v>
                </c:pt>
                <c:pt idx="17025">
                  <c:v>25.364909999999988</c:v>
                </c:pt>
                <c:pt idx="17026">
                  <c:v>25.35811</c:v>
                </c:pt>
                <c:pt idx="17027">
                  <c:v>25.617680000000021</c:v>
                </c:pt>
                <c:pt idx="17028">
                  <c:v>25.942829999999972</c:v>
                </c:pt>
                <c:pt idx="17029">
                  <c:v>26.159420000000001</c:v>
                </c:pt>
                <c:pt idx="17030">
                  <c:v>26.461769999999973</c:v>
                </c:pt>
                <c:pt idx="17031">
                  <c:v>26.968329999999959</c:v>
                </c:pt>
                <c:pt idx="17032">
                  <c:v>27.24149999999997</c:v>
                </c:pt>
                <c:pt idx="17033">
                  <c:v>26.915949999999974</c:v>
                </c:pt>
                <c:pt idx="17034">
                  <c:v>26.511649999999989</c:v>
                </c:pt>
                <c:pt idx="17035">
                  <c:v>26.532529999999973</c:v>
                </c:pt>
                <c:pt idx="17036">
                  <c:v>26.835180000000001</c:v>
                </c:pt>
                <c:pt idx="17037">
                  <c:v>27.189029999999974</c:v>
                </c:pt>
                <c:pt idx="17038">
                  <c:v>27.534179999999999</c:v>
                </c:pt>
                <c:pt idx="17039">
                  <c:v>27.710360000000001</c:v>
                </c:pt>
                <c:pt idx="17040">
                  <c:v>27.517170000000021</c:v>
                </c:pt>
                <c:pt idx="17041">
                  <c:v>27.23169</c:v>
                </c:pt>
                <c:pt idx="17042">
                  <c:v>27.159890000000026</c:v>
                </c:pt>
                <c:pt idx="17043">
                  <c:v>27.302009999999989</c:v>
                </c:pt>
                <c:pt idx="17044">
                  <c:v>27.448109999999971</c:v>
                </c:pt>
                <c:pt idx="17045">
                  <c:v>27.293060000000001</c:v>
                </c:pt>
                <c:pt idx="17046">
                  <c:v>26.851970000000033</c:v>
                </c:pt>
                <c:pt idx="17047">
                  <c:v>26.260009999999973</c:v>
                </c:pt>
                <c:pt idx="17048">
                  <c:v>25.801990000000021</c:v>
                </c:pt>
                <c:pt idx="17049">
                  <c:v>25.869610000000002</c:v>
                </c:pt>
                <c:pt idx="17050">
                  <c:v>26.281169999999989</c:v>
                </c:pt>
                <c:pt idx="17051">
                  <c:v>26.64583</c:v>
                </c:pt>
                <c:pt idx="17052">
                  <c:v>26.94727</c:v>
                </c:pt>
                <c:pt idx="17053">
                  <c:v>27.09022999999997</c:v>
                </c:pt>
                <c:pt idx="17054">
                  <c:v>26.92665999999997</c:v>
                </c:pt>
                <c:pt idx="17055">
                  <c:v>26.223210000000002</c:v>
                </c:pt>
                <c:pt idx="17056">
                  <c:v>24.961219999999972</c:v>
                </c:pt>
                <c:pt idx="17057">
                  <c:v>23.979999999999986</c:v>
                </c:pt>
                <c:pt idx="17058">
                  <c:v>23.668099999999974</c:v>
                </c:pt>
                <c:pt idx="17059">
                  <c:v>23.655190000000001</c:v>
                </c:pt>
                <c:pt idx="17060">
                  <c:v>23.689789999999974</c:v>
                </c:pt>
                <c:pt idx="17061">
                  <c:v>23.639340000000001</c:v>
                </c:pt>
                <c:pt idx="17062">
                  <c:v>23.178660000000001</c:v>
                </c:pt>
                <c:pt idx="17063">
                  <c:v>22.443119999999972</c:v>
                </c:pt>
                <c:pt idx="17064">
                  <c:v>21.943840000000002</c:v>
                </c:pt>
                <c:pt idx="17065">
                  <c:v>21.68282</c:v>
                </c:pt>
                <c:pt idx="17066">
                  <c:v>21.572409999999973</c:v>
                </c:pt>
                <c:pt idx="17067">
                  <c:v>21.092709999999968</c:v>
                </c:pt>
                <c:pt idx="17068">
                  <c:v>19.856380000000001</c:v>
                </c:pt>
                <c:pt idx="17069">
                  <c:v>18.874980000000026</c:v>
                </c:pt>
                <c:pt idx="17070">
                  <c:v>18.551819999999999</c:v>
                </c:pt>
                <c:pt idx="17071">
                  <c:v>18.59441</c:v>
                </c:pt>
                <c:pt idx="17072">
                  <c:v>18.74127</c:v>
                </c:pt>
                <c:pt idx="17073">
                  <c:v>18.823609999999974</c:v>
                </c:pt>
                <c:pt idx="17074">
                  <c:v>18.883339999999972</c:v>
                </c:pt>
                <c:pt idx="17075">
                  <c:v>19.27298</c:v>
                </c:pt>
                <c:pt idx="17076">
                  <c:v>19.884150000000005</c:v>
                </c:pt>
                <c:pt idx="17077">
                  <c:v>20.027750000000001</c:v>
                </c:pt>
                <c:pt idx="17078">
                  <c:v>19.656020000000005</c:v>
                </c:pt>
                <c:pt idx="17079">
                  <c:v>19.184999999999999</c:v>
                </c:pt>
                <c:pt idx="17080">
                  <c:v>18.560079999999989</c:v>
                </c:pt>
                <c:pt idx="17081">
                  <c:v>17.956969999999988</c:v>
                </c:pt>
                <c:pt idx="17082">
                  <c:v>17.472469999999973</c:v>
                </c:pt>
                <c:pt idx="17083">
                  <c:v>17.15943</c:v>
                </c:pt>
                <c:pt idx="17084">
                  <c:v>17.127970000000033</c:v>
                </c:pt>
                <c:pt idx="17085">
                  <c:v>17.042190000000002</c:v>
                </c:pt>
                <c:pt idx="17086">
                  <c:v>16.970179999999978</c:v>
                </c:pt>
                <c:pt idx="17087">
                  <c:v>16.93092</c:v>
                </c:pt>
                <c:pt idx="17088">
                  <c:v>16.821580000000001</c:v>
                </c:pt>
                <c:pt idx="17089">
                  <c:v>17.015969999999999</c:v>
                </c:pt>
                <c:pt idx="17090">
                  <c:v>17.435960000000001</c:v>
                </c:pt>
                <c:pt idx="17091">
                  <c:v>17.728409999999968</c:v>
                </c:pt>
                <c:pt idx="17092">
                  <c:v>17.448060000000002</c:v>
                </c:pt>
                <c:pt idx="17093">
                  <c:v>16.657360000000022</c:v>
                </c:pt>
                <c:pt idx="17094">
                  <c:v>15.78791</c:v>
                </c:pt>
                <c:pt idx="17095">
                  <c:v>15.180960000000001</c:v>
                </c:pt>
                <c:pt idx="17096">
                  <c:v>15.044450000000001</c:v>
                </c:pt>
                <c:pt idx="17097">
                  <c:v>15.15493</c:v>
                </c:pt>
                <c:pt idx="17098">
                  <c:v>15.01573000000001</c:v>
                </c:pt>
                <c:pt idx="17099">
                  <c:v>14.57277</c:v>
                </c:pt>
                <c:pt idx="17100">
                  <c:v>14.51934</c:v>
                </c:pt>
                <c:pt idx="17101">
                  <c:v>14.564170000000001</c:v>
                </c:pt>
                <c:pt idx="17102">
                  <c:v>14.590960000000001</c:v>
                </c:pt>
                <c:pt idx="17103">
                  <c:v>14.15011</c:v>
                </c:pt>
                <c:pt idx="17104">
                  <c:v>13.49432</c:v>
                </c:pt>
                <c:pt idx="17105">
                  <c:v>13.389630000000011</c:v>
                </c:pt>
                <c:pt idx="17106">
                  <c:v>13.72068</c:v>
                </c:pt>
                <c:pt idx="17107">
                  <c:v>14.23719</c:v>
                </c:pt>
                <c:pt idx="17108">
                  <c:v>14.53096</c:v>
                </c:pt>
                <c:pt idx="17109">
                  <c:v>14.585100000000002</c:v>
                </c:pt>
                <c:pt idx="17110">
                  <c:v>14.533150000000001</c:v>
                </c:pt>
                <c:pt idx="17111">
                  <c:v>14.342530000000011</c:v>
                </c:pt>
                <c:pt idx="17112">
                  <c:v>14.062390000000002</c:v>
                </c:pt>
                <c:pt idx="17113">
                  <c:v>13.945650000000002</c:v>
                </c:pt>
                <c:pt idx="17114">
                  <c:v>13.835440000000011</c:v>
                </c:pt>
                <c:pt idx="17115">
                  <c:v>13.548999999999999</c:v>
                </c:pt>
                <c:pt idx="17116">
                  <c:v>13.2752</c:v>
                </c:pt>
                <c:pt idx="17117">
                  <c:v>12.93266</c:v>
                </c:pt>
                <c:pt idx="17118">
                  <c:v>12.520820000000001</c:v>
                </c:pt>
                <c:pt idx="17119">
                  <c:v>12.27985</c:v>
                </c:pt>
                <c:pt idx="17120">
                  <c:v>12.410440000000012</c:v>
                </c:pt>
                <c:pt idx="17121">
                  <c:v>12.925740000000006</c:v>
                </c:pt>
                <c:pt idx="17122">
                  <c:v>13.410440000000012</c:v>
                </c:pt>
                <c:pt idx="17123">
                  <c:v>13.58916</c:v>
                </c:pt>
                <c:pt idx="17124">
                  <c:v>13.540190000000001</c:v>
                </c:pt>
                <c:pt idx="17125">
                  <c:v>13.247400000000001</c:v>
                </c:pt>
                <c:pt idx="17126">
                  <c:v>12.87224000000001</c:v>
                </c:pt>
                <c:pt idx="17127">
                  <c:v>12.621309999999999</c:v>
                </c:pt>
                <c:pt idx="17128">
                  <c:v>12.42554000000001</c:v>
                </c:pt>
                <c:pt idx="17129">
                  <c:v>12.09843</c:v>
                </c:pt>
                <c:pt idx="17130">
                  <c:v>11.854330000000004</c:v>
                </c:pt>
                <c:pt idx="17131">
                  <c:v>11.712960000000001</c:v>
                </c:pt>
                <c:pt idx="17132">
                  <c:v>11.59704</c:v>
                </c:pt>
                <c:pt idx="17133">
                  <c:v>11.425630000000011</c:v>
                </c:pt>
                <c:pt idx="17134">
                  <c:v>11.39204000000001</c:v>
                </c:pt>
                <c:pt idx="17135">
                  <c:v>11.34652</c:v>
                </c:pt>
                <c:pt idx="17136">
                  <c:v>10.799050000000001</c:v>
                </c:pt>
                <c:pt idx="17137">
                  <c:v>10.06582</c:v>
                </c:pt>
                <c:pt idx="17138">
                  <c:v>9.3509700000000002</c:v>
                </c:pt>
                <c:pt idx="17139">
                  <c:v>8.9531400000000048</c:v>
                </c:pt>
                <c:pt idx="17140">
                  <c:v>9.0114300000000007</c:v>
                </c:pt>
                <c:pt idx="17141">
                  <c:v>9.15883</c:v>
                </c:pt>
                <c:pt idx="17142">
                  <c:v>9.2544000000000004</c:v>
                </c:pt>
                <c:pt idx="17143">
                  <c:v>9.35426</c:v>
                </c:pt>
                <c:pt idx="17144">
                  <c:v>9.4334800000000048</c:v>
                </c:pt>
                <c:pt idx="17145">
                  <c:v>9.41967</c:v>
                </c:pt>
                <c:pt idx="17146">
                  <c:v>9.0219500000000004</c:v>
                </c:pt>
                <c:pt idx="17147">
                  <c:v>8.5775400000000008</c:v>
                </c:pt>
                <c:pt idx="17148">
                  <c:v>8.4101600000000012</c:v>
                </c:pt>
                <c:pt idx="17149">
                  <c:v>8.3718800000000027</c:v>
                </c:pt>
                <c:pt idx="17150">
                  <c:v>8.2882099999999994</c:v>
                </c:pt>
                <c:pt idx="17151">
                  <c:v>8.30152</c:v>
                </c:pt>
                <c:pt idx="17152">
                  <c:v>8.2648799999999998</c:v>
                </c:pt>
                <c:pt idx="17153">
                  <c:v>8.19651</c:v>
                </c:pt>
                <c:pt idx="17154">
                  <c:v>8.3019400000000001</c:v>
                </c:pt>
                <c:pt idx="17155">
                  <c:v>8.3148900000000001</c:v>
                </c:pt>
                <c:pt idx="17156">
                  <c:v>8.1033500000000007</c:v>
                </c:pt>
                <c:pt idx="17157">
                  <c:v>8.1161800000000017</c:v>
                </c:pt>
                <c:pt idx="17158">
                  <c:v>8.4033800000000003</c:v>
                </c:pt>
                <c:pt idx="17159">
                  <c:v>8.6882999999999999</c:v>
                </c:pt>
                <c:pt idx="17160">
                  <c:v>8.9815300000000047</c:v>
                </c:pt>
                <c:pt idx="17161">
                  <c:v>9.0346700000000002</c:v>
                </c:pt>
                <c:pt idx="17162">
                  <c:v>8.6885300000000001</c:v>
                </c:pt>
                <c:pt idx="17163">
                  <c:v>8.3006000000000046</c:v>
                </c:pt>
                <c:pt idx="17164">
                  <c:v>8.13992</c:v>
                </c:pt>
                <c:pt idx="17165">
                  <c:v>8.1589799999999997</c:v>
                </c:pt>
                <c:pt idx="17166">
                  <c:v>8.2080800000000007</c:v>
                </c:pt>
                <c:pt idx="17167">
                  <c:v>8.2263800000000007</c:v>
                </c:pt>
                <c:pt idx="17168">
                  <c:v>8.0616200000000013</c:v>
                </c:pt>
                <c:pt idx="17169">
                  <c:v>7.8294299999999986</c:v>
                </c:pt>
                <c:pt idx="17170">
                  <c:v>7.7537900000000004</c:v>
                </c:pt>
                <c:pt idx="17171">
                  <c:v>7.9237799999999998</c:v>
                </c:pt>
                <c:pt idx="17172">
                  <c:v>8.1533200000000008</c:v>
                </c:pt>
                <c:pt idx="17173">
                  <c:v>8.3344500000000004</c:v>
                </c:pt>
                <c:pt idx="17174">
                  <c:v>8.5360500000000012</c:v>
                </c:pt>
                <c:pt idx="17175">
                  <c:v>8.5239900000000013</c:v>
                </c:pt>
                <c:pt idx="17176">
                  <c:v>8.3184900000000006</c:v>
                </c:pt>
                <c:pt idx="17177">
                  <c:v>8.2661600000000011</c:v>
                </c:pt>
                <c:pt idx="17178">
                  <c:v>8.2161299999999997</c:v>
                </c:pt>
                <c:pt idx="17179">
                  <c:v>8.3198800000000048</c:v>
                </c:pt>
                <c:pt idx="17180">
                  <c:v>8.4538200000000003</c:v>
                </c:pt>
                <c:pt idx="17181">
                  <c:v>8.2106500000000011</c:v>
                </c:pt>
                <c:pt idx="17182">
                  <c:v>7.7104299999999997</c:v>
                </c:pt>
                <c:pt idx="17183">
                  <c:v>7.2764100000000003</c:v>
                </c:pt>
                <c:pt idx="17184">
                  <c:v>7.0203799999999985</c:v>
                </c:pt>
                <c:pt idx="17185">
                  <c:v>6.9237200000000003</c:v>
                </c:pt>
                <c:pt idx="17186">
                  <c:v>7.024539999999992</c:v>
                </c:pt>
                <c:pt idx="17187">
                  <c:v>7.1779599999999943</c:v>
                </c:pt>
                <c:pt idx="17188">
                  <c:v>7.3262099999999997</c:v>
                </c:pt>
                <c:pt idx="17189">
                  <c:v>7.4050599999999998</c:v>
                </c:pt>
                <c:pt idx="17190">
                  <c:v>7.5475899999999942</c:v>
                </c:pt>
                <c:pt idx="17191">
                  <c:v>7.9405599999999996</c:v>
                </c:pt>
                <c:pt idx="17192">
                  <c:v>8.3523300000000109</c:v>
                </c:pt>
                <c:pt idx="17193">
                  <c:v>8.6891400000000001</c:v>
                </c:pt>
                <c:pt idx="17194">
                  <c:v>8.9038700000000013</c:v>
                </c:pt>
                <c:pt idx="17195">
                  <c:v>9.0755800000000111</c:v>
                </c:pt>
                <c:pt idx="17196">
                  <c:v>9.2613799999999991</c:v>
                </c:pt>
                <c:pt idx="17197">
                  <c:v>9.0675300000000068</c:v>
                </c:pt>
                <c:pt idx="17198">
                  <c:v>8.1641300000000001</c:v>
                </c:pt>
                <c:pt idx="17199">
                  <c:v>7.1876499999999997</c:v>
                </c:pt>
                <c:pt idx="17200">
                  <c:v>6.7405299999999997</c:v>
                </c:pt>
                <c:pt idx="17201">
                  <c:v>6.8998699999999999</c:v>
                </c:pt>
                <c:pt idx="17202">
                  <c:v>7.164319999999992</c:v>
                </c:pt>
                <c:pt idx="17203">
                  <c:v>7.2254399999999945</c:v>
                </c:pt>
                <c:pt idx="17204">
                  <c:v>7.0560499999999999</c:v>
                </c:pt>
                <c:pt idx="17205">
                  <c:v>7.1169999999999956</c:v>
                </c:pt>
                <c:pt idx="17206">
                  <c:v>7.2211400000000001</c:v>
                </c:pt>
                <c:pt idx="17207">
                  <c:v>7.0402300000000002</c:v>
                </c:pt>
                <c:pt idx="17208">
                  <c:v>7.2552700000000003</c:v>
                </c:pt>
                <c:pt idx="17209">
                  <c:v>8.2231100000000001</c:v>
                </c:pt>
                <c:pt idx="17210">
                  <c:v>9.3178600000000014</c:v>
                </c:pt>
                <c:pt idx="17211">
                  <c:v>10.048259999999999</c:v>
                </c:pt>
                <c:pt idx="17212">
                  <c:v>10.307650000000002</c:v>
                </c:pt>
                <c:pt idx="17213">
                  <c:v>10.1591</c:v>
                </c:pt>
                <c:pt idx="17214">
                  <c:v>10.00864</c:v>
                </c:pt>
                <c:pt idx="17215">
                  <c:v>10.04726</c:v>
                </c:pt>
                <c:pt idx="17216">
                  <c:v>10.249510000000001</c:v>
                </c:pt>
                <c:pt idx="17217">
                  <c:v>10.70411</c:v>
                </c:pt>
                <c:pt idx="17218">
                  <c:v>11.17506</c:v>
                </c:pt>
                <c:pt idx="17219">
                  <c:v>11.35629000000001</c:v>
                </c:pt>
                <c:pt idx="17220">
                  <c:v>11.61088</c:v>
                </c:pt>
                <c:pt idx="17221">
                  <c:v>11.908900000000001</c:v>
                </c:pt>
                <c:pt idx="17222">
                  <c:v>11.99605</c:v>
                </c:pt>
                <c:pt idx="17223">
                  <c:v>12.066560000000004</c:v>
                </c:pt>
                <c:pt idx="17224">
                  <c:v>11.96341000000001</c:v>
                </c:pt>
                <c:pt idx="17225">
                  <c:v>11.644209999999999</c:v>
                </c:pt>
                <c:pt idx="17226">
                  <c:v>11.588890000000001</c:v>
                </c:pt>
                <c:pt idx="17227">
                  <c:v>11.635400000000002</c:v>
                </c:pt>
                <c:pt idx="17228">
                  <c:v>11.473370000000001</c:v>
                </c:pt>
                <c:pt idx="17229">
                  <c:v>11.52004</c:v>
                </c:pt>
                <c:pt idx="17230">
                  <c:v>11.75629</c:v>
                </c:pt>
                <c:pt idx="17231">
                  <c:v>11.97292</c:v>
                </c:pt>
                <c:pt idx="17232">
                  <c:v>12.326930000000004</c:v>
                </c:pt>
                <c:pt idx="17233">
                  <c:v>12.67550000000001</c:v>
                </c:pt>
                <c:pt idx="17234">
                  <c:v>12.878490000000006</c:v>
                </c:pt>
                <c:pt idx="17235">
                  <c:v>12.886890000000006</c:v>
                </c:pt>
                <c:pt idx="17236">
                  <c:v>12.98339</c:v>
                </c:pt>
                <c:pt idx="17237">
                  <c:v>13.09404</c:v>
                </c:pt>
                <c:pt idx="17238">
                  <c:v>13.035880000000002</c:v>
                </c:pt>
                <c:pt idx="17239">
                  <c:v>12.921890000000001</c:v>
                </c:pt>
                <c:pt idx="17240">
                  <c:v>12.885110000000006</c:v>
                </c:pt>
                <c:pt idx="17241">
                  <c:v>13.040900000000001</c:v>
                </c:pt>
                <c:pt idx="17242">
                  <c:v>13.129440000000002</c:v>
                </c:pt>
                <c:pt idx="17243">
                  <c:v>13.38888</c:v>
                </c:pt>
                <c:pt idx="17244">
                  <c:v>13.76567</c:v>
                </c:pt>
                <c:pt idx="17245">
                  <c:v>13.639060000000001</c:v>
                </c:pt>
                <c:pt idx="17246">
                  <c:v>12.571200000000001</c:v>
                </c:pt>
                <c:pt idx="17247">
                  <c:v>11.56387</c:v>
                </c:pt>
                <c:pt idx="17248">
                  <c:v>11.38874</c:v>
                </c:pt>
                <c:pt idx="17249">
                  <c:v>11.579890000000002</c:v>
                </c:pt>
                <c:pt idx="17250">
                  <c:v>11.992610000000004</c:v>
                </c:pt>
                <c:pt idx="17251">
                  <c:v>12.68919</c:v>
                </c:pt>
                <c:pt idx="17252">
                  <c:v>13.47828</c:v>
                </c:pt>
                <c:pt idx="17253">
                  <c:v>13.938269999999999</c:v>
                </c:pt>
                <c:pt idx="17254">
                  <c:v>14.00686</c:v>
                </c:pt>
                <c:pt idx="17255">
                  <c:v>13.887030000000006</c:v>
                </c:pt>
                <c:pt idx="17256">
                  <c:v>13.976180000000006</c:v>
                </c:pt>
                <c:pt idx="17257">
                  <c:v>14.215540000000004</c:v>
                </c:pt>
                <c:pt idx="17258">
                  <c:v>14.560080000000006</c:v>
                </c:pt>
                <c:pt idx="17259">
                  <c:v>14.887090000000002</c:v>
                </c:pt>
                <c:pt idx="17260">
                  <c:v>14.68568000000001</c:v>
                </c:pt>
                <c:pt idx="17261">
                  <c:v>13.55667</c:v>
                </c:pt>
                <c:pt idx="17262">
                  <c:v>12.13739</c:v>
                </c:pt>
                <c:pt idx="17263">
                  <c:v>11.364380000000002</c:v>
                </c:pt>
                <c:pt idx="17264">
                  <c:v>11.35136</c:v>
                </c:pt>
                <c:pt idx="17265">
                  <c:v>11.69177</c:v>
                </c:pt>
                <c:pt idx="17266">
                  <c:v>12.13481</c:v>
                </c:pt>
                <c:pt idx="17267">
                  <c:v>12.685430000000011</c:v>
                </c:pt>
                <c:pt idx="17268">
                  <c:v>13.38111</c:v>
                </c:pt>
                <c:pt idx="17269">
                  <c:v>14.083780000000004</c:v>
                </c:pt>
                <c:pt idx="17270">
                  <c:v>14.81718</c:v>
                </c:pt>
                <c:pt idx="17271">
                  <c:v>15.376550000000011</c:v>
                </c:pt>
                <c:pt idx="17272">
                  <c:v>15.558350000000001</c:v>
                </c:pt>
                <c:pt idx="17273">
                  <c:v>15.71571</c:v>
                </c:pt>
                <c:pt idx="17274">
                  <c:v>15.52305</c:v>
                </c:pt>
                <c:pt idx="17275">
                  <c:v>14.99602</c:v>
                </c:pt>
                <c:pt idx="17276">
                  <c:v>14.813480000000011</c:v>
                </c:pt>
                <c:pt idx="17277">
                  <c:v>14.82138</c:v>
                </c:pt>
                <c:pt idx="17278">
                  <c:v>14.573600000000004</c:v>
                </c:pt>
                <c:pt idx="17279">
                  <c:v>14.47011</c:v>
                </c:pt>
                <c:pt idx="17280">
                  <c:v>14.66727</c:v>
                </c:pt>
                <c:pt idx="17281">
                  <c:v>14.774330000000001</c:v>
                </c:pt>
                <c:pt idx="17282">
                  <c:v>14.799620000000001</c:v>
                </c:pt>
                <c:pt idx="17283">
                  <c:v>14.719390000000001</c:v>
                </c:pt>
                <c:pt idx="17284">
                  <c:v>14.421760000000001</c:v>
                </c:pt>
                <c:pt idx="17285">
                  <c:v>14.124169999999999</c:v>
                </c:pt>
                <c:pt idx="17286">
                  <c:v>14.21317</c:v>
                </c:pt>
                <c:pt idx="17287">
                  <c:v>14.640790000000001</c:v>
                </c:pt>
                <c:pt idx="17288">
                  <c:v>14.944520000000001</c:v>
                </c:pt>
                <c:pt idx="17289">
                  <c:v>15.18097</c:v>
                </c:pt>
                <c:pt idx="17290">
                  <c:v>15.735250000000001</c:v>
                </c:pt>
                <c:pt idx="17291">
                  <c:v>16.395869999999999</c:v>
                </c:pt>
                <c:pt idx="17292">
                  <c:v>17.082499999999964</c:v>
                </c:pt>
                <c:pt idx="17293">
                  <c:v>17.762779999999957</c:v>
                </c:pt>
                <c:pt idx="17294">
                  <c:v>18.090029999999974</c:v>
                </c:pt>
                <c:pt idx="17295">
                  <c:v>18.04588</c:v>
                </c:pt>
                <c:pt idx="17296">
                  <c:v>17.931239999999974</c:v>
                </c:pt>
                <c:pt idx="17297">
                  <c:v>18.097000000000001</c:v>
                </c:pt>
                <c:pt idx="17298">
                  <c:v>18.509250000000005</c:v>
                </c:pt>
                <c:pt idx="17299">
                  <c:v>18.611950000000046</c:v>
                </c:pt>
                <c:pt idx="17300">
                  <c:v>18.304810000000021</c:v>
                </c:pt>
                <c:pt idx="17301">
                  <c:v>18.089870000000001</c:v>
                </c:pt>
                <c:pt idx="17302">
                  <c:v>17.858910000000005</c:v>
                </c:pt>
                <c:pt idx="17303">
                  <c:v>17.716619999999974</c:v>
                </c:pt>
                <c:pt idx="17304">
                  <c:v>18.061629999999973</c:v>
                </c:pt>
                <c:pt idx="17305">
                  <c:v>18.533190000000001</c:v>
                </c:pt>
                <c:pt idx="17306">
                  <c:v>18.893950000000022</c:v>
                </c:pt>
                <c:pt idx="17307">
                  <c:v>19.220759999999974</c:v>
                </c:pt>
                <c:pt idx="17308">
                  <c:v>19.475529999999956</c:v>
                </c:pt>
                <c:pt idx="17309">
                  <c:v>19.136690000000005</c:v>
                </c:pt>
                <c:pt idx="17310">
                  <c:v>18.747150000000001</c:v>
                </c:pt>
                <c:pt idx="17311">
                  <c:v>18.872810000000001</c:v>
                </c:pt>
                <c:pt idx="17312">
                  <c:v>19.29759</c:v>
                </c:pt>
                <c:pt idx="17313">
                  <c:v>19.92145</c:v>
                </c:pt>
                <c:pt idx="17314">
                  <c:v>20.277979999999999</c:v>
                </c:pt>
                <c:pt idx="17315">
                  <c:v>20.690840000000001</c:v>
                </c:pt>
                <c:pt idx="17316">
                  <c:v>21.172070000000001</c:v>
                </c:pt>
                <c:pt idx="17317">
                  <c:v>21.188619999999968</c:v>
                </c:pt>
                <c:pt idx="17318">
                  <c:v>20.938800000000001</c:v>
                </c:pt>
                <c:pt idx="17319">
                  <c:v>20.87677</c:v>
                </c:pt>
                <c:pt idx="17320">
                  <c:v>20.730550000000001</c:v>
                </c:pt>
                <c:pt idx="17321">
                  <c:v>20.56016</c:v>
                </c:pt>
                <c:pt idx="17322">
                  <c:v>20.615819999999999</c:v>
                </c:pt>
                <c:pt idx="17323">
                  <c:v>20.929559999999974</c:v>
                </c:pt>
                <c:pt idx="17324">
                  <c:v>21.537330000000001</c:v>
                </c:pt>
                <c:pt idx="17325">
                  <c:v>22.270969999999988</c:v>
                </c:pt>
                <c:pt idx="17326">
                  <c:v>22.394069999999999</c:v>
                </c:pt>
                <c:pt idx="17327">
                  <c:v>21.95458</c:v>
                </c:pt>
                <c:pt idx="17328">
                  <c:v>22.06429</c:v>
                </c:pt>
                <c:pt idx="17329">
                  <c:v>22.78738999999997</c:v>
                </c:pt>
                <c:pt idx="17330">
                  <c:v>23.45121</c:v>
                </c:pt>
                <c:pt idx="17331">
                  <c:v>23.466270000000002</c:v>
                </c:pt>
                <c:pt idx="17332">
                  <c:v>22.840669999999989</c:v>
                </c:pt>
                <c:pt idx="17333">
                  <c:v>22.377389999999988</c:v>
                </c:pt>
                <c:pt idx="17334">
                  <c:v>22.349360000000001</c:v>
                </c:pt>
                <c:pt idx="17335">
                  <c:v>22.580349999999957</c:v>
                </c:pt>
                <c:pt idx="17336">
                  <c:v>23.07583</c:v>
                </c:pt>
                <c:pt idx="17337">
                  <c:v>23.410699999999974</c:v>
                </c:pt>
                <c:pt idx="17338">
                  <c:v>23.659829999999999</c:v>
                </c:pt>
                <c:pt idx="17339">
                  <c:v>24.186199999999989</c:v>
                </c:pt>
                <c:pt idx="17340">
                  <c:v>24.703239999999973</c:v>
                </c:pt>
                <c:pt idx="17341">
                  <c:v>25.1676</c:v>
                </c:pt>
                <c:pt idx="17342">
                  <c:v>25.370560000000001</c:v>
                </c:pt>
                <c:pt idx="17343">
                  <c:v>25.374810000000021</c:v>
                </c:pt>
                <c:pt idx="17344">
                  <c:v>25.149640000000002</c:v>
                </c:pt>
                <c:pt idx="17345">
                  <c:v>24.393699999999974</c:v>
                </c:pt>
                <c:pt idx="17346">
                  <c:v>23.601810000000022</c:v>
                </c:pt>
                <c:pt idx="17347">
                  <c:v>23.043129999999973</c:v>
                </c:pt>
                <c:pt idx="17348">
                  <c:v>22.82957</c:v>
                </c:pt>
                <c:pt idx="17349">
                  <c:v>22.97137</c:v>
                </c:pt>
                <c:pt idx="17350">
                  <c:v>23.33831</c:v>
                </c:pt>
                <c:pt idx="17351">
                  <c:v>23.667280000000005</c:v>
                </c:pt>
                <c:pt idx="17352">
                  <c:v>23.659590000000001</c:v>
                </c:pt>
                <c:pt idx="17353">
                  <c:v>23.753399999999989</c:v>
                </c:pt>
                <c:pt idx="17354">
                  <c:v>24.20555999999997</c:v>
                </c:pt>
                <c:pt idx="17355">
                  <c:v>24.846060000000001</c:v>
                </c:pt>
                <c:pt idx="17356">
                  <c:v>25.387560000000001</c:v>
                </c:pt>
                <c:pt idx="17357">
                  <c:v>25.901230000000002</c:v>
                </c:pt>
                <c:pt idx="17358">
                  <c:v>26.58412999999997</c:v>
                </c:pt>
                <c:pt idx="17359">
                  <c:v>27.033539999999974</c:v>
                </c:pt>
                <c:pt idx="17360">
                  <c:v>27.034009999999999</c:v>
                </c:pt>
                <c:pt idx="17361">
                  <c:v>26.72287</c:v>
                </c:pt>
                <c:pt idx="17362">
                  <c:v>26.379079999999988</c:v>
                </c:pt>
                <c:pt idx="17363">
                  <c:v>26.240169999999978</c:v>
                </c:pt>
                <c:pt idx="17364">
                  <c:v>26.285329999999952</c:v>
                </c:pt>
                <c:pt idx="17365">
                  <c:v>26.283019999999972</c:v>
                </c:pt>
                <c:pt idx="17366">
                  <c:v>26.321380000000001</c:v>
                </c:pt>
                <c:pt idx="17367">
                  <c:v>25.964999999999989</c:v>
                </c:pt>
                <c:pt idx="17368">
                  <c:v>25.75210999999997</c:v>
                </c:pt>
                <c:pt idx="17369">
                  <c:v>26.064689999999974</c:v>
                </c:pt>
                <c:pt idx="17370">
                  <c:v>26.337199999999999</c:v>
                </c:pt>
                <c:pt idx="17371">
                  <c:v>26.686669999999989</c:v>
                </c:pt>
                <c:pt idx="17372">
                  <c:v>27.065349999999956</c:v>
                </c:pt>
                <c:pt idx="17373">
                  <c:v>26.75003999999997</c:v>
                </c:pt>
                <c:pt idx="17374">
                  <c:v>25.65268</c:v>
                </c:pt>
                <c:pt idx="17375">
                  <c:v>24.650079999999999</c:v>
                </c:pt>
                <c:pt idx="17376">
                  <c:v>24.09356</c:v>
                </c:pt>
                <c:pt idx="17377">
                  <c:v>23.858860000000021</c:v>
                </c:pt>
                <c:pt idx="17378">
                  <c:v>23.904399999999974</c:v>
                </c:pt>
                <c:pt idx="17379">
                  <c:v>24.161480000000001</c:v>
                </c:pt>
                <c:pt idx="17380">
                  <c:v>24.588289999999972</c:v>
                </c:pt>
                <c:pt idx="17381">
                  <c:v>25.103660000000001</c:v>
                </c:pt>
                <c:pt idx="17382">
                  <c:v>25.688329999999972</c:v>
                </c:pt>
                <c:pt idx="17383">
                  <c:v>26.267199999999974</c:v>
                </c:pt>
                <c:pt idx="17384">
                  <c:v>26.811199999999999</c:v>
                </c:pt>
                <c:pt idx="17385">
                  <c:v>27.327030000000001</c:v>
                </c:pt>
                <c:pt idx="17386">
                  <c:v>27.770379999999989</c:v>
                </c:pt>
                <c:pt idx="17387">
                  <c:v>27.946729999999956</c:v>
                </c:pt>
                <c:pt idx="17388">
                  <c:v>27.932299999999973</c:v>
                </c:pt>
                <c:pt idx="17389">
                  <c:v>27.60473</c:v>
                </c:pt>
                <c:pt idx="17390">
                  <c:v>27.060419999999972</c:v>
                </c:pt>
                <c:pt idx="17391">
                  <c:v>26.827780000000001</c:v>
                </c:pt>
                <c:pt idx="17392">
                  <c:v>26.817650000000022</c:v>
                </c:pt>
                <c:pt idx="17393">
                  <c:v>26.92136</c:v>
                </c:pt>
                <c:pt idx="17394">
                  <c:v>26.527280000000001</c:v>
                </c:pt>
                <c:pt idx="17395">
                  <c:v>26.28091999999997</c:v>
                </c:pt>
                <c:pt idx="17396">
                  <c:v>26.766529999999957</c:v>
                </c:pt>
                <c:pt idx="17397">
                  <c:v>26.995209999999975</c:v>
                </c:pt>
                <c:pt idx="17398">
                  <c:v>26.444099999999974</c:v>
                </c:pt>
                <c:pt idx="17399">
                  <c:v>25.721319999999974</c:v>
                </c:pt>
                <c:pt idx="17400">
                  <c:v>25.499490000000002</c:v>
                </c:pt>
                <c:pt idx="17401">
                  <c:v>25.658609999999989</c:v>
                </c:pt>
                <c:pt idx="17402">
                  <c:v>25.97767</c:v>
                </c:pt>
                <c:pt idx="17403">
                  <c:v>26.278970000000001</c:v>
                </c:pt>
                <c:pt idx="17404">
                  <c:v>26.577680000000001</c:v>
                </c:pt>
                <c:pt idx="17405">
                  <c:v>26.463059999999974</c:v>
                </c:pt>
                <c:pt idx="17406">
                  <c:v>25.731670000000001</c:v>
                </c:pt>
                <c:pt idx="17407">
                  <c:v>24.86469</c:v>
                </c:pt>
                <c:pt idx="17408">
                  <c:v>24.146180000000001</c:v>
                </c:pt>
                <c:pt idx="17409">
                  <c:v>23.766679999999972</c:v>
                </c:pt>
                <c:pt idx="17410">
                  <c:v>23.69623</c:v>
                </c:pt>
                <c:pt idx="17411">
                  <c:v>23.990609999999968</c:v>
                </c:pt>
                <c:pt idx="17412">
                  <c:v>24.359929999999999</c:v>
                </c:pt>
                <c:pt idx="17413">
                  <c:v>24.004439999999974</c:v>
                </c:pt>
                <c:pt idx="17414">
                  <c:v>23.245699999999957</c:v>
                </c:pt>
                <c:pt idx="17415">
                  <c:v>22.542319999999975</c:v>
                </c:pt>
                <c:pt idx="17416">
                  <c:v>22.212230000000002</c:v>
                </c:pt>
                <c:pt idx="17417">
                  <c:v>22.43177</c:v>
                </c:pt>
                <c:pt idx="17418">
                  <c:v>22.68206</c:v>
                </c:pt>
                <c:pt idx="17419">
                  <c:v>22.734259999999999</c:v>
                </c:pt>
                <c:pt idx="17420">
                  <c:v>22.87631</c:v>
                </c:pt>
                <c:pt idx="17421">
                  <c:v>23.129819999999999</c:v>
                </c:pt>
                <c:pt idx="17422">
                  <c:v>23.384899999999988</c:v>
                </c:pt>
                <c:pt idx="17423">
                  <c:v>23.537759999999999</c:v>
                </c:pt>
                <c:pt idx="17424">
                  <c:v>23.599060000000001</c:v>
                </c:pt>
                <c:pt idx="17425">
                  <c:v>23.58886</c:v>
                </c:pt>
                <c:pt idx="17426">
                  <c:v>22.953299999999974</c:v>
                </c:pt>
                <c:pt idx="17427">
                  <c:v>21.882560000000002</c:v>
                </c:pt>
                <c:pt idx="17428">
                  <c:v>21.248609999999957</c:v>
                </c:pt>
                <c:pt idx="17429">
                  <c:v>21.02002999999997</c:v>
                </c:pt>
                <c:pt idx="17430">
                  <c:v>21.007200000000001</c:v>
                </c:pt>
                <c:pt idx="17431">
                  <c:v>21.02946</c:v>
                </c:pt>
                <c:pt idx="17432">
                  <c:v>20.290629999999968</c:v>
                </c:pt>
                <c:pt idx="17433">
                  <c:v>18.905889999999989</c:v>
                </c:pt>
                <c:pt idx="17434">
                  <c:v>18.173880000000022</c:v>
                </c:pt>
                <c:pt idx="17435">
                  <c:v>18.003719999999973</c:v>
                </c:pt>
                <c:pt idx="17436">
                  <c:v>18.059229999999989</c:v>
                </c:pt>
                <c:pt idx="17437">
                  <c:v>18.030619999999974</c:v>
                </c:pt>
                <c:pt idx="17438">
                  <c:v>17.894929999999999</c:v>
                </c:pt>
                <c:pt idx="17439">
                  <c:v>17.811920000000022</c:v>
                </c:pt>
                <c:pt idx="17440">
                  <c:v>17.707380000000001</c:v>
                </c:pt>
                <c:pt idx="17441">
                  <c:v>17.792359999999974</c:v>
                </c:pt>
                <c:pt idx="17442">
                  <c:v>17.873629999999974</c:v>
                </c:pt>
                <c:pt idx="17443">
                  <c:v>18.030249999999974</c:v>
                </c:pt>
                <c:pt idx="17444">
                  <c:v>18.040109999999974</c:v>
                </c:pt>
                <c:pt idx="17445">
                  <c:v>17.706579999999974</c:v>
                </c:pt>
                <c:pt idx="17446">
                  <c:v>17.345849999999974</c:v>
                </c:pt>
                <c:pt idx="17447">
                  <c:v>16.974860000000021</c:v>
                </c:pt>
                <c:pt idx="17448">
                  <c:v>16.854279999999999</c:v>
                </c:pt>
                <c:pt idx="17449">
                  <c:v>16.807500000000001</c:v>
                </c:pt>
                <c:pt idx="17450">
                  <c:v>16.556660000000001</c:v>
                </c:pt>
                <c:pt idx="17451">
                  <c:v>16.420329999999975</c:v>
                </c:pt>
                <c:pt idx="17452">
                  <c:v>16.520209999999974</c:v>
                </c:pt>
                <c:pt idx="17453">
                  <c:v>16.811129999999999</c:v>
                </c:pt>
                <c:pt idx="17454">
                  <c:v>16.965909999999973</c:v>
                </c:pt>
                <c:pt idx="17455">
                  <c:v>17.175989999999999</c:v>
                </c:pt>
                <c:pt idx="17456">
                  <c:v>17.393470000000001</c:v>
                </c:pt>
                <c:pt idx="17457">
                  <c:v>16.948289999999975</c:v>
                </c:pt>
                <c:pt idx="17458">
                  <c:v>16.286840000000002</c:v>
                </c:pt>
                <c:pt idx="17459">
                  <c:v>15.87107</c:v>
                </c:pt>
                <c:pt idx="17460">
                  <c:v>15.72608</c:v>
                </c:pt>
                <c:pt idx="17461">
                  <c:v>15.692500000000004</c:v>
                </c:pt>
                <c:pt idx="17462">
                  <c:v>15.738029999999998</c:v>
                </c:pt>
                <c:pt idx="17463">
                  <c:v>15.89461</c:v>
                </c:pt>
                <c:pt idx="17464">
                  <c:v>15.913820000000001</c:v>
                </c:pt>
                <c:pt idx="17465">
                  <c:v>15.539020000000001</c:v>
                </c:pt>
                <c:pt idx="17466">
                  <c:v>14.854900000000002</c:v>
                </c:pt>
                <c:pt idx="17467">
                  <c:v>14.304360000000001</c:v>
                </c:pt>
                <c:pt idx="17468">
                  <c:v>13.959010000000006</c:v>
                </c:pt>
                <c:pt idx="17469">
                  <c:v>13.60394</c:v>
                </c:pt>
                <c:pt idx="17470">
                  <c:v>13.405610000000006</c:v>
                </c:pt>
                <c:pt idx="17471">
                  <c:v>13.69154</c:v>
                </c:pt>
                <c:pt idx="17472">
                  <c:v>13.536100000000001</c:v>
                </c:pt>
                <c:pt idx="17473">
                  <c:v>13.271129999999999</c:v>
                </c:pt>
                <c:pt idx="17474">
                  <c:v>13.10365</c:v>
                </c:pt>
                <c:pt idx="17475">
                  <c:v>12.951890000000002</c:v>
                </c:pt>
                <c:pt idx="17476">
                  <c:v>12.95195</c:v>
                </c:pt>
                <c:pt idx="17477">
                  <c:v>13.052400000000015</c:v>
                </c:pt>
                <c:pt idx="17478">
                  <c:v>13.11741</c:v>
                </c:pt>
                <c:pt idx="17479">
                  <c:v>13.06601</c:v>
                </c:pt>
                <c:pt idx="17480">
                  <c:v>12.890470000000002</c:v>
                </c:pt>
                <c:pt idx="17481">
                  <c:v>12.5792</c:v>
                </c:pt>
                <c:pt idx="17482">
                  <c:v>12.33493</c:v>
                </c:pt>
                <c:pt idx="17483">
                  <c:v>12.44974</c:v>
                </c:pt>
                <c:pt idx="17484">
                  <c:v>12.825670000000002</c:v>
                </c:pt>
                <c:pt idx="17485">
                  <c:v>12.95119</c:v>
                </c:pt>
                <c:pt idx="17486">
                  <c:v>12.878970000000001</c:v>
                </c:pt>
                <c:pt idx="17487">
                  <c:v>12.777560000000001</c:v>
                </c:pt>
                <c:pt idx="17488">
                  <c:v>12.72804</c:v>
                </c:pt>
                <c:pt idx="17489">
                  <c:v>12.675480000000011</c:v>
                </c:pt>
                <c:pt idx="17490">
                  <c:v>12.76098</c:v>
                </c:pt>
                <c:pt idx="17491">
                  <c:v>12.979800000000004</c:v>
                </c:pt>
                <c:pt idx="17492">
                  <c:v>13.06526</c:v>
                </c:pt>
                <c:pt idx="17493">
                  <c:v>12.96138</c:v>
                </c:pt>
                <c:pt idx="17494">
                  <c:v>12.635340000000001</c:v>
                </c:pt>
                <c:pt idx="17495">
                  <c:v>11.93581</c:v>
                </c:pt>
                <c:pt idx="17496">
                  <c:v>11.388260000000001</c:v>
                </c:pt>
                <c:pt idx="17497">
                  <c:v>11.41619</c:v>
                </c:pt>
                <c:pt idx="17498">
                  <c:v>11.607760000000001</c:v>
                </c:pt>
                <c:pt idx="17499">
                  <c:v>11.80542000000001</c:v>
                </c:pt>
                <c:pt idx="17500">
                  <c:v>12.039440000000004</c:v>
                </c:pt>
                <c:pt idx="17501">
                  <c:v>11.95496</c:v>
                </c:pt>
                <c:pt idx="17502">
                  <c:v>11.42487</c:v>
                </c:pt>
                <c:pt idx="17503">
                  <c:v>10.741899999999999</c:v>
                </c:pt>
                <c:pt idx="17504">
                  <c:v>10.47003000000001</c:v>
                </c:pt>
                <c:pt idx="17505">
                  <c:v>10.66606</c:v>
                </c:pt>
                <c:pt idx="17506">
                  <c:v>10.88979000000001</c:v>
                </c:pt>
                <c:pt idx="17507">
                  <c:v>10.93601</c:v>
                </c:pt>
                <c:pt idx="17508">
                  <c:v>10.78721</c:v>
                </c:pt>
                <c:pt idx="17509">
                  <c:v>10.76003</c:v>
                </c:pt>
                <c:pt idx="17510">
                  <c:v>10.8139</c:v>
                </c:pt>
                <c:pt idx="17511">
                  <c:v>10.699490000000004</c:v>
                </c:pt>
                <c:pt idx="17512">
                  <c:v>10.2294</c:v>
                </c:pt>
                <c:pt idx="17513">
                  <c:v>9.7123200000000001</c:v>
                </c:pt>
                <c:pt idx="17514">
                  <c:v>9.5984800000000003</c:v>
                </c:pt>
                <c:pt idx="17515">
                  <c:v>9.7225900000000003</c:v>
                </c:pt>
                <c:pt idx="17516">
                  <c:v>9.8745500000000028</c:v>
                </c:pt>
                <c:pt idx="17517">
                  <c:v>9.9376800000000003</c:v>
                </c:pt>
                <c:pt idx="17518">
                  <c:v>10.046110000000001</c:v>
                </c:pt>
                <c:pt idx="17519">
                  <c:v>10.09773</c:v>
                </c:pt>
                <c:pt idx="17520">
                  <c:v>9.8219100000000008</c:v>
                </c:pt>
                <c:pt idx="17521">
                  <c:v>9.3876500000000007</c:v>
                </c:pt>
                <c:pt idx="17522">
                  <c:v>9.2068400000000015</c:v>
                </c:pt>
                <c:pt idx="17523">
                  <c:v>9.3404000000000007</c:v>
                </c:pt>
                <c:pt idx="17524">
                  <c:v>9.62608</c:v>
                </c:pt>
                <c:pt idx="17525">
                  <c:v>9.9846200000000014</c:v>
                </c:pt>
                <c:pt idx="17526">
                  <c:v>10.433670000000001</c:v>
                </c:pt>
                <c:pt idx="17527">
                  <c:v>10.79602</c:v>
                </c:pt>
                <c:pt idx="17528">
                  <c:v>10.674850000000001</c:v>
                </c:pt>
                <c:pt idx="17529">
                  <c:v>10.41907</c:v>
                </c:pt>
                <c:pt idx="17530">
                  <c:v>10.33647</c:v>
                </c:pt>
                <c:pt idx="17531">
                  <c:v>10.36572000000001</c:v>
                </c:pt>
                <c:pt idx="17532">
                  <c:v>10.374420000000002</c:v>
                </c:pt>
                <c:pt idx="17533">
                  <c:v>10.044309999999999</c:v>
                </c:pt>
                <c:pt idx="17534">
                  <c:v>9.4573200000000011</c:v>
                </c:pt>
                <c:pt idx="17535">
                  <c:v>8.9930100000000035</c:v>
                </c:pt>
                <c:pt idx="17536">
                  <c:v>8.9060000000000006</c:v>
                </c:pt>
                <c:pt idx="17537">
                  <c:v>9.1639000000000035</c:v>
                </c:pt>
                <c:pt idx="17538">
                  <c:v>9.3743600000000011</c:v>
                </c:pt>
                <c:pt idx="17539">
                  <c:v>9.3204800000000123</c:v>
                </c:pt>
                <c:pt idx="17540">
                  <c:v>8.9193500000000014</c:v>
                </c:pt>
                <c:pt idx="17541">
                  <c:v>8.1886200000000002</c:v>
                </c:pt>
                <c:pt idx="17542">
                  <c:v>7.8317100000000002</c:v>
                </c:pt>
                <c:pt idx="17543">
                  <c:v>7.6914999999999996</c:v>
                </c:pt>
                <c:pt idx="17544">
                  <c:v>7.3555199999999941</c:v>
                </c:pt>
                <c:pt idx="17545">
                  <c:v>7.1786799999999999</c:v>
                </c:pt>
                <c:pt idx="17546">
                  <c:v>7.3931099999999965</c:v>
                </c:pt>
                <c:pt idx="17547">
                  <c:v>7.87087</c:v>
                </c:pt>
                <c:pt idx="17548">
                  <c:v>8.2289599999999972</c:v>
                </c:pt>
                <c:pt idx="17549">
                  <c:v>8.2117900000000006</c:v>
                </c:pt>
                <c:pt idx="17550">
                  <c:v>8.1712600000000002</c:v>
                </c:pt>
                <c:pt idx="17551">
                  <c:v>8.1885900000000014</c:v>
                </c:pt>
                <c:pt idx="17552">
                  <c:v>8.2493499999999997</c:v>
                </c:pt>
                <c:pt idx="17553">
                  <c:v>8.4470299999999998</c:v>
                </c:pt>
                <c:pt idx="17554">
                  <c:v>8.6060500000000015</c:v>
                </c:pt>
                <c:pt idx="17555">
                  <c:v>8.7327000000000012</c:v>
                </c:pt>
                <c:pt idx="17556">
                  <c:v>8.8975000000000026</c:v>
                </c:pt>
                <c:pt idx="17557">
                  <c:v>9.0569500000000005</c:v>
                </c:pt>
                <c:pt idx="17558">
                  <c:v>9.0606500000000008</c:v>
                </c:pt>
                <c:pt idx="17559">
                  <c:v>8.9085200000000011</c:v>
                </c:pt>
                <c:pt idx="17560">
                  <c:v>8.8037300000000105</c:v>
                </c:pt>
                <c:pt idx="17561">
                  <c:v>8.7874300000000005</c:v>
                </c:pt>
                <c:pt idx="17562">
                  <c:v>8.7581299999999995</c:v>
                </c:pt>
                <c:pt idx="17563">
                  <c:v>8.9625300000000152</c:v>
                </c:pt>
                <c:pt idx="17564">
                  <c:v>9.0433199999999996</c:v>
                </c:pt>
                <c:pt idx="17565">
                  <c:v>8.7227000000000015</c:v>
                </c:pt>
                <c:pt idx="17566">
                  <c:v>8.4297200000000014</c:v>
                </c:pt>
                <c:pt idx="17567">
                  <c:v>8.4192</c:v>
                </c:pt>
                <c:pt idx="17568">
                  <c:v>8.4204400000000028</c:v>
                </c:pt>
                <c:pt idx="17569">
                  <c:v>8.1181999999999999</c:v>
                </c:pt>
                <c:pt idx="17570">
                  <c:v>7.6444799999999944</c:v>
                </c:pt>
                <c:pt idx="17571">
                  <c:v>7.4377700000000004</c:v>
                </c:pt>
                <c:pt idx="17572">
                  <c:v>7.5733600000000063</c:v>
                </c:pt>
                <c:pt idx="17573">
                  <c:v>7.6472600000000002</c:v>
                </c:pt>
                <c:pt idx="17574">
                  <c:v>7.60562</c:v>
                </c:pt>
                <c:pt idx="17575">
                  <c:v>7.4189799999999995</c:v>
                </c:pt>
                <c:pt idx="17576">
                  <c:v>6.9995599999999998</c:v>
                </c:pt>
                <c:pt idx="17577">
                  <c:v>6.6559999999999944</c:v>
                </c:pt>
                <c:pt idx="17578">
                  <c:v>6.7145099999999944</c:v>
                </c:pt>
                <c:pt idx="17579">
                  <c:v>7.2189499999999995</c:v>
                </c:pt>
                <c:pt idx="17580">
                  <c:v>7.6984799999999955</c:v>
                </c:pt>
                <c:pt idx="17581">
                  <c:v>8.1635000000000026</c:v>
                </c:pt>
                <c:pt idx="17582">
                  <c:v>8.6728700000000014</c:v>
                </c:pt>
                <c:pt idx="17583">
                  <c:v>9.3412799999999994</c:v>
                </c:pt>
                <c:pt idx="17584">
                  <c:v>10.170490000000004</c:v>
                </c:pt>
                <c:pt idx="17585">
                  <c:v>10.778329999999999</c:v>
                </c:pt>
                <c:pt idx="17586">
                  <c:v>11.11021</c:v>
                </c:pt>
                <c:pt idx="17587">
                  <c:v>10.71664</c:v>
                </c:pt>
                <c:pt idx="17588">
                  <c:v>10.185840000000002</c:v>
                </c:pt>
                <c:pt idx="17589">
                  <c:v>10.22805</c:v>
                </c:pt>
                <c:pt idx="17590">
                  <c:v>10.5281</c:v>
                </c:pt>
                <c:pt idx="17591">
                  <c:v>10.553790000000006</c:v>
                </c:pt>
                <c:pt idx="17592">
                  <c:v>10.640140000000001</c:v>
                </c:pt>
                <c:pt idx="17593">
                  <c:v>10.763860000000001</c:v>
                </c:pt>
                <c:pt idx="17594">
                  <c:v>10.963380000000004</c:v>
                </c:pt>
                <c:pt idx="17595">
                  <c:v>11.365880000000018</c:v>
                </c:pt>
                <c:pt idx="17596">
                  <c:v>11.27632</c:v>
                </c:pt>
                <c:pt idx="17597">
                  <c:v>10.421430000000004</c:v>
                </c:pt>
                <c:pt idx="17598">
                  <c:v>9.5896900000000027</c:v>
                </c:pt>
                <c:pt idx="17599">
                  <c:v>9.29711</c:v>
                </c:pt>
                <c:pt idx="17600">
                  <c:v>9.3494000000000028</c:v>
                </c:pt>
                <c:pt idx="17601">
                  <c:v>9.4678100000000001</c:v>
                </c:pt>
                <c:pt idx="17602">
                  <c:v>9.7916299999999996</c:v>
                </c:pt>
                <c:pt idx="17603">
                  <c:v>10.29876</c:v>
                </c:pt>
                <c:pt idx="17604">
                  <c:v>10.761560000000001</c:v>
                </c:pt>
                <c:pt idx="17605">
                  <c:v>10.872480000000021</c:v>
                </c:pt>
                <c:pt idx="17606">
                  <c:v>10.54847</c:v>
                </c:pt>
                <c:pt idx="17607">
                  <c:v>10.30983000000001</c:v>
                </c:pt>
                <c:pt idx="17608">
                  <c:v>10.45607</c:v>
                </c:pt>
                <c:pt idx="17609">
                  <c:v>10.53448</c:v>
                </c:pt>
                <c:pt idx="17610">
                  <c:v>10.631959999999999</c:v>
                </c:pt>
                <c:pt idx="17611">
                  <c:v>11.021650000000001</c:v>
                </c:pt>
                <c:pt idx="17612">
                  <c:v>11.35774000000001</c:v>
                </c:pt>
                <c:pt idx="17613">
                  <c:v>11.701369999999999</c:v>
                </c:pt>
                <c:pt idx="17614">
                  <c:v>12.18417</c:v>
                </c:pt>
                <c:pt idx="17615">
                  <c:v>12.76042</c:v>
                </c:pt>
                <c:pt idx="17616">
                  <c:v>13.213660000000001</c:v>
                </c:pt>
                <c:pt idx="17617">
                  <c:v>13.6333</c:v>
                </c:pt>
                <c:pt idx="17618">
                  <c:v>14.171750000000001</c:v>
                </c:pt>
                <c:pt idx="17619">
                  <c:v>14.73302</c:v>
                </c:pt>
                <c:pt idx="17620">
                  <c:v>15.249309999999999</c:v>
                </c:pt>
                <c:pt idx="17621">
                  <c:v>15.63259</c:v>
                </c:pt>
                <c:pt idx="17622">
                  <c:v>15.950480000000018</c:v>
                </c:pt>
                <c:pt idx="17623">
                  <c:v>16.147040000000001</c:v>
                </c:pt>
                <c:pt idx="17624">
                  <c:v>16.301980000000022</c:v>
                </c:pt>
                <c:pt idx="17625">
                  <c:v>16.445339999999959</c:v>
                </c:pt>
                <c:pt idx="17626">
                  <c:v>16.400719999999971</c:v>
                </c:pt>
                <c:pt idx="17627">
                  <c:v>16.341090000000001</c:v>
                </c:pt>
                <c:pt idx="17628">
                  <c:v>16.208570000000002</c:v>
                </c:pt>
                <c:pt idx="17629">
                  <c:v>15.856640000000018</c:v>
                </c:pt>
                <c:pt idx="17630">
                  <c:v>15.694740000000001</c:v>
                </c:pt>
                <c:pt idx="17631">
                  <c:v>15.58365</c:v>
                </c:pt>
                <c:pt idx="17632">
                  <c:v>14.953540000000011</c:v>
                </c:pt>
                <c:pt idx="17633">
                  <c:v>13.49689</c:v>
                </c:pt>
                <c:pt idx="17634">
                  <c:v>12.03013</c:v>
                </c:pt>
                <c:pt idx="17635">
                  <c:v>12.77614</c:v>
                </c:pt>
                <c:pt idx="17636">
                  <c:v>13.30827</c:v>
                </c:pt>
                <c:pt idx="17637">
                  <c:v>13.95406</c:v>
                </c:pt>
                <c:pt idx="17638">
                  <c:v>14.723800000000001</c:v>
                </c:pt>
                <c:pt idx="17639">
                  <c:v>14.89066</c:v>
                </c:pt>
                <c:pt idx="17640">
                  <c:v>14.972200000000004</c:v>
                </c:pt>
                <c:pt idx="17641">
                  <c:v>14.66058000000001</c:v>
                </c:pt>
                <c:pt idx="17642">
                  <c:v>14.07855</c:v>
                </c:pt>
                <c:pt idx="17643">
                  <c:v>13.77961</c:v>
                </c:pt>
                <c:pt idx="17644">
                  <c:v>14.20126</c:v>
                </c:pt>
                <c:pt idx="17645">
                  <c:v>14.84524</c:v>
                </c:pt>
                <c:pt idx="17646">
                  <c:v>15.17592</c:v>
                </c:pt>
                <c:pt idx="17647">
                  <c:v>15.513730000000002</c:v>
                </c:pt>
                <c:pt idx="17648">
                  <c:v>15.79927</c:v>
                </c:pt>
                <c:pt idx="17649">
                  <c:v>16.303920000000005</c:v>
                </c:pt>
                <c:pt idx="17650">
                  <c:v>16.908059999999974</c:v>
                </c:pt>
                <c:pt idx="17651">
                  <c:v>17.33652</c:v>
                </c:pt>
                <c:pt idx="17652">
                  <c:v>17.59960999999997</c:v>
                </c:pt>
                <c:pt idx="17653">
                  <c:v>17.804400000000001</c:v>
                </c:pt>
                <c:pt idx="17654">
                  <c:v>18.033650000000005</c:v>
                </c:pt>
                <c:pt idx="17655">
                  <c:v>17.82441</c:v>
                </c:pt>
                <c:pt idx="17656">
                  <c:v>17.611149999999999</c:v>
                </c:pt>
                <c:pt idx="17657">
                  <c:v>17.837789999999988</c:v>
                </c:pt>
                <c:pt idx="17658">
                  <c:v>17.971739999999972</c:v>
                </c:pt>
                <c:pt idx="17659">
                  <c:v>17.963269999999973</c:v>
                </c:pt>
                <c:pt idx="17660">
                  <c:v>17.589390000000002</c:v>
                </c:pt>
                <c:pt idx="17661">
                  <c:v>17.392629999999972</c:v>
                </c:pt>
                <c:pt idx="17662">
                  <c:v>17.532810000000001</c:v>
                </c:pt>
                <c:pt idx="17663">
                  <c:v>17.659179999999999</c:v>
                </c:pt>
                <c:pt idx="17664">
                  <c:v>17.316680000000005</c:v>
                </c:pt>
                <c:pt idx="17665">
                  <c:v>16.763579999999973</c:v>
                </c:pt>
                <c:pt idx="17666">
                  <c:v>16.606369999999988</c:v>
                </c:pt>
                <c:pt idx="17667">
                  <c:v>16.943039999999975</c:v>
                </c:pt>
                <c:pt idx="17668">
                  <c:v>17.502699999999972</c:v>
                </c:pt>
                <c:pt idx="17669">
                  <c:v>17.741879999999988</c:v>
                </c:pt>
                <c:pt idx="17670">
                  <c:v>18.000450000000001</c:v>
                </c:pt>
                <c:pt idx="17671">
                  <c:v>18.464399999999973</c:v>
                </c:pt>
                <c:pt idx="17672">
                  <c:v>18.844370000000001</c:v>
                </c:pt>
                <c:pt idx="17673">
                  <c:v>19.08712999999997</c:v>
                </c:pt>
                <c:pt idx="17674">
                  <c:v>19.488569999999957</c:v>
                </c:pt>
                <c:pt idx="17675">
                  <c:v>19.93040999999997</c:v>
                </c:pt>
                <c:pt idx="17676">
                  <c:v>19.507989999999999</c:v>
                </c:pt>
                <c:pt idx="17677">
                  <c:v>18.935039999999972</c:v>
                </c:pt>
                <c:pt idx="17678">
                  <c:v>18.957689999999989</c:v>
                </c:pt>
                <c:pt idx="17679">
                  <c:v>19.346950000000021</c:v>
                </c:pt>
                <c:pt idx="17680">
                  <c:v>19.905049999999957</c:v>
                </c:pt>
                <c:pt idx="17681">
                  <c:v>20.477039999999974</c:v>
                </c:pt>
                <c:pt idx="17682">
                  <c:v>20.713170000000005</c:v>
                </c:pt>
                <c:pt idx="17683">
                  <c:v>20.789619999999957</c:v>
                </c:pt>
                <c:pt idx="17684">
                  <c:v>20.799699999999973</c:v>
                </c:pt>
                <c:pt idx="17685">
                  <c:v>20.803529999999974</c:v>
                </c:pt>
                <c:pt idx="17686">
                  <c:v>21.104700000000001</c:v>
                </c:pt>
                <c:pt idx="17687">
                  <c:v>21.679870000000033</c:v>
                </c:pt>
                <c:pt idx="17688">
                  <c:v>22.24475</c:v>
                </c:pt>
                <c:pt idx="17689">
                  <c:v>22.639880000000037</c:v>
                </c:pt>
                <c:pt idx="17690">
                  <c:v>23.01568</c:v>
                </c:pt>
                <c:pt idx="17691">
                  <c:v>23.299339999999972</c:v>
                </c:pt>
                <c:pt idx="17692">
                  <c:v>22.862639999999956</c:v>
                </c:pt>
                <c:pt idx="17693">
                  <c:v>22.488749999999943</c:v>
                </c:pt>
                <c:pt idx="17694">
                  <c:v>22.75817</c:v>
                </c:pt>
                <c:pt idx="17695">
                  <c:v>23.111799999999999</c:v>
                </c:pt>
                <c:pt idx="17696">
                  <c:v>23.28181</c:v>
                </c:pt>
                <c:pt idx="17697">
                  <c:v>23.174489999999999</c:v>
                </c:pt>
                <c:pt idx="17698">
                  <c:v>22.89331</c:v>
                </c:pt>
                <c:pt idx="17699">
                  <c:v>22.832739999999973</c:v>
                </c:pt>
                <c:pt idx="17700">
                  <c:v>22.875859999999999</c:v>
                </c:pt>
                <c:pt idx="17701">
                  <c:v>22.943349999999956</c:v>
                </c:pt>
                <c:pt idx="17702">
                  <c:v>23.24117</c:v>
                </c:pt>
                <c:pt idx="17703">
                  <c:v>23.353760000000001</c:v>
                </c:pt>
                <c:pt idx="17704">
                  <c:v>23.132149999999989</c:v>
                </c:pt>
                <c:pt idx="17705">
                  <c:v>22.635050000000021</c:v>
                </c:pt>
                <c:pt idx="17706">
                  <c:v>22.285969999999974</c:v>
                </c:pt>
                <c:pt idx="17707">
                  <c:v>22.196269999999988</c:v>
                </c:pt>
                <c:pt idx="17708">
                  <c:v>22.041319999999974</c:v>
                </c:pt>
                <c:pt idx="17709">
                  <c:v>22.088450000000002</c:v>
                </c:pt>
                <c:pt idx="17710">
                  <c:v>22.299969999999988</c:v>
                </c:pt>
                <c:pt idx="17711">
                  <c:v>22.564769999999989</c:v>
                </c:pt>
                <c:pt idx="17712">
                  <c:v>22.955539999999957</c:v>
                </c:pt>
                <c:pt idx="17713">
                  <c:v>23.017510000000001</c:v>
                </c:pt>
                <c:pt idx="17714">
                  <c:v>23.115030000000001</c:v>
                </c:pt>
                <c:pt idx="17715">
                  <c:v>23.404499999999974</c:v>
                </c:pt>
                <c:pt idx="17716">
                  <c:v>23.637509999999999</c:v>
                </c:pt>
                <c:pt idx="17717">
                  <c:v>23.801729999999989</c:v>
                </c:pt>
                <c:pt idx="17718">
                  <c:v>24.022519999999975</c:v>
                </c:pt>
                <c:pt idx="17719">
                  <c:v>24.47137</c:v>
                </c:pt>
                <c:pt idx="17720">
                  <c:v>24.989889999999974</c:v>
                </c:pt>
                <c:pt idx="17721">
                  <c:v>25.350819999999999</c:v>
                </c:pt>
                <c:pt idx="17722">
                  <c:v>25.50632999999997</c:v>
                </c:pt>
                <c:pt idx="17723">
                  <c:v>25.339169999999999</c:v>
                </c:pt>
                <c:pt idx="17724">
                  <c:v>25.105370000000001</c:v>
                </c:pt>
                <c:pt idx="17725">
                  <c:v>25.140360000000001</c:v>
                </c:pt>
                <c:pt idx="17726">
                  <c:v>25.282879999999974</c:v>
                </c:pt>
                <c:pt idx="17727">
                  <c:v>25.55969</c:v>
                </c:pt>
                <c:pt idx="17728">
                  <c:v>26.061109999999989</c:v>
                </c:pt>
                <c:pt idx="17729">
                  <c:v>26.595490000000002</c:v>
                </c:pt>
                <c:pt idx="17730">
                  <c:v>26.673020000000001</c:v>
                </c:pt>
                <c:pt idx="17731">
                  <c:v>26.145869999999999</c:v>
                </c:pt>
                <c:pt idx="17732">
                  <c:v>25.73952999999997</c:v>
                </c:pt>
                <c:pt idx="17733">
                  <c:v>25.671980000000033</c:v>
                </c:pt>
                <c:pt idx="17734">
                  <c:v>25.51821</c:v>
                </c:pt>
                <c:pt idx="17735">
                  <c:v>25.339970000000033</c:v>
                </c:pt>
                <c:pt idx="17736">
                  <c:v>25.053380000000001</c:v>
                </c:pt>
                <c:pt idx="17737">
                  <c:v>24.982789999999955</c:v>
                </c:pt>
                <c:pt idx="17738">
                  <c:v>25.228669999999973</c:v>
                </c:pt>
                <c:pt idx="17739">
                  <c:v>25.567129999999974</c:v>
                </c:pt>
                <c:pt idx="17740">
                  <c:v>26.147590000000001</c:v>
                </c:pt>
                <c:pt idx="17741">
                  <c:v>26.584529999999972</c:v>
                </c:pt>
                <c:pt idx="17742">
                  <c:v>26.31879</c:v>
                </c:pt>
                <c:pt idx="17743">
                  <c:v>25.765929999999972</c:v>
                </c:pt>
                <c:pt idx="17744">
                  <c:v>25.520910000000001</c:v>
                </c:pt>
                <c:pt idx="17745">
                  <c:v>25.71218</c:v>
                </c:pt>
                <c:pt idx="17746">
                  <c:v>25.935399999999973</c:v>
                </c:pt>
                <c:pt idx="17747">
                  <c:v>25.985099999999957</c:v>
                </c:pt>
                <c:pt idx="17748">
                  <c:v>25.906709999999968</c:v>
                </c:pt>
                <c:pt idx="17749">
                  <c:v>26.000299999999989</c:v>
                </c:pt>
                <c:pt idx="17750">
                  <c:v>26.438179999999978</c:v>
                </c:pt>
                <c:pt idx="17751">
                  <c:v>26.876349999999974</c:v>
                </c:pt>
                <c:pt idx="17752">
                  <c:v>26.944609999999972</c:v>
                </c:pt>
                <c:pt idx="17753">
                  <c:v>26.568399999999972</c:v>
                </c:pt>
                <c:pt idx="17754">
                  <c:v>26.216429999999974</c:v>
                </c:pt>
                <c:pt idx="17755">
                  <c:v>26.237810000000021</c:v>
                </c:pt>
                <c:pt idx="17756">
                  <c:v>26.560209999999973</c:v>
                </c:pt>
                <c:pt idx="17757">
                  <c:v>26.965769999999956</c:v>
                </c:pt>
                <c:pt idx="17758">
                  <c:v>27.438739999999957</c:v>
                </c:pt>
                <c:pt idx="17759">
                  <c:v>27.71550999999997</c:v>
                </c:pt>
                <c:pt idx="17760">
                  <c:v>27.408249999999956</c:v>
                </c:pt>
                <c:pt idx="17761">
                  <c:v>27.178840000000001</c:v>
                </c:pt>
                <c:pt idx="17762">
                  <c:v>27.241299999999974</c:v>
                </c:pt>
                <c:pt idx="17763">
                  <c:v>27.375350000000001</c:v>
                </c:pt>
                <c:pt idx="17764">
                  <c:v>27.563890000000001</c:v>
                </c:pt>
                <c:pt idx="17765">
                  <c:v>27.864550000000001</c:v>
                </c:pt>
                <c:pt idx="17766">
                  <c:v>27.927230000000002</c:v>
                </c:pt>
                <c:pt idx="17767">
                  <c:v>27.280369999999973</c:v>
                </c:pt>
                <c:pt idx="17768">
                  <c:v>26.62594</c:v>
                </c:pt>
                <c:pt idx="17769">
                  <c:v>26.471589999999978</c:v>
                </c:pt>
                <c:pt idx="17770">
                  <c:v>26.648209999999974</c:v>
                </c:pt>
                <c:pt idx="17771">
                  <c:v>26.737649999999974</c:v>
                </c:pt>
                <c:pt idx="17772">
                  <c:v>26.780279999999973</c:v>
                </c:pt>
                <c:pt idx="17773">
                  <c:v>26.91337</c:v>
                </c:pt>
                <c:pt idx="17774">
                  <c:v>27.008639999999971</c:v>
                </c:pt>
                <c:pt idx="17775">
                  <c:v>27.034079999999999</c:v>
                </c:pt>
                <c:pt idx="17776">
                  <c:v>26.769359999999974</c:v>
                </c:pt>
                <c:pt idx="17777">
                  <c:v>26.004049999999989</c:v>
                </c:pt>
                <c:pt idx="17778">
                  <c:v>24.702870000000001</c:v>
                </c:pt>
                <c:pt idx="17779">
                  <c:v>23.571020000000001</c:v>
                </c:pt>
                <c:pt idx="17780">
                  <c:v>23.119470000000021</c:v>
                </c:pt>
                <c:pt idx="17781">
                  <c:v>22.990679999999973</c:v>
                </c:pt>
                <c:pt idx="17782">
                  <c:v>23.090439999999973</c:v>
                </c:pt>
                <c:pt idx="17783">
                  <c:v>23.464499999999973</c:v>
                </c:pt>
                <c:pt idx="17784">
                  <c:v>23.776719999999973</c:v>
                </c:pt>
                <c:pt idx="17785">
                  <c:v>23.85642</c:v>
                </c:pt>
                <c:pt idx="17786">
                  <c:v>23.8429</c:v>
                </c:pt>
                <c:pt idx="17787">
                  <c:v>23.820920000000001</c:v>
                </c:pt>
                <c:pt idx="17788">
                  <c:v>23.803039999999989</c:v>
                </c:pt>
                <c:pt idx="17789">
                  <c:v>23.903309999999973</c:v>
                </c:pt>
                <c:pt idx="17790">
                  <c:v>23.376349999999974</c:v>
                </c:pt>
                <c:pt idx="17791">
                  <c:v>22.269299999999973</c:v>
                </c:pt>
                <c:pt idx="17792">
                  <c:v>21.286409999999975</c:v>
                </c:pt>
                <c:pt idx="17793">
                  <c:v>20.55662999999997</c:v>
                </c:pt>
                <c:pt idx="17794">
                  <c:v>20.145800000000001</c:v>
                </c:pt>
                <c:pt idx="17795">
                  <c:v>20.094950000000026</c:v>
                </c:pt>
                <c:pt idx="17796">
                  <c:v>19.96409999999997</c:v>
                </c:pt>
                <c:pt idx="17797">
                  <c:v>19.610830000000021</c:v>
                </c:pt>
                <c:pt idx="17798">
                  <c:v>19.38006</c:v>
                </c:pt>
                <c:pt idx="17799">
                  <c:v>19.497109999999989</c:v>
                </c:pt>
                <c:pt idx="17800">
                  <c:v>19.803930000000001</c:v>
                </c:pt>
                <c:pt idx="17801">
                  <c:v>20.08717</c:v>
                </c:pt>
                <c:pt idx="17802">
                  <c:v>20.07227</c:v>
                </c:pt>
                <c:pt idx="17803">
                  <c:v>19.69068</c:v>
                </c:pt>
                <c:pt idx="17804">
                  <c:v>19.243549999999956</c:v>
                </c:pt>
                <c:pt idx="17805">
                  <c:v>19.015229999999974</c:v>
                </c:pt>
                <c:pt idx="17806">
                  <c:v>19.337540000000001</c:v>
                </c:pt>
                <c:pt idx="17807">
                  <c:v>20.066549999999957</c:v>
                </c:pt>
                <c:pt idx="17808">
                  <c:v>20.616040000000005</c:v>
                </c:pt>
                <c:pt idx="17809">
                  <c:v>20.627379999999999</c:v>
                </c:pt>
                <c:pt idx="17810">
                  <c:v>20.329180000000001</c:v>
                </c:pt>
                <c:pt idx="17811">
                  <c:v>20.284289999999974</c:v>
                </c:pt>
                <c:pt idx="17812">
                  <c:v>20.396080000000001</c:v>
                </c:pt>
                <c:pt idx="17813">
                  <c:v>20.469759999999972</c:v>
                </c:pt>
                <c:pt idx="17814">
                  <c:v>20.495409999999964</c:v>
                </c:pt>
                <c:pt idx="17815">
                  <c:v>20.411359999999988</c:v>
                </c:pt>
                <c:pt idx="17816">
                  <c:v>20.237480000000001</c:v>
                </c:pt>
                <c:pt idx="17817">
                  <c:v>20.085649999999958</c:v>
                </c:pt>
                <c:pt idx="17818">
                  <c:v>20.022169999999978</c:v>
                </c:pt>
                <c:pt idx="17819">
                  <c:v>19.966049999999957</c:v>
                </c:pt>
                <c:pt idx="17820">
                  <c:v>19.419090000000001</c:v>
                </c:pt>
                <c:pt idx="17821">
                  <c:v>18.455100000000002</c:v>
                </c:pt>
                <c:pt idx="17822">
                  <c:v>17.990119999999973</c:v>
                </c:pt>
                <c:pt idx="17823">
                  <c:v>17.964219999999973</c:v>
                </c:pt>
                <c:pt idx="17824">
                  <c:v>18.0046</c:v>
                </c:pt>
                <c:pt idx="17825">
                  <c:v>17.960029999999971</c:v>
                </c:pt>
                <c:pt idx="17826">
                  <c:v>17.838709999999974</c:v>
                </c:pt>
                <c:pt idx="17827">
                  <c:v>17.646639999999973</c:v>
                </c:pt>
                <c:pt idx="17828">
                  <c:v>17.141259999999999</c:v>
                </c:pt>
                <c:pt idx="17829">
                  <c:v>16.473459999999989</c:v>
                </c:pt>
                <c:pt idx="17830">
                  <c:v>15.96801</c:v>
                </c:pt>
                <c:pt idx="17831">
                  <c:v>16.052879999999988</c:v>
                </c:pt>
                <c:pt idx="17832">
                  <c:v>16.584810000000001</c:v>
                </c:pt>
                <c:pt idx="17833">
                  <c:v>17.080599999999972</c:v>
                </c:pt>
                <c:pt idx="17834">
                  <c:v>17.519169999999999</c:v>
                </c:pt>
                <c:pt idx="17835">
                  <c:v>17.858969999999999</c:v>
                </c:pt>
                <c:pt idx="17836">
                  <c:v>17.992309999999971</c:v>
                </c:pt>
                <c:pt idx="17837">
                  <c:v>18.0702</c:v>
                </c:pt>
                <c:pt idx="17838">
                  <c:v>18.095629999999975</c:v>
                </c:pt>
                <c:pt idx="17839">
                  <c:v>18.107710000000001</c:v>
                </c:pt>
                <c:pt idx="17840">
                  <c:v>18.091529999999974</c:v>
                </c:pt>
                <c:pt idx="17841">
                  <c:v>17.737649999999974</c:v>
                </c:pt>
                <c:pt idx="17842">
                  <c:v>17.10848</c:v>
                </c:pt>
                <c:pt idx="17843">
                  <c:v>16.74746</c:v>
                </c:pt>
                <c:pt idx="17844">
                  <c:v>16.827369999999988</c:v>
                </c:pt>
                <c:pt idx="17845">
                  <c:v>16.603169999999999</c:v>
                </c:pt>
                <c:pt idx="17846">
                  <c:v>15.925530000000011</c:v>
                </c:pt>
                <c:pt idx="17847">
                  <c:v>15.104560000000001</c:v>
                </c:pt>
                <c:pt idx="17848">
                  <c:v>14.178840000000001</c:v>
                </c:pt>
                <c:pt idx="17849">
                  <c:v>13.491340000000001</c:v>
                </c:pt>
                <c:pt idx="17850">
                  <c:v>13.23151</c:v>
                </c:pt>
                <c:pt idx="17851">
                  <c:v>13.041980000000001</c:v>
                </c:pt>
                <c:pt idx="17852">
                  <c:v>12.76122</c:v>
                </c:pt>
                <c:pt idx="17853">
                  <c:v>12.641679999999999</c:v>
                </c:pt>
                <c:pt idx="17854">
                  <c:v>12.9307</c:v>
                </c:pt>
                <c:pt idx="17855">
                  <c:v>13.438000000000001</c:v>
                </c:pt>
                <c:pt idx="17856">
                  <c:v>13.70926</c:v>
                </c:pt>
                <c:pt idx="17857">
                  <c:v>13.762510000000002</c:v>
                </c:pt>
                <c:pt idx="17858">
                  <c:v>13.723040000000001</c:v>
                </c:pt>
                <c:pt idx="17859">
                  <c:v>13.524790000000001</c:v>
                </c:pt>
                <c:pt idx="17860">
                  <c:v>13.465170000000002</c:v>
                </c:pt>
                <c:pt idx="17861">
                  <c:v>13.50168</c:v>
                </c:pt>
                <c:pt idx="17862">
                  <c:v>13.296110000000001</c:v>
                </c:pt>
                <c:pt idx="17863">
                  <c:v>13.07385</c:v>
                </c:pt>
                <c:pt idx="17864">
                  <c:v>12.74916</c:v>
                </c:pt>
                <c:pt idx="17865">
                  <c:v>12.46185</c:v>
                </c:pt>
                <c:pt idx="17866">
                  <c:v>12.369460000000011</c:v>
                </c:pt>
                <c:pt idx="17867">
                  <c:v>12.245850000000001</c:v>
                </c:pt>
                <c:pt idx="17868">
                  <c:v>11.943720000000001</c:v>
                </c:pt>
                <c:pt idx="17869">
                  <c:v>11.71635</c:v>
                </c:pt>
                <c:pt idx="17870">
                  <c:v>11.714329999999999</c:v>
                </c:pt>
                <c:pt idx="17871">
                  <c:v>11.748109999999997</c:v>
                </c:pt>
                <c:pt idx="17872">
                  <c:v>11.535360000000001</c:v>
                </c:pt>
                <c:pt idx="17873">
                  <c:v>11.03748</c:v>
                </c:pt>
                <c:pt idx="17874">
                  <c:v>10.52088</c:v>
                </c:pt>
                <c:pt idx="17875">
                  <c:v>9.9179000000000013</c:v>
                </c:pt>
                <c:pt idx="17876">
                  <c:v>9.2286599999999996</c:v>
                </c:pt>
                <c:pt idx="17877">
                  <c:v>8.6352700000000002</c:v>
                </c:pt>
                <c:pt idx="17878">
                  <c:v>8.3158800000000124</c:v>
                </c:pt>
                <c:pt idx="17879">
                  <c:v>8.1991800000000001</c:v>
                </c:pt>
                <c:pt idx="17880">
                  <c:v>8.1705300000000047</c:v>
                </c:pt>
                <c:pt idx="17881">
                  <c:v>8.2454500000000035</c:v>
                </c:pt>
                <c:pt idx="17882">
                  <c:v>8.2748400000000011</c:v>
                </c:pt>
                <c:pt idx="17883">
                  <c:v>8.3476500000000016</c:v>
                </c:pt>
                <c:pt idx="17884">
                  <c:v>8.5361600000000006</c:v>
                </c:pt>
                <c:pt idx="17885">
                  <c:v>8.8627900000000146</c:v>
                </c:pt>
                <c:pt idx="17886">
                  <c:v>9.2072299999999991</c:v>
                </c:pt>
                <c:pt idx="17887">
                  <c:v>9.4765300000000146</c:v>
                </c:pt>
                <c:pt idx="17888">
                  <c:v>9.7465000000000011</c:v>
                </c:pt>
                <c:pt idx="17889">
                  <c:v>10.073480000000011</c:v>
                </c:pt>
                <c:pt idx="17890">
                  <c:v>10.36797</c:v>
                </c:pt>
                <c:pt idx="17891">
                  <c:v>10.51459</c:v>
                </c:pt>
                <c:pt idx="17892">
                  <c:v>10.347760000000001</c:v>
                </c:pt>
                <c:pt idx="17893">
                  <c:v>10.054490000000012</c:v>
                </c:pt>
                <c:pt idx="17894">
                  <c:v>9.7178699999999996</c:v>
                </c:pt>
                <c:pt idx="17895">
                  <c:v>9.3723400000000048</c:v>
                </c:pt>
                <c:pt idx="17896">
                  <c:v>9.15442</c:v>
                </c:pt>
                <c:pt idx="17897">
                  <c:v>8.9573600000000013</c:v>
                </c:pt>
                <c:pt idx="17898">
                  <c:v>8.8341100000000008</c:v>
                </c:pt>
                <c:pt idx="17899">
                  <c:v>8.7455400000000001</c:v>
                </c:pt>
                <c:pt idx="17900">
                  <c:v>8.6403699999999972</c:v>
                </c:pt>
                <c:pt idx="17901">
                  <c:v>8.6813500000000001</c:v>
                </c:pt>
                <c:pt idx="17902">
                  <c:v>8.6713199999999997</c:v>
                </c:pt>
                <c:pt idx="17903">
                  <c:v>8.7946000000000009</c:v>
                </c:pt>
                <c:pt idx="17904">
                  <c:v>9.1269100000000005</c:v>
                </c:pt>
                <c:pt idx="17905">
                  <c:v>9.2816100000000006</c:v>
                </c:pt>
                <c:pt idx="17906">
                  <c:v>9.2072199999999995</c:v>
                </c:pt>
                <c:pt idx="17907">
                  <c:v>8.9783200000000001</c:v>
                </c:pt>
                <c:pt idx="17908">
                  <c:v>8.8025000000000109</c:v>
                </c:pt>
                <c:pt idx="17909">
                  <c:v>8.6840500000000009</c:v>
                </c:pt>
                <c:pt idx="17910">
                  <c:v>8.5470299999999995</c:v>
                </c:pt>
                <c:pt idx="17911">
                  <c:v>8.5874400000000026</c:v>
                </c:pt>
                <c:pt idx="17912">
                  <c:v>8.7531800000000004</c:v>
                </c:pt>
                <c:pt idx="17913">
                  <c:v>8.8994500000000141</c:v>
                </c:pt>
                <c:pt idx="17914">
                  <c:v>8.9397500000000001</c:v>
                </c:pt>
                <c:pt idx="17915">
                  <c:v>8.76295</c:v>
                </c:pt>
                <c:pt idx="17916">
                  <c:v>8.4317900000000012</c:v>
                </c:pt>
                <c:pt idx="17917">
                  <c:v>8.2521500000000003</c:v>
                </c:pt>
                <c:pt idx="17918">
                  <c:v>8.2374400000000012</c:v>
                </c:pt>
                <c:pt idx="17919">
                  <c:v>8.2849299999999992</c:v>
                </c:pt>
                <c:pt idx="17920">
                  <c:v>8.3652500000000067</c:v>
                </c:pt>
                <c:pt idx="17921">
                  <c:v>8.5859400000000008</c:v>
                </c:pt>
                <c:pt idx="17922">
                  <c:v>8.8677100000000006</c:v>
                </c:pt>
                <c:pt idx="17923">
                  <c:v>9.1058300000000028</c:v>
                </c:pt>
                <c:pt idx="17924">
                  <c:v>9.3663600000000002</c:v>
                </c:pt>
                <c:pt idx="17925">
                  <c:v>9.44102</c:v>
                </c:pt>
                <c:pt idx="17926">
                  <c:v>9.1755600000000008</c:v>
                </c:pt>
                <c:pt idx="17927">
                  <c:v>8.6240400000000008</c:v>
                </c:pt>
                <c:pt idx="17928">
                  <c:v>7.9231699999999998</c:v>
                </c:pt>
                <c:pt idx="17929">
                  <c:v>7.2169999999999996</c:v>
                </c:pt>
                <c:pt idx="17930">
                  <c:v>6.8194400000000002</c:v>
                </c:pt>
                <c:pt idx="17931">
                  <c:v>6.91852</c:v>
                </c:pt>
                <c:pt idx="17932">
                  <c:v>7.2872300000000001</c:v>
                </c:pt>
                <c:pt idx="17933">
                  <c:v>7.84633</c:v>
                </c:pt>
                <c:pt idx="17934">
                  <c:v>8.3697700000000008</c:v>
                </c:pt>
                <c:pt idx="17935">
                  <c:v>8.6768200000000011</c:v>
                </c:pt>
                <c:pt idx="17936">
                  <c:v>8.6115700000000004</c:v>
                </c:pt>
                <c:pt idx="17937">
                  <c:v>8.6762000000000015</c:v>
                </c:pt>
                <c:pt idx="17938">
                  <c:v>9.0205700000000011</c:v>
                </c:pt>
                <c:pt idx="17939">
                  <c:v>9.1850700000000014</c:v>
                </c:pt>
                <c:pt idx="17940">
                  <c:v>9.2388399999999997</c:v>
                </c:pt>
                <c:pt idx="17941">
                  <c:v>9.5257800000000028</c:v>
                </c:pt>
                <c:pt idx="17942">
                  <c:v>10.03378</c:v>
                </c:pt>
                <c:pt idx="17943">
                  <c:v>10.52688</c:v>
                </c:pt>
                <c:pt idx="17944">
                  <c:v>10.950240000000004</c:v>
                </c:pt>
                <c:pt idx="17945">
                  <c:v>11.162420000000004</c:v>
                </c:pt>
                <c:pt idx="17946">
                  <c:v>11.093590000000004</c:v>
                </c:pt>
                <c:pt idx="17947">
                  <c:v>10.92478</c:v>
                </c:pt>
                <c:pt idx="17948">
                  <c:v>10.70674</c:v>
                </c:pt>
                <c:pt idx="17949">
                  <c:v>10.506640000000004</c:v>
                </c:pt>
                <c:pt idx="17950">
                  <c:v>10.39869</c:v>
                </c:pt>
                <c:pt idx="17951">
                  <c:v>10.45041000000001</c:v>
                </c:pt>
                <c:pt idx="17952">
                  <c:v>10.7018</c:v>
                </c:pt>
                <c:pt idx="17953">
                  <c:v>11.140690000000001</c:v>
                </c:pt>
                <c:pt idx="17954">
                  <c:v>11.644579999999999</c:v>
                </c:pt>
                <c:pt idx="17955">
                  <c:v>11.748049999999999</c:v>
                </c:pt>
                <c:pt idx="17956">
                  <c:v>11.64814</c:v>
                </c:pt>
                <c:pt idx="17957">
                  <c:v>12.02957</c:v>
                </c:pt>
                <c:pt idx="17958">
                  <c:v>12.52764</c:v>
                </c:pt>
                <c:pt idx="17959">
                  <c:v>12.83286</c:v>
                </c:pt>
                <c:pt idx="17960">
                  <c:v>13.205030000000002</c:v>
                </c:pt>
                <c:pt idx="17961">
                  <c:v>13.521330000000001</c:v>
                </c:pt>
                <c:pt idx="17962">
                  <c:v>13.715820000000001</c:v>
                </c:pt>
                <c:pt idx="17963">
                  <c:v>13.499510000000004</c:v>
                </c:pt>
                <c:pt idx="17964">
                  <c:v>13.028130000000001</c:v>
                </c:pt>
                <c:pt idx="17965">
                  <c:v>12.664210000000001</c:v>
                </c:pt>
                <c:pt idx="17966">
                  <c:v>12.41403</c:v>
                </c:pt>
                <c:pt idx="17967">
                  <c:v>12.374980000000004</c:v>
                </c:pt>
                <c:pt idx="17968">
                  <c:v>12.34676</c:v>
                </c:pt>
                <c:pt idx="17969">
                  <c:v>12.27195</c:v>
                </c:pt>
                <c:pt idx="17970">
                  <c:v>12.2417</c:v>
                </c:pt>
                <c:pt idx="17971">
                  <c:v>11.88607</c:v>
                </c:pt>
                <c:pt idx="17972">
                  <c:v>11.31171</c:v>
                </c:pt>
                <c:pt idx="17973">
                  <c:v>10.999790000000004</c:v>
                </c:pt>
                <c:pt idx="17974">
                  <c:v>10.95736</c:v>
                </c:pt>
                <c:pt idx="17975">
                  <c:v>11.309580000000015</c:v>
                </c:pt>
                <c:pt idx="17976">
                  <c:v>11.87229000000001</c:v>
                </c:pt>
                <c:pt idx="17977">
                  <c:v>12.43383</c:v>
                </c:pt>
                <c:pt idx="17978">
                  <c:v>12.893410000000006</c:v>
                </c:pt>
                <c:pt idx="17979">
                  <c:v>13.27389</c:v>
                </c:pt>
                <c:pt idx="17980">
                  <c:v>13.05411</c:v>
                </c:pt>
                <c:pt idx="17981">
                  <c:v>12.38013000000001</c:v>
                </c:pt>
                <c:pt idx="17982">
                  <c:v>11.945080000000004</c:v>
                </c:pt>
                <c:pt idx="17983">
                  <c:v>12.005510000000006</c:v>
                </c:pt>
                <c:pt idx="17984">
                  <c:v>12.0373</c:v>
                </c:pt>
                <c:pt idx="17985">
                  <c:v>11.91719</c:v>
                </c:pt>
                <c:pt idx="17986">
                  <c:v>11.988190000000001</c:v>
                </c:pt>
                <c:pt idx="17987">
                  <c:v>12.4038</c:v>
                </c:pt>
                <c:pt idx="17988">
                  <c:v>12.54627</c:v>
                </c:pt>
                <c:pt idx="17989">
                  <c:v>12.17469</c:v>
                </c:pt>
                <c:pt idx="17990">
                  <c:v>12.061020000000001</c:v>
                </c:pt>
                <c:pt idx="17991">
                  <c:v>12.366490000000018</c:v>
                </c:pt>
                <c:pt idx="17992">
                  <c:v>12.854330000000004</c:v>
                </c:pt>
                <c:pt idx="17993">
                  <c:v>13.002330000000002</c:v>
                </c:pt>
                <c:pt idx="17994">
                  <c:v>12.560220000000001</c:v>
                </c:pt>
                <c:pt idx="17995">
                  <c:v>12.2037</c:v>
                </c:pt>
                <c:pt idx="17996">
                  <c:v>12.495380000000004</c:v>
                </c:pt>
                <c:pt idx="17997">
                  <c:v>13.2904</c:v>
                </c:pt>
                <c:pt idx="17998">
                  <c:v>13.93107</c:v>
                </c:pt>
                <c:pt idx="17999">
                  <c:v>14.294169999999999</c:v>
                </c:pt>
                <c:pt idx="18000">
                  <c:v>14.60112</c:v>
                </c:pt>
                <c:pt idx="18001">
                  <c:v>14.82532</c:v>
                </c:pt>
                <c:pt idx="18002">
                  <c:v>14.89507</c:v>
                </c:pt>
                <c:pt idx="18003">
                  <c:v>14.766580000000006</c:v>
                </c:pt>
                <c:pt idx="18004">
                  <c:v>14.655100000000004</c:v>
                </c:pt>
                <c:pt idx="18005">
                  <c:v>14.86924000000001</c:v>
                </c:pt>
                <c:pt idx="18006">
                  <c:v>14.79744</c:v>
                </c:pt>
                <c:pt idx="18007">
                  <c:v>14.39292</c:v>
                </c:pt>
                <c:pt idx="18008">
                  <c:v>14.21119</c:v>
                </c:pt>
                <c:pt idx="18009">
                  <c:v>14.55972</c:v>
                </c:pt>
                <c:pt idx="18010">
                  <c:v>14.834850000000001</c:v>
                </c:pt>
                <c:pt idx="18011">
                  <c:v>14.78087</c:v>
                </c:pt>
                <c:pt idx="18012">
                  <c:v>14.795260000000001</c:v>
                </c:pt>
                <c:pt idx="18013">
                  <c:v>14.826640000000006</c:v>
                </c:pt>
                <c:pt idx="18014">
                  <c:v>14.91206</c:v>
                </c:pt>
                <c:pt idx="18015">
                  <c:v>15.287750000000001</c:v>
                </c:pt>
                <c:pt idx="18016">
                  <c:v>15.51493</c:v>
                </c:pt>
                <c:pt idx="18017">
                  <c:v>15.693530000000004</c:v>
                </c:pt>
                <c:pt idx="18018">
                  <c:v>16.381170000000001</c:v>
                </c:pt>
                <c:pt idx="18019">
                  <c:v>16.8841</c:v>
                </c:pt>
                <c:pt idx="18020">
                  <c:v>16.855350000000001</c:v>
                </c:pt>
                <c:pt idx="18021">
                  <c:v>16.166729999999973</c:v>
                </c:pt>
                <c:pt idx="18022">
                  <c:v>15.680300000000001</c:v>
                </c:pt>
                <c:pt idx="18023">
                  <c:v>15.905660000000006</c:v>
                </c:pt>
                <c:pt idx="18024">
                  <c:v>16.41742</c:v>
                </c:pt>
                <c:pt idx="18025">
                  <c:v>16.914259999999999</c:v>
                </c:pt>
                <c:pt idx="18026">
                  <c:v>17.308489999999974</c:v>
                </c:pt>
                <c:pt idx="18027">
                  <c:v>17.595859999999988</c:v>
                </c:pt>
                <c:pt idx="18028">
                  <c:v>17.736889999999999</c:v>
                </c:pt>
                <c:pt idx="18029">
                  <c:v>17.533429999999989</c:v>
                </c:pt>
                <c:pt idx="18030">
                  <c:v>17.592319999999972</c:v>
                </c:pt>
                <c:pt idx="18031">
                  <c:v>18.049619999999972</c:v>
                </c:pt>
                <c:pt idx="18032">
                  <c:v>18.482749999999943</c:v>
                </c:pt>
                <c:pt idx="18033">
                  <c:v>18.916399999999989</c:v>
                </c:pt>
                <c:pt idx="18034">
                  <c:v>19.395299999999974</c:v>
                </c:pt>
                <c:pt idx="18035">
                  <c:v>19.957039999999989</c:v>
                </c:pt>
                <c:pt idx="18036">
                  <c:v>20.544860000000021</c:v>
                </c:pt>
                <c:pt idx="18037">
                  <c:v>20.624220000000001</c:v>
                </c:pt>
                <c:pt idx="18038">
                  <c:v>20.450329999999973</c:v>
                </c:pt>
                <c:pt idx="18039">
                  <c:v>20.511170000000021</c:v>
                </c:pt>
                <c:pt idx="18040">
                  <c:v>20.418559999999989</c:v>
                </c:pt>
                <c:pt idx="18041">
                  <c:v>19.171769999999999</c:v>
                </c:pt>
                <c:pt idx="18042">
                  <c:v>17.563139999999972</c:v>
                </c:pt>
                <c:pt idx="18043">
                  <c:v>17.505009999999974</c:v>
                </c:pt>
                <c:pt idx="18044">
                  <c:v>18.174119999999988</c:v>
                </c:pt>
                <c:pt idx="18045">
                  <c:v>18.57113</c:v>
                </c:pt>
                <c:pt idx="18046">
                  <c:v>19.35857</c:v>
                </c:pt>
                <c:pt idx="18047">
                  <c:v>19.891269999999999</c:v>
                </c:pt>
                <c:pt idx="18048">
                  <c:v>20.408299999999972</c:v>
                </c:pt>
                <c:pt idx="18049">
                  <c:v>20.676380000000005</c:v>
                </c:pt>
                <c:pt idx="18050">
                  <c:v>20.54045</c:v>
                </c:pt>
                <c:pt idx="18051">
                  <c:v>20.503639999999972</c:v>
                </c:pt>
                <c:pt idx="18052">
                  <c:v>20.627350000000021</c:v>
                </c:pt>
                <c:pt idx="18053">
                  <c:v>20.372499999999974</c:v>
                </c:pt>
                <c:pt idx="18054">
                  <c:v>20.070550000000001</c:v>
                </c:pt>
                <c:pt idx="18055">
                  <c:v>19.940369999999973</c:v>
                </c:pt>
                <c:pt idx="18056">
                  <c:v>19.999509999999972</c:v>
                </c:pt>
                <c:pt idx="18057">
                  <c:v>20.452669999999973</c:v>
                </c:pt>
                <c:pt idx="18058">
                  <c:v>20.960059999999974</c:v>
                </c:pt>
                <c:pt idx="18059">
                  <c:v>21.43505</c:v>
                </c:pt>
                <c:pt idx="18060">
                  <c:v>21.80643999999997</c:v>
                </c:pt>
                <c:pt idx="18061">
                  <c:v>21.80208</c:v>
                </c:pt>
                <c:pt idx="18062">
                  <c:v>21.978159999999974</c:v>
                </c:pt>
                <c:pt idx="18063">
                  <c:v>22.530629999999974</c:v>
                </c:pt>
                <c:pt idx="18064">
                  <c:v>23.076599999999978</c:v>
                </c:pt>
                <c:pt idx="18065">
                  <c:v>23.472039999999971</c:v>
                </c:pt>
                <c:pt idx="18066">
                  <c:v>23.853809999999999</c:v>
                </c:pt>
                <c:pt idx="18067">
                  <c:v>24.44595</c:v>
                </c:pt>
                <c:pt idx="18068">
                  <c:v>25.205499999999972</c:v>
                </c:pt>
                <c:pt idx="18069">
                  <c:v>25.899039999999989</c:v>
                </c:pt>
                <c:pt idx="18070">
                  <c:v>26.575789999999973</c:v>
                </c:pt>
                <c:pt idx="18071">
                  <c:v>27.185339999999975</c:v>
                </c:pt>
                <c:pt idx="18072">
                  <c:v>27.67324</c:v>
                </c:pt>
                <c:pt idx="18073">
                  <c:v>27.72747</c:v>
                </c:pt>
                <c:pt idx="18074">
                  <c:v>26.519890000000022</c:v>
                </c:pt>
                <c:pt idx="18075">
                  <c:v>25.331830000000021</c:v>
                </c:pt>
                <c:pt idx="18076">
                  <c:v>25.114950000000047</c:v>
                </c:pt>
                <c:pt idx="18077">
                  <c:v>25.347239999999989</c:v>
                </c:pt>
                <c:pt idx="18078">
                  <c:v>25.7409</c:v>
                </c:pt>
                <c:pt idx="18079">
                  <c:v>26.082249999999952</c:v>
                </c:pt>
                <c:pt idx="18080">
                  <c:v>26.515460000000001</c:v>
                </c:pt>
                <c:pt idx="18081">
                  <c:v>26.947050000000001</c:v>
                </c:pt>
                <c:pt idx="18082">
                  <c:v>27.18289</c:v>
                </c:pt>
                <c:pt idx="18083">
                  <c:v>27.432679999999973</c:v>
                </c:pt>
                <c:pt idx="18084">
                  <c:v>27.778709999999968</c:v>
                </c:pt>
                <c:pt idx="18085">
                  <c:v>28.085479999999972</c:v>
                </c:pt>
                <c:pt idx="18086">
                  <c:v>28.310960000000033</c:v>
                </c:pt>
                <c:pt idx="18087">
                  <c:v>28.425469999999972</c:v>
                </c:pt>
                <c:pt idx="18088">
                  <c:v>28.638120000000001</c:v>
                </c:pt>
                <c:pt idx="18089">
                  <c:v>29.163539999999973</c:v>
                </c:pt>
                <c:pt idx="18090">
                  <c:v>29.452309999999972</c:v>
                </c:pt>
                <c:pt idx="18091">
                  <c:v>29.371659999999999</c:v>
                </c:pt>
                <c:pt idx="18092">
                  <c:v>29.614480000000022</c:v>
                </c:pt>
                <c:pt idx="18093">
                  <c:v>29.970839999999974</c:v>
                </c:pt>
                <c:pt idx="18094">
                  <c:v>29.747779999999974</c:v>
                </c:pt>
                <c:pt idx="18095">
                  <c:v>29.18037</c:v>
                </c:pt>
                <c:pt idx="18096">
                  <c:v>28.347760000000001</c:v>
                </c:pt>
                <c:pt idx="18097">
                  <c:v>27.504020000000001</c:v>
                </c:pt>
                <c:pt idx="18098">
                  <c:v>27.059989999999999</c:v>
                </c:pt>
                <c:pt idx="18099">
                  <c:v>26.804600000000001</c:v>
                </c:pt>
                <c:pt idx="18100">
                  <c:v>26.725149999999957</c:v>
                </c:pt>
                <c:pt idx="18101">
                  <c:v>26.837550000000022</c:v>
                </c:pt>
                <c:pt idx="18102">
                  <c:v>26.483779999999957</c:v>
                </c:pt>
                <c:pt idx="18103">
                  <c:v>26.022349999999957</c:v>
                </c:pt>
                <c:pt idx="18104">
                  <c:v>25.949719999999957</c:v>
                </c:pt>
                <c:pt idx="18105">
                  <c:v>26.169729999999973</c:v>
                </c:pt>
                <c:pt idx="18106">
                  <c:v>26.515930000000001</c:v>
                </c:pt>
                <c:pt idx="18107">
                  <c:v>26.538699999999974</c:v>
                </c:pt>
                <c:pt idx="18108">
                  <c:v>26.308769999999978</c:v>
                </c:pt>
                <c:pt idx="18109">
                  <c:v>26.215769999999978</c:v>
                </c:pt>
                <c:pt idx="18110">
                  <c:v>26.468209999999956</c:v>
                </c:pt>
                <c:pt idx="18111">
                  <c:v>26.88132999999997</c:v>
                </c:pt>
                <c:pt idx="18112">
                  <c:v>27.260229999999975</c:v>
                </c:pt>
                <c:pt idx="18113">
                  <c:v>27.63354</c:v>
                </c:pt>
                <c:pt idx="18114">
                  <c:v>28.056480000000001</c:v>
                </c:pt>
                <c:pt idx="18115">
                  <c:v>28.392439999999972</c:v>
                </c:pt>
                <c:pt idx="18116">
                  <c:v>28.522929999999974</c:v>
                </c:pt>
                <c:pt idx="18117">
                  <c:v>28.501950000000026</c:v>
                </c:pt>
                <c:pt idx="18118">
                  <c:v>28.288379999999975</c:v>
                </c:pt>
                <c:pt idx="18119">
                  <c:v>27.967559999999974</c:v>
                </c:pt>
                <c:pt idx="18120">
                  <c:v>27.856120000000001</c:v>
                </c:pt>
                <c:pt idx="18121">
                  <c:v>27.805709999999973</c:v>
                </c:pt>
                <c:pt idx="18122">
                  <c:v>27.729949999999974</c:v>
                </c:pt>
                <c:pt idx="18123">
                  <c:v>27.72692</c:v>
                </c:pt>
                <c:pt idx="18124">
                  <c:v>27.836390000000005</c:v>
                </c:pt>
                <c:pt idx="18125">
                  <c:v>28.170880000000022</c:v>
                </c:pt>
                <c:pt idx="18126">
                  <c:v>28.64052999999997</c:v>
                </c:pt>
                <c:pt idx="18127">
                  <c:v>29.028459999999974</c:v>
                </c:pt>
                <c:pt idx="18128">
                  <c:v>29.26608999999997</c:v>
                </c:pt>
                <c:pt idx="18129">
                  <c:v>29.536980000000021</c:v>
                </c:pt>
                <c:pt idx="18130">
                  <c:v>29.778659999999974</c:v>
                </c:pt>
                <c:pt idx="18131">
                  <c:v>29.847100000000001</c:v>
                </c:pt>
                <c:pt idx="18132">
                  <c:v>29.830900000000021</c:v>
                </c:pt>
                <c:pt idx="18133">
                  <c:v>29.746769999999973</c:v>
                </c:pt>
                <c:pt idx="18134">
                  <c:v>28.80124</c:v>
                </c:pt>
                <c:pt idx="18135">
                  <c:v>27.57124</c:v>
                </c:pt>
                <c:pt idx="18136">
                  <c:v>26.988819999999972</c:v>
                </c:pt>
                <c:pt idx="18137">
                  <c:v>26.805070000000001</c:v>
                </c:pt>
                <c:pt idx="18138">
                  <c:v>26.878299999999989</c:v>
                </c:pt>
                <c:pt idx="18139">
                  <c:v>27.234870000000026</c:v>
                </c:pt>
                <c:pt idx="18140">
                  <c:v>27.33614</c:v>
                </c:pt>
                <c:pt idx="18141">
                  <c:v>26.879860000000026</c:v>
                </c:pt>
                <c:pt idx="18142">
                  <c:v>26.56606</c:v>
                </c:pt>
                <c:pt idx="18143">
                  <c:v>26.471810000000001</c:v>
                </c:pt>
                <c:pt idx="18144">
                  <c:v>26.36138</c:v>
                </c:pt>
                <c:pt idx="18145">
                  <c:v>26.400599999999972</c:v>
                </c:pt>
                <c:pt idx="18146">
                  <c:v>26.362489999999973</c:v>
                </c:pt>
                <c:pt idx="18147">
                  <c:v>26.024560000000001</c:v>
                </c:pt>
                <c:pt idx="18148">
                  <c:v>25.855799999999974</c:v>
                </c:pt>
                <c:pt idx="18149">
                  <c:v>25.274930000000001</c:v>
                </c:pt>
                <c:pt idx="18150">
                  <c:v>24.216760000000001</c:v>
                </c:pt>
                <c:pt idx="18151">
                  <c:v>23.442469999999975</c:v>
                </c:pt>
                <c:pt idx="18152">
                  <c:v>22.4575</c:v>
                </c:pt>
                <c:pt idx="18153">
                  <c:v>20.760129999999968</c:v>
                </c:pt>
                <c:pt idx="18154">
                  <c:v>19.552990000000001</c:v>
                </c:pt>
                <c:pt idx="18155">
                  <c:v>19.4239</c:v>
                </c:pt>
                <c:pt idx="18156">
                  <c:v>19.766719999999957</c:v>
                </c:pt>
                <c:pt idx="18157">
                  <c:v>20.166419999999974</c:v>
                </c:pt>
                <c:pt idx="18158">
                  <c:v>20.35354999999997</c:v>
                </c:pt>
                <c:pt idx="18159">
                  <c:v>20.154640000000001</c:v>
                </c:pt>
                <c:pt idx="18160">
                  <c:v>19.970499999999973</c:v>
                </c:pt>
                <c:pt idx="18161">
                  <c:v>20.003119999999978</c:v>
                </c:pt>
                <c:pt idx="18162">
                  <c:v>20.169879999999999</c:v>
                </c:pt>
                <c:pt idx="18163">
                  <c:v>20.411940000000001</c:v>
                </c:pt>
                <c:pt idx="18164">
                  <c:v>20.710739999999973</c:v>
                </c:pt>
                <c:pt idx="18165">
                  <c:v>20.978439999999956</c:v>
                </c:pt>
                <c:pt idx="18166">
                  <c:v>21.07742</c:v>
                </c:pt>
                <c:pt idx="18167">
                  <c:v>21.14246</c:v>
                </c:pt>
                <c:pt idx="18168">
                  <c:v>20.90926</c:v>
                </c:pt>
                <c:pt idx="18169">
                  <c:v>20.10042</c:v>
                </c:pt>
                <c:pt idx="18170">
                  <c:v>18.800090000000001</c:v>
                </c:pt>
                <c:pt idx="18171">
                  <c:v>17.786339999999957</c:v>
                </c:pt>
                <c:pt idx="18172">
                  <c:v>17.405749999999959</c:v>
                </c:pt>
                <c:pt idx="18173">
                  <c:v>17.43929</c:v>
                </c:pt>
                <c:pt idx="18174">
                  <c:v>17.667000000000005</c:v>
                </c:pt>
                <c:pt idx="18175">
                  <c:v>17.74756</c:v>
                </c:pt>
                <c:pt idx="18176">
                  <c:v>17.731890000000021</c:v>
                </c:pt>
                <c:pt idx="18177">
                  <c:v>17.214369999999999</c:v>
                </c:pt>
                <c:pt idx="18178">
                  <c:v>16.896470000000001</c:v>
                </c:pt>
                <c:pt idx="18179">
                  <c:v>16.660209999999989</c:v>
                </c:pt>
                <c:pt idx="18180">
                  <c:v>16.826070000000001</c:v>
                </c:pt>
                <c:pt idx="18181">
                  <c:v>17.060319999999972</c:v>
                </c:pt>
                <c:pt idx="18182">
                  <c:v>17.081849999999989</c:v>
                </c:pt>
                <c:pt idx="18183">
                  <c:v>16.811699999999988</c:v>
                </c:pt>
                <c:pt idx="18184">
                  <c:v>16.200329999999973</c:v>
                </c:pt>
                <c:pt idx="18185">
                  <c:v>15.405380000000006</c:v>
                </c:pt>
                <c:pt idx="18186">
                  <c:v>15.17126</c:v>
                </c:pt>
                <c:pt idx="18187">
                  <c:v>15.424800000000001</c:v>
                </c:pt>
                <c:pt idx="18188">
                  <c:v>15.687470000000001</c:v>
                </c:pt>
                <c:pt idx="18189">
                  <c:v>16.085079999999973</c:v>
                </c:pt>
                <c:pt idx="18190">
                  <c:v>16.534520000000001</c:v>
                </c:pt>
                <c:pt idx="18191">
                  <c:v>16.777439999999974</c:v>
                </c:pt>
                <c:pt idx="18192">
                  <c:v>16.93303999999997</c:v>
                </c:pt>
                <c:pt idx="18193">
                  <c:v>16.87762</c:v>
                </c:pt>
                <c:pt idx="18194">
                  <c:v>16.133150000000022</c:v>
                </c:pt>
                <c:pt idx="18195">
                  <c:v>14.92098</c:v>
                </c:pt>
                <c:pt idx="18196">
                  <c:v>14.573090000000002</c:v>
                </c:pt>
                <c:pt idx="18197">
                  <c:v>14.73677</c:v>
                </c:pt>
                <c:pt idx="18198">
                  <c:v>14.58755</c:v>
                </c:pt>
                <c:pt idx="18199">
                  <c:v>15.14381</c:v>
                </c:pt>
                <c:pt idx="18200">
                  <c:v>18.61504</c:v>
                </c:pt>
                <c:pt idx="18201">
                  <c:v>21.095639999999964</c:v>
                </c:pt>
                <c:pt idx="18202">
                  <c:v>17.816369999999999</c:v>
                </c:pt>
                <c:pt idx="18203">
                  <c:v>14.85319000000001</c:v>
                </c:pt>
                <c:pt idx="18204">
                  <c:v>13.41686</c:v>
                </c:pt>
                <c:pt idx="18205">
                  <c:v>12.803420000000004</c:v>
                </c:pt>
                <c:pt idx="18206">
                  <c:v>12.670390000000001</c:v>
                </c:pt>
                <c:pt idx="18207">
                  <c:v>12.808120000000001</c:v>
                </c:pt>
                <c:pt idx="18208">
                  <c:v>13.24104</c:v>
                </c:pt>
                <c:pt idx="18209">
                  <c:v>13.73066</c:v>
                </c:pt>
                <c:pt idx="18210">
                  <c:v>14.056990000000004</c:v>
                </c:pt>
                <c:pt idx="18211">
                  <c:v>14.166500000000006</c:v>
                </c:pt>
                <c:pt idx="18212">
                  <c:v>14.304740000000002</c:v>
                </c:pt>
                <c:pt idx="18213">
                  <c:v>14.4001</c:v>
                </c:pt>
                <c:pt idx="18214">
                  <c:v>14.05758000000001</c:v>
                </c:pt>
                <c:pt idx="18215">
                  <c:v>13.601850000000001</c:v>
                </c:pt>
                <c:pt idx="18216">
                  <c:v>13.29175</c:v>
                </c:pt>
                <c:pt idx="18217">
                  <c:v>13.14941</c:v>
                </c:pt>
                <c:pt idx="18218">
                  <c:v>13.10449</c:v>
                </c:pt>
                <c:pt idx="18219">
                  <c:v>13.106670000000001</c:v>
                </c:pt>
                <c:pt idx="18220">
                  <c:v>13.15418</c:v>
                </c:pt>
                <c:pt idx="18221">
                  <c:v>13.22043</c:v>
                </c:pt>
                <c:pt idx="18222">
                  <c:v>12.748179999999998</c:v>
                </c:pt>
                <c:pt idx="18223">
                  <c:v>11.958430000000011</c:v>
                </c:pt>
                <c:pt idx="18224">
                  <c:v>11.681979999999999</c:v>
                </c:pt>
                <c:pt idx="18225">
                  <c:v>11.7751</c:v>
                </c:pt>
                <c:pt idx="18226">
                  <c:v>11.71875</c:v>
                </c:pt>
                <c:pt idx="18227">
                  <c:v>11.52421</c:v>
                </c:pt>
                <c:pt idx="18228">
                  <c:v>11.14781</c:v>
                </c:pt>
                <c:pt idx="18229">
                  <c:v>10.423590000000004</c:v>
                </c:pt>
                <c:pt idx="18230">
                  <c:v>10.377140000000002</c:v>
                </c:pt>
                <c:pt idx="18231">
                  <c:v>10.20697</c:v>
                </c:pt>
                <c:pt idx="18232">
                  <c:v>10.090070000000001</c:v>
                </c:pt>
                <c:pt idx="18233">
                  <c:v>10.33841</c:v>
                </c:pt>
                <c:pt idx="18234">
                  <c:v>9.8593400000000067</c:v>
                </c:pt>
                <c:pt idx="18235">
                  <c:v>9.6999500000000012</c:v>
                </c:pt>
                <c:pt idx="18236">
                  <c:v>9.6053100000000011</c:v>
                </c:pt>
                <c:pt idx="18237">
                  <c:v>9.5699500000000004</c:v>
                </c:pt>
                <c:pt idx="18238">
                  <c:v>9.7750200000000014</c:v>
                </c:pt>
                <c:pt idx="18239">
                  <c:v>9.6897900000000003</c:v>
                </c:pt>
                <c:pt idx="18240">
                  <c:v>9.6185600000000004</c:v>
                </c:pt>
                <c:pt idx="18241">
                  <c:v>9.4191200000000013</c:v>
                </c:pt>
                <c:pt idx="18242">
                  <c:v>9.0711100000000009</c:v>
                </c:pt>
                <c:pt idx="18243">
                  <c:v>8.7539400000000001</c:v>
                </c:pt>
                <c:pt idx="18244">
                  <c:v>8.6085700000000003</c:v>
                </c:pt>
                <c:pt idx="18245">
                  <c:v>8.5536700000000003</c:v>
                </c:pt>
                <c:pt idx="18246">
                  <c:v>8.3315300000000008</c:v>
                </c:pt>
                <c:pt idx="18247">
                  <c:v>7.9613300000000002</c:v>
                </c:pt>
                <c:pt idx="18248">
                  <c:v>7.68994</c:v>
                </c:pt>
                <c:pt idx="18249">
                  <c:v>7.5509799999999965</c:v>
                </c:pt>
                <c:pt idx="18250">
                  <c:v>7.4628699999999997</c:v>
                </c:pt>
                <c:pt idx="18251">
                  <c:v>7.5094700000000003</c:v>
                </c:pt>
                <c:pt idx="18252">
                  <c:v>7.5302600000000064</c:v>
                </c:pt>
                <c:pt idx="18253">
                  <c:v>7.47431</c:v>
                </c:pt>
                <c:pt idx="18254">
                  <c:v>7.4269999999999996</c:v>
                </c:pt>
                <c:pt idx="18255">
                  <c:v>7.2713900000000065</c:v>
                </c:pt>
                <c:pt idx="18256">
                  <c:v>6.9797400000000076</c:v>
                </c:pt>
                <c:pt idx="18257">
                  <c:v>6.7352200000000053</c:v>
                </c:pt>
                <c:pt idx="18258">
                  <c:v>6.6543499999999955</c:v>
                </c:pt>
                <c:pt idx="18259">
                  <c:v>6.8087</c:v>
                </c:pt>
                <c:pt idx="18260">
                  <c:v>6.9957399999999996</c:v>
                </c:pt>
                <c:pt idx="18261">
                  <c:v>7.1270499999999943</c:v>
                </c:pt>
                <c:pt idx="18262">
                  <c:v>7.2768199999999998</c:v>
                </c:pt>
                <c:pt idx="18263">
                  <c:v>7.5509799999999965</c:v>
                </c:pt>
                <c:pt idx="18264">
                  <c:v>7.8064499999999999</c:v>
                </c:pt>
                <c:pt idx="18265">
                  <c:v>7.97797</c:v>
                </c:pt>
                <c:pt idx="18266">
                  <c:v>8.0965500000000006</c:v>
                </c:pt>
                <c:pt idx="18267">
                  <c:v>8.261470000000001</c:v>
                </c:pt>
                <c:pt idx="18268">
                  <c:v>8.0885500000000015</c:v>
                </c:pt>
                <c:pt idx="18269">
                  <c:v>7.6158099999999944</c:v>
                </c:pt>
                <c:pt idx="18270">
                  <c:v>7.2221699999999975</c:v>
                </c:pt>
                <c:pt idx="18271">
                  <c:v>6.79732</c:v>
                </c:pt>
                <c:pt idx="18272">
                  <c:v>6.320419999999995</c:v>
                </c:pt>
                <c:pt idx="18273">
                  <c:v>6.1989999999999945</c:v>
                </c:pt>
                <c:pt idx="18274">
                  <c:v>6.4777500000000003</c:v>
                </c:pt>
                <c:pt idx="18275">
                  <c:v>6.7539400000000001</c:v>
                </c:pt>
                <c:pt idx="18276">
                  <c:v>7.0637999999999996</c:v>
                </c:pt>
                <c:pt idx="18277">
                  <c:v>7.3554299999999975</c:v>
                </c:pt>
                <c:pt idx="18278">
                  <c:v>7.5012300000000014</c:v>
                </c:pt>
                <c:pt idx="18279">
                  <c:v>7.5610799999999996</c:v>
                </c:pt>
                <c:pt idx="18280">
                  <c:v>7.6511099999999965</c:v>
                </c:pt>
                <c:pt idx="18281">
                  <c:v>7.6468999999999996</c:v>
                </c:pt>
                <c:pt idx="18282">
                  <c:v>7.5624099999999945</c:v>
                </c:pt>
                <c:pt idx="18283">
                  <c:v>7.5488200000000001</c:v>
                </c:pt>
                <c:pt idx="18284">
                  <c:v>7.6284699999999965</c:v>
                </c:pt>
                <c:pt idx="18285">
                  <c:v>7.6114699999999997</c:v>
                </c:pt>
                <c:pt idx="18286">
                  <c:v>7.5363899999999999</c:v>
                </c:pt>
                <c:pt idx="18287">
                  <c:v>7.4672200000000002</c:v>
                </c:pt>
                <c:pt idx="18288">
                  <c:v>7.4067100000000003</c:v>
                </c:pt>
                <c:pt idx="18289">
                  <c:v>7.2922500000000001</c:v>
                </c:pt>
                <c:pt idx="18290">
                  <c:v>6.9951699999999999</c:v>
                </c:pt>
                <c:pt idx="18291">
                  <c:v>6.7751700000000001</c:v>
                </c:pt>
                <c:pt idx="18292">
                  <c:v>6.7789900000000003</c:v>
                </c:pt>
                <c:pt idx="18293">
                  <c:v>6.9551400000000001</c:v>
                </c:pt>
                <c:pt idx="18294">
                  <c:v>7.1432000000000002</c:v>
                </c:pt>
                <c:pt idx="18295">
                  <c:v>7.2454400000000003</c:v>
                </c:pt>
                <c:pt idx="18296">
                  <c:v>7.25047</c:v>
                </c:pt>
                <c:pt idx="18297">
                  <c:v>7.1612099999999996</c:v>
                </c:pt>
                <c:pt idx="18298">
                  <c:v>7.0802399999999999</c:v>
                </c:pt>
                <c:pt idx="18299">
                  <c:v>6.9923500000000001</c:v>
                </c:pt>
                <c:pt idx="18300">
                  <c:v>6.8528399999999943</c:v>
                </c:pt>
                <c:pt idx="18301">
                  <c:v>6.7951899999999945</c:v>
                </c:pt>
                <c:pt idx="18302">
                  <c:v>6.8171999999999944</c:v>
                </c:pt>
                <c:pt idx="18303">
                  <c:v>6.6625499999999942</c:v>
                </c:pt>
                <c:pt idx="18304">
                  <c:v>6.5864599999999998</c:v>
                </c:pt>
                <c:pt idx="18305">
                  <c:v>6.820959999999995</c:v>
                </c:pt>
                <c:pt idx="18306">
                  <c:v>7.0499799999999997</c:v>
                </c:pt>
                <c:pt idx="18307">
                  <c:v>7.1290999999999976</c:v>
                </c:pt>
                <c:pt idx="18308">
                  <c:v>7.1693499999999997</c:v>
                </c:pt>
                <c:pt idx="18309">
                  <c:v>7.0005299999999995</c:v>
                </c:pt>
                <c:pt idx="18310">
                  <c:v>6.69834</c:v>
                </c:pt>
                <c:pt idx="18311">
                  <c:v>6.6173899999999941</c:v>
                </c:pt>
                <c:pt idx="18312">
                  <c:v>6.6766700000000014</c:v>
                </c:pt>
                <c:pt idx="18313">
                  <c:v>7.0033200000000004</c:v>
                </c:pt>
                <c:pt idx="18314">
                  <c:v>7.4254699999999998</c:v>
                </c:pt>
                <c:pt idx="18315">
                  <c:v>7.7201199999999943</c:v>
                </c:pt>
                <c:pt idx="18316">
                  <c:v>7.7663200000000003</c:v>
                </c:pt>
                <c:pt idx="18317">
                  <c:v>7.4596000000000053</c:v>
                </c:pt>
                <c:pt idx="18318">
                  <c:v>7.5992100000000002</c:v>
                </c:pt>
                <c:pt idx="18319">
                  <c:v>8.1425200000000011</c:v>
                </c:pt>
                <c:pt idx="18320">
                  <c:v>8.6613600000000002</c:v>
                </c:pt>
                <c:pt idx="18321">
                  <c:v>9.0680300000000003</c:v>
                </c:pt>
                <c:pt idx="18322">
                  <c:v>9.5261600000000008</c:v>
                </c:pt>
                <c:pt idx="18323">
                  <c:v>10.038309999999999</c:v>
                </c:pt>
                <c:pt idx="18324">
                  <c:v>10.466100000000004</c:v>
                </c:pt>
                <c:pt idx="18325">
                  <c:v>10.863200000000004</c:v>
                </c:pt>
                <c:pt idx="18326">
                  <c:v>11.269630000000006</c:v>
                </c:pt>
                <c:pt idx="18327">
                  <c:v>11.59198</c:v>
                </c:pt>
                <c:pt idx="18328">
                  <c:v>11.761240000000001</c:v>
                </c:pt>
                <c:pt idx="18329">
                  <c:v>11.945</c:v>
                </c:pt>
                <c:pt idx="18330">
                  <c:v>12.090300000000001</c:v>
                </c:pt>
                <c:pt idx="18331">
                  <c:v>11.87311</c:v>
                </c:pt>
                <c:pt idx="18332">
                  <c:v>11.315450000000011</c:v>
                </c:pt>
                <c:pt idx="18333">
                  <c:v>10.967880000000006</c:v>
                </c:pt>
                <c:pt idx="18334">
                  <c:v>10.83376</c:v>
                </c:pt>
                <c:pt idx="18335">
                  <c:v>11.051500000000004</c:v>
                </c:pt>
                <c:pt idx="18336">
                  <c:v>11.58521</c:v>
                </c:pt>
                <c:pt idx="18337">
                  <c:v>12.163650000000002</c:v>
                </c:pt>
                <c:pt idx="18338">
                  <c:v>12.73705</c:v>
                </c:pt>
                <c:pt idx="18339">
                  <c:v>13.193490000000002</c:v>
                </c:pt>
                <c:pt idx="18340">
                  <c:v>13.36924000000001</c:v>
                </c:pt>
                <c:pt idx="18341">
                  <c:v>13.41682</c:v>
                </c:pt>
                <c:pt idx="18342">
                  <c:v>12.914210000000001</c:v>
                </c:pt>
                <c:pt idx="18343">
                  <c:v>11.76487</c:v>
                </c:pt>
                <c:pt idx="18344">
                  <c:v>10.80335</c:v>
                </c:pt>
                <c:pt idx="18345">
                  <c:v>10.58789</c:v>
                </c:pt>
                <c:pt idx="18346">
                  <c:v>10.60702</c:v>
                </c:pt>
                <c:pt idx="18347">
                  <c:v>11.111359999999999</c:v>
                </c:pt>
                <c:pt idx="18348">
                  <c:v>11.79185</c:v>
                </c:pt>
                <c:pt idx="18349">
                  <c:v>12.24296</c:v>
                </c:pt>
                <c:pt idx="18350">
                  <c:v>12.612770000000001</c:v>
                </c:pt>
                <c:pt idx="18351">
                  <c:v>13.07687</c:v>
                </c:pt>
                <c:pt idx="18352">
                  <c:v>13.681229999999999</c:v>
                </c:pt>
                <c:pt idx="18353">
                  <c:v>13.907820000000001</c:v>
                </c:pt>
                <c:pt idx="18354">
                  <c:v>13.86079000000001</c:v>
                </c:pt>
                <c:pt idx="18355">
                  <c:v>13.80761</c:v>
                </c:pt>
                <c:pt idx="18356">
                  <c:v>14.05133</c:v>
                </c:pt>
                <c:pt idx="18357">
                  <c:v>14.44523</c:v>
                </c:pt>
                <c:pt idx="18358">
                  <c:v>14.5685</c:v>
                </c:pt>
                <c:pt idx="18359">
                  <c:v>14.57422</c:v>
                </c:pt>
                <c:pt idx="18360">
                  <c:v>14.343820000000001</c:v>
                </c:pt>
                <c:pt idx="18361">
                  <c:v>14.090720000000001</c:v>
                </c:pt>
                <c:pt idx="18362">
                  <c:v>14.08934</c:v>
                </c:pt>
                <c:pt idx="18363">
                  <c:v>14.16666</c:v>
                </c:pt>
                <c:pt idx="18364">
                  <c:v>14.296760000000001</c:v>
                </c:pt>
                <c:pt idx="18365">
                  <c:v>14.38453000000001</c:v>
                </c:pt>
                <c:pt idx="18366">
                  <c:v>14.572760000000002</c:v>
                </c:pt>
                <c:pt idx="18367">
                  <c:v>14.947050000000001</c:v>
                </c:pt>
                <c:pt idx="18368">
                  <c:v>15.01895</c:v>
                </c:pt>
                <c:pt idx="18369">
                  <c:v>14.76112</c:v>
                </c:pt>
                <c:pt idx="18370">
                  <c:v>14.77144</c:v>
                </c:pt>
                <c:pt idx="18371">
                  <c:v>15.10108</c:v>
                </c:pt>
                <c:pt idx="18372">
                  <c:v>15.53862</c:v>
                </c:pt>
                <c:pt idx="18373">
                  <c:v>15.77688</c:v>
                </c:pt>
                <c:pt idx="18374">
                  <c:v>15.714279999999999</c:v>
                </c:pt>
                <c:pt idx="18375">
                  <c:v>15.73063</c:v>
                </c:pt>
                <c:pt idx="18376">
                  <c:v>16.094280000000001</c:v>
                </c:pt>
                <c:pt idx="18377">
                  <c:v>16.703250000000001</c:v>
                </c:pt>
                <c:pt idx="18378">
                  <c:v>17.117349999999988</c:v>
                </c:pt>
                <c:pt idx="18379">
                  <c:v>17.443129999999975</c:v>
                </c:pt>
                <c:pt idx="18380">
                  <c:v>17.72045</c:v>
                </c:pt>
                <c:pt idx="18381">
                  <c:v>17.588619999999956</c:v>
                </c:pt>
                <c:pt idx="18382">
                  <c:v>17.180250000000001</c:v>
                </c:pt>
                <c:pt idx="18383">
                  <c:v>16.6555</c:v>
                </c:pt>
                <c:pt idx="18384">
                  <c:v>15.59524</c:v>
                </c:pt>
                <c:pt idx="18385">
                  <c:v>14.84999</c:v>
                </c:pt>
                <c:pt idx="18386">
                  <c:v>14.91376</c:v>
                </c:pt>
                <c:pt idx="18387">
                  <c:v>15.37984000000001</c:v>
                </c:pt>
                <c:pt idx="18388">
                  <c:v>16.076250000000005</c:v>
                </c:pt>
                <c:pt idx="18389">
                  <c:v>16.782959999999989</c:v>
                </c:pt>
                <c:pt idx="18390">
                  <c:v>17.383780000000002</c:v>
                </c:pt>
                <c:pt idx="18391">
                  <c:v>17.825060000000001</c:v>
                </c:pt>
                <c:pt idx="18392">
                  <c:v>18.089499999999973</c:v>
                </c:pt>
                <c:pt idx="18393">
                  <c:v>18.261810000000001</c:v>
                </c:pt>
                <c:pt idx="18394">
                  <c:v>18.210509999999989</c:v>
                </c:pt>
                <c:pt idx="18395">
                  <c:v>18.109120000000001</c:v>
                </c:pt>
                <c:pt idx="18396">
                  <c:v>18.089839999999974</c:v>
                </c:pt>
                <c:pt idx="18397">
                  <c:v>18.175830000000001</c:v>
                </c:pt>
                <c:pt idx="18398">
                  <c:v>18.333410000000001</c:v>
                </c:pt>
                <c:pt idx="18399">
                  <c:v>18.724620000000002</c:v>
                </c:pt>
                <c:pt idx="18400">
                  <c:v>19.128029999999974</c:v>
                </c:pt>
                <c:pt idx="18401">
                  <c:v>19.47169999999997</c:v>
                </c:pt>
                <c:pt idx="18402">
                  <c:v>19.899470000000001</c:v>
                </c:pt>
                <c:pt idx="18403">
                  <c:v>20.081130000000002</c:v>
                </c:pt>
                <c:pt idx="18404">
                  <c:v>19.860389999999974</c:v>
                </c:pt>
                <c:pt idx="18405">
                  <c:v>19.328880000000005</c:v>
                </c:pt>
                <c:pt idx="18406">
                  <c:v>19.164760000000001</c:v>
                </c:pt>
                <c:pt idx="18407">
                  <c:v>19.430109999999978</c:v>
                </c:pt>
                <c:pt idx="18408">
                  <c:v>19.850639999999974</c:v>
                </c:pt>
                <c:pt idx="18409">
                  <c:v>20.379850000000033</c:v>
                </c:pt>
                <c:pt idx="18410">
                  <c:v>20.910979999999999</c:v>
                </c:pt>
                <c:pt idx="18411">
                  <c:v>21.37771</c:v>
                </c:pt>
                <c:pt idx="18412">
                  <c:v>21.645679999999974</c:v>
                </c:pt>
                <c:pt idx="18413">
                  <c:v>21.839040000000001</c:v>
                </c:pt>
                <c:pt idx="18414">
                  <c:v>22.045769999999973</c:v>
                </c:pt>
                <c:pt idx="18415">
                  <c:v>22.276900000000001</c:v>
                </c:pt>
                <c:pt idx="18416">
                  <c:v>22.692889999999988</c:v>
                </c:pt>
                <c:pt idx="18417">
                  <c:v>23.123650000000001</c:v>
                </c:pt>
                <c:pt idx="18418">
                  <c:v>23.50801999999997</c:v>
                </c:pt>
                <c:pt idx="18419">
                  <c:v>23.965899999999973</c:v>
                </c:pt>
                <c:pt idx="18420">
                  <c:v>24.262810000000002</c:v>
                </c:pt>
                <c:pt idx="18421">
                  <c:v>24.515840000000001</c:v>
                </c:pt>
                <c:pt idx="18422">
                  <c:v>24.708699999999968</c:v>
                </c:pt>
                <c:pt idx="18423">
                  <c:v>24.397179999999999</c:v>
                </c:pt>
                <c:pt idx="18424">
                  <c:v>23.938329999999972</c:v>
                </c:pt>
                <c:pt idx="18425">
                  <c:v>23.498270000000002</c:v>
                </c:pt>
                <c:pt idx="18426">
                  <c:v>23.20326</c:v>
                </c:pt>
                <c:pt idx="18427">
                  <c:v>23.271100000000001</c:v>
                </c:pt>
                <c:pt idx="18428">
                  <c:v>23.553619999999974</c:v>
                </c:pt>
                <c:pt idx="18429">
                  <c:v>23.952789999999968</c:v>
                </c:pt>
                <c:pt idx="18430">
                  <c:v>24.533809999999999</c:v>
                </c:pt>
                <c:pt idx="18431">
                  <c:v>25.066009999999974</c:v>
                </c:pt>
                <c:pt idx="18432">
                  <c:v>25.284569999999974</c:v>
                </c:pt>
                <c:pt idx="18433">
                  <c:v>25.137509999999999</c:v>
                </c:pt>
                <c:pt idx="18434">
                  <c:v>24.549329999999973</c:v>
                </c:pt>
                <c:pt idx="18435">
                  <c:v>24.24906</c:v>
                </c:pt>
                <c:pt idx="18436">
                  <c:v>24.592490000000002</c:v>
                </c:pt>
                <c:pt idx="18437">
                  <c:v>25.144169999999999</c:v>
                </c:pt>
                <c:pt idx="18438">
                  <c:v>25.6267</c:v>
                </c:pt>
                <c:pt idx="18439">
                  <c:v>26.07507</c:v>
                </c:pt>
                <c:pt idx="18440">
                  <c:v>25.881599999999974</c:v>
                </c:pt>
                <c:pt idx="18441">
                  <c:v>25.280049999999957</c:v>
                </c:pt>
                <c:pt idx="18442">
                  <c:v>25.136320000000001</c:v>
                </c:pt>
                <c:pt idx="18443">
                  <c:v>25.281379999999974</c:v>
                </c:pt>
                <c:pt idx="18444">
                  <c:v>25.347909999999999</c:v>
                </c:pt>
                <c:pt idx="18445">
                  <c:v>25.273510000000002</c:v>
                </c:pt>
                <c:pt idx="18446">
                  <c:v>25.3752</c:v>
                </c:pt>
                <c:pt idx="18447">
                  <c:v>25.745579999999968</c:v>
                </c:pt>
                <c:pt idx="18448">
                  <c:v>26.050619999999974</c:v>
                </c:pt>
                <c:pt idx="18449">
                  <c:v>26.342739999999957</c:v>
                </c:pt>
                <c:pt idx="18450">
                  <c:v>26.774380000000001</c:v>
                </c:pt>
                <c:pt idx="18451">
                  <c:v>27.239909999999988</c:v>
                </c:pt>
                <c:pt idx="18452">
                  <c:v>27.74121999999997</c:v>
                </c:pt>
                <c:pt idx="18453">
                  <c:v>28.260860000000001</c:v>
                </c:pt>
                <c:pt idx="18454">
                  <c:v>28.692719999999973</c:v>
                </c:pt>
                <c:pt idx="18455">
                  <c:v>28.955349999999957</c:v>
                </c:pt>
                <c:pt idx="18456">
                  <c:v>28.991619999999973</c:v>
                </c:pt>
                <c:pt idx="18457">
                  <c:v>28.548589999999972</c:v>
                </c:pt>
                <c:pt idx="18458">
                  <c:v>28.293900000000001</c:v>
                </c:pt>
                <c:pt idx="18459">
                  <c:v>28.62642</c:v>
                </c:pt>
                <c:pt idx="18460">
                  <c:v>28.853880000000022</c:v>
                </c:pt>
                <c:pt idx="18461">
                  <c:v>28.611039999999999</c:v>
                </c:pt>
                <c:pt idx="18462">
                  <c:v>28.379190000000001</c:v>
                </c:pt>
                <c:pt idx="18463">
                  <c:v>28.42015</c:v>
                </c:pt>
                <c:pt idx="18464">
                  <c:v>28.600010000000001</c:v>
                </c:pt>
                <c:pt idx="18465">
                  <c:v>28.981449999999956</c:v>
                </c:pt>
                <c:pt idx="18466">
                  <c:v>29.507459999999988</c:v>
                </c:pt>
                <c:pt idx="18467">
                  <c:v>29.879249999999974</c:v>
                </c:pt>
                <c:pt idx="18468">
                  <c:v>29.62866</c:v>
                </c:pt>
                <c:pt idx="18469">
                  <c:v>28.925199999999968</c:v>
                </c:pt>
                <c:pt idx="18470">
                  <c:v>28.452399999999972</c:v>
                </c:pt>
                <c:pt idx="18471">
                  <c:v>28.370889999999999</c:v>
                </c:pt>
                <c:pt idx="18472">
                  <c:v>28.417449999999974</c:v>
                </c:pt>
                <c:pt idx="18473">
                  <c:v>28.136209999999988</c:v>
                </c:pt>
                <c:pt idx="18474">
                  <c:v>27.651720000000001</c:v>
                </c:pt>
                <c:pt idx="18475">
                  <c:v>27.362139999999975</c:v>
                </c:pt>
                <c:pt idx="18476">
                  <c:v>27.253309999999974</c:v>
                </c:pt>
                <c:pt idx="18477">
                  <c:v>27.31174</c:v>
                </c:pt>
                <c:pt idx="18478">
                  <c:v>27.434560000000001</c:v>
                </c:pt>
                <c:pt idx="18479">
                  <c:v>27.675080000000001</c:v>
                </c:pt>
                <c:pt idx="18480">
                  <c:v>28.092649999999956</c:v>
                </c:pt>
                <c:pt idx="18481">
                  <c:v>28.586269999999974</c:v>
                </c:pt>
                <c:pt idx="18482">
                  <c:v>28.958369999999974</c:v>
                </c:pt>
                <c:pt idx="18483">
                  <c:v>29.111149999999999</c:v>
                </c:pt>
                <c:pt idx="18484">
                  <c:v>29.128969999999999</c:v>
                </c:pt>
                <c:pt idx="18485">
                  <c:v>29.369499999999974</c:v>
                </c:pt>
                <c:pt idx="18486">
                  <c:v>29.884370000000001</c:v>
                </c:pt>
                <c:pt idx="18487">
                  <c:v>30.026729999999972</c:v>
                </c:pt>
                <c:pt idx="18488">
                  <c:v>29.75178</c:v>
                </c:pt>
                <c:pt idx="18489">
                  <c:v>28.825419999999973</c:v>
                </c:pt>
                <c:pt idx="18490">
                  <c:v>27.91019</c:v>
                </c:pt>
                <c:pt idx="18491">
                  <c:v>27.630150000000022</c:v>
                </c:pt>
                <c:pt idx="18492">
                  <c:v>27.331019999999999</c:v>
                </c:pt>
                <c:pt idx="18493">
                  <c:v>26.912649999999957</c:v>
                </c:pt>
                <c:pt idx="18494">
                  <c:v>26.699100000000001</c:v>
                </c:pt>
                <c:pt idx="18495">
                  <c:v>26.824100000000001</c:v>
                </c:pt>
                <c:pt idx="18496">
                  <c:v>26.95658999999997</c:v>
                </c:pt>
                <c:pt idx="18497">
                  <c:v>27.06066999999997</c:v>
                </c:pt>
                <c:pt idx="18498">
                  <c:v>27.319420000000001</c:v>
                </c:pt>
                <c:pt idx="18499">
                  <c:v>27.68772999999997</c:v>
                </c:pt>
                <c:pt idx="18500">
                  <c:v>28.127289999999999</c:v>
                </c:pt>
                <c:pt idx="18501">
                  <c:v>28.570620000000002</c:v>
                </c:pt>
                <c:pt idx="18502">
                  <c:v>28.927900000000001</c:v>
                </c:pt>
                <c:pt idx="18503">
                  <c:v>29.017029999999988</c:v>
                </c:pt>
                <c:pt idx="18504">
                  <c:v>28.458079999999974</c:v>
                </c:pt>
                <c:pt idx="18505">
                  <c:v>27.683109999999989</c:v>
                </c:pt>
                <c:pt idx="18506">
                  <c:v>27.020199999999978</c:v>
                </c:pt>
                <c:pt idx="18507">
                  <c:v>26.632000000000001</c:v>
                </c:pt>
                <c:pt idx="18508">
                  <c:v>26.437259999999988</c:v>
                </c:pt>
                <c:pt idx="18509">
                  <c:v>26.248119999999975</c:v>
                </c:pt>
                <c:pt idx="18510">
                  <c:v>26.270849999999989</c:v>
                </c:pt>
                <c:pt idx="18511">
                  <c:v>26.280329999999957</c:v>
                </c:pt>
                <c:pt idx="18512">
                  <c:v>26.126200000000001</c:v>
                </c:pt>
                <c:pt idx="18513">
                  <c:v>26.058979999999988</c:v>
                </c:pt>
                <c:pt idx="18514">
                  <c:v>26.094349999999974</c:v>
                </c:pt>
                <c:pt idx="18515">
                  <c:v>25.6876</c:v>
                </c:pt>
                <c:pt idx="18516">
                  <c:v>25.131980000000034</c:v>
                </c:pt>
                <c:pt idx="18517">
                  <c:v>24.88738</c:v>
                </c:pt>
                <c:pt idx="18518">
                  <c:v>24.700559999999989</c:v>
                </c:pt>
                <c:pt idx="18519">
                  <c:v>24.2377</c:v>
                </c:pt>
                <c:pt idx="18520">
                  <c:v>23.454029999999989</c:v>
                </c:pt>
                <c:pt idx="18521">
                  <c:v>22.828199999999974</c:v>
                </c:pt>
                <c:pt idx="18522">
                  <c:v>22.543429999999972</c:v>
                </c:pt>
                <c:pt idx="18523">
                  <c:v>22.663309999999989</c:v>
                </c:pt>
                <c:pt idx="18524">
                  <c:v>23.037450000000021</c:v>
                </c:pt>
                <c:pt idx="18525">
                  <c:v>23.39142</c:v>
                </c:pt>
                <c:pt idx="18526">
                  <c:v>23.72751999999997</c:v>
                </c:pt>
                <c:pt idx="18527">
                  <c:v>24.05857</c:v>
                </c:pt>
                <c:pt idx="18528">
                  <c:v>24.444709999999972</c:v>
                </c:pt>
                <c:pt idx="18529">
                  <c:v>24.751180000000005</c:v>
                </c:pt>
                <c:pt idx="18530">
                  <c:v>24.913119999999989</c:v>
                </c:pt>
                <c:pt idx="18531">
                  <c:v>24.970609999999972</c:v>
                </c:pt>
                <c:pt idx="18532">
                  <c:v>24.996529999999975</c:v>
                </c:pt>
                <c:pt idx="18533">
                  <c:v>24.982709999999955</c:v>
                </c:pt>
                <c:pt idx="18534">
                  <c:v>24.915039999999973</c:v>
                </c:pt>
                <c:pt idx="18535">
                  <c:v>24.863659999999989</c:v>
                </c:pt>
                <c:pt idx="18536">
                  <c:v>24.923960000000001</c:v>
                </c:pt>
                <c:pt idx="18537">
                  <c:v>25.121839999999999</c:v>
                </c:pt>
                <c:pt idx="18538">
                  <c:v>25.375679999999978</c:v>
                </c:pt>
                <c:pt idx="18539">
                  <c:v>25.561639999999972</c:v>
                </c:pt>
                <c:pt idx="18540">
                  <c:v>25.686019999999989</c:v>
                </c:pt>
                <c:pt idx="18541">
                  <c:v>25.352229999999974</c:v>
                </c:pt>
                <c:pt idx="18542">
                  <c:v>24.623380000000001</c:v>
                </c:pt>
                <c:pt idx="18543">
                  <c:v>23.968489999999957</c:v>
                </c:pt>
                <c:pt idx="18544">
                  <c:v>23.521360000000001</c:v>
                </c:pt>
                <c:pt idx="18545">
                  <c:v>23.294370000000001</c:v>
                </c:pt>
                <c:pt idx="18546">
                  <c:v>23.094970000000021</c:v>
                </c:pt>
                <c:pt idx="18547">
                  <c:v>22.758400000000002</c:v>
                </c:pt>
                <c:pt idx="18548">
                  <c:v>22.168890000000001</c:v>
                </c:pt>
                <c:pt idx="18549">
                  <c:v>20.459639999999968</c:v>
                </c:pt>
                <c:pt idx="18550">
                  <c:v>18.109559999999988</c:v>
                </c:pt>
                <c:pt idx="18551">
                  <c:v>16.839220000000001</c:v>
                </c:pt>
                <c:pt idx="18552">
                  <c:v>16.510760000000001</c:v>
                </c:pt>
                <c:pt idx="18553">
                  <c:v>16.55324999999997</c:v>
                </c:pt>
                <c:pt idx="18554">
                  <c:v>16.79846999999997</c:v>
                </c:pt>
                <c:pt idx="18555">
                  <c:v>17.022609999999968</c:v>
                </c:pt>
                <c:pt idx="18556">
                  <c:v>17.271319999999989</c:v>
                </c:pt>
                <c:pt idx="18557">
                  <c:v>17.533529999999974</c:v>
                </c:pt>
                <c:pt idx="18558">
                  <c:v>17.449629999999956</c:v>
                </c:pt>
                <c:pt idx="18559">
                  <c:v>16.712239999999973</c:v>
                </c:pt>
                <c:pt idx="18560">
                  <c:v>15.67240000000001</c:v>
                </c:pt>
                <c:pt idx="18561">
                  <c:v>14.68797</c:v>
                </c:pt>
                <c:pt idx="18562">
                  <c:v>14.326360000000001</c:v>
                </c:pt>
                <c:pt idx="18563">
                  <c:v>14.503350000000001</c:v>
                </c:pt>
                <c:pt idx="18564">
                  <c:v>14.783670000000001</c:v>
                </c:pt>
                <c:pt idx="18565">
                  <c:v>15.06493</c:v>
                </c:pt>
                <c:pt idx="18566">
                  <c:v>15.52595</c:v>
                </c:pt>
                <c:pt idx="18567">
                  <c:v>16.235529999999972</c:v>
                </c:pt>
                <c:pt idx="18568">
                  <c:v>16.31954</c:v>
                </c:pt>
                <c:pt idx="18569">
                  <c:v>15.60117</c:v>
                </c:pt>
                <c:pt idx="18570">
                  <c:v>14.908290000000001</c:v>
                </c:pt>
                <c:pt idx="18571">
                  <c:v>14.53332</c:v>
                </c:pt>
                <c:pt idx="18572">
                  <c:v>14.38740000000001</c:v>
                </c:pt>
                <c:pt idx="18573">
                  <c:v>14.318570000000001</c:v>
                </c:pt>
                <c:pt idx="18574">
                  <c:v>13.864480000000011</c:v>
                </c:pt>
                <c:pt idx="18575">
                  <c:v>13.314310000000001</c:v>
                </c:pt>
                <c:pt idx="18576">
                  <c:v>13.0318</c:v>
                </c:pt>
                <c:pt idx="18577">
                  <c:v>12.71804</c:v>
                </c:pt>
                <c:pt idx="18578">
                  <c:v>12.709630000000002</c:v>
                </c:pt>
                <c:pt idx="18579">
                  <c:v>12.589430000000011</c:v>
                </c:pt>
                <c:pt idx="18580">
                  <c:v>12.26566</c:v>
                </c:pt>
                <c:pt idx="18581">
                  <c:v>12.12538</c:v>
                </c:pt>
                <c:pt idx="18582">
                  <c:v>12.249329999999999</c:v>
                </c:pt>
                <c:pt idx="18583">
                  <c:v>12.44544000000001</c:v>
                </c:pt>
                <c:pt idx="18584">
                  <c:v>12.29382</c:v>
                </c:pt>
                <c:pt idx="18585">
                  <c:v>11.861520000000002</c:v>
                </c:pt>
                <c:pt idx="18586">
                  <c:v>11.44483</c:v>
                </c:pt>
                <c:pt idx="18587">
                  <c:v>11.18135</c:v>
                </c:pt>
                <c:pt idx="18588">
                  <c:v>10.985330000000006</c:v>
                </c:pt>
                <c:pt idx="18589">
                  <c:v>10.828900000000001</c:v>
                </c:pt>
                <c:pt idx="18590">
                  <c:v>10.788640000000001</c:v>
                </c:pt>
                <c:pt idx="18591">
                  <c:v>10.677820000000001</c:v>
                </c:pt>
                <c:pt idx="18592">
                  <c:v>10.399980000000006</c:v>
                </c:pt>
                <c:pt idx="18593">
                  <c:v>10.09193</c:v>
                </c:pt>
                <c:pt idx="18594">
                  <c:v>9.9230900000000002</c:v>
                </c:pt>
                <c:pt idx="18595">
                  <c:v>9.9143500000000007</c:v>
                </c:pt>
                <c:pt idx="18596">
                  <c:v>9.8763100000000001</c:v>
                </c:pt>
                <c:pt idx="18597">
                  <c:v>9.7893000000000008</c:v>
                </c:pt>
                <c:pt idx="18598">
                  <c:v>9.7781300000000009</c:v>
                </c:pt>
                <c:pt idx="18599">
                  <c:v>9.7970299999999995</c:v>
                </c:pt>
                <c:pt idx="18600">
                  <c:v>9.7878299999999996</c:v>
                </c:pt>
                <c:pt idx="18601">
                  <c:v>9.7644500000000001</c:v>
                </c:pt>
                <c:pt idx="18602">
                  <c:v>10.01768</c:v>
                </c:pt>
                <c:pt idx="18603">
                  <c:v>10.48441</c:v>
                </c:pt>
                <c:pt idx="18604">
                  <c:v>10.87791</c:v>
                </c:pt>
                <c:pt idx="18605">
                  <c:v>11.068430000000006</c:v>
                </c:pt>
                <c:pt idx="18606">
                  <c:v>11.33586</c:v>
                </c:pt>
                <c:pt idx="18607">
                  <c:v>11.33375</c:v>
                </c:pt>
                <c:pt idx="18608">
                  <c:v>10.87026</c:v>
                </c:pt>
                <c:pt idx="18609">
                  <c:v>10.30982</c:v>
                </c:pt>
                <c:pt idx="18610">
                  <c:v>9.9286400000000015</c:v>
                </c:pt>
                <c:pt idx="18611">
                  <c:v>9.6034800000000047</c:v>
                </c:pt>
                <c:pt idx="18612">
                  <c:v>9.2045600000000007</c:v>
                </c:pt>
                <c:pt idx="18613">
                  <c:v>8.8418100000000006</c:v>
                </c:pt>
                <c:pt idx="18614">
                  <c:v>8.8158300000000125</c:v>
                </c:pt>
                <c:pt idx="18615">
                  <c:v>9.0301400000000012</c:v>
                </c:pt>
                <c:pt idx="18616">
                  <c:v>9.1839500000000012</c:v>
                </c:pt>
                <c:pt idx="18617">
                  <c:v>9.1473099999999992</c:v>
                </c:pt>
                <c:pt idx="18618">
                  <c:v>8.9683700000000002</c:v>
                </c:pt>
                <c:pt idx="18619">
                  <c:v>8.6985200000000003</c:v>
                </c:pt>
                <c:pt idx="18620">
                  <c:v>8.6694800000000125</c:v>
                </c:pt>
                <c:pt idx="18621">
                  <c:v>8.8863900000000005</c:v>
                </c:pt>
                <c:pt idx="18622">
                  <c:v>9.0480799999999988</c:v>
                </c:pt>
                <c:pt idx="18623">
                  <c:v>9.1891300000000005</c:v>
                </c:pt>
                <c:pt idx="18624">
                  <c:v>9.1969500000000011</c:v>
                </c:pt>
                <c:pt idx="18625">
                  <c:v>9.0451500000000014</c:v>
                </c:pt>
                <c:pt idx="18626">
                  <c:v>9.1870100000000008</c:v>
                </c:pt>
                <c:pt idx="18627">
                  <c:v>9.3866600000000027</c:v>
                </c:pt>
                <c:pt idx="18628">
                  <c:v>9.2929600000000008</c:v>
                </c:pt>
                <c:pt idx="18629">
                  <c:v>9.2521500000000003</c:v>
                </c:pt>
                <c:pt idx="18630">
                  <c:v>9.2597100000000001</c:v>
                </c:pt>
                <c:pt idx="18631">
                  <c:v>9.0990900000000003</c:v>
                </c:pt>
                <c:pt idx="18632">
                  <c:v>9.0195300000000067</c:v>
                </c:pt>
                <c:pt idx="18633">
                  <c:v>9.0642000000000014</c:v>
                </c:pt>
                <c:pt idx="18634">
                  <c:v>9.0895300000000123</c:v>
                </c:pt>
                <c:pt idx="18635">
                  <c:v>9.3296500000000027</c:v>
                </c:pt>
                <c:pt idx="18636">
                  <c:v>9.5481599999999993</c:v>
                </c:pt>
                <c:pt idx="18637">
                  <c:v>9.414060000000001</c:v>
                </c:pt>
                <c:pt idx="18638">
                  <c:v>9.2515900000000002</c:v>
                </c:pt>
                <c:pt idx="18639">
                  <c:v>9.0368100000000009</c:v>
                </c:pt>
                <c:pt idx="18640">
                  <c:v>8.7137700000000002</c:v>
                </c:pt>
                <c:pt idx="18641">
                  <c:v>8.4729100000000006</c:v>
                </c:pt>
                <c:pt idx="18642">
                  <c:v>8.3474000000000004</c:v>
                </c:pt>
                <c:pt idx="18643">
                  <c:v>8.4940900000000035</c:v>
                </c:pt>
                <c:pt idx="18644">
                  <c:v>8.6410099999999996</c:v>
                </c:pt>
                <c:pt idx="18645">
                  <c:v>8.5526500000000141</c:v>
                </c:pt>
                <c:pt idx="18646">
                  <c:v>8.6165000000000003</c:v>
                </c:pt>
                <c:pt idx="18647">
                  <c:v>8.6456700000000009</c:v>
                </c:pt>
                <c:pt idx="18648">
                  <c:v>8.6299700000000001</c:v>
                </c:pt>
                <c:pt idx="18649">
                  <c:v>8.8240200000000009</c:v>
                </c:pt>
                <c:pt idx="18650">
                  <c:v>8.9762300000000028</c:v>
                </c:pt>
                <c:pt idx="18651">
                  <c:v>8.8095400000000126</c:v>
                </c:pt>
                <c:pt idx="18652">
                  <c:v>8.6608400000000003</c:v>
                </c:pt>
                <c:pt idx="18653">
                  <c:v>8.7383199999999999</c:v>
                </c:pt>
                <c:pt idx="18654">
                  <c:v>8.8423100000000012</c:v>
                </c:pt>
                <c:pt idx="18655">
                  <c:v>9.0758500000000026</c:v>
                </c:pt>
                <c:pt idx="18656">
                  <c:v>9.3305400000000027</c:v>
                </c:pt>
                <c:pt idx="18657">
                  <c:v>9.4510700000000014</c:v>
                </c:pt>
                <c:pt idx="18658">
                  <c:v>9.3623200000000004</c:v>
                </c:pt>
                <c:pt idx="18659">
                  <c:v>8.8685700000000001</c:v>
                </c:pt>
                <c:pt idx="18660">
                  <c:v>7.9244199999999942</c:v>
                </c:pt>
                <c:pt idx="18661">
                  <c:v>6.8591299999999995</c:v>
                </c:pt>
                <c:pt idx="18662">
                  <c:v>6.174989999999994</c:v>
                </c:pt>
                <c:pt idx="18663">
                  <c:v>6.1259599999999921</c:v>
                </c:pt>
                <c:pt idx="18664">
                  <c:v>6.4478600000000004</c:v>
                </c:pt>
                <c:pt idx="18665">
                  <c:v>6.8605499999999955</c:v>
                </c:pt>
                <c:pt idx="18666">
                  <c:v>7.3316800000000004</c:v>
                </c:pt>
                <c:pt idx="18667">
                  <c:v>7.8416500000000013</c:v>
                </c:pt>
                <c:pt idx="18668">
                  <c:v>8.2114800000000017</c:v>
                </c:pt>
                <c:pt idx="18669">
                  <c:v>8.1840900000000012</c:v>
                </c:pt>
                <c:pt idx="18670">
                  <c:v>7.9834800000000001</c:v>
                </c:pt>
                <c:pt idx="18671">
                  <c:v>7.8625099999999941</c:v>
                </c:pt>
                <c:pt idx="18672">
                  <c:v>7.8470399999999945</c:v>
                </c:pt>
                <c:pt idx="18673">
                  <c:v>7.8906099999999997</c:v>
                </c:pt>
                <c:pt idx="18674">
                  <c:v>8.0906300000000027</c:v>
                </c:pt>
                <c:pt idx="18675">
                  <c:v>8.5365500000000001</c:v>
                </c:pt>
                <c:pt idx="18676">
                  <c:v>8.92075</c:v>
                </c:pt>
                <c:pt idx="18677">
                  <c:v>9.2396200000000004</c:v>
                </c:pt>
                <c:pt idx="18678">
                  <c:v>9.4938700000000011</c:v>
                </c:pt>
                <c:pt idx="18679">
                  <c:v>9.7853900000000014</c:v>
                </c:pt>
                <c:pt idx="18680">
                  <c:v>9.9562200000000001</c:v>
                </c:pt>
                <c:pt idx="18681">
                  <c:v>9.8596700000000048</c:v>
                </c:pt>
                <c:pt idx="18682">
                  <c:v>9.6757400000000047</c:v>
                </c:pt>
                <c:pt idx="18683">
                  <c:v>9.6124000000000027</c:v>
                </c:pt>
                <c:pt idx="18684">
                  <c:v>9.6231100000000005</c:v>
                </c:pt>
                <c:pt idx="18685">
                  <c:v>9.4967300000000048</c:v>
                </c:pt>
                <c:pt idx="18686">
                  <c:v>9.2349399999999999</c:v>
                </c:pt>
                <c:pt idx="18687">
                  <c:v>9.2101100000000002</c:v>
                </c:pt>
                <c:pt idx="18688">
                  <c:v>9.5656000000000141</c:v>
                </c:pt>
                <c:pt idx="18689">
                  <c:v>10.005750000000004</c:v>
                </c:pt>
                <c:pt idx="18690">
                  <c:v>10.112070000000001</c:v>
                </c:pt>
                <c:pt idx="18691">
                  <c:v>9.7374700000000001</c:v>
                </c:pt>
                <c:pt idx="18692">
                  <c:v>9.4363600000000005</c:v>
                </c:pt>
                <c:pt idx="18693">
                  <c:v>9.2423900000000003</c:v>
                </c:pt>
                <c:pt idx="18694">
                  <c:v>9.0343499999999999</c:v>
                </c:pt>
                <c:pt idx="18695">
                  <c:v>8.9958500000000008</c:v>
                </c:pt>
                <c:pt idx="18696">
                  <c:v>9.3995300000000146</c:v>
                </c:pt>
                <c:pt idx="18697">
                  <c:v>9.7826400000000007</c:v>
                </c:pt>
                <c:pt idx="18698">
                  <c:v>9.9333200000000001</c:v>
                </c:pt>
                <c:pt idx="18699">
                  <c:v>10.195180000000002</c:v>
                </c:pt>
                <c:pt idx="18700">
                  <c:v>10.699160000000001</c:v>
                </c:pt>
                <c:pt idx="18701">
                  <c:v>11.451500000000006</c:v>
                </c:pt>
                <c:pt idx="18702">
                  <c:v>12.01651</c:v>
                </c:pt>
                <c:pt idx="18703">
                  <c:v>12.16154</c:v>
                </c:pt>
                <c:pt idx="18704">
                  <c:v>12.311030000000002</c:v>
                </c:pt>
                <c:pt idx="18705">
                  <c:v>12.37307</c:v>
                </c:pt>
                <c:pt idx="18706">
                  <c:v>11.784610000000001</c:v>
                </c:pt>
                <c:pt idx="18707">
                  <c:v>10.48415</c:v>
                </c:pt>
                <c:pt idx="18708">
                  <c:v>10.137779999999999</c:v>
                </c:pt>
                <c:pt idx="18709">
                  <c:v>10.376750000000012</c:v>
                </c:pt>
                <c:pt idx="18710">
                  <c:v>10.866630000000018</c:v>
                </c:pt>
                <c:pt idx="18711">
                  <c:v>11.58257</c:v>
                </c:pt>
                <c:pt idx="18712">
                  <c:v>12.263120000000001</c:v>
                </c:pt>
                <c:pt idx="18713">
                  <c:v>12.49531</c:v>
                </c:pt>
                <c:pt idx="18714">
                  <c:v>12.25193</c:v>
                </c:pt>
                <c:pt idx="18715">
                  <c:v>12.04603</c:v>
                </c:pt>
                <c:pt idx="18716">
                  <c:v>12.21608</c:v>
                </c:pt>
                <c:pt idx="18717">
                  <c:v>12.56339</c:v>
                </c:pt>
                <c:pt idx="18718">
                  <c:v>12.740319999999999</c:v>
                </c:pt>
                <c:pt idx="18719">
                  <c:v>12.45125</c:v>
                </c:pt>
                <c:pt idx="18720">
                  <c:v>12.04726</c:v>
                </c:pt>
                <c:pt idx="18721">
                  <c:v>11.30500000000001</c:v>
                </c:pt>
                <c:pt idx="18722">
                  <c:v>10.7705</c:v>
                </c:pt>
                <c:pt idx="18723">
                  <c:v>10.70238</c:v>
                </c:pt>
                <c:pt idx="18724">
                  <c:v>11.09759</c:v>
                </c:pt>
                <c:pt idx="18725">
                  <c:v>11.60214</c:v>
                </c:pt>
                <c:pt idx="18726">
                  <c:v>12.157870000000001</c:v>
                </c:pt>
                <c:pt idx="18727">
                  <c:v>12.298349999999999</c:v>
                </c:pt>
                <c:pt idx="18728">
                  <c:v>12.40884</c:v>
                </c:pt>
                <c:pt idx="18729">
                  <c:v>13.007540000000002</c:v>
                </c:pt>
                <c:pt idx="18730">
                  <c:v>13.820450000000006</c:v>
                </c:pt>
                <c:pt idx="18731">
                  <c:v>14.239369999999999</c:v>
                </c:pt>
                <c:pt idx="18732">
                  <c:v>14.38791</c:v>
                </c:pt>
                <c:pt idx="18733">
                  <c:v>14.64972</c:v>
                </c:pt>
                <c:pt idx="18734">
                  <c:v>14.574820000000001</c:v>
                </c:pt>
                <c:pt idx="18735">
                  <c:v>14.5947</c:v>
                </c:pt>
                <c:pt idx="18736">
                  <c:v>14.80294000000001</c:v>
                </c:pt>
                <c:pt idx="18737">
                  <c:v>14.824870000000001</c:v>
                </c:pt>
                <c:pt idx="18738">
                  <c:v>14.66727</c:v>
                </c:pt>
                <c:pt idx="18739">
                  <c:v>14.526300000000001</c:v>
                </c:pt>
                <c:pt idx="18740">
                  <c:v>14.66812</c:v>
                </c:pt>
                <c:pt idx="18741">
                  <c:v>14.848700000000001</c:v>
                </c:pt>
                <c:pt idx="18742">
                  <c:v>14.69304</c:v>
                </c:pt>
                <c:pt idx="18743">
                  <c:v>14.606400000000002</c:v>
                </c:pt>
                <c:pt idx="18744">
                  <c:v>14.620140000000001</c:v>
                </c:pt>
                <c:pt idx="18745">
                  <c:v>14.669140000000002</c:v>
                </c:pt>
                <c:pt idx="18746">
                  <c:v>14.737179999999999</c:v>
                </c:pt>
                <c:pt idx="18747">
                  <c:v>14.67454</c:v>
                </c:pt>
                <c:pt idx="18748">
                  <c:v>14.77003</c:v>
                </c:pt>
                <c:pt idx="18749">
                  <c:v>15.09183</c:v>
                </c:pt>
                <c:pt idx="18750">
                  <c:v>15.398580000000004</c:v>
                </c:pt>
                <c:pt idx="18751">
                  <c:v>15.83357</c:v>
                </c:pt>
                <c:pt idx="18752">
                  <c:v>16.37932</c:v>
                </c:pt>
                <c:pt idx="18753">
                  <c:v>17.03744</c:v>
                </c:pt>
                <c:pt idx="18754">
                  <c:v>17.638020000000001</c:v>
                </c:pt>
                <c:pt idx="18755">
                  <c:v>17.79975</c:v>
                </c:pt>
                <c:pt idx="18756">
                  <c:v>17.800809999999988</c:v>
                </c:pt>
                <c:pt idx="18757">
                  <c:v>17.759370000000001</c:v>
                </c:pt>
                <c:pt idx="18758">
                  <c:v>17.743880000000001</c:v>
                </c:pt>
                <c:pt idx="18759">
                  <c:v>17.565029999999975</c:v>
                </c:pt>
                <c:pt idx="18760">
                  <c:v>17.156379999999999</c:v>
                </c:pt>
                <c:pt idx="18761">
                  <c:v>16.885470000000002</c:v>
                </c:pt>
                <c:pt idx="18762">
                  <c:v>16.84806</c:v>
                </c:pt>
                <c:pt idx="18763">
                  <c:v>16.986759999999968</c:v>
                </c:pt>
                <c:pt idx="18764">
                  <c:v>17.355969999999999</c:v>
                </c:pt>
                <c:pt idx="18765">
                  <c:v>17.919080000000001</c:v>
                </c:pt>
                <c:pt idx="18766">
                  <c:v>18.463309999999975</c:v>
                </c:pt>
                <c:pt idx="18767">
                  <c:v>18.612459999999999</c:v>
                </c:pt>
                <c:pt idx="18768">
                  <c:v>18.55939</c:v>
                </c:pt>
                <c:pt idx="18769">
                  <c:v>18.505429999999972</c:v>
                </c:pt>
                <c:pt idx="18770">
                  <c:v>18.405529999999956</c:v>
                </c:pt>
                <c:pt idx="18771">
                  <c:v>18.57668</c:v>
                </c:pt>
                <c:pt idx="18772">
                  <c:v>18.87359</c:v>
                </c:pt>
                <c:pt idx="18773">
                  <c:v>19.241489999999974</c:v>
                </c:pt>
                <c:pt idx="18774">
                  <c:v>19.709379999999989</c:v>
                </c:pt>
                <c:pt idx="18775">
                  <c:v>20.276859999999999</c:v>
                </c:pt>
                <c:pt idx="18776">
                  <c:v>20.9512</c:v>
                </c:pt>
                <c:pt idx="18777">
                  <c:v>21.478329999999964</c:v>
                </c:pt>
                <c:pt idx="18778">
                  <c:v>21.398629999999972</c:v>
                </c:pt>
                <c:pt idx="18779">
                  <c:v>21.109359999999999</c:v>
                </c:pt>
                <c:pt idx="18780">
                  <c:v>21.147760000000005</c:v>
                </c:pt>
                <c:pt idx="18781">
                  <c:v>21.628299999999989</c:v>
                </c:pt>
                <c:pt idx="18782">
                  <c:v>22.201989999999999</c:v>
                </c:pt>
                <c:pt idx="18783">
                  <c:v>22.57555</c:v>
                </c:pt>
                <c:pt idx="18784">
                  <c:v>22.88439</c:v>
                </c:pt>
                <c:pt idx="18785">
                  <c:v>23.283369999999973</c:v>
                </c:pt>
                <c:pt idx="18786">
                  <c:v>23.842459999999978</c:v>
                </c:pt>
                <c:pt idx="18787">
                  <c:v>24.367840000000001</c:v>
                </c:pt>
                <c:pt idx="18788">
                  <c:v>24.233879999999999</c:v>
                </c:pt>
                <c:pt idx="18789">
                  <c:v>23.913170000000001</c:v>
                </c:pt>
                <c:pt idx="18790">
                  <c:v>23.373950000000022</c:v>
                </c:pt>
                <c:pt idx="18791">
                  <c:v>23.104990000000026</c:v>
                </c:pt>
                <c:pt idx="18792">
                  <c:v>22.941849999999974</c:v>
                </c:pt>
                <c:pt idx="18793">
                  <c:v>22.727219999999978</c:v>
                </c:pt>
                <c:pt idx="18794">
                  <c:v>23.04639999999997</c:v>
                </c:pt>
                <c:pt idx="18795">
                  <c:v>23.866729999999972</c:v>
                </c:pt>
                <c:pt idx="18796">
                  <c:v>24.763029999999972</c:v>
                </c:pt>
                <c:pt idx="18797">
                  <c:v>25.695900000000005</c:v>
                </c:pt>
                <c:pt idx="18798">
                  <c:v>26.615950000000037</c:v>
                </c:pt>
                <c:pt idx="18799">
                  <c:v>27.34721</c:v>
                </c:pt>
                <c:pt idx="18800">
                  <c:v>27.736739999999973</c:v>
                </c:pt>
                <c:pt idx="18801">
                  <c:v>27.877770000000005</c:v>
                </c:pt>
                <c:pt idx="18802">
                  <c:v>28.06108</c:v>
                </c:pt>
                <c:pt idx="18803">
                  <c:v>28.327559999999988</c:v>
                </c:pt>
                <c:pt idx="18804">
                  <c:v>28.379480000000001</c:v>
                </c:pt>
                <c:pt idx="18805">
                  <c:v>28.446009999999973</c:v>
                </c:pt>
                <c:pt idx="18806">
                  <c:v>28.684149999999974</c:v>
                </c:pt>
                <c:pt idx="18807">
                  <c:v>28.984639999999956</c:v>
                </c:pt>
                <c:pt idx="18808">
                  <c:v>29.128950000000021</c:v>
                </c:pt>
                <c:pt idx="18809">
                  <c:v>28.618060000000021</c:v>
                </c:pt>
                <c:pt idx="18810">
                  <c:v>27.845539999999971</c:v>
                </c:pt>
                <c:pt idx="18811">
                  <c:v>27.435970000000001</c:v>
                </c:pt>
                <c:pt idx="18812">
                  <c:v>27.466779999999975</c:v>
                </c:pt>
                <c:pt idx="18813">
                  <c:v>27.836729999999989</c:v>
                </c:pt>
                <c:pt idx="18814">
                  <c:v>28.11064</c:v>
                </c:pt>
                <c:pt idx="18815">
                  <c:v>28.188439999999975</c:v>
                </c:pt>
                <c:pt idx="18816">
                  <c:v>28.407869999999999</c:v>
                </c:pt>
                <c:pt idx="18817">
                  <c:v>28.80076</c:v>
                </c:pt>
                <c:pt idx="18818">
                  <c:v>29.222089999999973</c:v>
                </c:pt>
                <c:pt idx="18819">
                  <c:v>29.36158</c:v>
                </c:pt>
                <c:pt idx="18820">
                  <c:v>29.1752</c:v>
                </c:pt>
                <c:pt idx="18821">
                  <c:v>29.222259999999974</c:v>
                </c:pt>
                <c:pt idx="18822">
                  <c:v>29.441770000000002</c:v>
                </c:pt>
                <c:pt idx="18823">
                  <c:v>29.021159999999988</c:v>
                </c:pt>
                <c:pt idx="18824">
                  <c:v>28.312059999999999</c:v>
                </c:pt>
                <c:pt idx="18825">
                  <c:v>28.130990000000022</c:v>
                </c:pt>
                <c:pt idx="18826">
                  <c:v>28.30133</c:v>
                </c:pt>
                <c:pt idx="18827">
                  <c:v>28.475539999999956</c:v>
                </c:pt>
                <c:pt idx="18828">
                  <c:v>28.4941</c:v>
                </c:pt>
                <c:pt idx="18829">
                  <c:v>28.15174</c:v>
                </c:pt>
                <c:pt idx="18830">
                  <c:v>27.788749999999954</c:v>
                </c:pt>
                <c:pt idx="18831">
                  <c:v>27.635880000000022</c:v>
                </c:pt>
                <c:pt idx="18832">
                  <c:v>27.80268999999997</c:v>
                </c:pt>
                <c:pt idx="18833">
                  <c:v>28.213870000000021</c:v>
                </c:pt>
                <c:pt idx="18834">
                  <c:v>28.601739999999989</c:v>
                </c:pt>
                <c:pt idx="18835">
                  <c:v>28.977959999999999</c:v>
                </c:pt>
                <c:pt idx="18836">
                  <c:v>29.349309999999978</c:v>
                </c:pt>
                <c:pt idx="18837">
                  <c:v>29.718060000000001</c:v>
                </c:pt>
                <c:pt idx="18838">
                  <c:v>30.089649999999956</c:v>
                </c:pt>
                <c:pt idx="18839">
                  <c:v>30.413820000000001</c:v>
                </c:pt>
                <c:pt idx="18840">
                  <c:v>30.671479999999999</c:v>
                </c:pt>
                <c:pt idx="18841">
                  <c:v>30.80977</c:v>
                </c:pt>
                <c:pt idx="18842">
                  <c:v>30.424429999999973</c:v>
                </c:pt>
                <c:pt idx="18843">
                  <c:v>29.289529999999957</c:v>
                </c:pt>
                <c:pt idx="18844">
                  <c:v>28.298649999999952</c:v>
                </c:pt>
                <c:pt idx="18845">
                  <c:v>27.911519999999989</c:v>
                </c:pt>
                <c:pt idx="18846">
                  <c:v>27.894600000000001</c:v>
                </c:pt>
                <c:pt idx="18847">
                  <c:v>28.307040000000001</c:v>
                </c:pt>
                <c:pt idx="18848">
                  <c:v>28.732939999999989</c:v>
                </c:pt>
                <c:pt idx="18849">
                  <c:v>28.779719999999973</c:v>
                </c:pt>
                <c:pt idx="18850">
                  <c:v>28.769119999999972</c:v>
                </c:pt>
                <c:pt idx="18851">
                  <c:v>28.963699999999957</c:v>
                </c:pt>
                <c:pt idx="18852">
                  <c:v>29.161349999999974</c:v>
                </c:pt>
                <c:pt idx="18853">
                  <c:v>29.317440000000001</c:v>
                </c:pt>
                <c:pt idx="18854">
                  <c:v>29.531079999999999</c:v>
                </c:pt>
                <c:pt idx="18855">
                  <c:v>29.718240000000002</c:v>
                </c:pt>
                <c:pt idx="18856">
                  <c:v>29.397929999999999</c:v>
                </c:pt>
                <c:pt idx="18857">
                  <c:v>28.611719999999988</c:v>
                </c:pt>
                <c:pt idx="18858">
                  <c:v>27.964229999999972</c:v>
                </c:pt>
                <c:pt idx="18859">
                  <c:v>27.67543999999997</c:v>
                </c:pt>
                <c:pt idx="18860">
                  <c:v>27.473099999999974</c:v>
                </c:pt>
                <c:pt idx="18861">
                  <c:v>27.33834999999997</c:v>
                </c:pt>
                <c:pt idx="18862">
                  <c:v>27.43009</c:v>
                </c:pt>
                <c:pt idx="18863">
                  <c:v>27.689900000000005</c:v>
                </c:pt>
                <c:pt idx="18864">
                  <c:v>28.0167</c:v>
                </c:pt>
                <c:pt idx="18865">
                  <c:v>28.386890000000001</c:v>
                </c:pt>
                <c:pt idx="18866">
                  <c:v>28.676310000000001</c:v>
                </c:pt>
                <c:pt idx="18867">
                  <c:v>28.393639999999973</c:v>
                </c:pt>
                <c:pt idx="18868">
                  <c:v>27.844090000000001</c:v>
                </c:pt>
                <c:pt idx="18869">
                  <c:v>27.580159999999989</c:v>
                </c:pt>
                <c:pt idx="18870">
                  <c:v>27.36837999999997</c:v>
                </c:pt>
                <c:pt idx="18871">
                  <c:v>26.816790000000001</c:v>
                </c:pt>
                <c:pt idx="18872">
                  <c:v>26.162269999999989</c:v>
                </c:pt>
                <c:pt idx="18873">
                  <c:v>25.622920000000001</c:v>
                </c:pt>
                <c:pt idx="18874">
                  <c:v>25.28335999999997</c:v>
                </c:pt>
                <c:pt idx="18875">
                  <c:v>25.163959999999999</c:v>
                </c:pt>
                <c:pt idx="18876">
                  <c:v>25.150890000000022</c:v>
                </c:pt>
                <c:pt idx="18877">
                  <c:v>25.395109999999974</c:v>
                </c:pt>
                <c:pt idx="18878">
                  <c:v>25.572559999999989</c:v>
                </c:pt>
                <c:pt idx="18879">
                  <c:v>25.126550000000005</c:v>
                </c:pt>
                <c:pt idx="18880">
                  <c:v>24.452470000000002</c:v>
                </c:pt>
                <c:pt idx="18881">
                  <c:v>23.95692</c:v>
                </c:pt>
                <c:pt idx="18882">
                  <c:v>23.64021</c:v>
                </c:pt>
                <c:pt idx="18883">
                  <c:v>23.641870000000026</c:v>
                </c:pt>
                <c:pt idx="18884">
                  <c:v>23.846719999999973</c:v>
                </c:pt>
                <c:pt idx="18885">
                  <c:v>24.083839999999974</c:v>
                </c:pt>
                <c:pt idx="18886">
                  <c:v>24.334479999999999</c:v>
                </c:pt>
                <c:pt idx="18887">
                  <c:v>24.247679999999974</c:v>
                </c:pt>
                <c:pt idx="18888">
                  <c:v>23.758139999999973</c:v>
                </c:pt>
                <c:pt idx="18889">
                  <c:v>23.16581</c:v>
                </c:pt>
                <c:pt idx="18890">
                  <c:v>22.62209</c:v>
                </c:pt>
                <c:pt idx="18891">
                  <c:v>22.330829999999999</c:v>
                </c:pt>
                <c:pt idx="18892">
                  <c:v>22.401109999999989</c:v>
                </c:pt>
                <c:pt idx="18893">
                  <c:v>22.69604</c:v>
                </c:pt>
                <c:pt idx="18894">
                  <c:v>23.033010000000001</c:v>
                </c:pt>
                <c:pt idx="18895">
                  <c:v>23.40701</c:v>
                </c:pt>
                <c:pt idx="18896">
                  <c:v>23.726039999999973</c:v>
                </c:pt>
                <c:pt idx="18897">
                  <c:v>23.739149999999974</c:v>
                </c:pt>
                <c:pt idx="18898">
                  <c:v>23.53532999999997</c:v>
                </c:pt>
                <c:pt idx="18899">
                  <c:v>23.349409999999974</c:v>
                </c:pt>
                <c:pt idx="18900">
                  <c:v>23.22288</c:v>
                </c:pt>
                <c:pt idx="18901">
                  <c:v>23.232780000000002</c:v>
                </c:pt>
                <c:pt idx="18902">
                  <c:v>23.227550000000001</c:v>
                </c:pt>
                <c:pt idx="18903">
                  <c:v>23.08937999999997</c:v>
                </c:pt>
                <c:pt idx="18904">
                  <c:v>22.830539999999989</c:v>
                </c:pt>
                <c:pt idx="18905">
                  <c:v>22.549959999999999</c:v>
                </c:pt>
                <c:pt idx="18906">
                  <c:v>22.354600000000001</c:v>
                </c:pt>
                <c:pt idx="18907">
                  <c:v>22.328990000000001</c:v>
                </c:pt>
                <c:pt idx="18908">
                  <c:v>22.383980000000001</c:v>
                </c:pt>
                <c:pt idx="18909">
                  <c:v>22.30913</c:v>
                </c:pt>
                <c:pt idx="18910">
                  <c:v>21.502229999999972</c:v>
                </c:pt>
                <c:pt idx="18911">
                  <c:v>20.21021</c:v>
                </c:pt>
                <c:pt idx="18912">
                  <c:v>19.357579999999999</c:v>
                </c:pt>
                <c:pt idx="18913">
                  <c:v>18.90399</c:v>
                </c:pt>
                <c:pt idx="18914">
                  <c:v>18.386959999999988</c:v>
                </c:pt>
                <c:pt idx="18915">
                  <c:v>17.857460000000021</c:v>
                </c:pt>
                <c:pt idx="18916">
                  <c:v>17.585989999999974</c:v>
                </c:pt>
                <c:pt idx="18917">
                  <c:v>17.29935</c:v>
                </c:pt>
                <c:pt idx="18918">
                  <c:v>16.719840000000001</c:v>
                </c:pt>
                <c:pt idx="18919">
                  <c:v>16.216280000000001</c:v>
                </c:pt>
                <c:pt idx="18920">
                  <c:v>16.024560000000001</c:v>
                </c:pt>
                <c:pt idx="18921">
                  <c:v>15.920400000000004</c:v>
                </c:pt>
                <c:pt idx="18922">
                  <c:v>15.721979999999999</c:v>
                </c:pt>
                <c:pt idx="18923">
                  <c:v>15.82338</c:v>
                </c:pt>
                <c:pt idx="18924">
                  <c:v>15.98793</c:v>
                </c:pt>
                <c:pt idx="18925">
                  <c:v>16.259080000000001</c:v>
                </c:pt>
                <c:pt idx="18926">
                  <c:v>16.527010000000001</c:v>
                </c:pt>
                <c:pt idx="18927">
                  <c:v>16.635090000000005</c:v>
                </c:pt>
                <c:pt idx="18928">
                  <c:v>16.45217999999997</c:v>
                </c:pt>
                <c:pt idx="18929">
                  <c:v>16.090879999999999</c:v>
                </c:pt>
                <c:pt idx="18930">
                  <c:v>16.030619999999974</c:v>
                </c:pt>
                <c:pt idx="18931">
                  <c:v>16.080649999999952</c:v>
                </c:pt>
                <c:pt idx="18932">
                  <c:v>16.00356</c:v>
                </c:pt>
                <c:pt idx="18933">
                  <c:v>15.90474</c:v>
                </c:pt>
                <c:pt idx="18934">
                  <c:v>15.94692</c:v>
                </c:pt>
                <c:pt idx="18935">
                  <c:v>15.991160000000001</c:v>
                </c:pt>
                <c:pt idx="18936">
                  <c:v>16.054050000000021</c:v>
                </c:pt>
                <c:pt idx="18937">
                  <c:v>16.208259999999989</c:v>
                </c:pt>
                <c:pt idx="18938">
                  <c:v>16.058050000000001</c:v>
                </c:pt>
                <c:pt idx="18939">
                  <c:v>15.125160000000001</c:v>
                </c:pt>
                <c:pt idx="18940">
                  <c:v>14.12537</c:v>
                </c:pt>
                <c:pt idx="18941">
                  <c:v>13.31561000000001</c:v>
                </c:pt>
                <c:pt idx="18942">
                  <c:v>12.943379999999999</c:v>
                </c:pt>
                <c:pt idx="18943">
                  <c:v>13.004950000000001</c:v>
                </c:pt>
                <c:pt idx="18944">
                  <c:v>12.9244</c:v>
                </c:pt>
                <c:pt idx="18945">
                  <c:v>12.7438</c:v>
                </c:pt>
                <c:pt idx="18946">
                  <c:v>12.63264</c:v>
                </c:pt>
                <c:pt idx="18947">
                  <c:v>12.300660000000002</c:v>
                </c:pt>
                <c:pt idx="18948">
                  <c:v>11.883150000000002</c:v>
                </c:pt>
                <c:pt idx="18949">
                  <c:v>11.64479</c:v>
                </c:pt>
                <c:pt idx="18950">
                  <c:v>11.596410000000002</c:v>
                </c:pt>
                <c:pt idx="18951">
                  <c:v>11.79346</c:v>
                </c:pt>
                <c:pt idx="18952">
                  <c:v>11.801640000000004</c:v>
                </c:pt>
                <c:pt idx="18953">
                  <c:v>11.65029</c:v>
                </c:pt>
                <c:pt idx="18954">
                  <c:v>11.599970000000001</c:v>
                </c:pt>
                <c:pt idx="18955">
                  <c:v>11.539850000000001</c:v>
                </c:pt>
                <c:pt idx="18956">
                  <c:v>11.247680000000001</c:v>
                </c:pt>
                <c:pt idx="18957">
                  <c:v>10.80556000000001</c:v>
                </c:pt>
                <c:pt idx="18958">
                  <c:v>10.282440000000006</c:v>
                </c:pt>
                <c:pt idx="18959">
                  <c:v>9.934940000000001</c:v>
                </c:pt>
                <c:pt idx="18960">
                  <c:v>9.7965800000000005</c:v>
                </c:pt>
                <c:pt idx="18961">
                  <c:v>9.7148099999999999</c:v>
                </c:pt>
                <c:pt idx="18962">
                  <c:v>9.5475900000000014</c:v>
                </c:pt>
                <c:pt idx="18963">
                  <c:v>9.4767400000000048</c:v>
                </c:pt>
                <c:pt idx="18964">
                  <c:v>9.4507500000000046</c:v>
                </c:pt>
                <c:pt idx="18965">
                  <c:v>9.5984400000000001</c:v>
                </c:pt>
                <c:pt idx="18966">
                  <c:v>9.827910000000001</c:v>
                </c:pt>
                <c:pt idx="18967">
                  <c:v>9.8118200000000009</c:v>
                </c:pt>
                <c:pt idx="18968">
                  <c:v>9.6915500000000012</c:v>
                </c:pt>
                <c:pt idx="18969">
                  <c:v>9.6033200000000001</c:v>
                </c:pt>
                <c:pt idx="18970">
                  <c:v>9.5366800000000005</c:v>
                </c:pt>
                <c:pt idx="18971">
                  <c:v>9.431420000000001</c:v>
                </c:pt>
                <c:pt idx="18972">
                  <c:v>9.5469799999999996</c:v>
                </c:pt>
                <c:pt idx="18973">
                  <c:v>10.006210000000001</c:v>
                </c:pt>
                <c:pt idx="18974">
                  <c:v>10.483700000000002</c:v>
                </c:pt>
                <c:pt idx="18975">
                  <c:v>10.668200000000001</c:v>
                </c:pt>
                <c:pt idx="18976">
                  <c:v>10.61232</c:v>
                </c:pt>
                <c:pt idx="18977">
                  <c:v>10.639660000000001</c:v>
                </c:pt>
                <c:pt idx="18978">
                  <c:v>10.847570000000001</c:v>
                </c:pt>
                <c:pt idx="18979">
                  <c:v>11.04453</c:v>
                </c:pt>
                <c:pt idx="18980">
                  <c:v>10.640460000000001</c:v>
                </c:pt>
                <c:pt idx="18981">
                  <c:v>9.9631500000000006</c:v>
                </c:pt>
                <c:pt idx="18982">
                  <c:v>9.4816900000000004</c:v>
                </c:pt>
                <c:pt idx="18983">
                  <c:v>9.1868400000000001</c:v>
                </c:pt>
                <c:pt idx="18984">
                  <c:v>9.0894500000000047</c:v>
                </c:pt>
                <c:pt idx="18985">
                  <c:v>9.09056</c:v>
                </c:pt>
                <c:pt idx="18986">
                  <c:v>9.2857100000000035</c:v>
                </c:pt>
                <c:pt idx="18987">
                  <c:v>9.2949000000000002</c:v>
                </c:pt>
                <c:pt idx="18988">
                  <c:v>8.8847100000000001</c:v>
                </c:pt>
                <c:pt idx="18989">
                  <c:v>8.3369300000000006</c:v>
                </c:pt>
                <c:pt idx="18990">
                  <c:v>7.9837700000000034</c:v>
                </c:pt>
                <c:pt idx="18991">
                  <c:v>7.9496600000000077</c:v>
                </c:pt>
                <c:pt idx="18992">
                  <c:v>8.018460000000001</c:v>
                </c:pt>
                <c:pt idx="18993">
                  <c:v>8.2208600000000001</c:v>
                </c:pt>
                <c:pt idx="18994">
                  <c:v>8.4058200000000003</c:v>
                </c:pt>
                <c:pt idx="18995">
                  <c:v>8.3801400000000008</c:v>
                </c:pt>
                <c:pt idx="18996">
                  <c:v>8.3698200000000007</c:v>
                </c:pt>
                <c:pt idx="18997">
                  <c:v>8.4727100000000046</c:v>
                </c:pt>
                <c:pt idx="18998">
                  <c:v>8.5915400000000002</c:v>
                </c:pt>
                <c:pt idx="18999">
                  <c:v>8.5873000000000008</c:v>
                </c:pt>
                <c:pt idx="19000">
                  <c:v>8.3945800000000048</c:v>
                </c:pt>
                <c:pt idx="19001">
                  <c:v>8.1663500000000013</c:v>
                </c:pt>
                <c:pt idx="19002">
                  <c:v>8.0973500000000005</c:v>
                </c:pt>
                <c:pt idx="19003">
                  <c:v>8.1086500000000008</c:v>
                </c:pt>
                <c:pt idx="19004">
                  <c:v>8.2496400000000012</c:v>
                </c:pt>
                <c:pt idx="19005">
                  <c:v>8.6185200000000002</c:v>
                </c:pt>
                <c:pt idx="19006">
                  <c:v>9.2955400000000008</c:v>
                </c:pt>
                <c:pt idx="19007">
                  <c:v>9.6522900000000007</c:v>
                </c:pt>
                <c:pt idx="19008">
                  <c:v>9.3621600000000047</c:v>
                </c:pt>
                <c:pt idx="19009">
                  <c:v>9.1791200000000011</c:v>
                </c:pt>
                <c:pt idx="19010">
                  <c:v>9.2400900000000004</c:v>
                </c:pt>
                <c:pt idx="19011">
                  <c:v>8.9531300000000105</c:v>
                </c:pt>
                <c:pt idx="19012">
                  <c:v>8.3035400000000141</c:v>
                </c:pt>
                <c:pt idx="19013">
                  <c:v>7.8906999999999998</c:v>
                </c:pt>
                <c:pt idx="19014">
                  <c:v>7.8434099999999995</c:v>
                </c:pt>
                <c:pt idx="19015">
                  <c:v>7.8966000000000003</c:v>
                </c:pt>
                <c:pt idx="19016">
                  <c:v>7.6040299999999945</c:v>
                </c:pt>
                <c:pt idx="19017">
                  <c:v>6.9967700000000024</c:v>
                </c:pt>
                <c:pt idx="19018">
                  <c:v>6.2279299999999944</c:v>
                </c:pt>
                <c:pt idx="19019">
                  <c:v>5.6052600000000004</c:v>
                </c:pt>
                <c:pt idx="19020">
                  <c:v>5.5128999999999975</c:v>
                </c:pt>
                <c:pt idx="19021">
                  <c:v>5.7579799999999945</c:v>
                </c:pt>
                <c:pt idx="19022">
                  <c:v>6.10982</c:v>
                </c:pt>
                <c:pt idx="19023">
                  <c:v>6.5824600000000002</c:v>
                </c:pt>
                <c:pt idx="19024">
                  <c:v>7.0034200000000002</c:v>
                </c:pt>
                <c:pt idx="19025">
                  <c:v>7.3035899999999945</c:v>
                </c:pt>
                <c:pt idx="19026">
                  <c:v>7.6289399999999921</c:v>
                </c:pt>
                <c:pt idx="19027">
                  <c:v>7.9942500000000001</c:v>
                </c:pt>
                <c:pt idx="19028">
                  <c:v>8.2272199999999991</c:v>
                </c:pt>
                <c:pt idx="19029">
                  <c:v>8.2436699999999998</c:v>
                </c:pt>
                <c:pt idx="19030">
                  <c:v>8.1816900000000015</c:v>
                </c:pt>
                <c:pt idx="19031">
                  <c:v>7.9038399999999998</c:v>
                </c:pt>
                <c:pt idx="19032">
                  <c:v>7.6293099999999985</c:v>
                </c:pt>
                <c:pt idx="19033">
                  <c:v>7.5401099999999985</c:v>
                </c:pt>
                <c:pt idx="19034">
                  <c:v>7.5008900000000001</c:v>
                </c:pt>
                <c:pt idx="19035">
                  <c:v>7.4874400000000003</c:v>
                </c:pt>
                <c:pt idx="19036">
                  <c:v>7.6560699999999997</c:v>
                </c:pt>
                <c:pt idx="19037">
                  <c:v>8.0764800000000125</c:v>
                </c:pt>
                <c:pt idx="19038">
                  <c:v>8.6509500000000035</c:v>
                </c:pt>
                <c:pt idx="19039">
                  <c:v>9.0402400000000007</c:v>
                </c:pt>
                <c:pt idx="19040">
                  <c:v>9.3069300000000048</c:v>
                </c:pt>
                <c:pt idx="19041">
                  <c:v>9.5697600000000005</c:v>
                </c:pt>
                <c:pt idx="19042">
                  <c:v>9.8932400000000005</c:v>
                </c:pt>
                <c:pt idx="19043">
                  <c:v>10.22551</c:v>
                </c:pt>
                <c:pt idx="19044">
                  <c:v>10.490550000000002</c:v>
                </c:pt>
                <c:pt idx="19045">
                  <c:v>10.886570000000004</c:v>
                </c:pt>
                <c:pt idx="19046">
                  <c:v>11.520860000000001</c:v>
                </c:pt>
                <c:pt idx="19047">
                  <c:v>12.18594</c:v>
                </c:pt>
                <c:pt idx="19048">
                  <c:v>12.61172</c:v>
                </c:pt>
                <c:pt idx="19049">
                  <c:v>12.844110000000001</c:v>
                </c:pt>
                <c:pt idx="19050">
                  <c:v>12.9475</c:v>
                </c:pt>
                <c:pt idx="19051">
                  <c:v>12.982680000000011</c:v>
                </c:pt>
                <c:pt idx="19052">
                  <c:v>12.96716</c:v>
                </c:pt>
                <c:pt idx="19053">
                  <c:v>13.146430000000002</c:v>
                </c:pt>
                <c:pt idx="19054">
                  <c:v>13.51501</c:v>
                </c:pt>
                <c:pt idx="19055">
                  <c:v>13.860590000000011</c:v>
                </c:pt>
                <c:pt idx="19056">
                  <c:v>13.855270000000004</c:v>
                </c:pt>
                <c:pt idx="19057">
                  <c:v>13.45316</c:v>
                </c:pt>
                <c:pt idx="19058">
                  <c:v>13.068160000000001</c:v>
                </c:pt>
                <c:pt idx="19059">
                  <c:v>12.668060000000001</c:v>
                </c:pt>
                <c:pt idx="19060">
                  <c:v>12.33344000000001</c:v>
                </c:pt>
                <c:pt idx="19061">
                  <c:v>12.33605</c:v>
                </c:pt>
                <c:pt idx="19062">
                  <c:v>12.574020000000001</c:v>
                </c:pt>
                <c:pt idx="19063">
                  <c:v>12.811250000000001</c:v>
                </c:pt>
                <c:pt idx="19064">
                  <c:v>12.575840000000012</c:v>
                </c:pt>
                <c:pt idx="19065">
                  <c:v>11.869830000000011</c:v>
                </c:pt>
                <c:pt idx="19066">
                  <c:v>11.571630000000004</c:v>
                </c:pt>
                <c:pt idx="19067">
                  <c:v>11.788650000000001</c:v>
                </c:pt>
                <c:pt idx="19068">
                  <c:v>12.260680000000002</c:v>
                </c:pt>
                <c:pt idx="19069">
                  <c:v>12.770670000000001</c:v>
                </c:pt>
                <c:pt idx="19070">
                  <c:v>13.27997</c:v>
                </c:pt>
                <c:pt idx="19071">
                  <c:v>13.95125</c:v>
                </c:pt>
                <c:pt idx="19072">
                  <c:v>14.570120000000001</c:v>
                </c:pt>
                <c:pt idx="19073">
                  <c:v>15.01848</c:v>
                </c:pt>
                <c:pt idx="19074">
                  <c:v>15.40785</c:v>
                </c:pt>
                <c:pt idx="19075">
                  <c:v>15.70168</c:v>
                </c:pt>
                <c:pt idx="19076">
                  <c:v>16.061879999999999</c:v>
                </c:pt>
                <c:pt idx="19077">
                  <c:v>16.368019999999973</c:v>
                </c:pt>
                <c:pt idx="19078">
                  <c:v>16.502300000000002</c:v>
                </c:pt>
                <c:pt idx="19079">
                  <c:v>16.237549999999974</c:v>
                </c:pt>
                <c:pt idx="19080">
                  <c:v>15.36406</c:v>
                </c:pt>
                <c:pt idx="19081">
                  <c:v>14.407220000000001</c:v>
                </c:pt>
                <c:pt idx="19082">
                  <c:v>14.192310000000001</c:v>
                </c:pt>
                <c:pt idx="19083">
                  <c:v>14.31061</c:v>
                </c:pt>
                <c:pt idx="19084">
                  <c:v>14.081110000000001</c:v>
                </c:pt>
                <c:pt idx="19085">
                  <c:v>13.84416</c:v>
                </c:pt>
                <c:pt idx="19086">
                  <c:v>14.151950000000001</c:v>
                </c:pt>
                <c:pt idx="19087">
                  <c:v>14.742660000000001</c:v>
                </c:pt>
                <c:pt idx="19088">
                  <c:v>15.198119999999999</c:v>
                </c:pt>
                <c:pt idx="19089">
                  <c:v>15.79364</c:v>
                </c:pt>
                <c:pt idx="19090">
                  <c:v>16.248349999999952</c:v>
                </c:pt>
                <c:pt idx="19091">
                  <c:v>16.212869999999999</c:v>
                </c:pt>
                <c:pt idx="19092">
                  <c:v>15.57192</c:v>
                </c:pt>
                <c:pt idx="19093">
                  <c:v>15.073830000000006</c:v>
                </c:pt>
                <c:pt idx="19094">
                  <c:v>15.041640000000001</c:v>
                </c:pt>
                <c:pt idx="19095">
                  <c:v>14.580020000000001</c:v>
                </c:pt>
                <c:pt idx="19096">
                  <c:v>13.847800000000001</c:v>
                </c:pt>
                <c:pt idx="19097">
                  <c:v>13.53875</c:v>
                </c:pt>
                <c:pt idx="19098">
                  <c:v>13.79312</c:v>
                </c:pt>
                <c:pt idx="19099">
                  <c:v>14.32221</c:v>
                </c:pt>
                <c:pt idx="19100">
                  <c:v>14.495530000000015</c:v>
                </c:pt>
                <c:pt idx="19101">
                  <c:v>14.675750000000004</c:v>
                </c:pt>
                <c:pt idx="19102">
                  <c:v>15.15756</c:v>
                </c:pt>
                <c:pt idx="19103">
                  <c:v>15.38672</c:v>
                </c:pt>
                <c:pt idx="19104">
                  <c:v>15.538729999999999</c:v>
                </c:pt>
                <c:pt idx="19105">
                  <c:v>15.816980000000004</c:v>
                </c:pt>
                <c:pt idx="19106">
                  <c:v>16.052729999999972</c:v>
                </c:pt>
                <c:pt idx="19107">
                  <c:v>16.374490000000005</c:v>
                </c:pt>
                <c:pt idx="19108">
                  <c:v>16.884550000000001</c:v>
                </c:pt>
                <c:pt idx="19109">
                  <c:v>17.549579999999974</c:v>
                </c:pt>
                <c:pt idx="19110">
                  <c:v>17.79448</c:v>
                </c:pt>
                <c:pt idx="19111">
                  <c:v>17.684480000000001</c:v>
                </c:pt>
                <c:pt idx="19112">
                  <c:v>17.642769999999974</c:v>
                </c:pt>
                <c:pt idx="19113">
                  <c:v>17.756509999999974</c:v>
                </c:pt>
                <c:pt idx="19114">
                  <c:v>17.849419999999974</c:v>
                </c:pt>
                <c:pt idx="19115">
                  <c:v>17.568999999999978</c:v>
                </c:pt>
                <c:pt idx="19116">
                  <c:v>16.433539999999972</c:v>
                </c:pt>
                <c:pt idx="19117">
                  <c:v>15.544230000000001</c:v>
                </c:pt>
                <c:pt idx="19118">
                  <c:v>15.66169</c:v>
                </c:pt>
                <c:pt idx="19119">
                  <c:v>16.053809999999999</c:v>
                </c:pt>
                <c:pt idx="19120">
                  <c:v>16.323599999999974</c:v>
                </c:pt>
                <c:pt idx="19121">
                  <c:v>16.450880000000005</c:v>
                </c:pt>
                <c:pt idx="19122">
                  <c:v>16.556100000000001</c:v>
                </c:pt>
                <c:pt idx="19123">
                  <c:v>17.015860000000021</c:v>
                </c:pt>
                <c:pt idx="19124">
                  <c:v>17.23903</c:v>
                </c:pt>
                <c:pt idx="19125">
                  <c:v>17.080789999999968</c:v>
                </c:pt>
                <c:pt idx="19126">
                  <c:v>17.298169999999974</c:v>
                </c:pt>
                <c:pt idx="19127">
                  <c:v>17.790519999999972</c:v>
                </c:pt>
                <c:pt idx="19128">
                  <c:v>18.14246</c:v>
                </c:pt>
                <c:pt idx="19129">
                  <c:v>18.346550000000001</c:v>
                </c:pt>
                <c:pt idx="19130">
                  <c:v>18.44097</c:v>
                </c:pt>
                <c:pt idx="19131">
                  <c:v>18.322849999999974</c:v>
                </c:pt>
                <c:pt idx="19132">
                  <c:v>18.297940000000001</c:v>
                </c:pt>
                <c:pt idx="19133">
                  <c:v>18.539639999999974</c:v>
                </c:pt>
                <c:pt idx="19134">
                  <c:v>19.028599999999972</c:v>
                </c:pt>
                <c:pt idx="19135">
                  <c:v>19.616610000000001</c:v>
                </c:pt>
                <c:pt idx="19136">
                  <c:v>20.165329999999972</c:v>
                </c:pt>
                <c:pt idx="19137">
                  <c:v>20.131689999999999</c:v>
                </c:pt>
                <c:pt idx="19138">
                  <c:v>19.9162</c:v>
                </c:pt>
                <c:pt idx="19139">
                  <c:v>20.163979999999999</c:v>
                </c:pt>
                <c:pt idx="19140">
                  <c:v>20.396070000000005</c:v>
                </c:pt>
                <c:pt idx="19141">
                  <c:v>20.496469999999974</c:v>
                </c:pt>
                <c:pt idx="19142">
                  <c:v>20.524850000000022</c:v>
                </c:pt>
                <c:pt idx="19143">
                  <c:v>20.66901</c:v>
                </c:pt>
                <c:pt idx="19144">
                  <c:v>21.202249999999957</c:v>
                </c:pt>
                <c:pt idx="19145">
                  <c:v>21.75163999999997</c:v>
                </c:pt>
                <c:pt idx="19146">
                  <c:v>22.093669999999989</c:v>
                </c:pt>
                <c:pt idx="19147">
                  <c:v>22.421679999999974</c:v>
                </c:pt>
                <c:pt idx="19148">
                  <c:v>22.563099999999974</c:v>
                </c:pt>
                <c:pt idx="19149">
                  <c:v>22.478850000000001</c:v>
                </c:pt>
                <c:pt idx="19150">
                  <c:v>22.485759999999956</c:v>
                </c:pt>
                <c:pt idx="19151">
                  <c:v>22.685549999999957</c:v>
                </c:pt>
                <c:pt idx="19152">
                  <c:v>22.291910000000001</c:v>
                </c:pt>
                <c:pt idx="19153">
                  <c:v>21.289129999999975</c:v>
                </c:pt>
                <c:pt idx="19154">
                  <c:v>20.461429999999975</c:v>
                </c:pt>
                <c:pt idx="19155">
                  <c:v>20.34301</c:v>
                </c:pt>
                <c:pt idx="19156">
                  <c:v>20.901070000000001</c:v>
                </c:pt>
                <c:pt idx="19157">
                  <c:v>21.66479</c:v>
                </c:pt>
                <c:pt idx="19158">
                  <c:v>21.979990000000001</c:v>
                </c:pt>
                <c:pt idx="19159">
                  <c:v>21.428339999999956</c:v>
                </c:pt>
                <c:pt idx="19160">
                  <c:v>21.10247</c:v>
                </c:pt>
                <c:pt idx="19161">
                  <c:v>21.371890000000022</c:v>
                </c:pt>
                <c:pt idx="19162">
                  <c:v>21.786569999999973</c:v>
                </c:pt>
                <c:pt idx="19163">
                  <c:v>22.22460999999997</c:v>
                </c:pt>
                <c:pt idx="19164">
                  <c:v>22.562889999999989</c:v>
                </c:pt>
                <c:pt idx="19165">
                  <c:v>22.741859999999999</c:v>
                </c:pt>
                <c:pt idx="19166">
                  <c:v>22.781539999999964</c:v>
                </c:pt>
                <c:pt idx="19167">
                  <c:v>22.730499999999989</c:v>
                </c:pt>
                <c:pt idx="19168">
                  <c:v>22.852910000000001</c:v>
                </c:pt>
                <c:pt idx="19169">
                  <c:v>23.331669999999999</c:v>
                </c:pt>
                <c:pt idx="19170">
                  <c:v>23.908139999999964</c:v>
                </c:pt>
                <c:pt idx="19171">
                  <c:v>24.619669999999999</c:v>
                </c:pt>
                <c:pt idx="19172">
                  <c:v>25.412120000000002</c:v>
                </c:pt>
                <c:pt idx="19173">
                  <c:v>26.169409999999989</c:v>
                </c:pt>
                <c:pt idx="19174">
                  <c:v>26.75423</c:v>
                </c:pt>
                <c:pt idx="19175">
                  <c:v>26.673050000000021</c:v>
                </c:pt>
                <c:pt idx="19176">
                  <c:v>26.37472</c:v>
                </c:pt>
                <c:pt idx="19177">
                  <c:v>26.610949999999999</c:v>
                </c:pt>
                <c:pt idx="19178">
                  <c:v>27.025939999999974</c:v>
                </c:pt>
                <c:pt idx="19179">
                  <c:v>27.34713</c:v>
                </c:pt>
                <c:pt idx="19180">
                  <c:v>27.750619999999973</c:v>
                </c:pt>
                <c:pt idx="19181">
                  <c:v>28.258529999999972</c:v>
                </c:pt>
                <c:pt idx="19182">
                  <c:v>28.554900000000021</c:v>
                </c:pt>
                <c:pt idx="19183">
                  <c:v>28.464039999999972</c:v>
                </c:pt>
                <c:pt idx="19184">
                  <c:v>28.18131</c:v>
                </c:pt>
                <c:pt idx="19185">
                  <c:v>27.936409999999974</c:v>
                </c:pt>
                <c:pt idx="19186">
                  <c:v>27.636569999999999</c:v>
                </c:pt>
                <c:pt idx="19187">
                  <c:v>27.524860000000022</c:v>
                </c:pt>
                <c:pt idx="19188">
                  <c:v>27.651850000000039</c:v>
                </c:pt>
                <c:pt idx="19189">
                  <c:v>27.699249999999989</c:v>
                </c:pt>
                <c:pt idx="19190">
                  <c:v>27.86739</c:v>
                </c:pt>
                <c:pt idx="19191">
                  <c:v>28.308910000000001</c:v>
                </c:pt>
                <c:pt idx="19192">
                  <c:v>28.225899999999989</c:v>
                </c:pt>
                <c:pt idx="19193">
                  <c:v>27.70255999999997</c:v>
                </c:pt>
                <c:pt idx="19194">
                  <c:v>27.520320000000002</c:v>
                </c:pt>
                <c:pt idx="19195">
                  <c:v>27.55247</c:v>
                </c:pt>
                <c:pt idx="19196">
                  <c:v>27.324549999999974</c:v>
                </c:pt>
                <c:pt idx="19197">
                  <c:v>27.003229999999974</c:v>
                </c:pt>
                <c:pt idx="19198">
                  <c:v>26.731020000000001</c:v>
                </c:pt>
                <c:pt idx="19199">
                  <c:v>26.396609999999974</c:v>
                </c:pt>
                <c:pt idx="19200">
                  <c:v>26.211729999999989</c:v>
                </c:pt>
                <c:pt idx="19201">
                  <c:v>26.383669999999974</c:v>
                </c:pt>
                <c:pt idx="19202">
                  <c:v>26.70017</c:v>
                </c:pt>
                <c:pt idx="19203">
                  <c:v>26.942299999999957</c:v>
                </c:pt>
                <c:pt idx="19204">
                  <c:v>27.247029999999974</c:v>
                </c:pt>
                <c:pt idx="19205">
                  <c:v>27.50348</c:v>
                </c:pt>
                <c:pt idx="19206">
                  <c:v>27.300090000000001</c:v>
                </c:pt>
                <c:pt idx="19207">
                  <c:v>26.775039999999972</c:v>
                </c:pt>
                <c:pt idx="19208">
                  <c:v>26.18637</c:v>
                </c:pt>
                <c:pt idx="19209">
                  <c:v>25.976639999999971</c:v>
                </c:pt>
                <c:pt idx="19210">
                  <c:v>25.85257</c:v>
                </c:pt>
                <c:pt idx="19211">
                  <c:v>25.473800000000001</c:v>
                </c:pt>
                <c:pt idx="19212">
                  <c:v>25.258129999999973</c:v>
                </c:pt>
                <c:pt idx="19213">
                  <c:v>25.409239999999972</c:v>
                </c:pt>
                <c:pt idx="19214">
                  <c:v>25.861039999999978</c:v>
                </c:pt>
                <c:pt idx="19215">
                  <c:v>26.371569999999988</c:v>
                </c:pt>
                <c:pt idx="19216">
                  <c:v>26.885589999999972</c:v>
                </c:pt>
                <c:pt idx="19217">
                  <c:v>27.448819999999973</c:v>
                </c:pt>
                <c:pt idx="19218">
                  <c:v>27.936409999999974</c:v>
                </c:pt>
                <c:pt idx="19219">
                  <c:v>28.26191</c:v>
                </c:pt>
                <c:pt idx="19220">
                  <c:v>28.365069999999989</c:v>
                </c:pt>
                <c:pt idx="19221">
                  <c:v>28.169930000000001</c:v>
                </c:pt>
                <c:pt idx="19222">
                  <c:v>27.80822999999997</c:v>
                </c:pt>
                <c:pt idx="19223">
                  <c:v>27.759229999999974</c:v>
                </c:pt>
                <c:pt idx="19224">
                  <c:v>27.963109999999968</c:v>
                </c:pt>
                <c:pt idx="19225">
                  <c:v>28.12744</c:v>
                </c:pt>
                <c:pt idx="19226">
                  <c:v>28.357869999999998</c:v>
                </c:pt>
                <c:pt idx="19227">
                  <c:v>28.601060000000022</c:v>
                </c:pt>
                <c:pt idx="19228">
                  <c:v>28.763329999999975</c:v>
                </c:pt>
                <c:pt idx="19229">
                  <c:v>28.97983</c:v>
                </c:pt>
                <c:pt idx="19230">
                  <c:v>28.942909999999973</c:v>
                </c:pt>
                <c:pt idx="19231">
                  <c:v>28.553550000000001</c:v>
                </c:pt>
                <c:pt idx="19232">
                  <c:v>28.157499999999999</c:v>
                </c:pt>
                <c:pt idx="19233">
                  <c:v>27.889099999999978</c:v>
                </c:pt>
                <c:pt idx="19234">
                  <c:v>27.461509999999972</c:v>
                </c:pt>
                <c:pt idx="19235">
                  <c:v>27.08158999999997</c:v>
                </c:pt>
                <c:pt idx="19236">
                  <c:v>26.947099999999974</c:v>
                </c:pt>
                <c:pt idx="19237">
                  <c:v>26.62546</c:v>
                </c:pt>
                <c:pt idx="19238">
                  <c:v>26.191170000000021</c:v>
                </c:pt>
                <c:pt idx="19239">
                  <c:v>25.453579999999974</c:v>
                </c:pt>
                <c:pt idx="19240">
                  <c:v>24.540739999999964</c:v>
                </c:pt>
                <c:pt idx="19241">
                  <c:v>23.900259999999989</c:v>
                </c:pt>
                <c:pt idx="19242">
                  <c:v>23.594740000000002</c:v>
                </c:pt>
                <c:pt idx="19243">
                  <c:v>23.714590000000001</c:v>
                </c:pt>
                <c:pt idx="19244">
                  <c:v>23.982539999999943</c:v>
                </c:pt>
                <c:pt idx="19245">
                  <c:v>24.097100000000001</c:v>
                </c:pt>
                <c:pt idx="19246">
                  <c:v>23.60622</c:v>
                </c:pt>
                <c:pt idx="19247">
                  <c:v>23.196929999999988</c:v>
                </c:pt>
                <c:pt idx="19248">
                  <c:v>23.28885</c:v>
                </c:pt>
                <c:pt idx="19249">
                  <c:v>23.387060000000005</c:v>
                </c:pt>
                <c:pt idx="19250">
                  <c:v>23.11964</c:v>
                </c:pt>
                <c:pt idx="19251">
                  <c:v>22.599319999999974</c:v>
                </c:pt>
                <c:pt idx="19252">
                  <c:v>22.313189999999999</c:v>
                </c:pt>
                <c:pt idx="19253">
                  <c:v>22.15553999999997</c:v>
                </c:pt>
                <c:pt idx="19254">
                  <c:v>22.21414</c:v>
                </c:pt>
                <c:pt idx="19255">
                  <c:v>22.380529999999968</c:v>
                </c:pt>
                <c:pt idx="19256">
                  <c:v>22.208199999999973</c:v>
                </c:pt>
                <c:pt idx="19257">
                  <c:v>21.4971</c:v>
                </c:pt>
                <c:pt idx="19258">
                  <c:v>20.684880000000021</c:v>
                </c:pt>
                <c:pt idx="19259">
                  <c:v>20.316050000000022</c:v>
                </c:pt>
                <c:pt idx="19260">
                  <c:v>20.205960000000001</c:v>
                </c:pt>
                <c:pt idx="19261">
                  <c:v>20.34</c:v>
                </c:pt>
                <c:pt idx="19262">
                  <c:v>20.174309999999988</c:v>
                </c:pt>
                <c:pt idx="19263">
                  <c:v>19.615310000000001</c:v>
                </c:pt>
                <c:pt idx="19264">
                  <c:v>19.03058</c:v>
                </c:pt>
                <c:pt idx="19265">
                  <c:v>18.450060000000001</c:v>
                </c:pt>
                <c:pt idx="19266">
                  <c:v>18.226319999999973</c:v>
                </c:pt>
                <c:pt idx="19267">
                  <c:v>18.427350000000001</c:v>
                </c:pt>
                <c:pt idx="19268">
                  <c:v>18.785679999999957</c:v>
                </c:pt>
                <c:pt idx="19269">
                  <c:v>18.919840000000001</c:v>
                </c:pt>
                <c:pt idx="19270">
                  <c:v>18.815930000000005</c:v>
                </c:pt>
                <c:pt idx="19271">
                  <c:v>18.726479999999974</c:v>
                </c:pt>
                <c:pt idx="19272">
                  <c:v>17.963049999999956</c:v>
                </c:pt>
                <c:pt idx="19273">
                  <c:v>16.938880000000001</c:v>
                </c:pt>
                <c:pt idx="19274">
                  <c:v>16.46997</c:v>
                </c:pt>
                <c:pt idx="19275">
                  <c:v>16.289899999999989</c:v>
                </c:pt>
                <c:pt idx="19276">
                  <c:v>16.108440000000002</c:v>
                </c:pt>
                <c:pt idx="19277">
                  <c:v>16.076260000000001</c:v>
                </c:pt>
                <c:pt idx="19278">
                  <c:v>16.000820000000001</c:v>
                </c:pt>
                <c:pt idx="19279">
                  <c:v>15.697660000000001</c:v>
                </c:pt>
                <c:pt idx="19280">
                  <c:v>15.70299</c:v>
                </c:pt>
                <c:pt idx="19281">
                  <c:v>16.00332999999997</c:v>
                </c:pt>
                <c:pt idx="19282">
                  <c:v>16.29683</c:v>
                </c:pt>
                <c:pt idx="19283">
                  <c:v>16.42126</c:v>
                </c:pt>
                <c:pt idx="19284">
                  <c:v>16.164670000000001</c:v>
                </c:pt>
                <c:pt idx="19285">
                  <c:v>15.925460000000006</c:v>
                </c:pt>
                <c:pt idx="19286">
                  <c:v>15.952840000000011</c:v>
                </c:pt>
                <c:pt idx="19287">
                  <c:v>16.089419999999972</c:v>
                </c:pt>
                <c:pt idx="19288">
                  <c:v>15.995450000000011</c:v>
                </c:pt>
                <c:pt idx="19289">
                  <c:v>15.825520000000004</c:v>
                </c:pt>
                <c:pt idx="19290">
                  <c:v>15.7059</c:v>
                </c:pt>
                <c:pt idx="19291">
                  <c:v>15.43652</c:v>
                </c:pt>
                <c:pt idx="19292">
                  <c:v>15.16507</c:v>
                </c:pt>
                <c:pt idx="19293">
                  <c:v>15.24648</c:v>
                </c:pt>
                <c:pt idx="19294">
                  <c:v>15.447430000000002</c:v>
                </c:pt>
                <c:pt idx="19295">
                  <c:v>15.55749000000001</c:v>
                </c:pt>
                <c:pt idx="19296">
                  <c:v>15.45905000000001</c:v>
                </c:pt>
                <c:pt idx="19297">
                  <c:v>15.26646</c:v>
                </c:pt>
                <c:pt idx="19298">
                  <c:v>15.02619</c:v>
                </c:pt>
                <c:pt idx="19299">
                  <c:v>14.90615</c:v>
                </c:pt>
                <c:pt idx="19300">
                  <c:v>14.566790000000006</c:v>
                </c:pt>
                <c:pt idx="19301">
                  <c:v>13.98443000000001</c:v>
                </c:pt>
                <c:pt idx="19302">
                  <c:v>13.25066</c:v>
                </c:pt>
                <c:pt idx="19303">
                  <c:v>12.661660000000001</c:v>
                </c:pt>
                <c:pt idx="19304">
                  <c:v>12.53792</c:v>
                </c:pt>
                <c:pt idx="19305">
                  <c:v>12.69675</c:v>
                </c:pt>
                <c:pt idx="19306">
                  <c:v>12.951930000000004</c:v>
                </c:pt>
                <c:pt idx="19307">
                  <c:v>13.26207</c:v>
                </c:pt>
                <c:pt idx="19308">
                  <c:v>13.0968</c:v>
                </c:pt>
                <c:pt idx="19309">
                  <c:v>12.455730000000019</c:v>
                </c:pt>
                <c:pt idx="19310">
                  <c:v>12.09221</c:v>
                </c:pt>
                <c:pt idx="19311">
                  <c:v>12.184890000000001</c:v>
                </c:pt>
                <c:pt idx="19312">
                  <c:v>12.405730000000011</c:v>
                </c:pt>
                <c:pt idx="19313">
                  <c:v>12.548410000000001</c:v>
                </c:pt>
                <c:pt idx="19314">
                  <c:v>12.60501</c:v>
                </c:pt>
                <c:pt idx="19315">
                  <c:v>12.618269999999999</c:v>
                </c:pt>
                <c:pt idx="19316">
                  <c:v>12.778309999999999</c:v>
                </c:pt>
                <c:pt idx="19317">
                  <c:v>13.043940000000001</c:v>
                </c:pt>
                <c:pt idx="19318">
                  <c:v>13.10829</c:v>
                </c:pt>
                <c:pt idx="19319">
                  <c:v>13.09463</c:v>
                </c:pt>
                <c:pt idx="19320">
                  <c:v>13.460400000000011</c:v>
                </c:pt>
                <c:pt idx="19321">
                  <c:v>13.648490000000001</c:v>
                </c:pt>
                <c:pt idx="19322">
                  <c:v>13.057880000000004</c:v>
                </c:pt>
                <c:pt idx="19323">
                  <c:v>12.452920000000002</c:v>
                </c:pt>
                <c:pt idx="19324">
                  <c:v>12.076040000000004</c:v>
                </c:pt>
                <c:pt idx="19325">
                  <c:v>11.58461</c:v>
                </c:pt>
                <c:pt idx="19326">
                  <c:v>11.26122</c:v>
                </c:pt>
                <c:pt idx="19327">
                  <c:v>11.26666</c:v>
                </c:pt>
                <c:pt idx="19328">
                  <c:v>11.123090000000001</c:v>
                </c:pt>
                <c:pt idx="19329">
                  <c:v>10.95140000000001</c:v>
                </c:pt>
                <c:pt idx="19330">
                  <c:v>10.987080000000002</c:v>
                </c:pt>
                <c:pt idx="19331">
                  <c:v>10.9842</c:v>
                </c:pt>
                <c:pt idx="19332">
                  <c:v>10.97917</c:v>
                </c:pt>
                <c:pt idx="19333">
                  <c:v>11.01098</c:v>
                </c:pt>
                <c:pt idx="19334">
                  <c:v>10.789910000000001</c:v>
                </c:pt>
                <c:pt idx="19335">
                  <c:v>10.23203</c:v>
                </c:pt>
                <c:pt idx="19336">
                  <c:v>9.6998500000000014</c:v>
                </c:pt>
                <c:pt idx="19337">
                  <c:v>9.6527500000000028</c:v>
                </c:pt>
                <c:pt idx="19338">
                  <c:v>9.8478400000000015</c:v>
                </c:pt>
                <c:pt idx="19339">
                  <c:v>10.062940000000006</c:v>
                </c:pt>
                <c:pt idx="19340">
                  <c:v>10.210990000000001</c:v>
                </c:pt>
                <c:pt idx="19341">
                  <c:v>10.341229999999999</c:v>
                </c:pt>
                <c:pt idx="19342">
                  <c:v>10.60521</c:v>
                </c:pt>
                <c:pt idx="19343">
                  <c:v>10.79034</c:v>
                </c:pt>
                <c:pt idx="19344">
                  <c:v>10.846260000000001</c:v>
                </c:pt>
                <c:pt idx="19345">
                  <c:v>10.90671</c:v>
                </c:pt>
                <c:pt idx="19346">
                  <c:v>10.885910000000004</c:v>
                </c:pt>
                <c:pt idx="19347">
                  <c:v>10.45844000000001</c:v>
                </c:pt>
                <c:pt idx="19348">
                  <c:v>9.7112999999999996</c:v>
                </c:pt>
                <c:pt idx="19349">
                  <c:v>9.2263900000000003</c:v>
                </c:pt>
                <c:pt idx="19350">
                  <c:v>8.9075500000000005</c:v>
                </c:pt>
                <c:pt idx="19351">
                  <c:v>8.5967000000000002</c:v>
                </c:pt>
                <c:pt idx="19352">
                  <c:v>8.6230700000000002</c:v>
                </c:pt>
                <c:pt idx="19353">
                  <c:v>8.8450500000000005</c:v>
                </c:pt>
                <c:pt idx="19354">
                  <c:v>9.0327700000000011</c:v>
                </c:pt>
                <c:pt idx="19355">
                  <c:v>9.1496100000000009</c:v>
                </c:pt>
                <c:pt idx="19356">
                  <c:v>9.0977700000000006</c:v>
                </c:pt>
                <c:pt idx="19357">
                  <c:v>8.7868600000000008</c:v>
                </c:pt>
                <c:pt idx="19358">
                  <c:v>8.4422200000000007</c:v>
                </c:pt>
                <c:pt idx="19359">
                  <c:v>8.3360800000000008</c:v>
                </c:pt>
                <c:pt idx="19360">
                  <c:v>8.4420900000000003</c:v>
                </c:pt>
                <c:pt idx="19361">
                  <c:v>8.1604000000000028</c:v>
                </c:pt>
                <c:pt idx="19362">
                  <c:v>7.7633700000000001</c:v>
                </c:pt>
                <c:pt idx="19363">
                  <c:v>7.7360899999999999</c:v>
                </c:pt>
                <c:pt idx="19364">
                  <c:v>7.8238899999999942</c:v>
                </c:pt>
                <c:pt idx="19365">
                  <c:v>8.1353200000000001</c:v>
                </c:pt>
                <c:pt idx="19366">
                  <c:v>8.7395500000000013</c:v>
                </c:pt>
                <c:pt idx="19367">
                  <c:v>8.9339700000000004</c:v>
                </c:pt>
                <c:pt idx="19368">
                  <c:v>8.6671300000000002</c:v>
                </c:pt>
                <c:pt idx="19369">
                  <c:v>8.4596000000000124</c:v>
                </c:pt>
                <c:pt idx="19370">
                  <c:v>8.5087500000000009</c:v>
                </c:pt>
                <c:pt idx="19371">
                  <c:v>8.8613800000000005</c:v>
                </c:pt>
                <c:pt idx="19372">
                  <c:v>9.3989000000000011</c:v>
                </c:pt>
                <c:pt idx="19373">
                  <c:v>9.5658400000000068</c:v>
                </c:pt>
                <c:pt idx="19374">
                  <c:v>8.8640400000000028</c:v>
                </c:pt>
                <c:pt idx="19375">
                  <c:v>8.2851600000000012</c:v>
                </c:pt>
                <c:pt idx="19376">
                  <c:v>8.2960400000000014</c:v>
                </c:pt>
                <c:pt idx="19377">
                  <c:v>8.5477799999999995</c:v>
                </c:pt>
                <c:pt idx="19378">
                  <c:v>8.9064900000000122</c:v>
                </c:pt>
                <c:pt idx="19379">
                  <c:v>8.6626600000000007</c:v>
                </c:pt>
                <c:pt idx="19380">
                  <c:v>7.8415999999999997</c:v>
                </c:pt>
                <c:pt idx="19381">
                  <c:v>7.4010700000000034</c:v>
                </c:pt>
                <c:pt idx="19382">
                  <c:v>7.4081099999999998</c:v>
                </c:pt>
                <c:pt idx="19383">
                  <c:v>7.6907299999999985</c:v>
                </c:pt>
                <c:pt idx="19384">
                  <c:v>7.8889199999999944</c:v>
                </c:pt>
                <c:pt idx="19385">
                  <c:v>7.8914099999999996</c:v>
                </c:pt>
                <c:pt idx="19386">
                  <c:v>7.7335700000000003</c:v>
                </c:pt>
                <c:pt idx="19387">
                  <c:v>7.6910099999999995</c:v>
                </c:pt>
                <c:pt idx="19388">
                  <c:v>7.8750600000000004</c:v>
                </c:pt>
                <c:pt idx="19389">
                  <c:v>8.3102900000000002</c:v>
                </c:pt>
                <c:pt idx="19390">
                  <c:v>8.2294900000000002</c:v>
                </c:pt>
                <c:pt idx="19391">
                  <c:v>7.8094999999999999</c:v>
                </c:pt>
                <c:pt idx="19392">
                  <c:v>7.72065</c:v>
                </c:pt>
                <c:pt idx="19393">
                  <c:v>7.9645499999999965</c:v>
                </c:pt>
                <c:pt idx="19394">
                  <c:v>7.9695099999999996</c:v>
                </c:pt>
                <c:pt idx="19395">
                  <c:v>7.8073299999999985</c:v>
                </c:pt>
                <c:pt idx="19396">
                  <c:v>7.9407800000000002</c:v>
                </c:pt>
                <c:pt idx="19397">
                  <c:v>7.9912700000000063</c:v>
                </c:pt>
                <c:pt idx="19398">
                  <c:v>8.0523300000000066</c:v>
                </c:pt>
                <c:pt idx="19399">
                  <c:v>7.9951400000000001</c:v>
                </c:pt>
                <c:pt idx="19400">
                  <c:v>7.7528799999999976</c:v>
                </c:pt>
                <c:pt idx="19401">
                  <c:v>7.6103199999999944</c:v>
                </c:pt>
                <c:pt idx="19402">
                  <c:v>7.5008699999999999</c:v>
                </c:pt>
                <c:pt idx="19403">
                  <c:v>7.2999700000000001</c:v>
                </c:pt>
                <c:pt idx="19404">
                  <c:v>7.1694299999999975</c:v>
                </c:pt>
                <c:pt idx="19405">
                  <c:v>7.3261299999999965</c:v>
                </c:pt>
                <c:pt idx="19406">
                  <c:v>7.5625799999999943</c:v>
                </c:pt>
                <c:pt idx="19407">
                  <c:v>7.7972900000000003</c:v>
                </c:pt>
                <c:pt idx="19408">
                  <c:v>8.0244</c:v>
                </c:pt>
                <c:pt idx="19409">
                  <c:v>8.1904400000000006</c:v>
                </c:pt>
                <c:pt idx="19410">
                  <c:v>8.3893000000000004</c:v>
                </c:pt>
                <c:pt idx="19411">
                  <c:v>8.6130200000000006</c:v>
                </c:pt>
                <c:pt idx="19412">
                  <c:v>8.6848799999999997</c:v>
                </c:pt>
                <c:pt idx="19413">
                  <c:v>8.7230699999999999</c:v>
                </c:pt>
                <c:pt idx="19414">
                  <c:v>9.0987000000000009</c:v>
                </c:pt>
                <c:pt idx="19415">
                  <c:v>9.6725800000000106</c:v>
                </c:pt>
                <c:pt idx="19416">
                  <c:v>9.8211300000000001</c:v>
                </c:pt>
                <c:pt idx="19417">
                  <c:v>9.4139800000000005</c:v>
                </c:pt>
                <c:pt idx="19418">
                  <c:v>9.2059100000000011</c:v>
                </c:pt>
                <c:pt idx="19419">
                  <c:v>9.2985600000000002</c:v>
                </c:pt>
                <c:pt idx="19420">
                  <c:v>9.4294700000000002</c:v>
                </c:pt>
                <c:pt idx="19421">
                  <c:v>9.5123300000000004</c:v>
                </c:pt>
                <c:pt idx="19422">
                  <c:v>9.47302</c:v>
                </c:pt>
                <c:pt idx="19423">
                  <c:v>9.6479099999999995</c:v>
                </c:pt>
                <c:pt idx="19424">
                  <c:v>9.9013799999999996</c:v>
                </c:pt>
                <c:pt idx="19425">
                  <c:v>10.138179999999998</c:v>
                </c:pt>
                <c:pt idx="19426">
                  <c:v>10.394080000000002</c:v>
                </c:pt>
                <c:pt idx="19427">
                  <c:v>10.84953000000001</c:v>
                </c:pt>
                <c:pt idx="19428">
                  <c:v>11.095050000000002</c:v>
                </c:pt>
                <c:pt idx="19429">
                  <c:v>11.082470000000002</c:v>
                </c:pt>
                <c:pt idx="19430">
                  <c:v>11.535830000000002</c:v>
                </c:pt>
                <c:pt idx="19431">
                  <c:v>12.38045000000001</c:v>
                </c:pt>
                <c:pt idx="19432">
                  <c:v>12.977410000000004</c:v>
                </c:pt>
                <c:pt idx="19433">
                  <c:v>13.31</c:v>
                </c:pt>
                <c:pt idx="19434">
                  <c:v>13.62899</c:v>
                </c:pt>
                <c:pt idx="19435">
                  <c:v>14.056730000000011</c:v>
                </c:pt>
                <c:pt idx="19436">
                  <c:v>14.364940000000002</c:v>
                </c:pt>
                <c:pt idx="19437">
                  <c:v>14.47758000000001</c:v>
                </c:pt>
                <c:pt idx="19438">
                  <c:v>14.558350000000001</c:v>
                </c:pt>
                <c:pt idx="19439">
                  <c:v>14.354000000000006</c:v>
                </c:pt>
                <c:pt idx="19440">
                  <c:v>13.833770000000001</c:v>
                </c:pt>
                <c:pt idx="19441">
                  <c:v>13.483470000000002</c:v>
                </c:pt>
                <c:pt idx="19442">
                  <c:v>13.502550000000006</c:v>
                </c:pt>
                <c:pt idx="19443">
                  <c:v>13.811170000000001</c:v>
                </c:pt>
                <c:pt idx="19444">
                  <c:v>13.95393000000001</c:v>
                </c:pt>
                <c:pt idx="19445">
                  <c:v>13.883480000000015</c:v>
                </c:pt>
                <c:pt idx="19446">
                  <c:v>14.14879</c:v>
                </c:pt>
                <c:pt idx="19447">
                  <c:v>14.73865</c:v>
                </c:pt>
                <c:pt idx="19448">
                  <c:v>15.407210000000001</c:v>
                </c:pt>
                <c:pt idx="19449">
                  <c:v>15.15094</c:v>
                </c:pt>
                <c:pt idx="19450">
                  <c:v>14.33952</c:v>
                </c:pt>
                <c:pt idx="19451">
                  <c:v>13.998140000000001</c:v>
                </c:pt>
                <c:pt idx="19452">
                  <c:v>13.895640000000011</c:v>
                </c:pt>
                <c:pt idx="19453">
                  <c:v>13.715340000000001</c:v>
                </c:pt>
                <c:pt idx="19454">
                  <c:v>13.869690000000011</c:v>
                </c:pt>
                <c:pt idx="19455">
                  <c:v>14.4368</c:v>
                </c:pt>
                <c:pt idx="19456">
                  <c:v>14.93464</c:v>
                </c:pt>
                <c:pt idx="19457">
                  <c:v>15.19713</c:v>
                </c:pt>
                <c:pt idx="19458">
                  <c:v>15.13973</c:v>
                </c:pt>
                <c:pt idx="19459">
                  <c:v>15.07733</c:v>
                </c:pt>
                <c:pt idx="19460">
                  <c:v>14.97326</c:v>
                </c:pt>
                <c:pt idx="19461">
                  <c:v>14.78721</c:v>
                </c:pt>
                <c:pt idx="19462">
                  <c:v>15.123810000000001</c:v>
                </c:pt>
                <c:pt idx="19463">
                  <c:v>15.44712</c:v>
                </c:pt>
                <c:pt idx="19464">
                  <c:v>15.586650000000002</c:v>
                </c:pt>
                <c:pt idx="19465">
                  <c:v>15.61426</c:v>
                </c:pt>
                <c:pt idx="19466">
                  <c:v>15.499000000000002</c:v>
                </c:pt>
                <c:pt idx="19467">
                  <c:v>15.345940000000002</c:v>
                </c:pt>
                <c:pt idx="19468">
                  <c:v>15.619680000000002</c:v>
                </c:pt>
                <c:pt idx="19469">
                  <c:v>16.387080000000001</c:v>
                </c:pt>
                <c:pt idx="19470">
                  <c:v>16.943569999999973</c:v>
                </c:pt>
                <c:pt idx="19471">
                  <c:v>16.58738</c:v>
                </c:pt>
                <c:pt idx="19472">
                  <c:v>16.01802</c:v>
                </c:pt>
                <c:pt idx="19473">
                  <c:v>15.574810000000001</c:v>
                </c:pt>
                <c:pt idx="19474">
                  <c:v>15.36182</c:v>
                </c:pt>
                <c:pt idx="19475">
                  <c:v>15.54772</c:v>
                </c:pt>
                <c:pt idx="19476">
                  <c:v>15.824540000000002</c:v>
                </c:pt>
                <c:pt idx="19477">
                  <c:v>16.162739999999957</c:v>
                </c:pt>
                <c:pt idx="19478">
                  <c:v>16.364409999999989</c:v>
                </c:pt>
                <c:pt idx="19479">
                  <c:v>16.476859999999999</c:v>
                </c:pt>
                <c:pt idx="19480">
                  <c:v>16.789599999999975</c:v>
                </c:pt>
                <c:pt idx="19481">
                  <c:v>17.13963</c:v>
                </c:pt>
                <c:pt idx="19482">
                  <c:v>17.54827999999997</c:v>
                </c:pt>
                <c:pt idx="19483">
                  <c:v>18.01454</c:v>
                </c:pt>
                <c:pt idx="19484">
                  <c:v>18.476329999999972</c:v>
                </c:pt>
                <c:pt idx="19485">
                  <c:v>18.926729999999957</c:v>
                </c:pt>
                <c:pt idx="19486">
                  <c:v>19.380219999999973</c:v>
                </c:pt>
                <c:pt idx="19487">
                  <c:v>19.766940000000002</c:v>
                </c:pt>
                <c:pt idx="19488">
                  <c:v>19.95046</c:v>
                </c:pt>
                <c:pt idx="19489">
                  <c:v>20.054980000000022</c:v>
                </c:pt>
                <c:pt idx="19490">
                  <c:v>20.291930000000001</c:v>
                </c:pt>
                <c:pt idx="19491">
                  <c:v>20.626300000000001</c:v>
                </c:pt>
                <c:pt idx="19492">
                  <c:v>21.05275</c:v>
                </c:pt>
                <c:pt idx="19493">
                  <c:v>21.556960000000021</c:v>
                </c:pt>
                <c:pt idx="19494">
                  <c:v>21.915400000000002</c:v>
                </c:pt>
                <c:pt idx="19495">
                  <c:v>21.906419999999972</c:v>
                </c:pt>
                <c:pt idx="19496">
                  <c:v>21.576960000000021</c:v>
                </c:pt>
                <c:pt idx="19497">
                  <c:v>20.688439999999975</c:v>
                </c:pt>
                <c:pt idx="19498">
                  <c:v>20.126270000000005</c:v>
                </c:pt>
                <c:pt idx="19499">
                  <c:v>20.285459999999972</c:v>
                </c:pt>
                <c:pt idx="19500">
                  <c:v>20.770810000000001</c:v>
                </c:pt>
                <c:pt idx="19501">
                  <c:v>21.188549999999957</c:v>
                </c:pt>
                <c:pt idx="19502">
                  <c:v>21.384370000000001</c:v>
                </c:pt>
                <c:pt idx="19503">
                  <c:v>21.475059999999978</c:v>
                </c:pt>
                <c:pt idx="19504">
                  <c:v>21.370259999999988</c:v>
                </c:pt>
                <c:pt idx="19505">
                  <c:v>20.8992</c:v>
                </c:pt>
                <c:pt idx="19506">
                  <c:v>20.488619999999955</c:v>
                </c:pt>
                <c:pt idx="19507">
                  <c:v>20.627520000000001</c:v>
                </c:pt>
                <c:pt idx="19508">
                  <c:v>21.146999999999988</c:v>
                </c:pt>
                <c:pt idx="19509">
                  <c:v>21.729759999999974</c:v>
                </c:pt>
                <c:pt idx="19510">
                  <c:v>21.935529999999975</c:v>
                </c:pt>
                <c:pt idx="19511">
                  <c:v>21.68984</c:v>
                </c:pt>
                <c:pt idx="19512">
                  <c:v>21.606890000000021</c:v>
                </c:pt>
                <c:pt idx="19513">
                  <c:v>21.84008</c:v>
                </c:pt>
                <c:pt idx="19514">
                  <c:v>22.131660000000021</c:v>
                </c:pt>
                <c:pt idx="19515">
                  <c:v>22.285959999999989</c:v>
                </c:pt>
                <c:pt idx="19516">
                  <c:v>22.542069999999974</c:v>
                </c:pt>
                <c:pt idx="19517">
                  <c:v>23.20129</c:v>
                </c:pt>
                <c:pt idx="19518">
                  <c:v>24.057210000000001</c:v>
                </c:pt>
                <c:pt idx="19519">
                  <c:v>24.572699999999973</c:v>
                </c:pt>
                <c:pt idx="19520">
                  <c:v>24.980069999999973</c:v>
                </c:pt>
                <c:pt idx="19521">
                  <c:v>25.223749999999956</c:v>
                </c:pt>
                <c:pt idx="19522">
                  <c:v>24.583459999999974</c:v>
                </c:pt>
                <c:pt idx="19523">
                  <c:v>23.763439999999957</c:v>
                </c:pt>
                <c:pt idx="19524">
                  <c:v>23.487019999999973</c:v>
                </c:pt>
                <c:pt idx="19525">
                  <c:v>23.633550000000021</c:v>
                </c:pt>
                <c:pt idx="19526">
                  <c:v>24.201090000000001</c:v>
                </c:pt>
                <c:pt idx="19527">
                  <c:v>25.071000000000005</c:v>
                </c:pt>
                <c:pt idx="19528">
                  <c:v>25.627920000000021</c:v>
                </c:pt>
                <c:pt idx="19529">
                  <c:v>25.320170000000001</c:v>
                </c:pt>
                <c:pt idx="19530">
                  <c:v>25.01031</c:v>
                </c:pt>
                <c:pt idx="19531">
                  <c:v>25.2074</c:v>
                </c:pt>
                <c:pt idx="19532">
                  <c:v>25.593209999999978</c:v>
                </c:pt>
                <c:pt idx="19533">
                  <c:v>25.93947</c:v>
                </c:pt>
                <c:pt idx="19534">
                  <c:v>25.832920000000001</c:v>
                </c:pt>
                <c:pt idx="19535">
                  <c:v>25.768409999999957</c:v>
                </c:pt>
                <c:pt idx="19536">
                  <c:v>26.037749999999978</c:v>
                </c:pt>
                <c:pt idx="19537">
                  <c:v>26.078060000000001</c:v>
                </c:pt>
                <c:pt idx="19538">
                  <c:v>25.66508</c:v>
                </c:pt>
                <c:pt idx="19539">
                  <c:v>25.604559999999999</c:v>
                </c:pt>
                <c:pt idx="19540">
                  <c:v>25.97194</c:v>
                </c:pt>
                <c:pt idx="19541">
                  <c:v>26.423999999999989</c:v>
                </c:pt>
                <c:pt idx="19542">
                  <c:v>26.66104</c:v>
                </c:pt>
                <c:pt idx="19543">
                  <c:v>26.689719999999973</c:v>
                </c:pt>
                <c:pt idx="19544">
                  <c:v>26.83868</c:v>
                </c:pt>
                <c:pt idx="19545">
                  <c:v>27.057220000000001</c:v>
                </c:pt>
                <c:pt idx="19546">
                  <c:v>27.257670000000001</c:v>
                </c:pt>
                <c:pt idx="19547">
                  <c:v>27.623270000000005</c:v>
                </c:pt>
                <c:pt idx="19548">
                  <c:v>28.088109999999968</c:v>
                </c:pt>
                <c:pt idx="19549">
                  <c:v>28.52581</c:v>
                </c:pt>
                <c:pt idx="19550">
                  <c:v>29.093990000000005</c:v>
                </c:pt>
                <c:pt idx="19551">
                  <c:v>29.64624999999997</c:v>
                </c:pt>
                <c:pt idx="19552">
                  <c:v>29.677769999999999</c:v>
                </c:pt>
                <c:pt idx="19553">
                  <c:v>29.169950000000021</c:v>
                </c:pt>
                <c:pt idx="19554">
                  <c:v>28.900539999999957</c:v>
                </c:pt>
                <c:pt idx="19555">
                  <c:v>28.906189999999974</c:v>
                </c:pt>
                <c:pt idx="19556">
                  <c:v>28.964639999999957</c:v>
                </c:pt>
                <c:pt idx="19557">
                  <c:v>29.085569999999972</c:v>
                </c:pt>
                <c:pt idx="19558">
                  <c:v>29.059049999999989</c:v>
                </c:pt>
                <c:pt idx="19559">
                  <c:v>28.853249999999989</c:v>
                </c:pt>
                <c:pt idx="19560">
                  <c:v>28.415369999999989</c:v>
                </c:pt>
                <c:pt idx="19561">
                  <c:v>27.860910000000001</c:v>
                </c:pt>
                <c:pt idx="19562">
                  <c:v>27.463229999999957</c:v>
                </c:pt>
                <c:pt idx="19563">
                  <c:v>27.233170000000001</c:v>
                </c:pt>
                <c:pt idx="19564">
                  <c:v>27.129919999999988</c:v>
                </c:pt>
                <c:pt idx="19565">
                  <c:v>27.210360000000001</c:v>
                </c:pt>
                <c:pt idx="19566">
                  <c:v>27.314029999999999</c:v>
                </c:pt>
                <c:pt idx="19567">
                  <c:v>27.398820000000001</c:v>
                </c:pt>
                <c:pt idx="19568">
                  <c:v>27.56306</c:v>
                </c:pt>
                <c:pt idx="19569">
                  <c:v>27.623439999999974</c:v>
                </c:pt>
                <c:pt idx="19570">
                  <c:v>27.56926</c:v>
                </c:pt>
                <c:pt idx="19571">
                  <c:v>27.66520999999997</c:v>
                </c:pt>
                <c:pt idx="19572">
                  <c:v>28.016100000000005</c:v>
                </c:pt>
                <c:pt idx="19573">
                  <c:v>28.462239999999955</c:v>
                </c:pt>
                <c:pt idx="19574">
                  <c:v>28.511019999999988</c:v>
                </c:pt>
                <c:pt idx="19575">
                  <c:v>27.89282</c:v>
                </c:pt>
                <c:pt idx="19576">
                  <c:v>27.008139999999973</c:v>
                </c:pt>
                <c:pt idx="19577">
                  <c:v>26.491800000000001</c:v>
                </c:pt>
                <c:pt idx="19578">
                  <c:v>26.427639999999968</c:v>
                </c:pt>
                <c:pt idx="19579">
                  <c:v>26.635050000000021</c:v>
                </c:pt>
                <c:pt idx="19580">
                  <c:v>27.176189999999988</c:v>
                </c:pt>
                <c:pt idx="19581">
                  <c:v>27.893860000000021</c:v>
                </c:pt>
                <c:pt idx="19582">
                  <c:v>28.494239999999973</c:v>
                </c:pt>
                <c:pt idx="19583">
                  <c:v>28.960149999999956</c:v>
                </c:pt>
                <c:pt idx="19584">
                  <c:v>29.326609999999974</c:v>
                </c:pt>
                <c:pt idx="19585">
                  <c:v>29.748119999999975</c:v>
                </c:pt>
                <c:pt idx="19586">
                  <c:v>30.29702</c:v>
                </c:pt>
                <c:pt idx="19587">
                  <c:v>30.564489999999989</c:v>
                </c:pt>
                <c:pt idx="19588">
                  <c:v>30.407889999999988</c:v>
                </c:pt>
                <c:pt idx="19589">
                  <c:v>29.943119999999972</c:v>
                </c:pt>
                <c:pt idx="19590">
                  <c:v>29.273160000000001</c:v>
                </c:pt>
                <c:pt idx="19591">
                  <c:v>28.510549999999974</c:v>
                </c:pt>
                <c:pt idx="19592">
                  <c:v>27.947109999999974</c:v>
                </c:pt>
                <c:pt idx="19593">
                  <c:v>27.486039999999957</c:v>
                </c:pt>
                <c:pt idx="19594">
                  <c:v>27.271619999999974</c:v>
                </c:pt>
                <c:pt idx="19595">
                  <c:v>27.242199999999972</c:v>
                </c:pt>
                <c:pt idx="19596">
                  <c:v>27.391680000000001</c:v>
                </c:pt>
                <c:pt idx="19597">
                  <c:v>27.880199999999974</c:v>
                </c:pt>
                <c:pt idx="19598">
                  <c:v>28.161950000000033</c:v>
                </c:pt>
                <c:pt idx="19599">
                  <c:v>28.24408</c:v>
                </c:pt>
                <c:pt idx="19600">
                  <c:v>28.32629</c:v>
                </c:pt>
                <c:pt idx="19601">
                  <c:v>28.03932</c:v>
                </c:pt>
                <c:pt idx="19602">
                  <c:v>27.173179999999999</c:v>
                </c:pt>
                <c:pt idx="19603">
                  <c:v>26.289239999999957</c:v>
                </c:pt>
                <c:pt idx="19604">
                  <c:v>25.850950000000033</c:v>
                </c:pt>
                <c:pt idx="19605">
                  <c:v>25.76315</c:v>
                </c:pt>
                <c:pt idx="19606">
                  <c:v>25.849160000000001</c:v>
                </c:pt>
                <c:pt idx="19607">
                  <c:v>25.36281</c:v>
                </c:pt>
                <c:pt idx="19608">
                  <c:v>24.594200000000001</c:v>
                </c:pt>
                <c:pt idx="19609">
                  <c:v>24.347249999999974</c:v>
                </c:pt>
                <c:pt idx="19610">
                  <c:v>24.446259999999974</c:v>
                </c:pt>
                <c:pt idx="19611">
                  <c:v>24.69557</c:v>
                </c:pt>
                <c:pt idx="19612">
                  <c:v>24.792860000000001</c:v>
                </c:pt>
                <c:pt idx="19613">
                  <c:v>24.338860000000022</c:v>
                </c:pt>
                <c:pt idx="19614">
                  <c:v>23.801780000000001</c:v>
                </c:pt>
                <c:pt idx="19615">
                  <c:v>23.580929999999974</c:v>
                </c:pt>
                <c:pt idx="19616">
                  <c:v>23.314970000000034</c:v>
                </c:pt>
                <c:pt idx="19617">
                  <c:v>23.093689999999974</c:v>
                </c:pt>
                <c:pt idx="19618">
                  <c:v>23.131290000000021</c:v>
                </c:pt>
                <c:pt idx="19619">
                  <c:v>23.177530000000001</c:v>
                </c:pt>
                <c:pt idx="19620">
                  <c:v>23.09768</c:v>
                </c:pt>
                <c:pt idx="19621">
                  <c:v>23.100169999999999</c:v>
                </c:pt>
                <c:pt idx="19622">
                  <c:v>22.962249999999955</c:v>
                </c:pt>
                <c:pt idx="19623">
                  <c:v>22.513819999999999</c:v>
                </c:pt>
                <c:pt idx="19624">
                  <c:v>22.192270000000001</c:v>
                </c:pt>
                <c:pt idx="19625">
                  <c:v>21.81863999999997</c:v>
                </c:pt>
                <c:pt idx="19626">
                  <c:v>21.259989999999988</c:v>
                </c:pt>
                <c:pt idx="19627">
                  <c:v>20.66611</c:v>
                </c:pt>
                <c:pt idx="19628">
                  <c:v>19.986079999999973</c:v>
                </c:pt>
                <c:pt idx="19629">
                  <c:v>19.43768</c:v>
                </c:pt>
                <c:pt idx="19630">
                  <c:v>19.24127</c:v>
                </c:pt>
                <c:pt idx="19631">
                  <c:v>19.334399999999999</c:v>
                </c:pt>
                <c:pt idx="19632">
                  <c:v>19.62649</c:v>
                </c:pt>
                <c:pt idx="19633">
                  <c:v>19.894050000000021</c:v>
                </c:pt>
                <c:pt idx="19634">
                  <c:v>19.920769999999973</c:v>
                </c:pt>
                <c:pt idx="19635">
                  <c:v>19.42596</c:v>
                </c:pt>
                <c:pt idx="19636">
                  <c:v>18.473379999999974</c:v>
                </c:pt>
                <c:pt idx="19637">
                  <c:v>17.59965</c:v>
                </c:pt>
                <c:pt idx="19638">
                  <c:v>17.179449999999989</c:v>
                </c:pt>
                <c:pt idx="19639">
                  <c:v>17.098369999999989</c:v>
                </c:pt>
                <c:pt idx="19640">
                  <c:v>17.239699999999978</c:v>
                </c:pt>
                <c:pt idx="19641">
                  <c:v>17.509850000000021</c:v>
                </c:pt>
                <c:pt idx="19642">
                  <c:v>17.75468</c:v>
                </c:pt>
                <c:pt idx="19643">
                  <c:v>18.019369999999999</c:v>
                </c:pt>
                <c:pt idx="19644">
                  <c:v>18.338039999999989</c:v>
                </c:pt>
                <c:pt idx="19645">
                  <c:v>18.425079999999973</c:v>
                </c:pt>
                <c:pt idx="19646">
                  <c:v>18.36937</c:v>
                </c:pt>
                <c:pt idx="19647">
                  <c:v>17.644060000000021</c:v>
                </c:pt>
                <c:pt idx="19648">
                  <c:v>17.018329999999974</c:v>
                </c:pt>
                <c:pt idx="19649">
                  <c:v>16.942029999999956</c:v>
                </c:pt>
                <c:pt idx="19650">
                  <c:v>17.027190000000001</c:v>
                </c:pt>
                <c:pt idx="19651">
                  <c:v>17.188839999999974</c:v>
                </c:pt>
                <c:pt idx="19652">
                  <c:v>17.372399999999974</c:v>
                </c:pt>
                <c:pt idx="19653">
                  <c:v>17.330210000000001</c:v>
                </c:pt>
                <c:pt idx="19654">
                  <c:v>17.164069999999999</c:v>
                </c:pt>
                <c:pt idx="19655">
                  <c:v>17.081329999999973</c:v>
                </c:pt>
                <c:pt idx="19656">
                  <c:v>16.789249999999956</c:v>
                </c:pt>
                <c:pt idx="19657">
                  <c:v>16.308389999999989</c:v>
                </c:pt>
                <c:pt idx="19658">
                  <c:v>15.707140000000001</c:v>
                </c:pt>
                <c:pt idx="19659">
                  <c:v>15.27918</c:v>
                </c:pt>
                <c:pt idx="19660">
                  <c:v>14.9377</c:v>
                </c:pt>
                <c:pt idx="19661">
                  <c:v>14.14222</c:v>
                </c:pt>
                <c:pt idx="19662">
                  <c:v>13.447990000000001</c:v>
                </c:pt>
                <c:pt idx="19663">
                  <c:v>12.9129</c:v>
                </c:pt>
                <c:pt idx="19664">
                  <c:v>12.747389999999999</c:v>
                </c:pt>
                <c:pt idx="19665">
                  <c:v>12.87133</c:v>
                </c:pt>
                <c:pt idx="19666">
                  <c:v>13.135390000000001</c:v>
                </c:pt>
                <c:pt idx="19667">
                  <c:v>13.66555000000001</c:v>
                </c:pt>
                <c:pt idx="19668">
                  <c:v>14.2018</c:v>
                </c:pt>
                <c:pt idx="19669">
                  <c:v>14.78633</c:v>
                </c:pt>
                <c:pt idx="19670">
                  <c:v>15.352340000000011</c:v>
                </c:pt>
                <c:pt idx="19671">
                  <c:v>15.717640000000001</c:v>
                </c:pt>
                <c:pt idx="19672">
                  <c:v>15.79175</c:v>
                </c:pt>
                <c:pt idx="19673">
                  <c:v>14.81976</c:v>
                </c:pt>
                <c:pt idx="19674">
                  <c:v>13.479510000000012</c:v>
                </c:pt>
                <c:pt idx="19675">
                  <c:v>12.793950000000001</c:v>
                </c:pt>
                <c:pt idx="19676">
                  <c:v>12.468500000000002</c:v>
                </c:pt>
                <c:pt idx="19677">
                  <c:v>12.255940000000002</c:v>
                </c:pt>
                <c:pt idx="19678">
                  <c:v>11.98513000000001</c:v>
                </c:pt>
                <c:pt idx="19679">
                  <c:v>11.769350000000001</c:v>
                </c:pt>
                <c:pt idx="19680">
                  <c:v>11.556730000000011</c:v>
                </c:pt>
                <c:pt idx="19681">
                  <c:v>11.52087</c:v>
                </c:pt>
                <c:pt idx="19682">
                  <c:v>11.38438</c:v>
                </c:pt>
                <c:pt idx="19683">
                  <c:v>11.324060000000001</c:v>
                </c:pt>
                <c:pt idx="19684">
                  <c:v>11.24762</c:v>
                </c:pt>
                <c:pt idx="19685">
                  <c:v>11.125540000000004</c:v>
                </c:pt>
                <c:pt idx="19686">
                  <c:v>11.052780000000011</c:v>
                </c:pt>
                <c:pt idx="19687">
                  <c:v>10.99831</c:v>
                </c:pt>
                <c:pt idx="19688">
                  <c:v>10.656040000000004</c:v>
                </c:pt>
                <c:pt idx="19689">
                  <c:v>10.200470000000001</c:v>
                </c:pt>
                <c:pt idx="19690">
                  <c:v>9.8612700000000011</c:v>
                </c:pt>
                <c:pt idx="19691">
                  <c:v>9.8127500000000047</c:v>
                </c:pt>
                <c:pt idx="19692">
                  <c:v>9.9165700000000001</c:v>
                </c:pt>
                <c:pt idx="19693">
                  <c:v>9.9504400000000146</c:v>
                </c:pt>
                <c:pt idx="19694">
                  <c:v>9.9730300000000067</c:v>
                </c:pt>
                <c:pt idx="19695">
                  <c:v>10.185170000000001</c:v>
                </c:pt>
                <c:pt idx="19696">
                  <c:v>10.315160000000002</c:v>
                </c:pt>
                <c:pt idx="19697">
                  <c:v>10.11881</c:v>
                </c:pt>
                <c:pt idx="19698">
                  <c:v>9.7229100000000006</c:v>
                </c:pt>
                <c:pt idx="19699">
                  <c:v>9.3694700000000068</c:v>
                </c:pt>
                <c:pt idx="19700">
                  <c:v>9.1421700000000001</c:v>
                </c:pt>
                <c:pt idx="19701">
                  <c:v>9.0167400000000004</c:v>
                </c:pt>
                <c:pt idx="19702">
                  <c:v>9.0547800000000027</c:v>
                </c:pt>
                <c:pt idx="19703">
                  <c:v>9.0246000000000013</c:v>
                </c:pt>
                <c:pt idx="19704">
                  <c:v>8.9702900000000003</c:v>
                </c:pt>
                <c:pt idx="19705">
                  <c:v>8.9172100000000007</c:v>
                </c:pt>
                <c:pt idx="19706">
                  <c:v>9.1741300000000017</c:v>
                </c:pt>
                <c:pt idx="19707">
                  <c:v>9.5458700000000007</c:v>
                </c:pt>
                <c:pt idx="19708">
                  <c:v>9.6574800000000067</c:v>
                </c:pt>
                <c:pt idx="19709">
                  <c:v>9.5973699999999997</c:v>
                </c:pt>
                <c:pt idx="19710">
                  <c:v>9.7360799999999994</c:v>
                </c:pt>
                <c:pt idx="19711">
                  <c:v>9.9707100000000004</c:v>
                </c:pt>
                <c:pt idx="19712">
                  <c:v>9.9055300000000148</c:v>
                </c:pt>
                <c:pt idx="19713">
                  <c:v>9.5988000000000007</c:v>
                </c:pt>
                <c:pt idx="19714">
                  <c:v>9.2024100000000004</c:v>
                </c:pt>
                <c:pt idx="19715">
                  <c:v>8.6677800000000005</c:v>
                </c:pt>
                <c:pt idx="19716">
                  <c:v>8.2145500000000009</c:v>
                </c:pt>
                <c:pt idx="19717">
                  <c:v>8.0913199999999996</c:v>
                </c:pt>
                <c:pt idx="19718">
                  <c:v>7.8835899999999945</c:v>
                </c:pt>
                <c:pt idx="19719">
                  <c:v>7.5307399999999998</c:v>
                </c:pt>
                <c:pt idx="19720">
                  <c:v>7.2892000000000063</c:v>
                </c:pt>
                <c:pt idx="19721">
                  <c:v>7.3190799999999996</c:v>
                </c:pt>
                <c:pt idx="19722">
                  <c:v>7.5164900000000001</c:v>
                </c:pt>
                <c:pt idx="19723">
                  <c:v>7.6010799999999996</c:v>
                </c:pt>
                <c:pt idx="19724">
                  <c:v>7.817989999999992</c:v>
                </c:pt>
                <c:pt idx="19725">
                  <c:v>8.164810000000001</c:v>
                </c:pt>
                <c:pt idx="19726">
                  <c:v>8.4327300000000047</c:v>
                </c:pt>
                <c:pt idx="19727">
                  <c:v>8.6449199999999973</c:v>
                </c:pt>
                <c:pt idx="19728">
                  <c:v>8.8265700000000002</c:v>
                </c:pt>
                <c:pt idx="19729">
                  <c:v>8.8944900000000047</c:v>
                </c:pt>
                <c:pt idx="19730">
                  <c:v>8.8446900000000035</c:v>
                </c:pt>
                <c:pt idx="19731">
                  <c:v>8.8381600000000002</c:v>
                </c:pt>
                <c:pt idx="19732">
                  <c:v>8.9242400000000011</c:v>
                </c:pt>
                <c:pt idx="19733">
                  <c:v>8.7648200000000003</c:v>
                </c:pt>
                <c:pt idx="19734">
                  <c:v>8.2875400000000035</c:v>
                </c:pt>
                <c:pt idx="19735">
                  <c:v>8.0859100000000002</c:v>
                </c:pt>
                <c:pt idx="19736">
                  <c:v>8.2571200000000005</c:v>
                </c:pt>
                <c:pt idx="19737">
                  <c:v>8.4176500000000001</c:v>
                </c:pt>
                <c:pt idx="19738">
                  <c:v>8.4816000000000003</c:v>
                </c:pt>
                <c:pt idx="19739">
                  <c:v>8.4779800000000005</c:v>
                </c:pt>
                <c:pt idx="19740">
                  <c:v>8.4520700000000026</c:v>
                </c:pt>
                <c:pt idx="19741">
                  <c:v>8.4871800000000004</c:v>
                </c:pt>
                <c:pt idx="19742">
                  <c:v>8.3873100000000012</c:v>
                </c:pt>
                <c:pt idx="19743">
                  <c:v>8.2332400000000003</c:v>
                </c:pt>
                <c:pt idx="19744">
                  <c:v>8.1504500000000046</c:v>
                </c:pt>
                <c:pt idx="19745">
                  <c:v>8.2328100000000006</c:v>
                </c:pt>
                <c:pt idx="19746">
                  <c:v>8.4497400000000003</c:v>
                </c:pt>
                <c:pt idx="19747">
                  <c:v>8.6873299999999993</c:v>
                </c:pt>
                <c:pt idx="19748">
                  <c:v>8.8770400000000027</c:v>
                </c:pt>
                <c:pt idx="19749">
                  <c:v>8.9929800000000046</c:v>
                </c:pt>
                <c:pt idx="19750">
                  <c:v>8.9553100000000008</c:v>
                </c:pt>
                <c:pt idx="19751">
                  <c:v>9.0199000000000016</c:v>
                </c:pt>
                <c:pt idx="19752">
                  <c:v>9.2461699999999993</c:v>
                </c:pt>
                <c:pt idx="19753">
                  <c:v>9.3890700000000002</c:v>
                </c:pt>
                <c:pt idx="19754">
                  <c:v>9.2193799999999992</c:v>
                </c:pt>
                <c:pt idx="19755">
                  <c:v>9.0075100000000035</c:v>
                </c:pt>
                <c:pt idx="19756">
                  <c:v>9.032020000000001</c:v>
                </c:pt>
                <c:pt idx="19757">
                  <c:v>8.9377700000000004</c:v>
                </c:pt>
                <c:pt idx="19758">
                  <c:v>8.9171000000000014</c:v>
                </c:pt>
                <c:pt idx="19759">
                  <c:v>8.8723600000000005</c:v>
                </c:pt>
                <c:pt idx="19760">
                  <c:v>8.6619700000000002</c:v>
                </c:pt>
                <c:pt idx="19761">
                  <c:v>8.5474100000000011</c:v>
                </c:pt>
                <c:pt idx="19762">
                  <c:v>8.6358500000000014</c:v>
                </c:pt>
                <c:pt idx="19763">
                  <c:v>8.8649200000000015</c:v>
                </c:pt>
                <c:pt idx="19764">
                  <c:v>9.0612500000000011</c:v>
                </c:pt>
                <c:pt idx="19765">
                  <c:v>8.9661200000000001</c:v>
                </c:pt>
                <c:pt idx="19766">
                  <c:v>8.7724800000000105</c:v>
                </c:pt>
                <c:pt idx="19767">
                  <c:v>8.5160100000000014</c:v>
                </c:pt>
                <c:pt idx="19768">
                  <c:v>8.1302299999999992</c:v>
                </c:pt>
                <c:pt idx="19769">
                  <c:v>7.7722300000000004</c:v>
                </c:pt>
                <c:pt idx="19770">
                  <c:v>7.5322100000000001</c:v>
                </c:pt>
                <c:pt idx="19771">
                  <c:v>7.5757300000000001</c:v>
                </c:pt>
                <c:pt idx="19772">
                  <c:v>7.7548199999999943</c:v>
                </c:pt>
                <c:pt idx="19773">
                  <c:v>7.9857399999999998</c:v>
                </c:pt>
                <c:pt idx="19774">
                  <c:v>8.5107700000000008</c:v>
                </c:pt>
                <c:pt idx="19775">
                  <c:v>9.0704200000000004</c:v>
                </c:pt>
                <c:pt idx="19776">
                  <c:v>9.5869300000000006</c:v>
                </c:pt>
                <c:pt idx="19777">
                  <c:v>10.16611</c:v>
                </c:pt>
                <c:pt idx="19778">
                  <c:v>10.5495</c:v>
                </c:pt>
                <c:pt idx="19779">
                  <c:v>10.547280000000001</c:v>
                </c:pt>
                <c:pt idx="19780">
                  <c:v>10.41057</c:v>
                </c:pt>
                <c:pt idx="19781">
                  <c:v>10.411060000000001</c:v>
                </c:pt>
                <c:pt idx="19782">
                  <c:v>10.655950000000002</c:v>
                </c:pt>
                <c:pt idx="19783">
                  <c:v>11.136900000000001</c:v>
                </c:pt>
                <c:pt idx="19784">
                  <c:v>11.24396</c:v>
                </c:pt>
                <c:pt idx="19785">
                  <c:v>11.08032</c:v>
                </c:pt>
                <c:pt idx="19786">
                  <c:v>11.036</c:v>
                </c:pt>
                <c:pt idx="19787">
                  <c:v>11.11238</c:v>
                </c:pt>
                <c:pt idx="19788">
                  <c:v>11.429430000000011</c:v>
                </c:pt>
                <c:pt idx="19789">
                  <c:v>11.63673</c:v>
                </c:pt>
                <c:pt idx="19790">
                  <c:v>11.71087</c:v>
                </c:pt>
                <c:pt idx="19791">
                  <c:v>11.875040000000011</c:v>
                </c:pt>
                <c:pt idx="19792">
                  <c:v>11.83807</c:v>
                </c:pt>
                <c:pt idx="19793">
                  <c:v>11.718869999999999</c:v>
                </c:pt>
                <c:pt idx="19794">
                  <c:v>11.566090000000004</c:v>
                </c:pt>
                <c:pt idx="19795">
                  <c:v>11.28946</c:v>
                </c:pt>
                <c:pt idx="19796">
                  <c:v>10.61684</c:v>
                </c:pt>
                <c:pt idx="19797">
                  <c:v>10.639420000000001</c:v>
                </c:pt>
                <c:pt idx="19798">
                  <c:v>10.872640000000018</c:v>
                </c:pt>
                <c:pt idx="19799">
                  <c:v>10.71552</c:v>
                </c:pt>
                <c:pt idx="19800">
                  <c:v>10.706329999999999</c:v>
                </c:pt>
                <c:pt idx="19801">
                  <c:v>11.255930000000006</c:v>
                </c:pt>
                <c:pt idx="19802">
                  <c:v>11.871480000000011</c:v>
                </c:pt>
                <c:pt idx="19803">
                  <c:v>12.04608</c:v>
                </c:pt>
                <c:pt idx="19804">
                  <c:v>11.1135</c:v>
                </c:pt>
                <c:pt idx="19805">
                  <c:v>10.52914</c:v>
                </c:pt>
                <c:pt idx="19806">
                  <c:v>10.75192</c:v>
                </c:pt>
                <c:pt idx="19807">
                  <c:v>11.132240000000001</c:v>
                </c:pt>
                <c:pt idx="19808">
                  <c:v>11.41446</c:v>
                </c:pt>
                <c:pt idx="19809">
                  <c:v>11.68887</c:v>
                </c:pt>
                <c:pt idx="19810">
                  <c:v>12.04928</c:v>
                </c:pt>
                <c:pt idx="19811">
                  <c:v>12.49109</c:v>
                </c:pt>
                <c:pt idx="19812">
                  <c:v>13.029960000000001</c:v>
                </c:pt>
                <c:pt idx="19813">
                  <c:v>13.558590000000002</c:v>
                </c:pt>
                <c:pt idx="19814">
                  <c:v>13.84576</c:v>
                </c:pt>
                <c:pt idx="19815">
                  <c:v>13.982580000000015</c:v>
                </c:pt>
                <c:pt idx="19816">
                  <c:v>14.063040000000004</c:v>
                </c:pt>
                <c:pt idx="19817">
                  <c:v>14.17135</c:v>
                </c:pt>
                <c:pt idx="19818">
                  <c:v>14.21782</c:v>
                </c:pt>
                <c:pt idx="19819">
                  <c:v>14.00719</c:v>
                </c:pt>
                <c:pt idx="19820">
                  <c:v>13.669140000000002</c:v>
                </c:pt>
                <c:pt idx="19821">
                  <c:v>13.280620000000001</c:v>
                </c:pt>
                <c:pt idx="19822">
                  <c:v>13.245040000000001</c:v>
                </c:pt>
                <c:pt idx="19823">
                  <c:v>13.55157</c:v>
                </c:pt>
                <c:pt idx="19824">
                  <c:v>13.83915</c:v>
                </c:pt>
                <c:pt idx="19825">
                  <c:v>14.11256</c:v>
                </c:pt>
                <c:pt idx="19826">
                  <c:v>14.47292</c:v>
                </c:pt>
                <c:pt idx="19827">
                  <c:v>14.81437</c:v>
                </c:pt>
                <c:pt idx="19828">
                  <c:v>15.32709</c:v>
                </c:pt>
                <c:pt idx="19829">
                  <c:v>15.77791</c:v>
                </c:pt>
                <c:pt idx="19830">
                  <c:v>15.986420000000004</c:v>
                </c:pt>
                <c:pt idx="19831">
                  <c:v>15.632400000000002</c:v>
                </c:pt>
                <c:pt idx="19832">
                  <c:v>14.97072</c:v>
                </c:pt>
                <c:pt idx="19833">
                  <c:v>14.52412</c:v>
                </c:pt>
                <c:pt idx="19834">
                  <c:v>14.236980000000001</c:v>
                </c:pt>
                <c:pt idx="19835">
                  <c:v>14.209440000000004</c:v>
                </c:pt>
                <c:pt idx="19836">
                  <c:v>14.50183</c:v>
                </c:pt>
                <c:pt idx="19837">
                  <c:v>15.01956</c:v>
                </c:pt>
                <c:pt idx="19838">
                  <c:v>15.1431</c:v>
                </c:pt>
                <c:pt idx="19839">
                  <c:v>15.03162</c:v>
                </c:pt>
                <c:pt idx="19840">
                  <c:v>15.22383</c:v>
                </c:pt>
                <c:pt idx="19841">
                  <c:v>15.5593</c:v>
                </c:pt>
                <c:pt idx="19842">
                  <c:v>15.986880000000006</c:v>
                </c:pt>
                <c:pt idx="19843">
                  <c:v>16.76925</c:v>
                </c:pt>
                <c:pt idx="19844">
                  <c:v>17.643840000000001</c:v>
                </c:pt>
                <c:pt idx="19845">
                  <c:v>18.364940000000001</c:v>
                </c:pt>
                <c:pt idx="19846">
                  <c:v>18.560880000000001</c:v>
                </c:pt>
                <c:pt idx="19847">
                  <c:v>18.28415</c:v>
                </c:pt>
                <c:pt idx="19848">
                  <c:v>17.853919999999999</c:v>
                </c:pt>
                <c:pt idx="19849">
                  <c:v>17.2789</c:v>
                </c:pt>
                <c:pt idx="19850">
                  <c:v>16.921569999999978</c:v>
                </c:pt>
                <c:pt idx="19851">
                  <c:v>17.112439999999989</c:v>
                </c:pt>
                <c:pt idx="19852">
                  <c:v>17.539069999999999</c:v>
                </c:pt>
                <c:pt idx="19853">
                  <c:v>17.56183</c:v>
                </c:pt>
                <c:pt idx="19854">
                  <c:v>16.931609999999989</c:v>
                </c:pt>
                <c:pt idx="19855">
                  <c:v>16.309999999999999</c:v>
                </c:pt>
                <c:pt idx="19856">
                  <c:v>16.501110000000001</c:v>
                </c:pt>
                <c:pt idx="19857">
                  <c:v>17.136500000000005</c:v>
                </c:pt>
                <c:pt idx="19858">
                  <c:v>17.852270000000001</c:v>
                </c:pt>
                <c:pt idx="19859">
                  <c:v>18.204920000000001</c:v>
                </c:pt>
                <c:pt idx="19860">
                  <c:v>18.196639999999974</c:v>
                </c:pt>
                <c:pt idx="19861">
                  <c:v>18.411960000000022</c:v>
                </c:pt>
                <c:pt idx="19862">
                  <c:v>18.800509999999989</c:v>
                </c:pt>
                <c:pt idx="19863">
                  <c:v>19.086309999999973</c:v>
                </c:pt>
                <c:pt idx="19864">
                  <c:v>19.434190000000001</c:v>
                </c:pt>
                <c:pt idx="19865">
                  <c:v>19.607289999999999</c:v>
                </c:pt>
                <c:pt idx="19866">
                  <c:v>19.45655</c:v>
                </c:pt>
                <c:pt idx="19867">
                  <c:v>19.36283999999997</c:v>
                </c:pt>
                <c:pt idx="19868">
                  <c:v>19.321400000000001</c:v>
                </c:pt>
                <c:pt idx="19869">
                  <c:v>19.210470000000001</c:v>
                </c:pt>
                <c:pt idx="19870">
                  <c:v>19.294699999999974</c:v>
                </c:pt>
                <c:pt idx="19871">
                  <c:v>19.693359999999988</c:v>
                </c:pt>
                <c:pt idx="19872">
                  <c:v>20.214700000000001</c:v>
                </c:pt>
                <c:pt idx="19873">
                  <c:v>20.72589</c:v>
                </c:pt>
                <c:pt idx="19874">
                  <c:v>21.14230999999997</c:v>
                </c:pt>
                <c:pt idx="19875">
                  <c:v>21.063029999999973</c:v>
                </c:pt>
                <c:pt idx="19876">
                  <c:v>21.04419</c:v>
                </c:pt>
                <c:pt idx="19877">
                  <c:v>21.310510000000001</c:v>
                </c:pt>
                <c:pt idx="19878">
                  <c:v>21.56015</c:v>
                </c:pt>
                <c:pt idx="19879">
                  <c:v>21.986149999999952</c:v>
                </c:pt>
                <c:pt idx="19880">
                  <c:v>22.062429999999956</c:v>
                </c:pt>
                <c:pt idx="19881">
                  <c:v>22.032889999999988</c:v>
                </c:pt>
                <c:pt idx="19882">
                  <c:v>21.86891</c:v>
                </c:pt>
                <c:pt idx="19883">
                  <c:v>21.705689999999972</c:v>
                </c:pt>
                <c:pt idx="19884">
                  <c:v>21.86101</c:v>
                </c:pt>
                <c:pt idx="19885">
                  <c:v>22.252639999999964</c:v>
                </c:pt>
                <c:pt idx="19886">
                  <c:v>22.825089999999989</c:v>
                </c:pt>
                <c:pt idx="19887">
                  <c:v>23.29992</c:v>
                </c:pt>
                <c:pt idx="19888">
                  <c:v>23.693210000000001</c:v>
                </c:pt>
                <c:pt idx="19889">
                  <c:v>23.96475999999997</c:v>
                </c:pt>
                <c:pt idx="19890">
                  <c:v>24.117000000000033</c:v>
                </c:pt>
                <c:pt idx="19891">
                  <c:v>23.984459999999974</c:v>
                </c:pt>
                <c:pt idx="19892">
                  <c:v>23.68200999999997</c:v>
                </c:pt>
                <c:pt idx="19893">
                  <c:v>23.62444</c:v>
                </c:pt>
                <c:pt idx="19894">
                  <c:v>23.839220000000001</c:v>
                </c:pt>
                <c:pt idx="19895">
                  <c:v>24.213570000000001</c:v>
                </c:pt>
                <c:pt idx="19896">
                  <c:v>24.628309999999974</c:v>
                </c:pt>
                <c:pt idx="19897">
                  <c:v>24.964689999999973</c:v>
                </c:pt>
                <c:pt idx="19898">
                  <c:v>25.38367999999997</c:v>
                </c:pt>
                <c:pt idx="19899">
                  <c:v>25.658259999999999</c:v>
                </c:pt>
                <c:pt idx="19900">
                  <c:v>26.008629999999975</c:v>
                </c:pt>
                <c:pt idx="19901">
                  <c:v>26.564399999999978</c:v>
                </c:pt>
                <c:pt idx="19902">
                  <c:v>26.899270000000001</c:v>
                </c:pt>
                <c:pt idx="19903">
                  <c:v>27.063119999999973</c:v>
                </c:pt>
                <c:pt idx="19904">
                  <c:v>27.434670000000001</c:v>
                </c:pt>
                <c:pt idx="19905">
                  <c:v>27.636080000000021</c:v>
                </c:pt>
                <c:pt idx="19906">
                  <c:v>27.604320000000001</c:v>
                </c:pt>
                <c:pt idx="19907">
                  <c:v>27.695979999999999</c:v>
                </c:pt>
                <c:pt idx="19908">
                  <c:v>27.901610000000002</c:v>
                </c:pt>
                <c:pt idx="19909">
                  <c:v>28.180609999999973</c:v>
                </c:pt>
                <c:pt idx="19910">
                  <c:v>28.442309999999956</c:v>
                </c:pt>
                <c:pt idx="19911">
                  <c:v>28.780099999999972</c:v>
                </c:pt>
                <c:pt idx="19912">
                  <c:v>28.926100000000002</c:v>
                </c:pt>
                <c:pt idx="19913">
                  <c:v>28.5137</c:v>
                </c:pt>
                <c:pt idx="19914">
                  <c:v>27.969080000000002</c:v>
                </c:pt>
                <c:pt idx="19915">
                  <c:v>27.764060000000001</c:v>
                </c:pt>
                <c:pt idx="19916">
                  <c:v>27.623699999999989</c:v>
                </c:pt>
                <c:pt idx="19917">
                  <c:v>27.47169999999997</c:v>
                </c:pt>
                <c:pt idx="19918">
                  <c:v>27.564339999999973</c:v>
                </c:pt>
                <c:pt idx="19919">
                  <c:v>27.822529999999972</c:v>
                </c:pt>
                <c:pt idx="19920">
                  <c:v>28.062409999999975</c:v>
                </c:pt>
                <c:pt idx="19921">
                  <c:v>28.181419999999989</c:v>
                </c:pt>
                <c:pt idx="19922">
                  <c:v>28.235679999999974</c:v>
                </c:pt>
                <c:pt idx="19923">
                  <c:v>27.971080000000001</c:v>
                </c:pt>
                <c:pt idx="19924">
                  <c:v>27.355879999999999</c:v>
                </c:pt>
                <c:pt idx="19925">
                  <c:v>27.126819999999999</c:v>
                </c:pt>
                <c:pt idx="19926">
                  <c:v>27.31962</c:v>
                </c:pt>
                <c:pt idx="19927">
                  <c:v>27.39611</c:v>
                </c:pt>
                <c:pt idx="19928">
                  <c:v>27.29607</c:v>
                </c:pt>
                <c:pt idx="19929">
                  <c:v>26.90938999999997</c:v>
                </c:pt>
                <c:pt idx="19930">
                  <c:v>26.584489999999974</c:v>
                </c:pt>
                <c:pt idx="19931">
                  <c:v>26.573869999999999</c:v>
                </c:pt>
                <c:pt idx="19932">
                  <c:v>26.401060000000001</c:v>
                </c:pt>
                <c:pt idx="19933">
                  <c:v>25.981059999999989</c:v>
                </c:pt>
                <c:pt idx="19934">
                  <c:v>25.701850000000022</c:v>
                </c:pt>
                <c:pt idx="19935">
                  <c:v>25.823699999999974</c:v>
                </c:pt>
                <c:pt idx="19936">
                  <c:v>26.146000000000001</c:v>
                </c:pt>
                <c:pt idx="19937">
                  <c:v>26.460899999999974</c:v>
                </c:pt>
                <c:pt idx="19938">
                  <c:v>26.486759999999968</c:v>
                </c:pt>
                <c:pt idx="19939">
                  <c:v>26.247070000000001</c:v>
                </c:pt>
                <c:pt idx="19940">
                  <c:v>26.156659999999999</c:v>
                </c:pt>
                <c:pt idx="19941">
                  <c:v>25.855989999999988</c:v>
                </c:pt>
                <c:pt idx="19942">
                  <c:v>25.628579999999989</c:v>
                </c:pt>
                <c:pt idx="19943">
                  <c:v>25.659770000000005</c:v>
                </c:pt>
                <c:pt idx="19944">
                  <c:v>25.632429999999989</c:v>
                </c:pt>
                <c:pt idx="19945">
                  <c:v>25.193570000000001</c:v>
                </c:pt>
                <c:pt idx="19946">
                  <c:v>24.639589999999988</c:v>
                </c:pt>
                <c:pt idx="19947">
                  <c:v>24.356259999999999</c:v>
                </c:pt>
                <c:pt idx="19948">
                  <c:v>24.209150000000001</c:v>
                </c:pt>
                <c:pt idx="19949">
                  <c:v>24.308779999999974</c:v>
                </c:pt>
                <c:pt idx="19950">
                  <c:v>24.68028</c:v>
                </c:pt>
                <c:pt idx="19951">
                  <c:v>24.913060000000005</c:v>
                </c:pt>
                <c:pt idx="19952">
                  <c:v>24.811250000000033</c:v>
                </c:pt>
                <c:pt idx="19953">
                  <c:v>24.666739999999972</c:v>
                </c:pt>
                <c:pt idx="19954">
                  <c:v>24.423359999999974</c:v>
                </c:pt>
                <c:pt idx="19955">
                  <c:v>24.190290000000001</c:v>
                </c:pt>
                <c:pt idx="19956">
                  <c:v>24.487599999999972</c:v>
                </c:pt>
                <c:pt idx="19957">
                  <c:v>25.069459999999989</c:v>
                </c:pt>
                <c:pt idx="19958">
                  <c:v>25.61852</c:v>
                </c:pt>
                <c:pt idx="19959">
                  <c:v>26.185689999999973</c:v>
                </c:pt>
                <c:pt idx="19960">
                  <c:v>26.744820000000001</c:v>
                </c:pt>
                <c:pt idx="19961">
                  <c:v>27.232410000000002</c:v>
                </c:pt>
                <c:pt idx="19962">
                  <c:v>27.64207</c:v>
                </c:pt>
                <c:pt idx="19963">
                  <c:v>27.954539999999973</c:v>
                </c:pt>
                <c:pt idx="19964">
                  <c:v>28.098439999999975</c:v>
                </c:pt>
                <c:pt idx="19965">
                  <c:v>28.09076</c:v>
                </c:pt>
                <c:pt idx="19966">
                  <c:v>27.368689999999972</c:v>
                </c:pt>
                <c:pt idx="19967">
                  <c:v>25.49184</c:v>
                </c:pt>
                <c:pt idx="19968">
                  <c:v>23.748109999999972</c:v>
                </c:pt>
                <c:pt idx="19969">
                  <c:v>22.848729999999971</c:v>
                </c:pt>
                <c:pt idx="19970">
                  <c:v>22.612760000000005</c:v>
                </c:pt>
                <c:pt idx="19971">
                  <c:v>22.724129999999974</c:v>
                </c:pt>
                <c:pt idx="19972">
                  <c:v>23.058</c:v>
                </c:pt>
                <c:pt idx="19973">
                  <c:v>23.507269999999988</c:v>
                </c:pt>
                <c:pt idx="19974">
                  <c:v>23.938849999999974</c:v>
                </c:pt>
                <c:pt idx="19975">
                  <c:v>24.362729999999956</c:v>
                </c:pt>
                <c:pt idx="19976">
                  <c:v>24.617609999999999</c:v>
                </c:pt>
                <c:pt idx="19977">
                  <c:v>24.560239999999968</c:v>
                </c:pt>
                <c:pt idx="19978">
                  <c:v>24.03312</c:v>
                </c:pt>
                <c:pt idx="19979">
                  <c:v>22.967749999999956</c:v>
                </c:pt>
                <c:pt idx="19980">
                  <c:v>21.490339999999971</c:v>
                </c:pt>
                <c:pt idx="19981">
                  <c:v>20.443930000000002</c:v>
                </c:pt>
                <c:pt idx="19982">
                  <c:v>20.14865</c:v>
                </c:pt>
                <c:pt idx="19983">
                  <c:v>20.114509999999999</c:v>
                </c:pt>
                <c:pt idx="19984">
                  <c:v>20.014330000000001</c:v>
                </c:pt>
                <c:pt idx="19985">
                  <c:v>20.027989999999999</c:v>
                </c:pt>
                <c:pt idx="19986">
                  <c:v>19.92146</c:v>
                </c:pt>
                <c:pt idx="19987">
                  <c:v>19.688859999999988</c:v>
                </c:pt>
                <c:pt idx="19988">
                  <c:v>19.570789999999974</c:v>
                </c:pt>
                <c:pt idx="19989">
                  <c:v>19.68141</c:v>
                </c:pt>
                <c:pt idx="19990">
                  <c:v>19.913869999999999</c:v>
                </c:pt>
                <c:pt idx="19991">
                  <c:v>19.619409999999988</c:v>
                </c:pt>
                <c:pt idx="19992">
                  <c:v>19.387720000000002</c:v>
                </c:pt>
                <c:pt idx="19993">
                  <c:v>19.518940000000001</c:v>
                </c:pt>
                <c:pt idx="19994">
                  <c:v>19.532209999999989</c:v>
                </c:pt>
                <c:pt idx="19995">
                  <c:v>19.074800000000021</c:v>
                </c:pt>
                <c:pt idx="19996">
                  <c:v>18.177790000000005</c:v>
                </c:pt>
                <c:pt idx="19997">
                  <c:v>17.156179999999999</c:v>
                </c:pt>
                <c:pt idx="19998">
                  <c:v>17.156929999999999</c:v>
                </c:pt>
                <c:pt idx="19999">
                  <c:v>17.21763</c:v>
                </c:pt>
                <c:pt idx="20000">
                  <c:v>16.984499999999972</c:v>
                </c:pt>
                <c:pt idx="20001">
                  <c:v>16.76589999999997</c:v>
                </c:pt>
                <c:pt idx="20002">
                  <c:v>16.908149999999956</c:v>
                </c:pt>
                <c:pt idx="20003">
                  <c:v>17.011109999999999</c:v>
                </c:pt>
                <c:pt idx="20004">
                  <c:v>16.898810000000001</c:v>
                </c:pt>
                <c:pt idx="20005">
                  <c:v>16.707609999999974</c:v>
                </c:pt>
                <c:pt idx="20006">
                  <c:v>16.538</c:v>
                </c:pt>
                <c:pt idx="20007">
                  <c:v>16.322590000000002</c:v>
                </c:pt>
                <c:pt idx="20008">
                  <c:v>16.202209999999972</c:v>
                </c:pt>
                <c:pt idx="20009">
                  <c:v>16.289039999999975</c:v>
                </c:pt>
                <c:pt idx="20010">
                  <c:v>16.333690000000001</c:v>
                </c:pt>
                <c:pt idx="20011">
                  <c:v>16.233850000000022</c:v>
                </c:pt>
                <c:pt idx="20012">
                  <c:v>16.010529999999989</c:v>
                </c:pt>
                <c:pt idx="20013">
                  <c:v>15.912750000000004</c:v>
                </c:pt>
                <c:pt idx="20014">
                  <c:v>16.159070000000021</c:v>
                </c:pt>
                <c:pt idx="20015">
                  <c:v>16.489899999999974</c:v>
                </c:pt>
                <c:pt idx="20016">
                  <c:v>16.73882</c:v>
                </c:pt>
                <c:pt idx="20017">
                  <c:v>16.894210000000001</c:v>
                </c:pt>
                <c:pt idx="20018">
                  <c:v>16.957750000000001</c:v>
                </c:pt>
                <c:pt idx="20019">
                  <c:v>16.976459999999989</c:v>
                </c:pt>
                <c:pt idx="20020">
                  <c:v>16.974509999999974</c:v>
                </c:pt>
                <c:pt idx="20021">
                  <c:v>16.962890000000002</c:v>
                </c:pt>
                <c:pt idx="20022">
                  <c:v>16.946619999999957</c:v>
                </c:pt>
                <c:pt idx="20023">
                  <c:v>16.814119999999999</c:v>
                </c:pt>
                <c:pt idx="20024">
                  <c:v>16.415970000000005</c:v>
                </c:pt>
                <c:pt idx="20025">
                  <c:v>15.895600000000011</c:v>
                </c:pt>
                <c:pt idx="20026">
                  <c:v>15.509740000000004</c:v>
                </c:pt>
                <c:pt idx="20027">
                  <c:v>15.39889</c:v>
                </c:pt>
                <c:pt idx="20028">
                  <c:v>15.52852</c:v>
                </c:pt>
                <c:pt idx="20029">
                  <c:v>15.50713</c:v>
                </c:pt>
                <c:pt idx="20030">
                  <c:v>15.3423</c:v>
                </c:pt>
                <c:pt idx="20031">
                  <c:v>15.178280000000001</c:v>
                </c:pt>
                <c:pt idx="20032">
                  <c:v>15.07572</c:v>
                </c:pt>
                <c:pt idx="20033">
                  <c:v>15.254990000000001</c:v>
                </c:pt>
                <c:pt idx="20034">
                  <c:v>15.426460000000002</c:v>
                </c:pt>
                <c:pt idx="20035">
                  <c:v>15.58947</c:v>
                </c:pt>
                <c:pt idx="20036">
                  <c:v>15.39451</c:v>
                </c:pt>
                <c:pt idx="20037">
                  <c:v>14.798030000000001</c:v>
                </c:pt>
                <c:pt idx="20038">
                  <c:v>14.383010000000002</c:v>
                </c:pt>
                <c:pt idx="20039">
                  <c:v>14.12917</c:v>
                </c:pt>
                <c:pt idx="20040">
                  <c:v>13.869020000000004</c:v>
                </c:pt>
                <c:pt idx="20041">
                  <c:v>13.597300000000001</c:v>
                </c:pt>
                <c:pt idx="20042">
                  <c:v>13.60022</c:v>
                </c:pt>
                <c:pt idx="20043">
                  <c:v>13.934470000000001</c:v>
                </c:pt>
                <c:pt idx="20044">
                  <c:v>14.13752</c:v>
                </c:pt>
                <c:pt idx="20045">
                  <c:v>13.877530000000011</c:v>
                </c:pt>
                <c:pt idx="20046">
                  <c:v>13.3209</c:v>
                </c:pt>
                <c:pt idx="20047">
                  <c:v>12.74471</c:v>
                </c:pt>
                <c:pt idx="20048">
                  <c:v>12.562850000000006</c:v>
                </c:pt>
                <c:pt idx="20049">
                  <c:v>12.84207</c:v>
                </c:pt>
                <c:pt idx="20050">
                  <c:v>13.01229</c:v>
                </c:pt>
                <c:pt idx="20051">
                  <c:v>12.78214</c:v>
                </c:pt>
                <c:pt idx="20052">
                  <c:v>12.48376</c:v>
                </c:pt>
                <c:pt idx="20053">
                  <c:v>12.295020000000001</c:v>
                </c:pt>
                <c:pt idx="20054">
                  <c:v>12.142240000000001</c:v>
                </c:pt>
                <c:pt idx="20055">
                  <c:v>11.900480000000011</c:v>
                </c:pt>
                <c:pt idx="20056">
                  <c:v>11.8178</c:v>
                </c:pt>
                <c:pt idx="20057">
                  <c:v>11.60031</c:v>
                </c:pt>
                <c:pt idx="20058">
                  <c:v>10.898060000000001</c:v>
                </c:pt>
                <c:pt idx="20059">
                  <c:v>10.43394</c:v>
                </c:pt>
                <c:pt idx="20060">
                  <c:v>10.335480000000015</c:v>
                </c:pt>
                <c:pt idx="20061">
                  <c:v>10.360500000000011</c:v>
                </c:pt>
                <c:pt idx="20062">
                  <c:v>10.215680000000004</c:v>
                </c:pt>
                <c:pt idx="20063">
                  <c:v>10.004050000000001</c:v>
                </c:pt>
                <c:pt idx="20064">
                  <c:v>9.8370800000000003</c:v>
                </c:pt>
                <c:pt idx="20065">
                  <c:v>9.6598800000000047</c:v>
                </c:pt>
                <c:pt idx="20066">
                  <c:v>9.6913199999999993</c:v>
                </c:pt>
                <c:pt idx="20067">
                  <c:v>9.7274700000000003</c:v>
                </c:pt>
                <c:pt idx="20068">
                  <c:v>9.5801000000000016</c:v>
                </c:pt>
                <c:pt idx="20069">
                  <c:v>9.3025200000000048</c:v>
                </c:pt>
                <c:pt idx="20070">
                  <c:v>9.0793800000000005</c:v>
                </c:pt>
                <c:pt idx="20071">
                  <c:v>9.1341400000000004</c:v>
                </c:pt>
                <c:pt idx="20072">
                  <c:v>9.5969300000000004</c:v>
                </c:pt>
                <c:pt idx="20073">
                  <c:v>9.4657200000000028</c:v>
                </c:pt>
                <c:pt idx="20074">
                  <c:v>8.9140700000000006</c:v>
                </c:pt>
                <c:pt idx="20075">
                  <c:v>8.6524600000000067</c:v>
                </c:pt>
                <c:pt idx="20076">
                  <c:v>8.6884400000000035</c:v>
                </c:pt>
                <c:pt idx="20077">
                  <c:v>8.9371500000000008</c:v>
                </c:pt>
                <c:pt idx="20078">
                  <c:v>9.3064800000000147</c:v>
                </c:pt>
                <c:pt idx="20079">
                  <c:v>9.1096400000000006</c:v>
                </c:pt>
                <c:pt idx="20080">
                  <c:v>8.54603</c:v>
                </c:pt>
                <c:pt idx="20081">
                  <c:v>8.0719800000000017</c:v>
                </c:pt>
                <c:pt idx="20082">
                  <c:v>7.9407600000000063</c:v>
                </c:pt>
                <c:pt idx="20083">
                  <c:v>7.97492</c:v>
                </c:pt>
                <c:pt idx="20084">
                  <c:v>7.8981499999999976</c:v>
                </c:pt>
                <c:pt idx="20085">
                  <c:v>7.7972999999999999</c:v>
                </c:pt>
                <c:pt idx="20086">
                  <c:v>8.0884500000000035</c:v>
                </c:pt>
                <c:pt idx="20087">
                  <c:v>8.8431100000000011</c:v>
                </c:pt>
                <c:pt idx="20088">
                  <c:v>9.0824800000000145</c:v>
                </c:pt>
                <c:pt idx="20089">
                  <c:v>8.7569800000000004</c:v>
                </c:pt>
                <c:pt idx="20090">
                  <c:v>8.5815800000000007</c:v>
                </c:pt>
                <c:pt idx="20091">
                  <c:v>8.4313099999999999</c:v>
                </c:pt>
                <c:pt idx="20092">
                  <c:v>8.1859200000000012</c:v>
                </c:pt>
                <c:pt idx="20093">
                  <c:v>7.8281099999999944</c:v>
                </c:pt>
                <c:pt idx="20094">
                  <c:v>7.5244299999999944</c:v>
                </c:pt>
                <c:pt idx="20095">
                  <c:v>7.3873999999999995</c:v>
                </c:pt>
                <c:pt idx="20096">
                  <c:v>7.5183900000000001</c:v>
                </c:pt>
                <c:pt idx="20097">
                  <c:v>7.7681899999999944</c:v>
                </c:pt>
                <c:pt idx="20098">
                  <c:v>8.1431500000000003</c:v>
                </c:pt>
                <c:pt idx="20099">
                  <c:v>8.5776600000000016</c:v>
                </c:pt>
                <c:pt idx="20100">
                  <c:v>8.9221700000000013</c:v>
                </c:pt>
                <c:pt idx="20101">
                  <c:v>9.1564200000000007</c:v>
                </c:pt>
                <c:pt idx="20102">
                  <c:v>9.3554200000000112</c:v>
                </c:pt>
                <c:pt idx="20103">
                  <c:v>9.5182500000000001</c:v>
                </c:pt>
                <c:pt idx="20104">
                  <c:v>9.3207600000000035</c:v>
                </c:pt>
                <c:pt idx="20105">
                  <c:v>8.4207900000000002</c:v>
                </c:pt>
                <c:pt idx="20106">
                  <c:v>7.7378400000000003</c:v>
                </c:pt>
                <c:pt idx="20107">
                  <c:v>7.6762899999999998</c:v>
                </c:pt>
                <c:pt idx="20108">
                  <c:v>7.7350099999999999</c:v>
                </c:pt>
                <c:pt idx="20109">
                  <c:v>7.3803799999999997</c:v>
                </c:pt>
                <c:pt idx="20110">
                  <c:v>7.2467800000000002</c:v>
                </c:pt>
                <c:pt idx="20111">
                  <c:v>7.4868800000000002</c:v>
                </c:pt>
                <c:pt idx="20112">
                  <c:v>7.79406</c:v>
                </c:pt>
                <c:pt idx="20113">
                  <c:v>7.8970999999999965</c:v>
                </c:pt>
                <c:pt idx="20114">
                  <c:v>7.8533499999999998</c:v>
                </c:pt>
                <c:pt idx="20115">
                  <c:v>7.7703400000000062</c:v>
                </c:pt>
                <c:pt idx="20116">
                  <c:v>7.9365000000000014</c:v>
                </c:pt>
                <c:pt idx="20117">
                  <c:v>8.1701300000000003</c:v>
                </c:pt>
                <c:pt idx="20118">
                  <c:v>8.3120300000000125</c:v>
                </c:pt>
                <c:pt idx="20119">
                  <c:v>8.4445800000000002</c:v>
                </c:pt>
                <c:pt idx="20120">
                  <c:v>8.3052900000000047</c:v>
                </c:pt>
                <c:pt idx="20121">
                  <c:v>7.8951799999999945</c:v>
                </c:pt>
                <c:pt idx="20122">
                  <c:v>7.7958299999999996</c:v>
                </c:pt>
                <c:pt idx="20123">
                  <c:v>7.9884899999999996</c:v>
                </c:pt>
                <c:pt idx="20124">
                  <c:v>8.1686000000000014</c:v>
                </c:pt>
                <c:pt idx="20125">
                  <c:v>8.2045600000000007</c:v>
                </c:pt>
                <c:pt idx="20126">
                  <c:v>7.7331399999999997</c:v>
                </c:pt>
                <c:pt idx="20127">
                  <c:v>7.2649099999999942</c:v>
                </c:pt>
                <c:pt idx="20128">
                  <c:v>7.18344</c:v>
                </c:pt>
                <c:pt idx="20129">
                  <c:v>7.6109499999999946</c:v>
                </c:pt>
                <c:pt idx="20130">
                  <c:v>8.2519200000000001</c:v>
                </c:pt>
                <c:pt idx="20131">
                  <c:v>8.4268800000000006</c:v>
                </c:pt>
                <c:pt idx="20132">
                  <c:v>8.1873699999999996</c:v>
                </c:pt>
                <c:pt idx="20133">
                  <c:v>7.9155799999999985</c:v>
                </c:pt>
                <c:pt idx="20134">
                  <c:v>7.8191299999999995</c:v>
                </c:pt>
                <c:pt idx="20135">
                  <c:v>8.0067200000000014</c:v>
                </c:pt>
                <c:pt idx="20136">
                  <c:v>8.2561</c:v>
                </c:pt>
                <c:pt idx="20137">
                  <c:v>8.5947400000000016</c:v>
                </c:pt>
                <c:pt idx="20138">
                  <c:v>9.0067000000000004</c:v>
                </c:pt>
                <c:pt idx="20139">
                  <c:v>9.2337600000000002</c:v>
                </c:pt>
                <c:pt idx="20140">
                  <c:v>9.3999800000000047</c:v>
                </c:pt>
                <c:pt idx="20141">
                  <c:v>9.7135900000000035</c:v>
                </c:pt>
                <c:pt idx="20142">
                  <c:v>10.16202</c:v>
                </c:pt>
                <c:pt idx="20143">
                  <c:v>10.542900000000001</c:v>
                </c:pt>
                <c:pt idx="20144">
                  <c:v>10.798550000000001</c:v>
                </c:pt>
                <c:pt idx="20145">
                  <c:v>11.04248000000001</c:v>
                </c:pt>
                <c:pt idx="20146">
                  <c:v>11.028740000000001</c:v>
                </c:pt>
                <c:pt idx="20147">
                  <c:v>10.65319</c:v>
                </c:pt>
                <c:pt idx="20148">
                  <c:v>10.42642</c:v>
                </c:pt>
                <c:pt idx="20149">
                  <c:v>10.37012</c:v>
                </c:pt>
                <c:pt idx="20150">
                  <c:v>10.26193</c:v>
                </c:pt>
                <c:pt idx="20151">
                  <c:v>10.297140000000001</c:v>
                </c:pt>
                <c:pt idx="20152">
                  <c:v>10.6067</c:v>
                </c:pt>
                <c:pt idx="20153">
                  <c:v>10.884120000000001</c:v>
                </c:pt>
                <c:pt idx="20154">
                  <c:v>11.13043</c:v>
                </c:pt>
                <c:pt idx="20155">
                  <c:v>11.437250000000001</c:v>
                </c:pt>
                <c:pt idx="20156">
                  <c:v>11.73089</c:v>
                </c:pt>
                <c:pt idx="20157">
                  <c:v>12.188029999999999</c:v>
                </c:pt>
                <c:pt idx="20158">
                  <c:v>12.757100000000001</c:v>
                </c:pt>
                <c:pt idx="20159">
                  <c:v>13.124090000000001</c:v>
                </c:pt>
                <c:pt idx="20160">
                  <c:v>13.173110000000001</c:v>
                </c:pt>
                <c:pt idx="20161">
                  <c:v>12.968110000000001</c:v>
                </c:pt>
                <c:pt idx="20162">
                  <c:v>12.424150000000001</c:v>
                </c:pt>
                <c:pt idx="20163">
                  <c:v>11.556370000000001</c:v>
                </c:pt>
                <c:pt idx="20164">
                  <c:v>11.130319999999999</c:v>
                </c:pt>
                <c:pt idx="20165">
                  <c:v>10.833820000000001</c:v>
                </c:pt>
                <c:pt idx="20166">
                  <c:v>10.499090000000002</c:v>
                </c:pt>
                <c:pt idx="20167">
                  <c:v>10.58826</c:v>
                </c:pt>
                <c:pt idx="20168">
                  <c:v>10.90105</c:v>
                </c:pt>
                <c:pt idx="20169">
                  <c:v>11.31794</c:v>
                </c:pt>
                <c:pt idx="20170">
                  <c:v>11.65325</c:v>
                </c:pt>
                <c:pt idx="20171">
                  <c:v>12.061350000000001</c:v>
                </c:pt>
                <c:pt idx="20172">
                  <c:v>12.323040000000002</c:v>
                </c:pt>
                <c:pt idx="20173">
                  <c:v>12.505650000000006</c:v>
                </c:pt>
                <c:pt idx="20174">
                  <c:v>13.030950000000001</c:v>
                </c:pt>
                <c:pt idx="20175">
                  <c:v>13.62252</c:v>
                </c:pt>
                <c:pt idx="20176">
                  <c:v>14.007900000000001</c:v>
                </c:pt>
                <c:pt idx="20177">
                  <c:v>14.18679</c:v>
                </c:pt>
                <c:pt idx="20178">
                  <c:v>14.567130000000002</c:v>
                </c:pt>
                <c:pt idx="20179">
                  <c:v>14.699150000000001</c:v>
                </c:pt>
                <c:pt idx="20180">
                  <c:v>14.593</c:v>
                </c:pt>
                <c:pt idx="20181">
                  <c:v>14.3887</c:v>
                </c:pt>
                <c:pt idx="20182">
                  <c:v>14.19205</c:v>
                </c:pt>
                <c:pt idx="20183">
                  <c:v>14.28369</c:v>
                </c:pt>
                <c:pt idx="20184">
                  <c:v>14.515890000000002</c:v>
                </c:pt>
                <c:pt idx="20185">
                  <c:v>14.54252</c:v>
                </c:pt>
                <c:pt idx="20186">
                  <c:v>13.80836</c:v>
                </c:pt>
                <c:pt idx="20187">
                  <c:v>12.52182</c:v>
                </c:pt>
                <c:pt idx="20188">
                  <c:v>11.993600000000002</c:v>
                </c:pt>
                <c:pt idx="20189">
                  <c:v>12.15184</c:v>
                </c:pt>
                <c:pt idx="20190">
                  <c:v>12.61275</c:v>
                </c:pt>
                <c:pt idx="20191">
                  <c:v>13.24348</c:v>
                </c:pt>
                <c:pt idx="20192">
                  <c:v>13.20337</c:v>
                </c:pt>
                <c:pt idx="20193">
                  <c:v>12.97101</c:v>
                </c:pt>
                <c:pt idx="20194">
                  <c:v>12.97991</c:v>
                </c:pt>
                <c:pt idx="20195">
                  <c:v>13.15382</c:v>
                </c:pt>
                <c:pt idx="20196">
                  <c:v>13.347810000000001</c:v>
                </c:pt>
                <c:pt idx="20197">
                  <c:v>13.592280000000002</c:v>
                </c:pt>
                <c:pt idx="20198">
                  <c:v>13.84658000000001</c:v>
                </c:pt>
                <c:pt idx="20199">
                  <c:v>13.634600000000001</c:v>
                </c:pt>
                <c:pt idx="20200">
                  <c:v>13.51446</c:v>
                </c:pt>
                <c:pt idx="20201">
                  <c:v>13.62529</c:v>
                </c:pt>
                <c:pt idx="20202">
                  <c:v>13.571870000000001</c:v>
                </c:pt>
                <c:pt idx="20203">
                  <c:v>13.321260000000001</c:v>
                </c:pt>
                <c:pt idx="20204">
                  <c:v>13.308670000000001</c:v>
                </c:pt>
                <c:pt idx="20205">
                  <c:v>13.76193</c:v>
                </c:pt>
                <c:pt idx="20206">
                  <c:v>14.005490000000011</c:v>
                </c:pt>
                <c:pt idx="20207">
                  <c:v>14.28585</c:v>
                </c:pt>
                <c:pt idx="20208">
                  <c:v>14.675790000000006</c:v>
                </c:pt>
                <c:pt idx="20209">
                  <c:v>14.931140000000001</c:v>
                </c:pt>
                <c:pt idx="20210">
                  <c:v>14.770250000000001</c:v>
                </c:pt>
                <c:pt idx="20211">
                  <c:v>14.97974000000001</c:v>
                </c:pt>
                <c:pt idx="20212">
                  <c:v>15.47228000000001</c:v>
                </c:pt>
                <c:pt idx="20213">
                  <c:v>15.737719999999999</c:v>
                </c:pt>
                <c:pt idx="20214">
                  <c:v>16.04766</c:v>
                </c:pt>
                <c:pt idx="20215">
                  <c:v>16.534820000000021</c:v>
                </c:pt>
                <c:pt idx="20216">
                  <c:v>17.104410000000001</c:v>
                </c:pt>
                <c:pt idx="20217">
                  <c:v>17.20968999999997</c:v>
                </c:pt>
                <c:pt idx="20218">
                  <c:v>17.236450000000001</c:v>
                </c:pt>
                <c:pt idx="20219">
                  <c:v>17.60031</c:v>
                </c:pt>
                <c:pt idx="20220">
                  <c:v>17.89151</c:v>
                </c:pt>
                <c:pt idx="20221">
                  <c:v>18.083509999999972</c:v>
                </c:pt>
                <c:pt idx="20222">
                  <c:v>18.354369999999999</c:v>
                </c:pt>
                <c:pt idx="20223">
                  <c:v>18.64962999999997</c:v>
                </c:pt>
                <c:pt idx="20224">
                  <c:v>18.817789999999999</c:v>
                </c:pt>
                <c:pt idx="20225">
                  <c:v>18.949409999999968</c:v>
                </c:pt>
                <c:pt idx="20226">
                  <c:v>18.898890000000005</c:v>
                </c:pt>
                <c:pt idx="20227">
                  <c:v>18.992489999999975</c:v>
                </c:pt>
                <c:pt idx="20228">
                  <c:v>19.174460000000021</c:v>
                </c:pt>
                <c:pt idx="20229">
                  <c:v>18.776060000000001</c:v>
                </c:pt>
                <c:pt idx="20230">
                  <c:v>18.155999999999999</c:v>
                </c:pt>
                <c:pt idx="20231">
                  <c:v>18.06446</c:v>
                </c:pt>
                <c:pt idx="20232">
                  <c:v>18.434159999999999</c:v>
                </c:pt>
                <c:pt idx="20233">
                  <c:v>18.860789999999973</c:v>
                </c:pt>
                <c:pt idx="20234">
                  <c:v>19.322780000000002</c:v>
                </c:pt>
                <c:pt idx="20235">
                  <c:v>19.471639999999972</c:v>
                </c:pt>
                <c:pt idx="20236">
                  <c:v>19.445499999999956</c:v>
                </c:pt>
                <c:pt idx="20237">
                  <c:v>19.255789999999973</c:v>
                </c:pt>
                <c:pt idx="20238">
                  <c:v>19.145609999999973</c:v>
                </c:pt>
                <c:pt idx="20239">
                  <c:v>19.176670000000001</c:v>
                </c:pt>
                <c:pt idx="20240">
                  <c:v>19.153929999999999</c:v>
                </c:pt>
                <c:pt idx="20241">
                  <c:v>19.393960000000021</c:v>
                </c:pt>
                <c:pt idx="20242">
                  <c:v>19.878789999999974</c:v>
                </c:pt>
                <c:pt idx="20243">
                  <c:v>20.452219999999972</c:v>
                </c:pt>
                <c:pt idx="20244">
                  <c:v>20.968929999999968</c:v>
                </c:pt>
                <c:pt idx="20245">
                  <c:v>21.16001</c:v>
                </c:pt>
                <c:pt idx="20246">
                  <c:v>20.525719999999971</c:v>
                </c:pt>
                <c:pt idx="20247">
                  <c:v>19.978029999999972</c:v>
                </c:pt>
                <c:pt idx="20248">
                  <c:v>20.039010000000001</c:v>
                </c:pt>
                <c:pt idx="20249">
                  <c:v>20.172879999999999</c:v>
                </c:pt>
                <c:pt idx="20250">
                  <c:v>20.360659999999989</c:v>
                </c:pt>
                <c:pt idx="20251">
                  <c:v>20.68975</c:v>
                </c:pt>
                <c:pt idx="20252">
                  <c:v>21.102900000000005</c:v>
                </c:pt>
                <c:pt idx="20253">
                  <c:v>21.474029999999978</c:v>
                </c:pt>
                <c:pt idx="20254">
                  <c:v>21.845089999999974</c:v>
                </c:pt>
                <c:pt idx="20255">
                  <c:v>22.370069999999988</c:v>
                </c:pt>
                <c:pt idx="20256">
                  <c:v>22.97457</c:v>
                </c:pt>
                <c:pt idx="20257">
                  <c:v>23.607389999999999</c:v>
                </c:pt>
                <c:pt idx="20258">
                  <c:v>24.00463999999997</c:v>
                </c:pt>
                <c:pt idx="20259">
                  <c:v>24.103380000000001</c:v>
                </c:pt>
                <c:pt idx="20260">
                  <c:v>24.099950000000021</c:v>
                </c:pt>
                <c:pt idx="20261">
                  <c:v>24.198689999999978</c:v>
                </c:pt>
                <c:pt idx="20262">
                  <c:v>24.458609999999968</c:v>
                </c:pt>
                <c:pt idx="20263">
                  <c:v>24.635120000000001</c:v>
                </c:pt>
                <c:pt idx="20264">
                  <c:v>24.855270000000001</c:v>
                </c:pt>
                <c:pt idx="20265">
                  <c:v>25.37266</c:v>
                </c:pt>
                <c:pt idx="20266">
                  <c:v>25.949960000000001</c:v>
                </c:pt>
                <c:pt idx="20267">
                  <c:v>26.423339999999964</c:v>
                </c:pt>
                <c:pt idx="20268">
                  <c:v>26.928339999999956</c:v>
                </c:pt>
                <c:pt idx="20269">
                  <c:v>27.482189999999957</c:v>
                </c:pt>
                <c:pt idx="20270">
                  <c:v>27.700039999999973</c:v>
                </c:pt>
                <c:pt idx="20271">
                  <c:v>27.68225</c:v>
                </c:pt>
                <c:pt idx="20272">
                  <c:v>27.495389999999972</c:v>
                </c:pt>
                <c:pt idx="20273">
                  <c:v>27.320450000000001</c:v>
                </c:pt>
                <c:pt idx="20274">
                  <c:v>27.496129999999972</c:v>
                </c:pt>
                <c:pt idx="20275">
                  <c:v>27.740010000000002</c:v>
                </c:pt>
                <c:pt idx="20276">
                  <c:v>27.717379999999999</c:v>
                </c:pt>
                <c:pt idx="20277">
                  <c:v>27.690930000000005</c:v>
                </c:pt>
                <c:pt idx="20278">
                  <c:v>27.795079999999974</c:v>
                </c:pt>
                <c:pt idx="20279">
                  <c:v>27.795470000000002</c:v>
                </c:pt>
                <c:pt idx="20280">
                  <c:v>27.801539999999989</c:v>
                </c:pt>
                <c:pt idx="20281">
                  <c:v>27.837170000000022</c:v>
                </c:pt>
                <c:pt idx="20282">
                  <c:v>27.94119999999997</c:v>
                </c:pt>
                <c:pt idx="20283">
                  <c:v>28.33862999999997</c:v>
                </c:pt>
                <c:pt idx="20284">
                  <c:v>29.093969999999999</c:v>
                </c:pt>
                <c:pt idx="20285">
                  <c:v>29.927050000000001</c:v>
                </c:pt>
                <c:pt idx="20286">
                  <c:v>30.461880000000001</c:v>
                </c:pt>
                <c:pt idx="20287">
                  <c:v>30.557410000000001</c:v>
                </c:pt>
                <c:pt idx="20288">
                  <c:v>30.405469999999973</c:v>
                </c:pt>
                <c:pt idx="20289">
                  <c:v>30.14</c:v>
                </c:pt>
                <c:pt idx="20290">
                  <c:v>29.654039999999988</c:v>
                </c:pt>
                <c:pt idx="20291">
                  <c:v>28.919440000000002</c:v>
                </c:pt>
                <c:pt idx="20292">
                  <c:v>28.230360000000001</c:v>
                </c:pt>
                <c:pt idx="20293">
                  <c:v>27.816949999999999</c:v>
                </c:pt>
                <c:pt idx="20294">
                  <c:v>27.641629999999989</c:v>
                </c:pt>
                <c:pt idx="20295">
                  <c:v>27.74408</c:v>
                </c:pt>
                <c:pt idx="20296">
                  <c:v>28.07959</c:v>
                </c:pt>
                <c:pt idx="20297">
                  <c:v>28.207129999999989</c:v>
                </c:pt>
                <c:pt idx="20298">
                  <c:v>28.064250000000001</c:v>
                </c:pt>
                <c:pt idx="20299">
                  <c:v>28.079830000000001</c:v>
                </c:pt>
                <c:pt idx="20300">
                  <c:v>28.175950000000022</c:v>
                </c:pt>
                <c:pt idx="20301">
                  <c:v>28.307590000000001</c:v>
                </c:pt>
                <c:pt idx="20302">
                  <c:v>28.71331</c:v>
                </c:pt>
                <c:pt idx="20303">
                  <c:v>29.182939999999974</c:v>
                </c:pt>
                <c:pt idx="20304">
                  <c:v>29.11064</c:v>
                </c:pt>
                <c:pt idx="20305">
                  <c:v>28.60256</c:v>
                </c:pt>
                <c:pt idx="20306">
                  <c:v>28.231310000000001</c:v>
                </c:pt>
                <c:pt idx="20307">
                  <c:v>28.210290000000001</c:v>
                </c:pt>
                <c:pt idx="20308">
                  <c:v>28.67474</c:v>
                </c:pt>
                <c:pt idx="20309">
                  <c:v>29.504719999999974</c:v>
                </c:pt>
                <c:pt idx="20310">
                  <c:v>30.426839999999974</c:v>
                </c:pt>
                <c:pt idx="20311">
                  <c:v>31.126390000000001</c:v>
                </c:pt>
                <c:pt idx="20312">
                  <c:v>31.425779999999964</c:v>
                </c:pt>
                <c:pt idx="20313">
                  <c:v>31.361960000000021</c:v>
                </c:pt>
                <c:pt idx="20314">
                  <c:v>31.065709999999957</c:v>
                </c:pt>
                <c:pt idx="20315">
                  <c:v>30.075849999999978</c:v>
                </c:pt>
                <c:pt idx="20316">
                  <c:v>28.792319999999975</c:v>
                </c:pt>
                <c:pt idx="20317">
                  <c:v>27.949599999999968</c:v>
                </c:pt>
                <c:pt idx="20318">
                  <c:v>27.444339999999972</c:v>
                </c:pt>
                <c:pt idx="20319">
                  <c:v>27.027200000000001</c:v>
                </c:pt>
                <c:pt idx="20320">
                  <c:v>26.651710000000001</c:v>
                </c:pt>
                <c:pt idx="20321">
                  <c:v>26.557469999999999</c:v>
                </c:pt>
                <c:pt idx="20322">
                  <c:v>26.406099999999974</c:v>
                </c:pt>
                <c:pt idx="20323">
                  <c:v>25.774809999999999</c:v>
                </c:pt>
                <c:pt idx="20324">
                  <c:v>25.303940000000001</c:v>
                </c:pt>
                <c:pt idx="20325">
                  <c:v>25.28635999999997</c:v>
                </c:pt>
                <c:pt idx="20326">
                  <c:v>25.404050000000005</c:v>
                </c:pt>
                <c:pt idx="20327">
                  <c:v>25.486279999999972</c:v>
                </c:pt>
                <c:pt idx="20328">
                  <c:v>25.56028999999997</c:v>
                </c:pt>
                <c:pt idx="20329">
                  <c:v>25.719799999999989</c:v>
                </c:pt>
                <c:pt idx="20330">
                  <c:v>25.877199999999988</c:v>
                </c:pt>
                <c:pt idx="20331">
                  <c:v>25.968839999999975</c:v>
                </c:pt>
                <c:pt idx="20332">
                  <c:v>25.775499999999973</c:v>
                </c:pt>
                <c:pt idx="20333">
                  <c:v>25.529250000000001</c:v>
                </c:pt>
                <c:pt idx="20334">
                  <c:v>25.555489999999974</c:v>
                </c:pt>
                <c:pt idx="20335">
                  <c:v>25.778619999999975</c:v>
                </c:pt>
                <c:pt idx="20336">
                  <c:v>26.02317</c:v>
                </c:pt>
                <c:pt idx="20337">
                  <c:v>26.130199999999999</c:v>
                </c:pt>
                <c:pt idx="20338">
                  <c:v>26.156009999999988</c:v>
                </c:pt>
                <c:pt idx="20339">
                  <c:v>25.897639999999978</c:v>
                </c:pt>
                <c:pt idx="20340">
                  <c:v>25.420009999999973</c:v>
                </c:pt>
                <c:pt idx="20341">
                  <c:v>25.147300000000001</c:v>
                </c:pt>
                <c:pt idx="20342">
                  <c:v>25.16376</c:v>
                </c:pt>
                <c:pt idx="20343">
                  <c:v>25.163019999999989</c:v>
                </c:pt>
                <c:pt idx="20344">
                  <c:v>25.121900000000021</c:v>
                </c:pt>
                <c:pt idx="20345">
                  <c:v>25.136130000000001</c:v>
                </c:pt>
                <c:pt idx="20346">
                  <c:v>25.028019999999973</c:v>
                </c:pt>
                <c:pt idx="20347">
                  <c:v>24.746639999999957</c:v>
                </c:pt>
                <c:pt idx="20348">
                  <c:v>24.513739999999974</c:v>
                </c:pt>
                <c:pt idx="20349">
                  <c:v>24.565180000000002</c:v>
                </c:pt>
                <c:pt idx="20350">
                  <c:v>24.79583999999997</c:v>
                </c:pt>
                <c:pt idx="20351">
                  <c:v>24.944099999999974</c:v>
                </c:pt>
                <c:pt idx="20352">
                  <c:v>24.978850000000001</c:v>
                </c:pt>
                <c:pt idx="20353">
                  <c:v>24.928099999999972</c:v>
                </c:pt>
                <c:pt idx="20354">
                  <c:v>24.787279999999978</c:v>
                </c:pt>
                <c:pt idx="20355">
                  <c:v>24.69772</c:v>
                </c:pt>
                <c:pt idx="20356">
                  <c:v>24.629750000000001</c:v>
                </c:pt>
                <c:pt idx="20357">
                  <c:v>23.825880000000005</c:v>
                </c:pt>
                <c:pt idx="20358">
                  <c:v>22.70414999999997</c:v>
                </c:pt>
                <c:pt idx="20359">
                  <c:v>22.082199999999968</c:v>
                </c:pt>
                <c:pt idx="20360">
                  <c:v>21.896380000000001</c:v>
                </c:pt>
                <c:pt idx="20361">
                  <c:v>21.840499999999974</c:v>
                </c:pt>
                <c:pt idx="20362">
                  <c:v>21.802759999999989</c:v>
                </c:pt>
                <c:pt idx="20363">
                  <c:v>21.81513</c:v>
                </c:pt>
                <c:pt idx="20364">
                  <c:v>21.967939999999974</c:v>
                </c:pt>
                <c:pt idx="20365">
                  <c:v>22.194050000000022</c:v>
                </c:pt>
                <c:pt idx="20366">
                  <c:v>22.446229999999975</c:v>
                </c:pt>
                <c:pt idx="20367">
                  <c:v>22.80744</c:v>
                </c:pt>
                <c:pt idx="20368">
                  <c:v>23.140129999999989</c:v>
                </c:pt>
                <c:pt idx="20369">
                  <c:v>23.040709999999972</c:v>
                </c:pt>
                <c:pt idx="20370">
                  <c:v>22.468399999999956</c:v>
                </c:pt>
                <c:pt idx="20371">
                  <c:v>22.000739999999972</c:v>
                </c:pt>
                <c:pt idx="20372">
                  <c:v>21.77901</c:v>
                </c:pt>
                <c:pt idx="20373">
                  <c:v>21.676210000000001</c:v>
                </c:pt>
                <c:pt idx="20374">
                  <c:v>21.747109999999989</c:v>
                </c:pt>
                <c:pt idx="20375">
                  <c:v>21.985329999999955</c:v>
                </c:pt>
                <c:pt idx="20376">
                  <c:v>22.18599</c:v>
                </c:pt>
                <c:pt idx="20377">
                  <c:v>22.278309999999973</c:v>
                </c:pt>
                <c:pt idx="20378">
                  <c:v>22.069719999999968</c:v>
                </c:pt>
                <c:pt idx="20379">
                  <c:v>21.25291</c:v>
                </c:pt>
                <c:pt idx="20380">
                  <c:v>20.311330000000005</c:v>
                </c:pt>
                <c:pt idx="20381">
                  <c:v>19.772349999999957</c:v>
                </c:pt>
                <c:pt idx="20382">
                  <c:v>19.657070000000033</c:v>
                </c:pt>
                <c:pt idx="20383">
                  <c:v>19.771139999999974</c:v>
                </c:pt>
                <c:pt idx="20384">
                  <c:v>19.999689999999973</c:v>
                </c:pt>
                <c:pt idx="20385">
                  <c:v>19.753869999999999</c:v>
                </c:pt>
                <c:pt idx="20386">
                  <c:v>19.030419999999989</c:v>
                </c:pt>
                <c:pt idx="20387">
                  <c:v>18.640999999999988</c:v>
                </c:pt>
                <c:pt idx="20388">
                  <c:v>18.71951</c:v>
                </c:pt>
                <c:pt idx="20389">
                  <c:v>18.85838</c:v>
                </c:pt>
                <c:pt idx="20390">
                  <c:v>18.847930000000005</c:v>
                </c:pt>
                <c:pt idx="20391">
                  <c:v>18.787859999999988</c:v>
                </c:pt>
                <c:pt idx="20392">
                  <c:v>18.850930000000005</c:v>
                </c:pt>
                <c:pt idx="20393">
                  <c:v>19.149909999999988</c:v>
                </c:pt>
                <c:pt idx="20394">
                  <c:v>18.956719999999972</c:v>
                </c:pt>
                <c:pt idx="20395">
                  <c:v>17.79992</c:v>
                </c:pt>
                <c:pt idx="20396">
                  <c:v>16.299299999999974</c:v>
                </c:pt>
                <c:pt idx="20397">
                  <c:v>15.22357</c:v>
                </c:pt>
                <c:pt idx="20398">
                  <c:v>14.60999</c:v>
                </c:pt>
                <c:pt idx="20399">
                  <c:v>14.33257</c:v>
                </c:pt>
                <c:pt idx="20400">
                  <c:v>14.376720000000002</c:v>
                </c:pt>
                <c:pt idx="20401">
                  <c:v>14.65124</c:v>
                </c:pt>
                <c:pt idx="20402">
                  <c:v>15.13496</c:v>
                </c:pt>
                <c:pt idx="20403">
                  <c:v>15.71149</c:v>
                </c:pt>
                <c:pt idx="20404">
                  <c:v>16.408460000000002</c:v>
                </c:pt>
                <c:pt idx="20405">
                  <c:v>17.094830000000005</c:v>
                </c:pt>
                <c:pt idx="20406">
                  <c:v>17.136320000000001</c:v>
                </c:pt>
                <c:pt idx="20407">
                  <c:v>16.440769999999972</c:v>
                </c:pt>
                <c:pt idx="20408">
                  <c:v>15.594279999999999</c:v>
                </c:pt>
                <c:pt idx="20409">
                  <c:v>14.79448</c:v>
                </c:pt>
                <c:pt idx="20410">
                  <c:v>13.98265000000001</c:v>
                </c:pt>
                <c:pt idx="20411">
                  <c:v>13.299060000000001</c:v>
                </c:pt>
                <c:pt idx="20412">
                  <c:v>12.90972</c:v>
                </c:pt>
                <c:pt idx="20413">
                  <c:v>12.89057</c:v>
                </c:pt>
                <c:pt idx="20414">
                  <c:v>13.18421</c:v>
                </c:pt>
                <c:pt idx="20415">
                  <c:v>13.39085</c:v>
                </c:pt>
                <c:pt idx="20416">
                  <c:v>13.13556</c:v>
                </c:pt>
                <c:pt idx="20417">
                  <c:v>12.77942</c:v>
                </c:pt>
                <c:pt idx="20418">
                  <c:v>12.749319999999999</c:v>
                </c:pt>
                <c:pt idx="20419">
                  <c:v>12.737379999999998</c:v>
                </c:pt>
                <c:pt idx="20420">
                  <c:v>12.909940000000002</c:v>
                </c:pt>
                <c:pt idx="20421">
                  <c:v>12.99419</c:v>
                </c:pt>
                <c:pt idx="20422">
                  <c:v>12.633979999999999</c:v>
                </c:pt>
                <c:pt idx="20423">
                  <c:v>11.81561000000001</c:v>
                </c:pt>
                <c:pt idx="20424">
                  <c:v>11.1083</c:v>
                </c:pt>
                <c:pt idx="20425">
                  <c:v>11.14071</c:v>
                </c:pt>
                <c:pt idx="20426">
                  <c:v>11.550750000000004</c:v>
                </c:pt>
                <c:pt idx="20427">
                  <c:v>11.952840000000011</c:v>
                </c:pt>
                <c:pt idx="20428">
                  <c:v>12.303240000000002</c:v>
                </c:pt>
                <c:pt idx="20429">
                  <c:v>12.39409</c:v>
                </c:pt>
                <c:pt idx="20430">
                  <c:v>12.29542</c:v>
                </c:pt>
                <c:pt idx="20431">
                  <c:v>12.331770000000001</c:v>
                </c:pt>
                <c:pt idx="20432">
                  <c:v>12.413360000000001</c:v>
                </c:pt>
                <c:pt idx="20433">
                  <c:v>12.395680000000015</c:v>
                </c:pt>
                <c:pt idx="20434">
                  <c:v>12.27589</c:v>
                </c:pt>
                <c:pt idx="20435">
                  <c:v>12.19256</c:v>
                </c:pt>
                <c:pt idx="20436">
                  <c:v>12.104480000000002</c:v>
                </c:pt>
                <c:pt idx="20437">
                  <c:v>11.638159999999999</c:v>
                </c:pt>
                <c:pt idx="20438">
                  <c:v>11.14939</c:v>
                </c:pt>
                <c:pt idx="20439">
                  <c:v>11.318670000000001</c:v>
                </c:pt>
                <c:pt idx="20440">
                  <c:v>11.513640000000002</c:v>
                </c:pt>
                <c:pt idx="20441">
                  <c:v>11.348890000000001</c:v>
                </c:pt>
                <c:pt idx="20442">
                  <c:v>10.84225</c:v>
                </c:pt>
                <c:pt idx="20443">
                  <c:v>10.248419999999999</c:v>
                </c:pt>
                <c:pt idx="20444">
                  <c:v>9.8898600000000005</c:v>
                </c:pt>
                <c:pt idx="20445">
                  <c:v>9.97119</c:v>
                </c:pt>
                <c:pt idx="20446">
                  <c:v>10.138440000000001</c:v>
                </c:pt>
                <c:pt idx="20447">
                  <c:v>9.9122400000000006</c:v>
                </c:pt>
                <c:pt idx="20448">
                  <c:v>9.6987500000000004</c:v>
                </c:pt>
                <c:pt idx="20449">
                  <c:v>9.6620100000000004</c:v>
                </c:pt>
                <c:pt idx="20450">
                  <c:v>9.7487099999999991</c:v>
                </c:pt>
                <c:pt idx="20451">
                  <c:v>9.9975000000000005</c:v>
                </c:pt>
                <c:pt idx="20452">
                  <c:v>10.220359999999999</c:v>
                </c:pt>
                <c:pt idx="20453">
                  <c:v>10.230259999999999</c:v>
                </c:pt>
                <c:pt idx="20454">
                  <c:v>10.201500000000001</c:v>
                </c:pt>
                <c:pt idx="20455">
                  <c:v>10.480430000000011</c:v>
                </c:pt>
                <c:pt idx="20456">
                  <c:v>10.698740000000001</c:v>
                </c:pt>
                <c:pt idx="20457">
                  <c:v>10.505790000000006</c:v>
                </c:pt>
                <c:pt idx="20458">
                  <c:v>10.00623</c:v>
                </c:pt>
                <c:pt idx="20459">
                  <c:v>9.4789600000000007</c:v>
                </c:pt>
                <c:pt idx="20460">
                  <c:v>9.0998100000000015</c:v>
                </c:pt>
                <c:pt idx="20461">
                  <c:v>8.9535100000000067</c:v>
                </c:pt>
                <c:pt idx="20462">
                  <c:v>9.1479900000000001</c:v>
                </c:pt>
                <c:pt idx="20463">
                  <c:v>9.4538600000000006</c:v>
                </c:pt>
                <c:pt idx="20464">
                  <c:v>9.8328000000000007</c:v>
                </c:pt>
                <c:pt idx="20465">
                  <c:v>10.075630000000011</c:v>
                </c:pt>
                <c:pt idx="20466">
                  <c:v>9.8456600000000005</c:v>
                </c:pt>
                <c:pt idx="20467">
                  <c:v>9.4287900000000011</c:v>
                </c:pt>
                <c:pt idx="20468">
                  <c:v>9.1699800000000007</c:v>
                </c:pt>
                <c:pt idx="20469">
                  <c:v>9.1209299999999995</c:v>
                </c:pt>
                <c:pt idx="20470">
                  <c:v>9.2159000000000013</c:v>
                </c:pt>
                <c:pt idx="20471">
                  <c:v>9.3860600000000005</c:v>
                </c:pt>
                <c:pt idx="20472">
                  <c:v>9.5968700000000009</c:v>
                </c:pt>
                <c:pt idx="20473">
                  <c:v>9.6624800000000111</c:v>
                </c:pt>
                <c:pt idx="20474">
                  <c:v>9.6691100000000034</c:v>
                </c:pt>
                <c:pt idx="20475">
                  <c:v>9.7269500000000004</c:v>
                </c:pt>
                <c:pt idx="20476">
                  <c:v>9.4876800000000028</c:v>
                </c:pt>
                <c:pt idx="20477">
                  <c:v>8.774890000000001</c:v>
                </c:pt>
                <c:pt idx="20478">
                  <c:v>8.0050800000000066</c:v>
                </c:pt>
                <c:pt idx="20479">
                  <c:v>7.4339500000000003</c:v>
                </c:pt>
                <c:pt idx="20480">
                  <c:v>7.0371499999999996</c:v>
                </c:pt>
                <c:pt idx="20481">
                  <c:v>6.8492100000000002</c:v>
                </c:pt>
                <c:pt idx="20482">
                  <c:v>6.8377699999999999</c:v>
                </c:pt>
                <c:pt idx="20483">
                  <c:v>6.8807099999999997</c:v>
                </c:pt>
                <c:pt idx="20484">
                  <c:v>7.0778699999999999</c:v>
                </c:pt>
                <c:pt idx="20485">
                  <c:v>7.3490500000000001</c:v>
                </c:pt>
                <c:pt idx="20486">
                  <c:v>7.5808099999999996</c:v>
                </c:pt>
                <c:pt idx="20487">
                  <c:v>7.8345399999999943</c:v>
                </c:pt>
                <c:pt idx="20488">
                  <c:v>7.8760899999999996</c:v>
                </c:pt>
                <c:pt idx="20489">
                  <c:v>7.9232800000000001</c:v>
                </c:pt>
                <c:pt idx="20490">
                  <c:v>8.0955400000000068</c:v>
                </c:pt>
                <c:pt idx="20491">
                  <c:v>8.1543100000000006</c:v>
                </c:pt>
                <c:pt idx="20492">
                  <c:v>8.3749000000000002</c:v>
                </c:pt>
                <c:pt idx="20493">
                  <c:v>8.8792400000000047</c:v>
                </c:pt>
                <c:pt idx="20494">
                  <c:v>9.5702000000000016</c:v>
                </c:pt>
                <c:pt idx="20495">
                  <c:v>10.19941</c:v>
                </c:pt>
                <c:pt idx="20496">
                  <c:v>10.468960000000001</c:v>
                </c:pt>
                <c:pt idx="20497">
                  <c:v>10.24586</c:v>
                </c:pt>
                <c:pt idx="20498">
                  <c:v>9.8822200000000002</c:v>
                </c:pt>
                <c:pt idx="20499">
                  <c:v>9.7963000000000005</c:v>
                </c:pt>
                <c:pt idx="20500">
                  <c:v>9.9734900000000106</c:v>
                </c:pt>
                <c:pt idx="20501">
                  <c:v>10.25742</c:v>
                </c:pt>
                <c:pt idx="20502">
                  <c:v>10.50506</c:v>
                </c:pt>
                <c:pt idx="20503">
                  <c:v>10.62396</c:v>
                </c:pt>
                <c:pt idx="20504">
                  <c:v>10.72085</c:v>
                </c:pt>
                <c:pt idx="20505">
                  <c:v>11.00919</c:v>
                </c:pt>
                <c:pt idx="20506">
                  <c:v>11.35070000000001</c:v>
                </c:pt>
                <c:pt idx="20507">
                  <c:v>11.69201</c:v>
                </c:pt>
                <c:pt idx="20508">
                  <c:v>12.18656</c:v>
                </c:pt>
                <c:pt idx="20509">
                  <c:v>12.61397</c:v>
                </c:pt>
                <c:pt idx="20510">
                  <c:v>12.80796</c:v>
                </c:pt>
                <c:pt idx="20511">
                  <c:v>13.012840000000002</c:v>
                </c:pt>
                <c:pt idx="20512">
                  <c:v>13.31533000000001</c:v>
                </c:pt>
                <c:pt idx="20513">
                  <c:v>13.637460000000001</c:v>
                </c:pt>
                <c:pt idx="20514">
                  <c:v>14.08215</c:v>
                </c:pt>
                <c:pt idx="20515">
                  <c:v>14.31761</c:v>
                </c:pt>
                <c:pt idx="20516">
                  <c:v>14.296000000000001</c:v>
                </c:pt>
                <c:pt idx="20517">
                  <c:v>14.28407</c:v>
                </c:pt>
                <c:pt idx="20518">
                  <c:v>14.127090000000001</c:v>
                </c:pt>
                <c:pt idx="20519">
                  <c:v>13.918840000000001</c:v>
                </c:pt>
                <c:pt idx="20520">
                  <c:v>13.905490000000011</c:v>
                </c:pt>
                <c:pt idx="20521">
                  <c:v>13.943100000000001</c:v>
                </c:pt>
                <c:pt idx="20522">
                  <c:v>14.002280000000004</c:v>
                </c:pt>
                <c:pt idx="20523">
                  <c:v>14.23068</c:v>
                </c:pt>
                <c:pt idx="20524">
                  <c:v>14.27849</c:v>
                </c:pt>
                <c:pt idx="20525">
                  <c:v>14.35027</c:v>
                </c:pt>
                <c:pt idx="20526">
                  <c:v>14.26183</c:v>
                </c:pt>
                <c:pt idx="20527">
                  <c:v>14.03355</c:v>
                </c:pt>
                <c:pt idx="20528">
                  <c:v>14.15305</c:v>
                </c:pt>
                <c:pt idx="20529">
                  <c:v>14.545060000000001</c:v>
                </c:pt>
                <c:pt idx="20530">
                  <c:v>14.94787</c:v>
                </c:pt>
                <c:pt idx="20531">
                  <c:v>15.05132</c:v>
                </c:pt>
                <c:pt idx="20532">
                  <c:v>15.318670000000001</c:v>
                </c:pt>
                <c:pt idx="20533">
                  <c:v>16.012550000000001</c:v>
                </c:pt>
                <c:pt idx="20534">
                  <c:v>15.992520000000004</c:v>
                </c:pt>
                <c:pt idx="20535">
                  <c:v>15.338340000000001</c:v>
                </c:pt>
                <c:pt idx="20536">
                  <c:v>14.797000000000001</c:v>
                </c:pt>
                <c:pt idx="20537">
                  <c:v>14.248909999999997</c:v>
                </c:pt>
                <c:pt idx="20538">
                  <c:v>13.79121</c:v>
                </c:pt>
                <c:pt idx="20539">
                  <c:v>13.671010000000001</c:v>
                </c:pt>
                <c:pt idx="20540">
                  <c:v>13.79926</c:v>
                </c:pt>
                <c:pt idx="20541">
                  <c:v>14.06766</c:v>
                </c:pt>
                <c:pt idx="20542">
                  <c:v>14.45510000000001</c:v>
                </c:pt>
                <c:pt idx="20543">
                  <c:v>14.97481</c:v>
                </c:pt>
                <c:pt idx="20544">
                  <c:v>15.185740000000004</c:v>
                </c:pt>
                <c:pt idx="20545">
                  <c:v>14.8248</c:v>
                </c:pt>
                <c:pt idx="20546">
                  <c:v>14.274319999999999</c:v>
                </c:pt>
                <c:pt idx="20547">
                  <c:v>13.57897</c:v>
                </c:pt>
                <c:pt idx="20548">
                  <c:v>12.917680000000002</c:v>
                </c:pt>
                <c:pt idx="20549">
                  <c:v>12.594010000000001</c:v>
                </c:pt>
                <c:pt idx="20550">
                  <c:v>12.723090000000001</c:v>
                </c:pt>
                <c:pt idx="20551">
                  <c:v>13.05011</c:v>
                </c:pt>
                <c:pt idx="20552">
                  <c:v>13.51904</c:v>
                </c:pt>
                <c:pt idx="20553">
                  <c:v>14.15057</c:v>
                </c:pt>
                <c:pt idx="20554">
                  <c:v>14.79236</c:v>
                </c:pt>
                <c:pt idx="20555">
                  <c:v>15.221719999999999</c:v>
                </c:pt>
                <c:pt idx="20556">
                  <c:v>15.270160000000001</c:v>
                </c:pt>
                <c:pt idx="20557">
                  <c:v>15.23532</c:v>
                </c:pt>
                <c:pt idx="20558">
                  <c:v>15.38252000000001</c:v>
                </c:pt>
                <c:pt idx="20559">
                  <c:v>15.75135</c:v>
                </c:pt>
                <c:pt idx="20560">
                  <c:v>15.98765</c:v>
                </c:pt>
                <c:pt idx="20561">
                  <c:v>15.962010000000006</c:v>
                </c:pt>
                <c:pt idx="20562">
                  <c:v>16.184989999999999</c:v>
                </c:pt>
                <c:pt idx="20563">
                  <c:v>16.6266</c:v>
                </c:pt>
                <c:pt idx="20564">
                  <c:v>17.06066999999997</c:v>
                </c:pt>
                <c:pt idx="20565">
                  <c:v>17.310580000000005</c:v>
                </c:pt>
                <c:pt idx="20566">
                  <c:v>16.773420000000002</c:v>
                </c:pt>
                <c:pt idx="20567">
                  <c:v>15.65287</c:v>
                </c:pt>
                <c:pt idx="20568">
                  <c:v>15.19346</c:v>
                </c:pt>
                <c:pt idx="20569">
                  <c:v>15.519450000000004</c:v>
                </c:pt>
                <c:pt idx="20570">
                  <c:v>16.152699999999989</c:v>
                </c:pt>
                <c:pt idx="20571">
                  <c:v>16.868089999999974</c:v>
                </c:pt>
                <c:pt idx="20572">
                  <c:v>17.474710000000002</c:v>
                </c:pt>
                <c:pt idx="20573">
                  <c:v>17.895589999999974</c:v>
                </c:pt>
                <c:pt idx="20574">
                  <c:v>17.828619999999972</c:v>
                </c:pt>
                <c:pt idx="20575">
                  <c:v>17.734870000000026</c:v>
                </c:pt>
                <c:pt idx="20576">
                  <c:v>17.917760000000001</c:v>
                </c:pt>
                <c:pt idx="20577">
                  <c:v>18.151650000000021</c:v>
                </c:pt>
                <c:pt idx="20578">
                  <c:v>18.586489999999973</c:v>
                </c:pt>
                <c:pt idx="20579">
                  <c:v>19.007960000000022</c:v>
                </c:pt>
                <c:pt idx="20580">
                  <c:v>18.906339999999975</c:v>
                </c:pt>
                <c:pt idx="20581">
                  <c:v>18.504989999999999</c:v>
                </c:pt>
                <c:pt idx="20582">
                  <c:v>18.288129999999956</c:v>
                </c:pt>
                <c:pt idx="20583">
                  <c:v>18.161650000000005</c:v>
                </c:pt>
                <c:pt idx="20584">
                  <c:v>17.661460000000005</c:v>
                </c:pt>
                <c:pt idx="20585">
                  <c:v>17.475619999999957</c:v>
                </c:pt>
                <c:pt idx="20586">
                  <c:v>17.907810000000001</c:v>
                </c:pt>
                <c:pt idx="20587">
                  <c:v>18.498519999999957</c:v>
                </c:pt>
                <c:pt idx="20588">
                  <c:v>19.052810000000001</c:v>
                </c:pt>
                <c:pt idx="20589">
                  <c:v>18.810990000000022</c:v>
                </c:pt>
                <c:pt idx="20590">
                  <c:v>17.86158</c:v>
                </c:pt>
                <c:pt idx="20591">
                  <c:v>16.88588</c:v>
                </c:pt>
                <c:pt idx="20592">
                  <c:v>16.9238</c:v>
                </c:pt>
                <c:pt idx="20593">
                  <c:v>17.35313</c:v>
                </c:pt>
                <c:pt idx="20594">
                  <c:v>18.155169999999988</c:v>
                </c:pt>
                <c:pt idx="20595">
                  <c:v>18.895769999999974</c:v>
                </c:pt>
                <c:pt idx="20596">
                  <c:v>19.40728</c:v>
                </c:pt>
                <c:pt idx="20597">
                  <c:v>19.66454999999997</c:v>
                </c:pt>
                <c:pt idx="20598">
                  <c:v>19.991629999999972</c:v>
                </c:pt>
                <c:pt idx="20599">
                  <c:v>20.236930000000001</c:v>
                </c:pt>
                <c:pt idx="20600">
                  <c:v>20.639820000000022</c:v>
                </c:pt>
                <c:pt idx="20601">
                  <c:v>21.019210000000001</c:v>
                </c:pt>
                <c:pt idx="20602">
                  <c:v>20.172319999999978</c:v>
                </c:pt>
                <c:pt idx="20603">
                  <c:v>19.628160000000001</c:v>
                </c:pt>
                <c:pt idx="20604">
                  <c:v>19.817090000000022</c:v>
                </c:pt>
                <c:pt idx="20605">
                  <c:v>20.138809999999999</c:v>
                </c:pt>
                <c:pt idx="20606">
                  <c:v>20.404999999999987</c:v>
                </c:pt>
                <c:pt idx="20607">
                  <c:v>20.623059999999999</c:v>
                </c:pt>
                <c:pt idx="20608">
                  <c:v>20.781409999999973</c:v>
                </c:pt>
                <c:pt idx="20609">
                  <c:v>20.666820000000001</c:v>
                </c:pt>
                <c:pt idx="20610">
                  <c:v>20.750639999999972</c:v>
                </c:pt>
                <c:pt idx="20611">
                  <c:v>20.9011</c:v>
                </c:pt>
                <c:pt idx="20612">
                  <c:v>21.143609999999974</c:v>
                </c:pt>
                <c:pt idx="20613">
                  <c:v>21.576709999999974</c:v>
                </c:pt>
                <c:pt idx="20614">
                  <c:v>21.600390000000001</c:v>
                </c:pt>
                <c:pt idx="20615">
                  <c:v>21.459289999999989</c:v>
                </c:pt>
                <c:pt idx="20616">
                  <c:v>21.703859999999999</c:v>
                </c:pt>
                <c:pt idx="20617">
                  <c:v>21.782709999999959</c:v>
                </c:pt>
                <c:pt idx="20618">
                  <c:v>21.957870000000021</c:v>
                </c:pt>
                <c:pt idx="20619">
                  <c:v>22.324149999999989</c:v>
                </c:pt>
                <c:pt idx="20620">
                  <c:v>22.34266999999997</c:v>
                </c:pt>
                <c:pt idx="20621">
                  <c:v>22.085589999999975</c:v>
                </c:pt>
                <c:pt idx="20622">
                  <c:v>22.06128</c:v>
                </c:pt>
                <c:pt idx="20623">
                  <c:v>21.95138</c:v>
                </c:pt>
                <c:pt idx="20624">
                  <c:v>22.024940000000001</c:v>
                </c:pt>
                <c:pt idx="20625">
                  <c:v>22.54157</c:v>
                </c:pt>
                <c:pt idx="20626">
                  <c:v>23.242309999999971</c:v>
                </c:pt>
                <c:pt idx="20627">
                  <c:v>24.035309999999978</c:v>
                </c:pt>
                <c:pt idx="20628">
                  <c:v>24.84469</c:v>
                </c:pt>
                <c:pt idx="20629">
                  <c:v>25.422049999999956</c:v>
                </c:pt>
                <c:pt idx="20630">
                  <c:v>25.409289999999974</c:v>
                </c:pt>
                <c:pt idx="20631">
                  <c:v>24.895639999999968</c:v>
                </c:pt>
                <c:pt idx="20632">
                  <c:v>24.370280000000001</c:v>
                </c:pt>
                <c:pt idx="20633">
                  <c:v>23.965509999999952</c:v>
                </c:pt>
                <c:pt idx="20634">
                  <c:v>23.806180000000001</c:v>
                </c:pt>
                <c:pt idx="20635">
                  <c:v>23.915800000000001</c:v>
                </c:pt>
                <c:pt idx="20636">
                  <c:v>24.180399999999974</c:v>
                </c:pt>
                <c:pt idx="20637">
                  <c:v>24.542679999999972</c:v>
                </c:pt>
                <c:pt idx="20638">
                  <c:v>24.87548</c:v>
                </c:pt>
                <c:pt idx="20639">
                  <c:v>25.218710000000002</c:v>
                </c:pt>
                <c:pt idx="20640">
                  <c:v>25.637950000000043</c:v>
                </c:pt>
                <c:pt idx="20641">
                  <c:v>26.071940000000001</c:v>
                </c:pt>
                <c:pt idx="20642">
                  <c:v>26.207650000000001</c:v>
                </c:pt>
                <c:pt idx="20643">
                  <c:v>26.176659999999988</c:v>
                </c:pt>
                <c:pt idx="20644">
                  <c:v>26.219539999999974</c:v>
                </c:pt>
                <c:pt idx="20645">
                  <c:v>26.379819999999999</c:v>
                </c:pt>
                <c:pt idx="20646">
                  <c:v>26.770009999999989</c:v>
                </c:pt>
                <c:pt idx="20647">
                  <c:v>27.3536</c:v>
                </c:pt>
                <c:pt idx="20648">
                  <c:v>27.838979999999999</c:v>
                </c:pt>
                <c:pt idx="20649">
                  <c:v>28.234300000000001</c:v>
                </c:pt>
                <c:pt idx="20650">
                  <c:v>28.722099999999973</c:v>
                </c:pt>
                <c:pt idx="20651">
                  <c:v>29.11074</c:v>
                </c:pt>
                <c:pt idx="20652">
                  <c:v>29.107559999999999</c:v>
                </c:pt>
                <c:pt idx="20653">
                  <c:v>28.45921999999997</c:v>
                </c:pt>
                <c:pt idx="20654">
                  <c:v>27.581949999999978</c:v>
                </c:pt>
                <c:pt idx="20655">
                  <c:v>27.034189999999999</c:v>
                </c:pt>
                <c:pt idx="20656">
                  <c:v>26.74737</c:v>
                </c:pt>
                <c:pt idx="20657">
                  <c:v>26.737919999999999</c:v>
                </c:pt>
                <c:pt idx="20658">
                  <c:v>26.9541</c:v>
                </c:pt>
                <c:pt idx="20659">
                  <c:v>27.061800000000005</c:v>
                </c:pt>
                <c:pt idx="20660">
                  <c:v>26.936219999999974</c:v>
                </c:pt>
                <c:pt idx="20661">
                  <c:v>26.409659999999974</c:v>
                </c:pt>
                <c:pt idx="20662">
                  <c:v>25.616630000000001</c:v>
                </c:pt>
                <c:pt idx="20663">
                  <c:v>25.22892999999997</c:v>
                </c:pt>
                <c:pt idx="20664">
                  <c:v>25.12668</c:v>
                </c:pt>
                <c:pt idx="20665">
                  <c:v>25.12079</c:v>
                </c:pt>
                <c:pt idx="20666">
                  <c:v>25.400359999999989</c:v>
                </c:pt>
                <c:pt idx="20667">
                  <c:v>25.964970000000001</c:v>
                </c:pt>
                <c:pt idx="20668">
                  <c:v>26.523429999999973</c:v>
                </c:pt>
                <c:pt idx="20669">
                  <c:v>26.857650000000021</c:v>
                </c:pt>
                <c:pt idx="20670">
                  <c:v>26.939969999999999</c:v>
                </c:pt>
                <c:pt idx="20671">
                  <c:v>27.140090000000001</c:v>
                </c:pt>
                <c:pt idx="20672">
                  <c:v>27.592719999999975</c:v>
                </c:pt>
                <c:pt idx="20673">
                  <c:v>28.051010000000005</c:v>
                </c:pt>
                <c:pt idx="20674">
                  <c:v>28.424529999999972</c:v>
                </c:pt>
                <c:pt idx="20675">
                  <c:v>28.514559999999999</c:v>
                </c:pt>
                <c:pt idx="20676">
                  <c:v>28.234629999999989</c:v>
                </c:pt>
                <c:pt idx="20677">
                  <c:v>27.965579999999957</c:v>
                </c:pt>
                <c:pt idx="20678">
                  <c:v>27.963299999999968</c:v>
                </c:pt>
                <c:pt idx="20679">
                  <c:v>27.905929999999973</c:v>
                </c:pt>
                <c:pt idx="20680">
                  <c:v>27.53933</c:v>
                </c:pt>
                <c:pt idx="20681">
                  <c:v>27.066659999999974</c:v>
                </c:pt>
                <c:pt idx="20682">
                  <c:v>26.817419999999988</c:v>
                </c:pt>
                <c:pt idx="20683">
                  <c:v>26.076820000000001</c:v>
                </c:pt>
                <c:pt idx="20684">
                  <c:v>25.236930000000001</c:v>
                </c:pt>
                <c:pt idx="20685">
                  <c:v>25.056709999999974</c:v>
                </c:pt>
                <c:pt idx="20686">
                  <c:v>25.154299999999999</c:v>
                </c:pt>
                <c:pt idx="20687">
                  <c:v>25.109839999999988</c:v>
                </c:pt>
                <c:pt idx="20688">
                  <c:v>24.879709999999989</c:v>
                </c:pt>
                <c:pt idx="20689">
                  <c:v>24.781210000000002</c:v>
                </c:pt>
                <c:pt idx="20690">
                  <c:v>24.866709999999973</c:v>
                </c:pt>
                <c:pt idx="20691">
                  <c:v>25.089659999999974</c:v>
                </c:pt>
                <c:pt idx="20692">
                  <c:v>25.502800000000001</c:v>
                </c:pt>
                <c:pt idx="20693">
                  <c:v>26.089079999999989</c:v>
                </c:pt>
                <c:pt idx="20694">
                  <c:v>26.68167</c:v>
                </c:pt>
                <c:pt idx="20695">
                  <c:v>27.219880000000021</c:v>
                </c:pt>
                <c:pt idx="20696">
                  <c:v>27.576350000000001</c:v>
                </c:pt>
                <c:pt idx="20697">
                  <c:v>27.730930000000001</c:v>
                </c:pt>
                <c:pt idx="20698">
                  <c:v>27.278549999999957</c:v>
                </c:pt>
                <c:pt idx="20699">
                  <c:v>26.193059999999999</c:v>
                </c:pt>
                <c:pt idx="20700">
                  <c:v>25.21593</c:v>
                </c:pt>
                <c:pt idx="20701">
                  <c:v>24.583369999999974</c:v>
                </c:pt>
                <c:pt idx="20702">
                  <c:v>24.210560000000001</c:v>
                </c:pt>
                <c:pt idx="20703">
                  <c:v>24.207789999999989</c:v>
                </c:pt>
                <c:pt idx="20704">
                  <c:v>24.43113</c:v>
                </c:pt>
                <c:pt idx="20705">
                  <c:v>24.451139999999974</c:v>
                </c:pt>
                <c:pt idx="20706">
                  <c:v>24.324860000000033</c:v>
                </c:pt>
                <c:pt idx="20707">
                  <c:v>23.972289999999973</c:v>
                </c:pt>
                <c:pt idx="20708">
                  <c:v>23.605960000000021</c:v>
                </c:pt>
                <c:pt idx="20709">
                  <c:v>23.448199999999975</c:v>
                </c:pt>
                <c:pt idx="20710">
                  <c:v>23.22636</c:v>
                </c:pt>
                <c:pt idx="20711">
                  <c:v>22.65203</c:v>
                </c:pt>
                <c:pt idx="20712">
                  <c:v>22.034890000000026</c:v>
                </c:pt>
                <c:pt idx="20713">
                  <c:v>21.777609999999989</c:v>
                </c:pt>
                <c:pt idx="20714">
                  <c:v>21.699950000000033</c:v>
                </c:pt>
                <c:pt idx="20715">
                  <c:v>21.648820000000001</c:v>
                </c:pt>
                <c:pt idx="20716">
                  <c:v>21.77826</c:v>
                </c:pt>
                <c:pt idx="20717">
                  <c:v>22.112870000000033</c:v>
                </c:pt>
                <c:pt idx="20718">
                  <c:v>22.536580000000001</c:v>
                </c:pt>
                <c:pt idx="20719">
                  <c:v>22.91778</c:v>
                </c:pt>
                <c:pt idx="20720">
                  <c:v>23.06948999999997</c:v>
                </c:pt>
                <c:pt idx="20721">
                  <c:v>22.961609999999968</c:v>
                </c:pt>
                <c:pt idx="20722">
                  <c:v>22.669860000000021</c:v>
                </c:pt>
                <c:pt idx="20723">
                  <c:v>22.304320000000001</c:v>
                </c:pt>
                <c:pt idx="20724">
                  <c:v>22.107869999999998</c:v>
                </c:pt>
                <c:pt idx="20725">
                  <c:v>22.226009999999974</c:v>
                </c:pt>
                <c:pt idx="20726">
                  <c:v>22.32818</c:v>
                </c:pt>
                <c:pt idx="20727">
                  <c:v>22.406459999999978</c:v>
                </c:pt>
                <c:pt idx="20728">
                  <c:v>22.663409999999974</c:v>
                </c:pt>
                <c:pt idx="20729">
                  <c:v>22.478519999999964</c:v>
                </c:pt>
                <c:pt idx="20730">
                  <c:v>21.42587</c:v>
                </c:pt>
                <c:pt idx="20731">
                  <c:v>20.61251</c:v>
                </c:pt>
                <c:pt idx="20732">
                  <c:v>20.372199999999989</c:v>
                </c:pt>
                <c:pt idx="20733">
                  <c:v>20.364540000000002</c:v>
                </c:pt>
                <c:pt idx="20734">
                  <c:v>20.26589999999997</c:v>
                </c:pt>
                <c:pt idx="20735">
                  <c:v>19.764319999999973</c:v>
                </c:pt>
                <c:pt idx="20736">
                  <c:v>19.17033</c:v>
                </c:pt>
                <c:pt idx="20737">
                  <c:v>18.396159999999988</c:v>
                </c:pt>
                <c:pt idx="20738">
                  <c:v>17.602650000000001</c:v>
                </c:pt>
                <c:pt idx="20739">
                  <c:v>17.134960000000039</c:v>
                </c:pt>
                <c:pt idx="20740">
                  <c:v>16.92346999999997</c:v>
                </c:pt>
                <c:pt idx="20741">
                  <c:v>16.769619999999971</c:v>
                </c:pt>
                <c:pt idx="20742">
                  <c:v>16.559270000000001</c:v>
                </c:pt>
                <c:pt idx="20743">
                  <c:v>16.475659999999973</c:v>
                </c:pt>
                <c:pt idx="20744">
                  <c:v>16.50827</c:v>
                </c:pt>
                <c:pt idx="20745">
                  <c:v>16.357900000000026</c:v>
                </c:pt>
                <c:pt idx="20746">
                  <c:v>16.106120000000001</c:v>
                </c:pt>
                <c:pt idx="20747">
                  <c:v>16.092490000000002</c:v>
                </c:pt>
                <c:pt idx="20748">
                  <c:v>16.437180000000001</c:v>
                </c:pt>
                <c:pt idx="20749">
                  <c:v>17.071619999999989</c:v>
                </c:pt>
                <c:pt idx="20750">
                  <c:v>17.66459</c:v>
                </c:pt>
                <c:pt idx="20751">
                  <c:v>17.855509999999974</c:v>
                </c:pt>
                <c:pt idx="20752">
                  <c:v>17.814350000000033</c:v>
                </c:pt>
                <c:pt idx="20753">
                  <c:v>17.66666</c:v>
                </c:pt>
                <c:pt idx="20754">
                  <c:v>17.182119999999973</c:v>
                </c:pt>
                <c:pt idx="20755">
                  <c:v>16.49747</c:v>
                </c:pt>
                <c:pt idx="20756">
                  <c:v>16.048309999999972</c:v>
                </c:pt>
                <c:pt idx="20757">
                  <c:v>15.75346</c:v>
                </c:pt>
                <c:pt idx="20758">
                  <c:v>16.087420000000002</c:v>
                </c:pt>
                <c:pt idx="20759">
                  <c:v>15.85139</c:v>
                </c:pt>
                <c:pt idx="20760">
                  <c:v>14.97373000000001</c:v>
                </c:pt>
                <c:pt idx="20761">
                  <c:v>14.368</c:v>
                </c:pt>
                <c:pt idx="20762">
                  <c:v>13.98455</c:v>
                </c:pt>
                <c:pt idx="20763">
                  <c:v>14.009170000000001</c:v>
                </c:pt>
                <c:pt idx="20764">
                  <c:v>14.03346</c:v>
                </c:pt>
                <c:pt idx="20765">
                  <c:v>13.74062</c:v>
                </c:pt>
                <c:pt idx="20766">
                  <c:v>13.656740000000006</c:v>
                </c:pt>
                <c:pt idx="20767">
                  <c:v>13.889690000000011</c:v>
                </c:pt>
                <c:pt idx="20768">
                  <c:v>14.0359</c:v>
                </c:pt>
                <c:pt idx="20769">
                  <c:v>13.66766</c:v>
                </c:pt>
                <c:pt idx="20770">
                  <c:v>13.25844</c:v>
                </c:pt>
                <c:pt idx="20771">
                  <c:v>13.19087</c:v>
                </c:pt>
                <c:pt idx="20772">
                  <c:v>13.07127</c:v>
                </c:pt>
                <c:pt idx="20773">
                  <c:v>12.51266</c:v>
                </c:pt>
                <c:pt idx="20774">
                  <c:v>12.016350000000001</c:v>
                </c:pt>
                <c:pt idx="20775">
                  <c:v>11.92393</c:v>
                </c:pt>
                <c:pt idx="20776">
                  <c:v>12.1136</c:v>
                </c:pt>
                <c:pt idx="20777">
                  <c:v>12.52361</c:v>
                </c:pt>
                <c:pt idx="20778">
                  <c:v>12.73582</c:v>
                </c:pt>
                <c:pt idx="20779">
                  <c:v>11.973510000000006</c:v>
                </c:pt>
                <c:pt idx="20780">
                  <c:v>11.21346</c:v>
                </c:pt>
                <c:pt idx="20781">
                  <c:v>10.903880000000004</c:v>
                </c:pt>
                <c:pt idx="20782">
                  <c:v>10.76643000000001</c:v>
                </c:pt>
                <c:pt idx="20783">
                  <c:v>10.556990000000004</c:v>
                </c:pt>
                <c:pt idx="20784">
                  <c:v>10.32762</c:v>
                </c:pt>
                <c:pt idx="20785">
                  <c:v>10.40292</c:v>
                </c:pt>
                <c:pt idx="20786">
                  <c:v>10.3819</c:v>
                </c:pt>
                <c:pt idx="20787">
                  <c:v>10.0976</c:v>
                </c:pt>
                <c:pt idx="20788">
                  <c:v>10.05538000000001</c:v>
                </c:pt>
                <c:pt idx="20789">
                  <c:v>9.8977300000000028</c:v>
                </c:pt>
                <c:pt idx="20790">
                  <c:v>9.597150000000001</c:v>
                </c:pt>
                <c:pt idx="20791">
                  <c:v>9.4157000000000028</c:v>
                </c:pt>
                <c:pt idx="20792">
                  <c:v>9.3296500000000027</c:v>
                </c:pt>
                <c:pt idx="20793">
                  <c:v>9.5852900000000005</c:v>
                </c:pt>
                <c:pt idx="20794">
                  <c:v>9.6408100000000001</c:v>
                </c:pt>
                <c:pt idx="20795">
                  <c:v>9.4444300000000005</c:v>
                </c:pt>
                <c:pt idx="20796">
                  <c:v>9.3177200000000013</c:v>
                </c:pt>
                <c:pt idx="20797">
                  <c:v>9.1663500000000013</c:v>
                </c:pt>
                <c:pt idx="20798">
                  <c:v>9.2058</c:v>
                </c:pt>
                <c:pt idx="20799">
                  <c:v>9.2668000000000035</c:v>
                </c:pt>
                <c:pt idx="20800">
                  <c:v>9.1939600000000006</c:v>
                </c:pt>
                <c:pt idx="20801">
                  <c:v>9.2878799999999995</c:v>
                </c:pt>
                <c:pt idx="20802">
                  <c:v>9.5032700000000006</c:v>
                </c:pt>
                <c:pt idx="20803">
                  <c:v>9.5221800000000005</c:v>
                </c:pt>
                <c:pt idx="20804">
                  <c:v>9.3273200000000003</c:v>
                </c:pt>
                <c:pt idx="20805">
                  <c:v>9.2543799999999994</c:v>
                </c:pt>
                <c:pt idx="20806">
                  <c:v>9.2944700000000005</c:v>
                </c:pt>
                <c:pt idx="20807">
                  <c:v>9.4143699999999999</c:v>
                </c:pt>
                <c:pt idx="20808">
                  <c:v>9.5473499999999998</c:v>
                </c:pt>
                <c:pt idx="20809">
                  <c:v>9.4894400000000125</c:v>
                </c:pt>
                <c:pt idx="20810">
                  <c:v>9.194840000000001</c:v>
                </c:pt>
                <c:pt idx="20811">
                  <c:v>9.0769100000000016</c:v>
                </c:pt>
                <c:pt idx="20812">
                  <c:v>9.0840500000000013</c:v>
                </c:pt>
                <c:pt idx="20813">
                  <c:v>9.03294</c:v>
                </c:pt>
                <c:pt idx="20814">
                  <c:v>8.9403400000000008</c:v>
                </c:pt>
                <c:pt idx="20815">
                  <c:v>8.9529200000000007</c:v>
                </c:pt>
                <c:pt idx="20816">
                  <c:v>9.1536500000000007</c:v>
                </c:pt>
                <c:pt idx="20817">
                  <c:v>9.4535800000000147</c:v>
                </c:pt>
                <c:pt idx="20818">
                  <c:v>9.7523</c:v>
                </c:pt>
                <c:pt idx="20819">
                  <c:v>9.9375400000000003</c:v>
                </c:pt>
                <c:pt idx="20820">
                  <c:v>10.015510000000004</c:v>
                </c:pt>
                <c:pt idx="20821">
                  <c:v>9.9246500000000015</c:v>
                </c:pt>
                <c:pt idx="20822">
                  <c:v>9.6835600000000035</c:v>
                </c:pt>
                <c:pt idx="20823">
                  <c:v>9.4769700000000014</c:v>
                </c:pt>
                <c:pt idx="20824">
                  <c:v>9.1916200000000003</c:v>
                </c:pt>
                <c:pt idx="20825">
                  <c:v>8.6474300000000017</c:v>
                </c:pt>
                <c:pt idx="20826">
                  <c:v>8.1912900000000004</c:v>
                </c:pt>
                <c:pt idx="20827">
                  <c:v>8.145620000000001</c:v>
                </c:pt>
                <c:pt idx="20828">
                  <c:v>8.3789400000000001</c:v>
                </c:pt>
                <c:pt idx="20829">
                  <c:v>8.7186699999999995</c:v>
                </c:pt>
                <c:pt idx="20830">
                  <c:v>9.0989599999999999</c:v>
                </c:pt>
                <c:pt idx="20831">
                  <c:v>9.2163900000000005</c:v>
                </c:pt>
                <c:pt idx="20832">
                  <c:v>9.0353700000000003</c:v>
                </c:pt>
                <c:pt idx="20833">
                  <c:v>8.9015800000000027</c:v>
                </c:pt>
                <c:pt idx="20834">
                  <c:v>8.8398100000000035</c:v>
                </c:pt>
                <c:pt idx="20835">
                  <c:v>8.7909100000000002</c:v>
                </c:pt>
                <c:pt idx="20836">
                  <c:v>8.84117</c:v>
                </c:pt>
                <c:pt idx="20837">
                  <c:v>8.8326700000000002</c:v>
                </c:pt>
                <c:pt idx="20838">
                  <c:v>8.8510900000000028</c:v>
                </c:pt>
                <c:pt idx="20839">
                  <c:v>8.8570500000000028</c:v>
                </c:pt>
                <c:pt idx="20840">
                  <c:v>8.7227800000000002</c:v>
                </c:pt>
                <c:pt idx="20841">
                  <c:v>8.5439299999999996</c:v>
                </c:pt>
                <c:pt idx="20842">
                  <c:v>8.4851500000000026</c:v>
                </c:pt>
                <c:pt idx="20843">
                  <c:v>8.5698000000000008</c:v>
                </c:pt>
                <c:pt idx="20844">
                  <c:v>8.7215100000000003</c:v>
                </c:pt>
                <c:pt idx="20845">
                  <c:v>8.8957400000000124</c:v>
                </c:pt>
                <c:pt idx="20846">
                  <c:v>8.5837800000000026</c:v>
                </c:pt>
                <c:pt idx="20847">
                  <c:v>7.6086</c:v>
                </c:pt>
                <c:pt idx="20848">
                  <c:v>7.1521099999999942</c:v>
                </c:pt>
                <c:pt idx="20849">
                  <c:v>7.1805499999999975</c:v>
                </c:pt>
                <c:pt idx="20850">
                  <c:v>7.5262099999999998</c:v>
                </c:pt>
                <c:pt idx="20851">
                  <c:v>7.7984400000000003</c:v>
                </c:pt>
                <c:pt idx="20852">
                  <c:v>7.9199799999999998</c:v>
                </c:pt>
                <c:pt idx="20853">
                  <c:v>8.0224100000000007</c:v>
                </c:pt>
                <c:pt idx="20854">
                  <c:v>8.1099100000000011</c:v>
                </c:pt>
                <c:pt idx="20855">
                  <c:v>8.0768200000000014</c:v>
                </c:pt>
                <c:pt idx="20856">
                  <c:v>8.1621900000000007</c:v>
                </c:pt>
                <c:pt idx="20857">
                  <c:v>8.5196400000000008</c:v>
                </c:pt>
                <c:pt idx="20858">
                  <c:v>8.8621300000000112</c:v>
                </c:pt>
                <c:pt idx="20859">
                  <c:v>8.891960000000001</c:v>
                </c:pt>
                <c:pt idx="20860">
                  <c:v>8.7988400000000002</c:v>
                </c:pt>
                <c:pt idx="20861">
                  <c:v>8.8863900000000005</c:v>
                </c:pt>
                <c:pt idx="20862">
                  <c:v>9.0930800000000005</c:v>
                </c:pt>
                <c:pt idx="20863">
                  <c:v>9.2197000000000013</c:v>
                </c:pt>
                <c:pt idx="20864">
                  <c:v>9.4448000000000008</c:v>
                </c:pt>
                <c:pt idx="20865">
                  <c:v>9.4518000000000004</c:v>
                </c:pt>
                <c:pt idx="20866">
                  <c:v>9.2642900000000008</c:v>
                </c:pt>
                <c:pt idx="20867">
                  <c:v>9.2972199999999994</c:v>
                </c:pt>
                <c:pt idx="20868">
                  <c:v>9.3630600000000008</c:v>
                </c:pt>
                <c:pt idx="20869">
                  <c:v>9.5315300000000001</c:v>
                </c:pt>
                <c:pt idx="20870">
                  <c:v>9.6007900000000035</c:v>
                </c:pt>
                <c:pt idx="20871">
                  <c:v>9.4814500000000006</c:v>
                </c:pt>
                <c:pt idx="20872">
                  <c:v>9.69876</c:v>
                </c:pt>
                <c:pt idx="20873">
                  <c:v>10.128959999999999</c:v>
                </c:pt>
                <c:pt idx="20874">
                  <c:v>10.485660000000006</c:v>
                </c:pt>
                <c:pt idx="20875">
                  <c:v>10.517440000000002</c:v>
                </c:pt>
                <c:pt idx="20876">
                  <c:v>10.489040000000006</c:v>
                </c:pt>
                <c:pt idx="20877">
                  <c:v>10.17516</c:v>
                </c:pt>
                <c:pt idx="20878">
                  <c:v>9.7382399999999993</c:v>
                </c:pt>
                <c:pt idx="20879">
                  <c:v>9.7838000000000012</c:v>
                </c:pt>
                <c:pt idx="20880">
                  <c:v>10.000720000000001</c:v>
                </c:pt>
                <c:pt idx="20881">
                  <c:v>10.54355</c:v>
                </c:pt>
                <c:pt idx="20882">
                  <c:v>10.995680000000011</c:v>
                </c:pt>
                <c:pt idx="20883">
                  <c:v>11.25940000000001</c:v>
                </c:pt>
                <c:pt idx="20884">
                  <c:v>10.98298000000001</c:v>
                </c:pt>
                <c:pt idx="20885">
                  <c:v>10.39719</c:v>
                </c:pt>
                <c:pt idx="20886">
                  <c:v>9.9930900000000005</c:v>
                </c:pt>
                <c:pt idx="20887">
                  <c:v>9.6339699999999997</c:v>
                </c:pt>
                <c:pt idx="20888">
                  <c:v>9.3861500000000007</c:v>
                </c:pt>
                <c:pt idx="20889">
                  <c:v>9.56297</c:v>
                </c:pt>
                <c:pt idx="20890">
                  <c:v>10.086980000000002</c:v>
                </c:pt>
                <c:pt idx="20891">
                  <c:v>10.877840000000004</c:v>
                </c:pt>
                <c:pt idx="20892">
                  <c:v>11.556400000000011</c:v>
                </c:pt>
                <c:pt idx="20893">
                  <c:v>11.68561</c:v>
                </c:pt>
                <c:pt idx="20894">
                  <c:v>11.65893</c:v>
                </c:pt>
                <c:pt idx="20895">
                  <c:v>11.607480000000002</c:v>
                </c:pt>
                <c:pt idx="20896">
                  <c:v>11.457280000000004</c:v>
                </c:pt>
                <c:pt idx="20897">
                  <c:v>11.52125</c:v>
                </c:pt>
                <c:pt idx="20898">
                  <c:v>11.55284000000001</c:v>
                </c:pt>
                <c:pt idx="20899">
                  <c:v>11.455890000000011</c:v>
                </c:pt>
                <c:pt idx="20900">
                  <c:v>11.47303000000001</c:v>
                </c:pt>
                <c:pt idx="20901">
                  <c:v>11.93989</c:v>
                </c:pt>
                <c:pt idx="20902">
                  <c:v>12.671620000000001</c:v>
                </c:pt>
                <c:pt idx="20903">
                  <c:v>13.392860000000002</c:v>
                </c:pt>
                <c:pt idx="20904">
                  <c:v>14.10488</c:v>
                </c:pt>
                <c:pt idx="20905">
                  <c:v>14.817070000000001</c:v>
                </c:pt>
                <c:pt idx="20906">
                  <c:v>15.227379999999998</c:v>
                </c:pt>
                <c:pt idx="20907">
                  <c:v>15.456020000000002</c:v>
                </c:pt>
                <c:pt idx="20908">
                  <c:v>15.81514000000001</c:v>
                </c:pt>
                <c:pt idx="20909">
                  <c:v>15.908470000000001</c:v>
                </c:pt>
                <c:pt idx="20910">
                  <c:v>15.2826</c:v>
                </c:pt>
                <c:pt idx="20911">
                  <c:v>14.01540000000001</c:v>
                </c:pt>
                <c:pt idx="20912">
                  <c:v>12.899370000000001</c:v>
                </c:pt>
                <c:pt idx="20913">
                  <c:v>12.17257</c:v>
                </c:pt>
                <c:pt idx="20914">
                  <c:v>11.895590000000011</c:v>
                </c:pt>
                <c:pt idx="20915">
                  <c:v>11.997530000000006</c:v>
                </c:pt>
                <c:pt idx="20916">
                  <c:v>12.24419</c:v>
                </c:pt>
                <c:pt idx="20917">
                  <c:v>12.405610000000006</c:v>
                </c:pt>
                <c:pt idx="20918">
                  <c:v>12.656550000000006</c:v>
                </c:pt>
                <c:pt idx="20919">
                  <c:v>13.19323</c:v>
                </c:pt>
                <c:pt idx="20920">
                  <c:v>13.80851</c:v>
                </c:pt>
                <c:pt idx="20921">
                  <c:v>14.25855</c:v>
                </c:pt>
                <c:pt idx="20922">
                  <c:v>14.509920000000001</c:v>
                </c:pt>
                <c:pt idx="20923">
                  <c:v>14.736369999999999</c:v>
                </c:pt>
                <c:pt idx="20924">
                  <c:v>15.05519000000001</c:v>
                </c:pt>
                <c:pt idx="20925">
                  <c:v>15.484690000000002</c:v>
                </c:pt>
                <c:pt idx="20926">
                  <c:v>15.933960000000001</c:v>
                </c:pt>
                <c:pt idx="20927">
                  <c:v>16.407209999999989</c:v>
                </c:pt>
                <c:pt idx="20928">
                  <c:v>17.047789999999978</c:v>
                </c:pt>
                <c:pt idx="20929">
                  <c:v>17.823979999999999</c:v>
                </c:pt>
                <c:pt idx="20930">
                  <c:v>18.515170000000001</c:v>
                </c:pt>
                <c:pt idx="20931">
                  <c:v>18.495229999999957</c:v>
                </c:pt>
                <c:pt idx="20932">
                  <c:v>17.89508</c:v>
                </c:pt>
                <c:pt idx="20933">
                  <c:v>17.283850000000001</c:v>
                </c:pt>
                <c:pt idx="20934">
                  <c:v>16.935619999999975</c:v>
                </c:pt>
                <c:pt idx="20935">
                  <c:v>17.05301</c:v>
                </c:pt>
                <c:pt idx="20936">
                  <c:v>17.499599999999973</c:v>
                </c:pt>
                <c:pt idx="20937">
                  <c:v>17.805199999999989</c:v>
                </c:pt>
                <c:pt idx="20938">
                  <c:v>17.760850000000001</c:v>
                </c:pt>
                <c:pt idx="20939">
                  <c:v>17.620920000000005</c:v>
                </c:pt>
                <c:pt idx="20940">
                  <c:v>17.65841</c:v>
                </c:pt>
                <c:pt idx="20941">
                  <c:v>18.027200000000001</c:v>
                </c:pt>
                <c:pt idx="20942">
                  <c:v>18.462019999999956</c:v>
                </c:pt>
                <c:pt idx="20943">
                  <c:v>19.12771</c:v>
                </c:pt>
                <c:pt idx="20944">
                  <c:v>20.03464</c:v>
                </c:pt>
                <c:pt idx="20945">
                  <c:v>20.533880000000021</c:v>
                </c:pt>
                <c:pt idx="20946">
                  <c:v>20.571629999999974</c:v>
                </c:pt>
                <c:pt idx="20947">
                  <c:v>20.640920000000001</c:v>
                </c:pt>
                <c:pt idx="20948">
                  <c:v>20.76416</c:v>
                </c:pt>
                <c:pt idx="20949">
                  <c:v>20.797639999999973</c:v>
                </c:pt>
                <c:pt idx="20950">
                  <c:v>20.66133</c:v>
                </c:pt>
                <c:pt idx="20951">
                  <c:v>20.079039999999978</c:v>
                </c:pt>
                <c:pt idx="20952">
                  <c:v>19.33624</c:v>
                </c:pt>
                <c:pt idx="20953">
                  <c:v>18.776779999999974</c:v>
                </c:pt>
                <c:pt idx="20954">
                  <c:v>18.364139999999974</c:v>
                </c:pt>
                <c:pt idx="20955">
                  <c:v>18.00292</c:v>
                </c:pt>
                <c:pt idx="20956">
                  <c:v>17.51341</c:v>
                </c:pt>
                <c:pt idx="20957">
                  <c:v>17.475439999999956</c:v>
                </c:pt>
                <c:pt idx="20958">
                  <c:v>17.81823</c:v>
                </c:pt>
                <c:pt idx="20959">
                  <c:v>18.303180000000001</c:v>
                </c:pt>
                <c:pt idx="20960">
                  <c:v>18.627669999999988</c:v>
                </c:pt>
                <c:pt idx="20961">
                  <c:v>18.765319999999956</c:v>
                </c:pt>
                <c:pt idx="20962">
                  <c:v>19.016950000000033</c:v>
                </c:pt>
                <c:pt idx="20963">
                  <c:v>19.289219999999968</c:v>
                </c:pt>
                <c:pt idx="20964">
                  <c:v>19.475209999999972</c:v>
                </c:pt>
                <c:pt idx="20965">
                  <c:v>19.674199999999999</c:v>
                </c:pt>
                <c:pt idx="20966">
                  <c:v>19.921189999999989</c:v>
                </c:pt>
                <c:pt idx="20967">
                  <c:v>20.311679999999999</c:v>
                </c:pt>
                <c:pt idx="20968">
                  <c:v>20.766629999999957</c:v>
                </c:pt>
                <c:pt idx="20969">
                  <c:v>21.118359999999999</c:v>
                </c:pt>
                <c:pt idx="20970">
                  <c:v>21.167010000000001</c:v>
                </c:pt>
                <c:pt idx="20971">
                  <c:v>20.727509999999974</c:v>
                </c:pt>
                <c:pt idx="20972">
                  <c:v>20.607209999999988</c:v>
                </c:pt>
                <c:pt idx="20973">
                  <c:v>20.86918</c:v>
                </c:pt>
                <c:pt idx="20974">
                  <c:v>20.279</c:v>
                </c:pt>
                <c:pt idx="20975">
                  <c:v>19.164149999999989</c:v>
                </c:pt>
                <c:pt idx="20976">
                  <c:v>18.84660999999997</c:v>
                </c:pt>
                <c:pt idx="20977">
                  <c:v>19.134830000000033</c:v>
                </c:pt>
                <c:pt idx="20978">
                  <c:v>19.147050000000021</c:v>
                </c:pt>
                <c:pt idx="20979">
                  <c:v>18.567</c:v>
                </c:pt>
                <c:pt idx="20980">
                  <c:v>18.515729999999973</c:v>
                </c:pt>
                <c:pt idx="20981">
                  <c:v>19.062629999999956</c:v>
                </c:pt>
                <c:pt idx="20982">
                  <c:v>19.718900000000001</c:v>
                </c:pt>
                <c:pt idx="20983">
                  <c:v>20.232250000000001</c:v>
                </c:pt>
                <c:pt idx="20984">
                  <c:v>20.348539999999975</c:v>
                </c:pt>
                <c:pt idx="20985">
                  <c:v>20.467609999999972</c:v>
                </c:pt>
                <c:pt idx="20986">
                  <c:v>20.834109999999999</c:v>
                </c:pt>
                <c:pt idx="20987">
                  <c:v>21.396979999999999</c:v>
                </c:pt>
                <c:pt idx="20988">
                  <c:v>21.97526999999997</c:v>
                </c:pt>
                <c:pt idx="20989">
                  <c:v>21.677160000000022</c:v>
                </c:pt>
                <c:pt idx="20990">
                  <c:v>20.901800000000001</c:v>
                </c:pt>
                <c:pt idx="20991">
                  <c:v>20.334460000000021</c:v>
                </c:pt>
                <c:pt idx="20992">
                  <c:v>20.093109999999989</c:v>
                </c:pt>
                <c:pt idx="20993">
                  <c:v>20.117609999999999</c:v>
                </c:pt>
                <c:pt idx="20994">
                  <c:v>20.156350000000021</c:v>
                </c:pt>
                <c:pt idx="20995">
                  <c:v>20.194320000000001</c:v>
                </c:pt>
                <c:pt idx="20996">
                  <c:v>20.385789999999975</c:v>
                </c:pt>
                <c:pt idx="20997">
                  <c:v>20.235759999999978</c:v>
                </c:pt>
                <c:pt idx="20998">
                  <c:v>20.35529</c:v>
                </c:pt>
                <c:pt idx="20999">
                  <c:v>20.946699999999975</c:v>
                </c:pt>
                <c:pt idx="21000">
                  <c:v>21.394760000000005</c:v>
                </c:pt>
                <c:pt idx="21001">
                  <c:v>21.84932999999997</c:v>
                </c:pt>
                <c:pt idx="21002">
                  <c:v>22.406749999999956</c:v>
                </c:pt>
                <c:pt idx="21003">
                  <c:v>22.853890000000021</c:v>
                </c:pt>
                <c:pt idx="21004">
                  <c:v>23.190290000000001</c:v>
                </c:pt>
                <c:pt idx="21005">
                  <c:v>23.321919999999999</c:v>
                </c:pt>
                <c:pt idx="21006">
                  <c:v>23.14875</c:v>
                </c:pt>
                <c:pt idx="21007">
                  <c:v>23.170570000000001</c:v>
                </c:pt>
                <c:pt idx="21008">
                  <c:v>23.58468999999997</c:v>
                </c:pt>
                <c:pt idx="21009">
                  <c:v>23.814940000000021</c:v>
                </c:pt>
                <c:pt idx="21010">
                  <c:v>23.764500000000002</c:v>
                </c:pt>
                <c:pt idx="21011">
                  <c:v>23.772039999999972</c:v>
                </c:pt>
                <c:pt idx="21012">
                  <c:v>23.913539999999973</c:v>
                </c:pt>
                <c:pt idx="21013">
                  <c:v>24.12912</c:v>
                </c:pt>
                <c:pt idx="21014">
                  <c:v>24.44097</c:v>
                </c:pt>
                <c:pt idx="21015">
                  <c:v>24.80369</c:v>
                </c:pt>
                <c:pt idx="21016">
                  <c:v>25.101369999999999</c:v>
                </c:pt>
                <c:pt idx="21017">
                  <c:v>25.313759999999988</c:v>
                </c:pt>
                <c:pt idx="21018">
                  <c:v>25.406880000000001</c:v>
                </c:pt>
                <c:pt idx="21019">
                  <c:v>25.54536999999997</c:v>
                </c:pt>
                <c:pt idx="21020">
                  <c:v>25.809670000000001</c:v>
                </c:pt>
                <c:pt idx="21021">
                  <c:v>26.049790000000002</c:v>
                </c:pt>
                <c:pt idx="21022">
                  <c:v>25.99506999999997</c:v>
                </c:pt>
                <c:pt idx="21023">
                  <c:v>25.664110000000001</c:v>
                </c:pt>
                <c:pt idx="21024">
                  <c:v>25.474550000000001</c:v>
                </c:pt>
                <c:pt idx="21025">
                  <c:v>25.630900000000022</c:v>
                </c:pt>
                <c:pt idx="21026">
                  <c:v>25.830089999999988</c:v>
                </c:pt>
                <c:pt idx="21027">
                  <c:v>25.861460000000001</c:v>
                </c:pt>
                <c:pt idx="21028">
                  <c:v>25.903599999999972</c:v>
                </c:pt>
                <c:pt idx="21029">
                  <c:v>26.05076</c:v>
                </c:pt>
                <c:pt idx="21030">
                  <c:v>26.265279999999972</c:v>
                </c:pt>
                <c:pt idx="21031">
                  <c:v>26.521270000000001</c:v>
                </c:pt>
                <c:pt idx="21032">
                  <c:v>26.963499999999971</c:v>
                </c:pt>
                <c:pt idx="21033">
                  <c:v>27.443349999999956</c:v>
                </c:pt>
                <c:pt idx="21034">
                  <c:v>27.626390000000001</c:v>
                </c:pt>
                <c:pt idx="21035">
                  <c:v>27.57817</c:v>
                </c:pt>
                <c:pt idx="21036">
                  <c:v>27.501880000000021</c:v>
                </c:pt>
                <c:pt idx="21037">
                  <c:v>27.392729999999968</c:v>
                </c:pt>
                <c:pt idx="21038">
                  <c:v>27.19679</c:v>
                </c:pt>
                <c:pt idx="21039">
                  <c:v>27.056709999999974</c:v>
                </c:pt>
                <c:pt idx="21040">
                  <c:v>27.125619999999973</c:v>
                </c:pt>
                <c:pt idx="21041">
                  <c:v>27.278539999999964</c:v>
                </c:pt>
                <c:pt idx="21042">
                  <c:v>27.488479999999957</c:v>
                </c:pt>
                <c:pt idx="21043">
                  <c:v>27.834900000000033</c:v>
                </c:pt>
                <c:pt idx="21044">
                  <c:v>28.282999999999973</c:v>
                </c:pt>
                <c:pt idx="21045">
                  <c:v>28.677689999999988</c:v>
                </c:pt>
                <c:pt idx="21046">
                  <c:v>28.82414</c:v>
                </c:pt>
                <c:pt idx="21047">
                  <c:v>28.814830000000022</c:v>
                </c:pt>
                <c:pt idx="21048">
                  <c:v>28.624800000000022</c:v>
                </c:pt>
                <c:pt idx="21049">
                  <c:v>28.527439999999974</c:v>
                </c:pt>
                <c:pt idx="21050">
                  <c:v>28.683679999999974</c:v>
                </c:pt>
                <c:pt idx="21051">
                  <c:v>28.744529999999973</c:v>
                </c:pt>
                <c:pt idx="21052">
                  <c:v>28.469029999999975</c:v>
                </c:pt>
                <c:pt idx="21053">
                  <c:v>27.898769999999974</c:v>
                </c:pt>
                <c:pt idx="21054">
                  <c:v>26.65334</c:v>
                </c:pt>
                <c:pt idx="21055">
                  <c:v>25.614519999999999</c:v>
                </c:pt>
                <c:pt idx="21056">
                  <c:v>25.385709999999964</c:v>
                </c:pt>
                <c:pt idx="21057">
                  <c:v>25.3385</c:v>
                </c:pt>
                <c:pt idx="21058">
                  <c:v>25.259139999999974</c:v>
                </c:pt>
                <c:pt idx="21059">
                  <c:v>25.209320000000002</c:v>
                </c:pt>
                <c:pt idx="21060">
                  <c:v>25.312049999999989</c:v>
                </c:pt>
                <c:pt idx="21061">
                  <c:v>25.62669</c:v>
                </c:pt>
                <c:pt idx="21062">
                  <c:v>26.036960000000022</c:v>
                </c:pt>
                <c:pt idx="21063">
                  <c:v>26.084709999999973</c:v>
                </c:pt>
                <c:pt idx="21064">
                  <c:v>25.765649999999955</c:v>
                </c:pt>
                <c:pt idx="21065">
                  <c:v>25.40741999999997</c:v>
                </c:pt>
                <c:pt idx="21066">
                  <c:v>25.119900000000033</c:v>
                </c:pt>
                <c:pt idx="21067">
                  <c:v>24.964609999999972</c:v>
                </c:pt>
                <c:pt idx="21068">
                  <c:v>24.892990000000001</c:v>
                </c:pt>
                <c:pt idx="21069">
                  <c:v>24.506699999999974</c:v>
                </c:pt>
                <c:pt idx="21070">
                  <c:v>24.05831999999997</c:v>
                </c:pt>
                <c:pt idx="21071">
                  <c:v>23.901800000000001</c:v>
                </c:pt>
                <c:pt idx="21072">
                  <c:v>23.473519999999972</c:v>
                </c:pt>
                <c:pt idx="21073">
                  <c:v>22.920209999999972</c:v>
                </c:pt>
                <c:pt idx="21074">
                  <c:v>22.814039999999999</c:v>
                </c:pt>
                <c:pt idx="21075">
                  <c:v>22.822519999999972</c:v>
                </c:pt>
                <c:pt idx="21076">
                  <c:v>22.625579999999989</c:v>
                </c:pt>
                <c:pt idx="21077">
                  <c:v>22.453869999999988</c:v>
                </c:pt>
                <c:pt idx="21078">
                  <c:v>22.547450000000001</c:v>
                </c:pt>
                <c:pt idx="21079">
                  <c:v>22.913460000000001</c:v>
                </c:pt>
                <c:pt idx="21080">
                  <c:v>23.134689999999999</c:v>
                </c:pt>
                <c:pt idx="21081">
                  <c:v>23.135020000000001</c:v>
                </c:pt>
                <c:pt idx="21082">
                  <c:v>23.24089</c:v>
                </c:pt>
                <c:pt idx="21083">
                  <c:v>23.40476</c:v>
                </c:pt>
                <c:pt idx="21084">
                  <c:v>23.508639999999971</c:v>
                </c:pt>
                <c:pt idx="21085">
                  <c:v>23.23952999999997</c:v>
                </c:pt>
                <c:pt idx="21086">
                  <c:v>22.43404</c:v>
                </c:pt>
                <c:pt idx="21087">
                  <c:v>21.22610999999997</c:v>
                </c:pt>
                <c:pt idx="21088">
                  <c:v>20.06141999999997</c:v>
                </c:pt>
                <c:pt idx="21089">
                  <c:v>19.539339999999989</c:v>
                </c:pt>
                <c:pt idx="21090">
                  <c:v>19.427820000000001</c:v>
                </c:pt>
                <c:pt idx="21091">
                  <c:v>19.318000000000001</c:v>
                </c:pt>
                <c:pt idx="21092">
                  <c:v>18.999499999999973</c:v>
                </c:pt>
                <c:pt idx="21093">
                  <c:v>18.979469999999989</c:v>
                </c:pt>
                <c:pt idx="21094">
                  <c:v>19.333189999999988</c:v>
                </c:pt>
                <c:pt idx="21095">
                  <c:v>19.357180000000021</c:v>
                </c:pt>
                <c:pt idx="21096">
                  <c:v>19.00027</c:v>
                </c:pt>
                <c:pt idx="21097">
                  <c:v>18.535620000000002</c:v>
                </c:pt>
                <c:pt idx="21098">
                  <c:v>18.329329999999974</c:v>
                </c:pt>
                <c:pt idx="21099">
                  <c:v>18.280839999999973</c:v>
                </c:pt>
                <c:pt idx="21100">
                  <c:v>18.114020000000021</c:v>
                </c:pt>
                <c:pt idx="21101">
                  <c:v>17.998219999999975</c:v>
                </c:pt>
                <c:pt idx="21102">
                  <c:v>17.977250000000005</c:v>
                </c:pt>
                <c:pt idx="21103">
                  <c:v>17.84660999999997</c:v>
                </c:pt>
                <c:pt idx="21104">
                  <c:v>17.50773999999997</c:v>
                </c:pt>
                <c:pt idx="21105">
                  <c:v>17.00366</c:v>
                </c:pt>
                <c:pt idx="21106">
                  <c:v>16.45893999999997</c:v>
                </c:pt>
                <c:pt idx="21107">
                  <c:v>16.103020000000001</c:v>
                </c:pt>
                <c:pt idx="21108">
                  <c:v>15.93174</c:v>
                </c:pt>
                <c:pt idx="21109">
                  <c:v>15.92937</c:v>
                </c:pt>
                <c:pt idx="21110">
                  <c:v>16.17042</c:v>
                </c:pt>
                <c:pt idx="21111">
                  <c:v>16.537189999999999</c:v>
                </c:pt>
                <c:pt idx="21112">
                  <c:v>16.8733</c:v>
                </c:pt>
                <c:pt idx="21113">
                  <c:v>17.095219999999973</c:v>
                </c:pt>
                <c:pt idx="21114">
                  <c:v>17.097100000000001</c:v>
                </c:pt>
                <c:pt idx="21115">
                  <c:v>16.993339999999975</c:v>
                </c:pt>
                <c:pt idx="21116">
                  <c:v>16.921479999999974</c:v>
                </c:pt>
                <c:pt idx="21117">
                  <c:v>16.922209999999971</c:v>
                </c:pt>
                <c:pt idx="21118">
                  <c:v>16.825569999999974</c:v>
                </c:pt>
                <c:pt idx="21119">
                  <c:v>16.581669999999974</c:v>
                </c:pt>
                <c:pt idx="21120">
                  <c:v>16.177399999999999</c:v>
                </c:pt>
                <c:pt idx="21121">
                  <c:v>15.565800000000012</c:v>
                </c:pt>
                <c:pt idx="21122">
                  <c:v>15.0747</c:v>
                </c:pt>
                <c:pt idx="21123">
                  <c:v>14.62931</c:v>
                </c:pt>
                <c:pt idx="21124">
                  <c:v>14.29317</c:v>
                </c:pt>
                <c:pt idx="21125">
                  <c:v>14.03969</c:v>
                </c:pt>
                <c:pt idx="21126">
                  <c:v>13.75492</c:v>
                </c:pt>
                <c:pt idx="21127">
                  <c:v>13.54494</c:v>
                </c:pt>
                <c:pt idx="21128">
                  <c:v>13.37138</c:v>
                </c:pt>
                <c:pt idx="21129">
                  <c:v>13.16213000000001</c:v>
                </c:pt>
                <c:pt idx="21130">
                  <c:v>12.985830000000011</c:v>
                </c:pt>
                <c:pt idx="21131">
                  <c:v>12.85188000000001</c:v>
                </c:pt>
                <c:pt idx="21132">
                  <c:v>12.766400000000004</c:v>
                </c:pt>
                <c:pt idx="21133">
                  <c:v>12.9252</c:v>
                </c:pt>
                <c:pt idx="21134">
                  <c:v>12.91934</c:v>
                </c:pt>
                <c:pt idx="21135">
                  <c:v>12.7485</c:v>
                </c:pt>
                <c:pt idx="21136">
                  <c:v>12.70796</c:v>
                </c:pt>
                <c:pt idx="21137">
                  <c:v>12.70269</c:v>
                </c:pt>
                <c:pt idx="21138">
                  <c:v>12.68308</c:v>
                </c:pt>
                <c:pt idx="21139">
                  <c:v>12.62899</c:v>
                </c:pt>
                <c:pt idx="21140">
                  <c:v>12.51342</c:v>
                </c:pt>
                <c:pt idx="21141">
                  <c:v>12.31593000000001</c:v>
                </c:pt>
                <c:pt idx="21142">
                  <c:v>12.33282</c:v>
                </c:pt>
                <c:pt idx="21143">
                  <c:v>12.569000000000004</c:v>
                </c:pt>
                <c:pt idx="21144">
                  <c:v>12.88186</c:v>
                </c:pt>
                <c:pt idx="21145">
                  <c:v>13.2486</c:v>
                </c:pt>
                <c:pt idx="21146">
                  <c:v>13.58221</c:v>
                </c:pt>
                <c:pt idx="21147">
                  <c:v>13.915580000000011</c:v>
                </c:pt>
                <c:pt idx="21148">
                  <c:v>14.12349</c:v>
                </c:pt>
                <c:pt idx="21149">
                  <c:v>14.241909999999999</c:v>
                </c:pt>
                <c:pt idx="21150">
                  <c:v>14.234129999999999</c:v>
                </c:pt>
                <c:pt idx="21151">
                  <c:v>14.01864</c:v>
                </c:pt>
                <c:pt idx="21152">
                  <c:v>13.74286</c:v>
                </c:pt>
                <c:pt idx="21153">
                  <c:v>13.306630000000011</c:v>
                </c:pt>
                <c:pt idx="21154">
                  <c:v>12.75366</c:v>
                </c:pt>
                <c:pt idx="21155">
                  <c:v>12.3941</c:v>
                </c:pt>
                <c:pt idx="21156">
                  <c:v>12.15213000000001</c:v>
                </c:pt>
                <c:pt idx="21157">
                  <c:v>12.022030000000004</c:v>
                </c:pt>
                <c:pt idx="21158">
                  <c:v>11.81143000000001</c:v>
                </c:pt>
                <c:pt idx="21159">
                  <c:v>11.60139</c:v>
                </c:pt>
                <c:pt idx="21160">
                  <c:v>11.718309999999999</c:v>
                </c:pt>
                <c:pt idx="21161">
                  <c:v>11.98775</c:v>
                </c:pt>
                <c:pt idx="21162">
                  <c:v>12.04205</c:v>
                </c:pt>
                <c:pt idx="21163">
                  <c:v>11.597670000000001</c:v>
                </c:pt>
                <c:pt idx="21164">
                  <c:v>10.951700000000002</c:v>
                </c:pt>
                <c:pt idx="21165">
                  <c:v>10.222329999999999</c:v>
                </c:pt>
                <c:pt idx="21166">
                  <c:v>9.3510800000000067</c:v>
                </c:pt>
                <c:pt idx="21167">
                  <c:v>8.7159400000000016</c:v>
                </c:pt>
                <c:pt idx="21168">
                  <c:v>8.32925</c:v>
                </c:pt>
                <c:pt idx="21169">
                  <c:v>8.1025500000000008</c:v>
                </c:pt>
                <c:pt idx="21170">
                  <c:v>8.0040900000000015</c:v>
                </c:pt>
                <c:pt idx="21171">
                  <c:v>7.93255</c:v>
                </c:pt>
                <c:pt idx="21172">
                  <c:v>7.7636399999999997</c:v>
                </c:pt>
                <c:pt idx="21173">
                  <c:v>7.4450500000000002</c:v>
                </c:pt>
                <c:pt idx="21174">
                  <c:v>7.1517299999999997</c:v>
                </c:pt>
                <c:pt idx="21175">
                  <c:v>7.1353499999999999</c:v>
                </c:pt>
                <c:pt idx="21176">
                  <c:v>7.3669399999999943</c:v>
                </c:pt>
                <c:pt idx="21177">
                  <c:v>7.5298400000000001</c:v>
                </c:pt>
                <c:pt idx="21178">
                  <c:v>7.4553099999999999</c:v>
                </c:pt>
                <c:pt idx="21179">
                  <c:v>7.3055299999999965</c:v>
                </c:pt>
                <c:pt idx="21180">
                  <c:v>7.2557999999999998</c:v>
                </c:pt>
                <c:pt idx="21181">
                  <c:v>7.3669299999999955</c:v>
                </c:pt>
                <c:pt idx="21182">
                  <c:v>7.3386100000000001</c:v>
                </c:pt>
                <c:pt idx="21183">
                  <c:v>7.2775999999999996</c:v>
                </c:pt>
                <c:pt idx="21184">
                  <c:v>7.4775900000000002</c:v>
                </c:pt>
                <c:pt idx="21185">
                  <c:v>8.0749300000000002</c:v>
                </c:pt>
                <c:pt idx="21186">
                  <c:v>8.4647800000000046</c:v>
                </c:pt>
                <c:pt idx="21187">
                  <c:v>8.3418200000000002</c:v>
                </c:pt>
                <c:pt idx="21188">
                  <c:v>8.1163000000000007</c:v>
                </c:pt>
                <c:pt idx="21189">
                  <c:v>8.0615500000000004</c:v>
                </c:pt>
                <c:pt idx="21190">
                  <c:v>8.1474400000000013</c:v>
                </c:pt>
                <c:pt idx="21191">
                  <c:v>8.0628900000000048</c:v>
                </c:pt>
                <c:pt idx="21192">
                  <c:v>7.9984700000000002</c:v>
                </c:pt>
                <c:pt idx="21193">
                  <c:v>8.1756200000000003</c:v>
                </c:pt>
                <c:pt idx="21194">
                  <c:v>8.465680000000015</c:v>
                </c:pt>
                <c:pt idx="21195">
                  <c:v>8.6551500000000008</c:v>
                </c:pt>
                <c:pt idx="21196">
                  <c:v>8.1898800000000005</c:v>
                </c:pt>
                <c:pt idx="21197">
                  <c:v>7.6622099999999955</c:v>
                </c:pt>
                <c:pt idx="21198">
                  <c:v>7.5900400000000001</c:v>
                </c:pt>
                <c:pt idx="21199">
                  <c:v>7.8809799999999965</c:v>
                </c:pt>
                <c:pt idx="21200">
                  <c:v>8.3070200000000014</c:v>
                </c:pt>
                <c:pt idx="21201">
                  <c:v>8.5099300000000007</c:v>
                </c:pt>
                <c:pt idx="21202">
                  <c:v>8.5417799999999993</c:v>
                </c:pt>
                <c:pt idx="21203">
                  <c:v>8.4081700000000001</c:v>
                </c:pt>
                <c:pt idx="21204">
                  <c:v>8.1258700000000008</c:v>
                </c:pt>
                <c:pt idx="21205">
                  <c:v>7.867139999999992</c:v>
                </c:pt>
                <c:pt idx="21206">
                  <c:v>7.5419099999999997</c:v>
                </c:pt>
                <c:pt idx="21207">
                  <c:v>7.1975299999999942</c:v>
                </c:pt>
                <c:pt idx="21208">
                  <c:v>6.9248899999999951</c:v>
                </c:pt>
                <c:pt idx="21209">
                  <c:v>6.7405600000000003</c:v>
                </c:pt>
                <c:pt idx="21210">
                  <c:v>6.7583399999999996</c:v>
                </c:pt>
                <c:pt idx="21211">
                  <c:v>6.9196000000000053</c:v>
                </c:pt>
                <c:pt idx="21212">
                  <c:v>7.0005199999999945</c:v>
                </c:pt>
                <c:pt idx="21213">
                  <c:v>6.9457199999999997</c:v>
                </c:pt>
                <c:pt idx="21214">
                  <c:v>6.8165899999999944</c:v>
                </c:pt>
                <c:pt idx="21215">
                  <c:v>6.7590399999999997</c:v>
                </c:pt>
                <c:pt idx="21216">
                  <c:v>6.8906299999999998</c:v>
                </c:pt>
                <c:pt idx="21217">
                  <c:v>7.062539999999994</c:v>
                </c:pt>
                <c:pt idx="21218">
                  <c:v>7.1643499999999944</c:v>
                </c:pt>
                <c:pt idx="21219">
                  <c:v>7.1131599999999944</c:v>
                </c:pt>
                <c:pt idx="21220">
                  <c:v>6.6562200000000002</c:v>
                </c:pt>
                <c:pt idx="21221">
                  <c:v>5.7784700000000004</c:v>
                </c:pt>
                <c:pt idx="21222">
                  <c:v>5.2144299999999975</c:v>
                </c:pt>
                <c:pt idx="21223">
                  <c:v>5.4101299999999997</c:v>
                </c:pt>
                <c:pt idx="21224">
                  <c:v>6.0363800000000003</c:v>
                </c:pt>
                <c:pt idx="21225">
                  <c:v>6.7134499999999999</c:v>
                </c:pt>
                <c:pt idx="21226">
                  <c:v>7.4970299999999996</c:v>
                </c:pt>
                <c:pt idx="21227">
                  <c:v>8.0295900000000007</c:v>
                </c:pt>
                <c:pt idx="21228">
                  <c:v>8.5959000000000003</c:v>
                </c:pt>
                <c:pt idx="21229">
                  <c:v>9.2553900000000002</c:v>
                </c:pt>
                <c:pt idx="21230">
                  <c:v>9.7558400000000027</c:v>
                </c:pt>
                <c:pt idx="21231">
                  <c:v>10.25844</c:v>
                </c:pt>
                <c:pt idx="21232">
                  <c:v>10.65326</c:v>
                </c:pt>
                <c:pt idx="21233">
                  <c:v>10.73401</c:v>
                </c:pt>
                <c:pt idx="21234">
                  <c:v>10.668200000000001</c:v>
                </c:pt>
                <c:pt idx="21235">
                  <c:v>10.655690000000011</c:v>
                </c:pt>
                <c:pt idx="21236">
                  <c:v>10.557930000000002</c:v>
                </c:pt>
                <c:pt idx="21237">
                  <c:v>10.5328</c:v>
                </c:pt>
                <c:pt idx="21238">
                  <c:v>10.626010000000001</c:v>
                </c:pt>
                <c:pt idx="21239">
                  <c:v>10.475450000000011</c:v>
                </c:pt>
                <c:pt idx="21240">
                  <c:v>9.931420000000001</c:v>
                </c:pt>
                <c:pt idx="21241">
                  <c:v>9.2689400000000006</c:v>
                </c:pt>
                <c:pt idx="21242">
                  <c:v>8.9004600000000007</c:v>
                </c:pt>
                <c:pt idx="21243">
                  <c:v>8.8416900000000016</c:v>
                </c:pt>
                <c:pt idx="21244">
                  <c:v>8.8448000000000011</c:v>
                </c:pt>
                <c:pt idx="21245">
                  <c:v>8.6630100000000034</c:v>
                </c:pt>
                <c:pt idx="21246">
                  <c:v>8.4259700000000013</c:v>
                </c:pt>
                <c:pt idx="21247">
                  <c:v>8.3685800000000068</c:v>
                </c:pt>
                <c:pt idx="21248">
                  <c:v>8.5729600000000001</c:v>
                </c:pt>
                <c:pt idx="21249">
                  <c:v>9.19313</c:v>
                </c:pt>
                <c:pt idx="21250">
                  <c:v>10.15204000000001</c:v>
                </c:pt>
                <c:pt idx="21251">
                  <c:v>10.76979</c:v>
                </c:pt>
                <c:pt idx="21252">
                  <c:v>11.04618</c:v>
                </c:pt>
                <c:pt idx="21253">
                  <c:v>11.466730000000011</c:v>
                </c:pt>
                <c:pt idx="21254">
                  <c:v>11.78069</c:v>
                </c:pt>
                <c:pt idx="21255">
                  <c:v>11.656330000000002</c:v>
                </c:pt>
                <c:pt idx="21256">
                  <c:v>11.37341000000001</c:v>
                </c:pt>
                <c:pt idx="21257">
                  <c:v>11.444510000000001</c:v>
                </c:pt>
                <c:pt idx="21258">
                  <c:v>11.93501</c:v>
                </c:pt>
                <c:pt idx="21259">
                  <c:v>12.55199</c:v>
                </c:pt>
                <c:pt idx="21260">
                  <c:v>12.886750000000006</c:v>
                </c:pt>
                <c:pt idx="21261">
                  <c:v>12.49394</c:v>
                </c:pt>
                <c:pt idx="21262">
                  <c:v>11.802180000000011</c:v>
                </c:pt>
                <c:pt idx="21263">
                  <c:v>11.43778</c:v>
                </c:pt>
                <c:pt idx="21264">
                  <c:v>11.341279999999999</c:v>
                </c:pt>
                <c:pt idx="21265">
                  <c:v>11.18877</c:v>
                </c:pt>
                <c:pt idx="21266">
                  <c:v>11.081630000000002</c:v>
                </c:pt>
                <c:pt idx="21267">
                  <c:v>11.11036</c:v>
                </c:pt>
                <c:pt idx="21268">
                  <c:v>11.431100000000001</c:v>
                </c:pt>
                <c:pt idx="21269">
                  <c:v>12.02168</c:v>
                </c:pt>
                <c:pt idx="21270">
                  <c:v>12.39617</c:v>
                </c:pt>
                <c:pt idx="21271">
                  <c:v>12.764700000000001</c:v>
                </c:pt>
                <c:pt idx="21272">
                  <c:v>12.92093</c:v>
                </c:pt>
                <c:pt idx="21273">
                  <c:v>12.705160000000001</c:v>
                </c:pt>
                <c:pt idx="21274">
                  <c:v>12.13016</c:v>
                </c:pt>
                <c:pt idx="21275">
                  <c:v>11.31183</c:v>
                </c:pt>
                <c:pt idx="21276">
                  <c:v>11.253690000000002</c:v>
                </c:pt>
                <c:pt idx="21277">
                  <c:v>11.51821</c:v>
                </c:pt>
                <c:pt idx="21278">
                  <c:v>11.789950000000001</c:v>
                </c:pt>
                <c:pt idx="21279">
                  <c:v>12.052690000000011</c:v>
                </c:pt>
                <c:pt idx="21280">
                  <c:v>12.21416</c:v>
                </c:pt>
                <c:pt idx="21281">
                  <c:v>12.10582</c:v>
                </c:pt>
                <c:pt idx="21282">
                  <c:v>11.92536</c:v>
                </c:pt>
                <c:pt idx="21283">
                  <c:v>11.710190000000001</c:v>
                </c:pt>
                <c:pt idx="21284">
                  <c:v>11.91634</c:v>
                </c:pt>
                <c:pt idx="21285">
                  <c:v>12.290279999999999</c:v>
                </c:pt>
                <c:pt idx="21286">
                  <c:v>12.52619</c:v>
                </c:pt>
                <c:pt idx="21287">
                  <c:v>12.76754</c:v>
                </c:pt>
                <c:pt idx="21288">
                  <c:v>13.071960000000001</c:v>
                </c:pt>
                <c:pt idx="21289">
                  <c:v>13.34191</c:v>
                </c:pt>
                <c:pt idx="21290">
                  <c:v>13.70636</c:v>
                </c:pt>
                <c:pt idx="21291">
                  <c:v>14.365230000000011</c:v>
                </c:pt>
                <c:pt idx="21292">
                  <c:v>14.866950000000006</c:v>
                </c:pt>
                <c:pt idx="21293">
                  <c:v>14.884210000000001</c:v>
                </c:pt>
                <c:pt idx="21294">
                  <c:v>14.901950000000001</c:v>
                </c:pt>
                <c:pt idx="21295">
                  <c:v>15.274319999999999</c:v>
                </c:pt>
                <c:pt idx="21296">
                  <c:v>15.946210000000001</c:v>
                </c:pt>
                <c:pt idx="21297">
                  <c:v>16.671569999999999</c:v>
                </c:pt>
                <c:pt idx="21298">
                  <c:v>17.072150000000001</c:v>
                </c:pt>
                <c:pt idx="21299">
                  <c:v>17.232469999999989</c:v>
                </c:pt>
                <c:pt idx="21300">
                  <c:v>17.3629</c:v>
                </c:pt>
                <c:pt idx="21301">
                  <c:v>17.2989</c:v>
                </c:pt>
                <c:pt idx="21302">
                  <c:v>16.875589999999974</c:v>
                </c:pt>
                <c:pt idx="21303">
                  <c:v>16.505629999999975</c:v>
                </c:pt>
                <c:pt idx="21304">
                  <c:v>16.2545</c:v>
                </c:pt>
                <c:pt idx="21305">
                  <c:v>16.442879999999974</c:v>
                </c:pt>
                <c:pt idx="21306">
                  <c:v>16.836549999999974</c:v>
                </c:pt>
                <c:pt idx="21307">
                  <c:v>16.819109999999988</c:v>
                </c:pt>
                <c:pt idx="21308">
                  <c:v>16.471889999999988</c:v>
                </c:pt>
                <c:pt idx="21309">
                  <c:v>16.273</c:v>
                </c:pt>
                <c:pt idx="21310">
                  <c:v>16.625820000000001</c:v>
                </c:pt>
                <c:pt idx="21311">
                  <c:v>16.999499999999973</c:v>
                </c:pt>
                <c:pt idx="21312">
                  <c:v>17.142399999999974</c:v>
                </c:pt>
                <c:pt idx="21313">
                  <c:v>16.906499999999973</c:v>
                </c:pt>
                <c:pt idx="21314">
                  <c:v>16.373460000000001</c:v>
                </c:pt>
                <c:pt idx="21315">
                  <c:v>16.172090000000001</c:v>
                </c:pt>
                <c:pt idx="21316">
                  <c:v>16.101949999999999</c:v>
                </c:pt>
                <c:pt idx="21317">
                  <c:v>16.054250000000021</c:v>
                </c:pt>
                <c:pt idx="21318">
                  <c:v>16.28119999999997</c:v>
                </c:pt>
                <c:pt idx="21319">
                  <c:v>16.651330000000005</c:v>
                </c:pt>
                <c:pt idx="21320">
                  <c:v>17.162319999999973</c:v>
                </c:pt>
                <c:pt idx="21321">
                  <c:v>17.789599999999975</c:v>
                </c:pt>
                <c:pt idx="21322">
                  <c:v>17.966509999999964</c:v>
                </c:pt>
                <c:pt idx="21323">
                  <c:v>18.161760000000001</c:v>
                </c:pt>
                <c:pt idx="21324">
                  <c:v>18.67173</c:v>
                </c:pt>
                <c:pt idx="21325">
                  <c:v>19.134740000000001</c:v>
                </c:pt>
                <c:pt idx="21326">
                  <c:v>19.55001</c:v>
                </c:pt>
                <c:pt idx="21327">
                  <c:v>20.032850000000021</c:v>
                </c:pt>
                <c:pt idx="21328">
                  <c:v>20.514150000000026</c:v>
                </c:pt>
                <c:pt idx="21329">
                  <c:v>20.64724</c:v>
                </c:pt>
                <c:pt idx="21330">
                  <c:v>20.291729999999973</c:v>
                </c:pt>
                <c:pt idx="21331">
                  <c:v>19.992619999999956</c:v>
                </c:pt>
                <c:pt idx="21332">
                  <c:v>19.99675999999997</c:v>
                </c:pt>
                <c:pt idx="21333">
                  <c:v>19.946539999999956</c:v>
                </c:pt>
                <c:pt idx="21334">
                  <c:v>19.943399999999972</c:v>
                </c:pt>
                <c:pt idx="21335">
                  <c:v>20.025299999999973</c:v>
                </c:pt>
                <c:pt idx="21336">
                  <c:v>19.925879999999989</c:v>
                </c:pt>
                <c:pt idx="21337">
                  <c:v>19.049130000000002</c:v>
                </c:pt>
                <c:pt idx="21338">
                  <c:v>18.608260000000001</c:v>
                </c:pt>
                <c:pt idx="21339">
                  <c:v>19.210180000000001</c:v>
                </c:pt>
                <c:pt idx="21340">
                  <c:v>20.129919999999988</c:v>
                </c:pt>
                <c:pt idx="21341">
                  <c:v>20.767579999999974</c:v>
                </c:pt>
                <c:pt idx="21342">
                  <c:v>21.134830000000033</c:v>
                </c:pt>
                <c:pt idx="21343">
                  <c:v>21.325709999999972</c:v>
                </c:pt>
                <c:pt idx="21344">
                  <c:v>21.565069999999974</c:v>
                </c:pt>
                <c:pt idx="21345">
                  <c:v>21.896570000000001</c:v>
                </c:pt>
                <c:pt idx="21346">
                  <c:v>22.007449999999974</c:v>
                </c:pt>
                <c:pt idx="21347">
                  <c:v>22.00817</c:v>
                </c:pt>
                <c:pt idx="21348">
                  <c:v>22.130210000000005</c:v>
                </c:pt>
                <c:pt idx="21349">
                  <c:v>22.190329999999989</c:v>
                </c:pt>
                <c:pt idx="21350">
                  <c:v>22.113589999999999</c:v>
                </c:pt>
                <c:pt idx="21351">
                  <c:v>22.182699999999972</c:v>
                </c:pt>
                <c:pt idx="21352">
                  <c:v>22.553070000000005</c:v>
                </c:pt>
                <c:pt idx="21353">
                  <c:v>23.147379999999988</c:v>
                </c:pt>
                <c:pt idx="21354">
                  <c:v>23.741099999999989</c:v>
                </c:pt>
                <c:pt idx="21355">
                  <c:v>24.2211</c:v>
                </c:pt>
                <c:pt idx="21356">
                  <c:v>24.394290000000005</c:v>
                </c:pt>
                <c:pt idx="21357">
                  <c:v>23.71621</c:v>
                </c:pt>
                <c:pt idx="21358">
                  <c:v>22.927070000000001</c:v>
                </c:pt>
                <c:pt idx="21359">
                  <c:v>23.044360000000001</c:v>
                </c:pt>
                <c:pt idx="21360">
                  <c:v>23.413019999999989</c:v>
                </c:pt>
                <c:pt idx="21361">
                  <c:v>23.30639</c:v>
                </c:pt>
                <c:pt idx="21362">
                  <c:v>23.177700000000005</c:v>
                </c:pt>
                <c:pt idx="21363">
                  <c:v>23.538070000000001</c:v>
                </c:pt>
                <c:pt idx="21364">
                  <c:v>23.869289999999989</c:v>
                </c:pt>
                <c:pt idx="21365">
                  <c:v>23.907789999999974</c:v>
                </c:pt>
                <c:pt idx="21366">
                  <c:v>23.890560000000001</c:v>
                </c:pt>
                <c:pt idx="21367">
                  <c:v>24.003360000000001</c:v>
                </c:pt>
                <c:pt idx="21368">
                  <c:v>24.33962</c:v>
                </c:pt>
                <c:pt idx="21369">
                  <c:v>24.80743</c:v>
                </c:pt>
                <c:pt idx="21370">
                  <c:v>25.228850000000001</c:v>
                </c:pt>
                <c:pt idx="21371">
                  <c:v>25.276890000000005</c:v>
                </c:pt>
                <c:pt idx="21372">
                  <c:v>25.157769999999999</c:v>
                </c:pt>
                <c:pt idx="21373">
                  <c:v>25.256739999999972</c:v>
                </c:pt>
                <c:pt idx="21374">
                  <c:v>25.443119999999972</c:v>
                </c:pt>
                <c:pt idx="21375">
                  <c:v>25.698049999999974</c:v>
                </c:pt>
                <c:pt idx="21376">
                  <c:v>26.137200000000021</c:v>
                </c:pt>
                <c:pt idx="21377">
                  <c:v>26.681380000000001</c:v>
                </c:pt>
                <c:pt idx="21378">
                  <c:v>26.799489999999974</c:v>
                </c:pt>
                <c:pt idx="21379">
                  <c:v>26.47507999999997</c:v>
                </c:pt>
                <c:pt idx="21380">
                  <c:v>26.391819999999999</c:v>
                </c:pt>
                <c:pt idx="21381">
                  <c:v>26.76596</c:v>
                </c:pt>
                <c:pt idx="21382">
                  <c:v>27.329049999999974</c:v>
                </c:pt>
                <c:pt idx="21383">
                  <c:v>27.917210000000001</c:v>
                </c:pt>
                <c:pt idx="21384">
                  <c:v>28.473459999999989</c:v>
                </c:pt>
                <c:pt idx="21385">
                  <c:v>28.965199999999957</c:v>
                </c:pt>
                <c:pt idx="21386">
                  <c:v>29.468349999999955</c:v>
                </c:pt>
                <c:pt idx="21387">
                  <c:v>29.694500000000001</c:v>
                </c:pt>
                <c:pt idx="21388">
                  <c:v>29.29111</c:v>
                </c:pt>
                <c:pt idx="21389">
                  <c:v>28.61073</c:v>
                </c:pt>
                <c:pt idx="21390">
                  <c:v>27.918239999999972</c:v>
                </c:pt>
                <c:pt idx="21391">
                  <c:v>27.489499999999964</c:v>
                </c:pt>
                <c:pt idx="21392">
                  <c:v>27.420860000000001</c:v>
                </c:pt>
                <c:pt idx="21393">
                  <c:v>27.610469999999999</c:v>
                </c:pt>
                <c:pt idx="21394">
                  <c:v>27.847570000000001</c:v>
                </c:pt>
                <c:pt idx="21395">
                  <c:v>27.97081</c:v>
                </c:pt>
                <c:pt idx="21396">
                  <c:v>27.830819999999999</c:v>
                </c:pt>
                <c:pt idx="21397">
                  <c:v>27.649570000000001</c:v>
                </c:pt>
                <c:pt idx="21398">
                  <c:v>27.50956</c:v>
                </c:pt>
                <c:pt idx="21399">
                  <c:v>27.297170000000001</c:v>
                </c:pt>
                <c:pt idx="21400">
                  <c:v>27.30565</c:v>
                </c:pt>
                <c:pt idx="21401">
                  <c:v>27.741479999999989</c:v>
                </c:pt>
                <c:pt idx="21402">
                  <c:v>28.397590000000001</c:v>
                </c:pt>
                <c:pt idx="21403">
                  <c:v>28.99926</c:v>
                </c:pt>
                <c:pt idx="21404">
                  <c:v>29.456009999999978</c:v>
                </c:pt>
                <c:pt idx="21405">
                  <c:v>29.874990000000022</c:v>
                </c:pt>
                <c:pt idx="21406">
                  <c:v>29.880239999999972</c:v>
                </c:pt>
                <c:pt idx="21407">
                  <c:v>29.124820000000021</c:v>
                </c:pt>
                <c:pt idx="21408">
                  <c:v>28.399750000000001</c:v>
                </c:pt>
                <c:pt idx="21409">
                  <c:v>28.322199999999974</c:v>
                </c:pt>
                <c:pt idx="21410">
                  <c:v>28.552589999999974</c:v>
                </c:pt>
                <c:pt idx="21411">
                  <c:v>28.20111</c:v>
                </c:pt>
                <c:pt idx="21412">
                  <c:v>27.63861</c:v>
                </c:pt>
                <c:pt idx="21413">
                  <c:v>27.3962</c:v>
                </c:pt>
                <c:pt idx="21414">
                  <c:v>27.568569999999973</c:v>
                </c:pt>
                <c:pt idx="21415">
                  <c:v>28.145619999999973</c:v>
                </c:pt>
                <c:pt idx="21416">
                  <c:v>28.412739999999957</c:v>
                </c:pt>
                <c:pt idx="21417">
                  <c:v>28.456099999999989</c:v>
                </c:pt>
                <c:pt idx="21418">
                  <c:v>28.630600000000001</c:v>
                </c:pt>
                <c:pt idx="21419">
                  <c:v>28.799849999999989</c:v>
                </c:pt>
                <c:pt idx="21420">
                  <c:v>28.858920000000001</c:v>
                </c:pt>
                <c:pt idx="21421">
                  <c:v>28.902049999999956</c:v>
                </c:pt>
                <c:pt idx="21422">
                  <c:v>29.130060000000022</c:v>
                </c:pt>
                <c:pt idx="21423">
                  <c:v>29.455339999999964</c:v>
                </c:pt>
                <c:pt idx="21424">
                  <c:v>29.680769999999974</c:v>
                </c:pt>
                <c:pt idx="21425">
                  <c:v>29.699349999999974</c:v>
                </c:pt>
                <c:pt idx="21426">
                  <c:v>29.62913</c:v>
                </c:pt>
                <c:pt idx="21427">
                  <c:v>29.714070000000021</c:v>
                </c:pt>
                <c:pt idx="21428">
                  <c:v>29.44781</c:v>
                </c:pt>
                <c:pt idx="21429">
                  <c:v>28.84134999999997</c:v>
                </c:pt>
                <c:pt idx="21430">
                  <c:v>28.32206</c:v>
                </c:pt>
                <c:pt idx="21431">
                  <c:v>27.836160000000021</c:v>
                </c:pt>
                <c:pt idx="21432">
                  <c:v>27.424399999999974</c:v>
                </c:pt>
                <c:pt idx="21433">
                  <c:v>27.077919999999999</c:v>
                </c:pt>
                <c:pt idx="21434">
                  <c:v>26.96137999999997</c:v>
                </c:pt>
                <c:pt idx="21435">
                  <c:v>26.973980000000001</c:v>
                </c:pt>
                <c:pt idx="21436">
                  <c:v>26.77941999999997</c:v>
                </c:pt>
                <c:pt idx="21437">
                  <c:v>26.45438</c:v>
                </c:pt>
                <c:pt idx="21438">
                  <c:v>26.234970000000022</c:v>
                </c:pt>
                <c:pt idx="21439">
                  <c:v>26.133030000000005</c:v>
                </c:pt>
                <c:pt idx="21440">
                  <c:v>26.123809999999999</c:v>
                </c:pt>
                <c:pt idx="21441">
                  <c:v>26.277819999999988</c:v>
                </c:pt>
                <c:pt idx="21442">
                  <c:v>26.372859999999999</c:v>
                </c:pt>
                <c:pt idx="21443">
                  <c:v>26.511610000000001</c:v>
                </c:pt>
                <c:pt idx="21444">
                  <c:v>26.640059999999988</c:v>
                </c:pt>
                <c:pt idx="21445">
                  <c:v>26.460070000000002</c:v>
                </c:pt>
                <c:pt idx="21446">
                  <c:v>26.03003</c:v>
                </c:pt>
                <c:pt idx="21447">
                  <c:v>25.651260000000022</c:v>
                </c:pt>
                <c:pt idx="21448">
                  <c:v>25.494810000000001</c:v>
                </c:pt>
                <c:pt idx="21449">
                  <c:v>25.436309999999974</c:v>
                </c:pt>
                <c:pt idx="21450">
                  <c:v>25.12884</c:v>
                </c:pt>
                <c:pt idx="21451">
                  <c:v>24.541930000000001</c:v>
                </c:pt>
                <c:pt idx="21452">
                  <c:v>24.029879999999999</c:v>
                </c:pt>
                <c:pt idx="21453">
                  <c:v>23.554020000000001</c:v>
                </c:pt>
                <c:pt idx="21454">
                  <c:v>22.366299999999974</c:v>
                </c:pt>
                <c:pt idx="21455">
                  <c:v>19.881699999999974</c:v>
                </c:pt>
                <c:pt idx="21456">
                  <c:v>18.028870000000001</c:v>
                </c:pt>
                <c:pt idx="21457">
                  <c:v>17.794119999999989</c:v>
                </c:pt>
                <c:pt idx="21458">
                  <c:v>17.671379999999999</c:v>
                </c:pt>
                <c:pt idx="21459">
                  <c:v>17.609819999999999</c:v>
                </c:pt>
                <c:pt idx="21460">
                  <c:v>17.723039999999973</c:v>
                </c:pt>
                <c:pt idx="21461">
                  <c:v>17.82414</c:v>
                </c:pt>
                <c:pt idx="21462">
                  <c:v>17.585629999999952</c:v>
                </c:pt>
                <c:pt idx="21463">
                  <c:v>17.19642</c:v>
                </c:pt>
                <c:pt idx="21464">
                  <c:v>16.962359999999968</c:v>
                </c:pt>
                <c:pt idx="21465">
                  <c:v>17.216709999999978</c:v>
                </c:pt>
                <c:pt idx="21466">
                  <c:v>17.302329999999973</c:v>
                </c:pt>
                <c:pt idx="21467">
                  <c:v>17.23236</c:v>
                </c:pt>
                <c:pt idx="21468">
                  <c:v>17.22805</c:v>
                </c:pt>
                <c:pt idx="21469">
                  <c:v>17.224039999999974</c:v>
                </c:pt>
                <c:pt idx="21470">
                  <c:v>17.168699999999973</c:v>
                </c:pt>
                <c:pt idx="21471">
                  <c:v>16.993119999999973</c:v>
                </c:pt>
                <c:pt idx="21472">
                  <c:v>16.893729999999973</c:v>
                </c:pt>
                <c:pt idx="21473">
                  <c:v>17.013680000000001</c:v>
                </c:pt>
                <c:pt idx="21474">
                  <c:v>16.943999999999978</c:v>
                </c:pt>
                <c:pt idx="21475">
                  <c:v>16.87837</c:v>
                </c:pt>
                <c:pt idx="21476">
                  <c:v>16.549209999999974</c:v>
                </c:pt>
                <c:pt idx="21477">
                  <c:v>16.223269999999989</c:v>
                </c:pt>
                <c:pt idx="21478">
                  <c:v>15.460530000000011</c:v>
                </c:pt>
                <c:pt idx="21479">
                  <c:v>14.789400000000002</c:v>
                </c:pt>
                <c:pt idx="21480">
                  <c:v>14.584480000000006</c:v>
                </c:pt>
                <c:pt idx="21481">
                  <c:v>14.64221</c:v>
                </c:pt>
                <c:pt idx="21482">
                  <c:v>14.729700000000001</c:v>
                </c:pt>
                <c:pt idx="21483">
                  <c:v>14.755890000000004</c:v>
                </c:pt>
                <c:pt idx="21484">
                  <c:v>14.85305000000001</c:v>
                </c:pt>
                <c:pt idx="21485">
                  <c:v>14.74264</c:v>
                </c:pt>
                <c:pt idx="21486">
                  <c:v>14.476090000000006</c:v>
                </c:pt>
                <c:pt idx="21487">
                  <c:v>14.03349</c:v>
                </c:pt>
                <c:pt idx="21488">
                  <c:v>13.75841</c:v>
                </c:pt>
                <c:pt idx="21489">
                  <c:v>13.6776</c:v>
                </c:pt>
                <c:pt idx="21490">
                  <c:v>13.62374</c:v>
                </c:pt>
                <c:pt idx="21491">
                  <c:v>13.49526</c:v>
                </c:pt>
                <c:pt idx="21492">
                  <c:v>13.308010000000001</c:v>
                </c:pt>
                <c:pt idx="21493">
                  <c:v>12.98907</c:v>
                </c:pt>
                <c:pt idx="21494">
                  <c:v>12.53083</c:v>
                </c:pt>
                <c:pt idx="21495">
                  <c:v>12.557690000000004</c:v>
                </c:pt>
                <c:pt idx="21496">
                  <c:v>12.62003</c:v>
                </c:pt>
                <c:pt idx="21497">
                  <c:v>12.590400000000002</c:v>
                </c:pt>
                <c:pt idx="21498">
                  <c:v>12.43336</c:v>
                </c:pt>
                <c:pt idx="21499">
                  <c:v>12.298369999999997</c:v>
                </c:pt>
                <c:pt idx="21500">
                  <c:v>12.187710000000001</c:v>
                </c:pt>
                <c:pt idx="21501">
                  <c:v>12.03378</c:v>
                </c:pt>
                <c:pt idx="21502">
                  <c:v>11.99846</c:v>
                </c:pt>
                <c:pt idx="21503">
                  <c:v>12.18568000000001</c:v>
                </c:pt>
                <c:pt idx="21504">
                  <c:v>12.13809</c:v>
                </c:pt>
                <c:pt idx="21505">
                  <c:v>11.732560000000001</c:v>
                </c:pt>
                <c:pt idx="21506">
                  <c:v>11.49598000000001</c:v>
                </c:pt>
                <c:pt idx="21507">
                  <c:v>11.73775</c:v>
                </c:pt>
                <c:pt idx="21508">
                  <c:v>11.976730000000011</c:v>
                </c:pt>
                <c:pt idx="21509">
                  <c:v>11.969720000000002</c:v>
                </c:pt>
                <c:pt idx="21510">
                  <c:v>11.93352</c:v>
                </c:pt>
                <c:pt idx="21511">
                  <c:v>11.87237</c:v>
                </c:pt>
                <c:pt idx="21512">
                  <c:v>11.66963000000001</c:v>
                </c:pt>
                <c:pt idx="21513">
                  <c:v>11.471880000000002</c:v>
                </c:pt>
                <c:pt idx="21514">
                  <c:v>11.220369999999999</c:v>
                </c:pt>
                <c:pt idx="21515">
                  <c:v>11.161950000000001</c:v>
                </c:pt>
                <c:pt idx="21516">
                  <c:v>11.18661</c:v>
                </c:pt>
                <c:pt idx="21517">
                  <c:v>11.29495</c:v>
                </c:pt>
                <c:pt idx="21518">
                  <c:v>11.66785</c:v>
                </c:pt>
                <c:pt idx="21519">
                  <c:v>11.1858</c:v>
                </c:pt>
                <c:pt idx="21520">
                  <c:v>10.803580000000011</c:v>
                </c:pt>
                <c:pt idx="21521">
                  <c:v>10.57816</c:v>
                </c:pt>
                <c:pt idx="21522">
                  <c:v>10.429740000000002</c:v>
                </c:pt>
                <c:pt idx="21523">
                  <c:v>10.062400000000011</c:v>
                </c:pt>
                <c:pt idx="21524">
                  <c:v>9.7360100000000003</c:v>
                </c:pt>
                <c:pt idx="21525">
                  <c:v>9.7194000000000003</c:v>
                </c:pt>
                <c:pt idx="21526">
                  <c:v>9.8827300000000111</c:v>
                </c:pt>
                <c:pt idx="21527">
                  <c:v>9.0644500000000008</c:v>
                </c:pt>
                <c:pt idx="21528">
                  <c:v>8.6576000000000004</c:v>
                </c:pt>
                <c:pt idx="21529">
                  <c:v>8.3760300000000125</c:v>
                </c:pt>
                <c:pt idx="21530">
                  <c:v>8.5459200000000006</c:v>
                </c:pt>
                <c:pt idx="21531">
                  <c:v>8.70275</c:v>
                </c:pt>
                <c:pt idx="21532">
                  <c:v>8.7985100000000003</c:v>
                </c:pt>
                <c:pt idx="21533">
                  <c:v>8.8180800000000001</c:v>
                </c:pt>
                <c:pt idx="21534">
                  <c:v>8.9347000000000012</c:v>
                </c:pt>
                <c:pt idx="21535">
                  <c:v>9.177620000000001</c:v>
                </c:pt>
                <c:pt idx="21536">
                  <c:v>9.2940400000000007</c:v>
                </c:pt>
                <c:pt idx="21537">
                  <c:v>9.043940000000001</c:v>
                </c:pt>
                <c:pt idx="21538">
                  <c:v>8.5909900000000015</c:v>
                </c:pt>
                <c:pt idx="21539">
                  <c:v>8.3689100000000014</c:v>
                </c:pt>
                <c:pt idx="21540">
                  <c:v>8.282960000000001</c:v>
                </c:pt>
                <c:pt idx="21541">
                  <c:v>8.2748400000000011</c:v>
                </c:pt>
                <c:pt idx="21542">
                  <c:v>8.4061500000000002</c:v>
                </c:pt>
                <c:pt idx="21543">
                  <c:v>8.2502800000000001</c:v>
                </c:pt>
                <c:pt idx="21544">
                  <c:v>7.9516300000000024</c:v>
                </c:pt>
                <c:pt idx="21545">
                  <c:v>7.8480499999999997</c:v>
                </c:pt>
                <c:pt idx="21546">
                  <c:v>8.0084300000000006</c:v>
                </c:pt>
                <c:pt idx="21547">
                  <c:v>8.2481599999999951</c:v>
                </c:pt>
                <c:pt idx="21548">
                  <c:v>8.4999600000000015</c:v>
                </c:pt>
                <c:pt idx="21549">
                  <c:v>8.8050500000000067</c:v>
                </c:pt>
                <c:pt idx="21550">
                  <c:v>8.9707100000000004</c:v>
                </c:pt>
                <c:pt idx="21551">
                  <c:v>8.7238000000000007</c:v>
                </c:pt>
                <c:pt idx="21552">
                  <c:v>8.2855400000000028</c:v>
                </c:pt>
                <c:pt idx="21553">
                  <c:v>8.0505000000000067</c:v>
                </c:pt>
                <c:pt idx="21554">
                  <c:v>7.9218400000000004</c:v>
                </c:pt>
                <c:pt idx="21555">
                  <c:v>7.6405899999999951</c:v>
                </c:pt>
                <c:pt idx="21556">
                  <c:v>7.3654799999999945</c:v>
                </c:pt>
                <c:pt idx="21557">
                  <c:v>7.3930699999999998</c:v>
                </c:pt>
                <c:pt idx="21558">
                  <c:v>7.5885699999999998</c:v>
                </c:pt>
                <c:pt idx="21559">
                  <c:v>7.6100699999999986</c:v>
                </c:pt>
                <c:pt idx="21560">
                  <c:v>7.6942599999999945</c:v>
                </c:pt>
                <c:pt idx="21561">
                  <c:v>7.7471199999999945</c:v>
                </c:pt>
                <c:pt idx="21562">
                  <c:v>7.5674999999999955</c:v>
                </c:pt>
                <c:pt idx="21563">
                  <c:v>7.3865400000000001</c:v>
                </c:pt>
                <c:pt idx="21564">
                  <c:v>7.2797000000000063</c:v>
                </c:pt>
                <c:pt idx="21565">
                  <c:v>7.0941399999999941</c:v>
                </c:pt>
                <c:pt idx="21566">
                  <c:v>6.9064500000000004</c:v>
                </c:pt>
                <c:pt idx="21567">
                  <c:v>6.8099400000000001</c:v>
                </c:pt>
                <c:pt idx="21568">
                  <c:v>6.7602099999999998</c:v>
                </c:pt>
                <c:pt idx="21569">
                  <c:v>6.7888299999999999</c:v>
                </c:pt>
                <c:pt idx="21570">
                  <c:v>6.6755799999999965</c:v>
                </c:pt>
                <c:pt idx="21571">
                  <c:v>6.2590399999999997</c:v>
                </c:pt>
                <c:pt idx="21572">
                  <c:v>5.8655499999999945</c:v>
                </c:pt>
                <c:pt idx="21573">
                  <c:v>5.6008199999999944</c:v>
                </c:pt>
                <c:pt idx="21574">
                  <c:v>5.7526900000000003</c:v>
                </c:pt>
                <c:pt idx="21575">
                  <c:v>6.2172799999999997</c:v>
                </c:pt>
                <c:pt idx="21576">
                  <c:v>6.5444899999999944</c:v>
                </c:pt>
                <c:pt idx="21577">
                  <c:v>6.6810600000000004</c:v>
                </c:pt>
                <c:pt idx="21578">
                  <c:v>6.5580600000000002</c:v>
                </c:pt>
                <c:pt idx="21579">
                  <c:v>6.3813800000000001</c:v>
                </c:pt>
                <c:pt idx="21580">
                  <c:v>6.4786900000000065</c:v>
                </c:pt>
                <c:pt idx="21581">
                  <c:v>6.6686199999999944</c:v>
                </c:pt>
                <c:pt idx="21582">
                  <c:v>6.7543199999999946</c:v>
                </c:pt>
                <c:pt idx="21583">
                  <c:v>6.9544999999999995</c:v>
                </c:pt>
                <c:pt idx="21584">
                  <c:v>7.4128699999999998</c:v>
                </c:pt>
                <c:pt idx="21585">
                  <c:v>8.0709800000000005</c:v>
                </c:pt>
                <c:pt idx="21586">
                  <c:v>8.0849799999999998</c:v>
                </c:pt>
                <c:pt idx="21587">
                  <c:v>7.7515999999999998</c:v>
                </c:pt>
                <c:pt idx="21588">
                  <c:v>7.8848899999999951</c:v>
                </c:pt>
                <c:pt idx="21589">
                  <c:v>8.2863900000000008</c:v>
                </c:pt>
                <c:pt idx="21590">
                  <c:v>8.5282699999999991</c:v>
                </c:pt>
                <c:pt idx="21591">
                  <c:v>8.2337500000000006</c:v>
                </c:pt>
                <c:pt idx="21592">
                  <c:v>7.7621399999999943</c:v>
                </c:pt>
                <c:pt idx="21593">
                  <c:v>7.364489999999992</c:v>
                </c:pt>
                <c:pt idx="21594">
                  <c:v>7.1301099999999975</c:v>
                </c:pt>
                <c:pt idx="21595">
                  <c:v>7.0626499999999997</c:v>
                </c:pt>
                <c:pt idx="21596">
                  <c:v>7.0532300000000001</c:v>
                </c:pt>
                <c:pt idx="21597">
                  <c:v>7.28911</c:v>
                </c:pt>
                <c:pt idx="21598">
                  <c:v>7.7730300000000003</c:v>
                </c:pt>
                <c:pt idx="21599">
                  <c:v>8.1682600000000001</c:v>
                </c:pt>
                <c:pt idx="21600">
                  <c:v>8.5467200000000005</c:v>
                </c:pt>
                <c:pt idx="21601">
                  <c:v>9.0442199999999993</c:v>
                </c:pt>
                <c:pt idx="21602">
                  <c:v>9.0296700000000012</c:v>
                </c:pt>
                <c:pt idx="21603">
                  <c:v>8.4957500000000028</c:v>
                </c:pt>
                <c:pt idx="21604">
                  <c:v>8.0724200000000028</c:v>
                </c:pt>
                <c:pt idx="21605">
                  <c:v>8.0352800000000002</c:v>
                </c:pt>
                <c:pt idx="21606">
                  <c:v>8.2383999999999986</c:v>
                </c:pt>
                <c:pt idx="21607">
                  <c:v>8.5599100000000004</c:v>
                </c:pt>
                <c:pt idx="21608">
                  <c:v>8.7939900000000009</c:v>
                </c:pt>
                <c:pt idx="21609">
                  <c:v>8.9538700000000002</c:v>
                </c:pt>
                <c:pt idx="21610">
                  <c:v>9.3547300000000124</c:v>
                </c:pt>
                <c:pt idx="21611">
                  <c:v>9.8670600000000004</c:v>
                </c:pt>
                <c:pt idx="21612">
                  <c:v>10.144159999999999</c:v>
                </c:pt>
                <c:pt idx="21613">
                  <c:v>10.39354000000001</c:v>
                </c:pt>
                <c:pt idx="21614">
                  <c:v>10.722150000000001</c:v>
                </c:pt>
                <c:pt idx="21615">
                  <c:v>11.17816</c:v>
                </c:pt>
                <c:pt idx="21616">
                  <c:v>11.44111</c:v>
                </c:pt>
                <c:pt idx="21617">
                  <c:v>11.450340000000002</c:v>
                </c:pt>
                <c:pt idx="21618">
                  <c:v>11.582560000000004</c:v>
                </c:pt>
                <c:pt idx="21619">
                  <c:v>11.901020000000001</c:v>
                </c:pt>
                <c:pt idx="21620">
                  <c:v>12.31024</c:v>
                </c:pt>
                <c:pt idx="21621">
                  <c:v>12.2538</c:v>
                </c:pt>
                <c:pt idx="21622">
                  <c:v>11.734299999999999</c:v>
                </c:pt>
                <c:pt idx="21623">
                  <c:v>11.345080000000006</c:v>
                </c:pt>
                <c:pt idx="21624">
                  <c:v>10.856980000000011</c:v>
                </c:pt>
                <c:pt idx="21625">
                  <c:v>10.366020000000002</c:v>
                </c:pt>
                <c:pt idx="21626">
                  <c:v>10.361220000000001</c:v>
                </c:pt>
                <c:pt idx="21627">
                  <c:v>10.575200000000002</c:v>
                </c:pt>
                <c:pt idx="21628">
                  <c:v>10.66888</c:v>
                </c:pt>
                <c:pt idx="21629">
                  <c:v>10.814310000000001</c:v>
                </c:pt>
                <c:pt idx="21630">
                  <c:v>11.237219999999999</c:v>
                </c:pt>
                <c:pt idx="21631">
                  <c:v>11.74203</c:v>
                </c:pt>
                <c:pt idx="21632">
                  <c:v>12.15882</c:v>
                </c:pt>
                <c:pt idx="21633">
                  <c:v>12.693770000000001</c:v>
                </c:pt>
                <c:pt idx="21634">
                  <c:v>13.14359</c:v>
                </c:pt>
                <c:pt idx="21635">
                  <c:v>13.48077</c:v>
                </c:pt>
                <c:pt idx="21636">
                  <c:v>13.87086</c:v>
                </c:pt>
                <c:pt idx="21637">
                  <c:v>13.545970000000001</c:v>
                </c:pt>
                <c:pt idx="21638">
                  <c:v>12.696490000000002</c:v>
                </c:pt>
                <c:pt idx="21639">
                  <c:v>12.45360000000001</c:v>
                </c:pt>
                <c:pt idx="21640">
                  <c:v>12.37796</c:v>
                </c:pt>
                <c:pt idx="21641">
                  <c:v>12.46832</c:v>
                </c:pt>
                <c:pt idx="21642">
                  <c:v>12.658430000000006</c:v>
                </c:pt>
                <c:pt idx="21643">
                  <c:v>13.03853</c:v>
                </c:pt>
                <c:pt idx="21644">
                  <c:v>13.516210000000001</c:v>
                </c:pt>
                <c:pt idx="21645">
                  <c:v>13.76525</c:v>
                </c:pt>
                <c:pt idx="21646">
                  <c:v>13.16818</c:v>
                </c:pt>
                <c:pt idx="21647">
                  <c:v>12.30847</c:v>
                </c:pt>
                <c:pt idx="21648">
                  <c:v>11.99404</c:v>
                </c:pt>
                <c:pt idx="21649">
                  <c:v>12.067910000000001</c:v>
                </c:pt>
                <c:pt idx="21650">
                  <c:v>12.044280000000001</c:v>
                </c:pt>
                <c:pt idx="21651">
                  <c:v>12.008330000000001</c:v>
                </c:pt>
                <c:pt idx="21652">
                  <c:v>12.204879999999999</c:v>
                </c:pt>
                <c:pt idx="21653">
                  <c:v>12.46754000000001</c:v>
                </c:pt>
                <c:pt idx="21654">
                  <c:v>12.618309999999999</c:v>
                </c:pt>
                <c:pt idx="21655">
                  <c:v>12.730550000000001</c:v>
                </c:pt>
                <c:pt idx="21656">
                  <c:v>13.14973</c:v>
                </c:pt>
                <c:pt idx="21657">
                  <c:v>13.59215</c:v>
                </c:pt>
                <c:pt idx="21658">
                  <c:v>13.928710000000001</c:v>
                </c:pt>
                <c:pt idx="21659">
                  <c:v>14.22536</c:v>
                </c:pt>
                <c:pt idx="21660">
                  <c:v>14.565010000000004</c:v>
                </c:pt>
                <c:pt idx="21661">
                  <c:v>14.654390000000001</c:v>
                </c:pt>
                <c:pt idx="21662">
                  <c:v>14.35824</c:v>
                </c:pt>
                <c:pt idx="21663">
                  <c:v>14.230079999999999</c:v>
                </c:pt>
                <c:pt idx="21664">
                  <c:v>14.321200000000001</c:v>
                </c:pt>
                <c:pt idx="21665">
                  <c:v>14.429180000000002</c:v>
                </c:pt>
                <c:pt idx="21666">
                  <c:v>14.662650000000006</c:v>
                </c:pt>
                <c:pt idx="21667">
                  <c:v>14.78213</c:v>
                </c:pt>
                <c:pt idx="21668">
                  <c:v>14.886190000000004</c:v>
                </c:pt>
                <c:pt idx="21669">
                  <c:v>15.133100000000001</c:v>
                </c:pt>
                <c:pt idx="21670">
                  <c:v>15.620610000000001</c:v>
                </c:pt>
                <c:pt idx="21671">
                  <c:v>16.113759999999999</c:v>
                </c:pt>
                <c:pt idx="21672">
                  <c:v>16.426609999999975</c:v>
                </c:pt>
                <c:pt idx="21673">
                  <c:v>16.464829999999989</c:v>
                </c:pt>
                <c:pt idx="21674">
                  <c:v>16.17024</c:v>
                </c:pt>
                <c:pt idx="21675">
                  <c:v>16.13064</c:v>
                </c:pt>
                <c:pt idx="21676">
                  <c:v>16.28006999999997</c:v>
                </c:pt>
                <c:pt idx="21677">
                  <c:v>16.478499999999972</c:v>
                </c:pt>
                <c:pt idx="21678">
                  <c:v>16.772239999999975</c:v>
                </c:pt>
                <c:pt idx="21679">
                  <c:v>16.836800000000022</c:v>
                </c:pt>
                <c:pt idx="21680">
                  <c:v>16.719349999999974</c:v>
                </c:pt>
                <c:pt idx="21681">
                  <c:v>16.82178</c:v>
                </c:pt>
                <c:pt idx="21682">
                  <c:v>17.269100000000002</c:v>
                </c:pt>
                <c:pt idx="21683">
                  <c:v>17.88245999999997</c:v>
                </c:pt>
                <c:pt idx="21684">
                  <c:v>18.352629999999973</c:v>
                </c:pt>
                <c:pt idx="21685">
                  <c:v>18.670059999999999</c:v>
                </c:pt>
                <c:pt idx="21686">
                  <c:v>18.757660000000001</c:v>
                </c:pt>
                <c:pt idx="21687">
                  <c:v>18.46707</c:v>
                </c:pt>
                <c:pt idx="21688">
                  <c:v>18.05822999999997</c:v>
                </c:pt>
                <c:pt idx="21689">
                  <c:v>18.081299999999974</c:v>
                </c:pt>
                <c:pt idx="21690">
                  <c:v>18.265459999999972</c:v>
                </c:pt>
                <c:pt idx="21691">
                  <c:v>18.401050000000001</c:v>
                </c:pt>
                <c:pt idx="21692">
                  <c:v>18.321999999999999</c:v>
                </c:pt>
                <c:pt idx="21693">
                  <c:v>18.163489999999989</c:v>
                </c:pt>
                <c:pt idx="21694">
                  <c:v>18.298159999999989</c:v>
                </c:pt>
                <c:pt idx="21695">
                  <c:v>18.644020000000001</c:v>
                </c:pt>
                <c:pt idx="21696">
                  <c:v>19.06597</c:v>
                </c:pt>
                <c:pt idx="21697">
                  <c:v>19.581489999999974</c:v>
                </c:pt>
                <c:pt idx="21698">
                  <c:v>19.759699999999974</c:v>
                </c:pt>
                <c:pt idx="21699">
                  <c:v>19.86298</c:v>
                </c:pt>
                <c:pt idx="21700">
                  <c:v>20.171800000000033</c:v>
                </c:pt>
                <c:pt idx="21701">
                  <c:v>20.539880000000021</c:v>
                </c:pt>
                <c:pt idx="21702">
                  <c:v>20.830739999999974</c:v>
                </c:pt>
                <c:pt idx="21703">
                  <c:v>20.868760000000002</c:v>
                </c:pt>
                <c:pt idx="21704">
                  <c:v>20.767229999999973</c:v>
                </c:pt>
                <c:pt idx="21705">
                  <c:v>20.164980000000021</c:v>
                </c:pt>
                <c:pt idx="21706">
                  <c:v>19.538530000000002</c:v>
                </c:pt>
                <c:pt idx="21707">
                  <c:v>19.174790000000005</c:v>
                </c:pt>
                <c:pt idx="21708">
                  <c:v>19.104369999999999</c:v>
                </c:pt>
                <c:pt idx="21709">
                  <c:v>19.174130000000005</c:v>
                </c:pt>
                <c:pt idx="21710">
                  <c:v>19.447139999999973</c:v>
                </c:pt>
                <c:pt idx="21711">
                  <c:v>19.905950000000001</c:v>
                </c:pt>
                <c:pt idx="21712">
                  <c:v>20.325629999999968</c:v>
                </c:pt>
                <c:pt idx="21713">
                  <c:v>20.738609999999973</c:v>
                </c:pt>
                <c:pt idx="21714">
                  <c:v>21.01361</c:v>
                </c:pt>
                <c:pt idx="21715">
                  <c:v>21.134060000000037</c:v>
                </c:pt>
                <c:pt idx="21716">
                  <c:v>21.107370000000021</c:v>
                </c:pt>
                <c:pt idx="21717">
                  <c:v>21.160339999999973</c:v>
                </c:pt>
                <c:pt idx="21718">
                  <c:v>21.552609999999973</c:v>
                </c:pt>
                <c:pt idx="21719">
                  <c:v>21.685609999999972</c:v>
                </c:pt>
                <c:pt idx="21720">
                  <c:v>21.548289999999973</c:v>
                </c:pt>
                <c:pt idx="21721">
                  <c:v>21.497610000000002</c:v>
                </c:pt>
                <c:pt idx="21722">
                  <c:v>21.629950000000033</c:v>
                </c:pt>
                <c:pt idx="21723">
                  <c:v>22.014500000000005</c:v>
                </c:pt>
                <c:pt idx="21724">
                  <c:v>22.452929999999974</c:v>
                </c:pt>
                <c:pt idx="21725">
                  <c:v>22.867180000000001</c:v>
                </c:pt>
                <c:pt idx="21726">
                  <c:v>23.241999999999987</c:v>
                </c:pt>
                <c:pt idx="21727">
                  <c:v>23.549410000000002</c:v>
                </c:pt>
                <c:pt idx="21728">
                  <c:v>23.835000000000001</c:v>
                </c:pt>
                <c:pt idx="21729">
                  <c:v>23.902920000000002</c:v>
                </c:pt>
                <c:pt idx="21730">
                  <c:v>24.024979999999999</c:v>
                </c:pt>
                <c:pt idx="21731">
                  <c:v>24.213049999999978</c:v>
                </c:pt>
                <c:pt idx="21732">
                  <c:v>24.12744</c:v>
                </c:pt>
                <c:pt idx="21733">
                  <c:v>23.819299999999988</c:v>
                </c:pt>
                <c:pt idx="21734">
                  <c:v>23.706320000000002</c:v>
                </c:pt>
                <c:pt idx="21735">
                  <c:v>23.88693</c:v>
                </c:pt>
                <c:pt idx="21736">
                  <c:v>24.340339999999973</c:v>
                </c:pt>
                <c:pt idx="21737">
                  <c:v>24.799379999999989</c:v>
                </c:pt>
                <c:pt idx="21738">
                  <c:v>24.797429999999974</c:v>
                </c:pt>
                <c:pt idx="21739">
                  <c:v>24.599920000000001</c:v>
                </c:pt>
                <c:pt idx="21740">
                  <c:v>24.279529999999973</c:v>
                </c:pt>
                <c:pt idx="21741">
                  <c:v>24.225389999999972</c:v>
                </c:pt>
                <c:pt idx="21742">
                  <c:v>24.647169999999999</c:v>
                </c:pt>
                <c:pt idx="21743">
                  <c:v>25.250170000000001</c:v>
                </c:pt>
                <c:pt idx="21744">
                  <c:v>25.92783</c:v>
                </c:pt>
                <c:pt idx="21745">
                  <c:v>26.373550000000005</c:v>
                </c:pt>
                <c:pt idx="21746">
                  <c:v>26.244119999999974</c:v>
                </c:pt>
                <c:pt idx="21747">
                  <c:v>25.838899999999999</c:v>
                </c:pt>
                <c:pt idx="21748">
                  <c:v>25.50660999999997</c:v>
                </c:pt>
                <c:pt idx="21749">
                  <c:v>25.273759999999989</c:v>
                </c:pt>
                <c:pt idx="21750">
                  <c:v>25.309360000000005</c:v>
                </c:pt>
                <c:pt idx="21751">
                  <c:v>25.548749999999952</c:v>
                </c:pt>
                <c:pt idx="21752">
                  <c:v>25.715739999999968</c:v>
                </c:pt>
                <c:pt idx="21753">
                  <c:v>25.89584</c:v>
                </c:pt>
                <c:pt idx="21754">
                  <c:v>26.273479999999989</c:v>
                </c:pt>
                <c:pt idx="21755">
                  <c:v>26.45992</c:v>
                </c:pt>
                <c:pt idx="21756">
                  <c:v>26.47475</c:v>
                </c:pt>
                <c:pt idx="21757">
                  <c:v>26.54393</c:v>
                </c:pt>
                <c:pt idx="21758">
                  <c:v>26.764239999999972</c:v>
                </c:pt>
                <c:pt idx="21759">
                  <c:v>27.181470000000001</c:v>
                </c:pt>
                <c:pt idx="21760">
                  <c:v>27.565279999999973</c:v>
                </c:pt>
                <c:pt idx="21761">
                  <c:v>27.764500000000002</c:v>
                </c:pt>
                <c:pt idx="21762">
                  <c:v>27.934670000000001</c:v>
                </c:pt>
                <c:pt idx="21763">
                  <c:v>27.680040000000002</c:v>
                </c:pt>
                <c:pt idx="21764">
                  <c:v>27.111699999999999</c:v>
                </c:pt>
                <c:pt idx="21765">
                  <c:v>26.792299999999972</c:v>
                </c:pt>
                <c:pt idx="21766">
                  <c:v>26.706639999999975</c:v>
                </c:pt>
                <c:pt idx="21767">
                  <c:v>26.819430000000001</c:v>
                </c:pt>
                <c:pt idx="21768">
                  <c:v>26.985039999999955</c:v>
                </c:pt>
                <c:pt idx="21769">
                  <c:v>26.854579999999999</c:v>
                </c:pt>
                <c:pt idx="21770">
                  <c:v>26.426109999999973</c:v>
                </c:pt>
                <c:pt idx="21771">
                  <c:v>25.945889999999974</c:v>
                </c:pt>
                <c:pt idx="21772">
                  <c:v>25.674240000000001</c:v>
                </c:pt>
                <c:pt idx="21773">
                  <c:v>25.653099999999988</c:v>
                </c:pt>
                <c:pt idx="21774">
                  <c:v>25.744009999999989</c:v>
                </c:pt>
                <c:pt idx="21775">
                  <c:v>25.936499999999974</c:v>
                </c:pt>
                <c:pt idx="21776">
                  <c:v>26.263349999999956</c:v>
                </c:pt>
                <c:pt idx="21777">
                  <c:v>26.600359999999988</c:v>
                </c:pt>
                <c:pt idx="21778">
                  <c:v>26.766319999999968</c:v>
                </c:pt>
                <c:pt idx="21779">
                  <c:v>26.77308</c:v>
                </c:pt>
                <c:pt idx="21780">
                  <c:v>26.92726</c:v>
                </c:pt>
                <c:pt idx="21781">
                  <c:v>27.0731</c:v>
                </c:pt>
                <c:pt idx="21782">
                  <c:v>26.698810000000005</c:v>
                </c:pt>
                <c:pt idx="21783">
                  <c:v>26.231590000000001</c:v>
                </c:pt>
                <c:pt idx="21784">
                  <c:v>26.036560000000001</c:v>
                </c:pt>
                <c:pt idx="21785">
                  <c:v>26.071829999999999</c:v>
                </c:pt>
                <c:pt idx="21786">
                  <c:v>26.2163</c:v>
                </c:pt>
                <c:pt idx="21787">
                  <c:v>25.745279999999973</c:v>
                </c:pt>
                <c:pt idx="21788">
                  <c:v>24.896820000000005</c:v>
                </c:pt>
                <c:pt idx="21789">
                  <c:v>24.475639999999952</c:v>
                </c:pt>
                <c:pt idx="21790">
                  <c:v>24.582449999999959</c:v>
                </c:pt>
                <c:pt idx="21791">
                  <c:v>24.961499999999972</c:v>
                </c:pt>
                <c:pt idx="21792">
                  <c:v>25.525619999999975</c:v>
                </c:pt>
                <c:pt idx="21793">
                  <c:v>25.802910000000001</c:v>
                </c:pt>
                <c:pt idx="21794">
                  <c:v>25.633970000000033</c:v>
                </c:pt>
                <c:pt idx="21795">
                  <c:v>25.354140000000001</c:v>
                </c:pt>
                <c:pt idx="21796">
                  <c:v>25.20468</c:v>
                </c:pt>
                <c:pt idx="21797">
                  <c:v>25.242299999999968</c:v>
                </c:pt>
                <c:pt idx="21798">
                  <c:v>24.866399999999974</c:v>
                </c:pt>
                <c:pt idx="21799">
                  <c:v>24.022319999999972</c:v>
                </c:pt>
                <c:pt idx="21800">
                  <c:v>23.404050000000005</c:v>
                </c:pt>
                <c:pt idx="21801">
                  <c:v>23.210979999999999</c:v>
                </c:pt>
                <c:pt idx="21802">
                  <c:v>23.172989999999999</c:v>
                </c:pt>
                <c:pt idx="21803">
                  <c:v>23.200639999999975</c:v>
                </c:pt>
                <c:pt idx="21804">
                  <c:v>23.209379999999989</c:v>
                </c:pt>
                <c:pt idx="21805">
                  <c:v>22.493689999999972</c:v>
                </c:pt>
                <c:pt idx="21806">
                  <c:v>21.50979999999997</c:v>
                </c:pt>
                <c:pt idx="21807">
                  <c:v>20.920159999999989</c:v>
                </c:pt>
                <c:pt idx="21808">
                  <c:v>20.647130000000001</c:v>
                </c:pt>
                <c:pt idx="21809">
                  <c:v>20.727679999999989</c:v>
                </c:pt>
                <c:pt idx="21810">
                  <c:v>21.02800999999997</c:v>
                </c:pt>
                <c:pt idx="21811">
                  <c:v>21.254370000000005</c:v>
                </c:pt>
                <c:pt idx="21812">
                  <c:v>21.115829999999999</c:v>
                </c:pt>
                <c:pt idx="21813">
                  <c:v>20.706410000000002</c:v>
                </c:pt>
                <c:pt idx="21814">
                  <c:v>20.502589999999973</c:v>
                </c:pt>
                <c:pt idx="21815">
                  <c:v>20.664290000000001</c:v>
                </c:pt>
                <c:pt idx="21816">
                  <c:v>21.056640000000002</c:v>
                </c:pt>
                <c:pt idx="21817">
                  <c:v>21.43468</c:v>
                </c:pt>
                <c:pt idx="21818">
                  <c:v>21.774229999999989</c:v>
                </c:pt>
                <c:pt idx="21819">
                  <c:v>22.074719999999989</c:v>
                </c:pt>
                <c:pt idx="21820">
                  <c:v>22.257100000000001</c:v>
                </c:pt>
                <c:pt idx="21821">
                  <c:v>22.36626</c:v>
                </c:pt>
                <c:pt idx="21822">
                  <c:v>22.427489999999974</c:v>
                </c:pt>
                <c:pt idx="21823">
                  <c:v>22.719560000000001</c:v>
                </c:pt>
                <c:pt idx="21824">
                  <c:v>22.976439999999968</c:v>
                </c:pt>
                <c:pt idx="21825">
                  <c:v>22.706160000000001</c:v>
                </c:pt>
                <c:pt idx="21826">
                  <c:v>22.036339999999978</c:v>
                </c:pt>
                <c:pt idx="21827">
                  <c:v>21.41154999999997</c:v>
                </c:pt>
                <c:pt idx="21828">
                  <c:v>21.12377</c:v>
                </c:pt>
                <c:pt idx="21829">
                  <c:v>21.194800000000026</c:v>
                </c:pt>
                <c:pt idx="21830">
                  <c:v>21.427629999999972</c:v>
                </c:pt>
                <c:pt idx="21831">
                  <c:v>21.612919999999999</c:v>
                </c:pt>
                <c:pt idx="21832">
                  <c:v>21.436879999999999</c:v>
                </c:pt>
                <c:pt idx="21833">
                  <c:v>20.72429</c:v>
                </c:pt>
                <c:pt idx="21834">
                  <c:v>19.611170000000033</c:v>
                </c:pt>
                <c:pt idx="21835">
                  <c:v>18.532900000000001</c:v>
                </c:pt>
                <c:pt idx="21836">
                  <c:v>17.679449999999989</c:v>
                </c:pt>
                <c:pt idx="21837">
                  <c:v>17.387789999999974</c:v>
                </c:pt>
                <c:pt idx="21838">
                  <c:v>17.649010000000001</c:v>
                </c:pt>
                <c:pt idx="21839">
                  <c:v>17.592549999999957</c:v>
                </c:pt>
                <c:pt idx="21840">
                  <c:v>17.203980000000001</c:v>
                </c:pt>
                <c:pt idx="21841">
                  <c:v>17.135660000000001</c:v>
                </c:pt>
                <c:pt idx="21842">
                  <c:v>17.328600000000002</c:v>
                </c:pt>
                <c:pt idx="21843">
                  <c:v>17.59657</c:v>
                </c:pt>
                <c:pt idx="21844">
                  <c:v>17.902899999999974</c:v>
                </c:pt>
                <c:pt idx="21845">
                  <c:v>18.237970000000022</c:v>
                </c:pt>
                <c:pt idx="21846">
                  <c:v>18.638400000000001</c:v>
                </c:pt>
                <c:pt idx="21847">
                  <c:v>18.687609999999989</c:v>
                </c:pt>
                <c:pt idx="21848">
                  <c:v>18.46625999999997</c:v>
                </c:pt>
                <c:pt idx="21849">
                  <c:v>18.42896</c:v>
                </c:pt>
                <c:pt idx="21850">
                  <c:v>18.64828</c:v>
                </c:pt>
                <c:pt idx="21851">
                  <c:v>18.463419999999957</c:v>
                </c:pt>
                <c:pt idx="21852">
                  <c:v>16.725709999999957</c:v>
                </c:pt>
                <c:pt idx="21853">
                  <c:v>14.93106</c:v>
                </c:pt>
                <c:pt idx="21854">
                  <c:v>14.25362</c:v>
                </c:pt>
                <c:pt idx="21855">
                  <c:v>14.06228000000001</c:v>
                </c:pt>
                <c:pt idx="21856">
                  <c:v>14.059710000000004</c:v>
                </c:pt>
                <c:pt idx="21857">
                  <c:v>14.09493</c:v>
                </c:pt>
                <c:pt idx="21858">
                  <c:v>14.223890000000001</c:v>
                </c:pt>
                <c:pt idx="21859">
                  <c:v>14.259450000000006</c:v>
                </c:pt>
                <c:pt idx="21860">
                  <c:v>13.916260000000001</c:v>
                </c:pt>
                <c:pt idx="21861">
                  <c:v>13.526290000000001</c:v>
                </c:pt>
                <c:pt idx="21862">
                  <c:v>12.912400000000011</c:v>
                </c:pt>
                <c:pt idx="21863">
                  <c:v>12.64859</c:v>
                </c:pt>
                <c:pt idx="21864">
                  <c:v>12.62589</c:v>
                </c:pt>
                <c:pt idx="21865">
                  <c:v>12.76427</c:v>
                </c:pt>
                <c:pt idx="21866">
                  <c:v>12.654110000000001</c:v>
                </c:pt>
                <c:pt idx="21867">
                  <c:v>11.966590000000011</c:v>
                </c:pt>
                <c:pt idx="21868">
                  <c:v>11.78199</c:v>
                </c:pt>
                <c:pt idx="21869">
                  <c:v>11.859540000000019</c:v>
                </c:pt>
                <c:pt idx="21870">
                  <c:v>11.91534</c:v>
                </c:pt>
                <c:pt idx="21871">
                  <c:v>11.775970000000001</c:v>
                </c:pt>
                <c:pt idx="21872">
                  <c:v>11.46463000000001</c:v>
                </c:pt>
                <c:pt idx="21873">
                  <c:v>11.46698000000001</c:v>
                </c:pt>
                <c:pt idx="21874">
                  <c:v>11.30336</c:v>
                </c:pt>
                <c:pt idx="21875">
                  <c:v>11.028500000000001</c:v>
                </c:pt>
                <c:pt idx="21876">
                  <c:v>10.644130000000001</c:v>
                </c:pt>
                <c:pt idx="21877">
                  <c:v>10.491620000000001</c:v>
                </c:pt>
                <c:pt idx="21878">
                  <c:v>10.671480000000004</c:v>
                </c:pt>
                <c:pt idx="21879">
                  <c:v>10.682180000000002</c:v>
                </c:pt>
                <c:pt idx="21880">
                  <c:v>10.083430000000011</c:v>
                </c:pt>
                <c:pt idx="21881">
                  <c:v>10.091329999999999</c:v>
                </c:pt>
                <c:pt idx="21882">
                  <c:v>10.22763</c:v>
                </c:pt>
                <c:pt idx="21883">
                  <c:v>10.304870000000001</c:v>
                </c:pt>
                <c:pt idx="21884">
                  <c:v>10.202170000000001</c:v>
                </c:pt>
                <c:pt idx="21885">
                  <c:v>9.9397700000000011</c:v>
                </c:pt>
                <c:pt idx="21886">
                  <c:v>9.8800300000000068</c:v>
                </c:pt>
                <c:pt idx="21887">
                  <c:v>9.9875100000000003</c:v>
                </c:pt>
                <c:pt idx="21888">
                  <c:v>10.204029999999999</c:v>
                </c:pt>
                <c:pt idx="21889">
                  <c:v>10.40288000000001</c:v>
                </c:pt>
                <c:pt idx="21890">
                  <c:v>10.520710000000001</c:v>
                </c:pt>
                <c:pt idx="21891">
                  <c:v>10.648729999999999</c:v>
                </c:pt>
                <c:pt idx="21892">
                  <c:v>10.596490000000006</c:v>
                </c:pt>
                <c:pt idx="21893">
                  <c:v>10.246319999999999</c:v>
                </c:pt>
                <c:pt idx="21894">
                  <c:v>9.8205300000000104</c:v>
                </c:pt>
                <c:pt idx="21895">
                  <c:v>9.3156500000000122</c:v>
                </c:pt>
                <c:pt idx="21896">
                  <c:v>8.9075300000000048</c:v>
                </c:pt>
                <c:pt idx="21897">
                  <c:v>8.6474100000000007</c:v>
                </c:pt>
                <c:pt idx="21898">
                  <c:v>8.4084500000000002</c:v>
                </c:pt>
                <c:pt idx="21899">
                  <c:v>8.3458800000000046</c:v>
                </c:pt>
                <c:pt idx="21900">
                  <c:v>8.6063799999999997</c:v>
                </c:pt>
                <c:pt idx="21901">
                  <c:v>8.8170000000000002</c:v>
                </c:pt>
                <c:pt idx="21902">
                  <c:v>9.0183400000000002</c:v>
                </c:pt>
                <c:pt idx="21903">
                  <c:v>9.3396800000000066</c:v>
                </c:pt>
                <c:pt idx="21904">
                  <c:v>9.6156200000000016</c:v>
                </c:pt>
                <c:pt idx="21905">
                  <c:v>9.8126800000000109</c:v>
                </c:pt>
                <c:pt idx="21906">
                  <c:v>9.8130800000000047</c:v>
                </c:pt>
                <c:pt idx="21907">
                  <c:v>9.7357500000000012</c:v>
                </c:pt>
                <c:pt idx="21908">
                  <c:v>9.8297700000000034</c:v>
                </c:pt>
                <c:pt idx="21909">
                  <c:v>9.9165900000000047</c:v>
                </c:pt>
                <c:pt idx="21910">
                  <c:v>9.7453299999999992</c:v>
                </c:pt>
                <c:pt idx="21911">
                  <c:v>9.4074400000000047</c:v>
                </c:pt>
                <c:pt idx="21912">
                  <c:v>9.1975800000000003</c:v>
                </c:pt>
                <c:pt idx="21913">
                  <c:v>8.8455500000000047</c:v>
                </c:pt>
                <c:pt idx="21914">
                  <c:v>8.2043499999999998</c:v>
                </c:pt>
                <c:pt idx="21915">
                  <c:v>7.7941199999999951</c:v>
                </c:pt>
                <c:pt idx="21916">
                  <c:v>7.7729299999999997</c:v>
                </c:pt>
                <c:pt idx="21917">
                  <c:v>7.673</c:v>
                </c:pt>
                <c:pt idx="21918">
                  <c:v>7.3629199999999901</c:v>
                </c:pt>
                <c:pt idx="21919">
                  <c:v>7.2126099999999997</c:v>
                </c:pt>
                <c:pt idx="21920">
                  <c:v>7.3287099999999965</c:v>
                </c:pt>
                <c:pt idx="21921">
                  <c:v>7.4753300000000014</c:v>
                </c:pt>
                <c:pt idx="21922">
                  <c:v>7.6053299999999995</c:v>
                </c:pt>
                <c:pt idx="21923">
                  <c:v>7.6600799999999944</c:v>
                </c:pt>
                <c:pt idx="21924">
                  <c:v>7.8102999999999998</c:v>
                </c:pt>
                <c:pt idx="21925">
                  <c:v>8.0278500000000008</c:v>
                </c:pt>
                <c:pt idx="21926">
                  <c:v>8.1459400000000013</c:v>
                </c:pt>
                <c:pt idx="21927">
                  <c:v>8.3233800000000002</c:v>
                </c:pt>
                <c:pt idx="21928">
                  <c:v>8.7409999999999997</c:v>
                </c:pt>
                <c:pt idx="21929">
                  <c:v>8.9340700000000002</c:v>
                </c:pt>
                <c:pt idx="21930">
                  <c:v>8.7446999999999999</c:v>
                </c:pt>
                <c:pt idx="21931">
                  <c:v>8.4322900000000001</c:v>
                </c:pt>
                <c:pt idx="21932">
                  <c:v>8.2199799999999996</c:v>
                </c:pt>
                <c:pt idx="21933">
                  <c:v>8.1472299999999986</c:v>
                </c:pt>
                <c:pt idx="21934">
                  <c:v>7.9377800000000001</c:v>
                </c:pt>
                <c:pt idx="21935">
                  <c:v>7.7361300000000002</c:v>
                </c:pt>
                <c:pt idx="21936">
                  <c:v>7.7813600000000065</c:v>
                </c:pt>
                <c:pt idx="21937">
                  <c:v>7.9594300000000002</c:v>
                </c:pt>
                <c:pt idx="21938">
                  <c:v>8.1122500000000013</c:v>
                </c:pt>
                <c:pt idx="21939">
                  <c:v>8.2614400000000003</c:v>
                </c:pt>
                <c:pt idx="21940">
                  <c:v>8.2314900000000009</c:v>
                </c:pt>
                <c:pt idx="21941">
                  <c:v>8.1359700000000004</c:v>
                </c:pt>
                <c:pt idx="21942">
                  <c:v>8.1895600000000002</c:v>
                </c:pt>
                <c:pt idx="21943">
                  <c:v>8.4413400000000003</c:v>
                </c:pt>
                <c:pt idx="21944">
                  <c:v>8.8429800000000007</c:v>
                </c:pt>
                <c:pt idx="21945">
                  <c:v>9.2829200000000007</c:v>
                </c:pt>
                <c:pt idx="21946">
                  <c:v>9.2301699999999993</c:v>
                </c:pt>
                <c:pt idx="21947">
                  <c:v>9.0127300000000048</c:v>
                </c:pt>
                <c:pt idx="21948">
                  <c:v>9.0874200000000016</c:v>
                </c:pt>
                <c:pt idx="21949">
                  <c:v>9.23611</c:v>
                </c:pt>
                <c:pt idx="21950">
                  <c:v>9.2180199999999992</c:v>
                </c:pt>
                <c:pt idx="21951">
                  <c:v>9.2532700000000006</c:v>
                </c:pt>
                <c:pt idx="21952">
                  <c:v>9.4294800000000123</c:v>
                </c:pt>
                <c:pt idx="21953">
                  <c:v>9.5120500000000003</c:v>
                </c:pt>
                <c:pt idx="21954">
                  <c:v>9.3647800000000068</c:v>
                </c:pt>
                <c:pt idx="21955">
                  <c:v>9.0902400000000014</c:v>
                </c:pt>
                <c:pt idx="21956">
                  <c:v>8.8876200000000001</c:v>
                </c:pt>
                <c:pt idx="21957">
                  <c:v>8.7760400000000001</c:v>
                </c:pt>
                <c:pt idx="21958">
                  <c:v>8.6625700000000005</c:v>
                </c:pt>
                <c:pt idx="21959">
                  <c:v>8.7234400000000001</c:v>
                </c:pt>
                <c:pt idx="21960">
                  <c:v>9.2503600000000006</c:v>
                </c:pt>
                <c:pt idx="21961">
                  <c:v>10.098790000000001</c:v>
                </c:pt>
                <c:pt idx="21962">
                  <c:v>10.88763000000001</c:v>
                </c:pt>
                <c:pt idx="21963">
                  <c:v>11.487400000000004</c:v>
                </c:pt>
                <c:pt idx="21964">
                  <c:v>11.880490000000011</c:v>
                </c:pt>
                <c:pt idx="21965">
                  <c:v>12.018230000000001</c:v>
                </c:pt>
                <c:pt idx="21966">
                  <c:v>11.690110000000001</c:v>
                </c:pt>
                <c:pt idx="21967">
                  <c:v>11.225430000000006</c:v>
                </c:pt>
                <c:pt idx="21968">
                  <c:v>10.858360000000001</c:v>
                </c:pt>
                <c:pt idx="21969">
                  <c:v>10.617290000000001</c:v>
                </c:pt>
                <c:pt idx="21970">
                  <c:v>10.661520000000001</c:v>
                </c:pt>
                <c:pt idx="21971">
                  <c:v>10.676030000000004</c:v>
                </c:pt>
                <c:pt idx="21972">
                  <c:v>10.448729999999999</c:v>
                </c:pt>
                <c:pt idx="21973">
                  <c:v>10.35191</c:v>
                </c:pt>
                <c:pt idx="21974">
                  <c:v>10.43285</c:v>
                </c:pt>
                <c:pt idx="21975">
                  <c:v>10.7715</c:v>
                </c:pt>
                <c:pt idx="21976">
                  <c:v>11.144969999999999</c:v>
                </c:pt>
                <c:pt idx="21977">
                  <c:v>11.417290000000001</c:v>
                </c:pt>
                <c:pt idx="21978">
                  <c:v>11.678900000000001</c:v>
                </c:pt>
                <c:pt idx="21979">
                  <c:v>11.63754</c:v>
                </c:pt>
                <c:pt idx="21980">
                  <c:v>11.397410000000002</c:v>
                </c:pt>
                <c:pt idx="21981">
                  <c:v>11.303650000000006</c:v>
                </c:pt>
                <c:pt idx="21982">
                  <c:v>11.318680000000002</c:v>
                </c:pt>
                <c:pt idx="21983">
                  <c:v>11.49577</c:v>
                </c:pt>
                <c:pt idx="21984">
                  <c:v>11.69538</c:v>
                </c:pt>
                <c:pt idx="21985">
                  <c:v>11.809710000000004</c:v>
                </c:pt>
                <c:pt idx="21986">
                  <c:v>11.62256</c:v>
                </c:pt>
                <c:pt idx="21987">
                  <c:v>11.15973000000001</c:v>
                </c:pt>
                <c:pt idx="21988">
                  <c:v>11.09389</c:v>
                </c:pt>
                <c:pt idx="21989">
                  <c:v>11.49302</c:v>
                </c:pt>
                <c:pt idx="21990">
                  <c:v>11.940110000000001</c:v>
                </c:pt>
                <c:pt idx="21991">
                  <c:v>12.15362</c:v>
                </c:pt>
                <c:pt idx="21992">
                  <c:v>12.385700000000011</c:v>
                </c:pt>
                <c:pt idx="21993">
                  <c:v>12.85881</c:v>
                </c:pt>
                <c:pt idx="21994">
                  <c:v>13.06845</c:v>
                </c:pt>
                <c:pt idx="21995">
                  <c:v>13.195360000000001</c:v>
                </c:pt>
                <c:pt idx="21996">
                  <c:v>13.14922</c:v>
                </c:pt>
                <c:pt idx="21997">
                  <c:v>12.57859</c:v>
                </c:pt>
                <c:pt idx="21998">
                  <c:v>12.118269999999999</c:v>
                </c:pt>
                <c:pt idx="21999">
                  <c:v>12.12758</c:v>
                </c:pt>
                <c:pt idx="22000">
                  <c:v>12.59421</c:v>
                </c:pt>
                <c:pt idx="22001">
                  <c:v>13.08165</c:v>
                </c:pt>
                <c:pt idx="22002">
                  <c:v>13.53558000000001</c:v>
                </c:pt>
                <c:pt idx="22003">
                  <c:v>13.94145</c:v>
                </c:pt>
                <c:pt idx="22004">
                  <c:v>14.017750000000001</c:v>
                </c:pt>
                <c:pt idx="22005">
                  <c:v>14.094660000000001</c:v>
                </c:pt>
                <c:pt idx="22006">
                  <c:v>13.892610000000012</c:v>
                </c:pt>
                <c:pt idx="22007">
                  <c:v>13.68403</c:v>
                </c:pt>
                <c:pt idx="22008">
                  <c:v>13.869760000000012</c:v>
                </c:pt>
                <c:pt idx="22009">
                  <c:v>14.336550000000004</c:v>
                </c:pt>
                <c:pt idx="22010">
                  <c:v>14.934620000000001</c:v>
                </c:pt>
                <c:pt idx="22011">
                  <c:v>15.056510000000006</c:v>
                </c:pt>
                <c:pt idx="22012">
                  <c:v>14.874690000000006</c:v>
                </c:pt>
                <c:pt idx="22013">
                  <c:v>14.68525</c:v>
                </c:pt>
                <c:pt idx="22014">
                  <c:v>14.40076</c:v>
                </c:pt>
                <c:pt idx="22015">
                  <c:v>14.18413</c:v>
                </c:pt>
                <c:pt idx="22016">
                  <c:v>14.1051</c:v>
                </c:pt>
                <c:pt idx="22017">
                  <c:v>14.267580000000002</c:v>
                </c:pt>
                <c:pt idx="22018">
                  <c:v>14.41662</c:v>
                </c:pt>
                <c:pt idx="22019">
                  <c:v>14.141500000000001</c:v>
                </c:pt>
                <c:pt idx="22020">
                  <c:v>13.735620000000001</c:v>
                </c:pt>
                <c:pt idx="22021">
                  <c:v>13.50844</c:v>
                </c:pt>
                <c:pt idx="22022">
                  <c:v>13.596080000000002</c:v>
                </c:pt>
                <c:pt idx="22023">
                  <c:v>14.02627</c:v>
                </c:pt>
                <c:pt idx="22024">
                  <c:v>14.458780000000004</c:v>
                </c:pt>
                <c:pt idx="22025">
                  <c:v>14.64354</c:v>
                </c:pt>
                <c:pt idx="22026">
                  <c:v>14.778329999999999</c:v>
                </c:pt>
                <c:pt idx="22027">
                  <c:v>14.88682</c:v>
                </c:pt>
                <c:pt idx="22028">
                  <c:v>15.22847</c:v>
                </c:pt>
                <c:pt idx="22029">
                  <c:v>15.68769</c:v>
                </c:pt>
                <c:pt idx="22030">
                  <c:v>15.80139</c:v>
                </c:pt>
                <c:pt idx="22031">
                  <c:v>15.779630000000004</c:v>
                </c:pt>
                <c:pt idx="22032">
                  <c:v>15.95060000000001</c:v>
                </c:pt>
                <c:pt idx="22033">
                  <c:v>16.349360000000001</c:v>
                </c:pt>
                <c:pt idx="22034">
                  <c:v>16.800149999999974</c:v>
                </c:pt>
                <c:pt idx="22035">
                  <c:v>17.18237999999997</c:v>
                </c:pt>
                <c:pt idx="22036">
                  <c:v>17.572039999999973</c:v>
                </c:pt>
                <c:pt idx="22037">
                  <c:v>17.944479999999974</c:v>
                </c:pt>
                <c:pt idx="22038">
                  <c:v>18.40446</c:v>
                </c:pt>
                <c:pt idx="22039">
                  <c:v>18.979120000000002</c:v>
                </c:pt>
                <c:pt idx="22040">
                  <c:v>19.28755</c:v>
                </c:pt>
                <c:pt idx="22041">
                  <c:v>19.157229999999988</c:v>
                </c:pt>
                <c:pt idx="22042">
                  <c:v>18.413489999999989</c:v>
                </c:pt>
                <c:pt idx="22043">
                  <c:v>17.17858</c:v>
                </c:pt>
                <c:pt idx="22044">
                  <c:v>15.992710000000002</c:v>
                </c:pt>
                <c:pt idx="22045">
                  <c:v>15.7333</c:v>
                </c:pt>
                <c:pt idx="22046">
                  <c:v>15.66211</c:v>
                </c:pt>
                <c:pt idx="22047">
                  <c:v>15.70557</c:v>
                </c:pt>
                <c:pt idx="22048">
                  <c:v>15.6576</c:v>
                </c:pt>
                <c:pt idx="22049">
                  <c:v>16.01651</c:v>
                </c:pt>
                <c:pt idx="22050">
                  <c:v>16.56757</c:v>
                </c:pt>
                <c:pt idx="22051">
                  <c:v>17.054849999999988</c:v>
                </c:pt>
                <c:pt idx="22052">
                  <c:v>17.29055</c:v>
                </c:pt>
                <c:pt idx="22053">
                  <c:v>16.502020000000002</c:v>
                </c:pt>
                <c:pt idx="22054">
                  <c:v>16.626339999999974</c:v>
                </c:pt>
                <c:pt idx="22055">
                  <c:v>16.67862999999997</c:v>
                </c:pt>
                <c:pt idx="22056">
                  <c:v>16.87218</c:v>
                </c:pt>
                <c:pt idx="22057">
                  <c:v>17.527840000000001</c:v>
                </c:pt>
                <c:pt idx="22058">
                  <c:v>17.862449999999956</c:v>
                </c:pt>
                <c:pt idx="22059">
                  <c:v>17.952119999999972</c:v>
                </c:pt>
                <c:pt idx="22060">
                  <c:v>18.082309999999964</c:v>
                </c:pt>
                <c:pt idx="22061">
                  <c:v>18.273719999999972</c:v>
                </c:pt>
                <c:pt idx="22062">
                  <c:v>18.702529999999957</c:v>
                </c:pt>
                <c:pt idx="22063">
                  <c:v>19.27618</c:v>
                </c:pt>
                <c:pt idx="22064">
                  <c:v>19.893650000000001</c:v>
                </c:pt>
                <c:pt idx="22065">
                  <c:v>20.30518</c:v>
                </c:pt>
                <c:pt idx="22066">
                  <c:v>20.23836</c:v>
                </c:pt>
                <c:pt idx="22067">
                  <c:v>19.853899999999999</c:v>
                </c:pt>
                <c:pt idx="22068">
                  <c:v>19.859100000000005</c:v>
                </c:pt>
                <c:pt idx="22069">
                  <c:v>20.173739999999974</c:v>
                </c:pt>
                <c:pt idx="22070">
                  <c:v>20.25904999999997</c:v>
                </c:pt>
                <c:pt idx="22071">
                  <c:v>20.173919999999999</c:v>
                </c:pt>
                <c:pt idx="22072">
                  <c:v>20.313210000000005</c:v>
                </c:pt>
                <c:pt idx="22073">
                  <c:v>20.74587</c:v>
                </c:pt>
                <c:pt idx="22074">
                  <c:v>20.994070000000001</c:v>
                </c:pt>
                <c:pt idx="22075">
                  <c:v>20.935659999999974</c:v>
                </c:pt>
                <c:pt idx="22076">
                  <c:v>20.86421</c:v>
                </c:pt>
                <c:pt idx="22077">
                  <c:v>20.643830000000001</c:v>
                </c:pt>
                <c:pt idx="22078">
                  <c:v>20.495699999999957</c:v>
                </c:pt>
                <c:pt idx="22079">
                  <c:v>20.760169999999974</c:v>
                </c:pt>
                <c:pt idx="22080">
                  <c:v>21.10162</c:v>
                </c:pt>
                <c:pt idx="22081">
                  <c:v>21.423499999999972</c:v>
                </c:pt>
                <c:pt idx="22082">
                  <c:v>21.845589999999973</c:v>
                </c:pt>
                <c:pt idx="22083">
                  <c:v>22.385289999999973</c:v>
                </c:pt>
                <c:pt idx="22084">
                  <c:v>22.756460000000001</c:v>
                </c:pt>
                <c:pt idx="22085">
                  <c:v>23.027080000000005</c:v>
                </c:pt>
                <c:pt idx="22086">
                  <c:v>23.192399999999989</c:v>
                </c:pt>
                <c:pt idx="22087">
                  <c:v>23.33933</c:v>
                </c:pt>
                <c:pt idx="22088">
                  <c:v>23.507480000000001</c:v>
                </c:pt>
                <c:pt idx="22089">
                  <c:v>23.549969999999988</c:v>
                </c:pt>
                <c:pt idx="22090">
                  <c:v>23.331800000000033</c:v>
                </c:pt>
                <c:pt idx="22091">
                  <c:v>23.14714</c:v>
                </c:pt>
                <c:pt idx="22092">
                  <c:v>23.16168</c:v>
                </c:pt>
                <c:pt idx="22093">
                  <c:v>23.318190000000001</c:v>
                </c:pt>
                <c:pt idx="22094">
                  <c:v>23.70966</c:v>
                </c:pt>
                <c:pt idx="22095">
                  <c:v>24.129010000000001</c:v>
                </c:pt>
                <c:pt idx="22096">
                  <c:v>24.432439999999971</c:v>
                </c:pt>
                <c:pt idx="22097">
                  <c:v>24.72146</c:v>
                </c:pt>
                <c:pt idx="22098">
                  <c:v>25.105739999999972</c:v>
                </c:pt>
                <c:pt idx="22099">
                  <c:v>25.607109999999999</c:v>
                </c:pt>
                <c:pt idx="22100">
                  <c:v>26.116800000000033</c:v>
                </c:pt>
                <c:pt idx="22101">
                  <c:v>26.410639999999972</c:v>
                </c:pt>
                <c:pt idx="22102">
                  <c:v>26.541830000000001</c:v>
                </c:pt>
                <c:pt idx="22103">
                  <c:v>26.543469999999989</c:v>
                </c:pt>
                <c:pt idx="22104">
                  <c:v>26.508669999999974</c:v>
                </c:pt>
                <c:pt idx="22105">
                  <c:v>26.522179999999974</c:v>
                </c:pt>
                <c:pt idx="22106">
                  <c:v>26.756810000000005</c:v>
                </c:pt>
                <c:pt idx="22107">
                  <c:v>26.670470000000005</c:v>
                </c:pt>
                <c:pt idx="22108">
                  <c:v>25.974299999999989</c:v>
                </c:pt>
                <c:pt idx="22109">
                  <c:v>24.841650000000001</c:v>
                </c:pt>
                <c:pt idx="22110">
                  <c:v>24.075509999999973</c:v>
                </c:pt>
                <c:pt idx="22111">
                  <c:v>24.1736</c:v>
                </c:pt>
                <c:pt idx="22112">
                  <c:v>24.82217</c:v>
                </c:pt>
                <c:pt idx="22113">
                  <c:v>25.542429999999964</c:v>
                </c:pt>
                <c:pt idx="22114">
                  <c:v>25.703419999999973</c:v>
                </c:pt>
                <c:pt idx="22115">
                  <c:v>25.55322</c:v>
                </c:pt>
                <c:pt idx="22116">
                  <c:v>25.478759999999973</c:v>
                </c:pt>
                <c:pt idx="22117">
                  <c:v>25.557580000000005</c:v>
                </c:pt>
                <c:pt idx="22118">
                  <c:v>25.828859999999999</c:v>
                </c:pt>
                <c:pt idx="22119">
                  <c:v>25.668659999999978</c:v>
                </c:pt>
                <c:pt idx="22120">
                  <c:v>25.295309999999972</c:v>
                </c:pt>
                <c:pt idx="22121">
                  <c:v>25.260449999999956</c:v>
                </c:pt>
                <c:pt idx="22122">
                  <c:v>25.23828</c:v>
                </c:pt>
                <c:pt idx="22123">
                  <c:v>25.082439999999952</c:v>
                </c:pt>
                <c:pt idx="22124">
                  <c:v>25.147690000000001</c:v>
                </c:pt>
                <c:pt idx="22125">
                  <c:v>25.547059999999988</c:v>
                </c:pt>
                <c:pt idx="22126">
                  <c:v>25.90516999999997</c:v>
                </c:pt>
                <c:pt idx="22127">
                  <c:v>25.989439999999952</c:v>
                </c:pt>
                <c:pt idx="22128">
                  <c:v>25.850490000000001</c:v>
                </c:pt>
                <c:pt idx="22129">
                  <c:v>25.886339999999972</c:v>
                </c:pt>
                <c:pt idx="22130">
                  <c:v>26.082449999999959</c:v>
                </c:pt>
                <c:pt idx="22131">
                  <c:v>26.195060000000005</c:v>
                </c:pt>
                <c:pt idx="22132">
                  <c:v>26.388079999999974</c:v>
                </c:pt>
                <c:pt idx="22133">
                  <c:v>26.726329999999972</c:v>
                </c:pt>
                <c:pt idx="22134">
                  <c:v>27.206859999999999</c:v>
                </c:pt>
                <c:pt idx="22135">
                  <c:v>27.612929999999999</c:v>
                </c:pt>
                <c:pt idx="22136">
                  <c:v>27.781039999999972</c:v>
                </c:pt>
                <c:pt idx="22137">
                  <c:v>27.95776</c:v>
                </c:pt>
                <c:pt idx="22138">
                  <c:v>28.212339999999973</c:v>
                </c:pt>
                <c:pt idx="22139">
                  <c:v>28.419870000000021</c:v>
                </c:pt>
                <c:pt idx="22140">
                  <c:v>28.569590000000002</c:v>
                </c:pt>
                <c:pt idx="22141">
                  <c:v>28.57648</c:v>
                </c:pt>
                <c:pt idx="22142">
                  <c:v>28.438099999999974</c:v>
                </c:pt>
                <c:pt idx="22143">
                  <c:v>28.240069999999989</c:v>
                </c:pt>
                <c:pt idx="22144">
                  <c:v>28.109960000000033</c:v>
                </c:pt>
                <c:pt idx="22145">
                  <c:v>27.954789999999978</c:v>
                </c:pt>
                <c:pt idx="22146">
                  <c:v>27.240119999999973</c:v>
                </c:pt>
                <c:pt idx="22147">
                  <c:v>26.439999999999987</c:v>
                </c:pt>
                <c:pt idx="22148">
                  <c:v>25.931880000000021</c:v>
                </c:pt>
                <c:pt idx="22149">
                  <c:v>25.229939999999978</c:v>
                </c:pt>
                <c:pt idx="22150">
                  <c:v>24.333819999999999</c:v>
                </c:pt>
                <c:pt idx="22151">
                  <c:v>23.795529999999957</c:v>
                </c:pt>
                <c:pt idx="22152">
                  <c:v>23.720409999999973</c:v>
                </c:pt>
                <c:pt idx="22153">
                  <c:v>23.982589999999952</c:v>
                </c:pt>
                <c:pt idx="22154">
                  <c:v>23.883310000000002</c:v>
                </c:pt>
                <c:pt idx="22155">
                  <c:v>23.702569999999973</c:v>
                </c:pt>
                <c:pt idx="22156">
                  <c:v>23.802790000000002</c:v>
                </c:pt>
                <c:pt idx="22157">
                  <c:v>23.224129999999974</c:v>
                </c:pt>
                <c:pt idx="22158">
                  <c:v>22.38836999999997</c:v>
                </c:pt>
                <c:pt idx="22159">
                  <c:v>21.745089999999973</c:v>
                </c:pt>
                <c:pt idx="22160">
                  <c:v>21.429169999999989</c:v>
                </c:pt>
                <c:pt idx="22161">
                  <c:v>21.591159999999999</c:v>
                </c:pt>
                <c:pt idx="22162">
                  <c:v>21.9438</c:v>
                </c:pt>
                <c:pt idx="22163">
                  <c:v>22.479179999999989</c:v>
                </c:pt>
                <c:pt idx="22164">
                  <c:v>22.4938</c:v>
                </c:pt>
                <c:pt idx="22165">
                  <c:v>22.126349999999974</c:v>
                </c:pt>
                <c:pt idx="22166">
                  <c:v>22.050809999999988</c:v>
                </c:pt>
                <c:pt idx="22167">
                  <c:v>22.317900000000037</c:v>
                </c:pt>
                <c:pt idx="22168">
                  <c:v>22.783609999999957</c:v>
                </c:pt>
                <c:pt idx="22169">
                  <c:v>23.225009999999973</c:v>
                </c:pt>
                <c:pt idx="22170">
                  <c:v>23.49315</c:v>
                </c:pt>
                <c:pt idx="22171">
                  <c:v>23.325569999999974</c:v>
                </c:pt>
                <c:pt idx="22172">
                  <c:v>22.82761</c:v>
                </c:pt>
                <c:pt idx="22173">
                  <c:v>22.563659999999974</c:v>
                </c:pt>
                <c:pt idx="22174">
                  <c:v>22.283950000000001</c:v>
                </c:pt>
                <c:pt idx="22175">
                  <c:v>21.743029999999973</c:v>
                </c:pt>
                <c:pt idx="22176">
                  <c:v>21.127590000000001</c:v>
                </c:pt>
                <c:pt idx="22177">
                  <c:v>20.33567</c:v>
                </c:pt>
                <c:pt idx="22178">
                  <c:v>19.45607</c:v>
                </c:pt>
                <c:pt idx="22179">
                  <c:v>19.064260000000001</c:v>
                </c:pt>
                <c:pt idx="22180">
                  <c:v>19.013200000000001</c:v>
                </c:pt>
                <c:pt idx="22181">
                  <c:v>19.040409999999973</c:v>
                </c:pt>
                <c:pt idx="22182">
                  <c:v>18.931840000000001</c:v>
                </c:pt>
                <c:pt idx="22183">
                  <c:v>18.739709999999974</c:v>
                </c:pt>
                <c:pt idx="22184">
                  <c:v>18.636170000000021</c:v>
                </c:pt>
                <c:pt idx="22185">
                  <c:v>18.520810000000001</c:v>
                </c:pt>
                <c:pt idx="22186">
                  <c:v>18.440789999999971</c:v>
                </c:pt>
                <c:pt idx="22187">
                  <c:v>18.431229999999989</c:v>
                </c:pt>
                <c:pt idx="22188">
                  <c:v>18.55893</c:v>
                </c:pt>
                <c:pt idx="22189">
                  <c:v>18.99475</c:v>
                </c:pt>
                <c:pt idx="22190">
                  <c:v>19.45477</c:v>
                </c:pt>
                <c:pt idx="22191">
                  <c:v>19.682079999999978</c:v>
                </c:pt>
                <c:pt idx="22192">
                  <c:v>19.601579999999988</c:v>
                </c:pt>
                <c:pt idx="22193">
                  <c:v>19.63578</c:v>
                </c:pt>
                <c:pt idx="22194">
                  <c:v>19.505319999999973</c:v>
                </c:pt>
                <c:pt idx="22195">
                  <c:v>19.126940000000001</c:v>
                </c:pt>
                <c:pt idx="22196">
                  <c:v>18.9377</c:v>
                </c:pt>
                <c:pt idx="22197">
                  <c:v>19.00611</c:v>
                </c:pt>
                <c:pt idx="22198">
                  <c:v>19.18693</c:v>
                </c:pt>
                <c:pt idx="22199">
                  <c:v>19.542759999999973</c:v>
                </c:pt>
                <c:pt idx="22200">
                  <c:v>19.713989999999999</c:v>
                </c:pt>
                <c:pt idx="22201">
                  <c:v>18.729590000000002</c:v>
                </c:pt>
                <c:pt idx="22202">
                  <c:v>17.35514999999997</c:v>
                </c:pt>
                <c:pt idx="22203">
                  <c:v>16.855810000000005</c:v>
                </c:pt>
                <c:pt idx="22204">
                  <c:v>16.88747</c:v>
                </c:pt>
                <c:pt idx="22205">
                  <c:v>16.960029999999971</c:v>
                </c:pt>
                <c:pt idx="22206">
                  <c:v>16.967749999999956</c:v>
                </c:pt>
                <c:pt idx="22207">
                  <c:v>16.716339999999974</c:v>
                </c:pt>
                <c:pt idx="22208">
                  <c:v>16.3658</c:v>
                </c:pt>
                <c:pt idx="22209">
                  <c:v>16.065270000000002</c:v>
                </c:pt>
                <c:pt idx="22210">
                  <c:v>15.81500000000001</c:v>
                </c:pt>
                <c:pt idx="22211">
                  <c:v>15.83358000000001</c:v>
                </c:pt>
                <c:pt idx="22212">
                  <c:v>16.009039999999974</c:v>
                </c:pt>
                <c:pt idx="22213">
                  <c:v>16.177940000000021</c:v>
                </c:pt>
                <c:pt idx="22214">
                  <c:v>15.971830000000002</c:v>
                </c:pt>
                <c:pt idx="22215">
                  <c:v>15.643269999999999</c:v>
                </c:pt>
                <c:pt idx="22216">
                  <c:v>15.552580000000019</c:v>
                </c:pt>
                <c:pt idx="22217">
                  <c:v>15.47138</c:v>
                </c:pt>
                <c:pt idx="22218">
                  <c:v>15.42183</c:v>
                </c:pt>
                <c:pt idx="22219">
                  <c:v>15.29101</c:v>
                </c:pt>
                <c:pt idx="22220">
                  <c:v>15.183920000000001</c:v>
                </c:pt>
                <c:pt idx="22221">
                  <c:v>15.14537</c:v>
                </c:pt>
                <c:pt idx="22222">
                  <c:v>15.21824</c:v>
                </c:pt>
                <c:pt idx="22223">
                  <c:v>15.22082</c:v>
                </c:pt>
                <c:pt idx="22224">
                  <c:v>15.15912</c:v>
                </c:pt>
                <c:pt idx="22225">
                  <c:v>15.221209999999999</c:v>
                </c:pt>
                <c:pt idx="22226">
                  <c:v>15.306370000000001</c:v>
                </c:pt>
                <c:pt idx="22227">
                  <c:v>15.40837</c:v>
                </c:pt>
                <c:pt idx="22228">
                  <c:v>15.615730000000006</c:v>
                </c:pt>
                <c:pt idx="22229">
                  <c:v>15.34273000000001</c:v>
                </c:pt>
                <c:pt idx="22230">
                  <c:v>14.4879</c:v>
                </c:pt>
                <c:pt idx="22231">
                  <c:v>13.48537</c:v>
                </c:pt>
                <c:pt idx="22232">
                  <c:v>12.82798</c:v>
                </c:pt>
                <c:pt idx="22233">
                  <c:v>12.83094</c:v>
                </c:pt>
                <c:pt idx="22234">
                  <c:v>12.99152</c:v>
                </c:pt>
                <c:pt idx="22235">
                  <c:v>13.0192</c:v>
                </c:pt>
                <c:pt idx="22236">
                  <c:v>13.01885</c:v>
                </c:pt>
                <c:pt idx="22237">
                  <c:v>13.00494</c:v>
                </c:pt>
                <c:pt idx="22238">
                  <c:v>12.983450000000012</c:v>
                </c:pt>
                <c:pt idx="22239">
                  <c:v>12.84435</c:v>
                </c:pt>
                <c:pt idx="22240">
                  <c:v>12.601150000000001</c:v>
                </c:pt>
                <c:pt idx="22241">
                  <c:v>12.513500000000002</c:v>
                </c:pt>
                <c:pt idx="22242">
                  <c:v>12.65597</c:v>
                </c:pt>
                <c:pt idx="22243">
                  <c:v>12.70698</c:v>
                </c:pt>
                <c:pt idx="22244">
                  <c:v>12.404200000000001</c:v>
                </c:pt>
                <c:pt idx="22245">
                  <c:v>11.68557</c:v>
                </c:pt>
                <c:pt idx="22246">
                  <c:v>10.96519000000001</c:v>
                </c:pt>
                <c:pt idx="22247">
                  <c:v>10.46754000000001</c:v>
                </c:pt>
                <c:pt idx="22248">
                  <c:v>10.052050000000012</c:v>
                </c:pt>
                <c:pt idx="22249">
                  <c:v>9.7959200000000006</c:v>
                </c:pt>
                <c:pt idx="22250">
                  <c:v>9.5611200000000007</c:v>
                </c:pt>
                <c:pt idx="22251">
                  <c:v>9.3122200000000035</c:v>
                </c:pt>
                <c:pt idx="22252">
                  <c:v>9.0354800000000068</c:v>
                </c:pt>
                <c:pt idx="22253">
                  <c:v>8.872130000000011</c:v>
                </c:pt>
                <c:pt idx="22254">
                  <c:v>9.021840000000001</c:v>
                </c:pt>
                <c:pt idx="22255">
                  <c:v>9.2303799999999985</c:v>
                </c:pt>
                <c:pt idx="22256">
                  <c:v>9.3281400000000012</c:v>
                </c:pt>
                <c:pt idx="22257">
                  <c:v>9.1405200000000004</c:v>
                </c:pt>
                <c:pt idx="22258">
                  <c:v>8.8896000000000068</c:v>
                </c:pt>
                <c:pt idx="22259">
                  <c:v>8.8934200000000008</c:v>
                </c:pt>
                <c:pt idx="22260">
                  <c:v>8.9772600000000011</c:v>
                </c:pt>
                <c:pt idx="22261">
                  <c:v>8.8451700000000013</c:v>
                </c:pt>
                <c:pt idx="22262">
                  <c:v>8.5005000000000006</c:v>
                </c:pt>
                <c:pt idx="22263">
                  <c:v>8.3564000000000114</c:v>
                </c:pt>
                <c:pt idx="22264">
                  <c:v>8.5685400000000005</c:v>
                </c:pt>
                <c:pt idx="22265">
                  <c:v>8.8855400000000113</c:v>
                </c:pt>
                <c:pt idx="22266">
                  <c:v>8.89391</c:v>
                </c:pt>
                <c:pt idx="22267">
                  <c:v>8.7574400000000008</c:v>
                </c:pt>
                <c:pt idx="22268">
                  <c:v>8.8807600000000004</c:v>
                </c:pt>
                <c:pt idx="22269">
                  <c:v>9.0918799999999997</c:v>
                </c:pt>
                <c:pt idx="22270">
                  <c:v>9.4951000000000008</c:v>
                </c:pt>
                <c:pt idx="22271">
                  <c:v>9.9773500000000013</c:v>
                </c:pt>
                <c:pt idx="22272">
                  <c:v>10.10585</c:v>
                </c:pt>
                <c:pt idx="22273">
                  <c:v>9.8166200000000003</c:v>
                </c:pt>
                <c:pt idx="22274">
                  <c:v>9.0504700000000007</c:v>
                </c:pt>
                <c:pt idx="22275">
                  <c:v>8.0061900000000001</c:v>
                </c:pt>
                <c:pt idx="22276">
                  <c:v>7.0357599999999998</c:v>
                </c:pt>
                <c:pt idx="22277">
                  <c:v>6.48081</c:v>
                </c:pt>
                <c:pt idx="22278">
                  <c:v>6.4831700000000003</c:v>
                </c:pt>
                <c:pt idx="22279">
                  <c:v>6.7795899999999998</c:v>
                </c:pt>
                <c:pt idx="22280">
                  <c:v>7.2260099999999996</c:v>
                </c:pt>
                <c:pt idx="22281">
                  <c:v>7.8180799999999975</c:v>
                </c:pt>
                <c:pt idx="22282">
                  <c:v>8.3925000000000107</c:v>
                </c:pt>
                <c:pt idx="22283">
                  <c:v>8.9705700000000004</c:v>
                </c:pt>
                <c:pt idx="22284">
                  <c:v>9.5373800000000006</c:v>
                </c:pt>
                <c:pt idx="22285">
                  <c:v>10.059200000000002</c:v>
                </c:pt>
                <c:pt idx="22286">
                  <c:v>10.425580000000011</c:v>
                </c:pt>
                <c:pt idx="22287">
                  <c:v>10.58473</c:v>
                </c:pt>
                <c:pt idx="22288">
                  <c:v>10.55602</c:v>
                </c:pt>
                <c:pt idx="22289">
                  <c:v>10.140269999999999</c:v>
                </c:pt>
                <c:pt idx="22290">
                  <c:v>9.6230200000000004</c:v>
                </c:pt>
                <c:pt idx="22291">
                  <c:v>9.4560900000000068</c:v>
                </c:pt>
                <c:pt idx="22292">
                  <c:v>9.331900000000001</c:v>
                </c:pt>
                <c:pt idx="22293">
                  <c:v>9.2959000000000014</c:v>
                </c:pt>
                <c:pt idx="22294">
                  <c:v>9.5399900000000013</c:v>
                </c:pt>
                <c:pt idx="22295">
                  <c:v>10.052900000000006</c:v>
                </c:pt>
                <c:pt idx="22296">
                  <c:v>10.588660000000001</c:v>
                </c:pt>
                <c:pt idx="22297">
                  <c:v>10.82788</c:v>
                </c:pt>
                <c:pt idx="22298">
                  <c:v>10.50254000000001</c:v>
                </c:pt>
                <c:pt idx="22299">
                  <c:v>9.9831600000000016</c:v>
                </c:pt>
                <c:pt idx="22300">
                  <c:v>9.9034900000000068</c:v>
                </c:pt>
                <c:pt idx="22301">
                  <c:v>9.9483599999999992</c:v>
                </c:pt>
                <c:pt idx="22302">
                  <c:v>9.6517800000000005</c:v>
                </c:pt>
                <c:pt idx="22303">
                  <c:v>9.1967400000000001</c:v>
                </c:pt>
                <c:pt idx="22304">
                  <c:v>8.9760800000000067</c:v>
                </c:pt>
                <c:pt idx="22305">
                  <c:v>9.0154400000000141</c:v>
                </c:pt>
                <c:pt idx="22306">
                  <c:v>9.13931</c:v>
                </c:pt>
                <c:pt idx="22307">
                  <c:v>9.4244200000000014</c:v>
                </c:pt>
                <c:pt idx="22308">
                  <c:v>9.8737900000000067</c:v>
                </c:pt>
                <c:pt idx="22309">
                  <c:v>10.026260000000001</c:v>
                </c:pt>
                <c:pt idx="22310">
                  <c:v>9.8886200000000013</c:v>
                </c:pt>
                <c:pt idx="22311">
                  <c:v>9.8802200000000013</c:v>
                </c:pt>
                <c:pt idx="22312">
                  <c:v>10.14662</c:v>
                </c:pt>
                <c:pt idx="22313">
                  <c:v>10.60084</c:v>
                </c:pt>
                <c:pt idx="22314">
                  <c:v>10.81176</c:v>
                </c:pt>
                <c:pt idx="22315">
                  <c:v>10.4328</c:v>
                </c:pt>
                <c:pt idx="22316">
                  <c:v>9.7214500000000008</c:v>
                </c:pt>
                <c:pt idx="22317">
                  <c:v>9.3266600000000004</c:v>
                </c:pt>
                <c:pt idx="22318">
                  <c:v>9.4286200000000004</c:v>
                </c:pt>
                <c:pt idx="22319">
                  <c:v>9.5340199999999999</c:v>
                </c:pt>
                <c:pt idx="22320">
                  <c:v>9.4008300000000027</c:v>
                </c:pt>
                <c:pt idx="22321">
                  <c:v>9.2376900000000006</c:v>
                </c:pt>
                <c:pt idx="22322">
                  <c:v>9.2662700000000005</c:v>
                </c:pt>
                <c:pt idx="22323">
                  <c:v>9.4478100000000005</c:v>
                </c:pt>
                <c:pt idx="22324">
                  <c:v>9.2195</c:v>
                </c:pt>
                <c:pt idx="22325">
                  <c:v>8.530800000000001</c:v>
                </c:pt>
                <c:pt idx="22326">
                  <c:v>7.8207099999999965</c:v>
                </c:pt>
                <c:pt idx="22327">
                  <c:v>7.4736200000000066</c:v>
                </c:pt>
                <c:pt idx="22328">
                  <c:v>7.5811599999999997</c:v>
                </c:pt>
                <c:pt idx="22329">
                  <c:v>7.9088900000000004</c:v>
                </c:pt>
                <c:pt idx="22330">
                  <c:v>8.3249100000000009</c:v>
                </c:pt>
                <c:pt idx="22331">
                  <c:v>8.7973999999999997</c:v>
                </c:pt>
                <c:pt idx="22332">
                  <c:v>9.1947799999999997</c:v>
                </c:pt>
                <c:pt idx="22333">
                  <c:v>9.5089500000000005</c:v>
                </c:pt>
                <c:pt idx="22334">
                  <c:v>9.76431</c:v>
                </c:pt>
                <c:pt idx="22335">
                  <c:v>9.7036200000000008</c:v>
                </c:pt>
                <c:pt idx="22336">
                  <c:v>9.5947200000000006</c:v>
                </c:pt>
                <c:pt idx="22337">
                  <c:v>9.5836300000000048</c:v>
                </c:pt>
                <c:pt idx="22338">
                  <c:v>9.4358800000000027</c:v>
                </c:pt>
                <c:pt idx="22339">
                  <c:v>9.31921</c:v>
                </c:pt>
                <c:pt idx="22340">
                  <c:v>9.7538500000000035</c:v>
                </c:pt>
                <c:pt idx="22341">
                  <c:v>10.47946000000001</c:v>
                </c:pt>
                <c:pt idx="22342">
                  <c:v>11.48973000000001</c:v>
                </c:pt>
                <c:pt idx="22343">
                  <c:v>12.369690000000011</c:v>
                </c:pt>
                <c:pt idx="22344">
                  <c:v>12.258150000000001</c:v>
                </c:pt>
                <c:pt idx="22345">
                  <c:v>11.58864</c:v>
                </c:pt>
                <c:pt idx="22346">
                  <c:v>11.081950000000001</c:v>
                </c:pt>
                <c:pt idx="22347">
                  <c:v>11.03759</c:v>
                </c:pt>
                <c:pt idx="22348">
                  <c:v>11.20504</c:v>
                </c:pt>
                <c:pt idx="22349">
                  <c:v>11.37942000000001</c:v>
                </c:pt>
                <c:pt idx="22350">
                  <c:v>11.438179999999999</c:v>
                </c:pt>
                <c:pt idx="22351">
                  <c:v>11.636229999999999</c:v>
                </c:pt>
                <c:pt idx="22352">
                  <c:v>12.02699</c:v>
                </c:pt>
                <c:pt idx="22353">
                  <c:v>12.44093</c:v>
                </c:pt>
                <c:pt idx="22354">
                  <c:v>12.90746</c:v>
                </c:pt>
                <c:pt idx="22355">
                  <c:v>13.29041</c:v>
                </c:pt>
                <c:pt idx="22356">
                  <c:v>13.64879</c:v>
                </c:pt>
                <c:pt idx="22357">
                  <c:v>13.80838</c:v>
                </c:pt>
                <c:pt idx="22358">
                  <c:v>13.613250000000001</c:v>
                </c:pt>
                <c:pt idx="22359">
                  <c:v>13.373010000000004</c:v>
                </c:pt>
                <c:pt idx="22360">
                  <c:v>13.472020000000002</c:v>
                </c:pt>
                <c:pt idx="22361">
                  <c:v>13.852800000000011</c:v>
                </c:pt>
                <c:pt idx="22362">
                  <c:v>14.197710000000001</c:v>
                </c:pt>
                <c:pt idx="22363">
                  <c:v>14.59431</c:v>
                </c:pt>
                <c:pt idx="22364">
                  <c:v>15.04871</c:v>
                </c:pt>
                <c:pt idx="22365">
                  <c:v>15.3339</c:v>
                </c:pt>
                <c:pt idx="22366">
                  <c:v>15.53809</c:v>
                </c:pt>
                <c:pt idx="22367">
                  <c:v>15.448090000000001</c:v>
                </c:pt>
                <c:pt idx="22368">
                  <c:v>15.11796</c:v>
                </c:pt>
                <c:pt idx="22369">
                  <c:v>14.941790000000001</c:v>
                </c:pt>
                <c:pt idx="22370">
                  <c:v>15.24009</c:v>
                </c:pt>
                <c:pt idx="22371">
                  <c:v>15.731400000000001</c:v>
                </c:pt>
                <c:pt idx="22372">
                  <c:v>15.994060000000001</c:v>
                </c:pt>
                <c:pt idx="22373">
                  <c:v>16.005639999999964</c:v>
                </c:pt>
                <c:pt idx="22374">
                  <c:v>15.98516</c:v>
                </c:pt>
                <c:pt idx="22375">
                  <c:v>16.155960000000022</c:v>
                </c:pt>
                <c:pt idx="22376">
                  <c:v>16.56091</c:v>
                </c:pt>
                <c:pt idx="22377">
                  <c:v>17.211449999999989</c:v>
                </c:pt>
                <c:pt idx="22378">
                  <c:v>17.932619999999975</c:v>
                </c:pt>
                <c:pt idx="22379">
                  <c:v>18.697040000000001</c:v>
                </c:pt>
                <c:pt idx="22380">
                  <c:v>19.285639999999955</c:v>
                </c:pt>
                <c:pt idx="22381">
                  <c:v>19.632169999999999</c:v>
                </c:pt>
                <c:pt idx="22382">
                  <c:v>19.76155</c:v>
                </c:pt>
                <c:pt idx="22383">
                  <c:v>19.814299999999999</c:v>
                </c:pt>
                <c:pt idx="22384">
                  <c:v>19.464689999999973</c:v>
                </c:pt>
                <c:pt idx="22385">
                  <c:v>18.645109999999974</c:v>
                </c:pt>
                <c:pt idx="22386">
                  <c:v>17.568229999999971</c:v>
                </c:pt>
                <c:pt idx="22387">
                  <c:v>17.248589999999975</c:v>
                </c:pt>
                <c:pt idx="22388">
                  <c:v>17.731950000000033</c:v>
                </c:pt>
                <c:pt idx="22389">
                  <c:v>18.15269</c:v>
                </c:pt>
                <c:pt idx="22390">
                  <c:v>18.378579999999989</c:v>
                </c:pt>
                <c:pt idx="22391">
                  <c:v>18.272309999999973</c:v>
                </c:pt>
                <c:pt idx="22392">
                  <c:v>18.16075</c:v>
                </c:pt>
                <c:pt idx="22393">
                  <c:v>18.09703</c:v>
                </c:pt>
                <c:pt idx="22394">
                  <c:v>17.981339999999957</c:v>
                </c:pt>
                <c:pt idx="22395">
                  <c:v>18.042829999999974</c:v>
                </c:pt>
                <c:pt idx="22396">
                  <c:v>18.424949999999974</c:v>
                </c:pt>
                <c:pt idx="22397">
                  <c:v>19.104669999999999</c:v>
                </c:pt>
                <c:pt idx="22398">
                  <c:v>19.911259999999999</c:v>
                </c:pt>
                <c:pt idx="22399">
                  <c:v>20.690570000000001</c:v>
                </c:pt>
                <c:pt idx="22400">
                  <c:v>21.2393</c:v>
                </c:pt>
                <c:pt idx="22401">
                  <c:v>21.560599999999972</c:v>
                </c:pt>
                <c:pt idx="22402">
                  <c:v>21.845210000000002</c:v>
                </c:pt>
                <c:pt idx="22403">
                  <c:v>22.052329999999973</c:v>
                </c:pt>
                <c:pt idx="22404">
                  <c:v>21.787779999999973</c:v>
                </c:pt>
                <c:pt idx="22405">
                  <c:v>21.364350000000005</c:v>
                </c:pt>
                <c:pt idx="22406">
                  <c:v>21.36112</c:v>
                </c:pt>
                <c:pt idx="22407">
                  <c:v>21.599550000000001</c:v>
                </c:pt>
                <c:pt idx="22408">
                  <c:v>21.642199999999974</c:v>
                </c:pt>
                <c:pt idx="22409">
                  <c:v>21.591980000000021</c:v>
                </c:pt>
                <c:pt idx="22410">
                  <c:v>21.741959999999999</c:v>
                </c:pt>
                <c:pt idx="22411">
                  <c:v>22.02169</c:v>
                </c:pt>
                <c:pt idx="22412">
                  <c:v>22.159600000000001</c:v>
                </c:pt>
                <c:pt idx="22413">
                  <c:v>22.118729999999989</c:v>
                </c:pt>
                <c:pt idx="22414">
                  <c:v>21.688269999999989</c:v>
                </c:pt>
                <c:pt idx="22415">
                  <c:v>21.319240000000001</c:v>
                </c:pt>
                <c:pt idx="22416">
                  <c:v>21.239830000000001</c:v>
                </c:pt>
                <c:pt idx="22417">
                  <c:v>20.994739999999968</c:v>
                </c:pt>
                <c:pt idx="22418">
                  <c:v>20.94726</c:v>
                </c:pt>
                <c:pt idx="22419">
                  <c:v>21.31344</c:v>
                </c:pt>
                <c:pt idx="22420">
                  <c:v>21.845289999999974</c:v>
                </c:pt>
                <c:pt idx="22421">
                  <c:v>22.505680000000002</c:v>
                </c:pt>
                <c:pt idx="22422">
                  <c:v>22.87668</c:v>
                </c:pt>
                <c:pt idx="22423">
                  <c:v>22.668739999999964</c:v>
                </c:pt>
                <c:pt idx="22424">
                  <c:v>22.159030000000001</c:v>
                </c:pt>
                <c:pt idx="22425">
                  <c:v>21.519200000000001</c:v>
                </c:pt>
                <c:pt idx="22426">
                  <c:v>21.331330000000001</c:v>
                </c:pt>
                <c:pt idx="22427">
                  <c:v>21.433579999999989</c:v>
                </c:pt>
                <c:pt idx="22428">
                  <c:v>21.445029999999957</c:v>
                </c:pt>
                <c:pt idx="22429">
                  <c:v>21.655970000000021</c:v>
                </c:pt>
                <c:pt idx="22430">
                  <c:v>21.713339999999974</c:v>
                </c:pt>
                <c:pt idx="22431">
                  <c:v>21.467359999999989</c:v>
                </c:pt>
                <c:pt idx="22432">
                  <c:v>21.223970000000001</c:v>
                </c:pt>
                <c:pt idx="22433">
                  <c:v>21.397290000000005</c:v>
                </c:pt>
                <c:pt idx="22434">
                  <c:v>21.949829999999974</c:v>
                </c:pt>
                <c:pt idx="22435">
                  <c:v>22.165030000000002</c:v>
                </c:pt>
                <c:pt idx="22436">
                  <c:v>22.248950000000001</c:v>
                </c:pt>
                <c:pt idx="22437">
                  <c:v>22.67867</c:v>
                </c:pt>
                <c:pt idx="22438">
                  <c:v>22.809699999999989</c:v>
                </c:pt>
                <c:pt idx="22439">
                  <c:v>22.857520000000001</c:v>
                </c:pt>
                <c:pt idx="22440">
                  <c:v>23.21978</c:v>
                </c:pt>
                <c:pt idx="22441">
                  <c:v>23.571120000000001</c:v>
                </c:pt>
                <c:pt idx="22442">
                  <c:v>23.938680000000002</c:v>
                </c:pt>
                <c:pt idx="22443">
                  <c:v>24.244399999999974</c:v>
                </c:pt>
                <c:pt idx="22444">
                  <c:v>24.245899999999974</c:v>
                </c:pt>
                <c:pt idx="22445">
                  <c:v>23.959869999999999</c:v>
                </c:pt>
                <c:pt idx="22446">
                  <c:v>23.898729999999972</c:v>
                </c:pt>
                <c:pt idx="22447">
                  <c:v>24.212439999999972</c:v>
                </c:pt>
                <c:pt idx="22448">
                  <c:v>24.845099999999974</c:v>
                </c:pt>
                <c:pt idx="22449">
                  <c:v>25.656680000000001</c:v>
                </c:pt>
                <c:pt idx="22450">
                  <c:v>26.429769999999973</c:v>
                </c:pt>
                <c:pt idx="22451">
                  <c:v>27.119720000000001</c:v>
                </c:pt>
                <c:pt idx="22452">
                  <c:v>27.71594</c:v>
                </c:pt>
                <c:pt idx="22453">
                  <c:v>28.093070000000001</c:v>
                </c:pt>
                <c:pt idx="22454">
                  <c:v>27.126270000000005</c:v>
                </c:pt>
                <c:pt idx="22455">
                  <c:v>25.033980000000021</c:v>
                </c:pt>
                <c:pt idx="22456">
                  <c:v>23.824050000000021</c:v>
                </c:pt>
                <c:pt idx="22457">
                  <c:v>23.728019999999972</c:v>
                </c:pt>
                <c:pt idx="22458">
                  <c:v>23.821090000000005</c:v>
                </c:pt>
                <c:pt idx="22459">
                  <c:v>23.80237</c:v>
                </c:pt>
                <c:pt idx="22460">
                  <c:v>24.022259999999989</c:v>
                </c:pt>
                <c:pt idx="22461">
                  <c:v>23.979880000000001</c:v>
                </c:pt>
                <c:pt idx="22462">
                  <c:v>24.05678</c:v>
                </c:pt>
                <c:pt idx="22463">
                  <c:v>24.649750000000001</c:v>
                </c:pt>
                <c:pt idx="22464">
                  <c:v>25.183879999999988</c:v>
                </c:pt>
                <c:pt idx="22465">
                  <c:v>25.638100000000001</c:v>
                </c:pt>
                <c:pt idx="22466">
                  <c:v>26.087859999999999</c:v>
                </c:pt>
                <c:pt idx="22467">
                  <c:v>26.526850000000021</c:v>
                </c:pt>
                <c:pt idx="22468">
                  <c:v>26.838789999999989</c:v>
                </c:pt>
                <c:pt idx="22469">
                  <c:v>27.191759999999999</c:v>
                </c:pt>
                <c:pt idx="22470">
                  <c:v>27.651050000000033</c:v>
                </c:pt>
                <c:pt idx="22471">
                  <c:v>28.028019999999973</c:v>
                </c:pt>
                <c:pt idx="22472">
                  <c:v>28.367880000000021</c:v>
                </c:pt>
                <c:pt idx="22473">
                  <c:v>28.68741</c:v>
                </c:pt>
                <c:pt idx="22474">
                  <c:v>28.76436</c:v>
                </c:pt>
                <c:pt idx="22475">
                  <c:v>28.620760000000001</c:v>
                </c:pt>
                <c:pt idx="22476">
                  <c:v>28.209609999999973</c:v>
                </c:pt>
                <c:pt idx="22477">
                  <c:v>27.575980000000001</c:v>
                </c:pt>
                <c:pt idx="22478">
                  <c:v>27.147030000000001</c:v>
                </c:pt>
                <c:pt idx="22479">
                  <c:v>27.063359999999989</c:v>
                </c:pt>
                <c:pt idx="22480">
                  <c:v>27.328489999999974</c:v>
                </c:pt>
                <c:pt idx="22481">
                  <c:v>27.772119999999973</c:v>
                </c:pt>
                <c:pt idx="22482">
                  <c:v>28.307040000000001</c:v>
                </c:pt>
                <c:pt idx="22483">
                  <c:v>28.792119999999972</c:v>
                </c:pt>
                <c:pt idx="22484">
                  <c:v>28.949940000000002</c:v>
                </c:pt>
                <c:pt idx="22485">
                  <c:v>28.72316</c:v>
                </c:pt>
                <c:pt idx="22486">
                  <c:v>28.373139999999989</c:v>
                </c:pt>
                <c:pt idx="22487">
                  <c:v>28.16236</c:v>
                </c:pt>
                <c:pt idx="22488">
                  <c:v>27.88479999999997</c:v>
                </c:pt>
                <c:pt idx="22489">
                  <c:v>27.599900000000005</c:v>
                </c:pt>
                <c:pt idx="22490">
                  <c:v>27.660299999999989</c:v>
                </c:pt>
                <c:pt idx="22491">
                  <c:v>27.88770999999997</c:v>
                </c:pt>
                <c:pt idx="22492">
                  <c:v>27.891390000000001</c:v>
                </c:pt>
                <c:pt idx="22493">
                  <c:v>27.835650000000001</c:v>
                </c:pt>
                <c:pt idx="22494">
                  <c:v>27.969139999999957</c:v>
                </c:pt>
                <c:pt idx="22495">
                  <c:v>28.316659999999999</c:v>
                </c:pt>
                <c:pt idx="22496">
                  <c:v>28.876249999999974</c:v>
                </c:pt>
                <c:pt idx="22497">
                  <c:v>29.619209999999999</c:v>
                </c:pt>
                <c:pt idx="22498">
                  <c:v>30.374900000000022</c:v>
                </c:pt>
                <c:pt idx="22499">
                  <c:v>30.908039999999971</c:v>
                </c:pt>
                <c:pt idx="22500">
                  <c:v>30.75759</c:v>
                </c:pt>
                <c:pt idx="22501">
                  <c:v>29.783639999999952</c:v>
                </c:pt>
                <c:pt idx="22502">
                  <c:v>28.864100000000001</c:v>
                </c:pt>
                <c:pt idx="22503">
                  <c:v>28.519810000000021</c:v>
                </c:pt>
                <c:pt idx="22504">
                  <c:v>28.590450000000001</c:v>
                </c:pt>
                <c:pt idx="22505">
                  <c:v>28.850989999999999</c:v>
                </c:pt>
                <c:pt idx="22506">
                  <c:v>29.239840000000001</c:v>
                </c:pt>
                <c:pt idx="22507">
                  <c:v>29.70133999999997</c:v>
                </c:pt>
                <c:pt idx="22508">
                  <c:v>30.195910000000001</c:v>
                </c:pt>
                <c:pt idx="22509">
                  <c:v>30.531870000000033</c:v>
                </c:pt>
                <c:pt idx="22510">
                  <c:v>30.614010000000022</c:v>
                </c:pt>
                <c:pt idx="22511">
                  <c:v>30.766940000000002</c:v>
                </c:pt>
                <c:pt idx="22512">
                  <c:v>31.00463999999997</c:v>
                </c:pt>
                <c:pt idx="22513">
                  <c:v>31.085149999999956</c:v>
                </c:pt>
                <c:pt idx="22514">
                  <c:v>30.988569999999957</c:v>
                </c:pt>
                <c:pt idx="22515">
                  <c:v>30.625350000000001</c:v>
                </c:pt>
                <c:pt idx="22516">
                  <c:v>30.088950000000001</c:v>
                </c:pt>
                <c:pt idx="22517">
                  <c:v>29.813490000000005</c:v>
                </c:pt>
                <c:pt idx="22518">
                  <c:v>29.711990000000021</c:v>
                </c:pt>
                <c:pt idx="22519">
                  <c:v>29.694260000000021</c:v>
                </c:pt>
                <c:pt idx="22520">
                  <c:v>29.856870000000022</c:v>
                </c:pt>
                <c:pt idx="22521">
                  <c:v>30.14761</c:v>
                </c:pt>
                <c:pt idx="22522">
                  <c:v>30.407219999999974</c:v>
                </c:pt>
                <c:pt idx="22523">
                  <c:v>29.90431999999997</c:v>
                </c:pt>
                <c:pt idx="22524">
                  <c:v>28.71593</c:v>
                </c:pt>
                <c:pt idx="22525">
                  <c:v>27.810919999999999</c:v>
                </c:pt>
                <c:pt idx="22526">
                  <c:v>27.355799999999974</c:v>
                </c:pt>
                <c:pt idx="22527">
                  <c:v>27.080269999999974</c:v>
                </c:pt>
                <c:pt idx="22528">
                  <c:v>26.965919999999972</c:v>
                </c:pt>
                <c:pt idx="22529">
                  <c:v>26.940659999999973</c:v>
                </c:pt>
                <c:pt idx="22530">
                  <c:v>26.97137</c:v>
                </c:pt>
                <c:pt idx="22531">
                  <c:v>26.943930000000002</c:v>
                </c:pt>
                <c:pt idx="22532">
                  <c:v>26.88442999999997</c:v>
                </c:pt>
                <c:pt idx="22533">
                  <c:v>26.993169999999989</c:v>
                </c:pt>
                <c:pt idx="22534">
                  <c:v>26.78607999999997</c:v>
                </c:pt>
                <c:pt idx="22535">
                  <c:v>26.368399999999973</c:v>
                </c:pt>
                <c:pt idx="22536">
                  <c:v>25.511220000000005</c:v>
                </c:pt>
                <c:pt idx="22537">
                  <c:v>23.73142</c:v>
                </c:pt>
                <c:pt idx="22538">
                  <c:v>21.933729999999972</c:v>
                </c:pt>
                <c:pt idx="22539">
                  <c:v>21.058890000000005</c:v>
                </c:pt>
                <c:pt idx="22540">
                  <c:v>21.034890000000026</c:v>
                </c:pt>
                <c:pt idx="22541">
                  <c:v>21.20703</c:v>
                </c:pt>
                <c:pt idx="22542">
                  <c:v>21.35003</c:v>
                </c:pt>
                <c:pt idx="22543">
                  <c:v>21.324020000000001</c:v>
                </c:pt>
                <c:pt idx="22544">
                  <c:v>21.174720000000001</c:v>
                </c:pt>
                <c:pt idx="22545">
                  <c:v>20.803159999999988</c:v>
                </c:pt>
                <c:pt idx="22546">
                  <c:v>19.863539999999972</c:v>
                </c:pt>
                <c:pt idx="22547">
                  <c:v>18.958559999999974</c:v>
                </c:pt>
                <c:pt idx="22548">
                  <c:v>18.654360000000022</c:v>
                </c:pt>
                <c:pt idx="22549">
                  <c:v>18.702389999999973</c:v>
                </c:pt>
                <c:pt idx="22550">
                  <c:v>18.838960000000021</c:v>
                </c:pt>
                <c:pt idx="22551">
                  <c:v>19.133060000000022</c:v>
                </c:pt>
                <c:pt idx="22552">
                  <c:v>19.264709999999972</c:v>
                </c:pt>
                <c:pt idx="22553">
                  <c:v>19.293099999999974</c:v>
                </c:pt>
                <c:pt idx="22554">
                  <c:v>19.32028</c:v>
                </c:pt>
                <c:pt idx="22555">
                  <c:v>18.983079999999973</c:v>
                </c:pt>
                <c:pt idx="22556">
                  <c:v>18.546709999999972</c:v>
                </c:pt>
                <c:pt idx="22557">
                  <c:v>18.480479999999975</c:v>
                </c:pt>
                <c:pt idx="22558">
                  <c:v>18.49701</c:v>
                </c:pt>
                <c:pt idx="22559">
                  <c:v>18.383990000000001</c:v>
                </c:pt>
                <c:pt idx="22560">
                  <c:v>18.45142999999997</c:v>
                </c:pt>
                <c:pt idx="22561">
                  <c:v>18.68628</c:v>
                </c:pt>
                <c:pt idx="22562">
                  <c:v>18.809809999999999</c:v>
                </c:pt>
                <c:pt idx="22563">
                  <c:v>18.833210000000001</c:v>
                </c:pt>
                <c:pt idx="22564">
                  <c:v>19.014620000000001</c:v>
                </c:pt>
                <c:pt idx="22565">
                  <c:v>19.36449</c:v>
                </c:pt>
                <c:pt idx="22566">
                  <c:v>19.64461</c:v>
                </c:pt>
                <c:pt idx="22567">
                  <c:v>19.609190000000005</c:v>
                </c:pt>
                <c:pt idx="22568">
                  <c:v>18.778369999999974</c:v>
                </c:pt>
                <c:pt idx="22569">
                  <c:v>17.809550000000005</c:v>
                </c:pt>
                <c:pt idx="22570">
                  <c:v>17.280149999999956</c:v>
                </c:pt>
                <c:pt idx="22571">
                  <c:v>16.561399999999974</c:v>
                </c:pt>
                <c:pt idx="22572">
                  <c:v>15.505520000000002</c:v>
                </c:pt>
                <c:pt idx="22573">
                  <c:v>15.386700000000006</c:v>
                </c:pt>
                <c:pt idx="22574">
                  <c:v>15.86060000000001</c:v>
                </c:pt>
                <c:pt idx="22575">
                  <c:v>16.210750000000001</c:v>
                </c:pt>
                <c:pt idx="22576">
                  <c:v>16.072719999999968</c:v>
                </c:pt>
                <c:pt idx="22577">
                  <c:v>15.58985</c:v>
                </c:pt>
                <c:pt idx="22578">
                  <c:v>15.32039</c:v>
                </c:pt>
                <c:pt idx="22579">
                  <c:v>15.20542</c:v>
                </c:pt>
                <c:pt idx="22580">
                  <c:v>14.04754</c:v>
                </c:pt>
                <c:pt idx="22581">
                  <c:v>13.245979999999999</c:v>
                </c:pt>
                <c:pt idx="22582">
                  <c:v>11.526720000000001</c:v>
                </c:pt>
                <c:pt idx="22583">
                  <c:v>10.351520000000002</c:v>
                </c:pt>
                <c:pt idx="22584">
                  <c:v>10.286050000000001</c:v>
                </c:pt>
                <c:pt idx="22585">
                  <c:v>10.18848</c:v>
                </c:pt>
                <c:pt idx="22586">
                  <c:v>11.186210000000001</c:v>
                </c:pt>
                <c:pt idx="22587">
                  <c:v>12.31372</c:v>
                </c:pt>
                <c:pt idx="22588">
                  <c:v>12.95317</c:v>
                </c:pt>
                <c:pt idx="22589">
                  <c:v>13.157360000000001</c:v>
                </c:pt>
                <c:pt idx="22590">
                  <c:v>12.9368</c:v>
                </c:pt>
                <c:pt idx="22591">
                  <c:v>12.829280000000002</c:v>
                </c:pt>
                <c:pt idx="22592">
                  <c:v>13.11716</c:v>
                </c:pt>
                <c:pt idx="22593">
                  <c:v>13.468300000000001</c:v>
                </c:pt>
                <c:pt idx="22594">
                  <c:v>13.353340000000006</c:v>
                </c:pt>
                <c:pt idx="22595">
                  <c:v>13.04956</c:v>
                </c:pt>
                <c:pt idx="22596">
                  <c:v>12.77858</c:v>
                </c:pt>
                <c:pt idx="22597">
                  <c:v>12.723850000000001</c:v>
                </c:pt>
                <c:pt idx="22598">
                  <c:v>12.936390000000001</c:v>
                </c:pt>
                <c:pt idx="22599">
                  <c:v>13.129850000000001</c:v>
                </c:pt>
                <c:pt idx="22600">
                  <c:v>12.88416</c:v>
                </c:pt>
                <c:pt idx="22601">
                  <c:v>12.3413</c:v>
                </c:pt>
                <c:pt idx="22602">
                  <c:v>12.18005</c:v>
                </c:pt>
                <c:pt idx="22603">
                  <c:v>12.38050000000001</c:v>
                </c:pt>
                <c:pt idx="22604">
                  <c:v>12.82621</c:v>
                </c:pt>
                <c:pt idx="22605">
                  <c:v>13.169230000000002</c:v>
                </c:pt>
                <c:pt idx="22606">
                  <c:v>13.231769999999999</c:v>
                </c:pt>
                <c:pt idx="22607">
                  <c:v>12.42719</c:v>
                </c:pt>
                <c:pt idx="22608">
                  <c:v>11.394130000000002</c:v>
                </c:pt>
                <c:pt idx="22609">
                  <c:v>11.24363</c:v>
                </c:pt>
                <c:pt idx="22610">
                  <c:v>11.118319999999999</c:v>
                </c:pt>
                <c:pt idx="22611">
                  <c:v>11.18422</c:v>
                </c:pt>
                <c:pt idx="22612">
                  <c:v>11.32667</c:v>
                </c:pt>
                <c:pt idx="22613">
                  <c:v>11.29494</c:v>
                </c:pt>
                <c:pt idx="22614">
                  <c:v>11.0648</c:v>
                </c:pt>
                <c:pt idx="22615">
                  <c:v>10.601240000000001</c:v>
                </c:pt>
                <c:pt idx="22616">
                  <c:v>10.24794</c:v>
                </c:pt>
                <c:pt idx="22617">
                  <c:v>10.272680000000006</c:v>
                </c:pt>
                <c:pt idx="22618">
                  <c:v>10.44932</c:v>
                </c:pt>
                <c:pt idx="22619">
                  <c:v>10.567120000000001</c:v>
                </c:pt>
                <c:pt idx="22620">
                  <c:v>10.68093</c:v>
                </c:pt>
                <c:pt idx="22621">
                  <c:v>10.943570000000001</c:v>
                </c:pt>
                <c:pt idx="22622">
                  <c:v>11.173820000000001</c:v>
                </c:pt>
                <c:pt idx="22623">
                  <c:v>11.09623</c:v>
                </c:pt>
                <c:pt idx="22624">
                  <c:v>10.8384</c:v>
                </c:pt>
                <c:pt idx="22625">
                  <c:v>10.495230000000006</c:v>
                </c:pt>
                <c:pt idx="22626">
                  <c:v>10.049250000000001</c:v>
                </c:pt>
                <c:pt idx="22627">
                  <c:v>9.6470900000000004</c:v>
                </c:pt>
                <c:pt idx="22628">
                  <c:v>9.3403500000000008</c:v>
                </c:pt>
                <c:pt idx="22629">
                  <c:v>9.2461699999999993</c:v>
                </c:pt>
                <c:pt idx="22630">
                  <c:v>9.4453700000000005</c:v>
                </c:pt>
                <c:pt idx="22631">
                  <c:v>9.6103900000000007</c:v>
                </c:pt>
                <c:pt idx="22632">
                  <c:v>9.6958800000000007</c:v>
                </c:pt>
                <c:pt idx="22633">
                  <c:v>9.8305500000000006</c:v>
                </c:pt>
                <c:pt idx="22634">
                  <c:v>9.8776800000000105</c:v>
                </c:pt>
                <c:pt idx="22635">
                  <c:v>9.9613700000000005</c:v>
                </c:pt>
                <c:pt idx="22636">
                  <c:v>10.14357</c:v>
                </c:pt>
                <c:pt idx="22637">
                  <c:v>10.332140000000004</c:v>
                </c:pt>
                <c:pt idx="22638">
                  <c:v>10.515180000000004</c:v>
                </c:pt>
                <c:pt idx="22639">
                  <c:v>10.17597</c:v>
                </c:pt>
                <c:pt idx="22640">
                  <c:v>9.7346699999999995</c:v>
                </c:pt>
                <c:pt idx="22641">
                  <c:v>9.7617600000000007</c:v>
                </c:pt>
                <c:pt idx="22642">
                  <c:v>9.9718800000000005</c:v>
                </c:pt>
                <c:pt idx="22643">
                  <c:v>10.07432</c:v>
                </c:pt>
                <c:pt idx="22644">
                  <c:v>10.139670000000001</c:v>
                </c:pt>
                <c:pt idx="22645">
                  <c:v>10.10535</c:v>
                </c:pt>
                <c:pt idx="22646">
                  <c:v>10.104750000000001</c:v>
                </c:pt>
                <c:pt idx="22647">
                  <c:v>10.27291</c:v>
                </c:pt>
                <c:pt idx="22648">
                  <c:v>10.5359</c:v>
                </c:pt>
                <c:pt idx="22649">
                  <c:v>10.65437</c:v>
                </c:pt>
                <c:pt idx="22650">
                  <c:v>10.442500000000004</c:v>
                </c:pt>
                <c:pt idx="22651">
                  <c:v>9.9498800000000003</c:v>
                </c:pt>
                <c:pt idx="22652">
                  <c:v>9.4230600000000013</c:v>
                </c:pt>
                <c:pt idx="22653">
                  <c:v>9.2255800000000008</c:v>
                </c:pt>
                <c:pt idx="22654">
                  <c:v>9.3688300000000027</c:v>
                </c:pt>
                <c:pt idx="22655">
                  <c:v>9.3889000000000014</c:v>
                </c:pt>
                <c:pt idx="22656">
                  <c:v>9.3268700000000013</c:v>
                </c:pt>
                <c:pt idx="22657">
                  <c:v>9.3991900000000008</c:v>
                </c:pt>
                <c:pt idx="22658">
                  <c:v>9.4893400000000003</c:v>
                </c:pt>
                <c:pt idx="22659">
                  <c:v>9.9796400000000123</c:v>
                </c:pt>
                <c:pt idx="22660">
                  <c:v>10.51238</c:v>
                </c:pt>
                <c:pt idx="22661">
                  <c:v>10.42013</c:v>
                </c:pt>
                <c:pt idx="22662">
                  <c:v>10.249180000000001</c:v>
                </c:pt>
                <c:pt idx="22663">
                  <c:v>10.254379999999999</c:v>
                </c:pt>
                <c:pt idx="22664">
                  <c:v>10.01999</c:v>
                </c:pt>
                <c:pt idx="22665">
                  <c:v>9.3816800000000047</c:v>
                </c:pt>
                <c:pt idx="22666">
                  <c:v>8.8532100000000007</c:v>
                </c:pt>
                <c:pt idx="22667">
                  <c:v>8.7104600000000012</c:v>
                </c:pt>
                <c:pt idx="22668">
                  <c:v>8.6678000000000015</c:v>
                </c:pt>
                <c:pt idx="22669">
                  <c:v>8.6782199999999996</c:v>
                </c:pt>
                <c:pt idx="22670">
                  <c:v>8.8008300000000048</c:v>
                </c:pt>
                <c:pt idx="22671">
                  <c:v>8.9820000000000046</c:v>
                </c:pt>
                <c:pt idx="22672">
                  <c:v>9.0826500000000028</c:v>
                </c:pt>
                <c:pt idx="22673">
                  <c:v>9.2150300000000005</c:v>
                </c:pt>
                <c:pt idx="22674">
                  <c:v>9.4493200000000002</c:v>
                </c:pt>
                <c:pt idx="22675">
                  <c:v>9.69693</c:v>
                </c:pt>
                <c:pt idx="22676">
                  <c:v>9.8920000000000048</c:v>
                </c:pt>
                <c:pt idx="22677">
                  <c:v>10.12129</c:v>
                </c:pt>
                <c:pt idx="22678">
                  <c:v>10.42281</c:v>
                </c:pt>
                <c:pt idx="22679">
                  <c:v>10.423780000000002</c:v>
                </c:pt>
                <c:pt idx="22680">
                  <c:v>10.16452</c:v>
                </c:pt>
                <c:pt idx="22681">
                  <c:v>9.9890800000000048</c:v>
                </c:pt>
                <c:pt idx="22682">
                  <c:v>9.5718900000000016</c:v>
                </c:pt>
                <c:pt idx="22683">
                  <c:v>8.7829300000000003</c:v>
                </c:pt>
                <c:pt idx="22684">
                  <c:v>8.6672000000000011</c:v>
                </c:pt>
                <c:pt idx="22685">
                  <c:v>9.0052700000000012</c:v>
                </c:pt>
                <c:pt idx="22686">
                  <c:v>9.4126000000000047</c:v>
                </c:pt>
                <c:pt idx="22687">
                  <c:v>9.7372799999999984</c:v>
                </c:pt>
                <c:pt idx="22688">
                  <c:v>9.9573400000000003</c:v>
                </c:pt>
                <c:pt idx="22689">
                  <c:v>9.9007100000000001</c:v>
                </c:pt>
                <c:pt idx="22690">
                  <c:v>9.6428100000000008</c:v>
                </c:pt>
                <c:pt idx="22691">
                  <c:v>9.5821400000000008</c:v>
                </c:pt>
                <c:pt idx="22692">
                  <c:v>9.4190000000000005</c:v>
                </c:pt>
                <c:pt idx="22693">
                  <c:v>9.2792000000000012</c:v>
                </c:pt>
                <c:pt idx="22694">
                  <c:v>9.4653900000000046</c:v>
                </c:pt>
                <c:pt idx="22695">
                  <c:v>9.4361500000000014</c:v>
                </c:pt>
                <c:pt idx="22696">
                  <c:v>8.9976100000000034</c:v>
                </c:pt>
                <c:pt idx="22697">
                  <c:v>8.5808400000000002</c:v>
                </c:pt>
                <c:pt idx="22698">
                  <c:v>8.3467700000000011</c:v>
                </c:pt>
                <c:pt idx="22699">
                  <c:v>8.3849600000000013</c:v>
                </c:pt>
                <c:pt idx="22700">
                  <c:v>8.6957800000000027</c:v>
                </c:pt>
                <c:pt idx="22701">
                  <c:v>8.8196900000000067</c:v>
                </c:pt>
                <c:pt idx="22702">
                  <c:v>8.8956100000000067</c:v>
                </c:pt>
                <c:pt idx="22703">
                  <c:v>9.1153100000000009</c:v>
                </c:pt>
                <c:pt idx="22704">
                  <c:v>9.5037700000000012</c:v>
                </c:pt>
                <c:pt idx="22705">
                  <c:v>10.04609</c:v>
                </c:pt>
                <c:pt idx="22706">
                  <c:v>10.29687</c:v>
                </c:pt>
                <c:pt idx="22707">
                  <c:v>10.063480000000011</c:v>
                </c:pt>
                <c:pt idx="22708">
                  <c:v>9.5835300000000068</c:v>
                </c:pt>
                <c:pt idx="22709">
                  <c:v>9.174100000000001</c:v>
                </c:pt>
                <c:pt idx="22710">
                  <c:v>9.1019199999999998</c:v>
                </c:pt>
                <c:pt idx="22711">
                  <c:v>9.4426700000000015</c:v>
                </c:pt>
                <c:pt idx="22712">
                  <c:v>10.00949000000001</c:v>
                </c:pt>
                <c:pt idx="22713">
                  <c:v>10.588890000000001</c:v>
                </c:pt>
                <c:pt idx="22714">
                  <c:v>11.07124</c:v>
                </c:pt>
                <c:pt idx="22715">
                  <c:v>11.57443000000001</c:v>
                </c:pt>
                <c:pt idx="22716">
                  <c:v>12.12321</c:v>
                </c:pt>
                <c:pt idx="22717">
                  <c:v>12.311960000000001</c:v>
                </c:pt>
                <c:pt idx="22718">
                  <c:v>12.43979</c:v>
                </c:pt>
                <c:pt idx="22719">
                  <c:v>12.7957</c:v>
                </c:pt>
                <c:pt idx="22720">
                  <c:v>13.16746</c:v>
                </c:pt>
                <c:pt idx="22721">
                  <c:v>13.3843</c:v>
                </c:pt>
                <c:pt idx="22722">
                  <c:v>13.27542</c:v>
                </c:pt>
                <c:pt idx="22723">
                  <c:v>12.909230000000004</c:v>
                </c:pt>
                <c:pt idx="22724">
                  <c:v>12.549530000000004</c:v>
                </c:pt>
                <c:pt idx="22725">
                  <c:v>12.224309999999999</c:v>
                </c:pt>
                <c:pt idx="22726">
                  <c:v>12.175600000000006</c:v>
                </c:pt>
                <c:pt idx="22727">
                  <c:v>12.456570000000006</c:v>
                </c:pt>
                <c:pt idx="22728">
                  <c:v>12.920810000000001</c:v>
                </c:pt>
                <c:pt idx="22729">
                  <c:v>13.41489</c:v>
                </c:pt>
                <c:pt idx="22730">
                  <c:v>13.832420000000004</c:v>
                </c:pt>
                <c:pt idx="22731">
                  <c:v>14.263860000000001</c:v>
                </c:pt>
                <c:pt idx="22732">
                  <c:v>14.350040000000011</c:v>
                </c:pt>
                <c:pt idx="22733">
                  <c:v>14.305500000000011</c:v>
                </c:pt>
                <c:pt idx="22734">
                  <c:v>14.33874</c:v>
                </c:pt>
                <c:pt idx="22735">
                  <c:v>14.279170000000001</c:v>
                </c:pt>
                <c:pt idx="22736">
                  <c:v>13.94167</c:v>
                </c:pt>
                <c:pt idx="22737">
                  <c:v>13.66159</c:v>
                </c:pt>
                <c:pt idx="22738">
                  <c:v>13.865700000000011</c:v>
                </c:pt>
                <c:pt idx="22739">
                  <c:v>14.34709</c:v>
                </c:pt>
                <c:pt idx="22740">
                  <c:v>14.900430000000011</c:v>
                </c:pt>
                <c:pt idx="22741">
                  <c:v>15.37806</c:v>
                </c:pt>
                <c:pt idx="22742">
                  <c:v>15.598740000000001</c:v>
                </c:pt>
                <c:pt idx="22743">
                  <c:v>15.89616</c:v>
                </c:pt>
                <c:pt idx="22744">
                  <c:v>16.57403</c:v>
                </c:pt>
                <c:pt idx="22745">
                  <c:v>17.193100000000001</c:v>
                </c:pt>
                <c:pt idx="22746">
                  <c:v>17.412870000000005</c:v>
                </c:pt>
                <c:pt idx="22747">
                  <c:v>17.120149999999974</c:v>
                </c:pt>
                <c:pt idx="22748">
                  <c:v>16.525119999999973</c:v>
                </c:pt>
                <c:pt idx="22749">
                  <c:v>16.158550000000005</c:v>
                </c:pt>
                <c:pt idx="22750">
                  <c:v>15.73667</c:v>
                </c:pt>
                <c:pt idx="22751">
                  <c:v>15.54725</c:v>
                </c:pt>
                <c:pt idx="22752">
                  <c:v>15.761150000000001</c:v>
                </c:pt>
                <c:pt idx="22753">
                  <c:v>15.490680000000006</c:v>
                </c:pt>
                <c:pt idx="22754">
                  <c:v>15.055200000000006</c:v>
                </c:pt>
                <c:pt idx="22755">
                  <c:v>15.09449</c:v>
                </c:pt>
                <c:pt idx="22756">
                  <c:v>15.339230000000002</c:v>
                </c:pt>
                <c:pt idx="22757">
                  <c:v>15.662270000000001</c:v>
                </c:pt>
                <c:pt idx="22758">
                  <c:v>15.803470000000004</c:v>
                </c:pt>
                <c:pt idx="22759">
                  <c:v>15.734179999999999</c:v>
                </c:pt>
                <c:pt idx="22760">
                  <c:v>15.72874</c:v>
                </c:pt>
                <c:pt idx="22761">
                  <c:v>16.058309999999974</c:v>
                </c:pt>
                <c:pt idx="22762">
                  <c:v>16.469289999999972</c:v>
                </c:pt>
                <c:pt idx="22763">
                  <c:v>16.85229</c:v>
                </c:pt>
                <c:pt idx="22764">
                  <c:v>17.151550000000022</c:v>
                </c:pt>
                <c:pt idx="22765">
                  <c:v>17.34149</c:v>
                </c:pt>
                <c:pt idx="22766">
                  <c:v>17.66452</c:v>
                </c:pt>
                <c:pt idx="22767">
                  <c:v>18.116330000000001</c:v>
                </c:pt>
                <c:pt idx="22768">
                  <c:v>18.63843</c:v>
                </c:pt>
                <c:pt idx="22769">
                  <c:v>19.037310000000005</c:v>
                </c:pt>
                <c:pt idx="22770">
                  <c:v>19.090389999999989</c:v>
                </c:pt>
                <c:pt idx="22771">
                  <c:v>17.83671</c:v>
                </c:pt>
                <c:pt idx="22772">
                  <c:v>16.487709999999975</c:v>
                </c:pt>
                <c:pt idx="22773">
                  <c:v>16.495689999999971</c:v>
                </c:pt>
                <c:pt idx="22774">
                  <c:v>17.34069999999997</c:v>
                </c:pt>
                <c:pt idx="22775">
                  <c:v>17.667050000000021</c:v>
                </c:pt>
                <c:pt idx="22776">
                  <c:v>17.79468</c:v>
                </c:pt>
                <c:pt idx="22777">
                  <c:v>18.157970000000034</c:v>
                </c:pt>
                <c:pt idx="22778">
                  <c:v>18.423660000000002</c:v>
                </c:pt>
                <c:pt idx="22779">
                  <c:v>18.275299999999973</c:v>
                </c:pt>
                <c:pt idx="22780">
                  <c:v>18.03248</c:v>
                </c:pt>
                <c:pt idx="22781">
                  <c:v>18.102539999999973</c:v>
                </c:pt>
                <c:pt idx="22782">
                  <c:v>18.2971</c:v>
                </c:pt>
                <c:pt idx="22783">
                  <c:v>18.633019999999988</c:v>
                </c:pt>
                <c:pt idx="22784">
                  <c:v>18.811630000000001</c:v>
                </c:pt>
                <c:pt idx="22785">
                  <c:v>18.795649999999952</c:v>
                </c:pt>
                <c:pt idx="22786">
                  <c:v>18.70815</c:v>
                </c:pt>
                <c:pt idx="22787">
                  <c:v>18.226680000000002</c:v>
                </c:pt>
                <c:pt idx="22788">
                  <c:v>17.92599999999997</c:v>
                </c:pt>
                <c:pt idx="22789">
                  <c:v>17.930510000000002</c:v>
                </c:pt>
                <c:pt idx="22790">
                  <c:v>18.318850000000033</c:v>
                </c:pt>
                <c:pt idx="22791">
                  <c:v>19.045159999999989</c:v>
                </c:pt>
                <c:pt idx="22792">
                  <c:v>19.343360000000001</c:v>
                </c:pt>
                <c:pt idx="22793">
                  <c:v>19.439109999999989</c:v>
                </c:pt>
                <c:pt idx="22794">
                  <c:v>19.897870000000033</c:v>
                </c:pt>
                <c:pt idx="22795">
                  <c:v>20.121359999999999</c:v>
                </c:pt>
                <c:pt idx="22796">
                  <c:v>19.87744</c:v>
                </c:pt>
                <c:pt idx="22797">
                  <c:v>19.325639999999975</c:v>
                </c:pt>
                <c:pt idx="22798">
                  <c:v>19.195260000000001</c:v>
                </c:pt>
                <c:pt idx="22799">
                  <c:v>19.728370000000002</c:v>
                </c:pt>
                <c:pt idx="22800">
                  <c:v>20.406519999999972</c:v>
                </c:pt>
                <c:pt idx="22801">
                  <c:v>20.926010000000002</c:v>
                </c:pt>
                <c:pt idx="22802">
                  <c:v>21.488779999999952</c:v>
                </c:pt>
                <c:pt idx="22803">
                  <c:v>21.90907</c:v>
                </c:pt>
                <c:pt idx="22804">
                  <c:v>22.094619999999974</c:v>
                </c:pt>
                <c:pt idx="22805">
                  <c:v>22.124580000000005</c:v>
                </c:pt>
                <c:pt idx="22806">
                  <c:v>21.954190000000001</c:v>
                </c:pt>
                <c:pt idx="22807">
                  <c:v>21.674569999999999</c:v>
                </c:pt>
                <c:pt idx="22808">
                  <c:v>21.659310000000001</c:v>
                </c:pt>
                <c:pt idx="22809">
                  <c:v>22.0702</c:v>
                </c:pt>
                <c:pt idx="22810">
                  <c:v>22.014550000000021</c:v>
                </c:pt>
                <c:pt idx="22811">
                  <c:v>21.668719999999972</c:v>
                </c:pt>
                <c:pt idx="22812">
                  <c:v>21.669409999999989</c:v>
                </c:pt>
                <c:pt idx="22813">
                  <c:v>21.851669999999999</c:v>
                </c:pt>
                <c:pt idx="22814">
                  <c:v>22.09103</c:v>
                </c:pt>
                <c:pt idx="22815">
                  <c:v>22.53904</c:v>
                </c:pt>
                <c:pt idx="22816">
                  <c:v>23.308619999999973</c:v>
                </c:pt>
                <c:pt idx="22817">
                  <c:v>24.09031999999997</c:v>
                </c:pt>
                <c:pt idx="22818">
                  <c:v>24.58587</c:v>
                </c:pt>
                <c:pt idx="22819">
                  <c:v>24.37068</c:v>
                </c:pt>
                <c:pt idx="22820">
                  <c:v>23.934429999999974</c:v>
                </c:pt>
                <c:pt idx="22821">
                  <c:v>23.890720000000002</c:v>
                </c:pt>
                <c:pt idx="22822">
                  <c:v>24.00939</c:v>
                </c:pt>
                <c:pt idx="22823">
                  <c:v>24.014830000000021</c:v>
                </c:pt>
                <c:pt idx="22824">
                  <c:v>24.07423</c:v>
                </c:pt>
                <c:pt idx="22825">
                  <c:v>24.411079999999988</c:v>
                </c:pt>
                <c:pt idx="22826">
                  <c:v>24.913430000000002</c:v>
                </c:pt>
                <c:pt idx="22827">
                  <c:v>25.308910000000001</c:v>
                </c:pt>
                <c:pt idx="22828">
                  <c:v>25.393920000000001</c:v>
                </c:pt>
                <c:pt idx="22829">
                  <c:v>25.473559999999978</c:v>
                </c:pt>
                <c:pt idx="22830">
                  <c:v>25.84046</c:v>
                </c:pt>
                <c:pt idx="22831">
                  <c:v>26.211960000000033</c:v>
                </c:pt>
                <c:pt idx="22832">
                  <c:v>26.55939</c:v>
                </c:pt>
                <c:pt idx="22833">
                  <c:v>26.529429999999973</c:v>
                </c:pt>
                <c:pt idx="22834">
                  <c:v>26.619660000000021</c:v>
                </c:pt>
                <c:pt idx="22835">
                  <c:v>27.120819999999988</c:v>
                </c:pt>
                <c:pt idx="22836">
                  <c:v>27.160699999999974</c:v>
                </c:pt>
                <c:pt idx="22837">
                  <c:v>26.818809999999999</c:v>
                </c:pt>
                <c:pt idx="22838">
                  <c:v>26.64827</c:v>
                </c:pt>
                <c:pt idx="22839">
                  <c:v>26.644990000000021</c:v>
                </c:pt>
                <c:pt idx="22840">
                  <c:v>26.712779999999974</c:v>
                </c:pt>
                <c:pt idx="22841">
                  <c:v>26.923119999999972</c:v>
                </c:pt>
                <c:pt idx="22842">
                  <c:v>27.179250000000021</c:v>
                </c:pt>
                <c:pt idx="22843">
                  <c:v>26.927399999999974</c:v>
                </c:pt>
                <c:pt idx="22844">
                  <c:v>26.643979999999999</c:v>
                </c:pt>
                <c:pt idx="22845">
                  <c:v>26.527650000000001</c:v>
                </c:pt>
                <c:pt idx="22846">
                  <c:v>25.75459</c:v>
                </c:pt>
                <c:pt idx="22847">
                  <c:v>24.693960000000022</c:v>
                </c:pt>
                <c:pt idx="22848">
                  <c:v>24.49128</c:v>
                </c:pt>
                <c:pt idx="22849">
                  <c:v>24.957260000000005</c:v>
                </c:pt>
                <c:pt idx="22850">
                  <c:v>25.37649</c:v>
                </c:pt>
                <c:pt idx="22851">
                  <c:v>25.66648</c:v>
                </c:pt>
                <c:pt idx="22852">
                  <c:v>25.922209999999971</c:v>
                </c:pt>
                <c:pt idx="22853">
                  <c:v>26.3065</c:v>
                </c:pt>
                <c:pt idx="22854">
                  <c:v>26.816880000000033</c:v>
                </c:pt>
                <c:pt idx="22855">
                  <c:v>27.372250000000001</c:v>
                </c:pt>
                <c:pt idx="22856">
                  <c:v>27.961870000000001</c:v>
                </c:pt>
                <c:pt idx="22857">
                  <c:v>28.354420000000001</c:v>
                </c:pt>
                <c:pt idx="22858">
                  <c:v>28.284339999999968</c:v>
                </c:pt>
                <c:pt idx="22859">
                  <c:v>27.398070000000001</c:v>
                </c:pt>
                <c:pt idx="22860">
                  <c:v>26.625330000000002</c:v>
                </c:pt>
                <c:pt idx="22861">
                  <c:v>26.505099999999974</c:v>
                </c:pt>
                <c:pt idx="22862">
                  <c:v>26.663689999999974</c:v>
                </c:pt>
                <c:pt idx="22863">
                  <c:v>27.09121</c:v>
                </c:pt>
                <c:pt idx="22864">
                  <c:v>27.309560000000001</c:v>
                </c:pt>
                <c:pt idx="22865">
                  <c:v>27.378979999999999</c:v>
                </c:pt>
                <c:pt idx="22866">
                  <c:v>27.528559999999974</c:v>
                </c:pt>
                <c:pt idx="22867">
                  <c:v>27.581959999999999</c:v>
                </c:pt>
                <c:pt idx="22868">
                  <c:v>27.357510000000001</c:v>
                </c:pt>
                <c:pt idx="22869">
                  <c:v>27.02101</c:v>
                </c:pt>
                <c:pt idx="22870">
                  <c:v>26.79949999999997</c:v>
                </c:pt>
                <c:pt idx="22871">
                  <c:v>26.811530000000001</c:v>
                </c:pt>
                <c:pt idx="22872">
                  <c:v>27.016670000000001</c:v>
                </c:pt>
                <c:pt idx="22873">
                  <c:v>27.309650000000001</c:v>
                </c:pt>
                <c:pt idx="22874">
                  <c:v>27.651840000000021</c:v>
                </c:pt>
                <c:pt idx="22875">
                  <c:v>28.036100000000001</c:v>
                </c:pt>
                <c:pt idx="22876">
                  <c:v>28.392019999999974</c:v>
                </c:pt>
                <c:pt idx="22877">
                  <c:v>28.36403</c:v>
                </c:pt>
                <c:pt idx="22878">
                  <c:v>27.55011</c:v>
                </c:pt>
                <c:pt idx="22879">
                  <c:v>26.86647</c:v>
                </c:pt>
                <c:pt idx="22880">
                  <c:v>26.898759999999989</c:v>
                </c:pt>
                <c:pt idx="22881">
                  <c:v>27.011479999999999</c:v>
                </c:pt>
                <c:pt idx="22882">
                  <c:v>26.42905</c:v>
                </c:pt>
                <c:pt idx="22883">
                  <c:v>25.742229999999957</c:v>
                </c:pt>
                <c:pt idx="22884">
                  <c:v>25.695860000000021</c:v>
                </c:pt>
                <c:pt idx="22885">
                  <c:v>25.697820000000021</c:v>
                </c:pt>
                <c:pt idx="22886">
                  <c:v>25.501709999999989</c:v>
                </c:pt>
                <c:pt idx="22887">
                  <c:v>25.128270000000001</c:v>
                </c:pt>
                <c:pt idx="22888">
                  <c:v>24.564319999999974</c:v>
                </c:pt>
                <c:pt idx="22889">
                  <c:v>23.92092999999997</c:v>
                </c:pt>
                <c:pt idx="22890">
                  <c:v>23.442409999999956</c:v>
                </c:pt>
                <c:pt idx="22891">
                  <c:v>23.30613</c:v>
                </c:pt>
                <c:pt idx="22892">
                  <c:v>23.132570000000001</c:v>
                </c:pt>
                <c:pt idx="22893">
                  <c:v>22.839860000000037</c:v>
                </c:pt>
                <c:pt idx="22894">
                  <c:v>22.59179</c:v>
                </c:pt>
                <c:pt idx="22895">
                  <c:v>22.278919999999989</c:v>
                </c:pt>
                <c:pt idx="22896">
                  <c:v>22.151280000000021</c:v>
                </c:pt>
                <c:pt idx="22897">
                  <c:v>21.954139999999974</c:v>
                </c:pt>
                <c:pt idx="22898">
                  <c:v>21.685499999999973</c:v>
                </c:pt>
                <c:pt idx="22899">
                  <c:v>21.58792</c:v>
                </c:pt>
                <c:pt idx="22900">
                  <c:v>21.375409999999974</c:v>
                </c:pt>
                <c:pt idx="22901">
                  <c:v>21.375</c:v>
                </c:pt>
                <c:pt idx="22902">
                  <c:v>21.5365</c:v>
                </c:pt>
                <c:pt idx="22903">
                  <c:v>21.657330000000005</c:v>
                </c:pt>
                <c:pt idx="22904">
                  <c:v>21.857489999999999</c:v>
                </c:pt>
                <c:pt idx="22905">
                  <c:v>22.16535</c:v>
                </c:pt>
                <c:pt idx="22906">
                  <c:v>22.522729999999957</c:v>
                </c:pt>
                <c:pt idx="22907">
                  <c:v>22.441629999999975</c:v>
                </c:pt>
                <c:pt idx="22908">
                  <c:v>21.72476</c:v>
                </c:pt>
                <c:pt idx="22909">
                  <c:v>20.982459999999964</c:v>
                </c:pt>
                <c:pt idx="22910">
                  <c:v>20.092679999999973</c:v>
                </c:pt>
                <c:pt idx="22911">
                  <c:v>18.99165</c:v>
                </c:pt>
                <c:pt idx="22912">
                  <c:v>18.302289999999989</c:v>
                </c:pt>
                <c:pt idx="22913">
                  <c:v>18.135990000000021</c:v>
                </c:pt>
                <c:pt idx="22914">
                  <c:v>18.399069999999988</c:v>
                </c:pt>
                <c:pt idx="22915">
                  <c:v>18.574300000000001</c:v>
                </c:pt>
                <c:pt idx="22916">
                  <c:v>18.50820999999997</c:v>
                </c:pt>
                <c:pt idx="22917">
                  <c:v>18.563179999999978</c:v>
                </c:pt>
                <c:pt idx="22918">
                  <c:v>18.63864999999997</c:v>
                </c:pt>
                <c:pt idx="22919">
                  <c:v>18.748039999999964</c:v>
                </c:pt>
                <c:pt idx="22920">
                  <c:v>19.031289999999988</c:v>
                </c:pt>
                <c:pt idx="22921">
                  <c:v>19.37358</c:v>
                </c:pt>
                <c:pt idx="22922">
                  <c:v>19.736080000000001</c:v>
                </c:pt>
                <c:pt idx="22923">
                  <c:v>19.525649999999956</c:v>
                </c:pt>
                <c:pt idx="22924">
                  <c:v>18.581790000000002</c:v>
                </c:pt>
                <c:pt idx="22925">
                  <c:v>17.73678</c:v>
                </c:pt>
                <c:pt idx="22926">
                  <c:v>17.546250000000001</c:v>
                </c:pt>
                <c:pt idx="22927">
                  <c:v>17.424869999999999</c:v>
                </c:pt>
                <c:pt idx="22928">
                  <c:v>17.180060000000001</c:v>
                </c:pt>
                <c:pt idx="22929">
                  <c:v>17.247170000000001</c:v>
                </c:pt>
                <c:pt idx="22930">
                  <c:v>17.361739999999973</c:v>
                </c:pt>
                <c:pt idx="22931">
                  <c:v>17.53623</c:v>
                </c:pt>
                <c:pt idx="22932">
                  <c:v>17.837599999999988</c:v>
                </c:pt>
                <c:pt idx="22933">
                  <c:v>17.713719999999974</c:v>
                </c:pt>
                <c:pt idx="22934">
                  <c:v>17.258179999999989</c:v>
                </c:pt>
                <c:pt idx="22935">
                  <c:v>16.987629999999957</c:v>
                </c:pt>
                <c:pt idx="22936">
                  <c:v>17.112259999999999</c:v>
                </c:pt>
                <c:pt idx="22937">
                  <c:v>17.02891</c:v>
                </c:pt>
                <c:pt idx="22938">
                  <c:v>16.690180000000005</c:v>
                </c:pt>
                <c:pt idx="22939">
                  <c:v>16.238419999999973</c:v>
                </c:pt>
                <c:pt idx="22940">
                  <c:v>15.92197</c:v>
                </c:pt>
                <c:pt idx="22941">
                  <c:v>15.82705</c:v>
                </c:pt>
                <c:pt idx="22942">
                  <c:v>15.568070000000001</c:v>
                </c:pt>
                <c:pt idx="22943">
                  <c:v>15.14719</c:v>
                </c:pt>
                <c:pt idx="22944">
                  <c:v>14.68571</c:v>
                </c:pt>
                <c:pt idx="22945">
                  <c:v>14.198560000000001</c:v>
                </c:pt>
                <c:pt idx="22946">
                  <c:v>13.78628</c:v>
                </c:pt>
                <c:pt idx="22947">
                  <c:v>13.599590000000006</c:v>
                </c:pt>
                <c:pt idx="22948">
                  <c:v>13.58239</c:v>
                </c:pt>
                <c:pt idx="22949">
                  <c:v>13.669460000000004</c:v>
                </c:pt>
                <c:pt idx="22950">
                  <c:v>13.992470000000004</c:v>
                </c:pt>
                <c:pt idx="22951">
                  <c:v>14.43045</c:v>
                </c:pt>
                <c:pt idx="22952">
                  <c:v>14.74485</c:v>
                </c:pt>
                <c:pt idx="22953">
                  <c:v>14.88874</c:v>
                </c:pt>
                <c:pt idx="22954">
                  <c:v>14.656140000000002</c:v>
                </c:pt>
                <c:pt idx="22955">
                  <c:v>14.06662</c:v>
                </c:pt>
                <c:pt idx="22956">
                  <c:v>13.264420000000001</c:v>
                </c:pt>
                <c:pt idx="22957">
                  <c:v>12.750580000000006</c:v>
                </c:pt>
                <c:pt idx="22958">
                  <c:v>12.360480000000019</c:v>
                </c:pt>
                <c:pt idx="22959">
                  <c:v>12.028840000000001</c:v>
                </c:pt>
                <c:pt idx="22960">
                  <c:v>11.94502</c:v>
                </c:pt>
                <c:pt idx="22961">
                  <c:v>11.806610000000004</c:v>
                </c:pt>
                <c:pt idx="22962">
                  <c:v>11.635580000000004</c:v>
                </c:pt>
                <c:pt idx="22963">
                  <c:v>11.586450000000006</c:v>
                </c:pt>
                <c:pt idx="22964">
                  <c:v>11.636279999999999</c:v>
                </c:pt>
                <c:pt idx="22965">
                  <c:v>11.837020000000001</c:v>
                </c:pt>
                <c:pt idx="22966">
                  <c:v>12.10791</c:v>
                </c:pt>
                <c:pt idx="22967">
                  <c:v>12.34914</c:v>
                </c:pt>
                <c:pt idx="22968">
                  <c:v>12.4773</c:v>
                </c:pt>
                <c:pt idx="22969">
                  <c:v>12.53453</c:v>
                </c:pt>
                <c:pt idx="22970">
                  <c:v>12.58647</c:v>
                </c:pt>
                <c:pt idx="22971">
                  <c:v>12.546750000000001</c:v>
                </c:pt>
                <c:pt idx="22972">
                  <c:v>12.084240000000001</c:v>
                </c:pt>
                <c:pt idx="22973">
                  <c:v>11.495650000000012</c:v>
                </c:pt>
                <c:pt idx="22974">
                  <c:v>11.259260000000001</c:v>
                </c:pt>
                <c:pt idx="22975">
                  <c:v>11.33187</c:v>
                </c:pt>
                <c:pt idx="22976">
                  <c:v>11.48692</c:v>
                </c:pt>
                <c:pt idx="22977">
                  <c:v>11.581050000000001</c:v>
                </c:pt>
                <c:pt idx="22978">
                  <c:v>11.66169</c:v>
                </c:pt>
                <c:pt idx="22979">
                  <c:v>11.725240000000001</c:v>
                </c:pt>
                <c:pt idx="22980">
                  <c:v>11.51047</c:v>
                </c:pt>
                <c:pt idx="22981">
                  <c:v>11.34393</c:v>
                </c:pt>
                <c:pt idx="22982">
                  <c:v>11.32382</c:v>
                </c:pt>
                <c:pt idx="22983">
                  <c:v>11.119870000000001</c:v>
                </c:pt>
                <c:pt idx="22984">
                  <c:v>10.657450000000004</c:v>
                </c:pt>
                <c:pt idx="22985">
                  <c:v>10.14654</c:v>
                </c:pt>
                <c:pt idx="22986">
                  <c:v>9.9259200000000014</c:v>
                </c:pt>
                <c:pt idx="22987">
                  <c:v>10.00591</c:v>
                </c:pt>
                <c:pt idx="22988">
                  <c:v>10.287100000000001</c:v>
                </c:pt>
                <c:pt idx="22989">
                  <c:v>10.65625</c:v>
                </c:pt>
                <c:pt idx="22990">
                  <c:v>10.54452</c:v>
                </c:pt>
                <c:pt idx="22991">
                  <c:v>10.06677</c:v>
                </c:pt>
                <c:pt idx="22992">
                  <c:v>9.5824500000000068</c:v>
                </c:pt>
                <c:pt idx="22993">
                  <c:v>9.3359300000000047</c:v>
                </c:pt>
                <c:pt idx="22994">
                  <c:v>9.0514200000000002</c:v>
                </c:pt>
                <c:pt idx="22995">
                  <c:v>8.8349600000000006</c:v>
                </c:pt>
                <c:pt idx="22996">
                  <c:v>8.8565500000000146</c:v>
                </c:pt>
                <c:pt idx="22997">
                  <c:v>8.7459799999999994</c:v>
                </c:pt>
                <c:pt idx="22998">
                  <c:v>8.4947200000000009</c:v>
                </c:pt>
                <c:pt idx="22999">
                  <c:v>8.3681600000000014</c:v>
                </c:pt>
                <c:pt idx="23000">
                  <c:v>8.2771400000000011</c:v>
                </c:pt>
                <c:pt idx="23001">
                  <c:v>8.0579300000000007</c:v>
                </c:pt>
                <c:pt idx="23002">
                  <c:v>7.7276699999999998</c:v>
                </c:pt>
                <c:pt idx="23003">
                  <c:v>7.4520200000000001</c:v>
                </c:pt>
                <c:pt idx="23004">
                  <c:v>7.4632600000000053</c:v>
                </c:pt>
                <c:pt idx="23005">
                  <c:v>7.6459299999999955</c:v>
                </c:pt>
                <c:pt idx="23006">
                  <c:v>7.8300299999999998</c:v>
                </c:pt>
                <c:pt idx="23007">
                  <c:v>7.9034199999999997</c:v>
                </c:pt>
                <c:pt idx="23008">
                  <c:v>7.7721400000000003</c:v>
                </c:pt>
                <c:pt idx="23009">
                  <c:v>7.7136500000000003</c:v>
                </c:pt>
                <c:pt idx="23010">
                  <c:v>8.1037300000000005</c:v>
                </c:pt>
                <c:pt idx="23011">
                  <c:v>8.6908400000000015</c:v>
                </c:pt>
                <c:pt idx="23012">
                  <c:v>8.9698000000000047</c:v>
                </c:pt>
                <c:pt idx="23013">
                  <c:v>8.6233799999999992</c:v>
                </c:pt>
                <c:pt idx="23014">
                  <c:v>8.1142599999999998</c:v>
                </c:pt>
                <c:pt idx="23015">
                  <c:v>7.8328600000000002</c:v>
                </c:pt>
                <c:pt idx="23016">
                  <c:v>7.6734499999999999</c:v>
                </c:pt>
                <c:pt idx="23017">
                  <c:v>7.4661799999999996</c:v>
                </c:pt>
                <c:pt idx="23018">
                  <c:v>7.2529399999999944</c:v>
                </c:pt>
                <c:pt idx="23019">
                  <c:v>7.128489999999994</c:v>
                </c:pt>
                <c:pt idx="23020">
                  <c:v>7.1095799999999985</c:v>
                </c:pt>
                <c:pt idx="23021">
                  <c:v>7.3097700000000003</c:v>
                </c:pt>
                <c:pt idx="23022">
                  <c:v>7.67103</c:v>
                </c:pt>
                <c:pt idx="23023">
                  <c:v>7.8521499999999955</c:v>
                </c:pt>
                <c:pt idx="23024">
                  <c:v>7.8030900000000001</c:v>
                </c:pt>
                <c:pt idx="23025">
                  <c:v>7.8964299999999996</c:v>
                </c:pt>
                <c:pt idx="23026">
                  <c:v>8.0892900000000001</c:v>
                </c:pt>
                <c:pt idx="23027">
                  <c:v>8.0320800000000006</c:v>
                </c:pt>
                <c:pt idx="23028">
                  <c:v>7.8048299999999955</c:v>
                </c:pt>
                <c:pt idx="23029">
                  <c:v>7.6287799999999955</c:v>
                </c:pt>
                <c:pt idx="23030">
                  <c:v>7.9239199999999945</c:v>
                </c:pt>
                <c:pt idx="23031">
                  <c:v>8.4873800000000017</c:v>
                </c:pt>
                <c:pt idx="23032">
                  <c:v>8.9862000000000002</c:v>
                </c:pt>
                <c:pt idx="23033">
                  <c:v>9.3811900000000001</c:v>
                </c:pt>
                <c:pt idx="23034">
                  <c:v>9.5948600000000006</c:v>
                </c:pt>
                <c:pt idx="23035">
                  <c:v>9.8259900000000027</c:v>
                </c:pt>
                <c:pt idx="23036">
                  <c:v>10.050490000000011</c:v>
                </c:pt>
                <c:pt idx="23037">
                  <c:v>10.156410000000006</c:v>
                </c:pt>
                <c:pt idx="23038">
                  <c:v>10.14452</c:v>
                </c:pt>
                <c:pt idx="23039">
                  <c:v>10.079890000000002</c:v>
                </c:pt>
                <c:pt idx="23040">
                  <c:v>10.07962</c:v>
                </c:pt>
                <c:pt idx="23041">
                  <c:v>10.168290000000001</c:v>
                </c:pt>
                <c:pt idx="23042">
                  <c:v>10.37017</c:v>
                </c:pt>
                <c:pt idx="23043">
                  <c:v>10.15076</c:v>
                </c:pt>
                <c:pt idx="23044">
                  <c:v>9.5081900000000008</c:v>
                </c:pt>
                <c:pt idx="23045">
                  <c:v>8.7739200000000004</c:v>
                </c:pt>
                <c:pt idx="23046">
                  <c:v>8.3196200000000005</c:v>
                </c:pt>
                <c:pt idx="23047">
                  <c:v>8.4173200000000001</c:v>
                </c:pt>
                <c:pt idx="23048">
                  <c:v>8.7862000000000009</c:v>
                </c:pt>
                <c:pt idx="23049">
                  <c:v>9.0032400000000035</c:v>
                </c:pt>
                <c:pt idx="23050">
                  <c:v>8.9928500000000007</c:v>
                </c:pt>
                <c:pt idx="23051">
                  <c:v>9.0569500000000005</c:v>
                </c:pt>
                <c:pt idx="23052">
                  <c:v>9.4791600000000003</c:v>
                </c:pt>
                <c:pt idx="23053">
                  <c:v>9.9183400000000006</c:v>
                </c:pt>
                <c:pt idx="23054">
                  <c:v>10.079410000000006</c:v>
                </c:pt>
                <c:pt idx="23055">
                  <c:v>10.079630000000011</c:v>
                </c:pt>
                <c:pt idx="23056">
                  <c:v>10.26981</c:v>
                </c:pt>
                <c:pt idx="23057">
                  <c:v>10.54013</c:v>
                </c:pt>
                <c:pt idx="23058">
                  <c:v>10.51247</c:v>
                </c:pt>
                <c:pt idx="23059">
                  <c:v>10.31542000000001</c:v>
                </c:pt>
                <c:pt idx="23060">
                  <c:v>10.269440000000012</c:v>
                </c:pt>
                <c:pt idx="23061">
                  <c:v>10.119490000000004</c:v>
                </c:pt>
                <c:pt idx="23062">
                  <c:v>9.9018300000000004</c:v>
                </c:pt>
                <c:pt idx="23063">
                  <c:v>9.9926000000000048</c:v>
                </c:pt>
                <c:pt idx="23064">
                  <c:v>10.14846</c:v>
                </c:pt>
                <c:pt idx="23065">
                  <c:v>10.155420000000012</c:v>
                </c:pt>
                <c:pt idx="23066">
                  <c:v>10.234690000000001</c:v>
                </c:pt>
                <c:pt idx="23067">
                  <c:v>10.391500000000002</c:v>
                </c:pt>
                <c:pt idx="23068">
                  <c:v>10.69857</c:v>
                </c:pt>
                <c:pt idx="23069">
                  <c:v>10.728630000000001</c:v>
                </c:pt>
                <c:pt idx="23070">
                  <c:v>10.39484</c:v>
                </c:pt>
                <c:pt idx="23071">
                  <c:v>10.29996</c:v>
                </c:pt>
                <c:pt idx="23072">
                  <c:v>10.67540000000001</c:v>
                </c:pt>
                <c:pt idx="23073">
                  <c:v>11.148109999999999</c:v>
                </c:pt>
                <c:pt idx="23074">
                  <c:v>11.465170000000002</c:v>
                </c:pt>
                <c:pt idx="23075">
                  <c:v>11.74089</c:v>
                </c:pt>
                <c:pt idx="23076">
                  <c:v>11.959390000000004</c:v>
                </c:pt>
                <c:pt idx="23077">
                  <c:v>12.074250000000001</c:v>
                </c:pt>
                <c:pt idx="23078">
                  <c:v>12.02421</c:v>
                </c:pt>
                <c:pt idx="23079">
                  <c:v>11.797180000000001</c:v>
                </c:pt>
                <c:pt idx="23080">
                  <c:v>11.32019</c:v>
                </c:pt>
                <c:pt idx="23081">
                  <c:v>10.881260000000001</c:v>
                </c:pt>
                <c:pt idx="23082">
                  <c:v>10.75314</c:v>
                </c:pt>
                <c:pt idx="23083">
                  <c:v>10.55809</c:v>
                </c:pt>
                <c:pt idx="23084">
                  <c:v>10.358440000000011</c:v>
                </c:pt>
                <c:pt idx="23085">
                  <c:v>10.159940000000002</c:v>
                </c:pt>
                <c:pt idx="23086">
                  <c:v>10.414870000000001</c:v>
                </c:pt>
                <c:pt idx="23087">
                  <c:v>10.94502</c:v>
                </c:pt>
                <c:pt idx="23088">
                  <c:v>11.21645</c:v>
                </c:pt>
                <c:pt idx="23089">
                  <c:v>11.22109</c:v>
                </c:pt>
                <c:pt idx="23090">
                  <c:v>11.08363000000001</c:v>
                </c:pt>
                <c:pt idx="23091">
                  <c:v>11.0708</c:v>
                </c:pt>
                <c:pt idx="23092">
                  <c:v>11.231119999999999</c:v>
                </c:pt>
                <c:pt idx="23093">
                  <c:v>11.688560000000001</c:v>
                </c:pt>
                <c:pt idx="23094">
                  <c:v>12.12152</c:v>
                </c:pt>
                <c:pt idx="23095">
                  <c:v>12.554450000000006</c:v>
                </c:pt>
                <c:pt idx="23096">
                  <c:v>12.9488</c:v>
                </c:pt>
                <c:pt idx="23097">
                  <c:v>12.88050000000001</c:v>
                </c:pt>
                <c:pt idx="23098">
                  <c:v>12.70209</c:v>
                </c:pt>
                <c:pt idx="23099">
                  <c:v>12.671340000000001</c:v>
                </c:pt>
                <c:pt idx="23100">
                  <c:v>12.59864</c:v>
                </c:pt>
                <c:pt idx="23101">
                  <c:v>12.29232</c:v>
                </c:pt>
                <c:pt idx="23102">
                  <c:v>12.074160000000001</c:v>
                </c:pt>
                <c:pt idx="23103">
                  <c:v>12.16250000000001</c:v>
                </c:pt>
                <c:pt idx="23104">
                  <c:v>12.50745</c:v>
                </c:pt>
                <c:pt idx="23105">
                  <c:v>12.628069999999999</c:v>
                </c:pt>
                <c:pt idx="23106">
                  <c:v>12.52159</c:v>
                </c:pt>
                <c:pt idx="23107">
                  <c:v>12.52567</c:v>
                </c:pt>
                <c:pt idx="23108">
                  <c:v>12.75488</c:v>
                </c:pt>
                <c:pt idx="23109">
                  <c:v>13.33342</c:v>
                </c:pt>
                <c:pt idx="23110">
                  <c:v>14.130460000000001</c:v>
                </c:pt>
                <c:pt idx="23111">
                  <c:v>14.91926</c:v>
                </c:pt>
                <c:pt idx="23112">
                  <c:v>15.51971</c:v>
                </c:pt>
                <c:pt idx="23113">
                  <c:v>15.960510000000006</c:v>
                </c:pt>
                <c:pt idx="23114">
                  <c:v>16.408739999999959</c:v>
                </c:pt>
                <c:pt idx="23115">
                  <c:v>16.565819999999974</c:v>
                </c:pt>
                <c:pt idx="23116">
                  <c:v>16.558479999999989</c:v>
                </c:pt>
                <c:pt idx="23117">
                  <c:v>16.798960000000001</c:v>
                </c:pt>
                <c:pt idx="23118">
                  <c:v>17.16048</c:v>
                </c:pt>
                <c:pt idx="23119">
                  <c:v>17.212510000000002</c:v>
                </c:pt>
                <c:pt idx="23120">
                  <c:v>16.844200000000001</c:v>
                </c:pt>
                <c:pt idx="23121">
                  <c:v>16.450609999999973</c:v>
                </c:pt>
                <c:pt idx="23122">
                  <c:v>16.632110000000001</c:v>
                </c:pt>
                <c:pt idx="23123">
                  <c:v>17.07817</c:v>
                </c:pt>
                <c:pt idx="23124">
                  <c:v>17.189029999999974</c:v>
                </c:pt>
                <c:pt idx="23125">
                  <c:v>16.948559999999972</c:v>
                </c:pt>
                <c:pt idx="23126">
                  <c:v>16.461739999999956</c:v>
                </c:pt>
                <c:pt idx="23127">
                  <c:v>16.02779</c:v>
                </c:pt>
                <c:pt idx="23128">
                  <c:v>15.92206</c:v>
                </c:pt>
                <c:pt idx="23129">
                  <c:v>15.99301</c:v>
                </c:pt>
                <c:pt idx="23130">
                  <c:v>16.001349999999974</c:v>
                </c:pt>
                <c:pt idx="23131">
                  <c:v>16.192589999999978</c:v>
                </c:pt>
                <c:pt idx="23132">
                  <c:v>16.49399</c:v>
                </c:pt>
                <c:pt idx="23133">
                  <c:v>16.644459999999999</c:v>
                </c:pt>
                <c:pt idx="23134">
                  <c:v>16.783239999999957</c:v>
                </c:pt>
                <c:pt idx="23135">
                  <c:v>16.743789999999972</c:v>
                </c:pt>
                <c:pt idx="23136">
                  <c:v>17.010960000000026</c:v>
                </c:pt>
                <c:pt idx="23137">
                  <c:v>17.443019999999972</c:v>
                </c:pt>
                <c:pt idx="23138">
                  <c:v>17.664950000000033</c:v>
                </c:pt>
                <c:pt idx="23139">
                  <c:v>17.886810000000001</c:v>
                </c:pt>
                <c:pt idx="23140">
                  <c:v>18.326440000000002</c:v>
                </c:pt>
                <c:pt idx="23141">
                  <c:v>18.789739999999952</c:v>
                </c:pt>
                <c:pt idx="23142">
                  <c:v>18.906629999999975</c:v>
                </c:pt>
                <c:pt idx="23143">
                  <c:v>19.035309999999978</c:v>
                </c:pt>
                <c:pt idx="23144">
                  <c:v>19.496960000000001</c:v>
                </c:pt>
                <c:pt idx="23145">
                  <c:v>20.009699999999974</c:v>
                </c:pt>
                <c:pt idx="23146">
                  <c:v>20.349729999999973</c:v>
                </c:pt>
                <c:pt idx="23147">
                  <c:v>20.47476</c:v>
                </c:pt>
                <c:pt idx="23148">
                  <c:v>20.043859999999999</c:v>
                </c:pt>
                <c:pt idx="23149">
                  <c:v>18.36627</c:v>
                </c:pt>
                <c:pt idx="23150">
                  <c:v>17.402129999999964</c:v>
                </c:pt>
                <c:pt idx="23151">
                  <c:v>17.334860000000035</c:v>
                </c:pt>
                <c:pt idx="23152">
                  <c:v>17.64179</c:v>
                </c:pt>
                <c:pt idx="23153">
                  <c:v>18.123919999999988</c:v>
                </c:pt>
                <c:pt idx="23154">
                  <c:v>18.39631</c:v>
                </c:pt>
                <c:pt idx="23155">
                  <c:v>18.762589999999957</c:v>
                </c:pt>
                <c:pt idx="23156">
                  <c:v>19.36589</c:v>
                </c:pt>
                <c:pt idx="23157">
                  <c:v>19.748109999999972</c:v>
                </c:pt>
                <c:pt idx="23158">
                  <c:v>20.096800000000005</c:v>
                </c:pt>
                <c:pt idx="23159">
                  <c:v>20.440759999999973</c:v>
                </c:pt>
                <c:pt idx="23160">
                  <c:v>20.279959999999999</c:v>
                </c:pt>
                <c:pt idx="23161">
                  <c:v>20.314450000000026</c:v>
                </c:pt>
                <c:pt idx="23162">
                  <c:v>20.710840000000001</c:v>
                </c:pt>
                <c:pt idx="23163">
                  <c:v>20.717839999999999</c:v>
                </c:pt>
                <c:pt idx="23164">
                  <c:v>20.533249999999974</c:v>
                </c:pt>
                <c:pt idx="23165">
                  <c:v>20.72176</c:v>
                </c:pt>
                <c:pt idx="23166">
                  <c:v>21.186579999999989</c:v>
                </c:pt>
                <c:pt idx="23167">
                  <c:v>21.432179999999974</c:v>
                </c:pt>
                <c:pt idx="23168">
                  <c:v>21.616009999999999</c:v>
                </c:pt>
                <c:pt idx="23169">
                  <c:v>21.522029999999972</c:v>
                </c:pt>
                <c:pt idx="23170">
                  <c:v>21.313780000000001</c:v>
                </c:pt>
                <c:pt idx="23171">
                  <c:v>21.543619999999972</c:v>
                </c:pt>
                <c:pt idx="23172">
                  <c:v>22.187799999999989</c:v>
                </c:pt>
                <c:pt idx="23173">
                  <c:v>22.812750000000001</c:v>
                </c:pt>
                <c:pt idx="23174">
                  <c:v>23.280779999999975</c:v>
                </c:pt>
                <c:pt idx="23175">
                  <c:v>23.372199999999989</c:v>
                </c:pt>
                <c:pt idx="23176">
                  <c:v>23.402489999999968</c:v>
                </c:pt>
                <c:pt idx="23177">
                  <c:v>23.725579999999972</c:v>
                </c:pt>
                <c:pt idx="23178">
                  <c:v>24.186450000000001</c:v>
                </c:pt>
                <c:pt idx="23179">
                  <c:v>24.256830000000001</c:v>
                </c:pt>
                <c:pt idx="23180">
                  <c:v>23.860469999999989</c:v>
                </c:pt>
                <c:pt idx="23181">
                  <c:v>23.657290000000021</c:v>
                </c:pt>
                <c:pt idx="23182">
                  <c:v>23.826049999999974</c:v>
                </c:pt>
                <c:pt idx="23183">
                  <c:v>23.802119999999974</c:v>
                </c:pt>
                <c:pt idx="23184">
                  <c:v>23.517080000000021</c:v>
                </c:pt>
                <c:pt idx="23185">
                  <c:v>23.388809999999989</c:v>
                </c:pt>
                <c:pt idx="23186">
                  <c:v>23.24112999999997</c:v>
                </c:pt>
                <c:pt idx="23187">
                  <c:v>23.34151</c:v>
                </c:pt>
                <c:pt idx="23188">
                  <c:v>24.123989999999999</c:v>
                </c:pt>
                <c:pt idx="23189">
                  <c:v>25.107810000000022</c:v>
                </c:pt>
                <c:pt idx="23190">
                  <c:v>25.801970000000026</c:v>
                </c:pt>
                <c:pt idx="23191">
                  <c:v>26.170670000000001</c:v>
                </c:pt>
                <c:pt idx="23192">
                  <c:v>26.205929999999974</c:v>
                </c:pt>
                <c:pt idx="23193">
                  <c:v>26.225930000000002</c:v>
                </c:pt>
                <c:pt idx="23194">
                  <c:v>26.52515</c:v>
                </c:pt>
                <c:pt idx="23195">
                  <c:v>26.871659999999999</c:v>
                </c:pt>
                <c:pt idx="23196">
                  <c:v>26.557670000000005</c:v>
                </c:pt>
                <c:pt idx="23197">
                  <c:v>26.207999999999988</c:v>
                </c:pt>
                <c:pt idx="23198">
                  <c:v>25.755129999999973</c:v>
                </c:pt>
                <c:pt idx="23199">
                  <c:v>25.562209999999968</c:v>
                </c:pt>
                <c:pt idx="23200">
                  <c:v>25.947619999999972</c:v>
                </c:pt>
                <c:pt idx="23201">
                  <c:v>26.325980000000001</c:v>
                </c:pt>
                <c:pt idx="23202">
                  <c:v>26.765589999999964</c:v>
                </c:pt>
                <c:pt idx="23203">
                  <c:v>27.236599999999989</c:v>
                </c:pt>
                <c:pt idx="23204">
                  <c:v>27.106020000000001</c:v>
                </c:pt>
                <c:pt idx="23205">
                  <c:v>26.261739999999964</c:v>
                </c:pt>
                <c:pt idx="23206">
                  <c:v>25.545349999999956</c:v>
                </c:pt>
                <c:pt idx="23207">
                  <c:v>25.354330000000001</c:v>
                </c:pt>
                <c:pt idx="23208">
                  <c:v>25.441079999999989</c:v>
                </c:pt>
                <c:pt idx="23209">
                  <c:v>25.068039999999975</c:v>
                </c:pt>
                <c:pt idx="23210">
                  <c:v>24.45335</c:v>
                </c:pt>
                <c:pt idx="23211">
                  <c:v>24.311100000000021</c:v>
                </c:pt>
                <c:pt idx="23212">
                  <c:v>24.522349999999957</c:v>
                </c:pt>
                <c:pt idx="23213">
                  <c:v>24.824960000000026</c:v>
                </c:pt>
                <c:pt idx="23214">
                  <c:v>25.14292</c:v>
                </c:pt>
                <c:pt idx="23215">
                  <c:v>25.520890000000001</c:v>
                </c:pt>
                <c:pt idx="23216">
                  <c:v>25.988209999999956</c:v>
                </c:pt>
                <c:pt idx="23217">
                  <c:v>26.518219999999989</c:v>
                </c:pt>
                <c:pt idx="23218">
                  <c:v>27.037579999999988</c:v>
                </c:pt>
                <c:pt idx="23219">
                  <c:v>27.449539999999956</c:v>
                </c:pt>
                <c:pt idx="23220">
                  <c:v>27.793810000000001</c:v>
                </c:pt>
                <c:pt idx="23221">
                  <c:v>28.136030000000005</c:v>
                </c:pt>
                <c:pt idx="23222">
                  <c:v>28.53293</c:v>
                </c:pt>
                <c:pt idx="23223">
                  <c:v>28.85333</c:v>
                </c:pt>
                <c:pt idx="23224">
                  <c:v>28.248449999999952</c:v>
                </c:pt>
                <c:pt idx="23225">
                  <c:v>27.172329999999974</c:v>
                </c:pt>
                <c:pt idx="23226">
                  <c:v>26.69154</c:v>
                </c:pt>
                <c:pt idx="23227">
                  <c:v>26.625990000000005</c:v>
                </c:pt>
                <c:pt idx="23228">
                  <c:v>26.802589999999974</c:v>
                </c:pt>
                <c:pt idx="23229">
                  <c:v>27.073830000000001</c:v>
                </c:pt>
                <c:pt idx="23230">
                  <c:v>27.204729999999973</c:v>
                </c:pt>
                <c:pt idx="23231">
                  <c:v>26.867059999999999</c:v>
                </c:pt>
                <c:pt idx="23232">
                  <c:v>26.177800000000033</c:v>
                </c:pt>
                <c:pt idx="23233">
                  <c:v>25.577529999999989</c:v>
                </c:pt>
                <c:pt idx="23234">
                  <c:v>24.854250000000022</c:v>
                </c:pt>
                <c:pt idx="23235">
                  <c:v>24.286090000000002</c:v>
                </c:pt>
                <c:pt idx="23236">
                  <c:v>23.91093</c:v>
                </c:pt>
                <c:pt idx="23237">
                  <c:v>23.650860000000037</c:v>
                </c:pt>
                <c:pt idx="23238">
                  <c:v>23.722069999999974</c:v>
                </c:pt>
                <c:pt idx="23239">
                  <c:v>24.33821</c:v>
                </c:pt>
                <c:pt idx="23240">
                  <c:v>25.165759999999974</c:v>
                </c:pt>
                <c:pt idx="23241">
                  <c:v>25.672650000000001</c:v>
                </c:pt>
                <c:pt idx="23242">
                  <c:v>26.029</c:v>
                </c:pt>
                <c:pt idx="23243">
                  <c:v>26.461109999999973</c:v>
                </c:pt>
                <c:pt idx="23244">
                  <c:v>26.805339999999973</c:v>
                </c:pt>
                <c:pt idx="23245">
                  <c:v>26.742450000000002</c:v>
                </c:pt>
                <c:pt idx="23246">
                  <c:v>26.119689999999999</c:v>
                </c:pt>
                <c:pt idx="23247">
                  <c:v>25.465829999999972</c:v>
                </c:pt>
                <c:pt idx="23248">
                  <c:v>24.83074999999997</c:v>
                </c:pt>
                <c:pt idx="23249">
                  <c:v>24.200529999999972</c:v>
                </c:pt>
                <c:pt idx="23250">
                  <c:v>23.977260000000001</c:v>
                </c:pt>
                <c:pt idx="23251">
                  <c:v>23.941050000000001</c:v>
                </c:pt>
                <c:pt idx="23252">
                  <c:v>24.10059</c:v>
                </c:pt>
                <c:pt idx="23253">
                  <c:v>23.870870000000021</c:v>
                </c:pt>
                <c:pt idx="23254">
                  <c:v>23.004529999999974</c:v>
                </c:pt>
                <c:pt idx="23255">
                  <c:v>22.500339999999973</c:v>
                </c:pt>
                <c:pt idx="23256">
                  <c:v>22.05058</c:v>
                </c:pt>
                <c:pt idx="23257">
                  <c:v>21.524190000000001</c:v>
                </c:pt>
                <c:pt idx="23258">
                  <c:v>21.298380000000002</c:v>
                </c:pt>
                <c:pt idx="23259">
                  <c:v>21.431460000000001</c:v>
                </c:pt>
                <c:pt idx="23260">
                  <c:v>21.695830000000001</c:v>
                </c:pt>
                <c:pt idx="23261">
                  <c:v>21.739149999999974</c:v>
                </c:pt>
                <c:pt idx="23262">
                  <c:v>21.608309999999989</c:v>
                </c:pt>
                <c:pt idx="23263">
                  <c:v>21.740329999999975</c:v>
                </c:pt>
                <c:pt idx="23264">
                  <c:v>21.546389999999974</c:v>
                </c:pt>
                <c:pt idx="23265">
                  <c:v>20.808969999999999</c:v>
                </c:pt>
                <c:pt idx="23266">
                  <c:v>20.32734</c:v>
                </c:pt>
                <c:pt idx="23267">
                  <c:v>20.172650000000001</c:v>
                </c:pt>
                <c:pt idx="23268">
                  <c:v>20.18357</c:v>
                </c:pt>
                <c:pt idx="23269">
                  <c:v>20.34027</c:v>
                </c:pt>
                <c:pt idx="23270">
                  <c:v>20.533719999999974</c:v>
                </c:pt>
                <c:pt idx="23271">
                  <c:v>20.826129999999978</c:v>
                </c:pt>
                <c:pt idx="23272">
                  <c:v>21.037450000000021</c:v>
                </c:pt>
                <c:pt idx="23273">
                  <c:v>21.137770000000021</c:v>
                </c:pt>
                <c:pt idx="23274">
                  <c:v>21.279949999999989</c:v>
                </c:pt>
                <c:pt idx="23275">
                  <c:v>21.418150000000001</c:v>
                </c:pt>
                <c:pt idx="23276">
                  <c:v>21.525529999999975</c:v>
                </c:pt>
                <c:pt idx="23277">
                  <c:v>21.482679999999952</c:v>
                </c:pt>
                <c:pt idx="23278">
                  <c:v>20.766359999999974</c:v>
                </c:pt>
                <c:pt idx="23279">
                  <c:v>18.6601</c:v>
                </c:pt>
                <c:pt idx="23280">
                  <c:v>18.017669999999999</c:v>
                </c:pt>
                <c:pt idx="23281">
                  <c:v>19.665459999999989</c:v>
                </c:pt>
                <c:pt idx="23282">
                  <c:v>19.574439999999989</c:v>
                </c:pt>
                <c:pt idx="23283">
                  <c:v>18.366910000000001</c:v>
                </c:pt>
                <c:pt idx="23284">
                  <c:v>18.170719999999989</c:v>
                </c:pt>
                <c:pt idx="23285">
                  <c:v>18.254770000000001</c:v>
                </c:pt>
                <c:pt idx="23286">
                  <c:v>18.443519999999957</c:v>
                </c:pt>
                <c:pt idx="23287">
                  <c:v>18.465909999999973</c:v>
                </c:pt>
                <c:pt idx="23288">
                  <c:v>18.25592</c:v>
                </c:pt>
                <c:pt idx="23289">
                  <c:v>17.84675</c:v>
                </c:pt>
                <c:pt idx="23290">
                  <c:v>17.330259999999999</c:v>
                </c:pt>
                <c:pt idx="23291">
                  <c:v>16.781300000000002</c:v>
                </c:pt>
                <c:pt idx="23292">
                  <c:v>16.69849</c:v>
                </c:pt>
                <c:pt idx="23293">
                  <c:v>17.060439999999975</c:v>
                </c:pt>
                <c:pt idx="23294">
                  <c:v>17.139089999999999</c:v>
                </c:pt>
                <c:pt idx="23295">
                  <c:v>16.878229999999974</c:v>
                </c:pt>
                <c:pt idx="23296">
                  <c:v>16.760560000000002</c:v>
                </c:pt>
                <c:pt idx="23297">
                  <c:v>16.56413999999997</c:v>
                </c:pt>
                <c:pt idx="23298">
                  <c:v>16.294319999999974</c:v>
                </c:pt>
                <c:pt idx="23299">
                  <c:v>15.671750000000001</c:v>
                </c:pt>
                <c:pt idx="23300">
                  <c:v>15.119770000000001</c:v>
                </c:pt>
                <c:pt idx="23301">
                  <c:v>15.109210000000001</c:v>
                </c:pt>
                <c:pt idx="23302">
                  <c:v>15.385060000000006</c:v>
                </c:pt>
                <c:pt idx="23303">
                  <c:v>15.728109999999999</c:v>
                </c:pt>
                <c:pt idx="23304">
                  <c:v>15.975200000000006</c:v>
                </c:pt>
                <c:pt idx="23305">
                  <c:v>15.25001</c:v>
                </c:pt>
                <c:pt idx="23306">
                  <c:v>14.681520000000001</c:v>
                </c:pt>
                <c:pt idx="23307">
                  <c:v>14.675530000000011</c:v>
                </c:pt>
                <c:pt idx="23308">
                  <c:v>14.598790000000001</c:v>
                </c:pt>
                <c:pt idx="23309">
                  <c:v>14.374230000000004</c:v>
                </c:pt>
                <c:pt idx="23310">
                  <c:v>13.973630000000011</c:v>
                </c:pt>
                <c:pt idx="23311">
                  <c:v>13.560840000000002</c:v>
                </c:pt>
                <c:pt idx="23312">
                  <c:v>13.42521</c:v>
                </c:pt>
                <c:pt idx="23313">
                  <c:v>13.448399999999999</c:v>
                </c:pt>
                <c:pt idx="23314">
                  <c:v>13.39387</c:v>
                </c:pt>
                <c:pt idx="23315">
                  <c:v>13.362040000000011</c:v>
                </c:pt>
                <c:pt idx="23316">
                  <c:v>13.406170000000001</c:v>
                </c:pt>
                <c:pt idx="23317">
                  <c:v>13.59365</c:v>
                </c:pt>
                <c:pt idx="23318">
                  <c:v>13.87857</c:v>
                </c:pt>
                <c:pt idx="23319">
                  <c:v>13.885700000000011</c:v>
                </c:pt>
                <c:pt idx="23320">
                  <c:v>13.70407</c:v>
                </c:pt>
                <c:pt idx="23321">
                  <c:v>13.54874</c:v>
                </c:pt>
                <c:pt idx="23322">
                  <c:v>13.408060000000001</c:v>
                </c:pt>
                <c:pt idx="23323">
                  <c:v>12.99142</c:v>
                </c:pt>
                <c:pt idx="23324">
                  <c:v>12.716279999999999</c:v>
                </c:pt>
                <c:pt idx="23325">
                  <c:v>12.362510000000011</c:v>
                </c:pt>
                <c:pt idx="23326">
                  <c:v>11.888340000000001</c:v>
                </c:pt>
                <c:pt idx="23327">
                  <c:v>11.63069</c:v>
                </c:pt>
                <c:pt idx="23328">
                  <c:v>11.802290000000006</c:v>
                </c:pt>
                <c:pt idx="23329">
                  <c:v>12.248089999999999</c:v>
                </c:pt>
                <c:pt idx="23330">
                  <c:v>12.66389</c:v>
                </c:pt>
                <c:pt idx="23331">
                  <c:v>13.05008000000001</c:v>
                </c:pt>
                <c:pt idx="23332">
                  <c:v>13.336260000000001</c:v>
                </c:pt>
                <c:pt idx="23333">
                  <c:v>13.180870000000001</c:v>
                </c:pt>
                <c:pt idx="23334">
                  <c:v>12.746550000000001</c:v>
                </c:pt>
                <c:pt idx="23335">
                  <c:v>12.47634</c:v>
                </c:pt>
                <c:pt idx="23336">
                  <c:v>12.436860000000001</c:v>
                </c:pt>
                <c:pt idx="23337">
                  <c:v>12.508990000000001</c:v>
                </c:pt>
                <c:pt idx="23338">
                  <c:v>12.58567</c:v>
                </c:pt>
                <c:pt idx="23339">
                  <c:v>12.513960000000001</c:v>
                </c:pt>
                <c:pt idx="23340">
                  <c:v>11.94383</c:v>
                </c:pt>
                <c:pt idx="23341">
                  <c:v>11.44218</c:v>
                </c:pt>
                <c:pt idx="23342">
                  <c:v>11.445260000000001</c:v>
                </c:pt>
                <c:pt idx="23343">
                  <c:v>11.50212</c:v>
                </c:pt>
                <c:pt idx="23344">
                  <c:v>11.525970000000001</c:v>
                </c:pt>
                <c:pt idx="23345">
                  <c:v>11.56517</c:v>
                </c:pt>
                <c:pt idx="23346">
                  <c:v>11.627510000000001</c:v>
                </c:pt>
                <c:pt idx="23347">
                  <c:v>11.80367</c:v>
                </c:pt>
                <c:pt idx="23348">
                  <c:v>11.913040000000002</c:v>
                </c:pt>
                <c:pt idx="23349">
                  <c:v>12.029730000000002</c:v>
                </c:pt>
                <c:pt idx="23350">
                  <c:v>12.17177</c:v>
                </c:pt>
                <c:pt idx="23351">
                  <c:v>12.12035</c:v>
                </c:pt>
                <c:pt idx="23352">
                  <c:v>11.590670000000001</c:v>
                </c:pt>
                <c:pt idx="23353">
                  <c:v>10.870030000000011</c:v>
                </c:pt>
                <c:pt idx="23354">
                  <c:v>10.385810000000006</c:v>
                </c:pt>
                <c:pt idx="23355">
                  <c:v>10.285070000000001</c:v>
                </c:pt>
                <c:pt idx="23356">
                  <c:v>10.52352</c:v>
                </c:pt>
                <c:pt idx="23357">
                  <c:v>10.943630000000002</c:v>
                </c:pt>
                <c:pt idx="23358">
                  <c:v>11.23409</c:v>
                </c:pt>
                <c:pt idx="23359">
                  <c:v>11.38848000000001</c:v>
                </c:pt>
                <c:pt idx="23360">
                  <c:v>11.448869999999999</c:v>
                </c:pt>
                <c:pt idx="23361">
                  <c:v>11.308680000000004</c:v>
                </c:pt>
                <c:pt idx="23362">
                  <c:v>11.117940000000001</c:v>
                </c:pt>
                <c:pt idx="23363">
                  <c:v>10.64114</c:v>
                </c:pt>
                <c:pt idx="23364">
                  <c:v>10.15002</c:v>
                </c:pt>
                <c:pt idx="23365">
                  <c:v>10.0359</c:v>
                </c:pt>
                <c:pt idx="23366">
                  <c:v>9.7969000000000008</c:v>
                </c:pt>
                <c:pt idx="23367">
                  <c:v>9.4744900000000047</c:v>
                </c:pt>
                <c:pt idx="23368">
                  <c:v>9.4821600000000004</c:v>
                </c:pt>
                <c:pt idx="23369">
                  <c:v>9.6148400000000009</c:v>
                </c:pt>
                <c:pt idx="23370">
                  <c:v>9.6188400000000005</c:v>
                </c:pt>
                <c:pt idx="23371">
                  <c:v>9.46692</c:v>
                </c:pt>
                <c:pt idx="23372">
                  <c:v>9.349260000000001</c:v>
                </c:pt>
                <c:pt idx="23373">
                  <c:v>9.1782599999999999</c:v>
                </c:pt>
                <c:pt idx="23374">
                  <c:v>9.0536600000000007</c:v>
                </c:pt>
                <c:pt idx="23375">
                  <c:v>8.6983199999999972</c:v>
                </c:pt>
                <c:pt idx="23376">
                  <c:v>8.0457600000000014</c:v>
                </c:pt>
                <c:pt idx="23377">
                  <c:v>7.6556099999999985</c:v>
                </c:pt>
                <c:pt idx="23378">
                  <c:v>7.3810000000000002</c:v>
                </c:pt>
                <c:pt idx="23379">
                  <c:v>6.9318500000000034</c:v>
                </c:pt>
                <c:pt idx="23380">
                  <c:v>6.5564099999999996</c:v>
                </c:pt>
                <c:pt idx="23381">
                  <c:v>6.5205699999999975</c:v>
                </c:pt>
                <c:pt idx="23382">
                  <c:v>6.7376399999999999</c:v>
                </c:pt>
                <c:pt idx="23383">
                  <c:v>7.3088199999999945</c:v>
                </c:pt>
                <c:pt idx="23384">
                  <c:v>8.07315</c:v>
                </c:pt>
                <c:pt idx="23385">
                  <c:v>8.1741799999999998</c:v>
                </c:pt>
                <c:pt idx="23386">
                  <c:v>7.8141999999999943</c:v>
                </c:pt>
                <c:pt idx="23387">
                  <c:v>7.5675099999999942</c:v>
                </c:pt>
                <c:pt idx="23388">
                  <c:v>7.5879799999999955</c:v>
                </c:pt>
                <c:pt idx="23389">
                  <c:v>7.5331999999999999</c:v>
                </c:pt>
                <c:pt idx="23390">
                  <c:v>7.4378799999999998</c:v>
                </c:pt>
                <c:pt idx="23391">
                  <c:v>7.7210799999999997</c:v>
                </c:pt>
                <c:pt idx="23392">
                  <c:v>8.0980000000000008</c:v>
                </c:pt>
                <c:pt idx="23393">
                  <c:v>8.5528800000000125</c:v>
                </c:pt>
                <c:pt idx="23394">
                  <c:v>8.7579900000000013</c:v>
                </c:pt>
                <c:pt idx="23395">
                  <c:v>8.0906900000000004</c:v>
                </c:pt>
                <c:pt idx="23396">
                  <c:v>7.6068600000000002</c:v>
                </c:pt>
                <c:pt idx="23397">
                  <c:v>7.6287599999999944</c:v>
                </c:pt>
                <c:pt idx="23398">
                  <c:v>7.80464</c:v>
                </c:pt>
                <c:pt idx="23399">
                  <c:v>8.0529500000000027</c:v>
                </c:pt>
                <c:pt idx="23400">
                  <c:v>8.18689</c:v>
                </c:pt>
                <c:pt idx="23401">
                  <c:v>8.1711400000000012</c:v>
                </c:pt>
                <c:pt idx="23402">
                  <c:v>8.2455700000000007</c:v>
                </c:pt>
                <c:pt idx="23403">
                  <c:v>8.3349100000000007</c:v>
                </c:pt>
                <c:pt idx="23404">
                  <c:v>8.4161600000000014</c:v>
                </c:pt>
                <c:pt idx="23405">
                  <c:v>8.5056200000000004</c:v>
                </c:pt>
                <c:pt idx="23406">
                  <c:v>8.58812</c:v>
                </c:pt>
                <c:pt idx="23407">
                  <c:v>8.4995900000000066</c:v>
                </c:pt>
                <c:pt idx="23408">
                  <c:v>8.2984400000000011</c:v>
                </c:pt>
                <c:pt idx="23409">
                  <c:v>8.4167900000000007</c:v>
                </c:pt>
                <c:pt idx="23410">
                  <c:v>8.7948699999999995</c:v>
                </c:pt>
                <c:pt idx="23411">
                  <c:v>9.1358100000000011</c:v>
                </c:pt>
                <c:pt idx="23412">
                  <c:v>9.43201</c:v>
                </c:pt>
                <c:pt idx="23413">
                  <c:v>9.47898</c:v>
                </c:pt>
                <c:pt idx="23414">
                  <c:v>9.3563800000000068</c:v>
                </c:pt>
                <c:pt idx="23415">
                  <c:v>9.0479000000000003</c:v>
                </c:pt>
                <c:pt idx="23416">
                  <c:v>8.8490000000000002</c:v>
                </c:pt>
                <c:pt idx="23417">
                  <c:v>8.9367600000000014</c:v>
                </c:pt>
                <c:pt idx="23418">
                  <c:v>9.2797600000000013</c:v>
                </c:pt>
                <c:pt idx="23419">
                  <c:v>9.7871400000000008</c:v>
                </c:pt>
                <c:pt idx="23420">
                  <c:v>9.9590800000000126</c:v>
                </c:pt>
                <c:pt idx="23421">
                  <c:v>9.5892000000000035</c:v>
                </c:pt>
                <c:pt idx="23422">
                  <c:v>9.0616800000000008</c:v>
                </c:pt>
                <c:pt idx="23423">
                  <c:v>8.5147700000000004</c:v>
                </c:pt>
                <c:pt idx="23424">
                  <c:v>8.0589300000000001</c:v>
                </c:pt>
                <c:pt idx="23425">
                  <c:v>7.8007499999999999</c:v>
                </c:pt>
                <c:pt idx="23426">
                  <c:v>7.6152199999999945</c:v>
                </c:pt>
                <c:pt idx="23427">
                  <c:v>7.5541399999999941</c:v>
                </c:pt>
                <c:pt idx="23428">
                  <c:v>7.5964600000000004</c:v>
                </c:pt>
                <c:pt idx="23429">
                  <c:v>7.8104999999999976</c:v>
                </c:pt>
                <c:pt idx="23430">
                  <c:v>8.2147799999999993</c:v>
                </c:pt>
                <c:pt idx="23431">
                  <c:v>8.8012000000000015</c:v>
                </c:pt>
                <c:pt idx="23432">
                  <c:v>8.7687799999999996</c:v>
                </c:pt>
                <c:pt idx="23433">
                  <c:v>8.6971900000000009</c:v>
                </c:pt>
                <c:pt idx="23434">
                  <c:v>9.0585200000000015</c:v>
                </c:pt>
                <c:pt idx="23435">
                  <c:v>9.5316700000000001</c:v>
                </c:pt>
                <c:pt idx="23436">
                  <c:v>10.15849</c:v>
                </c:pt>
                <c:pt idx="23437">
                  <c:v>10.739850000000001</c:v>
                </c:pt>
                <c:pt idx="23438">
                  <c:v>11.04255</c:v>
                </c:pt>
                <c:pt idx="23439">
                  <c:v>11.322010000000002</c:v>
                </c:pt>
                <c:pt idx="23440">
                  <c:v>11.310840000000002</c:v>
                </c:pt>
                <c:pt idx="23441">
                  <c:v>10.955410000000018</c:v>
                </c:pt>
                <c:pt idx="23442">
                  <c:v>10.78077</c:v>
                </c:pt>
                <c:pt idx="23443">
                  <c:v>10.6043</c:v>
                </c:pt>
                <c:pt idx="23444">
                  <c:v>10.137829999999999</c:v>
                </c:pt>
                <c:pt idx="23445">
                  <c:v>9.6024100000000008</c:v>
                </c:pt>
                <c:pt idx="23446">
                  <c:v>9.7145400000000013</c:v>
                </c:pt>
                <c:pt idx="23447">
                  <c:v>10.14739</c:v>
                </c:pt>
                <c:pt idx="23448">
                  <c:v>10.53941</c:v>
                </c:pt>
                <c:pt idx="23449">
                  <c:v>10.980870000000001</c:v>
                </c:pt>
                <c:pt idx="23450">
                  <c:v>11.378210000000001</c:v>
                </c:pt>
                <c:pt idx="23451">
                  <c:v>11.50421</c:v>
                </c:pt>
                <c:pt idx="23452">
                  <c:v>11.582530000000011</c:v>
                </c:pt>
                <c:pt idx="23453">
                  <c:v>11.62393</c:v>
                </c:pt>
                <c:pt idx="23454">
                  <c:v>11.425240000000002</c:v>
                </c:pt>
                <c:pt idx="23455">
                  <c:v>11.399560000000006</c:v>
                </c:pt>
                <c:pt idx="23456">
                  <c:v>11.85807</c:v>
                </c:pt>
                <c:pt idx="23457">
                  <c:v>12.635150000000001</c:v>
                </c:pt>
                <c:pt idx="23458">
                  <c:v>13.28424</c:v>
                </c:pt>
                <c:pt idx="23459">
                  <c:v>13.530860000000001</c:v>
                </c:pt>
                <c:pt idx="23460">
                  <c:v>13.525600000000004</c:v>
                </c:pt>
                <c:pt idx="23461">
                  <c:v>13.478820000000001</c:v>
                </c:pt>
                <c:pt idx="23462">
                  <c:v>13.369650000000011</c:v>
                </c:pt>
                <c:pt idx="23463">
                  <c:v>13.16605</c:v>
                </c:pt>
                <c:pt idx="23464">
                  <c:v>12.97123</c:v>
                </c:pt>
                <c:pt idx="23465">
                  <c:v>12.76043000000001</c:v>
                </c:pt>
                <c:pt idx="23466">
                  <c:v>12.541740000000001</c:v>
                </c:pt>
                <c:pt idx="23467">
                  <c:v>12.24005</c:v>
                </c:pt>
                <c:pt idx="23468">
                  <c:v>12.27458</c:v>
                </c:pt>
                <c:pt idx="23469">
                  <c:v>12.7949</c:v>
                </c:pt>
                <c:pt idx="23470">
                  <c:v>13.50103</c:v>
                </c:pt>
                <c:pt idx="23471">
                  <c:v>14.06893</c:v>
                </c:pt>
                <c:pt idx="23472">
                  <c:v>14.24775</c:v>
                </c:pt>
                <c:pt idx="23473">
                  <c:v>13.94918</c:v>
                </c:pt>
                <c:pt idx="23474">
                  <c:v>12.992370000000001</c:v>
                </c:pt>
                <c:pt idx="23475">
                  <c:v>12.33108</c:v>
                </c:pt>
                <c:pt idx="23476">
                  <c:v>12.26116</c:v>
                </c:pt>
                <c:pt idx="23477">
                  <c:v>12.5022</c:v>
                </c:pt>
                <c:pt idx="23478">
                  <c:v>12.74958</c:v>
                </c:pt>
                <c:pt idx="23479">
                  <c:v>12.93755</c:v>
                </c:pt>
                <c:pt idx="23480">
                  <c:v>13.1075</c:v>
                </c:pt>
                <c:pt idx="23481">
                  <c:v>13.51671</c:v>
                </c:pt>
                <c:pt idx="23482">
                  <c:v>13.942210000000001</c:v>
                </c:pt>
                <c:pt idx="23483">
                  <c:v>13.76905</c:v>
                </c:pt>
                <c:pt idx="23484">
                  <c:v>13.62861</c:v>
                </c:pt>
                <c:pt idx="23485">
                  <c:v>13.92971</c:v>
                </c:pt>
                <c:pt idx="23486">
                  <c:v>13.99039</c:v>
                </c:pt>
                <c:pt idx="23487">
                  <c:v>13.652030000000011</c:v>
                </c:pt>
                <c:pt idx="23488">
                  <c:v>13.437190000000001</c:v>
                </c:pt>
                <c:pt idx="23489">
                  <c:v>13.32142</c:v>
                </c:pt>
                <c:pt idx="23490">
                  <c:v>13.237500000000001</c:v>
                </c:pt>
                <c:pt idx="23491">
                  <c:v>13.29875</c:v>
                </c:pt>
                <c:pt idx="23492">
                  <c:v>13.48821</c:v>
                </c:pt>
                <c:pt idx="23493">
                  <c:v>13.85657000000001</c:v>
                </c:pt>
                <c:pt idx="23494">
                  <c:v>14.20115</c:v>
                </c:pt>
                <c:pt idx="23495">
                  <c:v>14.367840000000006</c:v>
                </c:pt>
                <c:pt idx="23496">
                  <c:v>14.742600000000001</c:v>
                </c:pt>
                <c:pt idx="23497">
                  <c:v>15.357480000000018</c:v>
                </c:pt>
                <c:pt idx="23498">
                  <c:v>15.83372</c:v>
                </c:pt>
                <c:pt idx="23499">
                  <c:v>15.720550000000001</c:v>
                </c:pt>
                <c:pt idx="23500">
                  <c:v>15.90061</c:v>
                </c:pt>
                <c:pt idx="23501">
                  <c:v>16.346250000000001</c:v>
                </c:pt>
                <c:pt idx="23502">
                  <c:v>16.932580000000002</c:v>
                </c:pt>
                <c:pt idx="23503">
                  <c:v>17.538019999999989</c:v>
                </c:pt>
                <c:pt idx="23504">
                  <c:v>18.061050000000005</c:v>
                </c:pt>
                <c:pt idx="23505">
                  <c:v>18.410689999999974</c:v>
                </c:pt>
                <c:pt idx="23506">
                  <c:v>18.449529999999957</c:v>
                </c:pt>
                <c:pt idx="23507">
                  <c:v>17.65033</c:v>
                </c:pt>
                <c:pt idx="23508">
                  <c:v>17.172460000000001</c:v>
                </c:pt>
                <c:pt idx="23509">
                  <c:v>17.356059999999999</c:v>
                </c:pt>
                <c:pt idx="23510">
                  <c:v>17.783439999999956</c:v>
                </c:pt>
                <c:pt idx="23511">
                  <c:v>18.274360000000001</c:v>
                </c:pt>
                <c:pt idx="23512">
                  <c:v>18.140799999999974</c:v>
                </c:pt>
                <c:pt idx="23513">
                  <c:v>17.642389999999974</c:v>
                </c:pt>
                <c:pt idx="23514">
                  <c:v>17.280689999999975</c:v>
                </c:pt>
                <c:pt idx="23515">
                  <c:v>17.555890000000005</c:v>
                </c:pt>
                <c:pt idx="23516">
                  <c:v>17.937970000000021</c:v>
                </c:pt>
                <c:pt idx="23517">
                  <c:v>18.258990000000001</c:v>
                </c:pt>
                <c:pt idx="23518">
                  <c:v>18.569729999999975</c:v>
                </c:pt>
                <c:pt idx="23519">
                  <c:v>18.629740000000002</c:v>
                </c:pt>
                <c:pt idx="23520">
                  <c:v>18.274640000000002</c:v>
                </c:pt>
                <c:pt idx="23521">
                  <c:v>17.954969999999999</c:v>
                </c:pt>
                <c:pt idx="23522">
                  <c:v>18.037189999999999</c:v>
                </c:pt>
                <c:pt idx="23523">
                  <c:v>18.518229999999978</c:v>
                </c:pt>
                <c:pt idx="23524">
                  <c:v>19.22625</c:v>
                </c:pt>
                <c:pt idx="23525">
                  <c:v>19.693870000000022</c:v>
                </c:pt>
                <c:pt idx="23526">
                  <c:v>19.730899999999988</c:v>
                </c:pt>
                <c:pt idx="23527">
                  <c:v>19.386009999999974</c:v>
                </c:pt>
                <c:pt idx="23528">
                  <c:v>19.01764</c:v>
                </c:pt>
                <c:pt idx="23529">
                  <c:v>18.983559999999972</c:v>
                </c:pt>
                <c:pt idx="23530">
                  <c:v>19.224539999999973</c:v>
                </c:pt>
                <c:pt idx="23531">
                  <c:v>19.255870000000005</c:v>
                </c:pt>
                <c:pt idx="23532">
                  <c:v>19.139980000000033</c:v>
                </c:pt>
                <c:pt idx="23533">
                  <c:v>19.089639999999957</c:v>
                </c:pt>
                <c:pt idx="23534">
                  <c:v>19.316780000000001</c:v>
                </c:pt>
                <c:pt idx="23535">
                  <c:v>19.525299999999973</c:v>
                </c:pt>
                <c:pt idx="23536">
                  <c:v>19.445839999999972</c:v>
                </c:pt>
                <c:pt idx="23537">
                  <c:v>19.319179999999999</c:v>
                </c:pt>
                <c:pt idx="23538">
                  <c:v>19.219270000000005</c:v>
                </c:pt>
                <c:pt idx="23539">
                  <c:v>19.561160000000001</c:v>
                </c:pt>
                <c:pt idx="23540">
                  <c:v>20.21546</c:v>
                </c:pt>
                <c:pt idx="23541">
                  <c:v>20.974769999999989</c:v>
                </c:pt>
                <c:pt idx="23542">
                  <c:v>21.817580000000021</c:v>
                </c:pt>
                <c:pt idx="23543">
                  <c:v>22.600190000000001</c:v>
                </c:pt>
                <c:pt idx="23544">
                  <c:v>23.258959999999988</c:v>
                </c:pt>
                <c:pt idx="23545">
                  <c:v>23.753589999999978</c:v>
                </c:pt>
                <c:pt idx="23546">
                  <c:v>23.790749999999957</c:v>
                </c:pt>
                <c:pt idx="23547">
                  <c:v>23.488539999999947</c:v>
                </c:pt>
                <c:pt idx="23548">
                  <c:v>22.925260000000002</c:v>
                </c:pt>
                <c:pt idx="23549">
                  <c:v>21.942249999999959</c:v>
                </c:pt>
                <c:pt idx="23550">
                  <c:v>21.557860000000037</c:v>
                </c:pt>
                <c:pt idx="23551">
                  <c:v>21.860969999999988</c:v>
                </c:pt>
                <c:pt idx="23552">
                  <c:v>22.332170000000001</c:v>
                </c:pt>
                <c:pt idx="23553">
                  <c:v>22.94457999999997</c:v>
                </c:pt>
                <c:pt idx="23554">
                  <c:v>23.400609999999968</c:v>
                </c:pt>
                <c:pt idx="23555">
                  <c:v>23.762619999999952</c:v>
                </c:pt>
                <c:pt idx="23556">
                  <c:v>24.20947</c:v>
                </c:pt>
                <c:pt idx="23557">
                  <c:v>24.140070000000001</c:v>
                </c:pt>
                <c:pt idx="23558">
                  <c:v>23.61664</c:v>
                </c:pt>
                <c:pt idx="23559">
                  <c:v>23.35032</c:v>
                </c:pt>
                <c:pt idx="23560">
                  <c:v>23.516580000000001</c:v>
                </c:pt>
                <c:pt idx="23561">
                  <c:v>23.470219999999973</c:v>
                </c:pt>
                <c:pt idx="23562">
                  <c:v>22.970649999999956</c:v>
                </c:pt>
                <c:pt idx="23563">
                  <c:v>22.841970000000021</c:v>
                </c:pt>
                <c:pt idx="23564">
                  <c:v>23.1797</c:v>
                </c:pt>
                <c:pt idx="23565">
                  <c:v>23.163599999999974</c:v>
                </c:pt>
                <c:pt idx="23566">
                  <c:v>22.839759999999988</c:v>
                </c:pt>
                <c:pt idx="23567">
                  <c:v>22.894010000000005</c:v>
                </c:pt>
                <c:pt idx="23568">
                  <c:v>23.28382999999997</c:v>
                </c:pt>
                <c:pt idx="23569">
                  <c:v>23.48896999999997</c:v>
                </c:pt>
                <c:pt idx="23570">
                  <c:v>23.484009999999973</c:v>
                </c:pt>
                <c:pt idx="23571">
                  <c:v>23.583369999999974</c:v>
                </c:pt>
                <c:pt idx="23572">
                  <c:v>23.879200000000001</c:v>
                </c:pt>
                <c:pt idx="23573">
                  <c:v>24.244289999999989</c:v>
                </c:pt>
                <c:pt idx="23574">
                  <c:v>24.484709999999971</c:v>
                </c:pt>
                <c:pt idx="23575">
                  <c:v>24.780009999999972</c:v>
                </c:pt>
                <c:pt idx="23576">
                  <c:v>24.84829999999997</c:v>
                </c:pt>
                <c:pt idx="23577">
                  <c:v>24.839060000000021</c:v>
                </c:pt>
                <c:pt idx="23578">
                  <c:v>24.708409999999972</c:v>
                </c:pt>
                <c:pt idx="23579">
                  <c:v>24.450839999999989</c:v>
                </c:pt>
                <c:pt idx="23580">
                  <c:v>24.400019999999973</c:v>
                </c:pt>
                <c:pt idx="23581">
                  <c:v>24.540880000000001</c:v>
                </c:pt>
                <c:pt idx="23582">
                  <c:v>24.9102</c:v>
                </c:pt>
                <c:pt idx="23583">
                  <c:v>25.411989999999999</c:v>
                </c:pt>
                <c:pt idx="23584">
                  <c:v>25.897310000000001</c:v>
                </c:pt>
                <c:pt idx="23585">
                  <c:v>26.219259999999988</c:v>
                </c:pt>
                <c:pt idx="23586">
                  <c:v>26.450609999999973</c:v>
                </c:pt>
                <c:pt idx="23587">
                  <c:v>26.769870000000001</c:v>
                </c:pt>
                <c:pt idx="23588">
                  <c:v>27.248529999999956</c:v>
                </c:pt>
                <c:pt idx="23589">
                  <c:v>27.656600000000001</c:v>
                </c:pt>
                <c:pt idx="23590">
                  <c:v>27.81962</c:v>
                </c:pt>
                <c:pt idx="23591">
                  <c:v>28.020729999999968</c:v>
                </c:pt>
                <c:pt idx="23592">
                  <c:v>28.22066999999997</c:v>
                </c:pt>
                <c:pt idx="23593">
                  <c:v>28.154460000000022</c:v>
                </c:pt>
                <c:pt idx="23594">
                  <c:v>28.05039</c:v>
                </c:pt>
                <c:pt idx="23595">
                  <c:v>28.209869999999999</c:v>
                </c:pt>
                <c:pt idx="23596">
                  <c:v>28.466579999999972</c:v>
                </c:pt>
                <c:pt idx="23597">
                  <c:v>28.810490000000001</c:v>
                </c:pt>
                <c:pt idx="23598">
                  <c:v>29.190110000000001</c:v>
                </c:pt>
                <c:pt idx="23599">
                  <c:v>29.2302</c:v>
                </c:pt>
                <c:pt idx="23600">
                  <c:v>28.958209999999973</c:v>
                </c:pt>
                <c:pt idx="23601">
                  <c:v>28.270489999999974</c:v>
                </c:pt>
                <c:pt idx="23602">
                  <c:v>27.447109999999974</c:v>
                </c:pt>
                <c:pt idx="23603">
                  <c:v>26.934000000000001</c:v>
                </c:pt>
                <c:pt idx="23604">
                  <c:v>26.801259999999999</c:v>
                </c:pt>
                <c:pt idx="23605">
                  <c:v>26.97382</c:v>
                </c:pt>
                <c:pt idx="23606">
                  <c:v>27.07642999999997</c:v>
                </c:pt>
                <c:pt idx="23607">
                  <c:v>27.105820000000001</c:v>
                </c:pt>
                <c:pt idx="23608">
                  <c:v>27.00018</c:v>
                </c:pt>
                <c:pt idx="23609">
                  <c:v>26.899380000000001</c:v>
                </c:pt>
                <c:pt idx="23610">
                  <c:v>27.105820000000001</c:v>
                </c:pt>
                <c:pt idx="23611">
                  <c:v>27.498569999999972</c:v>
                </c:pt>
                <c:pt idx="23612">
                  <c:v>27.568399999999972</c:v>
                </c:pt>
                <c:pt idx="23613">
                  <c:v>27.074449999999974</c:v>
                </c:pt>
                <c:pt idx="23614">
                  <c:v>26.145619999999973</c:v>
                </c:pt>
                <c:pt idx="23615">
                  <c:v>25.444709999999972</c:v>
                </c:pt>
                <c:pt idx="23616">
                  <c:v>25.059139999999989</c:v>
                </c:pt>
                <c:pt idx="23617">
                  <c:v>24.774010000000001</c:v>
                </c:pt>
                <c:pt idx="23618">
                  <c:v>24.863489999999974</c:v>
                </c:pt>
                <c:pt idx="23619">
                  <c:v>25.115490000000001</c:v>
                </c:pt>
                <c:pt idx="23620">
                  <c:v>25.002319999999973</c:v>
                </c:pt>
                <c:pt idx="23621">
                  <c:v>24.6235</c:v>
                </c:pt>
                <c:pt idx="23622">
                  <c:v>24.305539999999972</c:v>
                </c:pt>
                <c:pt idx="23623">
                  <c:v>24.13279</c:v>
                </c:pt>
                <c:pt idx="23624">
                  <c:v>23.99727</c:v>
                </c:pt>
                <c:pt idx="23625">
                  <c:v>23.90469999999997</c:v>
                </c:pt>
                <c:pt idx="23626">
                  <c:v>24.05668</c:v>
                </c:pt>
                <c:pt idx="23627">
                  <c:v>24.357769999999999</c:v>
                </c:pt>
                <c:pt idx="23628">
                  <c:v>24.651409999999988</c:v>
                </c:pt>
                <c:pt idx="23629">
                  <c:v>24.714130000000001</c:v>
                </c:pt>
                <c:pt idx="23630">
                  <c:v>24.388009999999973</c:v>
                </c:pt>
                <c:pt idx="23631">
                  <c:v>23.875050000000005</c:v>
                </c:pt>
                <c:pt idx="23632">
                  <c:v>23.448659999999968</c:v>
                </c:pt>
                <c:pt idx="23633">
                  <c:v>23.287509999999973</c:v>
                </c:pt>
                <c:pt idx="23634">
                  <c:v>23.392980000000001</c:v>
                </c:pt>
                <c:pt idx="23635">
                  <c:v>23.553229999999989</c:v>
                </c:pt>
                <c:pt idx="23636">
                  <c:v>23.647469999999988</c:v>
                </c:pt>
                <c:pt idx="23637">
                  <c:v>23.810250000000021</c:v>
                </c:pt>
                <c:pt idx="23638">
                  <c:v>23.94936999999997</c:v>
                </c:pt>
                <c:pt idx="23639">
                  <c:v>24.103400000000001</c:v>
                </c:pt>
                <c:pt idx="23640">
                  <c:v>24.25479</c:v>
                </c:pt>
                <c:pt idx="23641">
                  <c:v>24.259360000000001</c:v>
                </c:pt>
                <c:pt idx="23642">
                  <c:v>24.25309</c:v>
                </c:pt>
                <c:pt idx="23643">
                  <c:v>24.27383</c:v>
                </c:pt>
                <c:pt idx="23644">
                  <c:v>24.173220000000001</c:v>
                </c:pt>
                <c:pt idx="23645">
                  <c:v>23.906429999999968</c:v>
                </c:pt>
                <c:pt idx="23646">
                  <c:v>23.689950000000021</c:v>
                </c:pt>
                <c:pt idx="23647">
                  <c:v>23.644200000000001</c:v>
                </c:pt>
                <c:pt idx="23648">
                  <c:v>23.657200000000021</c:v>
                </c:pt>
                <c:pt idx="23649">
                  <c:v>23.09200999999997</c:v>
                </c:pt>
                <c:pt idx="23650">
                  <c:v>22.33502</c:v>
                </c:pt>
                <c:pt idx="23651">
                  <c:v>21.648029999999974</c:v>
                </c:pt>
                <c:pt idx="23652">
                  <c:v>20.91329</c:v>
                </c:pt>
                <c:pt idx="23653">
                  <c:v>20.51614</c:v>
                </c:pt>
                <c:pt idx="23654">
                  <c:v>20.417359999999999</c:v>
                </c:pt>
                <c:pt idx="23655">
                  <c:v>20.465679999999956</c:v>
                </c:pt>
                <c:pt idx="23656">
                  <c:v>20.599019999999989</c:v>
                </c:pt>
                <c:pt idx="23657">
                  <c:v>20.782839999999968</c:v>
                </c:pt>
                <c:pt idx="23658">
                  <c:v>20.993739999999956</c:v>
                </c:pt>
                <c:pt idx="23659">
                  <c:v>21.16413</c:v>
                </c:pt>
                <c:pt idx="23660">
                  <c:v>21.156500000000001</c:v>
                </c:pt>
                <c:pt idx="23661">
                  <c:v>21.05959</c:v>
                </c:pt>
                <c:pt idx="23662">
                  <c:v>20.945279999999968</c:v>
                </c:pt>
                <c:pt idx="23663">
                  <c:v>20.825389999999974</c:v>
                </c:pt>
                <c:pt idx="23664">
                  <c:v>20.748089999999973</c:v>
                </c:pt>
                <c:pt idx="23665">
                  <c:v>20.52215</c:v>
                </c:pt>
                <c:pt idx="23666">
                  <c:v>19.926449999999956</c:v>
                </c:pt>
                <c:pt idx="23667">
                  <c:v>19.216380000000001</c:v>
                </c:pt>
                <c:pt idx="23668">
                  <c:v>18.526160000000001</c:v>
                </c:pt>
                <c:pt idx="23669">
                  <c:v>17.872539999999972</c:v>
                </c:pt>
                <c:pt idx="23670">
                  <c:v>17.339160000000021</c:v>
                </c:pt>
                <c:pt idx="23671">
                  <c:v>16.937980000000021</c:v>
                </c:pt>
                <c:pt idx="23672">
                  <c:v>16.723329999999972</c:v>
                </c:pt>
                <c:pt idx="23673">
                  <c:v>16.382739999999952</c:v>
                </c:pt>
                <c:pt idx="23674">
                  <c:v>15.940110000000001</c:v>
                </c:pt>
                <c:pt idx="23675">
                  <c:v>15.522820000000001</c:v>
                </c:pt>
                <c:pt idx="23676">
                  <c:v>15.260020000000001</c:v>
                </c:pt>
                <c:pt idx="23677">
                  <c:v>15.11237</c:v>
                </c:pt>
                <c:pt idx="23678">
                  <c:v>15.23387</c:v>
                </c:pt>
                <c:pt idx="23679">
                  <c:v>15.431560000000001</c:v>
                </c:pt>
                <c:pt idx="23680">
                  <c:v>15.15483</c:v>
                </c:pt>
                <c:pt idx="23681">
                  <c:v>14.880420000000004</c:v>
                </c:pt>
                <c:pt idx="23682">
                  <c:v>14.7906</c:v>
                </c:pt>
                <c:pt idx="23683">
                  <c:v>14.59262</c:v>
                </c:pt>
                <c:pt idx="23684">
                  <c:v>14.37792</c:v>
                </c:pt>
                <c:pt idx="23685">
                  <c:v>14.047140000000001</c:v>
                </c:pt>
                <c:pt idx="23686">
                  <c:v>13.523850000000001</c:v>
                </c:pt>
                <c:pt idx="23687">
                  <c:v>13.25074</c:v>
                </c:pt>
                <c:pt idx="23688">
                  <c:v>13.335730000000011</c:v>
                </c:pt>
                <c:pt idx="23689">
                  <c:v>13.6234</c:v>
                </c:pt>
                <c:pt idx="23690">
                  <c:v>13.87660000000001</c:v>
                </c:pt>
                <c:pt idx="23691">
                  <c:v>13.33839</c:v>
                </c:pt>
                <c:pt idx="23692">
                  <c:v>12.725430000000006</c:v>
                </c:pt>
                <c:pt idx="23693">
                  <c:v>12.641780000000001</c:v>
                </c:pt>
                <c:pt idx="23694">
                  <c:v>12.865170000000004</c:v>
                </c:pt>
                <c:pt idx="23695">
                  <c:v>13.14235</c:v>
                </c:pt>
                <c:pt idx="23696">
                  <c:v>12.860540000000011</c:v>
                </c:pt>
                <c:pt idx="23697">
                  <c:v>12.49179</c:v>
                </c:pt>
                <c:pt idx="23698">
                  <c:v>12.17277</c:v>
                </c:pt>
                <c:pt idx="23699">
                  <c:v>11.876150000000004</c:v>
                </c:pt>
                <c:pt idx="23700">
                  <c:v>11.32907</c:v>
                </c:pt>
                <c:pt idx="23701">
                  <c:v>10.760760000000001</c:v>
                </c:pt>
                <c:pt idx="23702">
                  <c:v>10.59793</c:v>
                </c:pt>
                <c:pt idx="23703">
                  <c:v>10.38297</c:v>
                </c:pt>
                <c:pt idx="23704">
                  <c:v>9.9993400000000001</c:v>
                </c:pt>
                <c:pt idx="23705">
                  <c:v>9.9729000000000028</c:v>
                </c:pt>
                <c:pt idx="23706">
                  <c:v>9.9246200000000009</c:v>
                </c:pt>
                <c:pt idx="23707">
                  <c:v>9.7247800000000009</c:v>
                </c:pt>
                <c:pt idx="23708">
                  <c:v>9.44895</c:v>
                </c:pt>
                <c:pt idx="23709">
                  <c:v>9.3521100000000068</c:v>
                </c:pt>
                <c:pt idx="23710">
                  <c:v>9.2581000000000007</c:v>
                </c:pt>
                <c:pt idx="23711">
                  <c:v>9.1676900000000003</c:v>
                </c:pt>
                <c:pt idx="23712">
                  <c:v>9.0854000000000124</c:v>
                </c:pt>
                <c:pt idx="23713">
                  <c:v>9.0663400000000003</c:v>
                </c:pt>
                <c:pt idx="23714">
                  <c:v>9.0013799999999993</c:v>
                </c:pt>
                <c:pt idx="23715">
                  <c:v>9.0141000000000009</c:v>
                </c:pt>
                <c:pt idx="23716">
                  <c:v>9.1797000000000004</c:v>
                </c:pt>
                <c:pt idx="23717">
                  <c:v>9.3570100000000007</c:v>
                </c:pt>
                <c:pt idx="23718">
                  <c:v>9.4993400000000001</c:v>
                </c:pt>
                <c:pt idx="23719">
                  <c:v>9.6275000000000013</c:v>
                </c:pt>
                <c:pt idx="23720">
                  <c:v>9.8077200000000015</c:v>
                </c:pt>
                <c:pt idx="23721">
                  <c:v>9.9985300000000006</c:v>
                </c:pt>
                <c:pt idx="23722">
                  <c:v>10.11558000000001</c:v>
                </c:pt>
                <c:pt idx="23723">
                  <c:v>10.02041</c:v>
                </c:pt>
                <c:pt idx="23724">
                  <c:v>9.5424500000000005</c:v>
                </c:pt>
                <c:pt idx="23725">
                  <c:v>9.1037400000000002</c:v>
                </c:pt>
                <c:pt idx="23726">
                  <c:v>9.0216600000000007</c:v>
                </c:pt>
                <c:pt idx="23727">
                  <c:v>9.2808500000000009</c:v>
                </c:pt>
                <c:pt idx="23728">
                  <c:v>9.6616800000000005</c:v>
                </c:pt>
                <c:pt idx="23729">
                  <c:v>9.9004500000000046</c:v>
                </c:pt>
                <c:pt idx="23730">
                  <c:v>10.03834</c:v>
                </c:pt>
                <c:pt idx="23731">
                  <c:v>10.161050000000001</c:v>
                </c:pt>
                <c:pt idx="23732">
                  <c:v>10.062060000000002</c:v>
                </c:pt>
                <c:pt idx="23733">
                  <c:v>9.8279900000000016</c:v>
                </c:pt>
                <c:pt idx="23734">
                  <c:v>9.3348100000000009</c:v>
                </c:pt>
                <c:pt idx="23735">
                  <c:v>8.6728300000000047</c:v>
                </c:pt>
                <c:pt idx="23736">
                  <c:v>8.2000000000000011</c:v>
                </c:pt>
                <c:pt idx="23737">
                  <c:v>8.0803800000000017</c:v>
                </c:pt>
                <c:pt idx="23738">
                  <c:v>8.1072600000000001</c:v>
                </c:pt>
                <c:pt idx="23739">
                  <c:v>8.1994900000000008</c:v>
                </c:pt>
                <c:pt idx="23740">
                  <c:v>8.1229000000000013</c:v>
                </c:pt>
                <c:pt idx="23741">
                  <c:v>7.8653699999999995</c:v>
                </c:pt>
                <c:pt idx="23742">
                  <c:v>7.8043899999999944</c:v>
                </c:pt>
                <c:pt idx="23743">
                  <c:v>7.6461199999999945</c:v>
                </c:pt>
                <c:pt idx="23744">
                  <c:v>7.4580900000000003</c:v>
                </c:pt>
                <c:pt idx="23745">
                  <c:v>7.4641199999999941</c:v>
                </c:pt>
                <c:pt idx="23746">
                  <c:v>7.6727999999999996</c:v>
                </c:pt>
                <c:pt idx="23747">
                  <c:v>8.06677</c:v>
                </c:pt>
                <c:pt idx="23748">
                  <c:v>8.4978900000000035</c:v>
                </c:pt>
                <c:pt idx="23749">
                  <c:v>8.7927400000000002</c:v>
                </c:pt>
                <c:pt idx="23750">
                  <c:v>9.0738400000000006</c:v>
                </c:pt>
                <c:pt idx="23751">
                  <c:v>9.2244799999999998</c:v>
                </c:pt>
                <c:pt idx="23752">
                  <c:v>8.8856100000000122</c:v>
                </c:pt>
                <c:pt idx="23753">
                  <c:v>8.2915299999999998</c:v>
                </c:pt>
                <c:pt idx="23754">
                  <c:v>7.7753899999999998</c:v>
                </c:pt>
                <c:pt idx="23755">
                  <c:v>7.6212499999999999</c:v>
                </c:pt>
                <c:pt idx="23756">
                  <c:v>7.6641199999999889</c:v>
                </c:pt>
                <c:pt idx="23757">
                  <c:v>7.8010900000000003</c:v>
                </c:pt>
                <c:pt idx="23758">
                  <c:v>7.9518500000000003</c:v>
                </c:pt>
                <c:pt idx="23759">
                  <c:v>7.8508699999999996</c:v>
                </c:pt>
                <c:pt idx="23760">
                  <c:v>7.7462600000000066</c:v>
                </c:pt>
                <c:pt idx="23761">
                  <c:v>8.0526100000000067</c:v>
                </c:pt>
                <c:pt idx="23762">
                  <c:v>8.6635300000000068</c:v>
                </c:pt>
                <c:pt idx="23763">
                  <c:v>9.0956800000000104</c:v>
                </c:pt>
                <c:pt idx="23764">
                  <c:v>9.3336400000000008</c:v>
                </c:pt>
                <c:pt idx="23765">
                  <c:v>9.3931000000000004</c:v>
                </c:pt>
                <c:pt idx="23766">
                  <c:v>8.9491000000000014</c:v>
                </c:pt>
                <c:pt idx="23767">
                  <c:v>8.3715200000000003</c:v>
                </c:pt>
                <c:pt idx="23768">
                  <c:v>7.9895700000000014</c:v>
                </c:pt>
                <c:pt idx="23769">
                  <c:v>7.9305700000000003</c:v>
                </c:pt>
                <c:pt idx="23770">
                  <c:v>8.1573100000000007</c:v>
                </c:pt>
                <c:pt idx="23771">
                  <c:v>8.54345</c:v>
                </c:pt>
                <c:pt idx="23772">
                  <c:v>9.058720000000001</c:v>
                </c:pt>
                <c:pt idx="23773">
                  <c:v>9.6439599999999999</c:v>
                </c:pt>
                <c:pt idx="23774">
                  <c:v>10.154640000000002</c:v>
                </c:pt>
                <c:pt idx="23775">
                  <c:v>10.13752</c:v>
                </c:pt>
                <c:pt idx="23776">
                  <c:v>9.6941900000000008</c:v>
                </c:pt>
                <c:pt idx="23777">
                  <c:v>9.6191900000000015</c:v>
                </c:pt>
                <c:pt idx="23778">
                  <c:v>9.8806000000000047</c:v>
                </c:pt>
                <c:pt idx="23779">
                  <c:v>10.197319999999999</c:v>
                </c:pt>
                <c:pt idx="23780">
                  <c:v>10.64517</c:v>
                </c:pt>
                <c:pt idx="23781">
                  <c:v>10.923440000000006</c:v>
                </c:pt>
                <c:pt idx="23782">
                  <c:v>10.64692</c:v>
                </c:pt>
                <c:pt idx="23783">
                  <c:v>9.9952800000000028</c:v>
                </c:pt>
                <c:pt idx="23784">
                  <c:v>9.6101799999999997</c:v>
                </c:pt>
                <c:pt idx="23785">
                  <c:v>9.6629200000000015</c:v>
                </c:pt>
                <c:pt idx="23786">
                  <c:v>9.7653500000000015</c:v>
                </c:pt>
                <c:pt idx="23787">
                  <c:v>9.7113399999999999</c:v>
                </c:pt>
                <c:pt idx="23788">
                  <c:v>9.7117400000000007</c:v>
                </c:pt>
                <c:pt idx="23789">
                  <c:v>9.5694200000000027</c:v>
                </c:pt>
                <c:pt idx="23790">
                  <c:v>9.51431</c:v>
                </c:pt>
                <c:pt idx="23791">
                  <c:v>9.8096100000000028</c:v>
                </c:pt>
                <c:pt idx="23792">
                  <c:v>10.110440000000002</c:v>
                </c:pt>
                <c:pt idx="23793">
                  <c:v>9.9975400000000008</c:v>
                </c:pt>
                <c:pt idx="23794">
                  <c:v>9.3929400000000047</c:v>
                </c:pt>
                <c:pt idx="23795">
                  <c:v>8.8209</c:v>
                </c:pt>
                <c:pt idx="23796">
                  <c:v>8.6150400000000005</c:v>
                </c:pt>
                <c:pt idx="23797">
                  <c:v>9.0999700000000008</c:v>
                </c:pt>
                <c:pt idx="23798">
                  <c:v>9.3891100000000005</c:v>
                </c:pt>
                <c:pt idx="23799">
                  <c:v>9.3314600000000034</c:v>
                </c:pt>
                <c:pt idx="23800">
                  <c:v>9.6374200000000005</c:v>
                </c:pt>
                <c:pt idx="23801">
                  <c:v>10.244579999999999</c:v>
                </c:pt>
                <c:pt idx="23802">
                  <c:v>10.974070000000001</c:v>
                </c:pt>
                <c:pt idx="23803">
                  <c:v>11.57442</c:v>
                </c:pt>
                <c:pt idx="23804">
                  <c:v>11.999310000000001</c:v>
                </c:pt>
                <c:pt idx="23805">
                  <c:v>12.150930000000002</c:v>
                </c:pt>
                <c:pt idx="23806">
                  <c:v>12.052030000000011</c:v>
                </c:pt>
                <c:pt idx="23807">
                  <c:v>12.101090000000001</c:v>
                </c:pt>
                <c:pt idx="23808">
                  <c:v>12.337010000000001</c:v>
                </c:pt>
                <c:pt idx="23809">
                  <c:v>12.60759</c:v>
                </c:pt>
                <c:pt idx="23810">
                  <c:v>12.82577</c:v>
                </c:pt>
                <c:pt idx="23811">
                  <c:v>13.020440000000002</c:v>
                </c:pt>
                <c:pt idx="23812">
                  <c:v>13.145720000000001</c:v>
                </c:pt>
                <c:pt idx="23813">
                  <c:v>13.09442</c:v>
                </c:pt>
                <c:pt idx="23814">
                  <c:v>12.64907</c:v>
                </c:pt>
                <c:pt idx="23815">
                  <c:v>11.983580000000011</c:v>
                </c:pt>
                <c:pt idx="23816">
                  <c:v>11.45679000000001</c:v>
                </c:pt>
                <c:pt idx="23817">
                  <c:v>11.360880000000011</c:v>
                </c:pt>
                <c:pt idx="23818">
                  <c:v>11.228019999999999</c:v>
                </c:pt>
                <c:pt idx="23819">
                  <c:v>11.123670000000001</c:v>
                </c:pt>
                <c:pt idx="23820">
                  <c:v>11.41222</c:v>
                </c:pt>
                <c:pt idx="23821">
                  <c:v>11.75789</c:v>
                </c:pt>
                <c:pt idx="23822">
                  <c:v>11.42745</c:v>
                </c:pt>
                <c:pt idx="23823">
                  <c:v>10.865220000000004</c:v>
                </c:pt>
                <c:pt idx="23824">
                  <c:v>10.80832</c:v>
                </c:pt>
                <c:pt idx="23825">
                  <c:v>11.041040000000001</c:v>
                </c:pt>
                <c:pt idx="23826">
                  <c:v>11.314820000000001</c:v>
                </c:pt>
                <c:pt idx="23827">
                  <c:v>11.551300000000001</c:v>
                </c:pt>
                <c:pt idx="23828">
                  <c:v>11.846590000000004</c:v>
                </c:pt>
                <c:pt idx="23829">
                  <c:v>12.47158000000001</c:v>
                </c:pt>
                <c:pt idx="23830">
                  <c:v>13.247669999999999</c:v>
                </c:pt>
                <c:pt idx="23831">
                  <c:v>13.65171</c:v>
                </c:pt>
                <c:pt idx="23832">
                  <c:v>13.39527</c:v>
                </c:pt>
                <c:pt idx="23833">
                  <c:v>13.225520000000001</c:v>
                </c:pt>
                <c:pt idx="23834">
                  <c:v>13.11651</c:v>
                </c:pt>
                <c:pt idx="23835">
                  <c:v>12.51116</c:v>
                </c:pt>
                <c:pt idx="23836">
                  <c:v>11.942540000000006</c:v>
                </c:pt>
                <c:pt idx="23837">
                  <c:v>11.65436</c:v>
                </c:pt>
                <c:pt idx="23838">
                  <c:v>11.93656</c:v>
                </c:pt>
                <c:pt idx="23839">
                  <c:v>12.370730000000011</c:v>
                </c:pt>
                <c:pt idx="23840">
                  <c:v>12.525930000000002</c:v>
                </c:pt>
                <c:pt idx="23841">
                  <c:v>12.759880000000004</c:v>
                </c:pt>
                <c:pt idx="23842">
                  <c:v>12.648159999999999</c:v>
                </c:pt>
                <c:pt idx="23843">
                  <c:v>12.18914</c:v>
                </c:pt>
                <c:pt idx="23844">
                  <c:v>12.25821</c:v>
                </c:pt>
                <c:pt idx="23845">
                  <c:v>12.359660000000011</c:v>
                </c:pt>
                <c:pt idx="23846">
                  <c:v>12.82633</c:v>
                </c:pt>
                <c:pt idx="23847">
                  <c:v>13.330880000000002</c:v>
                </c:pt>
                <c:pt idx="23848">
                  <c:v>13.233379999999999</c:v>
                </c:pt>
                <c:pt idx="23849">
                  <c:v>12.89461</c:v>
                </c:pt>
                <c:pt idx="23850">
                  <c:v>12.62302</c:v>
                </c:pt>
                <c:pt idx="23851">
                  <c:v>12.528269999999999</c:v>
                </c:pt>
                <c:pt idx="23852">
                  <c:v>12.72921</c:v>
                </c:pt>
                <c:pt idx="23853">
                  <c:v>12.9428</c:v>
                </c:pt>
                <c:pt idx="23854">
                  <c:v>13.31983000000001</c:v>
                </c:pt>
                <c:pt idx="23855">
                  <c:v>13.83215</c:v>
                </c:pt>
                <c:pt idx="23856">
                  <c:v>14.28346</c:v>
                </c:pt>
                <c:pt idx="23857">
                  <c:v>14.44312</c:v>
                </c:pt>
                <c:pt idx="23858">
                  <c:v>14.6629</c:v>
                </c:pt>
                <c:pt idx="23859">
                  <c:v>15.020010000000001</c:v>
                </c:pt>
                <c:pt idx="23860">
                  <c:v>15.312400000000011</c:v>
                </c:pt>
                <c:pt idx="23861">
                  <c:v>15.50211</c:v>
                </c:pt>
                <c:pt idx="23862">
                  <c:v>15.452800000000011</c:v>
                </c:pt>
                <c:pt idx="23863">
                  <c:v>15.668229999999999</c:v>
                </c:pt>
                <c:pt idx="23864">
                  <c:v>16.147459999999999</c:v>
                </c:pt>
                <c:pt idx="23865">
                  <c:v>16.780379999999973</c:v>
                </c:pt>
                <c:pt idx="23866">
                  <c:v>17.595659999999974</c:v>
                </c:pt>
                <c:pt idx="23867">
                  <c:v>18.154640000000001</c:v>
                </c:pt>
                <c:pt idx="23868">
                  <c:v>18.467239999999968</c:v>
                </c:pt>
                <c:pt idx="23869">
                  <c:v>18.519359999999999</c:v>
                </c:pt>
                <c:pt idx="23870">
                  <c:v>18.273250000000001</c:v>
                </c:pt>
                <c:pt idx="23871">
                  <c:v>18.048850000000005</c:v>
                </c:pt>
                <c:pt idx="23872">
                  <c:v>17.615980000000022</c:v>
                </c:pt>
                <c:pt idx="23873">
                  <c:v>17.300879999999999</c:v>
                </c:pt>
                <c:pt idx="23874">
                  <c:v>17.38748</c:v>
                </c:pt>
                <c:pt idx="23875">
                  <c:v>17.498279999999973</c:v>
                </c:pt>
                <c:pt idx="23876">
                  <c:v>17.459239999999973</c:v>
                </c:pt>
                <c:pt idx="23877">
                  <c:v>17.32423</c:v>
                </c:pt>
                <c:pt idx="23878">
                  <c:v>17.660959999999999</c:v>
                </c:pt>
                <c:pt idx="23879">
                  <c:v>17.931180000000001</c:v>
                </c:pt>
                <c:pt idx="23880">
                  <c:v>17.962369999999975</c:v>
                </c:pt>
                <c:pt idx="23881">
                  <c:v>18.141629999999989</c:v>
                </c:pt>
                <c:pt idx="23882">
                  <c:v>18.256869999999999</c:v>
                </c:pt>
                <c:pt idx="23883">
                  <c:v>18.301210000000001</c:v>
                </c:pt>
                <c:pt idx="23884">
                  <c:v>18.504719999999974</c:v>
                </c:pt>
                <c:pt idx="23885">
                  <c:v>18.652930000000001</c:v>
                </c:pt>
                <c:pt idx="23886">
                  <c:v>18.647349999999989</c:v>
                </c:pt>
                <c:pt idx="23887">
                  <c:v>18.771470000000001</c:v>
                </c:pt>
                <c:pt idx="23888">
                  <c:v>19.193919999999999</c:v>
                </c:pt>
                <c:pt idx="23889">
                  <c:v>19.813939999999999</c:v>
                </c:pt>
                <c:pt idx="23890">
                  <c:v>20.275709999999975</c:v>
                </c:pt>
                <c:pt idx="23891">
                  <c:v>20.224830000000001</c:v>
                </c:pt>
                <c:pt idx="23892">
                  <c:v>19.492379999999972</c:v>
                </c:pt>
                <c:pt idx="23893">
                  <c:v>18.982929999999964</c:v>
                </c:pt>
                <c:pt idx="23894">
                  <c:v>18.933389999999989</c:v>
                </c:pt>
                <c:pt idx="23895">
                  <c:v>19.224319999999974</c:v>
                </c:pt>
                <c:pt idx="23896">
                  <c:v>19.664660000000001</c:v>
                </c:pt>
                <c:pt idx="23897">
                  <c:v>20.265879999999989</c:v>
                </c:pt>
                <c:pt idx="23898">
                  <c:v>20.989699999999957</c:v>
                </c:pt>
                <c:pt idx="23899">
                  <c:v>21.628620000000002</c:v>
                </c:pt>
                <c:pt idx="23900">
                  <c:v>22.147780000000001</c:v>
                </c:pt>
                <c:pt idx="23901">
                  <c:v>22.233129999999989</c:v>
                </c:pt>
                <c:pt idx="23902">
                  <c:v>22.388209999999972</c:v>
                </c:pt>
                <c:pt idx="23903">
                  <c:v>22.731310000000001</c:v>
                </c:pt>
                <c:pt idx="23904">
                  <c:v>23.086399999999973</c:v>
                </c:pt>
                <c:pt idx="23905">
                  <c:v>23.44483</c:v>
                </c:pt>
                <c:pt idx="23906">
                  <c:v>23.316510000000001</c:v>
                </c:pt>
                <c:pt idx="23907">
                  <c:v>23.118729999999989</c:v>
                </c:pt>
                <c:pt idx="23908">
                  <c:v>23.29701</c:v>
                </c:pt>
                <c:pt idx="23909">
                  <c:v>23.677250000000026</c:v>
                </c:pt>
                <c:pt idx="23910">
                  <c:v>23.536069999999999</c:v>
                </c:pt>
                <c:pt idx="23911">
                  <c:v>23.020629999999972</c:v>
                </c:pt>
                <c:pt idx="23912">
                  <c:v>22.988489999999956</c:v>
                </c:pt>
                <c:pt idx="23913">
                  <c:v>23.29767</c:v>
                </c:pt>
                <c:pt idx="23914">
                  <c:v>23.635819999999999</c:v>
                </c:pt>
                <c:pt idx="23915">
                  <c:v>23.999309999999973</c:v>
                </c:pt>
                <c:pt idx="23916">
                  <c:v>24.601810000000022</c:v>
                </c:pt>
                <c:pt idx="23917">
                  <c:v>25.417560000000005</c:v>
                </c:pt>
                <c:pt idx="23918">
                  <c:v>26.260229999999975</c:v>
                </c:pt>
                <c:pt idx="23919">
                  <c:v>27.01322</c:v>
                </c:pt>
                <c:pt idx="23920">
                  <c:v>27.569929999999989</c:v>
                </c:pt>
                <c:pt idx="23921">
                  <c:v>27.795589999999972</c:v>
                </c:pt>
                <c:pt idx="23922">
                  <c:v>27.954509999999978</c:v>
                </c:pt>
                <c:pt idx="23923">
                  <c:v>27.866729999999972</c:v>
                </c:pt>
                <c:pt idx="23924">
                  <c:v>27.418339999999972</c:v>
                </c:pt>
                <c:pt idx="23925">
                  <c:v>26.833770000000001</c:v>
                </c:pt>
                <c:pt idx="23926">
                  <c:v>26.42306</c:v>
                </c:pt>
                <c:pt idx="23927">
                  <c:v>26.27656</c:v>
                </c:pt>
                <c:pt idx="23928">
                  <c:v>26.028939999999974</c:v>
                </c:pt>
                <c:pt idx="23929">
                  <c:v>25.789509999999975</c:v>
                </c:pt>
                <c:pt idx="23930">
                  <c:v>25.808979999999988</c:v>
                </c:pt>
                <c:pt idx="23931">
                  <c:v>26.154760000000021</c:v>
                </c:pt>
                <c:pt idx="23932">
                  <c:v>26.814509999999999</c:v>
                </c:pt>
                <c:pt idx="23933">
                  <c:v>27.428649999999958</c:v>
                </c:pt>
                <c:pt idx="23934">
                  <c:v>27.819060000000022</c:v>
                </c:pt>
                <c:pt idx="23935">
                  <c:v>28.194550000000021</c:v>
                </c:pt>
                <c:pt idx="23936">
                  <c:v>28.504180000000005</c:v>
                </c:pt>
                <c:pt idx="23937">
                  <c:v>28.733630000000002</c:v>
                </c:pt>
                <c:pt idx="23938">
                  <c:v>28.995099999999972</c:v>
                </c:pt>
                <c:pt idx="23939">
                  <c:v>28.96715</c:v>
                </c:pt>
                <c:pt idx="23940">
                  <c:v>28.442990000000002</c:v>
                </c:pt>
                <c:pt idx="23941">
                  <c:v>27.90750999999997</c:v>
                </c:pt>
                <c:pt idx="23942">
                  <c:v>27.779890000000005</c:v>
                </c:pt>
                <c:pt idx="23943">
                  <c:v>27.925589999999964</c:v>
                </c:pt>
                <c:pt idx="23944">
                  <c:v>28.199280000000005</c:v>
                </c:pt>
                <c:pt idx="23945">
                  <c:v>28.520719999999972</c:v>
                </c:pt>
                <c:pt idx="23946">
                  <c:v>28.313970000000033</c:v>
                </c:pt>
                <c:pt idx="23947">
                  <c:v>27.946439999999956</c:v>
                </c:pt>
                <c:pt idx="23948">
                  <c:v>28.077890000000021</c:v>
                </c:pt>
                <c:pt idx="23949">
                  <c:v>28.046769999999974</c:v>
                </c:pt>
                <c:pt idx="23950">
                  <c:v>27.521550000000001</c:v>
                </c:pt>
                <c:pt idx="23951">
                  <c:v>26.962959999999974</c:v>
                </c:pt>
                <c:pt idx="23952">
                  <c:v>26.595580000000002</c:v>
                </c:pt>
                <c:pt idx="23953">
                  <c:v>26.541689999999978</c:v>
                </c:pt>
                <c:pt idx="23954">
                  <c:v>26.77007</c:v>
                </c:pt>
                <c:pt idx="23955">
                  <c:v>27.122330000000002</c:v>
                </c:pt>
                <c:pt idx="23956">
                  <c:v>27.598929999999989</c:v>
                </c:pt>
                <c:pt idx="23957">
                  <c:v>28.237950000000033</c:v>
                </c:pt>
                <c:pt idx="23958">
                  <c:v>28.89668</c:v>
                </c:pt>
                <c:pt idx="23959">
                  <c:v>29.457750000000001</c:v>
                </c:pt>
                <c:pt idx="23960">
                  <c:v>30.00929</c:v>
                </c:pt>
                <c:pt idx="23961">
                  <c:v>30.384070000000001</c:v>
                </c:pt>
                <c:pt idx="23962">
                  <c:v>30.330670000000001</c:v>
                </c:pt>
                <c:pt idx="23963">
                  <c:v>30.114810000000034</c:v>
                </c:pt>
                <c:pt idx="23964">
                  <c:v>30.129239999999989</c:v>
                </c:pt>
                <c:pt idx="23965">
                  <c:v>30.252639999999964</c:v>
                </c:pt>
                <c:pt idx="23966">
                  <c:v>29.976289999999974</c:v>
                </c:pt>
                <c:pt idx="23967">
                  <c:v>29.264869999999988</c:v>
                </c:pt>
                <c:pt idx="23968">
                  <c:v>28.563689999999973</c:v>
                </c:pt>
                <c:pt idx="23969">
                  <c:v>28.020759999999989</c:v>
                </c:pt>
                <c:pt idx="23970">
                  <c:v>27.634960000000039</c:v>
                </c:pt>
                <c:pt idx="23971">
                  <c:v>27.55932</c:v>
                </c:pt>
                <c:pt idx="23972">
                  <c:v>27.765419999999956</c:v>
                </c:pt>
                <c:pt idx="23973">
                  <c:v>28.00432</c:v>
                </c:pt>
                <c:pt idx="23974">
                  <c:v>28.16079999999997</c:v>
                </c:pt>
                <c:pt idx="23975">
                  <c:v>28.314850000000039</c:v>
                </c:pt>
                <c:pt idx="23976">
                  <c:v>28.519919999999999</c:v>
                </c:pt>
                <c:pt idx="23977">
                  <c:v>28.815980000000021</c:v>
                </c:pt>
                <c:pt idx="23978">
                  <c:v>29.150860000000037</c:v>
                </c:pt>
                <c:pt idx="23979">
                  <c:v>29.276109999999989</c:v>
                </c:pt>
                <c:pt idx="23980">
                  <c:v>29.020119999999974</c:v>
                </c:pt>
                <c:pt idx="23981">
                  <c:v>28.719870000000022</c:v>
                </c:pt>
                <c:pt idx="23982">
                  <c:v>28.582249999999952</c:v>
                </c:pt>
                <c:pt idx="23983">
                  <c:v>28.332350000000005</c:v>
                </c:pt>
                <c:pt idx="23984">
                  <c:v>28.18941999999997</c:v>
                </c:pt>
                <c:pt idx="23985">
                  <c:v>27.999339999999975</c:v>
                </c:pt>
                <c:pt idx="23986">
                  <c:v>27.5794</c:v>
                </c:pt>
                <c:pt idx="23987">
                  <c:v>27.165639999999971</c:v>
                </c:pt>
                <c:pt idx="23988">
                  <c:v>26.78710999999997</c:v>
                </c:pt>
                <c:pt idx="23989">
                  <c:v>26.33154</c:v>
                </c:pt>
                <c:pt idx="23990">
                  <c:v>25.831630000000001</c:v>
                </c:pt>
                <c:pt idx="23991">
                  <c:v>25.496679999999973</c:v>
                </c:pt>
                <c:pt idx="23992">
                  <c:v>25.25069999999997</c:v>
                </c:pt>
                <c:pt idx="23993">
                  <c:v>24.86411</c:v>
                </c:pt>
                <c:pt idx="23994">
                  <c:v>24.577290000000001</c:v>
                </c:pt>
                <c:pt idx="23995">
                  <c:v>24.541969999999999</c:v>
                </c:pt>
                <c:pt idx="23996">
                  <c:v>24.566960000000005</c:v>
                </c:pt>
                <c:pt idx="23997">
                  <c:v>24.355029999999989</c:v>
                </c:pt>
                <c:pt idx="23998">
                  <c:v>23.558529999999973</c:v>
                </c:pt>
                <c:pt idx="23999">
                  <c:v>22.728229999999975</c:v>
                </c:pt>
                <c:pt idx="24000">
                  <c:v>22.417950000000033</c:v>
                </c:pt>
                <c:pt idx="24001">
                  <c:v>22.508439999999968</c:v>
                </c:pt>
                <c:pt idx="24002">
                  <c:v>22.417860000000033</c:v>
                </c:pt>
                <c:pt idx="24003">
                  <c:v>21.478039999999975</c:v>
                </c:pt>
                <c:pt idx="24004">
                  <c:v>20.518920000000001</c:v>
                </c:pt>
                <c:pt idx="24005">
                  <c:v>20.302539999999972</c:v>
                </c:pt>
                <c:pt idx="24006">
                  <c:v>19.967960000000001</c:v>
                </c:pt>
                <c:pt idx="24007">
                  <c:v>19.767419999999973</c:v>
                </c:pt>
                <c:pt idx="24008">
                  <c:v>19.97419</c:v>
                </c:pt>
                <c:pt idx="24009">
                  <c:v>20.146699999999989</c:v>
                </c:pt>
                <c:pt idx="24010">
                  <c:v>20.192409999999974</c:v>
                </c:pt>
                <c:pt idx="24011">
                  <c:v>20.134630000000001</c:v>
                </c:pt>
                <c:pt idx="24012">
                  <c:v>20.012820000000001</c:v>
                </c:pt>
                <c:pt idx="24013">
                  <c:v>19.894950000000033</c:v>
                </c:pt>
                <c:pt idx="24014">
                  <c:v>19.758639999999971</c:v>
                </c:pt>
                <c:pt idx="24015">
                  <c:v>19.776429999999973</c:v>
                </c:pt>
                <c:pt idx="24016">
                  <c:v>19.960349999999952</c:v>
                </c:pt>
                <c:pt idx="24017">
                  <c:v>20.04029999999997</c:v>
                </c:pt>
                <c:pt idx="24018">
                  <c:v>20.191099999999999</c:v>
                </c:pt>
                <c:pt idx="24019">
                  <c:v>20.286309999999968</c:v>
                </c:pt>
                <c:pt idx="24020">
                  <c:v>20.005050000000001</c:v>
                </c:pt>
                <c:pt idx="24021">
                  <c:v>19.527830000000005</c:v>
                </c:pt>
                <c:pt idx="24022">
                  <c:v>19.089169999999989</c:v>
                </c:pt>
                <c:pt idx="24023">
                  <c:v>18.945559999999972</c:v>
                </c:pt>
                <c:pt idx="24024">
                  <c:v>19.16112</c:v>
                </c:pt>
                <c:pt idx="24025">
                  <c:v>19.363040000000002</c:v>
                </c:pt>
                <c:pt idx="24026">
                  <c:v>19.426199999999973</c:v>
                </c:pt>
                <c:pt idx="24027">
                  <c:v>19.397359999999999</c:v>
                </c:pt>
                <c:pt idx="24028">
                  <c:v>19.037810000000022</c:v>
                </c:pt>
                <c:pt idx="24029">
                  <c:v>18.45431</c:v>
                </c:pt>
                <c:pt idx="24030">
                  <c:v>17.762639999999955</c:v>
                </c:pt>
                <c:pt idx="24031">
                  <c:v>17.030899999999999</c:v>
                </c:pt>
                <c:pt idx="24032">
                  <c:v>16.541810000000005</c:v>
                </c:pt>
                <c:pt idx="24033">
                  <c:v>16.502749999999956</c:v>
                </c:pt>
                <c:pt idx="24034">
                  <c:v>16.582829999999973</c:v>
                </c:pt>
                <c:pt idx="24035">
                  <c:v>16.443460000000002</c:v>
                </c:pt>
                <c:pt idx="24036">
                  <c:v>16.306550000000001</c:v>
                </c:pt>
                <c:pt idx="24037">
                  <c:v>16.012460000000001</c:v>
                </c:pt>
                <c:pt idx="24038">
                  <c:v>15.65094</c:v>
                </c:pt>
                <c:pt idx="24039">
                  <c:v>15.28082</c:v>
                </c:pt>
                <c:pt idx="24040">
                  <c:v>15.09947</c:v>
                </c:pt>
                <c:pt idx="24041">
                  <c:v>15.30758000000001</c:v>
                </c:pt>
                <c:pt idx="24042">
                  <c:v>15.558020000000001</c:v>
                </c:pt>
                <c:pt idx="24043">
                  <c:v>15.597329999999999</c:v>
                </c:pt>
                <c:pt idx="24044">
                  <c:v>15.644679999999999</c:v>
                </c:pt>
                <c:pt idx="24045">
                  <c:v>15.55073000000001</c:v>
                </c:pt>
                <c:pt idx="24046">
                  <c:v>15.11961</c:v>
                </c:pt>
                <c:pt idx="24047">
                  <c:v>14.66581</c:v>
                </c:pt>
                <c:pt idx="24048">
                  <c:v>14.437850000000001</c:v>
                </c:pt>
                <c:pt idx="24049">
                  <c:v>14.34952</c:v>
                </c:pt>
                <c:pt idx="24050">
                  <c:v>14.337860000000001</c:v>
                </c:pt>
                <c:pt idx="24051">
                  <c:v>14.248389999999999</c:v>
                </c:pt>
                <c:pt idx="24052">
                  <c:v>14.03669</c:v>
                </c:pt>
                <c:pt idx="24053">
                  <c:v>13.91633</c:v>
                </c:pt>
                <c:pt idx="24054">
                  <c:v>14.04261</c:v>
                </c:pt>
                <c:pt idx="24055">
                  <c:v>14.20599</c:v>
                </c:pt>
                <c:pt idx="24056">
                  <c:v>14.036379999999999</c:v>
                </c:pt>
                <c:pt idx="24057">
                  <c:v>13.546810000000001</c:v>
                </c:pt>
                <c:pt idx="24058">
                  <c:v>13.115870000000001</c:v>
                </c:pt>
                <c:pt idx="24059">
                  <c:v>12.91619</c:v>
                </c:pt>
                <c:pt idx="24060">
                  <c:v>12.990170000000001</c:v>
                </c:pt>
                <c:pt idx="24061">
                  <c:v>12.973890000000004</c:v>
                </c:pt>
                <c:pt idx="24062">
                  <c:v>12.886150000000002</c:v>
                </c:pt>
                <c:pt idx="24063">
                  <c:v>12.821570000000001</c:v>
                </c:pt>
                <c:pt idx="24064">
                  <c:v>12.84164</c:v>
                </c:pt>
                <c:pt idx="24065">
                  <c:v>12.81612</c:v>
                </c:pt>
                <c:pt idx="24066">
                  <c:v>12.69021</c:v>
                </c:pt>
                <c:pt idx="24067">
                  <c:v>12.76811</c:v>
                </c:pt>
                <c:pt idx="24068">
                  <c:v>12.93088</c:v>
                </c:pt>
                <c:pt idx="24069">
                  <c:v>12.953890000000012</c:v>
                </c:pt>
                <c:pt idx="24070">
                  <c:v>12.74366</c:v>
                </c:pt>
                <c:pt idx="24071">
                  <c:v>12.30599000000001</c:v>
                </c:pt>
                <c:pt idx="24072">
                  <c:v>11.960460000000012</c:v>
                </c:pt>
                <c:pt idx="24073">
                  <c:v>11.852010000000011</c:v>
                </c:pt>
                <c:pt idx="24074">
                  <c:v>11.99297</c:v>
                </c:pt>
                <c:pt idx="24075">
                  <c:v>12.200200000000001</c:v>
                </c:pt>
                <c:pt idx="24076">
                  <c:v>11.797140000000001</c:v>
                </c:pt>
                <c:pt idx="24077">
                  <c:v>11.072900000000002</c:v>
                </c:pt>
                <c:pt idx="24078">
                  <c:v>10.70462</c:v>
                </c:pt>
                <c:pt idx="24079">
                  <c:v>10.400550000000004</c:v>
                </c:pt>
                <c:pt idx="24080">
                  <c:v>10.123620000000001</c:v>
                </c:pt>
                <c:pt idx="24081">
                  <c:v>10.049710000000001</c:v>
                </c:pt>
                <c:pt idx="24082">
                  <c:v>9.8702800000000028</c:v>
                </c:pt>
                <c:pt idx="24083">
                  <c:v>9.7782799999999988</c:v>
                </c:pt>
                <c:pt idx="24084">
                  <c:v>9.8521800000000148</c:v>
                </c:pt>
                <c:pt idx="24085">
                  <c:v>9.9410600000000002</c:v>
                </c:pt>
                <c:pt idx="24086">
                  <c:v>10.20021</c:v>
                </c:pt>
                <c:pt idx="24087">
                  <c:v>10.31887</c:v>
                </c:pt>
                <c:pt idx="24088">
                  <c:v>10.292870000000001</c:v>
                </c:pt>
                <c:pt idx="24089">
                  <c:v>10.29461</c:v>
                </c:pt>
                <c:pt idx="24090">
                  <c:v>10.3032</c:v>
                </c:pt>
                <c:pt idx="24091">
                  <c:v>10.239229999999999</c:v>
                </c:pt>
                <c:pt idx="24092">
                  <c:v>10.236079999999999</c:v>
                </c:pt>
                <c:pt idx="24093">
                  <c:v>10.06592</c:v>
                </c:pt>
                <c:pt idx="24094">
                  <c:v>9.635110000000001</c:v>
                </c:pt>
                <c:pt idx="24095">
                  <c:v>9.2891700000000004</c:v>
                </c:pt>
                <c:pt idx="24096">
                  <c:v>9.1262799999999995</c:v>
                </c:pt>
                <c:pt idx="24097">
                  <c:v>9.1476100000000002</c:v>
                </c:pt>
                <c:pt idx="24098">
                  <c:v>9.2973400000000002</c:v>
                </c:pt>
                <c:pt idx="24099">
                  <c:v>9.6115100000000009</c:v>
                </c:pt>
                <c:pt idx="24100">
                  <c:v>10.152430000000018</c:v>
                </c:pt>
                <c:pt idx="24101">
                  <c:v>10.75362</c:v>
                </c:pt>
                <c:pt idx="24102">
                  <c:v>10.82978000000001</c:v>
                </c:pt>
                <c:pt idx="24103">
                  <c:v>10.34206</c:v>
                </c:pt>
                <c:pt idx="24104">
                  <c:v>9.9016700000000011</c:v>
                </c:pt>
                <c:pt idx="24105">
                  <c:v>9.4812500000000011</c:v>
                </c:pt>
                <c:pt idx="24106">
                  <c:v>9.1314100000000007</c:v>
                </c:pt>
                <c:pt idx="24107">
                  <c:v>9.3143400000000014</c:v>
                </c:pt>
                <c:pt idx="24108">
                  <c:v>9.7816700000000001</c:v>
                </c:pt>
                <c:pt idx="24109">
                  <c:v>9.9623500000000007</c:v>
                </c:pt>
                <c:pt idx="24110">
                  <c:v>10.006350000000001</c:v>
                </c:pt>
                <c:pt idx="24111">
                  <c:v>9.73081</c:v>
                </c:pt>
                <c:pt idx="24112">
                  <c:v>9.0846</c:v>
                </c:pt>
                <c:pt idx="24113">
                  <c:v>8.4007500000000004</c:v>
                </c:pt>
                <c:pt idx="24114">
                  <c:v>8.0261000000000013</c:v>
                </c:pt>
                <c:pt idx="24115">
                  <c:v>7.9192500000000052</c:v>
                </c:pt>
                <c:pt idx="24116">
                  <c:v>7.8611599999999955</c:v>
                </c:pt>
                <c:pt idx="24117">
                  <c:v>7.6588499999999975</c:v>
                </c:pt>
                <c:pt idx="24118">
                  <c:v>7.4109299999999996</c:v>
                </c:pt>
                <c:pt idx="24119">
                  <c:v>7.3876099999999996</c:v>
                </c:pt>
                <c:pt idx="24120">
                  <c:v>7.6353</c:v>
                </c:pt>
                <c:pt idx="24121">
                  <c:v>7.9663399999999998</c:v>
                </c:pt>
                <c:pt idx="24122">
                  <c:v>8.424100000000001</c:v>
                </c:pt>
                <c:pt idx="24123">
                  <c:v>8.9248200000000004</c:v>
                </c:pt>
                <c:pt idx="24124">
                  <c:v>9.48414</c:v>
                </c:pt>
                <c:pt idx="24125">
                  <c:v>10.049440000000002</c:v>
                </c:pt>
                <c:pt idx="24126">
                  <c:v>10.368450000000006</c:v>
                </c:pt>
                <c:pt idx="24127">
                  <c:v>10.39941000000001</c:v>
                </c:pt>
                <c:pt idx="24128">
                  <c:v>10.33159</c:v>
                </c:pt>
                <c:pt idx="24129">
                  <c:v>10.46377</c:v>
                </c:pt>
                <c:pt idx="24130">
                  <c:v>10.483480000000011</c:v>
                </c:pt>
                <c:pt idx="24131">
                  <c:v>10.20096</c:v>
                </c:pt>
                <c:pt idx="24132">
                  <c:v>9.7857900000000004</c:v>
                </c:pt>
                <c:pt idx="24133">
                  <c:v>9.5039900000000035</c:v>
                </c:pt>
                <c:pt idx="24134">
                  <c:v>9.2316900000000004</c:v>
                </c:pt>
                <c:pt idx="24135">
                  <c:v>8.9641600000000015</c:v>
                </c:pt>
                <c:pt idx="24136">
                  <c:v>8.7180299999999988</c:v>
                </c:pt>
                <c:pt idx="24137">
                  <c:v>8.3828900000000068</c:v>
                </c:pt>
                <c:pt idx="24138">
                  <c:v>7.9745499999999998</c:v>
                </c:pt>
                <c:pt idx="24139">
                  <c:v>7.7787600000000063</c:v>
                </c:pt>
                <c:pt idx="24140">
                  <c:v>7.8545299999999942</c:v>
                </c:pt>
                <c:pt idx="24141">
                  <c:v>7.9692200000000053</c:v>
                </c:pt>
                <c:pt idx="24142">
                  <c:v>7.7627499999999996</c:v>
                </c:pt>
                <c:pt idx="24143">
                  <c:v>7.2618</c:v>
                </c:pt>
                <c:pt idx="24144">
                  <c:v>6.7422199999999997</c:v>
                </c:pt>
                <c:pt idx="24145">
                  <c:v>6.4235499999999996</c:v>
                </c:pt>
                <c:pt idx="24146">
                  <c:v>6.3533900000000001</c:v>
                </c:pt>
                <c:pt idx="24147">
                  <c:v>6.5357799999999999</c:v>
                </c:pt>
                <c:pt idx="24148">
                  <c:v>7.01173</c:v>
                </c:pt>
                <c:pt idx="24149">
                  <c:v>7.2501899999999955</c:v>
                </c:pt>
                <c:pt idx="24150">
                  <c:v>7.1517499999999998</c:v>
                </c:pt>
                <c:pt idx="24151">
                  <c:v>7.1704299999999996</c:v>
                </c:pt>
                <c:pt idx="24152">
                  <c:v>7.3966399999999997</c:v>
                </c:pt>
                <c:pt idx="24153">
                  <c:v>7.91303</c:v>
                </c:pt>
                <c:pt idx="24154">
                  <c:v>8.6271199999999997</c:v>
                </c:pt>
                <c:pt idx="24155">
                  <c:v>9.3076600000000003</c:v>
                </c:pt>
                <c:pt idx="24156">
                  <c:v>9.7537800000000008</c:v>
                </c:pt>
                <c:pt idx="24157">
                  <c:v>9.9803900000000034</c:v>
                </c:pt>
                <c:pt idx="24158">
                  <c:v>10.241129999999998</c:v>
                </c:pt>
                <c:pt idx="24159">
                  <c:v>10.5038</c:v>
                </c:pt>
                <c:pt idx="24160">
                  <c:v>10.44787</c:v>
                </c:pt>
                <c:pt idx="24161">
                  <c:v>10.01684</c:v>
                </c:pt>
                <c:pt idx="24162">
                  <c:v>9.5326900000000006</c:v>
                </c:pt>
                <c:pt idx="24163">
                  <c:v>9.3262100000000014</c:v>
                </c:pt>
                <c:pt idx="24164">
                  <c:v>9.4827200000000005</c:v>
                </c:pt>
                <c:pt idx="24165">
                  <c:v>9.9051500000000008</c:v>
                </c:pt>
                <c:pt idx="24166">
                  <c:v>10.544980000000001</c:v>
                </c:pt>
                <c:pt idx="24167">
                  <c:v>11.30597</c:v>
                </c:pt>
                <c:pt idx="24168">
                  <c:v>11.973790000000006</c:v>
                </c:pt>
                <c:pt idx="24169">
                  <c:v>12.424630000000002</c:v>
                </c:pt>
                <c:pt idx="24170">
                  <c:v>12.19265</c:v>
                </c:pt>
                <c:pt idx="24171">
                  <c:v>11.70824</c:v>
                </c:pt>
                <c:pt idx="24172">
                  <c:v>11.77656</c:v>
                </c:pt>
                <c:pt idx="24173">
                  <c:v>12.36497</c:v>
                </c:pt>
                <c:pt idx="24174">
                  <c:v>12.99211</c:v>
                </c:pt>
                <c:pt idx="24175">
                  <c:v>13.3512</c:v>
                </c:pt>
                <c:pt idx="24176">
                  <c:v>13.3253</c:v>
                </c:pt>
                <c:pt idx="24177">
                  <c:v>13.24799</c:v>
                </c:pt>
                <c:pt idx="24178">
                  <c:v>13.481030000000002</c:v>
                </c:pt>
                <c:pt idx="24179">
                  <c:v>14.014560000000001</c:v>
                </c:pt>
                <c:pt idx="24180">
                  <c:v>14.611319999999999</c:v>
                </c:pt>
                <c:pt idx="24181">
                  <c:v>14.756070000000001</c:v>
                </c:pt>
                <c:pt idx="24182">
                  <c:v>14.612110000000001</c:v>
                </c:pt>
                <c:pt idx="24183">
                  <c:v>14.7553</c:v>
                </c:pt>
                <c:pt idx="24184">
                  <c:v>14.86793000000001</c:v>
                </c:pt>
                <c:pt idx="24185">
                  <c:v>14.94919</c:v>
                </c:pt>
                <c:pt idx="24186">
                  <c:v>15.114369999999999</c:v>
                </c:pt>
                <c:pt idx="24187">
                  <c:v>15.24976</c:v>
                </c:pt>
                <c:pt idx="24188">
                  <c:v>15.26524</c:v>
                </c:pt>
                <c:pt idx="24189">
                  <c:v>14.960650000000006</c:v>
                </c:pt>
                <c:pt idx="24190">
                  <c:v>14.54603</c:v>
                </c:pt>
                <c:pt idx="24191">
                  <c:v>14.336180000000002</c:v>
                </c:pt>
                <c:pt idx="24192">
                  <c:v>14.28966</c:v>
                </c:pt>
                <c:pt idx="24193">
                  <c:v>14.15436</c:v>
                </c:pt>
                <c:pt idx="24194">
                  <c:v>14.155450000000011</c:v>
                </c:pt>
                <c:pt idx="24195">
                  <c:v>14.32457</c:v>
                </c:pt>
                <c:pt idx="24196">
                  <c:v>14.405640000000011</c:v>
                </c:pt>
                <c:pt idx="24197">
                  <c:v>14.16006</c:v>
                </c:pt>
                <c:pt idx="24198">
                  <c:v>13.803100000000002</c:v>
                </c:pt>
                <c:pt idx="24199">
                  <c:v>13.273910000000001</c:v>
                </c:pt>
                <c:pt idx="24200">
                  <c:v>12.778040000000001</c:v>
                </c:pt>
                <c:pt idx="24201">
                  <c:v>12.82091</c:v>
                </c:pt>
                <c:pt idx="24202">
                  <c:v>13.386450000000011</c:v>
                </c:pt>
                <c:pt idx="24203">
                  <c:v>14.16929</c:v>
                </c:pt>
                <c:pt idx="24204">
                  <c:v>14.70369</c:v>
                </c:pt>
                <c:pt idx="24205">
                  <c:v>15.100850000000001</c:v>
                </c:pt>
                <c:pt idx="24206">
                  <c:v>15.48672</c:v>
                </c:pt>
                <c:pt idx="24207">
                  <c:v>15.52826</c:v>
                </c:pt>
                <c:pt idx="24208">
                  <c:v>15.449210000000001</c:v>
                </c:pt>
                <c:pt idx="24209">
                  <c:v>15.59207</c:v>
                </c:pt>
                <c:pt idx="24210">
                  <c:v>15.971640000000004</c:v>
                </c:pt>
                <c:pt idx="24211">
                  <c:v>16.24728</c:v>
                </c:pt>
                <c:pt idx="24212">
                  <c:v>16.12208</c:v>
                </c:pt>
                <c:pt idx="24213">
                  <c:v>15.71546</c:v>
                </c:pt>
                <c:pt idx="24214">
                  <c:v>15.577780000000002</c:v>
                </c:pt>
                <c:pt idx="24215">
                  <c:v>16.012029999999989</c:v>
                </c:pt>
                <c:pt idx="24216">
                  <c:v>16.778829999999989</c:v>
                </c:pt>
                <c:pt idx="24217">
                  <c:v>17.195119999999989</c:v>
                </c:pt>
                <c:pt idx="24218">
                  <c:v>16.73517</c:v>
                </c:pt>
                <c:pt idx="24219">
                  <c:v>15.965720000000006</c:v>
                </c:pt>
                <c:pt idx="24220">
                  <c:v>15.586600000000002</c:v>
                </c:pt>
                <c:pt idx="24221">
                  <c:v>15.668670000000001</c:v>
                </c:pt>
                <c:pt idx="24222">
                  <c:v>16.1693</c:v>
                </c:pt>
                <c:pt idx="24223">
                  <c:v>16.892009999999978</c:v>
                </c:pt>
                <c:pt idx="24224">
                  <c:v>17.42595</c:v>
                </c:pt>
                <c:pt idx="24225">
                  <c:v>17.886839999999989</c:v>
                </c:pt>
                <c:pt idx="24226">
                  <c:v>18.258229999999973</c:v>
                </c:pt>
                <c:pt idx="24227">
                  <c:v>18.322129999999973</c:v>
                </c:pt>
                <c:pt idx="24228">
                  <c:v>17.91113</c:v>
                </c:pt>
                <c:pt idx="24229">
                  <c:v>17.291950000000021</c:v>
                </c:pt>
                <c:pt idx="24230">
                  <c:v>16.85671</c:v>
                </c:pt>
                <c:pt idx="24231">
                  <c:v>16.804510000000001</c:v>
                </c:pt>
                <c:pt idx="24232">
                  <c:v>16.980969999999989</c:v>
                </c:pt>
                <c:pt idx="24233">
                  <c:v>16.854420000000001</c:v>
                </c:pt>
                <c:pt idx="24234">
                  <c:v>16.752050000000001</c:v>
                </c:pt>
                <c:pt idx="24235">
                  <c:v>16.972909999999974</c:v>
                </c:pt>
                <c:pt idx="24236">
                  <c:v>17.33624</c:v>
                </c:pt>
                <c:pt idx="24237">
                  <c:v>17.67043</c:v>
                </c:pt>
                <c:pt idx="24238">
                  <c:v>17.876280000000001</c:v>
                </c:pt>
                <c:pt idx="24239">
                  <c:v>18.085529999999952</c:v>
                </c:pt>
                <c:pt idx="24240">
                  <c:v>17.84318</c:v>
                </c:pt>
                <c:pt idx="24241">
                  <c:v>17.230789999999974</c:v>
                </c:pt>
                <c:pt idx="24242">
                  <c:v>17.080960000000001</c:v>
                </c:pt>
                <c:pt idx="24243">
                  <c:v>17.275209999999973</c:v>
                </c:pt>
                <c:pt idx="24244">
                  <c:v>17.167619999999989</c:v>
                </c:pt>
                <c:pt idx="24245">
                  <c:v>17.504429999999989</c:v>
                </c:pt>
                <c:pt idx="24246">
                  <c:v>18.054569999999988</c:v>
                </c:pt>
                <c:pt idx="24247">
                  <c:v>18.338270000000001</c:v>
                </c:pt>
                <c:pt idx="24248">
                  <c:v>18.713950000000022</c:v>
                </c:pt>
                <c:pt idx="24249">
                  <c:v>19.229409999999973</c:v>
                </c:pt>
                <c:pt idx="24250">
                  <c:v>19.688659999999974</c:v>
                </c:pt>
                <c:pt idx="24251">
                  <c:v>20.269829999999974</c:v>
                </c:pt>
                <c:pt idx="24252">
                  <c:v>20.164300000000001</c:v>
                </c:pt>
                <c:pt idx="24253">
                  <c:v>19.565619999999956</c:v>
                </c:pt>
                <c:pt idx="24254">
                  <c:v>19.593800000000005</c:v>
                </c:pt>
                <c:pt idx="24255">
                  <c:v>19.908270000000002</c:v>
                </c:pt>
                <c:pt idx="24256">
                  <c:v>20.056950000000022</c:v>
                </c:pt>
                <c:pt idx="24257">
                  <c:v>20.1646</c:v>
                </c:pt>
                <c:pt idx="24258">
                  <c:v>20.173719999999989</c:v>
                </c:pt>
                <c:pt idx="24259">
                  <c:v>20.14724</c:v>
                </c:pt>
                <c:pt idx="24260">
                  <c:v>20.342279999999974</c:v>
                </c:pt>
                <c:pt idx="24261">
                  <c:v>20.611990000000034</c:v>
                </c:pt>
                <c:pt idx="24262">
                  <c:v>20.945209999999957</c:v>
                </c:pt>
                <c:pt idx="24263">
                  <c:v>21.406089999999974</c:v>
                </c:pt>
                <c:pt idx="24264">
                  <c:v>21.725199999999973</c:v>
                </c:pt>
                <c:pt idx="24265">
                  <c:v>21.443549999999952</c:v>
                </c:pt>
                <c:pt idx="24266">
                  <c:v>21.06082</c:v>
                </c:pt>
                <c:pt idx="24267">
                  <c:v>21.019100000000005</c:v>
                </c:pt>
                <c:pt idx="24268">
                  <c:v>20.628489999999989</c:v>
                </c:pt>
                <c:pt idx="24269">
                  <c:v>19.987009999999973</c:v>
                </c:pt>
                <c:pt idx="24270">
                  <c:v>20.226890000000001</c:v>
                </c:pt>
                <c:pt idx="24271">
                  <c:v>20.888529999999957</c:v>
                </c:pt>
                <c:pt idx="24272">
                  <c:v>21.404539999999972</c:v>
                </c:pt>
                <c:pt idx="24273">
                  <c:v>21.83832</c:v>
                </c:pt>
                <c:pt idx="24274">
                  <c:v>22.191240000000001</c:v>
                </c:pt>
                <c:pt idx="24275">
                  <c:v>22.48488</c:v>
                </c:pt>
                <c:pt idx="24276">
                  <c:v>22.526890000000005</c:v>
                </c:pt>
                <c:pt idx="24277">
                  <c:v>22.390450000000001</c:v>
                </c:pt>
                <c:pt idx="24278">
                  <c:v>22.40994999999997</c:v>
                </c:pt>
                <c:pt idx="24279">
                  <c:v>22.560749999999956</c:v>
                </c:pt>
                <c:pt idx="24280">
                  <c:v>22.64643999999997</c:v>
                </c:pt>
                <c:pt idx="24281">
                  <c:v>22.90727</c:v>
                </c:pt>
                <c:pt idx="24282">
                  <c:v>23.27800999999997</c:v>
                </c:pt>
                <c:pt idx="24283">
                  <c:v>23.65353</c:v>
                </c:pt>
                <c:pt idx="24284">
                  <c:v>24.246439999999971</c:v>
                </c:pt>
                <c:pt idx="24285">
                  <c:v>24.953579999999974</c:v>
                </c:pt>
                <c:pt idx="24286">
                  <c:v>24.845549999999957</c:v>
                </c:pt>
                <c:pt idx="24287">
                  <c:v>23.823170000000001</c:v>
                </c:pt>
                <c:pt idx="24288">
                  <c:v>23.243409999999972</c:v>
                </c:pt>
                <c:pt idx="24289">
                  <c:v>23.399380000000001</c:v>
                </c:pt>
                <c:pt idx="24290">
                  <c:v>23.793609999999973</c:v>
                </c:pt>
                <c:pt idx="24291">
                  <c:v>24.195070000000001</c:v>
                </c:pt>
                <c:pt idx="24292">
                  <c:v>24.446329999999964</c:v>
                </c:pt>
                <c:pt idx="24293">
                  <c:v>24.431850000000022</c:v>
                </c:pt>
                <c:pt idx="24294">
                  <c:v>24.45837999999997</c:v>
                </c:pt>
                <c:pt idx="24295">
                  <c:v>24.73733</c:v>
                </c:pt>
                <c:pt idx="24296">
                  <c:v>25.14208</c:v>
                </c:pt>
                <c:pt idx="24297">
                  <c:v>25.585019999999975</c:v>
                </c:pt>
                <c:pt idx="24298">
                  <c:v>26.013629999999978</c:v>
                </c:pt>
                <c:pt idx="24299">
                  <c:v>26.3125</c:v>
                </c:pt>
                <c:pt idx="24300">
                  <c:v>26.141829999999999</c:v>
                </c:pt>
                <c:pt idx="24301">
                  <c:v>25.795870000000001</c:v>
                </c:pt>
                <c:pt idx="24302">
                  <c:v>25.612860000000033</c:v>
                </c:pt>
                <c:pt idx="24303">
                  <c:v>25.656030000000001</c:v>
                </c:pt>
                <c:pt idx="24304">
                  <c:v>25.837540000000001</c:v>
                </c:pt>
                <c:pt idx="24305">
                  <c:v>25.757180000000005</c:v>
                </c:pt>
                <c:pt idx="24306">
                  <c:v>25.575439999999972</c:v>
                </c:pt>
                <c:pt idx="24307">
                  <c:v>25.61262</c:v>
                </c:pt>
                <c:pt idx="24308">
                  <c:v>25.577459999999999</c:v>
                </c:pt>
                <c:pt idx="24309">
                  <c:v>25.681909999999988</c:v>
                </c:pt>
                <c:pt idx="24310">
                  <c:v>26.04935</c:v>
                </c:pt>
                <c:pt idx="24311">
                  <c:v>26.303419999999978</c:v>
                </c:pt>
                <c:pt idx="24312">
                  <c:v>26.443429999999957</c:v>
                </c:pt>
                <c:pt idx="24313">
                  <c:v>26.709719999999972</c:v>
                </c:pt>
                <c:pt idx="24314">
                  <c:v>27.135590000000001</c:v>
                </c:pt>
                <c:pt idx="24315">
                  <c:v>27.572990000000001</c:v>
                </c:pt>
                <c:pt idx="24316">
                  <c:v>27.977620000000002</c:v>
                </c:pt>
                <c:pt idx="24317">
                  <c:v>27.971450000000001</c:v>
                </c:pt>
                <c:pt idx="24318">
                  <c:v>27.567719999999973</c:v>
                </c:pt>
                <c:pt idx="24319">
                  <c:v>26.930420000000002</c:v>
                </c:pt>
                <c:pt idx="24320">
                  <c:v>26.513850000000033</c:v>
                </c:pt>
                <c:pt idx="24321">
                  <c:v>26.54626</c:v>
                </c:pt>
                <c:pt idx="24322">
                  <c:v>26.807020000000001</c:v>
                </c:pt>
                <c:pt idx="24323">
                  <c:v>27.230129999999978</c:v>
                </c:pt>
                <c:pt idx="24324">
                  <c:v>27.502659999999974</c:v>
                </c:pt>
                <c:pt idx="24325">
                  <c:v>27.705459999999974</c:v>
                </c:pt>
                <c:pt idx="24326">
                  <c:v>28.00028</c:v>
                </c:pt>
                <c:pt idx="24327">
                  <c:v>28.031949999999988</c:v>
                </c:pt>
                <c:pt idx="24328">
                  <c:v>27.57220999999997</c:v>
                </c:pt>
                <c:pt idx="24329">
                  <c:v>26.987860000000001</c:v>
                </c:pt>
                <c:pt idx="24330">
                  <c:v>26.685119999999973</c:v>
                </c:pt>
                <c:pt idx="24331">
                  <c:v>26.620819999999988</c:v>
                </c:pt>
                <c:pt idx="24332">
                  <c:v>26.731980000000021</c:v>
                </c:pt>
                <c:pt idx="24333">
                  <c:v>26.963289999999972</c:v>
                </c:pt>
                <c:pt idx="24334">
                  <c:v>27.002659999999974</c:v>
                </c:pt>
                <c:pt idx="24335">
                  <c:v>26.934339999999974</c:v>
                </c:pt>
                <c:pt idx="24336">
                  <c:v>27.031960000000037</c:v>
                </c:pt>
                <c:pt idx="24337">
                  <c:v>27.131890000000034</c:v>
                </c:pt>
                <c:pt idx="24338">
                  <c:v>27.154940000000021</c:v>
                </c:pt>
                <c:pt idx="24339">
                  <c:v>27.28297999999997</c:v>
                </c:pt>
                <c:pt idx="24340">
                  <c:v>27.517810000000026</c:v>
                </c:pt>
                <c:pt idx="24341">
                  <c:v>27.82593</c:v>
                </c:pt>
                <c:pt idx="24342">
                  <c:v>27.73555</c:v>
                </c:pt>
                <c:pt idx="24343">
                  <c:v>27.047940000000001</c:v>
                </c:pt>
                <c:pt idx="24344">
                  <c:v>26.2788</c:v>
                </c:pt>
                <c:pt idx="24345">
                  <c:v>26.192270000000001</c:v>
                </c:pt>
                <c:pt idx="24346">
                  <c:v>26.704750000000001</c:v>
                </c:pt>
                <c:pt idx="24347">
                  <c:v>26.769179999999974</c:v>
                </c:pt>
                <c:pt idx="24348">
                  <c:v>26.100950000000033</c:v>
                </c:pt>
                <c:pt idx="24349">
                  <c:v>25.235289999999978</c:v>
                </c:pt>
                <c:pt idx="24350">
                  <c:v>24.170999999999999</c:v>
                </c:pt>
                <c:pt idx="24351">
                  <c:v>23.141570000000005</c:v>
                </c:pt>
                <c:pt idx="24352">
                  <c:v>22.75582</c:v>
                </c:pt>
                <c:pt idx="24353">
                  <c:v>22.9299</c:v>
                </c:pt>
                <c:pt idx="24354">
                  <c:v>23.365880000000001</c:v>
                </c:pt>
                <c:pt idx="24355">
                  <c:v>23.733090000000001</c:v>
                </c:pt>
                <c:pt idx="24356">
                  <c:v>23.92346999999997</c:v>
                </c:pt>
                <c:pt idx="24357">
                  <c:v>24.101929999999999</c:v>
                </c:pt>
                <c:pt idx="24358">
                  <c:v>24.265599999999957</c:v>
                </c:pt>
                <c:pt idx="24359">
                  <c:v>24.20449</c:v>
                </c:pt>
                <c:pt idx="24360">
                  <c:v>23.748539999999952</c:v>
                </c:pt>
                <c:pt idx="24361">
                  <c:v>23.22317</c:v>
                </c:pt>
                <c:pt idx="24362">
                  <c:v>22.606290000000001</c:v>
                </c:pt>
                <c:pt idx="24363">
                  <c:v>22.111590000000021</c:v>
                </c:pt>
                <c:pt idx="24364">
                  <c:v>21.617699999999999</c:v>
                </c:pt>
                <c:pt idx="24365">
                  <c:v>20.511659999999999</c:v>
                </c:pt>
                <c:pt idx="24366">
                  <c:v>19.383129999999973</c:v>
                </c:pt>
                <c:pt idx="24367">
                  <c:v>18.801739999999974</c:v>
                </c:pt>
                <c:pt idx="24368">
                  <c:v>18.677650000000021</c:v>
                </c:pt>
                <c:pt idx="24369">
                  <c:v>18.728709999999964</c:v>
                </c:pt>
                <c:pt idx="24370">
                  <c:v>18.906739999999957</c:v>
                </c:pt>
                <c:pt idx="24371">
                  <c:v>18.995219999999971</c:v>
                </c:pt>
                <c:pt idx="24372">
                  <c:v>19.093869999999999</c:v>
                </c:pt>
                <c:pt idx="24373">
                  <c:v>19.313479999999988</c:v>
                </c:pt>
                <c:pt idx="24374">
                  <c:v>19.55592</c:v>
                </c:pt>
                <c:pt idx="24375">
                  <c:v>19.745360000000002</c:v>
                </c:pt>
                <c:pt idx="24376">
                  <c:v>19.578609999999973</c:v>
                </c:pt>
                <c:pt idx="24377">
                  <c:v>19.256</c:v>
                </c:pt>
                <c:pt idx="24378">
                  <c:v>18.94781</c:v>
                </c:pt>
                <c:pt idx="24379">
                  <c:v>18.431860000000022</c:v>
                </c:pt>
                <c:pt idx="24380">
                  <c:v>17.881039999999974</c:v>
                </c:pt>
                <c:pt idx="24381">
                  <c:v>17.740629999999957</c:v>
                </c:pt>
                <c:pt idx="24382">
                  <c:v>18.058979999999988</c:v>
                </c:pt>
                <c:pt idx="24383">
                  <c:v>18.514600000000005</c:v>
                </c:pt>
                <c:pt idx="24384">
                  <c:v>18.945879999999974</c:v>
                </c:pt>
                <c:pt idx="24385">
                  <c:v>19.315349999999974</c:v>
                </c:pt>
                <c:pt idx="24386">
                  <c:v>19.504899999999999</c:v>
                </c:pt>
                <c:pt idx="24387">
                  <c:v>19.61664</c:v>
                </c:pt>
                <c:pt idx="24388">
                  <c:v>19.72138</c:v>
                </c:pt>
                <c:pt idx="24389">
                  <c:v>19.889980000000001</c:v>
                </c:pt>
                <c:pt idx="24390">
                  <c:v>20.019359999999999</c:v>
                </c:pt>
                <c:pt idx="24391">
                  <c:v>20.04414999999997</c:v>
                </c:pt>
                <c:pt idx="24392">
                  <c:v>20.112469999999988</c:v>
                </c:pt>
                <c:pt idx="24393">
                  <c:v>20.193380000000001</c:v>
                </c:pt>
                <c:pt idx="24394">
                  <c:v>19.72216999999997</c:v>
                </c:pt>
                <c:pt idx="24395">
                  <c:v>18.902789999999964</c:v>
                </c:pt>
                <c:pt idx="24396">
                  <c:v>18.37649</c:v>
                </c:pt>
                <c:pt idx="24397">
                  <c:v>18.272860000000001</c:v>
                </c:pt>
                <c:pt idx="24398">
                  <c:v>18.343679999999978</c:v>
                </c:pt>
                <c:pt idx="24399">
                  <c:v>18.377579999999988</c:v>
                </c:pt>
                <c:pt idx="24400">
                  <c:v>18.446699999999975</c:v>
                </c:pt>
                <c:pt idx="24401">
                  <c:v>18.530860000000022</c:v>
                </c:pt>
                <c:pt idx="24402">
                  <c:v>18.635629999999974</c:v>
                </c:pt>
                <c:pt idx="24403">
                  <c:v>18.688970000000001</c:v>
                </c:pt>
                <c:pt idx="24404">
                  <c:v>18.447880000000001</c:v>
                </c:pt>
                <c:pt idx="24405">
                  <c:v>18.104189999999999</c:v>
                </c:pt>
                <c:pt idx="24406">
                  <c:v>17.996829999999989</c:v>
                </c:pt>
                <c:pt idx="24407">
                  <c:v>17.90896</c:v>
                </c:pt>
                <c:pt idx="24408">
                  <c:v>17.923709999999971</c:v>
                </c:pt>
                <c:pt idx="24409">
                  <c:v>18.240409999999972</c:v>
                </c:pt>
                <c:pt idx="24410">
                  <c:v>18.57911</c:v>
                </c:pt>
                <c:pt idx="24411">
                  <c:v>18.62231999999997</c:v>
                </c:pt>
                <c:pt idx="24412">
                  <c:v>18.337109999999999</c:v>
                </c:pt>
                <c:pt idx="24413">
                  <c:v>18.010269999999988</c:v>
                </c:pt>
                <c:pt idx="24414">
                  <c:v>17.618189999999988</c:v>
                </c:pt>
                <c:pt idx="24415">
                  <c:v>16.630250000000022</c:v>
                </c:pt>
                <c:pt idx="24416">
                  <c:v>15.335280000000004</c:v>
                </c:pt>
                <c:pt idx="24417">
                  <c:v>14.42348000000001</c:v>
                </c:pt>
                <c:pt idx="24418">
                  <c:v>13.99854</c:v>
                </c:pt>
                <c:pt idx="24419">
                  <c:v>14.03619</c:v>
                </c:pt>
                <c:pt idx="24420">
                  <c:v>14.183250000000001</c:v>
                </c:pt>
                <c:pt idx="24421">
                  <c:v>14.22156</c:v>
                </c:pt>
                <c:pt idx="24422">
                  <c:v>14.38227</c:v>
                </c:pt>
                <c:pt idx="24423">
                  <c:v>14.604810000000001</c:v>
                </c:pt>
                <c:pt idx="24424">
                  <c:v>14.5998</c:v>
                </c:pt>
                <c:pt idx="24425">
                  <c:v>14.739979999999999</c:v>
                </c:pt>
                <c:pt idx="24426">
                  <c:v>14.91372</c:v>
                </c:pt>
                <c:pt idx="24427">
                  <c:v>13.975520000000012</c:v>
                </c:pt>
                <c:pt idx="24428">
                  <c:v>12.59878</c:v>
                </c:pt>
                <c:pt idx="24429">
                  <c:v>12.02383</c:v>
                </c:pt>
                <c:pt idx="24430">
                  <c:v>12.000360000000001</c:v>
                </c:pt>
                <c:pt idx="24431">
                  <c:v>11.9072</c:v>
                </c:pt>
                <c:pt idx="24432">
                  <c:v>11.42404</c:v>
                </c:pt>
                <c:pt idx="24433">
                  <c:v>10.878210000000001</c:v>
                </c:pt>
                <c:pt idx="24434">
                  <c:v>10.804030000000004</c:v>
                </c:pt>
                <c:pt idx="24435">
                  <c:v>10.957100000000002</c:v>
                </c:pt>
                <c:pt idx="24436">
                  <c:v>11.231919999999999</c:v>
                </c:pt>
                <c:pt idx="24437">
                  <c:v>11.63448</c:v>
                </c:pt>
                <c:pt idx="24438">
                  <c:v>11.759030000000006</c:v>
                </c:pt>
                <c:pt idx="24439">
                  <c:v>11.47498</c:v>
                </c:pt>
                <c:pt idx="24440">
                  <c:v>11.37857</c:v>
                </c:pt>
                <c:pt idx="24441">
                  <c:v>11.348050000000001</c:v>
                </c:pt>
                <c:pt idx="24442">
                  <c:v>11.372510000000011</c:v>
                </c:pt>
                <c:pt idx="24443">
                  <c:v>11.25234</c:v>
                </c:pt>
                <c:pt idx="24444">
                  <c:v>11.05148000000001</c:v>
                </c:pt>
                <c:pt idx="24445">
                  <c:v>10.915900000000002</c:v>
                </c:pt>
                <c:pt idx="24446">
                  <c:v>10.69642</c:v>
                </c:pt>
                <c:pt idx="24447">
                  <c:v>10.49118</c:v>
                </c:pt>
                <c:pt idx="24448">
                  <c:v>10.37196</c:v>
                </c:pt>
                <c:pt idx="24449">
                  <c:v>10.51713</c:v>
                </c:pt>
                <c:pt idx="24450">
                  <c:v>10.50806</c:v>
                </c:pt>
                <c:pt idx="24451">
                  <c:v>10.294919999999999</c:v>
                </c:pt>
                <c:pt idx="24452">
                  <c:v>10.045960000000001</c:v>
                </c:pt>
                <c:pt idx="24453">
                  <c:v>9.7589600000000001</c:v>
                </c:pt>
                <c:pt idx="24454">
                  <c:v>9.4538400000000067</c:v>
                </c:pt>
                <c:pt idx="24455">
                  <c:v>9.0381400000000003</c:v>
                </c:pt>
                <c:pt idx="24456">
                  <c:v>8.6842900000000007</c:v>
                </c:pt>
                <c:pt idx="24457">
                  <c:v>8.3195900000000123</c:v>
                </c:pt>
                <c:pt idx="24458">
                  <c:v>7.9218700000000002</c:v>
                </c:pt>
                <c:pt idx="24459">
                  <c:v>7.5926299999999998</c:v>
                </c:pt>
                <c:pt idx="24460">
                  <c:v>7.4104799999999997</c:v>
                </c:pt>
                <c:pt idx="24461">
                  <c:v>7.5678499999999955</c:v>
                </c:pt>
                <c:pt idx="24462">
                  <c:v>7.9898800000000003</c:v>
                </c:pt>
                <c:pt idx="24463">
                  <c:v>8.5696600000000007</c:v>
                </c:pt>
                <c:pt idx="24464">
                  <c:v>9.1721300000000028</c:v>
                </c:pt>
                <c:pt idx="24465">
                  <c:v>9.6427400000000034</c:v>
                </c:pt>
                <c:pt idx="24466">
                  <c:v>9.8842000000000034</c:v>
                </c:pt>
                <c:pt idx="24467">
                  <c:v>9.738369999999998</c:v>
                </c:pt>
                <c:pt idx="24468">
                  <c:v>9.2966100000000012</c:v>
                </c:pt>
                <c:pt idx="24469">
                  <c:v>8.8481299999999994</c:v>
                </c:pt>
                <c:pt idx="24470">
                  <c:v>8.59999</c:v>
                </c:pt>
                <c:pt idx="24471">
                  <c:v>8.5564100000000067</c:v>
                </c:pt>
                <c:pt idx="24472">
                  <c:v>8.7349799999999984</c:v>
                </c:pt>
                <c:pt idx="24473">
                  <c:v>8.8429600000000015</c:v>
                </c:pt>
                <c:pt idx="24474">
                  <c:v>8.5188100000000002</c:v>
                </c:pt>
                <c:pt idx="24475">
                  <c:v>8.1605300000000067</c:v>
                </c:pt>
                <c:pt idx="24476">
                  <c:v>8.2856700000000014</c:v>
                </c:pt>
                <c:pt idx="24477">
                  <c:v>8.7011900000000004</c:v>
                </c:pt>
                <c:pt idx="24478">
                  <c:v>9.1447199999999995</c:v>
                </c:pt>
                <c:pt idx="24479">
                  <c:v>9.5506800000000105</c:v>
                </c:pt>
                <c:pt idx="24480">
                  <c:v>9.6067100000000014</c:v>
                </c:pt>
                <c:pt idx="24481">
                  <c:v>9.3940900000000003</c:v>
                </c:pt>
                <c:pt idx="24482">
                  <c:v>9.3355100000000046</c:v>
                </c:pt>
                <c:pt idx="24483">
                  <c:v>9.3967500000000008</c:v>
                </c:pt>
                <c:pt idx="24484">
                  <c:v>9.547979999999999</c:v>
                </c:pt>
                <c:pt idx="24485">
                  <c:v>9.9588300000000007</c:v>
                </c:pt>
                <c:pt idx="24486">
                  <c:v>10.279780000000002</c:v>
                </c:pt>
                <c:pt idx="24487">
                  <c:v>10.266550000000002</c:v>
                </c:pt>
                <c:pt idx="24488">
                  <c:v>10.164670000000001</c:v>
                </c:pt>
                <c:pt idx="24489">
                  <c:v>10.27215</c:v>
                </c:pt>
                <c:pt idx="24490">
                  <c:v>9.87439</c:v>
                </c:pt>
                <c:pt idx="24491">
                  <c:v>8.8881100000000011</c:v>
                </c:pt>
                <c:pt idx="24492">
                  <c:v>8.2903099999999998</c:v>
                </c:pt>
                <c:pt idx="24493">
                  <c:v>8.1925700000000035</c:v>
                </c:pt>
                <c:pt idx="24494">
                  <c:v>7.7469900000000003</c:v>
                </c:pt>
                <c:pt idx="24495">
                  <c:v>7.1574199999999939</c:v>
                </c:pt>
                <c:pt idx="24496">
                  <c:v>6.87568</c:v>
                </c:pt>
                <c:pt idx="24497">
                  <c:v>7.1524099999999944</c:v>
                </c:pt>
                <c:pt idx="24498">
                  <c:v>7.5130299999999997</c:v>
                </c:pt>
                <c:pt idx="24499">
                  <c:v>7.6603399999999944</c:v>
                </c:pt>
                <c:pt idx="24500">
                  <c:v>7.9618099999999998</c:v>
                </c:pt>
                <c:pt idx="24501">
                  <c:v>8.3091600000000003</c:v>
                </c:pt>
                <c:pt idx="24502">
                  <c:v>8.6312499999999996</c:v>
                </c:pt>
                <c:pt idx="24503">
                  <c:v>8.8120400000000068</c:v>
                </c:pt>
                <c:pt idx="24504">
                  <c:v>8.9358900000000006</c:v>
                </c:pt>
                <c:pt idx="24505">
                  <c:v>8.8426900000000028</c:v>
                </c:pt>
                <c:pt idx="24506">
                  <c:v>8.6480799999999984</c:v>
                </c:pt>
                <c:pt idx="24507">
                  <c:v>8.5959100000000035</c:v>
                </c:pt>
                <c:pt idx="24508">
                  <c:v>8.6386000000000003</c:v>
                </c:pt>
                <c:pt idx="24509">
                  <c:v>8.7285400000000006</c:v>
                </c:pt>
                <c:pt idx="24510">
                  <c:v>8.6064300000000067</c:v>
                </c:pt>
                <c:pt idx="24511">
                  <c:v>8.3653000000000048</c:v>
                </c:pt>
                <c:pt idx="24512">
                  <c:v>8.0183499999999999</c:v>
                </c:pt>
                <c:pt idx="24513">
                  <c:v>7.82904</c:v>
                </c:pt>
                <c:pt idx="24514">
                  <c:v>7.8074099999999955</c:v>
                </c:pt>
                <c:pt idx="24515">
                  <c:v>7.9839799999999999</c:v>
                </c:pt>
                <c:pt idx="24516">
                  <c:v>8.4138000000000002</c:v>
                </c:pt>
                <c:pt idx="24517">
                  <c:v>8.6268200000000004</c:v>
                </c:pt>
                <c:pt idx="24518">
                  <c:v>8.5107000000000035</c:v>
                </c:pt>
                <c:pt idx="24519">
                  <c:v>8.3805600000000027</c:v>
                </c:pt>
                <c:pt idx="24520">
                  <c:v>8.4474100000000014</c:v>
                </c:pt>
                <c:pt idx="24521">
                  <c:v>8.65395</c:v>
                </c:pt>
                <c:pt idx="24522">
                  <c:v>8.8331700000000009</c:v>
                </c:pt>
                <c:pt idx="24523">
                  <c:v>9.0646500000000003</c:v>
                </c:pt>
                <c:pt idx="24524">
                  <c:v>9.3063400000000005</c:v>
                </c:pt>
                <c:pt idx="24525">
                  <c:v>9.1257900000000003</c:v>
                </c:pt>
                <c:pt idx="24526">
                  <c:v>8.8264600000000026</c:v>
                </c:pt>
                <c:pt idx="24527">
                  <c:v>8.89405</c:v>
                </c:pt>
                <c:pt idx="24528">
                  <c:v>9.3174600000000005</c:v>
                </c:pt>
                <c:pt idx="24529">
                  <c:v>9.8205600000000004</c:v>
                </c:pt>
                <c:pt idx="24530">
                  <c:v>10.2234</c:v>
                </c:pt>
                <c:pt idx="24531">
                  <c:v>10.392140000000012</c:v>
                </c:pt>
                <c:pt idx="24532">
                  <c:v>10.40274000000001</c:v>
                </c:pt>
                <c:pt idx="24533">
                  <c:v>10.404260000000001</c:v>
                </c:pt>
                <c:pt idx="24534">
                  <c:v>10.324170000000001</c:v>
                </c:pt>
                <c:pt idx="24535">
                  <c:v>10.518790000000001</c:v>
                </c:pt>
                <c:pt idx="24536">
                  <c:v>11.23752</c:v>
                </c:pt>
                <c:pt idx="24537">
                  <c:v>11.9701</c:v>
                </c:pt>
                <c:pt idx="24538">
                  <c:v>12.36871</c:v>
                </c:pt>
                <c:pt idx="24539">
                  <c:v>12.743410000000001</c:v>
                </c:pt>
                <c:pt idx="24540">
                  <c:v>12.67348000000001</c:v>
                </c:pt>
                <c:pt idx="24541">
                  <c:v>12.107150000000001</c:v>
                </c:pt>
                <c:pt idx="24542">
                  <c:v>11.82091</c:v>
                </c:pt>
                <c:pt idx="24543">
                  <c:v>11.75967</c:v>
                </c:pt>
                <c:pt idx="24544">
                  <c:v>11.86745000000001</c:v>
                </c:pt>
                <c:pt idx="24545">
                  <c:v>12.153230000000002</c:v>
                </c:pt>
                <c:pt idx="24546">
                  <c:v>12.55128</c:v>
                </c:pt>
                <c:pt idx="24547">
                  <c:v>12.984680000000004</c:v>
                </c:pt>
                <c:pt idx="24548">
                  <c:v>13.46339</c:v>
                </c:pt>
                <c:pt idx="24549">
                  <c:v>14.08426</c:v>
                </c:pt>
                <c:pt idx="24550">
                  <c:v>14.79885</c:v>
                </c:pt>
                <c:pt idx="24551">
                  <c:v>15.28087</c:v>
                </c:pt>
                <c:pt idx="24552">
                  <c:v>15.42864</c:v>
                </c:pt>
                <c:pt idx="24553">
                  <c:v>15.29156</c:v>
                </c:pt>
                <c:pt idx="24554">
                  <c:v>14.702360000000001</c:v>
                </c:pt>
                <c:pt idx="24555">
                  <c:v>14.11877</c:v>
                </c:pt>
                <c:pt idx="24556">
                  <c:v>13.90855</c:v>
                </c:pt>
                <c:pt idx="24557">
                  <c:v>13.92769</c:v>
                </c:pt>
                <c:pt idx="24558">
                  <c:v>13.9016</c:v>
                </c:pt>
                <c:pt idx="24559">
                  <c:v>13.75564000000001</c:v>
                </c:pt>
                <c:pt idx="24560">
                  <c:v>13.80819</c:v>
                </c:pt>
                <c:pt idx="24561">
                  <c:v>13.892880000000011</c:v>
                </c:pt>
                <c:pt idx="24562">
                  <c:v>13.936720000000001</c:v>
                </c:pt>
                <c:pt idx="24563">
                  <c:v>13.87257000000001</c:v>
                </c:pt>
                <c:pt idx="24564">
                  <c:v>13.836310000000001</c:v>
                </c:pt>
                <c:pt idx="24565">
                  <c:v>14.114420000000001</c:v>
                </c:pt>
                <c:pt idx="24566">
                  <c:v>14.636560000000001</c:v>
                </c:pt>
                <c:pt idx="24567">
                  <c:v>15.141690000000001</c:v>
                </c:pt>
                <c:pt idx="24568">
                  <c:v>15.646470000000001</c:v>
                </c:pt>
                <c:pt idx="24569">
                  <c:v>15.894600000000002</c:v>
                </c:pt>
                <c:pt idx="24570">
                  <c:v>16.1555</c:v>
                </c:pt>
                <c:pt idx="24571">
                  <c:v>16.398859999999999</c:v>
                </c:pt>
                <c:pt idx="24572">
                  <c:v>16.25679999999997</c:v>
                </c:pt>
                <c:pt idx="24573">
                  <c:v>15.963540000000011</c:v>
                </c:pt>
                <c:pt idx="24574">
                  <c:v>15.743540000000001</c:v>
                </c:pt>
                <c:pt idx="24575">
                  <c:v>15.660440000000012</c:v>
                </c:pt>
                <c:pt idx="24576">
                  <c:v>15.392800000000006</c:v>
                </c:pt>
                <c:pt idx="24577">
                  <c:v>14.90448000000001</c:v>
                </c:pt>
                <c:pt idx="24578">
                  <c:v>14.717129999999999</c:v>
                </c:pt>
                <c:pt idx="24579">
                  <c:v>14.937150000000001</c:v>
                </c:pt>
                <c:pt idx="24580">
                  <c:v>15.2044</c:v>
                </c:pt>
                <c:pt idx="24581">
                  <c:v>15.456710000000006</c:v>
                </c:pt>
                <c:pt idx="24582">
                  <c:v>15.81458000000001</c:v>
                </c:pt>
                <c:pt idx="24583">
                  <c:v>16.088729999999959</c:v>
                </c:pt>
                <c:pt idx="24584">
                  <c:v>15.969390000000002</c:v>
                </c:pt>
                <c:pt idx="24585">
                  <c:v>15.833830000000004</c:v>
                </c:pt>
                <c:pt idx="24586">
                  <c:v>15.87947000000001</c:v>
                </c:pt>
                <c:pt idx="24587">
                  <c:v>15.99422</c:v>
                </c:pt>
                <c:pt idx="24588">
                  <c:v>15.64099</c:v>
                </c:pt>
                <c:pt idx="24589">
                  <c:v>15.399460000000012</c:v>
                </c:pt>
                <c:pt idx="24590">
                  <c:v>15.531129999999999</c:v>
                </c:pt>
                <c:pt idx="24591">
                  <c:v>15.807030000000006</c:v>
                </c:pt>
                <c:pt idx="24592">
                  <c:v>16.47784</c:v>
                </c:pt>
                <c:pt idx="24593">
                  <c:v>17.269100000000002</c:v>
                </c:pt>
                <c:pt idx="24594">
                  <c:v>17.950139999999973</c:v>
                </c:pt>
                <c:pt idx="24595">
                  <c:v>18.526679999999974</c:v>
                </c:pt>
                <c:pt idx="24596">
                  <c:v>18.943119999999972</c:v>
                </c:pt>
                <c:pt idx="24597">
                  <c:v>19.100249999999978</c:v>
                </c:pt>
                <c:pt idx="24598">
                  <c:v>19.06728</c:v>
                </c:pt>
                <c:pt idx="24599">
                  <c:v>18.615130000000001</c:v>
                </c:pt>
                <c:pt idx="24600">
                  <c:v>18.166329999999974</c:v>
                </c:pt>
                <c:pt idx="24601">
                  <c:v>18.220519999999972</c:v>
                </c:pt>
                <c:pt idx="24602">
                  <c:v>18.50206</c:v>
                </c:pt>
                <c:pt idx="24603">
                  <c:v>18.866250000000001</c:v>
                </c:pt>
                <c:pt idx="24604">
                  <c:v>19.478149999999957</c:v>
                </c:pt>
                <c:pt idx="24605">
                  <c:v>19.733360000000001</c:v>
                </c:pt>
                <c:pt idx="24606">
                  <c:v>19.162459999999989</c:v>
                </c:pt>
                <c:pt idx="24607">
                  <c:v>18.609670000000001</c:v>
                </c:pt>
                <c:pt idx="24608">
                  <c:v>18.591860000000022</c:v>
                </c:pt>
                <c:pt idx="24609">
                  <c:v>18.982629999999943</c:v>
                </c:pt>
                <c:pt idx="24610">
                  <c:v>19.432559999999974</c:v>
                </c:pt>
                <c:pt idx="24611">
                  <c:v>19.902379999999972</c:v>
                </c:pt>
                <c:pt idx="24612">
                  <c:v>20.288309999999957</c:v>
                </c:pt>
                <c:pt idx="24613">
                  <c:v>20.434259999999988</c:v>
                </c:pt>
                <c:pt idx="24614">
                  <c:v>20.609690000000001</c:v>
                </c:pt>
                <c:pt idx="24615">
                  <c:v>20.650910000000021</c:v>
                </c:pt>
                <c:pt idx="24616">
                  <c:v>20.707080000000001</c:v>
                </c:pt>
                <c:pt idx="24617">
                  <c:v>20.93847999999997</c:v>
                </c:pt>
                <c:pt idx="24618">
                  <c:v>21.259399999999989</c:v>
                </c:pt>
                <c:pt idx="24619">
                  <c:v>21.64339</c:v>
                </c:pt>
                <c:pt idx="24620">
                  <c:v>21.730509999999974</c:v>
                </c:pt>
                <c:pt idx="24621">
                  <c:v>21.23246</c:v>
                </c:pt>
                <c:pt idx="24622">
                  <c:v>20.511920000000021</c:v>
                </c:pt>
                <c:pt idx="24623">
                  <c:v>20.31803</c:v>
                </c:pt>
                <c:pt idx="24624">
                  <c:v>20.6676</c:v>
                </c:pt>
                <c:pt idx="24625">
                  <c:v>20.953639999999975</c:v>
                </c:pt>
                <c:pt idx="24626">
                  <c:v>20.974509999999974</c:v>
                </c:pt>
                <c:pt idx="24627">
                  <c:v>21.065950000000001</c:v>
                </c:pt>
                <c:pt idx="24628">
                  <c:v>21.487299999999973</c:v>
                </c:pt>
                <c:pt idx="24629">
                  <c:v>21.830500000000001</c:v>
                </c:pt>
                <c:pt idx="24630">
                  <c:v>21.503959999999999</c:v>
                </c:pt>
                <c:pt idx="24631">
                  <c:v>21.20317</c:v>
                </c:pt>
                <c:pt idx="24632">
                  <c:v>21.482339999999954</c:v>
                </c:pt>
                <c:pt idx="24633">
                  <c:v>22.10474</c:v>
                </c:pt>
                <c:pt idx="24634">
                  <c:v>22.545769999999973</c:v>
                </c:pt>
                <c:pt idx="24635">
                  <c:v>22.801970000000026</c:v>
                </c:pt>
                <c:pt idx="24636">
                  <c:v>23.184750000000001</c:v>
                </c:pt>
                <c:pt idx="24637">
                  <c:v>23.803970000000021</c:v>
                </c:pt>
                <c:pt idx="24638">
                  <c:v>24.599129999999974</c:v>
                </c:pt>
                <c:pt idx="24639">
                  <c:v>25.622990000000001</c:v>
                </c:pt>
                <c:pt idx="24640">
                  <c:v>26.44689</c:v>
                </c:pt>
                <c:pt idx="24641">
                  <c:v>26.829090000000001</c:v>
                </c:pt>
                <c:pt idx="24642">
                  <c:v>27.181370000000001</c:v>
                </c:pt>
                <c:pt idx="24643">
                  <c:v>27.548079999999974</c:v>
                </c:pt>
                <c:pt idx="24644">
                  <c:v>27.560779999999973</c:v>
                </c:pt>
                <c:pt idx="24645">
                  <c:v>26.935129999999972</c:v>
                </c:pt>
                <c:pt idx="24646">
                  <c:v>26.00801999999997</c:v>
                </c:pt>
                <c:pt idx="24647">
                  <c:v>25.337260000000022</c:v>
                </c:pt>
                <c:pt idx="24648">
                  <c:v>25.078489999999974</c:v>
                </c:pt>
                <c:pt idx="24649">
                  <c:v>25.23549999999997</c:v>
                </c:pt>
                <c:pt idx="24650">
                  <c:v>25.606200000000001</c:v>
                </c:pt>
                <c:pt idx="24651">
                  <c:v>25.495439999999952</c:v>
                </c:pt>
                <c:pt idx="24652">
                  <c:v>25.319269999999999</c:v>
                </c:pt>
                <c:pt idx="24653">
                  <c:v>25.607830000000021</c:v>
                </c:pt>
                <c:pt idx="24654">
                  <c:v>26.017199999999999</c:v>
                </c:pt>
                <c:pt idx="24655">
                  <c:v>26.356269999999999</c:v>
                </c:pt>
                <c:pt idx="24656">
                  <c:v>26.697030000000005</c:v>
                </c:pt>
                <c:pt idx="24657">
                  <c:v>27.196650000000005</c:v>
                </c:pt>
                <c:pt idx="24658">
                  <c:v>27.6554</c:v>
                </c:pt>
                <c:pt idx="24659">
                  <c:v>27.805959999999999</c:v>
                </c:pt>
                <c:pt idx="24660">
                  <c:v>27.970039999999972</c:v>
                </c:pt>
                <c:pt idx="24661">
                  <c:v>28.29855999999997</c:v>
                </c:pt>
                <c:pt idx="24662">
                  <c:v>28.635940000000005</c:v>
                </c:pt>
                <c:pt idx="24663">
                  <c:v>28.985039999999955</c:v>
                </c:pt>
                <c:pt idx="24664">
                  <c:v>29.29401</c:v>
                </c:pt>
                <c:pt idx="24665">
                  <c:v>29.353380000000001</c:v>
                </c:pt>
                <c:pt idx="24666">
                  <c:v>29.13034</c:v>
                </c:pt>
                <c:pt idx="24667">
                  <c:v>28.92306</c:v>
                </c:pt>
                <c:pt idx="24668">
                  <c:v>29.039980000000021</c:v>
                </c:pt>
                <c:pt idx="24669">
                  <c:v>29.368679999999973</c:v>
                </c:pt>
                <c:pt idx="24670">
                  <c:v>29.810289999999988</c:v>
                </c:pt>
                <c:pt idx="24671">
                  <c:v>30.163969999999999</c:v>
                </c:pt>
                <c:pt idx="24672">
                  <c:v>30.007580000000001</c:v>
                </c:pt>
                <c:pt idx="24673">
                  <c:v>29.614920000000033</c:v>
                </c:pt>
                <c:pt idx="24674">
                  <c:v>28.968939999999975</c:v>
                </c:pt>
                <c:pt idx="24675">
                  <c:v>28.23667</c:v>
                </c:pt>
                <c:pt idx="24676">
                  <c:v>27.976229999999973</c:v>
                </c:pt>
                <c:pt idx="24677">
                  <c:v>28.196580000000001</c:v>
                </c:pt>
                <c:pt idx="24678">
                  <c:v>28.655080000000005</c:v>
                </c:pt>
                <c:pt idx="24679">
                  <c:v>29.026019999999974</c:v>
                </c:pt>
                <c:pt idx="24680">
                  <c:v>29.342739999999957</c:v>
                </c:pt>
                <c:pt idx="24681">
                  <c:v>29.549329999999973</c:v>
                </c:pt>
                <c:pt idx="24682">
                  <c:v>29.399830000000001</c:v>
                </c:pt>
                <c:pt idx="24683">
                  <c:v>29.180140000000002</c:v>
                </c:pt>
                <c:pt idx="24684">
                  <c:v>29.213329999999978</c:v>
                </c:pt>
                <c:pt idx="24685">
                  <c:v>29.522489999999973</c:v>
                </c:pt>
                <c:pt idx="24686">
                  <c:v>29.767669999999974</c:v>
                </c:pt>
                <c:pt idx="24687">
                  <c:v>29.556999999999999</c:v>
                </c:pt>
                <c:pt idx="24688">
                  <c:v>29.21754</c:v>
                </c:pt>
                <c:pt idx="24689">
                  <c:v>29.073609999999974</c:v>
                </c:pt>
                <c:pt idx="24690">
                  <c:v>29.124780000000001</c:v>
                </c:pt>
                <c:pt idx="24691">
                  <c:v>29.101469999999999</c:v>
                </c:pt>
                <c:pt idx="24692">
                  <c:v>28.190349999999974</c:v>
                </c:pt>
                <c:pt idx="24693">
                  <c:v>27.168949999999974</c:v>
                </c:pt>
                <c:pt idx="24694">
                  <c:v>26.803639999999973</c:v>
                </c:pt>
                <c:pt idx="24695">
                  <c:v>26.837810000000033</c:v>
                </c:pt>
                <c:pt idx="24696">
                  <c:v>26.992059999999974</c:v>
                </c:pt>
                <c:pt idx="24697">
                  <c:v>26.714150000000021</c:v>
                </c:pt>
                <c:pt idx="24698">
                  <c:v>26.193890000000021</c:v>
                </c:pt>
                <c:pt idx="24699">
                  <c:v>25.896789999999989</c:v>
                </c:pt>
                <c:pt idx="24700">
                  <c:v>25.945519999999952</c:v>
                </c:pt>
                <c:pt idx="24701">
                  <c:v>26.243239999999975</c:v>
                </c:pt>
                <c:pt idx="24702">
                  <c:v>26.5977</c:v>
                </c:pt>
                <c:pt idx="24703">
                  <c:v>26.723619999999972</c:v>
                </c:pt>
                <c:pt idx="24704">
                  <c:v>26.39245</c:v>
                </c:pt>
                <c:pt idx="24705">
                  <c:v>25.978679999999972</c:v>
                </c:pt>
                <c:pt idx="24706">
                  <c:v>25.954850000000022</c:v>
                </c:pt>
                <c:pt idx="24707">
                  <c:v>26.27928</c:v>
                </c:pt>
                <c:pt idx="24708">
                  <c:v>26.797960000000021</c:v>
                </c:pt>
                <c:pt idx="24709">
                  <c:v>27.455239999999975</c:v>
                </c:pt>
                <c:pt idx="24710">
                  <c:v>27.98755999999997</c:v>
                </c:pt>
                <c:pt idx="24711">
                  <c:v>28.35251999999997</c:v>
                </c:pt>
                <c:pt idx="24712">
                  <c:v>28.750399999999978</c:v>
                </c:pt>
                <c:pt idx="24713">
                  <c:v>29.040459999999989</c:v>
                </c:pt>
                <c:pt idx="24714">
                  <c:v>29.164860000000033</c:v>
                </c:pt>
                <c:pt idx="24715">
                  <c:v>28.91018</c:v>
                </c:pt>
                <c:pt idx="24716">
                  <c:v>28.443599999999975</c:v>
                </c:pt>
                <c:pt idx="24717">
                  <c:v>28.130790000000001</c:v>
                </c:pt>
                <c:pt idx="24718">
                  <c:v>28.045789999999968</c:v>
                </c:pt>
                <c:pt idx="24719">
                  <c:v>28.095770000000002</c:v>
                </c:pt>
                <c:pt idx="24720">
                  <c:v>27.903729999999957</c:v>
                </c:pt>
                <c:pt idx="24721">
                  <c:v>27.268539999999959</c:v>
                </c:pt>
                <c:pt idx="24722">
                  <c:v>25.997330000000002</c:v>
                </c:pt>
                <c:pt idx="24723">
                  <c:v>24.77055</c:v>
                </c:pt>
                <c:pt idx="24724">
                  <c:v>24.020639999999968</c:v>
                </c:pt>
                <c:pt idx="24725">
                  <c:v>23.45288</c:v>
                </c:pt>
                <c:pt idx="24726">
                  <c:v>23.156179999999999</c:v>
                </c:pt>
                <c:pt idx="24727">
                  <c:v>23.123840000000001</c:v>
                </c:pt>
                <c:pt idx="24728">
                  <c:v>23.169969999999999</c:v>
                </c:pt>
                <c:pt idx="24729">
                  <c:v>23.098429999999972</c:v>
                </c:pt>
                <c:pt idx="24730">
                  <c:v>22.968399999999956</c:v>
                </c:pt>
                <c:pt idx="24731">
                  <c:v>22.829850000000022</c:v>
                </c:pt>
                <c:pt idx="24732">
                  <c:v>22.840820000000001</c:v>
                </c:pt>
                <c:pt idx="24733">
                  <c:v>22.95968999999997</c:v>
                </c:pt>
                <c:pt idx="24734">
                  <c:v>22.838640000000002</c:v>
                </c:pt>
                <c:pt idx="24735">
                  <c:v>22.654579999999999</c:v>
                </c:pt>
                <c:pt idx="24736">
                  <c:v>22.690390000000001</c:v>
                </c:pt>
                <c:pt idx="24737">
                  <c:v>22.869700000000002</c:v>
                </c:pt>
                <c:pt idx="24738">
                  <c:v>23.038850000000021</c:v>
                </c:pt>
                <c:pt idx="24739">
                  <c:v>23.078429999999972</c:v>
                </c:pt>
                <c:pt idx="24740">
                  <c:v>22.455009999999973</c:v>
                </c:pt>
                <c:pt idx="24741">
                  <c:v>21.39471</c:v>
                </c:pt>
                <c:pt idx="24742">
                  <c:v>20.056560000000001</c:v>
                </c:pt>
                <c:pt idx="24743">
                  <c:v>18.924619999999972</c:v>
                </c:pt>
                <c:pt idx="24744">
                  <c:v>18.766159999999989</c:v>
                </c:pt>
                <c:pt idx="24745">
                  <c:v>18.852900000000005</c:v>
                </c:pt>
                <c:pt idx="24746">
                  <c:v>18.897629999999989</c:v>
                </c:pt>
                <c:pt idx="24747">
                  <c:v>19.144839999999999</c:v>
                </c:pt>
                <c:pt idx="24748">
                  <c:v>19.493079999999978</c:v>
                </c:pt>
                <c:pt idx="24749">
                  <c:v>19.71218</c:v>
                </c:pt>
                <c:pt idx="24750">
                  <c:v>19.71283</c:v>
                </c:pt>
                <c:pt idx="24751">
                  <c:v>19.701989999999999</c:v>
                </c:pt>
                <c:pt idx="24752">
                  <c:v>19.673030000000001</c:v>
                </c:pt>
                <c:pt idx="24753">
                  <c:v>19.386109999999974</c:v>
                </c:pt>
                <c:pt idx="24754">
                  <c:v>18.870709999999974</c:v>
                </c:pt>
                <c:pt idx="24755">
                  <c:v>18.602129999999974</c:v>
                </c:pt>
                <c:pt idx="24756">
                  <c:v>18.914729999999974</c:v>
                </c:pt>
                <c:pt idx="24757">
                  <c:v>19.23677</c:v>
                </c:pt>
                <c:pt idx="24758">
                  <c:v>19.042779999999972</c:v>
                </c:pt>
                <c:pt idx="24759">
                  <c:v>18.753129999999974</c:v>
                </c:pt>
                <c:pt idx="24760">
                  <c:v>18.685399999999973</c:v>
                </c:pt>
                <c:pt idx="24761">
                  <c:v>18.762319999999956</c:v>
                </c:pt>
                <c:pt idx="24762">
                  <c:v>18.975009999999973</c:v>
                </c:pt>
                <c:pt idx="24763">
                  <c:v>18.956900000000001</c:v>
                </c:pt>
                <c:pt idx="24764">
                  <c:v>18.551020000000001</c:v>
                </c:pt>
                <c:pt idx="24765">
                  <c:v>17.911919999999999</c:v>
                </c:pt>
                <c:pt idx="24766">
                  <c:v>17.576739999999972</c:v>
                </c:pt>
                <c:pt idx="24767">
                  <c:v>17.797989999999999</c:v>
                </c:pt>
                <c:pt idx="24768">
                  <c:v>18.214189999999999</c:v>
                </c:pt>
                <c:pt idx="24769">
                  <c:v>18.351130000000001</c:v>
                </c:pt>
                <c:pt idx="24770">
                  <c:v>18.367560000000001</c:v>
                </c:pt>
                <c:pt idx="24771">
                  <c:v>18.498249999999956</c:v>
                </c:pt>
                <c:pt idx="24772">
                  <c:v>18.671510000000001</c:v>
                </c:pt>
                <c:pt idx="24773">
                  <c:v>18.768659999999972</c:v>
                </c:pt>
                <c:pt idx="24774">
                  <c:v>18.46799</c:v>
                </c:pt>
                <c:pt idx="24775">
                  <c:v>17.673459999999999</c:v>
                </c:pt>
                <c:pt idx="24776">
                  <c:v>16.94117</c:v>
                </c:pt>
                <c:pt idx="24777">
                  <c:v>16.663959999999999</c:v>
                </c:pt>
                <c:pt idx="24778">
                  <c:v>16.39549999999997</c:v>
                </c:pt>
                <c:pt idx="24779">
                  <c:v>16.018329999999974</c:v>
                </c:pt>
                <c:pt idx="24780">
                  <c:v>15.75365</c:v>
                </c:pt>
                <c:pt idx="24781">
                  <c:v>15.646560000000001</c:v>
                </c:pt>
                <c:pt idx="24782">
                  <c:v>15.67591</c:v>
                </c:pt>
                <c:pt idx="24783">
                  <c:v>15.726790000000001</c:v>
                </c:pt>
                <c:pt idx="24784">
                  <c:v>15.856610000000011</c:v>
                </c:pt>
                <c:pt idx="24785">
                  <c:v>16.073319999999974</c:v>
                </c:pt>
                <c:pt idx="24786">
                  <c:v>16.23479</c:v>
                </c:pt>
                <c:pt idx="24787">
                  <c:v>16.121420000000001</c:v>
                </c:pt>
                <c:pt idx="24788">
                  <c:v>15.61121</c:v>
                </c:pt>
                <c:pt idx="24789">
                  <c:v>14.825560000000012</c:v>
                </c:pt>
                <c:pt idx="24790">
                  <c:v>14.14016</c:v>
                </c:pt>
                <c:pt idx="24791">
                  <c:v>13.697420000000001</c:v>
                </c:pt>
                <c:pt idx="24792">
                  <c:v>13.476470000000004</c:v>
                </c:pt>
                <c:pt idx="24793">
                  <c:v>13.56381</c:v>
                </c:pt>
                <c:pt idx="24794">
                  <c:v>13.68859</c:v>
                </c:pt>
                <c:pt idx="24795">
                  <c:v>13.64452</c:v>
                </c:pt>
                <c:pt idx="24796">
                  <c:v>13.55941000000001</c:v>
                </c:pt>
                <c:pt idx="24797">
                  <c:v>13.660730000000004</c:v>
                </c:pt>
                <c:pt idx="24798">
                  <c:v>14.10595</c:v>
                </c:pt>
                <c:pt idx="24799">
                  <c:v>14.16386</c:v>
                </c:pt>
                <c:pt idx="24800">
                  <c:v>13.48997</c:v>
                </c:pt>
                <c:pt idx="24801">
                  <c:v>12.952590000000018</c:v>
                </c:pt>
                <c:pt idx="24802">
                  <c:v>12.71889</c:v>
                </c:pt>
                <c:pt idx="24803">
                  <c:v>12.57311</c:v>
                </c:pt>
                <c:pt idx="24804">
                  <c:v>12.418010000000001</c:v>
                </c:pt>
                <c:pt idx="24805">
                  <c:v>12.320640000000004</c:v>
                </c:pt>
                <c:pt idx="24806">
                  <c:v>12.13846</c:v>
                </c:pt>
                <c:pt idx="24807">
                  <c:v>11.778029999999999</c:v>
                </c:pt>
                <c:pt idx="24808">
                  <c:v>11.43106</c:v>
                </c:pt>
                <c:pt idx="24809">
                  <c:v>11.218680000000001</c:v>
                </c:pt>
                <c:pt idx="24810">
                  <c:v>10.937750000000001</c:v>
                </c:pt>
                <c:pt idx="24811">
                  <c:v>10.420020000000001</c:v>
                </c:pt>
                <c:pt idx="24812">
                  <c:v>10.00751</c:v>
                </c:pt>
                <c:pt idx="24813">
                  <c:v>9.8749600000000015</c:v>
                </c:pt>
                <c:pt idx="24814">
                  <c:v>9.7223299999999995</c:v>
                </c:pt>
                <c:pt idx="24815">
                  <c:v>9.532960000000001</c:v>
                </c:pt>
                <c:pt idx="24816">
                  <c:v>9.4140700000000006</c:v>
                </c:pt>
                <c:pt idx="24817">
                  <c:v>9.3876100000000005</c:v>
                </c:pt>
                <c:pt idx="24818">
                  <c:v>9.4945600000000034</c:v>
                </c:pt>
                <c:pt idx="24819">
                  <c:v>9.7873099999999997</c:v>
                </c:pt>
                <c:pt idx="24820">
                  <c:v>9.9065900000000067</c:v>
                </c:pt>
                <c:pt idx="24821">
                  <c:v>9.7456700000000005</c:v>
                </c:pt>
                <c:pt idx="24822">
                  <c:v>9.6996800000000007</c:v>
                </c:pt>
                <c:pt idx="24823">
                  <c:v>9.8155800000000113</c:v>
                </c:pt>
                <c:pt idx="24824">
                  <c:v>9.7486099999999993</c:v>
                </c:pt>
                <c:pt idx="24825">
                  <c:v>9.4614200000000004</c:v>
                </c:pt>
                <c:pt idx="24826">
                  <c:v>9.1563800000000004</c:v>
                </c:pt>
                <c:pt idx="24827">
                  <c:v>8.82301</c:v>
                </c:pt>
                <c:pt idx="24828">
                  <c:v>8.5901700000000005</c:v>
                </c:pt>
                <c:pt idx="24829">
                  <c:v>8.6639100000000013</c:v>
                </c:pt>
                <c:pt idx="24830">
                  <c:v>8.6652300000000047</c:v>
                </c:pt>
                <c:pt idx="24831">
                  <c:v>8.4</c:v>
                </c:pt>
                <c:pt idx="24832">
                  <c:v>8.1994900000000008</c:v>
                </c:pt>
                <c:pt idx="24833">
                  <c:v>8.2353500000000004</c:v>
                </c:pt>
                <c:pt idx="24834">
                  <c:v>8.2867300000000004</c:v>
                </c:pt>
                <c:pt idx="24835">
                  <c:v>8.3204300000000124</c:v>
                </c:pt>
                <c:pt idx="24836">
                  <c:v>8.4948800000000002</c:v>
                </c:pt>
                <c:pt idx="24837">
                  <c:v>8.8004000000000104</c:v>
                </c:pt>
                <c:pt idx="24838">
                  <c:v>9.1848900000000011</c:v>
                </c:pt>
                <c:pt idx="24839">
                  <c:v>9.5051200000000016</c:v>
                </c:pt>
                <c:pt idx="24840">
                  <c:v>9.6383499999999991</c:v>
                </c:pt>
                <c:pt idx="24841">
                  <c:v>9.8390900000000006</c:v>
                </c:pt>
                <c:pt idx="24842">
                  <c:v>10.157490000000006</c:v>
                </c:pt>
                <c:pt idx="24843">
                  <c:v>10.485250000000002</c:v>
                </c:pt>
                <c:pt idx="24844">
                  <c:v>10.762450000000012</c:v>
                </c:pt>
                <c:pt idx="24845">
                  <c:v>10.68792</c:v>
                </c:pt>
                <c:pt idx="24846">
                  <c:v>10.252420000000004</c:v>
                </c:pt>
                <c:pt idx="24847">
                  <c:v>9.6868800000000004</c:v>
                </c:pt>
                <c:pt idx="24848">
                  <c:v>9.2145200000000003</c:v>
                </c:pt>
                <c:pt idx="24849">
                  <c:v>8.7913999999999994</c:v>
                </c:pt>
                <c:pt idx="24850">
                  <c:v>8.6031100000000009</c:v>
                </c:pt>
                <c:pt idx="24851">
                  <c:v>8.5855500000000067</c:v>
                </c:pt>
                <c:pt idx="24852">
                  <c:v>8.6905000000000001</c:v>
                </c:pt>
                <c:pt idx="24853">
                  <c:v>8.8908400000000007</c:v>
                </c:pt>
                <c:pt idx="24854">
                  <c:v>9.0731200000000012</c:v>
                </c:pt>
                <c:pt idx="24855">
                  <c:v>9.1237900000000014</c:v>
                </c:pt>
                <c:pt idx="24856">
                  <c:v>8.9723900000000008</c:v>
                </c:pt>
                <c:pt idx="24857">
                  <c:v>8.7064300000000028</c:v>
                </c:pt>
                <c:pt idx="24858">
                  <c:v>8.3512400000000007</c:v>
                </c:pt>
                <c:pt idx="24859">
                  <c:v>8.0576500000000006</c:v>
                </c:pt>
                <c:pt idx="24860">
                  <c:v>7.9583899999999996</c:v>
                </c:pt>
                <c:pt idx="24861">
                  <c:v>7.9582700000000024</c:v>
                </c:pt>
                <c:pt idx="24862">
                  <c:v>8.1356300000000008</c:v>
                </c:pt>
                <c:pt idx="24863">
                  <c:v>8.5053000000000001</c:v>
                </c:pt>
                <c:pt idx="24864">
                  <c:v>9.0023</c:v>
                </c:pt>
                <c:pt idx="24865">
                  <c:v>9.51431</c:v>
                </c:pt>
                <c:pt idx="24866">
                  <c:v>10.05423</c:v>
                </c:pt>
                <c:pt idx="24867">
                  <c:v>10.485940000000006</c:v>
                </c:pt>
                <c:pt idx="24868">
                  <c:v>10.663030000000004</c:v>
                </c:pt>
                <c:pt idx="24869">
                  <c:v>10.794359999999999</c:v>
                </c:pt>
                <c:pt idx="24870">
                  <c:v>10.93519</c:v>
                </c:pt>
                <c:pt idx="24871">
                  <c:v>10.755420000000004</c:v>
                </c:pt>
                <c:pt idx="24872">
                  <c:v>10.57986</c:v>
                </c:pt>
                <c:pt idx="24873">
                  <c:v>10.730880000000001</c:v>
                </c:pt>
                <c:pt idx="24874">
                  <c:v>11.153930000000004</c:v>
                </c:pt>
                <c:pt idx="24875">
                  <c:v>11.400650000000002</c:v>
                </c:pt>
                <c:pt idx="24876">
                  <c:v>11.37496</c:v>
                </c:pt>
                <c:pt idx="24877">
                  <c:v>11.03332</c:v>
                </c:pt>
                <c:pt idx="24878">
                  <c:v>10.37163000000001</c:v>
                </c:pt>
                <c:pt idx="24879">
                  <c:v>10.148099999999999</c:v>
                </c:pt>
                <c:pt idx="24880">
                  <c:v>10.74564</c:v>
                </c:pt>
                <c:pt idx="24881">
                  <c:v>11.521840000000001</c:v>
                </c:pt>
                <c:pt idx="24882">
                  <c:v>11.973190000000002</c:v>
                </c:pt>
                <c:pt idx="24883">
                  <c:v>12.223850000000001</c:v>
                </c:pt>
                <c:pt idx="24884">
                  <c:v>12.839510000000002</c:v>
                </c:pt>
                <c:pt idx="24885">
                  <c:v>13.521570000000001</c:v>
                </c:pt>
                <c:pt idx="24886">
                  <c:v>13.658050000000001</c:v>
                </c:pt>
                <c:pt idx="24887">
                  <c:v>13.289620000000001</c:v>
                </c:pt>
                <c:pt idx="24888">
                  <c:v>12.486980000000004</c:v>
                </c:pt>
                <c:pt idx="24889">
                  <c:v>11.567970000000001</c:v>
                </c:pt>
                <c:pt idx="24890">
                  <c:v>10.761700000000001</c:v>
                </c:pt>
                <c:pt idx="24891">
                  <c:v>9.9783500000000007</c:v>
                </c:pt>
                <c:pt idx="24892">
                  <c:v>9.4999700000000011</c:v>
                </c:pt>
                <c:pt idx="24893">
                  <c:v>9.3971</c:v>
                </c:pt>
                <c:pt idx="24894">
                  <c:v>9.3875900000000048</c:v>
                </c:pt>
                <c:pt idx="24895">
                  <c:v>9.1151100000000014</c:v>
                </c:pt>
                <c:pt idx="24896">
                  <c:v>8.98306</c:v>
                </c:pt>
                <c:pt idx="24897">
                  <c:v>9.6408400000000007</c:v>
                </c:pt>
                <c:pt idx="24898">
                  <c:v>10.456020000000002</c:v>
                </c:pt>
                <c:pt idx="24899">
                  <c:v>11.061060000000001</c:v>
                </c:pt>
                <c:pt idx="24900">
                  <c:v>11.39617</c:v>
                </c:pt>
                <c:pt idx="24901">
                  <c:v>11.261840000000001</c:v>
                </c:pt>
                <c:pt idx="24902">
                  <c:v>10.939110000000001</c:v>
                </c:pt>
                <c:pt idx="24903">
                  <c:v>10.63326</c:v>
                </c:pt>
                <c:pt idx="24904">
                  <c:v>10.50184</c:v>
                </c:pt>
                <c:pt idx="24905">
                  <c:v>10.6313</c:v>
                </c:pt>
                <c:pt idx="24906">
                  <c:v>10.98724</c:v>
                </c:pt>
                <c:pt idx="24907">
                  <c:v>11.2461</c:v>
                </c:pt>
                <c:pt idx="24908">
                  <c:v>11.47391</c:v>
                </c:pt>
                <c:pt idx="24909">
                  <c:v>11.20154</c:v>
                </c:pt>
                <c:pt idx="24910">
                  <c:v>10.650120000000001</c:v>
                </c:pt>
                <c:pt idx="24911">
                  <c:v>10.573080000000004</c:v>
                </c:pt>
                <c:pt idx="24912">
                  <c:v>10.86534000000001</c:v>
                </c:pt>
                <c:pt idx="24913">
                  <c:v>11.309590000000011</c:v>
                </c:pt>
                <c:pt idx="24914">
                  <c:v>11.438319999999999</c:v>
                </c:pt>
                <c:pt idx="24915">
                  <c:v>11.38167</c:v>
                </c:pt>
                <c:pt idx="24916">
                  <c:v>11.367570000000002</c:v>
                </c:pt>
                <c:pt idx="24917">
                  <c:v>11.6068</c:v>
                </c:pt>
                <c:pt idx="24918">
                  <c:v>11.78336</c:v>
                </c:pt>
                <c:pt idx="24919">
                  <c:v>12.090200000000001</c:v>
                </c:pt>
                <c:pt idx="24920">
                  <c:v>12.64587</c:v>
                </c:pt>
                <c:pt idx="24921">
                  <c:v>13.08999</c:v>
                </c:pt>
                <c:pt idx="24922">
                  <c:v>13.18125</c:v>
                </c:pt>
                <c:pt idx="24923">
                  <c:v>13.123150000000001</c:v>
                </c:pt>
                <c:pt idx="24924">
                  <c:v>12.52115</c:v>
                </c:pt>
                <c:pt idx="24925">
                  <c:v>12.125400000000004</c:v>
                </c:pt>
                <c:pt idx="24926">
                  <c:v>12.063080000000006</c:v>
                </c:pt>
                <c:pt idx="24927">
                  <c:v>12.013950000000001</c:v>
                </c:pt>
                <c:pt idx="24928">
                  <c:v>12.0159</c:v>
                </c:pt>
                <c:pt idx="24929">
                  <c:v>12.11326</c:v>
                </c:pt>
                <c:pt idx="24930">
                  <c:v>12.286720000000001</c:v>
                </c:pt>
                <c:pt idx="24931">
                  <c:v>11.92925</c:v>
                </c:pt>
                <c:pt idx="24932">
                  <c:v>11.5815</c:v>
                </c:pt>
                <c:pt idx="24933">
                  <c:v>11.603540000000002</c:v>
                </c:pt>
                <c:pt idx="24934">
                  <c:v>11.84267</c:v>
                </c:pt>
                <c:pt idx="24935">
                  <c:v>12.322610000000006</c:v>
                </c:pt>
                <c:pt idx="24936">
                  <c:v>12.98967</c:v>
                </c:pt>
                <c:pt idx="24937">
                  <c:v>13.459830000000011</c:v>
                </c:pt>
                <c:pt idx="24938">
                  <c:v>13.95051000000001</c:v>
                </c:pt>
                <c:pt idx="24939">
                  <c:v>14.32831</c:v>
                </c:pt>
                <c:pt idx="24940">
                  <c:v>14.059440000000011</c:v>
                </c:pt>
                <c:pt idx="24941">
                  <c:v>13.458360000000001</c:v>
                </c:pt>
                <c:pt idx="24942">
                  <c:v>13.0786</c:v>
                </c:pt>
                <c:pt idx="24943">
                  <c:v>13.130550000000001</c:v>
                </c:pt>
                <c:pt idx="24944">
                  <c:v>13.73869</c:v>
                </c:pt>
                <c:pt idx="24945">
                  <c:v>14.74216</c:v>
                </c:pt>
                <c:pt idx="24946">
                  <c:v>15.60984</c:v>
                </c:pt>
                <c:pt idx="24947">
                  <c:v>16.166729999999973</c:v>
                </c:pt>
                <c:pt idx="24948">
                  <c:v>16.034820000000021</c:v>
                </c:pt>
                <c:pt idx="24949">
                  <c:v>15.72869</c:v>
                </c:pt>
                <c:pt idx="24950">
                  <c:v>15.79143</c:v>
                </c:pt>
                <c:pt idx="24951">
                  <c:v>16.024450000000005</c:v>
                </c:pt>
                <c:pt idx="24952">
                  <c:v>16.256119999999989</c:v>
                </c:pt>
                <c:pt idx="24953">
                  <c:v>16.303999999999988</c:v>
                </c:pt>
                <c:pt idx="24954">
                  <c:v>15.92053000000001</c:v>
                </c:pt>
                <c:pt idx="24955">
                  <c:v>14.953550000000011</c:v>
                </c:pt>
                <c:pt idx="24956">
                  <c:v>14.114380000000001</c:v>
                </c:pt>
                <c:pt idx="24957">
                  <c:v>13.986750000000002</c:v>
                </c:pt>
                <c:pt idx="24958">
                  <c:v>15.411960000000001</c:v>
                </c:pt>
                <c:pt idx="24959">
                  <c:v>15.635440000000004</c:v>
                </c:pt>
                <c:pt idx="24960">
                  <c:v>15.724069999999999</c:v>
                </c:pt>
                <c:pt idx="24961">
                  <c:v>16.2408</c:v>
                </c:pt>
                <c:pt idx="24962">
                  <c:v>16.716650000000001</c:v>
                </c:pt>
                <c:pt idx="24963">
                  <c:v>16.75827</c:v>
                </c:pt>
                <c:pt idx="24964">
                  <c:v>16.638120000000001</c:v>
                </c:pt>
                <c:pt idx="24965">
                  <c:v>16.63963</c:v>
                </c:pt>
                <c:pt idx="24966">
                  <c:v>16.83004</c:v>
                </c:pt>
                <c:pt idx="24967">
                  <c:v>16.883639999999971</c:v>
                </c:pt>
                <c:pt idx="24968">
                  <c:v>17.066129999999973</c:v>
                </c:pt>
                <c:pt idx="24969">
                  <c:v>17.56626</c:v>
                </c:pt>
                <c:pt idx="24970">
                  <c:v>18.025209999999973</c:v>
                </c:pt>
                <c:pt idx="24971">
                  <c:v>17.980369999999972</c:v>
                </c:pt>
                <c:pt idx="24972">
                  <c:v>18.153949999999988</c:v>
                </c:pt>
                <c:pt idx="24973">
                  <c:v>18.84366</c:v>
                </c:pt>
                <c:pt idx="24974">
                  <c:v>18.939789999999974</c:v>
                </c:pt>
                <c:pt idx="24975">
                  <c:v>18.53144</c:v>
                </c:pt>
                <c:pt idx="24976">
                  <c:v>18.422479999999968</c:v>
                </c:pt>
                <c:pt idx="24977">
                  <c:v>18.88329999999997</c:v>
                </c:pt>
                <c:pt idx="24978">
                  <c:v>19.723939999999974</c:v>
                </c:pt>
                <c:pt idx="24979">
                  <c:v>20.471550000000001</c:v>
                </c:pt>
                <c:pt idx="24980">
                  <c:v>20.256689999999974</c:v>
                </c:pt>
                <c:pt idx="24981">
                  <c:v>19.498729999999952</c:v>
                </c:pt>
                <c:pt idx="24982">
                  <c:v>19.152999999999999</c:v>
                </c:pt>
                <c:pt idx="24983">
                  <c:v>18.89218</c:v>
                </c:pt>
                <c:pt idx="24984">
                  <c:v>19.185629999999971</c:v>
                </c:pt>
                <c:pt idx="24985">
                  <c:v>19.947709999999972</c:v>
                </c:pt>
                <c:pt idx="24986">
                  <c:v>20.675260000000005</c:v>
                </c:pt>
                <c:pt idx="24987">
                  <c:v>21.107589999999988</c:v>
                </c:pt>
                <c:pt idx="24988">
                  <c:v>21.219740000000002</c:v>
                </c:pt>
                <c:pt idx="24989">
                  <c:v>21.109190000000005</c:v>
                </c:pt>
                <c:pt idx="24990">
                  <c:v>21.063629999999975</c:v>
                </c:pt>
                <c:pt idx="24991">
                  <c:v>21.07422</c:v>
                </c:pt>
                <c:pt idx="24992">
                  <c:v>21.237929999999999</c:v>
                </c:pt>
                <c:pt idx="24993">
                  <c:v>21.150390000000005</c:v>
                </c:pt>
                <c:pt idx="24994">
                  <c:v>20.830100000000005</c:v>
                </c:pt>
                <c:pt idx="24995">
                  <c:v>20.74615</c:v>
                </c:pt>
                <c:pt idx="24996">
                  <c:v>21.021820000000005</c:v>
                </c:pt>
                <c:pt idx="24997">
                  <c:v>21.354230000000001</c:v>
                </c:pt>
                <c:pt idx="24998">
                  <c:v>21.517759999999999</c:v>
                </c:pt>
                <c:pt idx="24999">
                  <c:v>21.267619999999972</c:v>
                </c:pt>
                <c:pt idx="25000">
                  <c:v>21.114039999999999</c:v>
                </c:pt>
                <c:pt idx="25001">
                  <c:v>21.496019999999973</c:v>
                </c:pt>
                <c:pt idx="25002">
                  <c:v>21.792379999999973</c:v>
                </c:pt>
                <c:pt idx="25003">
                  <c:v>22.063279999999974</c:v>
                </c:pt>
                <c:pt idx="25004">
                  <c:v>22.617990000000034</c:v>
                </c:pt>
                <c:pt idx="25005">
                  <c:v>23.25848999999997</c:v>
                </c:pt>
                <c:pt idx="25006">
                  <c:v>23.704709999999974</c:v>
                </c:pt>
                <c:pt idx="25007">
                  <c:v>24.193429999999989</c:v>
                </c:pt>
                <c:pt idx="25008">
                  <c:v>24.765459999999972</c:v>
                </c:pt>
                <c:pt idx="25009">
                  <c:v>25.23732</c:v>
                </c:pt>
                <c:pt idx="25010">
                  <c:v>25.46726</c:v>
                </c:pt>
                <c:pt idx="25011">
                  <c:v>25.035850000000021</c:v>
                </c:pt>
                <c:pt idx="25012">
                  <c:v>24.333020000000001</c:v>
                </c:pt>
                <c:pt idx="25013">
                  <c:v>23.853149999999989</c:v>
                </c:pt>
                <c:pt idx="25014">
                  <c:v>23.705719999999957</c:v>
                </c:pt>
                <c:pt idx="25015">
                  <c:v>24.060649999999956</c:v>
                </c:pt>
                <c:pt idx="25016">
                  <c:v>24.671330000000001</c:v>
                </c:pt>
                <c:pt idx="25017">
                  <c:v>25.23075</c:v>
                </c:pt>
                <c:pt idx="25018">
                  <c:v>25.941649999999957</c:v>
                </c:pt>
                <c:pt idx="25019">
                  <c:v>26.667210000000001</c:v>
                </c:pt>
                <c:pt idx="25020">
                  <c:v>27.233319999999978</c:v>
                </c:pt>
                <c:pt idx="25021">
                  <c:v>27.710840000000001</c:v>
                </c:pt>
                <c:pt idx="25022">
                  <c:v>28.14039</c:v>
                </c:pt>
                <c:pt idx="25023">
                  <c:v>28.524450000000005</c:v>
                </c:pt>
                <c:pt idx="25024">
                  <c:v>28.766909999999989</c:v>
                </c:pt>
                <c:pt idx="25025">
                  <c:v>29.020130000000002</c:v>
                </c:pt>
                <c:pt idx="25026">
                  <c:v>29.323629999999973</c:v>
                </c:pt>
                <c:pt idx="25027">
                  <c:v>29.619000000000021</c:v>
                </c:pt>
                <c:pt idx="25028">
                  <c:v>30.000339999999973</c:v>
                </c:pt>
                <c:pt idx="25029">
                  <c:v>30.205539999999957</c:v>
                </c:pt>
                <c:pt idx="25030">
                  <c:v>30.048929999999974</c:v>
                </c:pt>
                <c:pt idx="25031">
                  <c:v>29.75979999999997</c:v>
                </c:pt>
                <c:pt idx="25032">
                  <c:v>29.533670000000001</c:v>
                </c:pt>
                <c:pt idx="25033">
                  <c:v>29.564879999999999</c:v>
                </c:pt>
                <c:pt idx="25034">
                  <c:v>29.860329999999973</c:v>
                </c:pt>
                <c:pt idx="25035">
                  <c:v>30.173279999999988</c:v>
                </c:pt>
                <c:pt idx="25036">
                  <c:v>30.230869999999999</c:v>
                </c:pt>
                <c:pt idx="25037">
                  <c:v>30.030439999999974</c:v>
                </c:pt>
                <c:pt idx="25038">
                  <c:v>29.97448</c:v>
                </c:pt>
                <c:pt idx="25039">
                  <c:v>30.100709999999989</c:v>
                </c:pt>
                <c:pt idx="25040">
                  <c:v>30.207899999999999</c:v>
                </c:pt>
                <c:pt idx="25041">
                  <c:v>30.132950000000033</c:v>
                </c:pt>
                <c:pt idx="25042">
                  <c:v>30.160969999999999</c:v>
                </c:pt>
                <c:pt idx="25043">
                  <c:v>29.999020000000002</c:v>
                </c:pt>
                <c:pt idx="25044">
                  <c:v>29.552519999999973</c:v>
                </c:pt>
                <c:pt idx="25045">
                  <c:v>29.415500000000002</c:v>
                </c:pt>
                <c:pt idx="25046">
                  <c:v>29.426819999999989</c:v>
                </c:pt>
                <c:pt idx="25047">
                  <c:v>29.439689999999974</c:v>
                </c:pt>
                <c:pt idx="25048">
                  <c:v>29.322199999999974</c:v>
                </c:pt>
                <c:pt idx="25049">
                  <c:v>29.298919999999974</c:v>
                </c:pt>
                <c:pt idx="25050">
                  <c:v>29.367360000000001</c:v>
                </c:pt>
                <c:pt idx="25051">
                  <c:v>29.17841</c:v>
                </c:pt>
                <c:pt idx="25052">
                  <c:v>28.990639999999956</c:v>
                </c:pt>
                <c:pt idx="25053">
                  <c:v>28.979639999999975</c:v>
                </c:pt>
                <c:pt idx="25054">
                  <c:v>29.130970000000033</c:v>
                </c:pt>
                <c:pt idx="25055">
                  <c:v>29.437660000000001</c:v>
                </c:pt>
                <c:pt idx="25056">
                  <c:v>29.783550000000002</c:v>
                </c:pt>
                <c:pt idx="25057">
                  <c:v>30.162870000000005</c:v>
                </c:pt>
                <c:pt idx="25058">
                  <c:v>30.632339999999989</c:v>
                </c:pt>
                <c:pt idx="25059">
                  <c:v>31.13541</c:v>
                </c:pt>
                <c:pt idx="25060">
                  <c:v>31.133759999999999</c:v>
                </c:pt>
                <c:pt idx="25061">
                  <c:v>30.496089999999974</c:v>
                </c:pt>
                <c:pt idx="25062">
                  <c:v>29.544509999999974</c:v>
                </c:pt>
                <c:pt idx="25063">
                  <c:v>28.741739999999975</c:v>
                </c:pt>
                <c:pt idx="25064">
                  <c:v>28.47817999999997</c:v>
                </c:pt>
                <c:pt idx="25065">
                  <c:v>27.860289999999978</c:v>
                </c:pt>
                <c:pt idx="25066">
                  <c:v>26.581139999999973</c:v>
                </c:pt>
                <c:pt idx="25067">
                  <c:v>25.680160000000001</c:v>
                </c:pt>
                <c:pt idx="25068">
                  <c:v>25.5091</c:v>
                </c:pt>
                <c:pt idx="25069">
                  <c:v>25.409849999999974</c:v>
                </c:pt>
                <c:pt idx="25070">
                  <c:v>25.05151</c:v>
                </c:pt>
                <c:pt idx="25071">
                  <c:v>24.847729999999974</c:v>
                </c:pt>
                <c:pt idx="25072">
                  <c:v>24.997800000000005</c:v>
                </c:pt>
                <c:pt idx="25073">
                  <c:v>25.460850000000001</c:v>
                </c:pt>
                <c:pt idx="25074">
                  <c:v>26.097180000000005</c:v>
                </c:pt>
                <c:pt idx="25075">
                  <c:v>26.540120000000002</c:v>
                </c:pt>
                <c:pt idx="25076">
                  <c:v>26.756270000000001</c:v>
                </c:pt>
                <c:pt idx="25077">
                  <c:v>26.894870000000033</c:v>
                </c:pt>
                <c:pt idx="25078">
                  <c:v>27.025980000000001</c:v>
                </c:pt>
                <c:pt idx="25079">
                  <c:v>27.317380000000021</c:v>
                </c:pt>
                <c:pt idx="25080">
                  <c:v>27.64174999999997</c:v>
                </c:pt>
                <c:pt idx="25081">
                  <c:v>27.337119999999999</c:v>
                </c:pt>
                <c:pt idx="25082">
                  <c:v>26.69942</c:v>
                </c:pt>
                <c:pt idx="25083">
                  <c:v>26.401719999999973</c:v>
                </c:pt>
                <c:pt idx="25084">
                  <c:v>26.360479999999974</c:v>
                </c:pt>
                <c:pt idx="25085">
                  <c:v>26.365119999999973</c:v>
                </c:pt>
                <c:pt idx="25086">
                  <c:v>26.341619999999974</c:v>
                </c:pt>
                <c:pt idx="25087">
                  <c:v>26.03051</c:v>
                </c:pt>
                <c:pt idx="25088">
                  <c:v>25.35558</c:v>
                </c:pt>
                <c:pt idx="25089">
                  <c:v>24.600449999999974</c:v>
                </c:pt>
                <c:pt idx="25090">
                  <c:v>24.111300000000021</c:v>
                </c:pt>
                <c:pt idx="25091">
                  <c:v>23.989209999999975</c:v>
                </c:pt>
                <c:pt idx="25092">
                  <c:v>24.108470000000001</c:v>
                </c:pt>
                <c:pt idx="25093">
                  <c:v>24.172550000000001</c:v>
                </c:pt>
                <c:pt idx="25094">
                  <c:v>24.17614</c:v>
                </c:pt>
                <c:pt idx="25095">
                  <c:v>24.282259999999972</c:v>
                </c:pt>
                <c:pt idx="25096">
                  <c:v>24.402509999999957</c:v>
                </c:pt>
                <c:pt idx="25097">
                  <c:v>24.485119999999952</c:v>
                </c:pt>
                <c:pt idx="25098">
                  <c:v>24.537500000000001</c:v>
                </c:pt>
                <c:pt idx="25099">
                  <c:v>24.131499999999999</c:v>
                </c:pt>
                <c:pt idx="25100">
                  <c:v>23.258469999999978</c:v>
                </c:pt>
                <c:pt idx="25101">
                  <c:v>22.255859999999988</c:v>
                </c:pt>
                <c:pt idx="25102">
                  <c:v>21.653210000000001</c:v>
                </c:pt>
                <c:pt idx="25103">
                  <c:v>21.583559999999974</c:v>
                </c:pt>
                <c:pt idx="25104">
                  <c:v>21.673179999999999</c:v>
                </c:pt>
                <c:pt idx="25105">
                  <c:v>21.613860000000034</c:v>
                </c:pt>
                <c:pt idx="25106">
                  <c:v>21.014180000000021</c:v>
                </c:pt>
                <c:pt idx="25107">
                  <c:v>20.161829999999988</c:v>
                </c:pt>
                <c:pt idx="25108">
                  <c:v>19.382129999999975</c:v>
                </c:pt>
                <c:pt idx="25109">
                  <c:v>18.933140000000002</c:v>
                </c:pt>
                <c:pt idx="25110">
                  <c:v>18.936019999999989</c:v>
                </c:pt>
                <c:pt idx="25111">
                  <c:v>19.292489999999972</c:v>
                </c:pt>
                <c:pt idx="25112">
                  <c:v>19.800789999999989</c:v>
                </c:pt>
                <c:pt idx="25113">
                  <c:v>20.283059999999974</c:v>
                </c:pt>
                <c:pt idx="25114">
                  <c:v>20.342779999999973</c:v>
                </c:pt>
                <c:pt idx="25115">
                  <c:v>20.109940000000005</c:v>
                </c:pt>
                <c:pt idx="25116">
                  <c:v>19.991420000000002</c:v>
                </c:pt>
                <c:pt idx="25117">
                  <c:v>19.983599999999957</c:v>
                </c:pt>
                <c:pt idx="25118">
                  <c:v>19.467179999999974</c:v>
                </c:pt>
                <c:pt idx="25119">
                  <c:v>17.87203999999997</c:v>
                </c:pt>
                <c:pt idx="25120">
                  <c:v>16.748679999999968</c:v>
                </c:pt>
                <c:pt idx="25121">
                  <c:v>16.764189999999989</c:v>
                </c:pt>
                <c:pt idx="25122">
                  <c:v>16.888829999999974</c:v>
                </c:pt>
                <c:pt idx="25123">
                  <c:v>16.990179999999974</c:v>
                </c:pt>
                <c:pt idx="25124">
                  <c:v>17.105899999999988</c:v>
                </c:pt>
                <c:pt idx="25125">
                  <c:v>17.288319999999956</c:v>
                </c:pt>
                <c:pt idx="25126">
                  <c:v>17.411919999999999</c:v>
                </c:pt>
                <c:pt idx="25127">
                  <c:v>17.469839999999973</c:v>
                </c:pt>
                <c:pt idx="25128">
                  <c:v>17.39744</c:v>
                </c:pt>
                <c:pt idx="25129">
                  <c:v>16.748179999999973</c:v>
                </c:pt>
                <c:pt idx="25130">
                  <c:v>16.116550000000021</c:v>
                </c:pt>
                <c:pt idx="25131">
                  <c:v>15.84986</c:v>
                </c:pt>
                <c:pt idx="25132">
                  <c:v>15.79312</c:v>
                </c:pt>
                <c:pt idx="25133">
                  <c:v>15.52284</c:v>
                </c:pt>
                <c:pt idx="25134">
                  <c:v>15.18397</c:v>
                </c:pt>
                <c:pt idx="25135">
                  <c:v>15.078250000000001</c:v>
                </c:pt>
                <c:pt idx="25136">
                  <c:v>14.928380000000001</c:v>
                </c:pt>
                <c:pt idx="25137">
                  <c:v>14.42656</c:v>
                </c:pt>
                <c:pt idx="25138">
                  <c:v>13.90002</c:v>
                </c:pt>
                <c:pt idx="25139">
                  <c:v>13.665840000000006</c:v>
                </c:pt>
                <c:pt idx="25140">
                  <c:v>13.58623</c:v>
                </c:pt>
                <c:pt idx="25141">
                  <c:v>13.57945000000001</c:v>
                </c:pt>
                <c:pt idx="25142">
                  <c:v>13.64894</c:v>
                </c:pt>
                <c:pt idx="25143">
                  <c:v>13.64213</c:v>
                </c:pt>
                <c:pt idx="25144">
                  <c:v>13.43615</c:v>
                </c:pt>
                <c:pt idx="25145">
                  <c:v>13.404390000000001</c:v>
                </c:pt>
                <c:pt idx="25146">
                  <c:v>13.69116</c:v>
                </c:pt>
                <c:pt idx="25147">
                  <c:v>13.77177</c:v>
                </c:pt>
                <c:pt idx="25148">
                  <c:v>13.723890000000001</c:v>
                </c:pt>
                <c:pt idx="25149">
                  <c:v>13.84858</c:v>
                </c:pt>
                <c:pt idx="25150">
                  <c:v>13.942970000000001</c:v>
                </c:pt>
                <c:pt idx="25151">
                  <c:v>13.99872</c:v>
                </c:pt>
                <c:pt idx="25152">
                  <c:v>14.23391</c:v>
                </c:pt>
                <c:pt idx="25153">
                  <c:v>14.354400000000011</c:v>
                </c:pt>
                <c:pt idx="25154">
                  <c:v>14.10942</c:v>
                </c:pt>
                <c:pt idx="25155">
                  <c:v>13.436720000000001</c:v>
                </c:pt>
                <c:pt idx="25156">
                  <c:v>12.839690000000004</c:v>
                </c:pt>
                <c:pt idx="25157">
                  <c:v>12.621969999999999</c:v>
                </c:pt>
                <c:pt idx="25158">
                  <c:v>12.536620000000001</c:v>
                </c:pt>
                <c:pt idx="25159">
                  <c:v>12.407170000000001</c:v>
                </c:pt>
                <c:pt idx="25160">
                  <c:v>12.097480000000004</c:v>
                </c:pt>
                <c:pt idx="25161">
                  <c:v>11.76407</c:v>
                </c:pt>
                <c:pt idx="25162">
                  <c:v>11.664850000000001</c:v>
                </c:pt>
                <c:pt idx="25163">
                  <c:v>11.532780000000002</c:v>
                </c:pt>
                <c:pt idx="25164">
                  <c:v>11.265640000000012</c:v>
                </c:pt>
                <c:pt idx="25165">
                  <c:v>11.187190000000001</c:v>
                </c:pt>
                <c:pt idx="25166">
                  <c:v>11.146790000000001</c:v>
                </c:pt>
                <c:pt idx="25167">
                  <c:v>10.810030000000006</c:v>
                </c:pt>
                <c:pt idx="25168">
                  <c:v>10.41339</c:v>
                </c:pt>
                <c:pt idx="25169">
                  <c:v>10.07705</c:v>
                </c:pt>
                <c:pt idx="25170">
                  <c:v>9.7488399999999995</c:v>
                </c:pt>
                <c:pt idx="25171">
                  <c:v>9.3918500000000016</c:v>
                </c:pt>
                <c:pt idx="25172">
                  <c:v>9.1726400000000048</c:v>
                </c:pt>
                <c:pt idx="25173">
                  <c:v>8.9129900000000006</c:v>
                </c:pt>
                <c:pt idx="25174">
                  <c:v>8.7467299999999994</c:v>
                </c:pt>
                <c:pt idx="25175">
                  <c:v>8.7772199999999998</c:v>
                </c:pt>
                <c:pt idx="25176">
                  <c:v>8.9182799999999993</c:v>
                </c:pt>
                <c:pt idx="25177">
                  <c:v>9.10501</c:v>
                </c:pt>
                <c:pt idx="25178">
                  <c:v>9.3297000000000008</c:v>
                </c:pt>
                <c:pt idx="25179">
                  <c:v>9.4501100000000005</c:v>
                </c:pt>
                <c:pt idx="25180">
                  <c:v>9.5036800000000028</c:v>
                </c:pt>
                <c:pt idx="25181">
                  <c:v>9.6714400000000005</c:v>
                </c:pt>
                <c:pt idx="25182">
                  <c:v>9.8307400000000005</c:v>
                </c:pt>
                <c:pt idx="25183">
                  <c:v>10.012120000000001</c:v>
                </c:pt>
                <c:pt idx="25184">
                  <c:v>10.24044</c:v>
                </c:pt>
                <c:pt idx="25185">
                  <c:v>10.28172</c:v>
                </c:pt>
                <c:pt idx="25186">
                  <c:v>10.208869999999999</c:v>
                </c:pt>
                <c:pt idx="25187">
                  <c:v>9.9536700000000007</c:v>
                </c:pt>
                <c:pt idx="25188">
                  <c:v>9.6045700000000007</c:v>
                </c:pt>
                <c:pt idx="25189">
                  <c:v>9.4364800000000066</c:v>
                </c:pt>
                <c:pt idx="25190">
                  <c:v>9.3229800000000047</c:v>
                </c:pt>
                <c:pt idx="25191">
                  <c:v>9.1966900000000003</c:v>
                </c:pt>
                <c:pt idx="25192">
                  <c:v>9.0542000000000016</c:v>
                </c:pt>
                <c:pt idx="25193">
                  <c:v>8.9809600000000014</c:v>
                </c:pt>
                <c:pt idx="25194">
                  <c:v>8.9847100000000015</c:v>
                </c:pt>
                <c:pt idx="25195">
                  <c:v>9.09619</c:v>
                </c:pt>
                <c:pt idx="25196">
                  <c:v>9.3005600000000008</c:v>
                </c:pt>
                <c:pt idx="25197">
                  <c:v>9.2265500000000014</c:v>
                </c:pt>
                <c:pt idx="25198">
                  <c:v>8.9365000000000006</c:v>
                </c:pt>
                <c:pt idx="25199">
                  <c:v>9.0028200000000016</c:v>
                </c:pt>
                <c:pt idx="25200">
                  <c:v>9.150170000000001</c:v>
                </c:pt>
                <c:pt idx="25201">
                  <c:v>9.0769000000000002</c:v>
                </c:pt>
                <c:pt idx="25202">
                  <c:v>9.2113999999999994</c:v>
                </c:pt>
                <c:pt idx="25203">
                  <c:v>9.5738200000000013</c:v>
                </c:pt>
                <c:pt idx="25204">
                  <c:v>9.6782800000000009</c:v>
                </c:pt>
                <c:pt idx="25205">
                  <c:v>9.2985900000000008</c:v>
                </c:pt>
                <c:pt idx="25206">
                  <c:v>8.8226900000000068</c:v>
                </c:pt>
                <c:pt idx="25207">
                  <c:v>8.4385700000000003</c:v>
                </c:pt>
                <c:pt idx="25208">
                  <c:v>8.203850000000001</c:v>
                </c:pt>
                <c:pt idx="25209">
                  <c:v>8.3501000000000047</c:v>
                </c:pt>
                <c:pt idx="25210">
                  <c:v>8.6813199999999995</c:v>
                </c:pt>
                <c:pt idx="25211">
                  <c:v>8.8068200000000001</c:v>
                </c:pt>
                <c:pt idx="25212">
                  <c:v>8.8567700000000027</c:v>
                </c:pt>
                <c:pt idx="25213">
                  <c:v>8.68492</c:v>
                </c:pt>
                <c:pt idx="25214">
                  <c:v>8.5186799999999998</c:v>
                </c:pt>
                <c:pt idx="25215">
                  <c:v>8.3311900000000012</c:v>
                </c:pt>
                <c:pt idx="25216">
                  <c:v>7.8567200000000001</c:v>
                </c:pt>
                <c:pt idx="25217">
                  <c:v>7.5026999999999999</c:v>
                </c:pt>
                <c:pt idx="25218">
                  <c:v>7.3874699999999995</c:v>
                </c:pt>
                <c:pt idx="25219">
                  <c:v>7.3919699999999997</c:v>
                </c:pt>
                <c:pt idx="25220">
                  <c:v>7.4220600000000001</c:v>
                </c:pt>
                <c:pt idx="25221">
                  <c:v>7.4587899999999996</c:v>
                </c:pt>
                <c:pt idx="25222">
                  <c:v>7.4800899999999997</c:v>
                </c:pt>
                <c:pt idx="25223">
                  <c:v>7.6457499999999996</c:v>
                </c:pt>
                <c:pt idx="25224">
                  <c:v>7.9137000000000004</c:v>
                </c:pt>
                <c:pt idx="25225">
                  <c:v>8.0503500000000034</c:v>
                </c:pt>
                <c:pt idx="25226">
                  <c:v>8.0442699999999991</c:v>
                </c:pt>
                <c:pt idx="25227">
                  <c:v>7.95716</c:v>
                </c:pt>
                <c:pt idx="25228">
                  <c:v>7.7626999999999997</c:v>
                </c:pt>
                <c:pt idx="25229">
                  <c:v>7.5715000000000003</c:v>
                </c:pt>
                <c:pt idx="25230">
                  <c:v>7.4707900000000063</c:v>
                </c:pt>
                <c:pt idx="25231">
                  <c:v>7.3517200000000003</c:v>
                </c:pt>
                <c:pt idx="25232">
                  <c:v>7.1635799999999943</c:v>
                </c:pt>
                <c:pt idx="25233">
                  <c:v>6.71638</c:v>
                </c:pt>
                <c:pt idx="25234">
                  <c:v>6.2902199999999997</c:v>
                </c:pt>
                <c:pt idx="25235">
                  <c:v>6.1001699999999985</c:v>
                </c:pt>
                <c:pt idx="25236">
                  <c:v>5.9378200000000003</c:v>
                </c:pt>
                <c:pt idx="25237">
                  <c:v>5.9684600000000003</c:v>
                </c:pt>
                <c:pt idx="25238">
                  <c:v>6.0728600000000004</c:v>
                </c:pt>
                <c:pt idx="25239">
                  <c:v>6.0337800000000001</c:v>
                </c:pt>
                <c:pt idx="25240">
                  <c:v>5.8540599999999943</c:v>
                </c:pt>
                <c:pt idx="25241">
                  <c:v>5.8259299999999943</c:v>
                </c:pt>
                <c:pt idx="25242">
                  <c:v>6.0673299999999966</c:v>
                </c:pt>
                <c:pt idx="25243">
                  <c:v>6.3629899999999902</c:v>
                </c:pt>
                <c:pt idx="25244">
                  <c:v>6.6953899999999944</c:v>
                </c:pt>
                <c:pt idx="25245">
                  <c:v>6.9815899999999997</c:v>
                </c:pt>
                <c:pt idx="25246">
                  <c:v>7.2624399999999945</c:v>
                </c:pt>
                <c:pt idx="25247">
                  <c:v>7.5803799999999999</c:v>
                </c:pt>
                <c:pt idx="25248">
                  <c:v>7.7607400000000002</c:v>
                </c:pt>
                <c:pt idx="25249">
                  <c:v>7.87432</c:v>
                </c:pt>
                <c:pt idx="25250">
                  <c:v>7.92265</c:v>
                </c:pt>
                <c:pt idx="25251">
                  <c:v>8.1864800000000066</c:v>
                </c:pt>
                <c:pt idx="25252">
                  <c:v>8.6765600000000003</c:v>
                </c:pt>
                <c:pt idx="25253">
                  <c:v>9.0933300000000017</c:v>
                </c:pt>
                <c:pt idx="25254">
                  <c:v>8.9661400000000047</c:v>
                </c:pt>
                <c:pt idx="25255">
                  <c:v>8.4330300000000005</c:v>
                </c:pt>
                <c:pt idx="25256">
                  <c:v>7.9976599999999998</c:v>
                </c:pt>
                <c:pt idx="25257">
                  <c:v>7.9136899999999999</c:v>
                </c:pt>
                <c:pt idx="25258">
                  <c:v>8.3114800000000066</c:v>
                </c:pt>
                <c:pt idx="25259">
                  <c:v>8.7848699999999997</c:v>
                </c:pt>
                <c:pt idx="25260">
                  <c:v>9.02074</c:v>
                </c:pt>
                <c:pt idx="25261">
                  <c:v>9.2162699999999997</c:v>
                </c:pt>
                <c:pt idx="25262">
                  <c:v>9.4124500000000122</c:v>
                </c:pt>
                <c:pt idx="25263">
                  <c:v>9.5230900000000016</c:v>
                </c:pt>
                <c:pt idx="25264">
                  <c:v>9.8956100000000067</c:v>
                </c:pt>
                <c:pt idx="25265">
                  <c:v>10.546140000000001</c:v>
                </c:pt>
                <c:pt idx="25266">
                  <c:v>10.818379999999999</c:v>
                </c:pt>
                <c:pt idx="25267">
                  <c:v>9.8717100000000002</c:v>
                </c:pt>
                <c:pt idx="25268">
                  <c:v>9.3323500000000035</c:v>
                </c:pt>
                <c:pt idx="25269">
                  <c:v>9.3984400000000008</c:v>
                </c:pt>
                <c:pt idx="25270">
                  <c:v>9.9041200000000007</c:v>
                </c:pt>
                <c:pt idx="25271">
                  <c:v>10.700840000000001</c:v>
                </c:pt>
                <c:pt idx="25272">
                  <c:v>11.26666</c:v>
                </c:pt>
                <c:pt idx="25273">
                  <c:v>11.472550000000011</c:v>
                </c:pt>
                <c:pt idx="25274">
                  <c:v>11.71916</c:v>
                </c:pt>
                <c:pt idx="25275">
                  <c:v>11.83447</c:v>
                </c:pt>
                <c:pt idx="25276">
                  <c:v>11.871920000000001</c:v>
                </c:pt>
                <c:pt idx="25277">
                  <c:v>11.630979999999999</c:v>
                </c:pt>
                <c:pt idx="25278">
                  <c:v>11.255610000000004</c:v>
                </c:pt>
                <c:pt idx="25279">
                  <c:v>11.26478</c:v>
                </c:pt>
                <c:pt idx="25280">
                  <c:v>11.57053000000001</c:v>
                </c:pt>
                <c:pt idx="25281">
                  <c:v>11.414210000000001</c:v>
                </c:pt>
                <c:pt idx="25282">
                  <c:v>11.072840000000006</c:v>
                </c:pt>
                <c:pt idx="25283">
                  <c:v>11.14662</c:v>
                </c:pt>
                <c:pt idx="25284">
                  <c:v>11.64249</c:v>
                </c:pt>
                <c:pt idx="25285">
                  <c:v>12.28612</c:v>
                </c:pt>
                <c:pt idx="25286">
                  <c:v>12.703329999999999</c:v>
                </c:pt>
                <c:pt idx="25287">
                  <c:v>13.08629</c:v>
                </c:pt>
                <c:pt idx="25288">
                  <c:v>13.005370000000001</c:v>
                </c:pt>
                <c:pt idx="25289">
                  <c:v>12.565300000000002</c:v>
                </c:pt>
                <c:pt idx="25290">
                  <c:v>12.4267</c:v>
                </c:pt>
                <c:pt idx="25291">
                  <c:v>12.648309999999997</c:v>
                </c:pt>
                <c:pt idx="25292">
                  <c:v>12.82793</c:v>
                </c:pt>
                <c:pt idx="25293">
                  <c:v>12.637869999999999</c:v>
                </c:pt>
                <c:pt idx="25294">
                  <c:v>12.388170000000001</c:v>
                </c:pt>
                <c:pt idx="25295">
                  <c:v>12.35615000000001</c:v>
                </c:pt>
                <c:pt idx="25296">
                  <c:v>12.66188</c:v>
                </c:pt>
                <c:pt idx="25297">
                  <c:v>13.129390000000001</c:v>
                </c:pt>
                <c:pt idx="25298">
                  <c:v>13.71161</c:v>
                </c:pt>
                <c:pt idx="25299">
                  <c:v>14.44623</c:v>
                </c:pt>
                <c:pt idx="25300">
                  <c:v>15.171379999999999</c:v>
                </c:pt>
                <c:pt idx="25301">
                  <c:v>15.790790000000001</c:v>
                </c:pt>
                <c:pt idx="25302">
                  <c:v>16.13222</c:v>
                </c:pt>
                <c:pt idx="25303">
                  <c:v>16.49356999999997</c:v>
                </c:pt>
                <c:pt idx="25304">
                  <c:v>17.03172</c:v>
                </c:pt>
                <c:pt idx="25305">
                  <c:v>17.529070000000001</c:v>
                </c:pt>
                <c:pt idx="25306">
                  <c:v>17.738109999999974</c:v>
                </c:pt>
                <c:pt idx="25307">
                  <c:v>17.744539999999972</c:v>
                </c:pt>
                <c:pt idx="25308">
                  <c:v>17.921229999999973</c:v>
                </c:pt>
                <c:pt idx="25309">
                  <c:v>18.000950000000021</c:v>
                </c:pt>
                <c:pt idx="25310">
                  <c:v>17.86645</c:v>
                </c:pt>
                <c:pt idx="25311">
                  <c:v>17.75994</c:v>
                </c:pt>
                <c:pt idx="25312">
                  <c:v>17.784639999999964</c:v>
                </c:pt>
                <c:pt idx="25313">
                  <c:v>17.865760000000002</c:v>
                </c:pt>
                <c:pt idx="25314">
                  <c:v>17.66516</c:v>
                </c:pt>
                <c:pt idx="25315">
                  <c:v>17.39812999999997</c:v>
                </c:pt>
                <c:pt idx="25316">
                  <c:v>17.656400000000001</c:v>
                </c:pt>
                <c:pt idx="25317">
                  <c:v>18.282529999999955</c:v>
                </c:pt>
                <c:pt idx="25318">
                  <c:v>19.05847</c:v>
                </c:pt>
                <c:pt idx="25319">
                  <c:v>19.809190000000001</c:v>
                </c:pt>
                <c:pt idx="25320">
                  <c:v>19.986649999999955</c:v>
                </c:pt>
                <c:pt idx="25321">
                  <c:v>18.855899999999988</c:v>
                </c:pt>
                <c:pt idx="25322">
                  <c:v>17.548479999999973</c:v>
                </c:pt>
                <c:pt idx="25323">
                  <c:v>17.168329999999973</c:v>
                </c:pt>
                <c:pt idx="25324">
                  <c:v>17.202539999999956</c:v>
                </c:pt>
                <c:pt idx="25325">
                  <c:v>17.36424999999997</c:v>
                </c:pt>
                <c:pt idx="25326">
                  <c:v>17.56448</c:v>
                </c:pt>
                <c:pt idx="25327">
                  <c:v>17.20477</c:v>
                </c:pt>
                <c:pt idx="25328">
                  <c:v>16.71058</c:v>
                </c:pt>
                <c:pt idx="25329">
                  <c:v>16.75761</c:v>
                </c:pt>
                <c:pt idx="25330">
                  <c:v>17.213339999999974</c:v>
                </c:pt>
                <c:pt idx="25331">
                  <c:v>17.586129999999972</c:v>
                </c:pt>
                <c:pt idx="25332">
                  <c:v>17.745209999999975</c:v>
                </c:pt>
                <c:pt idx="25333">
                  <c:v>18.056260000000005</c:v>
                </c:pt>
                <c:pt idx="25334">
                  <c:v>18.595709999999972</c:v>
                </c:pt>
                <c:pt idx="25335">
                  <c:v>19.256180000000001</c:v>
                </c:pt>
                <c:pt idx="25336">
                  <c:v>20.042560000000002</c:v>
                </c:pt>
                <c:pt idx="25337">
                  <c:v>20.78725</c:v>
                </c:pt>
                <c:pt idx="25338">
                  <c:v>21.22047999999997</c:v>
                </c:pt>
                <c:pt idx="25339">
                  <c:v>21.415619999999972</c:v>
                </c:pt>
                <c:pt idx="25340">
                  <c:v>21.544080000000001</c:v>
                </c:pt>
                <c:pt idx="25341">
                  <c:v>21.483199999999975</c:v>
                </c:pt>
                <c:pt idx="25342">
                  <c:v>20.744339999999973</c:v>
                </c:pt>
                <c:pt idx="25343">
                  <c:v>20.085669999999968</c:v>
                </c:pt>
                <c:pt idx="25344">
                  <c:v>20.115770000000001</c:v>
                </c:pt>
                <c:pt idx="25345">
                  <c:v>20.461919999999989</c:v>
                </c:pt>
                <c:pt idx="25346">
                  <c:v>20.64648</c:v>
                </c:pt>
                <c:pt idx="25347">
                  <c:v>20.66216</c:v>
                </c:pt>
                <c:pt idx="25348">
                  <c:v>20.651550000000022</c:v>
                </c:pt>
                <c:pt idx="25349">
                  <c:v>20.745629999999952</c:v>
                </c:pt>
                <c:pt idx="25350">
                  <c:v>20.656020000000005</c:v>
                </c:pt>
                <c:pt idx="25351">
                  <c:v>20.573629999999973</c:v>
                </c:pt>
                <c:pt idx="25352">
                  <c:v>20.84742</c:v>
                </c:pt>
                <c:pt idx="25353">
                  <c:v>21.10641</c:v>
                </c:pt>
                <c:pt idx="25354">
                  <c:v>20.770419999999973</c:v>
                </c:pt>
                <c:pt idx="25355">
                  <c:v>20.308239999999973</c:v>
                </c:pt>
                <c:pt idx="25356">
                  <c:v>19.954699999999974</c:v>
                </c:pt>
                <c:pt idx="25357">
                  <c:v>20.02209999999997</c:v>
                </c:pt>
                <c:pt idx="25358">
                  <c:v>20.323960000000021</c:v>
                </c:pt>
                <c:pt idx="25359">
                  <c:v>20.68153999999997</c:v>
                </c:pt>
                <c:pt idx="25360">
                  <c:v>20.896550000000001</c:v>
                </c:pt>
                <c:pt idx="25361">
                  <c:v>20.621110000000005</c:v>
                </c:pt>
                <c:pt idx="25362">
                  <c:v>20.462519999999955</c:v>
                </c:pt>
                <c:pt idx="25363">
                  <c:v>20.711449999999989</c:v>
                </c:pt>
                <c:pt idx="25364">
                  <c:v>21.189869999999999</c:v>
                </c:pt>
                <c:pt idx="25365">
                  <c:v>21.231349999999978</c:v>
                </c:pt>
                <c:pt idx="25366">
                  <c:v>21.086439999999964</c:v>
                </c:pt>
                <c:pt idx="25367">
                  <c:v>21.41454999999997</c:v>
                </c:pt>
                <c:pt idx="25368">
                  <c:v>22.119399999999999</c:v>
                </c:pt>
                <c:pt idx="25369">
                  <c:v>22.725059999999978</c:v>
                </c:pt>
                <c:pt idx="25370">
                  <c:v>23.164210000000001</c:v>
                </c:pt>
                <c:pt idx="25371">
                  <c:v>23.601150000000022</c:v>
                </c:pt>
                <c:pt idx="25372">
                  <c:v>23.91677</c:v>
                </c:pt>
                <c:pt idx="25373">
                  <c:v>23.93505</c:v>
                </c:pt>
                <c:pt idx="25374">
                  <c:v>24.052399999999974</c:v>
                </c:pt>
                <c:pt idx="25375">
                  <c:v>24.293839999999989</c:v>
                </c:pt>
                <c:pt idx="25376">
                  <c:v>24.493839999999974</c:v>
                </c:pt>
                <c:pt idx="25377">
                  <c:v>24.63864999999997</c:v>
                </c:pt>
                <c:pt idx="25378">
                  <c:v>24.536149999999989</c:v>
                </c:pt>
                <c:pt idx="25379">
                  <c:v>24.377250000000021</c:v>
                </c:pt>
                <c:pt idx="25380">
                  <c:v>24.15272999999997</c:v>
                </c:pt>
                <c:pt idx="25381">
                  <c:v>23.688210000000002</c:v>
                </c:pt>
                <c:pt idx="25382">
                  <c:v>23.5273</c:v>
                </c:pt>
                <c:pt idx="25383">
                  <c:v>23.89142</c:v>
                </c:pt>
                <c:pt idx="25384">
                  <c:v>24.477869999999999</c:v>
                </c:pt>
                <c:pt idx="25385">
                  <c:v>25.10852999999997</c:v>
                </c:pt>
                <c:pt idx="25386">
                  <c:v>25.234770000000001</c:v>
                </c:pt>
                <c:pt idx="25387">
                  <c:v>25.05743</c:v>
                </c:pt>
                <c:pt idx="25388">
                  <c:v>25.017710000000001</c:v>
                </c:pt>
                <c:pt idx="25389">
                  <c:v>25.096489999999989</c:v>
                </c:pt>
                <c:pt idx="25390">
                  <c:v>25.094899999999999</c:v>
                </c:pt>
                <c:pt idx="25391">
                  <c:v>24.844909999999999</c:v>
                </c:pt>
                <c:pt idx="25392">
                  <c:v>24.66057</c:v>
                </c:pt>
                <c:pt idx="25393">
                  <c:v>24.832470000000001</c:v>
                </c:pt>
                <c:pt idx="25394">
                  <c:v>25.204809999999988</c:v>
                </c:pt>
                <c:pt idx="25395">
                  <c:v>25.658890000000021</c:v>
                </c:pt>
                <c:pt idx="25396">
                  <c:v>26.040739999999964</c:v>
                </c:pt>
                <c:pt idx="25397">
                  <c:v>26.287839999999989</c:v>
                </c:pt>
                <c:pt idx="25398">
                  <c:v>26.388729999999956</c:v>
                </c:pt>
                <c:pt idx="25399">
                  <c:v>26.458699999999968</c:v>
                </c:pt>
                <c:pt idx="25400">
                  <c:v>26.367950000000022</c:v>
                </c:pt>
                <c:pt idx="25401">
                  <c:v>26.246419999999972</c:v>
                </c:pt>
                <c:pt idx="25402">
                  <c:v>26.384119999999989</c:v>
                </c:pt>
                <c:pt idx="25403">
                  <c:v>26.63864999999997</c:v>
                </c:pt>
                <c:pt idx="25404">
                  <c:v>26.641999999999999</c:v>
                </c:pt>
                <c:pt idx="25405">
                  <c:v>26.403399999999973</c:v>
                </c:pt>
                <c:pt idx="25406">
                  <c:v>26.368549999999956</c:v>
                </c:pt>
                <c:pt idx="25407">
                  <c:v>26.661660000000001</c:v>
                </c:pt>
                <c:pt idx="25408">
                  <c:v>26.956699999999973</c:v>
                </c:pt>
                <c:pt idx="25409">
                  <c:v>26.731809999999999</c:v>
                </c:pt>
                <c:pt idx="25410">
                  <c:v>26.198650000000001</c:v>
                </c:pt>
                <c:pt idx="25411">
                  <c:v>25.954509999999978</c:v>
                </c:pt>
                <c:pt idx="25412">
                  <c:v>26.0975</c:v>
                </c:pt>
                <c:pt idx="25413">
                  <c:v>26.41004999999997</c:v>
                </c:pt>
                <c:pt idx="25414">
                  <c:v>26.735900000000001</c:v>
                </c:pt>
                <c:pt idx="25415">
                  <c:v>27.312049999999989</c:v>
                </c:pt>
                <c:pt idx="25416">
                  <c:v>28.133690000000001</c:v>
                </c:pt>
                <c:pt idx="25417">
                  <c:v>28.981950000000001</c:v>
                </c:pt>
                <c:pt idx="25418">
                  <c:v>29.68713</c:v>
                </c:pt>
                <c:pt idx="25419">
                  <c:v>30.062699999999964</c:v>
                </c:pt>
                <c:pt idx="25420">
                  <c:v>29.627490000000005</c:v>
                </c:pt>
                <c:pt idx="25421">
                  <c:v>29.115980000000022</c:v>
                </c:pt>
                <c:pt idx="25422">
                  <c:v>28.867090000000001</c:v>
                </c:pt>
                <c:pt idx="25423">
                  <c:v>28.490019999999973</c:v>
                </c:pt>
                <c:pt idx="25424">
                  <c:v>27.90384999999997</c:v>
                </c:pt>
                <c:pt idx="25425">
                  <c:v>27.44729999999997</c:v>
                </c:pt>
                <c:pt idx="25426">
                  <c:v>27.502009999999974</c:v>
                </c:pt>
                <c:pt idx="25427">
                  <c:v>27.901910000000001</c:v>
                </c:pt>
                <c:pt idx="25428">
                  <c:v>28.384260000000001</c:v>
                </c:pt>
                <c:pt idx="25429">
                  <c:v>28.664750000000005</c:v>
                </c:pt>
                <c:pt idx="25430">
                  <c:v>28.79494</c:v>
                </c:pt>
                <c:pt idx="25431">
                  <c:v>28.572439999999968</c:v>
                </c:pt>
                <c:pt idx="25432">
                  <c:v>27.86349999999997</c:v>
                </c:pt>
                <c:pt idx="25433">
                  <c:v>27.310400000000001</c:v>
                </c:pt>
                <c:pt idx="25434">
                  <c:v>26.739599999999989</c:v>
                </c:pt>
                <c:pt idx="25435">
                  <c:v>26.031230000000001</c:v>
                </c:pt>
                <c:pt idx="25436">
                  <c:v>25.5809</c:v>
                </c:pt>
                <c:pt idx="25437">
                  <c:v>25.10249</c:v>
                </c:pt>
                <c:pt idx="25438">
                  <c:v>24.766519999999975</c:v>
                </c:pt>
                <c:pt idx="25439">
                  <c:v>24.86083</c:v>
                </c:pt>
                <c:pt idx="25440">
                  <c:v>25.291180000000001</c:v>
                </c:pt>
                <c:pt idx="25441">
                  <c:v>25.768389999999975</c:v>
                </c:pt>
                <c:pt idx="25442">
                  <c:v>26.076219999999989</c:v>
                </c:pt>
                <c:pt idx="25443">
                  <c:v>26.110749999999989</c:v>
                </c:pt>
                <c:pt idx="25444">
                  <c:v>26.153980000000022</c:v>
                </c:pt>
                <c:pt idx="25445">
                  <c:v>26.273019999999974</c:v>
                </c:pt>
                <c:pt idx="25446">
                  <c:v>26.144210000000001</c:v>
                </c:pt>
                <c:pt idx="25447">
                  <c:v>25.915500000000002</c:v>
                </c:pt>
                <c:pt idx="25448">
                  <c:v>25.694970000000033</c:v>
                </c:pt>
                <c:pt idx="25449">
                  <c:v>25.354420000000001</c:v>
                </c:pt>
                <c:pt idx="25450">
                  <c:v>25.04627</c:v>
                </c:pt>
                <c:pt idx="25451">
                  <c:v>24.979699999999973</c:v>
                </c:pt>
                <c:pt idx="25452">
                  <c:v>25.140139999999974</c:v>
                </c:pt>
                <c:pt idx="25453">
                  <c:v>25.29026</c:v>
                </c:pt>
                <c:pt idx="25454">
                  <c:v>25.343299999999989</c:v>
                </c:pt>
                <c:pt idx="25455">
                  <c:v>24.879200000000001</c:v>
                </c:pt>
                <c:pt idx="25456">
                  <c:v>23.908989999999989</c:v>
                </c:pt>
                <c:pt idx="25457">
                  <c:v>23.063680000000002</c:v>
                </c:pt>
                <c:pt idx="25458">
                  <c:v>22.439550000000001</c:v>
                </c:pt>
                <c:pt idx="25459">
                  <c:v>22.024180000000001</c:v>
                </c:pt>
                <c:pt idx="25460">
                  <c:v>21.954860000000021</c:v>
                </c:pt>
                <c:pt idx="25461">
                  <c:v>22.161100000000001</c:v>
                </c:pt>
                <c:pt idx="25462">
                  <c:v>22.502419999999972</c:v>
                </c:pt>
                <c:pt idx="25463">
                  <c:v>22.657720000000001</c:v>
                </c:pt>
                <c:pt idx="25464">
                  <c:v>22.612660000000005</c:v>
                </c:pt>
                <c:pt idx="25465">
                  <c:v>22.520890000000001</c:v>
                </c:pt>
                <c:pt idx="25466">
                  <c:v>22.238990000000001</c:v>
                </c:pt>
                <c:pt idx="25467">
                  <c:v>21.842929999999978</c:v>
                </c:pt>
                <c:pt idx="25468">
                  <c:v>21.57884</c:v>
                </c:pt>
                <c:pt idx="25469">
                  <c:v>21.436869999999999</c:v>
                </c:pt>
                <c:pt idx="25470">
                  <c:v>21.37869999999997</c:v>
                </c:pt>
                <c:pt idx="25471">
                  <c:v>21.37594</c:v>
                </c:pt>
                <c:pt idx="25472">
                  <c:v>21.530419999999989</c:v>
                </c:pt>
                <c:pt idx="25473">
                  <c:v>21.881430000000002</c:v>
                </c:pt>
                <c:pt idx="25474">
                  <c:v>22.214259999999999</c:v>
                </c:pt>
                <c:pt idx="25475">
                  <c:v>22.286059999999978</c:v>
                </c:pt>
                <c:pt idx="25476">
                  <c:v>22.01369</c:v>
                </c:pt>
                <c:pt idx="25477">
                  <c:v>21.713880000000021</c:v>
                </c:pt>
                <c:pt idx="25478">
                  <c:v>21.701639999999973</c:v>
                </c:pt>
                <c:pt idx="25479">
                  <c:v>21.71972999999997</c:v>
                </c:pt>
                <c:pt idx="25480">
                  <c:v>21.309709999999974</c:v>
                </c:pt>
                <c:pt idx="25481">
                  <c:v>20.604910000000022</c:v>
                </c:pt>
                <c:pt idx="25482">
                  <c:v>20.02168</c:v>
                </c:pt>
                <c:pt idx="25483">
                  <c:v>19.510539999999974</c:v>
                </c:pt>
                <c:pt idx="25484">
                  <c:v>19.196449999999974</c:v>
                </c:pt>
                <c:pt idx="25485">
                  <c:v>18.922569999999968</c:v>
                </c:pt>
                <c:pt idx="25486">
                  <c:v>18.634599999999999</c:v>
                </c:pt>
                <c:pt idx="25487">
                  <c:v>18.568629999999956</c:v>
                </c:pt>
                <c:pt idx="25488">
                  <c:v>18.650400000000001</c:v>
                </c:pt>
                <c:pt idx="25489">
                  <c:v>18.816079999999999</c:v>
                </c:pt>
                <c:pt idx="25490">
                  <c:v>19.192509999999974</c:v>
                </c:pt>
                <c:pt idx="25491">
                  <c:v>19.422449999999959</c:v>
                </c:pt>
                <c:pt idx="25492">
                  <c:v>19.383009999999974</c:v>
                </c:pt>
                <c:pt idx="25493">
                  <c:v>19.388269999999974</c:v>
                </c:pt>
                <c:pt idx="25494">
                  <c:v>19.394290000000005</c:v>
                </c:pt>
                <c:pt idx="25495">
                  <c:v>19.478349999999956</c:v>
                </c:pt>
                <c:pt idx="25496">
                  <c:v>19.323080000000001</c:v>
                </c:pt>
                <c:pt idx="25497">
                  <c:v>18.268929999999973</c:v>
                </c:pt>
                <c:pt idx="25498">
                  <c:v>16.793939999999989</c:v>
                </c:pt>
                <c:pt idx="25499">
                  <c:v>15.760530000000006</c:v>
                </c:pt>
                <c:pt idx="25500">
                  <c:v>15.385290000000012</c:v>
                </c:pt>
                <c:pt idx="25501">
                  <c:v>15.54716</c:v>
                </c:pt>
                <c:pt idx="25502">
                  <c:v>15.646929999999999</c:v>
                </c:pt>
                <c:pt idx="25503">
                  <c:v>15.76961</c:v>
                </c:pt>
                <c:pt idx="25504">
                  <c:v>15.96224000000001</c:v>
                </c:pt>
                <c:pt idx="25505">
                  <c:v>15.855530000000023</c:v>
                </c:pt>
                <c:pt idx="25506">
                  <c:v>15.41564000000001</c:v>
                </c:pt>
                <c:pt idx="25507">
                  <c:v>14.88874</c:v>
                </c:pt>
                <c:pt idx="25508">
                  <c:v>14.438940000000001</c:v>
                </c:pt>
                <c:pt idx="25509">
                  <c:v>14.21325</c:v>
                </c:pt>
                <c:pt idx="25510">
                  <c:v>14.027100000000001</c:v>
                </c:pt>
                <c:pt idx="25511">
                  <c:v>13.725200000000001</c:v>
                </c:pt>
                <c:pt idx="25512">
                  <c:v>13.224629999999999</c:v>
                </c:pt>
                <c:pt idx="25513">
                  <c:v>12.89659000000001</c:v>
                </c:pt>
                <c:pt idx="25514">
                  <c:v>12.87487</c:v>
                </c:pt>
                <c:pt idx="25515">
                  <c:v>12.914860000000001</c:v>
                </c:pt>
                <c:pt idx="25516">
                  <c:v>13.010340000000001</c:v>
                </c:pt>
                <c:pt idx="25517">
                  <c:v>13.1683</c:v>
                </c:pt>
                <c:pt idx="25518">
                  <c:v>13.005530000000011</c:v>
                </c:pt>
                <c:pt idx="25519">
                  <c:v>12.613570000000001</c:v>
                </c:pt>
                <c:pt idx="25520">
                  <c:v>12.383040000000006</c:v>
                </c:pt>
                <c:pt idx="25521">
                  <c:v>12.164960000000001</c:v>
                </c:pt>
                <c:pt idx="25522">
                  <c:v>11.873540000000011</c:v>
                </c:pt>
                <c:pt idx="25523">
                  <c:v>11.357540000000011</c:v>
                </c:pt>
                <c:pt idx="25524">
                  <c:v>10.875210000000004</c:v>
                </c:pt>
                <c:pt idx="25525">
                  <c:v>10.801080000000002</c:v>
                </c:pt>
                <c:pt idx="25526">
                  <c:v>10.93225</c:v>
                </c:pt>
                <c:pt idx="25527">
                  <c:v>11.188700000000001</c:v>
                </c:pt>
                <c:pt idx="25528">
                  <c:v>11.55621</c:v>
                </c:pt>
                <c:pt idx="25529">
                  <c:v>11.591150000000001</c:v>
                </c:pt>
                <c:pt idx="25530">
                  <c:v>11.134069999999999</c:v>
                </c:pt>
                <c:pt idx="25531">
                  <c:v>10.572000000000006</c:v>
                </c:pt>
                <c:pt idx="25532">
                  <c:v>10.089180000000002</c:v>
                </c:pt>
                <c:pt idx="25533">
                  <c:v>9.8205400000000047</c:v>
                </c:pt>
                <c:pt idx="25534">
                  <c:v>9.6592400000000005</c:v>
                </c:pt>
                <c:pt idx="25535">
                  <c:v>9.5688100000000009</c:v>
                </c:pt>
                <c:pt idx="25536">
                  <c:v>9.5438400000000012</c:v>
                </c:pt>
                <c:pt idx="25537">
                  <c:v>9.564820000000001</c:v>
                </c:pt>
                <c:pt idx="25538">
                  <c:v>9.6567300000000067</c:v>
                </c:pt>
                <c:pt idx="25539">
                  <c:v>9.5626100000000047</c:v>
                </c:pt>
                <c:pt idx="25540">
                  <c:v>9.4135100000000005</c:v>
                </c:pt>
                <c:pt idx="25541">
                  <c:v>9.4744100000000007</c:v>
                </c:pt>
                <c:pt idx="25542">
                  <c:v>9.69848</c:v>
                </c:pt>
                <c:pt idx="25543">
                  <c:v>10.07217</c:v>
                </c:pt>
                <c:pt idx="25544">
                  <c:v>10.408060000000001</c:v>
                </c:pt>
                <c:pt idx="25545">
                  <c:v>10.64019</c:v>
                </c:pt>
                <c:pt idx="25546">
                  <c:v>10.694800000000001</c:v>
                </c:pt>
                <c:pt idx="25547">
                  <c:v>10.51375</c:v>
                </c:pt>
                <c:pt idx="25548">
                  <c:v>10.29998</c:v>
                </c:pt>
                <c:pt idx="25549">
                  <c:v>10.10441</c:v>
                </c:pt>
                <c:pt idx="25550">
                  <c:v>9.6009799999999998</c:v>
                </c:pt>
                <c:pt idx="25551">
                  <c:v>8.9086000000000034</c:v>
                </c:pt>
                <c:pt idx="25552">
                  <c:v>8.3412299999999995</c:v>
                </c:pt>
                <c:pt idx="25553">
                  <c:v>8.0582800000000017</c:v>
                </c:pt>
                <c:pt idx="25554">
                  <c:v>8.0843299999999996</c:v>
                </c:pt>
                <c:pt idx="25555">
                  <c:v>8.3521000000000125</c:v>
                </c:pt>
                <c:pt idx="25556">
                  <c:v>8.6453600000000002</c:v>
                </c:pt>
                <c:pt idx="25557">
                  <c:v>8.7577300000000005</c:v>
                </c:pt>
                <c:pt idx="25558">
                  <c:v>8.8205000000000027</c:v>
                </c:pt>
                <c:pt idx="25559">
                  <c:v>8.9494100000000003</c:v>
                </c:pt>
                <c:pt idx="25560">
                  <c:v>8.8990100000000005</c:v>
                </c:pt>
                <c:pt idx="25561">
                  <c:v>8.5387500000000003</c:v>
                </c:pt>
                <c:pt idx="25562">
                  <c:v>8.2206900000000012</c:v>
                </c:pt>
                <c:pt idx="25563">
                  <c:v>7.8991299999999995</c:v>
                </c:pt>
                <c:pt idx="25564">
                  <c:v>7.5549699999999955</c:v>
                </c:pt>
                <c:pt idx="25565">
                  <c:v>7.3401899999999944</c:v>
                </c:pt>
                <c:pt idx="25566">
                  <c:v>7.2593300000000003</c:v>
                </c:pt>
                <c:pt idx="25567">
                  <c:v>7.1926699999999997</c:v>
                </c:pt>
                <c:pt idx="25568">
                  <c:v>7.0400200000000002</c:v>
                </c:pt>
                <c:pt idx="25569">
                  <c:v>6.7799399999999999</c:v>
                </c:pt>
                <c:pt idx="25570">
                  <c:v>6.63002</c:v>
                </c:pt>
                <c:pt idx="25571">
                  <c:v>6.6254899999999921</c:v>
                </c:pt>
                <c:pt idx="25572">
                  <c:v>6.7280899999999955</c:v>
                </c:pt>
                <c:pt idx="25573">
                  <c:v>7.0481799999999986</c:v>
                </c:pt>
                <c:pt idx="25574">
                  <c:v>7.42638</c:v>
                </c:pt>
                <c:pt idx="25575">
                  <c:v>7.8828699999999996</c:v>
                </c:pt>
                <c:pt idx="25576">
                  <c:v>8.2113499999999995</c:v>
                </c:pt>
                <c:pt idx="25577">
                  <c:v>8.3324800000000145</c:v>
                </c:pt>
                <c:pt idx="25578">
                  <c:v>8.4955800000000146</c:v>
                </c:pt>
                <c:pt idx="25579">
                  <c:v>8.56189</c:v>
                </c:pt>
                <c:pt idx="25580">
                  <c:v>8.4764000000000124</c:v>
                </c:pt>
                <c:pt idx="25581">
                  <c:v>8.2690200000000011</c:v>
                </c:pt>
                <c:pt idx="25582">
                  <c:v>7.8838999999999997</c:v>
                </c:pt>
                <c:pt idx="25583">
                  <c:v>7.6182699999999999</c:v>
                </c:pt>
                <c:pt idx="25584">
                  <c:v>7.5576600000000003</c:v>
                </c:pt>
                <c:pt idx="25585">
                  <c:v>7.6399900000000001</c:v>
                </c:pt>
                <c:pt idx="25586">
                  <c:v>7.8772099999999998</c:v>
                </c:pt>
                <c:pt idx="25587">
                  <c:v>8.2939600000000002</c:v>
                </c:pt>
                <c:pt idx="25588">
                  <c:v>8.740079999999999</c:v>
                </c:pt>
                <c:pt idx="25589">
                  <c:v>9.0518200000000011</c:v>
                </c:pt>
                <c:pt idx="25590">
                  <c:v>9.23644</c:v>
                </c:pt>
                <c:pt idx="25591">
                  <c:v>9.3825200000000066</c:v>
                </c:pt>
                <c:pt idx="25592">
                  <c:v>9.1714600000000015</c:v>
                </c:pt>
                <c:pt idx="25593">
                  <c:v>8.8837800000000104</c:v>
                </c:pt>
                <c:pt idx="25594">
                  <c:v>8.8112100000000009</c:v>
                </c:pt>
                <c:pt idx="25595">
                  <c:v>8.2399199999999997</c:v>
                </c:pt>
                <c:pt idx="25596">
                  <c:v>7.3305799999999985</c:v>
                </c:pt>
                <c:pt idx="25597">
                  <c:v>7.4107500000000002</c:v>
                </c:pt>
                <c:pt idx="25598">
                  <c:v>7.4555999999999996</c:v>
                </c:pt>
                <c:pt idx="25599">
                  <c:v>7.8486099999999999</c:v>
                </c:pt>
                <c:pt idx="25600">
                  <c:v>8.2915900000000011</c:v>
                </c:pt>
                <c:pt idx="25601">
                  <c:v>8.2999100000000006</c:v>
                </c:pt>
                <c:pt idx="25602">
                  <c:v>7.9056700000000024</c:v>
                </c:pt>
                <c:pt idx="25603">
                  <c:v>7.4300300000000004</c:v>
                </c:pt>
                <c:pt idx="25604">
                  <c:v>7.5373000000000001</c:v>
                </c:pt>
                <c:pt idx="25605">
                  <c:v>8.0425700000000013</c:v>
                </c:pt>
                <c:pt idx="25606">
                  <c:v>8.6073299999999993</c:v>
                </c:pt>
                <c:pt idx="25607">
                  <c:v>8.9353100000000012</c:v>
                </c:pt>
                <c:pt idx="25608">
                  <c:v>9.1025400000000047</c:v>
                </c:pt>
                <c:pt idx="25609">
                  <c:v>9.1514400000000027</c:v>
                </c:pt>
                <c:pt idx="25610">
                  <c:v>8.9682300000000001</c:v>
                </c:pt>
                <c:pt idx="25611">
                  <c:v>8.8822500000000026</c:v>
                </c:pt>
                <c:pt idx="25612">
                  <c:v>9.2533900000000013</c:v>
                </c:pt>
                <c:pt idx="25613">
                  <c:v>9.7616400000000034</c:v>
                </c:pt>
                <c:pt idx="25614">
                  <c:v>10.209520000000001</c:v>
                </c:pt>
                <c:pt idx="25615">
                  <c:v>10.32624</c:v>
                </c:pt>
                <c:pt idx="25616">
                  <c:v>10.035080000000002</c:v>
                </c:pt>
                <c:pt idx="25617">
                  <c:v>9.6853900000000035</c:v>
                </c:pt>
                <c:pt idx="25618">
                  <c:v>9.520290000000001</c:v>
                </c:pt>
                <c:pt idx="25619">
                  <c:v>9.5165500000000005</c:v>
                </c:pt>
                <c:pt idx="25620">
                  <c:v>9.5589700000000004</c:v>
                </c:pt>
                <c:pt idx="25621">
                  <c:v>9.5817100000000011</c:v>
                </c:pt>
                <c:pt idx="25622">
                  <c:v>9.6816600000000008</c:v>
                </c:pt>
                <c:pt idx="25623">
                  <c:v>9.6995100000000001</c:v>
                </c:pt>
                <c:pt idx="25624">
                  <c:v>9.9622300000000124</c:v>
                </c:pt>
                <c:pt idx="25625">
                  <c:v>9.9497300000000006</c:v>
                </c:pt>
                <c:pt idx="25626">
                  <c:v>9.4948100000000011</c:v>
                </c:pt>
                <c:pt idx="25627">
                  <c:v>9.3597900000000109</c:v>
                </c:pt>
                <c:pt idx="25628">
                  <c:v>9.58657</c:v>
                </c:pt>
                <c:pt idx="25629">
                  <c:v>9.7214900000000011</c:v>
                </c:pt>
                <c:pt idx="25630">
                  <c:v>9.8457500000000007</c:v>
                </c:pt>
                <c:pt idx="25631">
                  <c:v>10.079790000000004</c:v>
                </c:pt>
                <c:pt idx="25632">
                  <c:v>10.15897</c:v>
                </c:pt>
                <c:pt idx="25633">
                  <c:v>10.13706</c:v>
                </c:pt>
                <c:pt idx="25634">
                  <c:v>10.26291</c:v>
                </c:pt>
                <c:pt idx="25635">
                  <c:v>10.431229999999999</c:v>
                </c:pt>
                <c:pt idx="25636">
                  <c:v>10.536160000000001</c:v>
                </c:pt>
                <c:pt idx="25637">
                  <c:v>10.746779999999999</c:v>
                </c:pt>
                <c:pt idx="25638">
                  <c:v>11.1036</c:v>
                </c:pt>
                <c:pt idx="25639">
                  <c:v>11.42304</c:v>
                </c:pt>
                <c:pt idx="25640">
                  <c:v>11.51946</c:v>
                </c:pt>
                <c:pt idx="25641">
                  <c:v>11.424940000000001</c:v>
                </c:pt>
                <c:pt idx="25642">
                  <c:v>11.223979999999999</c:v>
                </c:pt>
                <c:pt idx="25643">
                  <c:v>11.071400000000002</c:v>
                </c:pt>
                <c:pt idx="25644">
                  <c:v>11.218640000000001</c:v>
                </c:pt>
                <c:pt idx="25645">
                  <c:v>11.50229</c:v>
                </c:pt>
                <c:pt idx="25646">
                  <c:v>11.43923</c:v>
                </c:pt>
                <c:pt idx="25647">
                  <c:v>11.40038</c:v>
                </c:pt>
                <c:pt idx="25648">
                  <c:v>11.68192</c:v>
                </c:pt>
                <c:pt idx="25649">
                  <c:v>11.807780000000006</c:v>
                </c:pt>
                <c:pt idx="25650">
                  <c:v>11.89836</c:v>
                </c:pt>
                <c:pt idx="25651">
                  <c:v>12.17689</c:v>
                </c:pt>
                <c:pt idx="25652">
                  <c:v>12.377050000000002</c:v>
                </c:pt>
                <c:pt idx="25653">
                  <c:v>12.01709</c:v>
                </c:pt>
                <c:pt idx="25654">
                  <c:v>11.83456</c:v>
                </c:pt>
                <c:pt idx="25655">
                  <c:v>11.955050000000011</c:v>
                </c:pt>
                <c:pt idx="25656">
                  <c:v>11.962880000000011</c:v>
                </c:pt>
                <c:pt idx="25657">
                  <c:v>12.018929999999999</c:v>
                </c:pt>
                <c:pt idx="25658">
                  <c:v>12.16438</c:v>
                </c:pt>
                <c:pt idx="25659">
                  <c:v>12.299300000000001</c:v>
                </c:pt>
                <c:pt idx="25660">
                  <c:v>12.393410000000006</c:v>
                </c:pt>
                <c:pt idx="25661">
                  <c:v>11.78443</c:v>
                </c:pt>
                <c:pt idx="25662">
                  <c:v>11.056580000000011</c:v>
                </c:pt>
                <c:pt idx="25663">
                  <c:v>11.10162</c:v>
                </c:pt>
                <c:pt idx="25664">
                  <c:v>11.38580000000001</c:v>
                </c:pt>
                <c:pt idx="25665">
                  <c:v>11.932780000000006</c:v>
                </c:pt>
                <c:pt idx="25666">
                  <c:v>12.51402</c:v>
                </c:pt>
                <c:pt idx="25667">
                  <c:v>12.7437</c:v>
                </c:pt>
                <c:pt idx="25668">
                  <c:v>12.91836</c:v>
                </c:pt>
                <c:pt idx="25669">
                  <c:v>13.29307</c:v>
                </c:pt>
                <c:pt idx="25670">
                  <c:v>13.620150000000001</c:v>
                </c:pt>
                <c:pt idx="25671">
                  <c:v>13.998760000000001</c:v>
                </c:pt>
                <c:pt idx="25672">
                  <c:v>14.247069999999999</c:v>
                </c:pt>
                <c:pt idx="25673">
                  <c:v>14.474120000000001</c:v>
                </c:pt>
                <c:pt idx="25674">
                  <c:v>14.5517</c:v>
                </c:pt>
                <c:pt idx="25675">
                  <c:v>14.377000000000002</c:v>
                </c:pt>
                <c:pt idx="25676">
                  <c:v>14.21548000000001</c:v>
                </c:pt>
                <c:pt idx="25677">
                  <c:v>14.210900000000001</c:v>
                </c:pt>
                <c:pt idx="25678">
                  <c:v>14.09756</c:v>
                </c:pt>
                <c:pt idx="25679">
                  <c:v>13.89827</c:v>
                </c:pt>
                <c:pt idx="25680">
                  <c:v>13.88083000000001</c:v>
                </c:pt>
                <c:pt idx="25681">
                  <c:v>14.37229000000001</c:v>
                </c:pt>
                <c:pt idx="25682">
                  <c:v>15.127890000000001</c:v>
                </c:pt>
                <c:pt idx="25683">
                  <c:v>15.563830000000006</c:v>
                </c:pt>
                <c:pt idx="25684">
                  <c:v>15.723090000000001</c:v>
                </c:pt>
                <c:pt idx="25685">
                  <c:v>15.73366</c:v>
                </c:pt>
                <c:pt idx="25686">
                  <c:v>15.70341</c:v>
                </c:pt>
                <c:pt idx="25687">
                  <c:v>16.023230000000002</c:v>
                </c:pt>
                <c:pt idx="25688">
                  <c:v>16.533519999999989</c:v>
                </c:pt>
                <c:pt idx="25689">
                  <c:v>16.55536</c:v>
                </c:pt>
                <c:pt idx="25690">
                  <c:v>16.207429999999974</c:v>
                </c:pt>
                <c:pt idx="25691">
                  <c:v>16.019539999999989</c:v>
                </c:pt>
                <c:pt idx="25692">
                  <c:v>16.16704</c:v>
                </c:pt>
                <c:pt idx="25693">
                  <c:v>16.572239999999972</c:v>
                </c:pt>
                <c:pt idx="25694">
                  <c:v>16.874410000000001</c:v>
                </c:pt>
                <c:pt idx="25695">
                  <c:v>17.125589999999974</c:v>
                </c:pt>
                <c:pt idx="25696">
                  <c:v>17.364889999999999</c:v>
                </c:pt>
                <c:pt idx="25697">
                  <c:v>17.518260000000001</c:v>
                </c:pt>
                <c:pt idx="25698">
                  <c:v>17.353719999999978</c:v>
                </c:pt>
                <c:pt idx="25699">
                  <c:v>17.179659999999988</c:v>
                </c:pt>
                <c:pt idx="25700">
                  <c:v>17.313870000000033</c:v>
                </c:pt>
                <c:pt idx="25701">
                  <c:v>17.690719999999974</c:v>
                </c:pt>
                <c:pt idx="25702">
                  <c:v>18.269739999999956</c:v>
                </c:pt>
                <c:pt idx="25703">
                  <c:v>19.076049999999974</c:v>
                </c:pt>
                <c:pt idx="25704">
                  <c:v>19.80669</c:v>
                </c:pt>
                <c:pt idx="25705">
                  <c:v>20.118040000000001</c:v>
                </c:pt>
                <c:pt idx="25706">
                  <c:v>19.979220000000002</c:v>
                </c:pt>
                <c:pt idx="25707">
                  <c:v>19.75245</c:v>
                </c:pt>
                <c:pt idx="25708">
                  <c:v>19.644120000000001</c:v>
                </c:pt>
                <c:pt idx="25709">
                  <c:v>19.653310000000001</c:v>
                </c:pt>
                <c:pt idx="25710">
                  <c:v>19.550380000000001</c:v>
                </c:pt>
                <c:pt idx="25711">
                  <c:v>19.099450000000001</c:v>
                </c:pt>
                <c:pt idx="25712">
                  <c:v>18.856900000000021</c:v>
                </c:pt>
                <c:pt idx="25713">
                  <c:v>18.981809999999989</c:v>
                </c:pt>
                <c:pt idx="25714">
                  <c:v>19.225909999999974</c:v>
                </c:pt>
                <c:pt idx="25715">
                  <c:v>19.516050000000021</c:v>
                </c:pt>
                <c:pt idx="25716">
                  <c:v>19.928239999999956</c:v>
                </c:pt>
                <c:pt idx="25717">
                  <c:v>20.422269999999973</c:v>
                </c:pt>
                <c:pt idx="25718">
                  <c:v>20.29767</c:v>
                </c:pt>
                <c:pt idx="25719">
                  <c:v>20.015689999999989</c:v>
                </c:pt>
                <c:pt idx="25720">
                  <c:v>20.105820000000001</c:v>
                </c:pt>
                <c:pt idx="25721">
                  <c:v>20.25375</c:v>
                </c:pt>
                <c:pt idx="25722">
                  <c:v>20.52603999999997</c:v>
                </c:pt>
                <c:pt idx="25723">
                  <c:v>20.784829999999989</c:v>
                </c:pt>
                <c:pt idx="25724">
                  <c:v>20.650369999999999</c:v>
                </c:pt>
                <c:pt idx="25725">
                  <c:v>20.750489999999989</c:v>
                </c:pt>
                <c:pt idx="25726">
                  <c:v>20.965329999999959</c:v>
                </c:pt>
                <c:pt idx="25727">
                  <c:v>20.435839999999974</c:v>
                </c:pt>
                <c:pt idx="25728">
                  <c:v>20.208389999999973</c:v>
                </c:pt>
                <c:pt idx="25729">
                  <c:v>20.590050000000005</c:v>
                </c:pt>
                <c:pt idx="25730">
                  <c:v>21.099170000000001</c:v>
                </c:pt>
                <c:pt idx="25731">
                  <c:v>21.73001</c:v>
                </c:pt>
                <c:pt idx="25732">
                  <c:v>22.03823999999997</c:v>
                </c:pt>
                <c:pt idx="25733">
                  <c:v>22.214950000000037</c:v>
                </c:pt>
                <c:pt idx="25734">
                  <c:v>22.59207</c:v>
                </c:pt>
                <c:pt idx="25735">
                  <c:v>23.012409999999978</c:v>
                </c:pt>
                <c:pt idx="25736">
                  <c:v>23.355910000000005</c:v>
                </c:pt>
                <c:pt idx="25737">
                  <c:v>23.836590000000001</c:v>
                </c:pt>
                <c:pt idx="25738">
                  <c:v>24.643170000000001</c:v>
                </c:pt>
                <c:pt idx="25739">
                  <c:v>25.462789999999952</c:v>
                </c:pt>
                <c:pt idx="25740">
                  <c:v>25.881209999999989</c:v>
                </c:pt>
                <c:pt idx="25741">
                  <c:v>25.516300000000001</c:v>
                </c:pt>
                <c:pt idx="25742">
                  <c:v>25.061820000000001</c:v>
                </c:pt>
                <c:pt idx="25743">
                  <c:v>25.179739999999974</c:v>
                </c:pt>
                <c:pt idx="25744">
                  <c:v>25.6831</c:v>
                </c:pt>
                <c:pt idx="25745">
                  <c:v>26.28607999999997</c:v>
                </c:pt>
                <c:pt idx="25746">
                  <c:v>26.789870000000001</c:v>
                </c:pt>
                <c:pt idx="25747">
                  <c:v>27.117049999999999</c:v>
                </c:pt>
                <c:pt idx="25748">
                  <c:v>26.81873999999997</c:v>
                </c:pt>
                <c:pt idx="25749">
                  <c:v>26.10623</c:v>
                </c:pt>
                <c:pt idx="25750">
                  <c:v>25.834630000000001</c:v>
                </c:pt>
                <c:pt idx="25751">
                  <c:v>26.119910000000033</c:v>
                </c:pt>
                <c:pt idx="25752">
                  <c:v>26.582169999999973</c:v>
                </c:pt>
                <c:pt idx="25753">
                  <c:v>27.080019999999973</c:v>
                </c:pt>
                <c:pt idx="25754">
                  <c:v>27.460059999999974</c:v>
                </c:pt>
                <c:pt idx="25755">
                  <c:v>27.79665</c:v>
                </c:pt>
                <c:pt idx="25756">
                  <c:v>27.981069999999974</c:v>
                </c:pt>
                <c:pt idx="25757">
                  <c:v>27.599</c:v>
                </c:pt>
                <c:pt idx="25758">
                  <c:v>27.094750000000001</c:v>
                </c:pt>
                <c:pt idx="25759">
                  <c:v>26.946139999999971</c:v>
                </c:pt>
                <c:pt idx="25760">
                  <c:v>26.790609999999973</c:v>
                </c:pt>
                <c:pt idx="25761">
                  <c:v>26.663729999999973</c:v>
                </c:pt>
                <c:pt idx="25762">
                  <c:v>26.907820000000001</c:v>
                </c:pt>
                <c:pt idx="25763">
                  <c:v>27.493719999999971</c:v>
                </c:pt>
                <c:pt idx="25764">
                  <c:v>28.09275999999997</c:v>
                </c:pt>
                <c:pt idx="25765">
                  <c:v>28.196179999999988</c:v>
                </c:pt>
                <c:pt idx="25766">
                  <c:v>28.050370000000001</c:v>
                </c:pt>
                <c:pt idx="25767">
                  <c:v>27.628509999999974</c:v>
                </c:pt>
                <c:pt idx="25768">
                  <c:v>26.643160000000005</c:v>
                </c:pt>
                <c:pt idx="25769">
                  <c:v>25.642900000000001</c:v>
                </c:pt>
                <c:pt idx="25770">
                  <c:v>25.344069999999999</c:v>
                </c:pt>
                <c:pt idx="25771">
                  <c:v>25.424969999999988</c:v>
                </c:pt>
                <c:pt idx="25772">
                  <c:v>25.388299999999973</c:v>
                </c:pt>
                <c:pt idx="25773">
                  <c:v>25.432429999999975</c:v>
                </c:pt>
                <c:pt idx="25774">
                  <c:v>25.610420000000001</c:v>
                </c:pt>
                <c:pt idx="25775">
                  <c:v>25.944289999999974</c:v>
                </c:pt>
                <c:pt idx="25776">
                  <c:v>26.388339999999957</c:v>
                </c:pt>
                <c:pt idx="25777">
                  <c:v>26.86112</c:v>
                </c:pt>
                <c:pt idx="25778">
                  <c:v>27.390059999999988</c:v>
                </c:pt>
                <c:pt idx="25779">
                  <c:v>27.792840000000002</c:v>
                </c:pt>
                <c:pt idx="25780">
                  <c:v>27.887860000000021</c:v>
                </c:pt>
                <c:pt idx="25781">
                  <c:v>28.001339999999974</c:v>
                </c:pt>
                <c:pt idx="25782">
                  <c:v>28.368269999999974</c:v>
                </c:pt>
                <c:pt idx="25783">
                  <c:v>28.863489999999974</c:v>
                </c:pt>
                <c:pt idx="25784">
                  <c:v>29.252269999999989</c:v>
                </c:pt>
                <c:pt idx="25785">
                  <c:v>29.405209999999968</c:v>
                </c:pt>
                <c:pt idx="25786">
                  <c:v>29.460759999999972</c:v>
                </c:pt>
                <c:pt idx="25787">
                  <c:v>29.512650000000001</c:v>
                </c:pt>
                <c:pt idx="25788">
                  <c:v>29.383800000000001</c:v>
                </c:pt>
                <c:pt idx="25789">
                  <c:v>28.944609999999972</c:v>
                </c:pt>
                <c:pt idx="25790">
                  <c:v>28.544820000000001</c:v>
                </c:pt>
                <c:pt idx="25791">
                  <c:v>28.003599999999974</c:v>
                </c:pt>
                <c:pt idx="25792">
                  <c:v>27.34769</c:v>
                </c:pt>
                <c:pt idx="25793">
                  <c:v>26.999779999999973</c:v>
                </c:pt>
                <c:pt idx="25794">
                  <c:v>26.91742</c:v>
                </c:pt>
                <c:pt idx="25795">
                  <c:v>27.047090000000001</c:v>
                </c:pt>
                <c:pt idx="25796">
                  <c:v>27.52459</c:v>
                </c:pt>
                <c:pt idx="25797">
                  <c:v>28.097190000000001</c:v>
                </c:pt>
                <c:pt idx="25798">
                  <c:v>28.4208</c:v>
                </c:pt>
                <c:pt idx="25799">
                  <c:v>28.36975</c:v>
                </c:pt>
                <c:pt idx="25800">
                  <c:v>27.688779999999973</c:v>
                </c:pt>
                <c:pt idx="25801">
                  <c:v>26.570309999999989</c:v>
                </c:pt>
                <c:pt idx="25802">
                  <c:v>25.511350000000022</c:v>
                </c:pt>
                <c:pt idx="25803">
                  <c:v>24.990309999999972</c:v>
                </c:pt>
                <c:pt idx="25804">
                  <c:v>24.328880000000005</c:v>
                </c:pt>
                <c:pt idx="25805">
                  <c:v>23.79148</c:v>
                </c:pt>
                <c:pt idx="25806">
                  <c:v>23.757809999999999</c:v>
                </c:pt>
                <c:pt idx="25807">
                  <c:v>23.964219999999973</c:v>
                </c:pt>
                <c:pt idx="25808">
                  <c:v>24.298289999999973</c:v>
                </c:pt>
                <c:pt idx="25809">
                  <c:v>24.610209999999999</c:v>
                </c:pt>
                <c:pt idx="25810">
                  <c:v>24.91013999999997</c:v>
                </c:pt>
                <c:pt idx="25811">
                  <c:v>24.609929999999999</c:v>
                </c:pt>
                <c:pt idx="25812">
                  <c:v>23.95806</c:v>
                </c:pt>
                <c:pt idx="25813">
                  <c:v>23.103970000000022</c:v>
                </c:pt>
                <c:pt idx="25814">
                  <c:v>22.153820000000021</c:v>
                </c:pt>
                <c:pt idx="25815">
                  <c:v>21.873550000000005</c:v>
                </c:pt>
                <c:pt idx="25816">
                  <c:v>21.964679999999973</c:v>
                </c:pt>
                <c:pt idx="25817">
                  <c:v>22.102260000000001</c:v>
                </c:pt>
                <c:pt idx="25818">
                  <c:v>22.142579999999974</c:v>
                </c:pt>
                <c:pt idx="25819">
                  <c:v>22.2744</c:v>
                </c:pt>
                <c:pt idx="25820">
                  <c:v>22.400619999999975</c:v>
                </c:pt>
                <c:pt idx="25821">
                  <c:v>21.806880000000021</c:v>
                </c:pt>
                <c:pt idx="25822">
                  <c:v>21.110270000000021</c:v>
                </c:pt>
                <c:pt idx="25823">
                  <c:v>20.8184</c:v>
                </c:pt>
                <c:pt idx="25824">
                  <c:v>20.855180000000001</c:v>
                </c:pt>
                <c:pt idx="25825">
                  <c:v>21.08437</c:v>
                </c:pt>
                <c:pt idx="25826">
                  <c:v>21.314960000000035</c:v>
                </c:pt>
                <c:pt idx="25827">
                  <c:v>21.141729999999974</c:v>
                </c:pt>
                <c:pt idx="25828">
                  <c:v>20.559429999999974</c:v>
                </c:pt>
                <c:pt idx="25829">
                  <c:v>20.295789999999968</c:v>
                </c:pt>
                <c:pt idx="25830">
                  <c:v>20.506150000000005</c:v>
                </c:pt>
                <c:pt idx="25831">
                  <c:v>20.723699999999972</c:v>
                </c:pt>
                <c:pt idx="25832">
                  <c:v>20.389379999999989</c:v>
                </c:pt>
                <c:pt idx="25833">
                  <c:v>19.542339999999957</c:v>
                </c:pt>
                <c:pt idx="25834">
                  <c:v>19.025419999999972</c:v>
                </c:pt>
                <c:pt idx="25835">
                  <c:v>19.02171999999997</c:v>
                </c:pt>
                <c:pt idx="25836">
                  <c:v>19.18763999999997</c:v>
                </c:pt>
                <c:pt idx="25837">
                  <c:v>19.39662999999997</c:v>
                </c:pt>
                <c:pt idx="25838">
                  <c:v>19.420339999999957</c:v>
                </c:pt>
                <c:pt idx="25839">
                  <c:v>19.38733999999997</c:v>
                </c:pt>
                <c:pt idx="25840">
                  <c:v>19.36452999999997</c:v>
                </c:pt>
                <c:pt idx="25841">
                  <c:v>19.4498</c:v>
                </c:pt>
                <c:pt idx="25842">
                  <c:v>19.764559999999989</c:v>
                </c:pt>
                <c:pt idx="25843">
                  <c:v>19.813210000000005</c:v>
                </c:pt>
                <c:pt idx="25844">
                  <c:v>19.749169999999989</c:v>
                </c:pt>
                <c:pt idx="25845">
                  <c:v>19.745519999999956</c:v>
                </c:pt>
                <c:pt idx="25846">
                  <c:v>19.706869999999999</c:v>
                </c:pt>
                <c:pt idx="25847">
                  <c:v>19.926880000000001</c:v>
                </c:pt>
                <c:pt idx="25848">
                  <c:v>20.226219999999973</c:v>
                </c:pt>
                <c:pt idx="25849">
                  <c:v>20.15334</c:v>
                </c:pt>
                <c:pt idx="25850">
                  <c:v>19.845739999999957</c:v>
                </c:pt>
                <c:pt idx="25851">
                  <c:v>19.690200000000001</c:v>
                </c:pt>
                <c:pt idx="25852">
                  <c:v>19.567869999999999</c:v>
                </c:pt>
                <c:pt idx="25853">
                  <c:v>19.60773</c:v>
                </c:pt>
                <c:pt idx="25854">
                  <c:v>19.536850000000033</c:v>
                </c:pt>
                <c:pt idx="25855">
                  <c:v>18.926489999999973</c:v>
                </c:pt>
                <c:pt idx="25856">
                  <c:v>17.609200000000001</c:v>
                </c:pt>
                <c:pt idx="25857">
                  <c:v>16.54429</c:v>
                </c:pt>
                <c:pt idx="25858">
                  <c:v>16.281529999999975</c:v>
                </c:pt>
                <c:pt idx="25859">
                  <c:v>16.394760000000005</c:v>
                </c:pt>
                <c:pt idx="25860">
                  <c:v>16.583619999999971</c:v>
                </c:pt>
                <c:pt idx="25861">
                  <c:v>15.99676</c:v>
                </c:pt>
                <c:pt idx="25862">
                  <c:v>15.21064</c:v>
                </c:pt>
                <c:pt idx="25863">
                  <c:v>14.986510000000004</c:v>
                </c:pt>
                <c:pt idx="25864">
                  <c:v>15.167010000000001</c:v>
                </c:pt>
                <c:pt idx="25865">
                  <c:v>15.5181</c:v>
                </c:pt>
                <c:pt idx="25866">
                  <c:v>15.32057</c:v>
                </c:pt>
                <c:pt idx="25867">
                  <c:v>14.803740000000012</c:v>
                </c:pt>
                <c:pt idx="25868">
                  <c:v>14.49774</c:v>
                </c:pt>
                <c:pt idx="25869">
                  <c:v>14.293510000000001</c:v>
                </c:pt>
                <c:pt idx="25870">
                  <c:v>14.317410000000002</c:v>
                </c:pt>
                <c:pt idx="25871">
                  <c:v>14.375020000000006</c:v>
                </c:pt>
                <c:pt idx="25872">
                  <c:v>14.237309999999999</c:v>
                </c:pt>
                <c:pt idx="25873">
                  <c:v>14.19209</c:v>
                </c:pt>
                <c:pt idx="25874">
                  <c:v>14.5817</c:v>
                </c:pt>
                <c:pt idx="25875">
                  <c:v>15.073690000000004</c:v>
                </c:pt>
                <c:pt idx="25876">
                  <c:v>15.18052</c:v>
                </c:pt>
                <c:pt idx="25877">
                  <c:v>15.097810000000001</c:v>
                </c:pt>
                <c:pt idx="25878">
                  <c:v>15.16451</c:v>
                </c:pt>
                <c:pt idx="25879">
                  <c:v>15.222020000000001</c:v>
                </c:pt>
                <c:pt idx="25880">
                  <c:v>14.96597</c:v>
                </c:pt>
                <c:pt idx="25881">
                  <c:v>14.97118</c:v>
                </c:pt>
                <c:pt idx="25882">
                  <c:v>15.26473</c:v>
                </c:pt>
                <c:pt idx="25883">
                  <c:v>15.404670000000001</c:v>
                </c:pt>
                <c:pt idx="25884">
                  <c:v>15.23429</c:v>
                </c:pt>
                <c:pt idx="25885">
                  <c:v>14.801780000000004</c:v>
                </c:pt>
                <c:pt idx="25886">
                  <c:v>14.3466</c:v>
                </c:pt>
                <c:pt idx="25887">
                  <c:v>14.086270000000001</c:v>
                </c:pt>
                <c:pt idx="25888">
                  <c:v>13.75314</c:v>
                </c:pt>
                <c:pt idx="25889">
                  <c:v>13.223229999999999</c:v>
                </c:pt>
                <c:pt idx="25890">
                  <c:v>12.63095</c:v>
                </c:pt>
                <c:pt idx="25891">
                  <c:v>12.373490000000011</c:v>
                </c:pt>
                <c:pt idx="25892">
                  <c:v>12.395950000000004</c:v>
                </c:pt>
                <c:pt idx="25893">
                  <c:v>12.33445</c:v>
                </c:pt>
                <c:pt idx="25894">
                  <c:v>12.1035</c:v>
                </c:pt>
                <c:pt idx="25895">
                  <c:v>11.954750000000002</c:v>
                </c:pt>
                <c:pt idx="25896">
                  <c:v>11.966400000000011</c:v>
                </c:pt>
                <c:pt idx="25897">
                  <c:v>12.10711</c:v>
                </c:pt>
                <c:pt idx="25898">
                  <c:v>12.418480000000002</c:v>
                </c:pt>
                <c:pt idx="25899">
                  <c:v>12.123470000000001</c:v>
                </c:pt>
                <c:pt idx="25900">
                  <c:v>11.287140000000001</c:v>
                </c:pt>
                <c:pt idx="25901">
                  <c:v>10.68698</c:v>
                </c:pt>
                <c:pt idx="25902">
                  <c:v>10.42047</c:v>
                </c:pt>
                <c:pt idx="25903">
                  <c:v>10.515180000000004</c:v>
                </c:pt>
                <c:pt idx="25904">
                  <c:v>10.89724</c:v>
                </c:pt>
                <c:pt idx="25905">
                  <c:v>11.36042000000001</c:v>
                </c:pt>
                <c:pt idx="25906">
                  <c:v>11.804130000000002</c:v>
                </c:pt>
                <c:pt idx="25907">
                  <c:v>11.581480000000004</c:v>
                </c:pt>
                <c:pt idx="25908">
                  <c:v>10.91672</c:v>
                </c:pt>
                <c:pt idx="25909">
                  <c:v>10.23556</c:v>
                </c:pt>
                <c:pt idx="25910">
                  <c:v>9.8148900000000001</c:v>
                </c:pt>
                <c:pt idx="25911">
                  <c:v>9.6670000000000016</c:v>
                </c:pt>
                <c:pt idx="25912">
                  <c:v>9.5849100000000007</c:v>
                </c:pt>
                <c:pt idx="25913">
                  <c:v>9.6390200000000004</c:v>
                </c:pt>
                <c:pt idx="25914">
                  <c:v>9.7814800000000002</c:v>
                </c:pt>
                <c:pt idx="25915">
                  <c:v>9.8107900000000008</c:v>
                </c:pt>
                <c:pt idx="25916">
                  <c:v>9.4224300000000145</c:v>
                </c:pt>
                <c:pt idx="25917">
                  <c:v>8.91709</c:v>
                </c:pt>
                <c:pt idx="25918">
                  <c:v>8.8179700000000008</c:v>
                </c:pt>
                <c:pt idx="25919">
                  <c:v>8.9588200000000011</c:v>
                </c:pt>
                <c:pt idx="25920">
                  <c:v>9.2400099999999998</c:v>
                </c:pt>
                <c:pt idx="25921">
                  <c:v>9.1926300000000047</c:v>
                </c:pt>
                <c:pt idx="25922">
                  <c:v>8.8156200000000027</c:v>
                </c:pt>
                <c:pt idx="25923">
                  <c:v>8.6589400000000012</c:v>
                </c:pt>
                <c:pt idx="25924">
                  <c:v>8.5712700000000002</c:v>
                </c:pt>
                <c:pt idx="25925">
                  <c:v>8.7499900000000004</c:v>
                </c:pt>
                <c:pt idx="25926">
                  <c:v>8.5175900000000002</c:v>
                </c:pt>
                <c:pt idx="25927">
                  <c:v>8.4551300000000111</c:v>
                </c:pt>
                <c:pt idx="25928">
                  <c:v>8.6851200000000013</c:v>
                </c:pt>
                <c:pt idx="25929">
                  <c:v>8.9978200000000008</c:v>
                </c:pt>
                <c:pt idx="25930">
                  <c:v>8.6183899999999998</c:v>
                </c:pt>
                <c:pt idx="25931">
                  <c:v>8.2358400000000014</c:v>
                </c:pt>
                <c:pt idx="25932">
                  <c:v>8.1918600000000001</c:v>
                </c:pt>
                <c:pt idx="25933">
                  <c:v>8.1538400000000006</c:v>
                </c:pt>
                <c:pt idx="25934">
                  <c:v>8.2664200000000001</c:v>
                </c:pt>
                <c:pt idx="25935">
                  <c:v>8.2963000000000005</c:v>
                </c:pt>
                <c:pt idx="25936">
                  <c:v>8.5653300000000048</c:v>
                </c:pt>
                <c:pt idx="25937">
                  <c:v>8.6878900000000012</c:v>
                </c:pt>
                <c:pt idx="25938">
                  <c:v>8.5874700000000015</c:v>
                </c:pt>
                <c:pt idx="25939">
                  <c:v>8.1814500000000034</c:v>
                </c:pt>
                <c:pt idx="25940">
                  <c:v>7.7450599999999996</c:v>
                </c:pt>
                <c:pt idx="25941">
                  <c:v>7.4720700000000004</c:v>
                </c:pt>
                <c:pt idx="25942">
                  <c:v>7.3582099999999997</c:v>
                </c:pt>
                <c:pt idx="25943">
                  <c:v>7.4484399999999997</c:v>
                </c:pt>
                <c:pt idx="25944">
                  <c:v>7.6438499999999996</c:v>
                </c:pt>
                <c:pt idx="25945">
                  <c:v>7.9612400000000063</c:v>
                </c:pt>
                <c:pt idx="25946">
                  <c:v>8.3671900000000008</c:v>
                </c:pt>
                <c:pt idx="25947">
                  <c:v>8.407960000000001</c:v>
                </c:pt>
                <c:pt idx="25948">
                  <c:v>7.8982299999999999</c:v>
                </c:pt>
                <c:pt idx="25949">
                  <c:v>7.5238699999999996</c:v>
                </c:pt>
                <c:pt idx="25950">
                  <c:v>7.6401399999999944</c:v>
                </c:pt>
                <c:pt idx="25951">
                  <c:v>8.1056100000000004</c:v>
                </c:pt>
                <c:pt idx="25952">
                  <c:v>8.4440100000000005</c:v>
                </c:pt>
                <c:pt idx="25953">
                  <c:v>8.5956300000000123</c:v>
                </c:pt>
                <c:pt idx="25954">
                  <c:v>8.4816900000000004</c:v>
                </c:pt>
                <c:pt idx="25955">
                  <c:v>8.2902000000000005</c:v>
                </c:pt>
                <c:pt idx="25956">
                  <c:v>8.2245299999999997</c:v>
                </c:pt>
                <c:pt idx="25957">
                  <c:v>8.09924</c:v>
                </c:pt>
                <c:pt idx="25958">
                  <c:v>8.0104200000000034</c:v>
                </c:pt>
                <c:pt idx="25959">
                  <c:v>8.16629</c:v>
                </c:pt>
                <c:pt idx="25960">
                  <c:v>8.3137500000000006</c:v>
                </c:pt>
                <c:pt idx="25961">
                  <c:v>8.474870000000001</c:v>
                </c:pt>
                <c:pt idx="25962">
                  <c:v>8.7440899999999999</c:v>
                </c:pt>
                <c:pt idx="25963">
                  <c:v>8.8970200000000013</c:v>
                </c:pt>
                <c:pt idx="25964">
                  <c:v>8.8818300000000008</c:v>
                </c:pt>
                <c:pt idx="25965">
                  <c:v>8.8952400000000047</c:v>
                </c:pt>
                <c:pt idx="25966">
                  <c:v>8.7564600000000006</c:v>
                </c:pt>
                <c:pt idx="25967">
                  <c:v>8.6004300000000047</c:v>
                </c:pt>
                <c:pt idx="25968">
                  <c:v>8.6927100000000035</c:v>
                </c:pt>
                <c:pt idx="25969">
                  <c:v>8.7886100000000003</c:v>
                </c:pt>
                <c:pt idx="25970">
                  <c:v>8.8655200000000125</c:v>
                </c:pt>
                <c:pt idx="25971">
                  <c:v>8.9660200000000003</c:v>
                </c:pt>
                <c:pt idx="25972">
                  <c:v>8.918470000000001</c:v>
                </c:pt>
                <c:pt idx="25973">
                  <c:v>8.98231</c:v>
                </c:pt>
                <c:pt idx="25974">
                  <c:v>9.3873800000000003</c:v>
                </c:pt>
                <c:pt idx="25975">
                  <c:v>9.5693200000000012</c:v>
                </c:pt>
                <c:pt idx="25976">
                  <c:v>9.2668200000000009</c:v>
                </c:pt>
                <c:pt idx="25977">
                  <c:v>8.9428100000000015</c:v>
                </c:pt>
                <c:pt idx="25978">
                  <c:v>8.9241300000000017</c:v>
                </c:pt>
                <c:pt idx="25979">
                  <c:v>8.8936900000000048</c:v>
                </c:pt>
                <c:pt idx="25980">
                  <c:v>8.8931500000000003</c:v>
                </c:pt>
                <c:pt idx="25981">
                  <c:v>9.0273299999999992</c:v>
                </c:pt>
                <c:pt idx="25982">
                  <c:v>9.2760900000000035</c:v>
                </c:pt>
                <c:pt idx="25983">
                  <c:v>9.82193</c:v>
                </c:pt>
                <c:pt idx="25984">
                  <c:v>10.434850000000001</c:v>
                </c:pt>
                <c:pt idx="25985">
                  <c:v>11.01515</c:v>
                </c:pt>
                <c:pt idx="25986">
                  <c:v>11.442080000000002</c:v>
                </c:pt>
                <c:pt idx="25987">
                  <c:v>11.771229999999999</c:v>
                </c:pt>
                <c:pt idx="25988">
                  <c:v>12.071480000000006</c:v>
                </c:pt>
                <c:pt idx="25989">
                  <c:v>12.369980000000011</c:v>
                </c:pt>
                <c:pt idx="25990">
                  <c:v>12.51867</c:v>
                </c:pt>
                <c:pt idx="25991">
                  <c:v>12.214930000000001</c:v>
                </c:pt>
                <c:pt idx="25992">
                  <c:v>11.64676</c:v>
                </c:pt>
                <c:pt idx="25993">
                  <c:v>11.15204000000001</c:v>
                </c:pt>
                <c:pt idx="25994">
                  <c:v>10.828990000000001</c:v>
                </c:pt>
                <c:pt idx="25995">
                  <c:v>10.493310000000001</c:v>
                </c:pt>
                <c:pt idx="25996">
                  <c:v>10.32512</c:v>
                </c:pt>
                <c:pt idx="25997">
                  <c:v>10.41901</c:v>
                </c:pt>
                <c:pt idx="25998">
                  <c:v>10.60557</c:v>
                </c:pt>
                <c:pt idx="25999">
                  <c:v>10.728279999999998</c:v>
                </c:pt>
                <c:pt idx="26000">
                  <c:v>10.37987</c:v>
                </c:pt>
                <c:pt idx="26001">
                  <c:v>10.04712</c:v>
                </c:pt>
                <c:pt idx="26002">
                  <c:v>10.07452</c:v>
                </c:pt>
                <c:pt idx="26003">
                  <c:v>10.101179999999999</c:v>
                </c:pt>
                <c:pt idx="26004">
                  <c:v>10.25928</c:v>
                </c:pt>
                <c:pt idx="26005">
                  <c:v>10.90826</c:v>
                </c:pt>
                <c:pt idx="26006">
                  <c:v>11.240790000000001</c:v>
                </c:pt>
                <c:pt idx="26007">
                  <c:v>11.352940000000011</c:v>
                </c:pt>
                <c:pt idx="26008">
                  <c:v>11.740269999999999</c:v>
                </c:pt>
                <c:pt idx="26009">
                  <c:v>12.030720000000001</c:v>
                </c:pt>
                <c:pt idx="26010">
                  <c:v>12.125390000000001</c:v>
                </c:pt>
                <c:pt idx="26011">
                  <c:v>12.21349</c:v>
                </c:pt>
                <c:pt idx="26012">
                  <c:v>12.55982</c:v>
                </c:pt>
                <c:pt idx="26013">
                  <c:v>13.03228</c:v>
                </c:pt>
                <c:pt idx="26014">
                  <c:v>13.491860000000001</c:v>
                </c:pt>
                <c:pt idx="26015">
                  <c:v>14.10281</c:v>
                </c:pt>
                <c:pt idx="26016">
                  <c:v>14.957990000000002</c:v>
                </c:pt>
                <c:pt idx="26017">
                  <c:v>15.79053</c:v>
                </c:pt>
                <c:pt idx="26018">
                  <c:v>16.486009999999968</c:v>
                </c:pt>
                <c:pt idx="26019">
                  <c:v>17.139379999999999</c:v>
                </c:pt>
                <c:pt idx="26020">
                  <c:v>17.526959999999999</c:v>
                </c:pt>
                <c:pt idx="26021">
                  <c:v>17.37537</c:v>
                </c:pt>
                <c:pt idx="26022">
                  <c:v>17.003620000000002</c:v>
                </c:pt>
                <c:pt idx="26023">
                  <c:v>16.243239999999975</c:v>
                </c:pt>
                <c:pt idx="26024">
                  <c:v>15.366440000000019</c:v>
                </c:pt>
                <c:pt idx="26025">
                  <c:v>14.811260000000001</c:v>
                </c:pt>
                <c:pt idx="26026">
                  <c:v>14.163210000000001</c:v>
                </c:pt>
                <c:pt idx="26027">
                  <c:v>13.694140000000001</c:v>
                </c:pt>
                <c:pt idx="26028">
                  <c:v>13.33212</c:v>
                </c:pt>
                <c:pt idx="26029">
                  <c:v>12.89194</c:v>
                </c:pt>
                <c:pt idx="26030">
                  <c:v>12.60286</c:v>
                </c:pt>
                <c:pt idx="26031">
                  <c:v>12.455160000000006</c:v>
                </c:pt>
                <c:pt idx="26032">
                  <c:v>12.44417</c:v>
                </c:pt>
                <c:pt idx="26033">
                  <c:v>12.392110000000002</c:v>
                </c:pt>
                <c:pt idx="26034">
                  <c:v>12.461120000000001</c:v>
                </c:pt>
                <c:pt idx="26035">
                  <c:v>12.78002</c:v>
                </c:pt>
                <c:pt idx="26036">
                  <c:v>13.31194</c:v>
                </c:pt>
                <c:pt idx="26037">
                  <c:v>13.892340000000004</c:v>
                </c:pt>
                <c:pt idx="26038">
                  <c:v>14.18336</c:v>
                </c:pt>
                <c:pt idx="26039">
                  <c:v>14.33306</c:v>
                </c:pt>
                <c:pt idx="26040">
                  <c:v>14.608550000000001</c:v>
                </c:pt>
                <c:pt idx="26041">
                  <c:v>14.901730000000002</c:v>
                </c:pt>
                <c:pt idx="26042">
                  <c:v>15.114610000000001</c:v>
                </c:pt>
                <c:pt idx="26043">
                  <c:v>15.50403</c:v>
                </c:pt>
                <c:pt idx="26044">
                  <c:v>16.133500000000005</c:v>
                </c:pt>
                <c:pt idx="26045">
                  <c:v>16.806699999999989</c:v>
                </c:pt>
                <c:pt idx="26046">
                  <c:v>17.512969999999999</c:v>
                </c:pt>
                <c:pt idx="26047">
                  <c:v>17.939959999999999</c:v>
                </c:pt>
                <c:pt idx="26048">
                  <c:v>17.8474</c:v>
                </c:pt>
                <c:pt idx="26049">
                  <c:v>17.675370000000001</c:v>
                </c:pt>
                <c:pt idx="26050">
                  <c:v>17.528880000000001</c:v>
                </c:pt>
                <c:pt idx="26051">
                  <c:v>17.199470000000005</c:v>
                </c:pt>
                <c:pt idx="26052">
                  <c:v>17.1005</c:v>
                </c:pt>
                <c:pt idx="26053">
                  <c:v>17.6417</c:v>
                </c:pt>
                <c:pt idx="26054">
                  <c:v>18.152950000000022</c:v>
                </c:pt>
                <c:pt idx="26055">
                  <c:v>17.875599999999974</c:v>
                </c:pt>
                <c:pt idx="26056">
                  <c:v>17.204509999999978</c:v>
                </c:pt>
                <c:pt idx="26057">
                  <c:v>17.147210000000001</c:v>
                </c:pt>
                <c:pt idx="26058">
                  <c:v>17.546019999999974</c:v>
                </c:pt>
                <c:pt idx="26059">
                  <c:v>17.91649</c:v>
                </c:pt>
                <c:pt idx="26060">
                  <c:v>18.208880000000001</c:v>
                </c:pt>
                <c:pt idx="26061">
                  <c:v>18.465919999999972</c:v>
                </c:pt>
                <c:pt idx="26062">
                  <c:v>18.829450000000001</c:v>
                </c:pt>
                <c:pt idx="26063">
                  <c:v>19.240010000000002</c:v>
                </c:pt>
                <c:pt idx="26064">
                  <c:v>19.475689999999968</c:v>
                </c:pt>
                <c:pt idx="26065">
                  <c:v>19.662639999999964</c:v>
                </c:pt>
                <c:pt idx="26066">
                  <c:v>19.965099999999964</c:v>
                </c:pt>
                <c:pt idx="26067">
                  <c:v>20.260169999999974</c:v>
                </c:pt>
                <c:pt idx="26068">
                  <c:v>20.462539999999954</c:v>
                </c:pt>
                <c:pt idx="26069">
                  <c:v>20.035080000000001</c:v>
                </c:pt>
                <c:pt idx="26070">
                  <c:v>19.295769999999973</c:v>
                </c:pt>
                <c:pt idx="26071">
                  <c:v>18.93975</c:v>
                </c:pt>
                <c:pt idx="26072">
                  <c:v>19.100079999999988</c:v>
                </c:pt>
                <c:pt idx="26073">
                  <c:v>18.958599999999972</c:v>
                </c:pt>
                <c:pt idx="26074">
                  <c:v>18.836030000000001</c:v>
                </c:pt>
                <c:pt idx="26075">
                  <c:v>18.964439999999971</c:v>
                </c:pt>
                <c:pt idx="26076">
                  <c:v>19.198340000000002</c:v>
                </c:pt>
                <c:pt idx="26077">
                  <c:v>19.388209999999972</c:v>
                </c:pt>
                <c:pt idx="26078">
                  <c:v>19.776850000000021</c:v>
                </c:pt>
                <c:pt idx="26079">
                  <c:v>20.498559999999973</c:v>
                </c:pt>
                <c:pt idx="26080">
                  <c:v>21.289729999999956</c:v>
                </c:pt>
                <c:pt idx="26081">
                  <c:v>22.010629999999974</c:v>
                </c:pt>
                <c:pt idx="26082">
                  <c:v>22.601980000000033</c:v>
                </c:pt>
                <c:pt idx="26083">
                  <c:v>23.154019999999999</c:v>
                </c:pt>
                <c:pt idx="26084">
                  <c:v>23.437719999999974</c:v>
                </c:pt>
                <c:pt idx="26085">
                  <c:v>23.364070000000005</c:v>
                </c:pt>
                <c:pt idx="26086">
                  <c:v>22.69284</c:v>
                </c:pt>
                <c:pt idx="26087">
                  <c:v>21.415120000000002</c:v>
                </c:pt>
                <c:pt idx="26088">
                  <c:v>20.54102</c:v>
                </c:pt>
                <c:pt idx="26089">
                  <c:v>20.437270000000005</c:v>
                </c:pt>
                <c:pt idx="26090">
                  <c:v>20.628860000000021</c:v>
                </c:pt>
                <c:pt idx="26091">
                  <c:v>21.001169999999988</c:v>
                </c:pt>
                <c:pt idx="26092">
                  <c:v>21.40506999999997</c:v>
                </c:pt>
                <c:pt idx="26093">
                  <c:v>21.748779999999975</c:v>
                </c:pt>
                <c:pt idx="26094">
                  <c:v>21.820969999999999</c:v>
                </c:pt>
                <c:pt idx="26095">
                  <c:v>21.25942999999997</c:v>
                </c:pt>
                <c:pt idx="26096">
                  <c:v>20.615910000000021</c:v>
                </c:pt>
                <c:pt idx="26097">
                  <c:v>20.90175</c:v>
                </c:pt>
                <c:pt idx="26098">
                  <c:v>21.67276</c:v>
                </c:pt>
                <c:pt idx="26099">
                  <c:v>22.392980000000001</c:v>
                </c:pt>
                <c:pt idx="26100">
                  <c:v>23.084719999999972</c:v>
                </c:pt>
                <c:pt idx="26101">
                  <c:v>23.668539999999975</c:v>
                </c:pt>
                <c:pt idx="26102">
                  <c:v>23.898199999999989</c:v>
                </c:pt>
                <c:pt idx="26103">
                  <c:v>23.819089999999999</c:v>
                </c:pt>
                <c:pt idx="26104">
                  <c:v>24.121960000000033</c:v>
                </c:pt>
                <c:pt idx="26105">
                  <c:v>24.94776999999997</c:v>
                </c:pt>
                <c:pt idx="26106">
                  <c:v>25.93018</c:v>
                </c:pt>
                <c:pt idx="26107">
                  <c:v>26.934940000000001</c:v>
                </c:pt>
                <c:pt idx="26108">
                  <c:v>27.877140000000001</c:v>
                </c:pt>
                <c:pt idx="26109">
                  <c:v>28.37349</c:v>
                </c:pt>
                <c:pt idx="26110">
                  <c:v>28.525039999999972</c:v>
                </c:pt>
                <c:pt idx="26111">
                  <c:v>28.299539999999968</c:v>
                </c:pt>
                <c:pt idx="26112">
                  <c:v>27.252649999999957</c:v>
                </c:pt>
                <c:pt idx="26113">
                  <c:v>26.075439999999972</c:v>
                </c:pt>
                <c:pt idx="26114">
                  <c:v>25.53933</c:v>
                </c:pt>
                <c:pt idx="26115">
                  <c:v>25.449429999999964</c:v>
                </c:pt>
                <c:pt idx="26116">
                  <c:v>25.615250000000021</c:v>
                </c:pt>
                <c:pt idx="26117">
                  <c:v>25.826599999999978</c:v>
                </c:pt>
                <c:pt idx="26118">
                  <c:v>25.899640000000002</c:v>
                </c:pt>
                <c:pt idx="26119">
                  <c:v>26.138980000000021</c:v>
                </c:pt>
                <c:pt idx="26120">
                  <c:v>26.668769999999974</c:v>
                </c:pt>
                <c:pt idx="26121">
                  <c:v>26.913830000000001</c:v>
                </c:pt>
                <c:pt idx="26122">
                  <c:v>26.851759999999999</c:v>
                </c:pt>
                <c:pt idx="26123">
                  <c:v>27.085629999999952</c:v>
                </c:pt>
                <c:pt idx="26124">
                  <c:v>27.544440000000002</c:v>
                </c:pt>
                <c:pt idx="26125">
                  <c:v>27.915739999999964</c:v>
                </c:pt>
                <c:pt idx="26126">
                  <c:v>28.187139999999989</c:v>
                </c:pt>
                <c:pt idx="26127">
                  <c:v>28.182309999999973</c:v>
                </c:pt>
                <c:pt idx="26128">
                  <c:v>27.618279999999999</c:v>
                </c:pt>
                <c:pt idx="26129">
                  <c:v>26.943289999999973</c:v>
                </c:pt>
                <c:pt idx="26130">
                  <c:v>26.694489999999988</c:v>
                </c:pt>
                <c:pt idx="26131">
                  <c:v>26.56683</c:v>
                </c:pt>
                <c:pt idx="26132">
                  <c:v>26.443019999999972</c:v>
                </c:pt>
                <c:pt idx="26133">
                  <c:v>26.3596</c:v>
                </c:pt>
                <c:pt idx="26134">
                  <c:v>26.313980000000026</c:v>
                </c:pt>
                <c:pt idx="26135">
                  <c:v>26.600110000000001</c:v>
                </c:pt>
                <c:pt idx="26136">
                  <c:v>27.20017</c:v>
                </c:pt>
                <c:pt idx="26137">
                  <c:v>27.877070000000021</c:v>
                </c:pt>
                <c:pt idx="26138">
                  <c:v>28.351019999999988</c:v>
                </c:pt>
                <c:pt idx="26139">
                  <c:v>28.442699999999952</c:v>
                </c:pt>
                <c:pt idx="26140">
                  <c:v>28.324570000000001</c:v>
                </c:pt>
                <c:pt idx="26141">
                  <c:v>28.188709999999972</c:v>
                </c:pt>
                <c:pt idx="26142">
                  <c:v>27.658989999999999</c:v>
                </c:pt>
                <c:pt idx="26143">
                  <c:v>27.133459999999999</c:v>
                </c:pt>
                <c:pt idx="26144">
                  <c:v>27.115379999999988</c:v>
                </c:pt>
                <c:pt idx="26145">
                  <c:v>27.447739999999964</c:v>
                </c:pt>
                <c:pt idx="26146">
                  <c:v>27.918709999999972</c:v>
                </c:pt>
                <c:pt idx="26147">
                  <c:v>28.245929999999973</c:v>
                </c:pt>
                <c:pt idx="26148">
                  <c:v>28.266519999999975</c:v>
                </c:pt>
                <c:pt idx="26149">
                  <c:v>27.645759999999989</c:v>
                </c:pt>
                <c:pt idx="26150">
                  <c:v>26.97993</c:v>
                </c:pt>
                <c:pt idx="26151">
                  <c:v>26.674050000000033</c:v>
                </c:pt>
                <c:pt idx="26152">
                  <c:v>26.44717</c:v>
                </c:pt>
                <c:pt idx="26153">
                  <c:v>26.301739999999974</c:v>
                </c:pt>
                <c:pt idx="26154">
                  <c:v>26.58446</c:v>
                </c:pt>
                <c:pt idx="26155">
                  <c:v>27.212499999999974</c:v>
                </c:pt>
                <c:pt idx="26156">
                  <c:v>27.569310000000002</c:v>
                </c:pt>
                <c:pt idx="26157">
                  <c:v>27.825619999999972</c:v>
                </c:pt>
                <c:pt idx="26158">
                  <c:v>28.083229999999968</c:v>
                </c:pt>
                <c:pt idx="26159">
                  <c:v>28.21555</c:v>
                </c:pt>
                <c:pt idx="26160">
                  <c:v>28.315570000000001</c:v>
                </c:pt>
                <c:pt idx="26161">
                  <c:v>28.38965</c:v>
                </c:pt>
                <c:pt idx="26162">
                  <c:v>28.541139999999974</c:v>
                </c:pt>
                <c:pt idx="26163">
                  <c:v>28.77346</c:v>
                </c:pt>
                <c:pt idx="26164">
                  <c:v>29.075900000000001</c:v>
                </c:pt>
                <c:pt idx="26165">
                  <c:v>29.438509999999972</c:v>
                </c:pt>
                <c:pt idx="26166">
                  <c:v>29.909089999999978</c:v>
                </c:pt>
                <c:pt idx="26167">
                  <c:v>30.223339999999968</c:v>
                </c:pt>
                <c:pt idx="26168">
                  <c:v>29.871860000000037</c:v>
                </c:pt>
                <c:pt idx="26169">
                  <c:v>29.24738</c:v>
                </c:pt>
                <c:pt idx="26170">
                  <c:v>28.971950000000021</c:v>
                </c:pt>
                <c:pt idx="26171">
                  <c:v>28.704920000000001</c:v>
                </c:pt>
                <c:pt idx="26172">
                  <c:v>28.387840000000001</c:v>
                </c:pt>
                <c:pt idx="26173">
                  <c:v>28.115539999999989</c:v>
                </c:pt>
                <c:pt idx="26174">
                  <c:v>27.892890000000001</c:v>
                </c:pt>
                <c:pt idx="26175">
                  <c:v>27.683009999999989</c:v>
                </c:pt>
                <c:pt idx="26176">
                  <c:v>27.050419999999974</c:v>
                </c:pt>
                <c:pt idx="26177">
                  <c:v>25.650069999999999</c:v>
                </c:pt>
                <c:pt idx="26178">
                  <c:v>23.908319999999971</c:v>
                </c:pt>
                <c:pt idx="26179">
                  <c:v>22.935429999999968</c:v>
                </c:pt>
                <c:pt idx="26180">
                  <c:v>22.639849999999999</c:v>
                </c:pt>
                <c:pt idx="26181">
                  <c:v>22.480769999999964</c:v>
                </c:pt>
                <c:pt idx="26182">
                  <c:v>22.625990000000005</c:v>
                </c:pt>
                <c:pt idx="26183">
                  <c:v>22.902319999999964</c:v>
                </c:pt>
                <c:pt idx="26184">
                  <c:v>23.12828</c:v>
                </c:pt>
                <c:pt idx="26185">
                  <c:v>23.37594</c:v>
                </c:pt>
                <c:pt idx="26186">
                  <c:v>23.591980000000021</c:v>
                </c:pt>
                <c:pt idx="26187">
                  <c:v>23.685829999999989</c:v>
                </c:pt>
                <c:pt idx="26188">
                  <c:v>23.756729999999973</c:v>
                </c:pt>
                <c:pt idx="26189">
                  <c:v>23.68749</c:v>
                </c:pt>
                <c:pt idx="26190">
                  <c:v>23.537610000000001</c:v>
                </c:pt>
                <c:pt idx="26191">
                  <c:v>23.57361999999997</c:v>
                </c:pt>
                <c:pt idx="26192">
                  <c:v>23.684709999999974</c:v>
                </c:pt>
                <c:pt idx="26193">
                  <c:v>23.700489999999974</c:v>
                </c:pt>
                <c:pt idx="26194">
                  <c:v>23.37968</c:v>
                </c:pt>
                <c:pt idx="26195">
                  <c:v>22.910060000000001</c:v>
                </c:pt>
                <c:pt idx="26196">
                  <c:v>22.637530000000005</c:v>
                </c:pt>
                <c:pt idx="26197">
                  <c:v>22.588579999999968</c:v>
                </c:pt>
                <c:pt idx="26198">
                  <c:v>22.681840000000001</c:v>
                </c:pt>
                <c:pt idx="26199">
                  <c:v>22.834949999999999</c:v>
                </c:pt>
                <c:pt idx="26200">
                  <c:v>22.968909999999973</c:v>
                </c:pt>
                <c:pt idx="26201">
                  <c:v>22.99896</c:v>
                </c:pt>
                <c:pt idx="26202">
                  <c:v>22.835979999999999</c:v>
                </c:pt>
                <c:pt idx="26203">
                  <c:v>22.556360000000005</c:v>
                </c:pt>
                <c:pt idx="26204">
                  <c:v>22.34337</c:v>
                </c:pt>
                <c:pt idx="26205">
                  <c:v>21.67512</c:v>
                </c:pt>
                <c:pt idx="26206">
                  <c:v>20.782319999999952</c:v>
                </c:pt>
                <c:pt idx="26207">
                  <c:v>20.317380000000021</c:v>
                </c:pt>
                <c:pt idx="26208">
                  <c:v>20.383239999999972</c:v>
                </c:pt>
                <c:pt idx="26209">
                  <c:v>20.474170000000001</c:v>
                </c:pt>
                <c:pt idx="26210">
                  <c:v>20.201070000000001</c:v>
                </c:pt>
                <c:pt idx="26211">
                  <c:v>19.928939999999972</c:v>
                </c:pt>
                <c:pt idx="26212">
                  <c:v>19.84883</c:v>
                </c:pt>
                <c:pt idx="26213">
                  <c:v>19.497150000000001</c:v>
                </c:pt>
                <c:pt idx="26214">
                  <c:v>19.034289999999999</c:v>
                </c:pt>
                <c:pt idx="26215">
                  <c:v>18.834219999999988</c:v>
                </c:pt>
                <c:pt idx="26216">
                  <c:v>18.854320000000001</c:v>
                </c:pt>
                <c:pt idx="26217">
                  <c:v>18.89014999999997</c:v>
                </c:pt>
                <c:pt idx="26218">
                  <c:v>18.732890000000001</c:v>
                </c:pt>
                <c:pt idx="26219">
                  <c:v>18.575229999999973</c:v>
                </c:pt>
                <c:pt idx="26220">
                  <c:v>18.564489999999989</c:v>
                </c:pt>
                <c:pt idx="26221">
                  <c:v>18.59216</c:v>
                </c:pt>
                <c:pt idx="26222">
                  <c:v>18.767109999999974</c:v>
                </c:pt>
                <c:pt idx="26223">
                  <c:v>18.787599999999973</c:v>
                </c:pt>
                <c:pt idx="26224">
                  <c:v>18.544160000000005</c:v>
                </c:pt>
                <c:pt idx="26225">
                  <c:v>18.222109999999972</c:v>
                </c:pt>
                <c:pt idx="26226">
                  <c:v>17.633820000000021</c:v>
                </c:pt>
                <c:pt idx="26227">
                  <c:v>17.06438</c:v>
                </c:pt>
                <c:pt idx="26228">
                  <c:v>16.79311999999997</c:v>
                </c:pt>
                <c:pt idx="26229">
                  <c:v>16.656079999999999</c:v>
                </c:pt>
                <c:pt idx="26230">
                  <c:v>16.779589999999974</c:v>
                </c:pt>
                <c:pt idx="26231">
                  <c:v>16.77711</c:v>
                </c:pt>
                <c:pt idx="26232">
                  <c:v>16.440259999999974</c:v>
                </c:pt>
                <c:pt idx="26233">
                  <c:v>16.072239999999972</c:v>
                </c:pt>
                <c:pt idx="26234">
                  <c:v>15.33793</c:v>
                </c:pt>
                <c:pt idx="26235">
                  <c:v>14.372930000000011</c:v>
                </c:pt>
                <c:pt idx="26236">
                  <c:v>13.85394000000001</c:v>
                </c:pt>
                <c:pt idx="26237">
                  <c:v>13.871690000000006</c:v>
                </c:pt>
                <c:pt idx="26238">
                  <c:v>13.862460000000015</c:v>
                </c:pt>
                <c:pt idx="26239">
                  <c:v>13.64376</c:v>
                </c:pt>
                <c:pt idx="26240">
                  <c:v>13.57085</c:v>
                </c:pt>
                <c:pt idx="26241">
                  <c:v>13.78206</c:v>
                </c:pt>
                <c:pt idx="26242">
                  <c:v>14.032300000000001</c:v>
                </c:pt>
                <c:pt idx="26243">
                  <c:v>14.16985</c:v>
                </c:pt>
                <c:pt idx="26244">
                  <c:v>13.96299000000001</c:v>
                </c:pt>
                <c:pt idx="26245">
                  <c:v>13.722329999999999</c:v>
                </c:pt>
                <c:pt idx="26246">
                  <c:v>13.57338</c:v>
                </c:pt>
                <c:pt idx="26247">
                  <c:v>13.25858</c:v>
                </c:pt>
                <c:pt idx="26248">
                  <c:v>12.951030000000006</c:v>
                </c:pt>
                <c:pt idx="26249">
                  <c:v>12.7828</c:v>
                </c:pt>
                <c:pt idx="26250">
                  <c:v>12.62899</c:v>
                </c:pt>
                <c:pt idx="26251">
                  <c:v>12.672800000000002</c:v>
                </c:pt>
                <c:pt idx="26252">
                  <c:v>12.162090000000006</c:v>
                </c:pt>
                <c:pt idx="26253">
                  <c:v>11.867900000000002</c:v>
                </c:pt>
                <c:pt idx="26254">
                  <c:v>11.98231</c:v>
                </c:pt>
                <c:pt idx="26255">
                  <c:v>12.22087</c:v>
                </c:pt>
                <c:pt idx="26256">
                  <c:v>12.257680000000002</c:v>
                </c:pt>
                <c:pt idx="26257">
                  <c:v>12.085230000000006</c:v>
                </c:pt>
                <c:pt idx="26258">
                  <c:v>11.669600000000004</c:v>
                </c:pt>
                <c:pt idx="26259">
                  <c:v>11.406460000000004</c:v>
                </c:pt>
                <c:pt idx="26260">
                  <c:v>11.478110000000001</c:v>
                </c:pt>
                <c:pt idx="26261">
                  <c:v>11.711309999999999</c:v>
                </c:pt>
                <c:pt idx="26262">
                  <c:v>11.67501</c:v>
                </c:pt>
                <c:pt idx="26263">
                  <c:v>11.270910000000001</c:v>
                </c:pt>
                <c:pt idx="26264">
                  <c:v>10.91774</c:v>
                </c:pt>
                <c:pt idx="26265">
                  <c:v>10.767940000000001</c:v>
                </c:pt>
                <c:pt idx="26266">
                  <c:v>10.91319</c:v>
                </c:pt>
                <c:pt idx="26267">
                  <c:v>11.00353000000001</c:v>
                </c:pt>
                <c:pt idx="26268">
                  <c:v>10.989280000000004</c:v>
                </c:pt>
                <c:pt idx="26269">
                  <c:v>11.13491</c:v>
                </c:pt>
                <c:pt idx="26270">
                  <c:v>10.721590000000001</c:v>
                </c:pt>
                <c:pt idx="26271">
                  <c:v>10.1501</c:v>
                </c:pt>
                <c:pt idx="26272">
                  <c:v>9.6893600000000006</c:v>
                </c:pt>
                <c:pt idx="26273">
                  <c:v>9.2732200000000002</c:v>
                </c:pt>
                <c:pt idx="26274">
                  <c:v>9.10487</c:v>
                </c:pt>
                <c:pt idx="26275">
                  <c:v>9.0341699999999996</c:v>
                </c:pt>
                <c:pt idx="26276">
                  <c:v>8.9440299999999997</c:v>
                </c:pt>
                <c:pt idx="26277">
                  <c:v>8.9431700000000003</c:v>
                </c:pt>
                <c:pt idx="26278">
                  <c:v>8.9572100000000034</c:v>
                </c:pt>
                <c:pt idx="26279">
                  <c:v>9.0509800000000027</c:v>
                </c:pt>
                <c:pt idx="26280">
                  <c:v>8.9922200000000014</c:v>
                </c:pt>
                <c:pt idx="26281">
                  <c:v>8.8814000000000028</c:v>
                </c:pt>
                <c:pt idx="26282">
                  <c:v>8.8042400000000001</c:v>
                </c:pt>
                <c:pt idx="26283">
                  <c:v>8.6564300000000109</c:v>
                </c:pt>
                <c:pt idx="26284">
                  <c:v>8.584010000000001</c:v>
                </c:pt>
                <c:pt idx="26285">
                  <c:v>8.6348299999999991</c:v>
                </c:pt>
                <c:pt idx="26286">
                  <c:v>8.6911000000000005</c:v>
                </c:pt>
                <c:pt idx="26287">
                  <c:v>8.7853700000000003</c:v>
                </c:pt>
                <c:pt idx="26288">
                  <c:v>8.8306800000000027</c:v>
                </c:pt>
                <c:pt idx="26289">
                  <c:v>8.6932100000000005</c:v>
                </c:pt>
                <c:pt idx="26290">
                  <c:v>8.3580100000000002</c:v>
                </c:pt>
                <c:pt idx="26291">
                  <c:v>8.1596100000000007</c:v>
                </c:pt>
                <c:pt idx="26292">
                  <c:v>8.2097900000000035</c:v>
                </c:pt>
                <c:pt idx="26293">
                  <c:v>8.2120500000000014</c:v>
                </c:pt>
                <c:pt idx="26294">
                  <c:v>8.1263900000000007</c:v>
                </c:pt>
                <c:pt idx="26295">
                  <c:v>8.0241100000000003</c:v>
                </c:pt>
                <c:pt idx="26296">
                  <c:v>7.92075</c:v>
                </c:pt>
                <c:pt idx="26297">
                  <c:v>7.7939699999999998</c:v>
                </c:pt>
                <c:pt idx="26298">
                  <c:v>7.6960299999999995</c:v>
                </c:pt>
                <c:pt idx="26299">
                  <c:v>7.7060899999999997</c:v>
                </c:pt>
                <c:pt idx="26300">
                  <c:v>7.7469200000000003</c:v>
                </c:pt>
                <c:pt idx="26301">
                  <c:v>7.7026000000000003</c:v>
                </c:pt>
                <c:pt idx="26302">
                  <c:v>7.6876600000000002</c:v>
                </c:pt>
                <c:pt idx="26303">
                  <c:v>7.8887299999999998</c:v>
                </c:pt>
                <c:pt idx="26304">
                  <c:v>7.9461000000000004</c:v>
                </c:pt>
                <c:pt idx="26305">
                  <c:v>8.0069500000000016</c:v>
                </c:pt>
                <c:pt idx="26306">
                  <c:v>8.1665900000000047</c:v>
                </c:pt>
                <c:pt idx="26307">
                  <c:v>8.1307500000000008</c:v>
                </c:pt>
                <c:pt idx="26308">
                  <c:v>7.9644499999999985</c:v>
                </c:pt>
                <c:pt idx="26309">
                  <c:v>7.8903400000000001</c:v>
                </c:pt>
                <c:pt idx="26310">
                  <c:v>7.9475799999999985</c:v>
                </c:pt>
                <c:pt idx="26311">
                  <c:v>8.0939700000000006</c:v>
                </c:pt>
                <c:pt idx="26312">
                  <c:v>8.2375500000000006</c:v>
                </c:pt>
                <c:pt idx="26313">
                  <c:v>8.3640900000000027</c:v>
                </c:pt>
                <c:pt idx="26314">
                  <c:v>8.3344800000000028</c:v>
                </c:pt>
                <c:pt idx="26315">
                  <c:v>8.0833700000000004</c:v>
                </c:pt>
                <c:pt idx="26316">
                  <c:v>8.0853900000000003</c:v>
                </c:pt>
                <c:pt idx="26317">
                  <c:v>8.4003000000000014</c:v>
                </c:pt>
                <c:pt idx="26318">
                  <c:v>8.6678100000000011</c:v>
                </c:pt>
                <c:pt idx="26319">
                  <c:v>8.7579600000000006</c:v>
                </c:pt>
                <c:pt idx="26320">
                  <c:v>8.7110299999999992</c:v>
                </c:pt>
                <c:pt idx="26321">
                  <c:v>8.8210900000000034</c:v>
                </c:pt>
                <c:pt idx="26322">
                  <c:v>8.9740300000000008</c:v>
                </c:pt>
                <c:pt idx="26323">
                  <c:v>9.1339500000000005</c:v>
                </c:pt>
                <c:pt idx="26324">
                  <c:v>9.2641100000000005</c:v>
                </c:pt>
                <c:pt idx="26325">
                  <c:v>9.1831600000000009</c:v>
                </c:pt>
                <c:pt idx="26326">
                  <c:v>8.9406000000000034</c:v>
                </c:pt>
                <c:pt idx="26327">
                  <c:v>8.4959500000000006</c:v>
                </c:pt>
                <c:pt idx="26328">
                  <c:v>8.1817799999999998</c:v>
                </c:pt>
                <c:pt idx="26329">
                  <c:v>7.95261</c:v>
                </c:pt>
                <c:pt idx="26330">
                  <c:v>7.5236799999999997</c:v>
                </c:pt>
                <c:pt idx="26331">
                  <c:v>6.8687899999999944</c:v>
                </c:pt>
                <c:pt idx="26332">
                  <c:v>6.3423799999999995</c:v>
                </c:pt>
                <c:pt idx="26333">
                  <c:v>6.1063599999999996</c:v>
                </c:pt>
                <c:pt idx="26334">
                  <c:v>6.1677799999999943</c:v>
                </c:pt>
                <c:pt idx="26335">
                  <c:v>6.3468200000000001</c:v>
                </c:pt>
                <c:pt idx="26336">
                  <c:v>6.5100799999999985</c:v>
                </c:pt>
                <c:pt idx="26337">
                  <c:v>6.8247099999999943</c:v>
                </c:pt>
                <c:pt idx="26338">
                  <c:v>7.3741099999999955</c:v>
                </c:pt>
                <c:pt idx="26339">
                  <c:v>7.8708999999999998</c:v>
                </c:pt>
                <c:pt idx="26340">
                  <c:v>8.1981900000000003</c:v>
                </c:pt>
                <c:pt idx="26341">
                  <c:v>8.6395800000000005</c:v>
                </c:pt>
                <c:pt idx="26342">
                  <c:v>9.1108100000000007</c:v>
                </c:pt>
                <c:pt idx="26343">
                  <c:v>9.4159300000000048</c:v>
                </c:pt>
                <c:pt idx="26344">
                  <c:v>9.3312600000000003</c:v>
                </c:pt>
                <c:pt idx="26345">
                  <c:v>9.1678200000000007</c:v>
                </c:pt>
                <c:pt idx="26346">
                  <c:v>9.0632300000000008</c:v>
                </c:pt>
                <c:pt idx="26347">
                  <c:v>8.9459900000000001</c:v>
                </c:pt>
                <c:pt idx="26348">
                  <c:v>8.8453600000000012</c:v>
                </c:pt>
                <c:pt idx="26349">
                  <c:v>8.7577800000000003</c:v>
                </c:pt>
                <c:pt idx="26350">
                  <c:v>8.6568500000000004</c:v>
                </c:pt>
                <c:pt idx="26351">
                  <c:v>8.72607</c:v>
                </c:pt>
                <c:pt idx="26352">
                  <c:v>8.9831600000000016</c:v>
                </c:pt>
                <c:pt idx="26353">
                  <c:v>9.2055700000000016</c:v>
                </c:pt>
                <c:pt idx="26354">
                  <c:v>9.4128300000000067</c:v>
                </c:pt>
                <c:pt idx="26355">
                  <c:v>9.6003600000000002</c:v>
                </c:pt>
                <c:pt idx="26356">
                  <c:v>9.8185100000000016</c:v>
                </c:pt>
                <c:pt idx="26357">
                  <c:v>10.07742</c:v>
                </c:pt>
                <c:pt idx="26358">
                  <c:v>10.42924</c:v>
                </c:pt>
                <c:pt idx="26359">
                  <c:v>10.714040000000001</c:v>
                </c:pt>
                <c:pt idx="26360">
                  <c:v>10.97650000000001</c:v>
                </c:pt>
                <c:pt idx="26361">
                  <c:v>11.27163</c:v>
                </c:pt>
                <c:pt idx="26362">
                  <c:v>11.65089</c:v>
                </c:pt>
                <c:pt idx="26363">
                  <c:v>12.152610000000006</c:v>
                </c:pt>
                <c:pt idx="26364">
                  <c:v>12.81063000000001</c:v>
                </c:pt>
                <c:pt idx="26365">
                  <c:v>13.374640000000012</c:v>
                </c:pt>
                <c:pt idx="26366">
                  <c:v>12.82029</c:v>
                </c:pt>
                <c:pt idx="26367">
                  <c:v>11.5838</c:v>
                </c:pt>
                <c:pt idx="26368">
                  <c:v>10.88087</c:v>
                </c:pt>
                <c:pt idx="26369">
                  <c:v>10.90696</c:v>
                </c:pt>
                <c:pt idx="26370">
                  <c:v>11.23081</c:v>
                </c:pt>
                <c:pt idx="26371">
                  <c:v>11.038279999999999</c:v>
                </c:pt>
                <c:pt idx="26372">
                  <c:v>10.623950000000001</c:v>
                </c:pt>
                <c:pt idx="26373">
                  <c:v>10.331390000000001</c:v>
                </c:pt>
                <c:pt idx="26374">
                  <c:v>10.37088000000001</c:v>
                </c:pt>
                <c:pt idx="26375">
                  <c:v>10.770770000000001</c:v>
                </c:pt>
                <c:pt idx="26376">
                  <c:v>11.295360000000001</c:v>
                </c:pt>
                <c:pt idx="26377">
                  <c:v>11.872130000000011</c:v>
                </c:pt>
                <c:pt idx="26378">
                  <c:v>12.420860000000001</c:v>
                </c:pt>
                <c:pt idx="26379">
                  <c:v>12.670070000000001</c:v>
                </c:pt>
                <c:pt idx="26380">
                  <c:v>12.200710000000001</c:v>
                </c:pt>
                <c:pt idx="26381">
                  <c:v>11.91173</c:v>
                </c:pt>
                <c:pt idx="26382">
                  <c:v>12.106730000000002</c:v>
                </c:pt>
                <c:pt idx="26383">
                  <c:v>12.419510000000002</c:v>
                </c:pt>
                <c:pt idx="26384">
                  <c:v>12.718389999999999</c:v>
                </c:pt>
                <c:pt idx="26385">
                  <c:v>12.91006</c:v>
                </c:pt>
                <c:pt idx="26386">
                  <c:v>13.064920000000001</c:v>
                </c:pt>
                <c:pt idx="26387">
                  <c:v>13.26177</c:v>
                </c:pt>
                <c:pt idx="26388">
                  <c:v>13.43493</c:v>
                </c:pt>
                <c:pt idx="26389">
                  <c:v>13.585040000000006</c:v>
                </c:pt>
                <c:pt idx="26390">
                  <c:v>13.650980000000002</c:v>
                </c:pt>
                <c:pt idx="26391">
                  <c:v>13.69106</c:v>
                </c:pt>
                <c:pt idx="26392">
                  <c:v>13.87712</c:v>
                </c:pt>
                <c:pt idx="26393">
                  <c:v>14.119020000000001</c:v>
                </c:pt>
                <c:pt idx="26394">
                  <c:v>14.65512</c:v>
                </c:pt>
                <c:pt idx="26395">
                  <c:v>14.684840000000001</c:v>
                </c:pt>
                <c:pt idx="26396">
                  <c:v>13.590250000000001</c:v>
                </c:pt>
                <c:pt idx="26397">
                  <c:v>12.871980000000002</c:v>
                </c:pt>
                <c:pt idx="26398">
                  <c:v>13.0549</c:v>
                </c:pt>
                <c:pt idx="26399">
                  <c:v>13.244759999999999</c:v>
                </c:pt>
                <c:pt idx="26400">
                  <c:v>13.286660000000001</c:v>
                </c:pt>
                <c:pt idx="26401">
                  <c:v>13.332240000000002</c:v>
                </c:pt>
                <c:pt idx="26402">
                  <c:v>13.39589000000001</c:v>
                </c:pt>
                <c:pt idx="26403">
                  <c:v>13.6502</c:v>
                </c:pt>
                <c:pt idx="26404">
                  <c:v>14.20054</c:v>
                </c:pt>
                <c:pt idx="26405">
                  <c:v>14.609630000000006</c:v>
                </c:pt>
                <c:pt idx="26406">
                  <c:v>14.592450000000012</c:v>
                </c:pt>
                <c:pt idx="26407">
                  <c:v>14.463560000000006</c:v>
                </c:pt>
                <c:pt idx="26408">
                  <c:v>14.001670000000001</c:v>
                </c:pt>
                <c:pt idx="26409">
                  <c:v>13.667620000000001</c:v>
                </c:pt>
                <c:pt idx="26410">
                  <c:v>13.675490000000011</c:v>
                </c:pt>
                <c:pt idx="26411">
                  <c:v>13.54336</c:v>
                </c:pt>
                <c:pt idx="26412">
                  <c:v>13.544180000000001</c:v>
                </c:pt>
                <c:pt idx="26413">
                  <c:v>13.91986</c:v>
                </c:pt>
                <c:pt idx="26414">
                  <c:v>14.59376</c:v>
                </c:pt>
                <c:pt idx="26415">
                  <c:v>15.069990000000002</c:v>
                </c:pt>
                <c:pt idx="26416">
                  <c:v>15.124969999999999</c:v>
                </c:pt>
                <c:pt idx="26417">
                  <c:v>14.946810000000001</c:v>
                </c:pt>
                <c:pt idx="26418">
                  <c:v>14.68802</c:v>
                </c:pt>
                <c:pt idx="26419">
                  <c:v>15.18824</c:v>
                </c:pt>
                <c:pt idx="26420">
                  <c:v>15.92145</c:v>
                </c:pt>
                <c:pt idx="26421">
                  <c:v>16.337209999999999</c:v>
                </c:pt>
                <c:pt idx="26422">
                  <c:v>16.992009999999972</c:v>
                </c:pt>
                <c:pt idx="26423">
                  <c:v>17.66379999999997</c:v>
                </c:pt>
                <c:pt idx="26424">
                  <c:v>18.163539999999973</c:v>
                </c:pt>
                <c:pt idx="26425">
                  <c:v>18.724979999999999</c:v>
                </c:pt>
                <c:pt idx="26426">
                  <c:v>19.050049999999974</c:v>
                </c:pt>
                <c:pt idx="26427">
                  <c:v>18.645569999999989</c:v>
                </c:pt>
                <c:pt idx="26428">
                  <c:v>17.786139999999964</c:v>
                </c:pt>
                <c:pt idx="26429">
                  <c:v>17.249919999999989</c:v>
                </c:pt>
                <c:pt idx="26430">
                  <c:v>17.121700000000001</c:v>
                </c:pt>
                <c:pt idx="26431">
                  <c:v>16.77966</c:v>
                </c:pt>
                <c:pt idx="26432">
                  <c:v>16.655750000000001</c:v>
                </c:pt>
                <c:pt idx="26433">
                  <c:v>17.057700000000001</c:v>
                </c:pt>
                <c:pt idx="26434">
                  <c:v>17.710819999999988</c:v>
                </c:pt>
                <c:pt idx="26435">
                  <c:v>18.431979999999999</c:v>
                </c:pt>
                <c:pt idx="26436">
                  <c:v>19.137589999999999</c:v>
                </c:pt>
                <c:pt idx="26437">
                  <c:v>19.59779</c:v>
                </c:pt>
                <c:pt idx="26438">
                  <c:v>19.67352</c:v>
                </c:pt>
                <c:pt idx="26439">
                  <c:v>19.76125</c:v>
                </c:pt>
                <c:pt idx="26440">
                  <c:v>19.242059999999974</c:v>
                </c:pt>
                <c:pt idx="26441">
                  <c:v>18.826029999999989</c:v>
                </c:pt>
                <c:pt idx="26442">
                  <c:v>18.781729999999964</c:v>
                </c:pt>
                <c:pt idx="26443">
                  <c:v>19.07039</c:v>
                </c:pt>
                <c:pt idx="26444">
                  <c:v>19.721769999999989</c:v>
                </c:pt>
                <c:pt idx="26445">
                  <c:v>19.93404</c:v>
                </c:pt>
                <c:pt idx="26446">
                  <c:v>19.653189999999999</c:v>
                </c:pt>
                <c:pt idx="26447">
                  <c:v>19.570989999999988</c:v>
                </c:pt>
                <c:pt idx="26448">
                  <c:v>19.761769999999974</c:v>
                </c:pt>
                <c:pt idx="26449">
                  <c:v>20.075609999999973</c:v>
                </c:pt>
                <c:pt idx="26450">
                  <c:v>20.098199999999974</c:v>
                </c:pt>
                <c:pt idx="26451">
                  <c:v>19.713889999999999</c:v>
                </c:pt>
                <c:pt idx="26452">
                  <c:v>19.30331</c:v>
                </c:pt>
                <c:pt idx="26453">
                  <c:v>19.332699999999978</c:v>
                </c:pt>
                <c:pt idx="26454">
                  <c:v>19.652739999999973</c:v>
                </c:pt>
                <c:pt idx="26455">
                  <c:v>19.74694999999997</c:v>
                </c:pt>
                <c:pt idx="26456">
                  <c:v>19.750360000000001</c:v>
                </c:pt>
                <c:pt idx="26457">
                  <c:v>19.923599999999972</c:v>
                </c:pt>
                <c:pt idx="26458">
                  <c:v>20.318560000000005</c:v>
                </c:pt>
                <c:pt idx="26459">
                  <c:v>20.863209999999974</c:v>
                </c:pt>
                <c:pt idx="26460">
                  <c:v>21.436119999999974</c:v>
                </c:pt>
                <c:pt idx="26461">
                  <c:v>22.050039999999989</c:v>
                </c:pt>
                <c:pt idx="26462">
                  <c:v>22.39583</c:v>
                </c:pt>
                <c:pt idx="26463">
                  <c:v>21.93566999999997</c:v>
                </c:pt>
                <c:pt idx="26464">
                  <c:v>21.449289999999973</c:v>
                </c:pt>
                <c:pt idx="26465">
                  <c:v>21.317440000000001</c:v>
                </c:pt>
                <c:pt idx="26466">
                  <c:v>21.246629999999964</c:v>
                </c:pt>
                <c:pt idx="26467">
                  <c:v>21.527519999999978</c:v>
                </c:pt>
                <c:pt idx="26468">
                  <c:v>21.904979999999988</c:v>
                </c:pt>
                <c:pt idx="26469">
                  <c:v>21.888819999999978</c:v>
                </c:pt>
                <c:pt idx="26470">
                  <c:v>21.82849999999997</c:v>
                </c:pt>
                <c:pt idx="26471">
                  <c:v>21.396789999999989</c:v>
                </c:pt>
                <c:pt idx="26472">
                  <c:v>21.238990000000001</c:v>
                </c:pt>
                <c:pt idx="26473">
                  <c:v>21.881160000000001</c:v>
                </c:pt>
                <c:pt idx="26474">
                  <c:v>22.555499999999974</c:v>
                </c:pt>
                <c:pt idx="26475">
                  <c:v>23.07255</c:v>
                </c:pt>
                <c:pt idx="26476">
                  <c:v>23.411429999999989</c:v>
                </c:pt>
                <c:pt idx="26477">
                  <c:v>23.306979999999999</c:v>
                </c:pt>
                <c:pt idx="26478">
                  <c:v>23.23565</c:v>
                </c:pt>
                <c:pt idx="26479">
                  <c:v>23.450739999999964</c:v>
                </c:pt>
                <c:pt idx="26480">
                  <c:v>23.64258999999997</c:v>
                </c:pt>
                <c:pt idx="26481">
                  <c:v>23.462559999999975</c:v>
                </c:pt>
                <c:pt idx="26482">
                  <c:v>22.956609999999973</c:v>
                </c:pt>
                <c:pt idx="26483">
                  <c:v>22.811950000000039</c:v>
                </c:pt>
                <c:pt idx="26484">
                  <c:v>23.035639999999972</c:v>
                </c:pt>
                <c:pt idx="26485">
                  <c:v>23.130649999999989</c:v>
                </c:pt>
                <c:pt idx="26486">
                  <c:v>23.246659999999974</c:v>
                </c:pt>
                <c:pt idx="26487">
                  <c:v>23.357420000000001</c:v>
                </c:pt>
                <c:pt idx="26488">
                  <c:v>23.351150000000022</c:v>
                </c:pt>
                <c:pt idx="26489">
                  <c:v>23.577390000000001</c:v>
                </c:pt>
                <c:pt idx="26490">
                  <c:v>23.92118</c:v>
                </c:pt>
                <c:pt idx="26491">
                  <c:v>24.127109999999988</c:v>
                </c:pt>
                <c:pt idx="26492">
                  <c:v>24.21583</c:v>
                </c:pt>
                <c:pt idx="26493">
                  <c:v>24.207450000000001</c:v>
                </c:pt>
                <c:pt idx="26494">
                  <c:v>23.892719999999972</c:v>
                </c:pt>
                <c:pt idx="26495">
                  <c:v>23.685369999999974</c:v>
                </c:pt>
                <c:pt idx="26496">
                  <c:v>23.814820000000033</c:v>
                </c:pt>
                <c:pt idx="26497">
                  <c:v>24.142890000000001</c:v>
                </c:pt>
                <c:pt idx="26498">
                  <c:v>24.248749999999959</c:v>
                </c:pt>
                <c:pt idx="26499">
                  <c:v>24.091629999999974</c:v>
                </c:pt>
                <c:pt idx="26500">
                  <c:v>24.157830000000022</c:v>
                </c:pt>
                <c:pt idx="26501">
                  <c:v>24.40701</c:v>
                </c:pt>
                <c:pt idx="26502">
                  <c:v>24.471619999999973</c:v>
                </c:pt>
                <c:pt idx="26503">
                  <c:v>24.441990000000001</c:v>
                </c:pt>
                <c:pt idx="26504">
                  <c:v>24.528860000000005</c:v>
                </c:pt>
                <c:pt idx="26505">
                  <c:v>24.689160000000001</c:v>
                </c:pt>
                <c:pt idx="26506">
                  <c:v>24.84469</c:v>
                </c:pt>
                <c:pt idx="26507">
                  <c:v>24.944699999999973</c:v>
                </c:pt>
                <c:pt idx="26508">
                  <c:v>25.159089999999999</c:v>
                </c:pt>
                <c:pt idx="26509">
                  <c:v>25.496369999999974</c:v>
                </c:pt>
                <c:pt idx="26510">
                  <c:v>25.840060000000001</c:v>
                </c:pt>
                <c:pt idx="26511">
                  <c:v>25.964860000000005</c:v>
                </c:pt>
                <c:pt idx="26512">
                  <c:v>25.966170000000002</c:v>
                </c:pt>
                <c:pt idx="26513">
                  <c:v>25.779709999999973</c:v>
                </c:pt>
                <c:pt idx="26514">
                  <c:v>25.450959999999988</c:v>
                </c:pt>
                <c:pt idx="26515">
                  <c:v>25.350059999999999</c:v>
                </c:pt>
                <c:pt idx="26516">
                  <c:v>25.441229999999972</c:v>
                </c:pt>
                <c:pt idx="26517">
                  <c:v>25.48725</c:v>
                </c:pt>
                <c:pt idx="26518">
                  <c:v>25.346820000000001</c:v>
                </c:pt>
                <c:pt idx="26519">
                  <c:v>25.156150000000022</c:v>
                </c:pt>
                <c:pt idx="26520">
                  <c:v>25.310050000000022</c:v>
                </c:pt>
                <c:pt idx="26521">
                  <c:v>25.652010000000001</c:v>
                </c:pt>
                <c:pt idx="26522">
                  <c:v>25.59547999999997</c:v>
                </c:pt>
                <c:pt idx="26523">
                  <c:v>25.315950000000026</c:v>
                </c:pt>
                <c:pt idx="26524">
                  <c:v>25.1356</c:v>
                </c:pt>
                <c:pt idx="26525">
                  <c:v>25.074829999999999</c:v>
                </c:pt>
                <c:pt idx="26526">
                  <c:v>25.026949999999989</c:v>
                </c:pt>
                <c:pt idx="26527">
                  <c:v>25.110040000000001</c:v>
                </c:pt>
                <c:pt idx="26528">
                  <c:v>25.250959999999999</c:v>
                </c:pt>
                <c:pt idx="26529">
                  <c:v>25.178180000000001</c:v>
                </c:pt>
                <c:pt idx="26530">
                  <c:v>25.084709999999973</c:v>
                </c:pt>
                <c:pt idx="26531">
                  <c:v>25.185659999999974</c:v>
                </c:pt>
                <c:pt idx="26532">
                  <c:v>25.572880000000001</c:v>
                </c:pt>
                <c:pt idx="26533">
                  <c:v>26.125629999999973</c:v>
                </c:pt>
                <c:pt idx="26534">
                  <c:v>26.516810000000021</c:v>
                </c:pt>
                <c:pt idx="26535">
                  <c:v>26.773879999999988</c:v>
                </c:pt>
                <c:pt idx="26536">
                  <c:v>27.105260000000001</c:v>
                </c:pt>
                <c:pt idx="26537">
                  <c:v>27.426880000000001</c:v>
                </c:pt>
                <c:pt idx="26538">
                  <c:v>27.696709999999989</c:v>
                </c:pt>
                <c:pt idx="26539">
                  <c:v>28.091519999999978</c:v>
                </c:pt>
                <c:pt idx="26540">
                  <c:v>28.501719999999974</c:v>
                </c:pt>
                <c:pt idx="26541">
                  <c:v>28.765469999999972</c:v>
                </c:pt>
                <c:pt idx="26542">
                  <c:v>28.527190000000001</c:v>
                </c:pt>
                <c:pt idx="26543">
                  <c:v>28.004049999999989</c:v>
                </c:pt>
                <c:pt idx="26544">
                  <c:v>27.324549999999974</c:v>
                </c:pt>
                <c:pt idx="26545">
                  <c:v>26.481489999999972</c:v>
                </c:pt>
                <c:pt idx="26546">
                  <c:v>25.488539999999947</c:v>
                </c:pt>
                <c:pt idx="26547">
                  <c:v>24.368069999999989</c:v>
                </c:pt>
                <c:pt idx="26548">
                  <c:v>23.635490000000001</c:v>
                </c:pt>
                <c:pt idx="26549">
                  <c:v>23.280619999999956</c:v>
                </c:pt>
                <c:pt idx="26550">
                  <c:v>22.814250000000033</c:v>
                </c:pt>
                <c:pt idx="26551">
                  <c:v>22.418109999999974</c:v>
                </c:pt>
                <c:pt idx="26552">
                  <c:v>22.304130000000001</c:v>
                </c:pt>
                <c:pt idx="26553">
                  <c:v>22.27394</c:v>
                </c:pt>
                <c:pt idx="26554">
                  <c:v>22.078869999999988</c:v>
                </c:pt>
                <c:pt idx="26555">
                  <c:v>21.844660000000001</c:v>
                </c:pt>
                <c:pt idx="26556">
                  <c:v>21.669080000000001</c:v>
                </c:pt>
                <c:pt idx="26557">
                  <c:v>21.272259999999989</c:v>
                </c:pt>
                <c:pt idx="26558">
                  <c:v>20.804269999999999</c:v>
                </c:pt>
                <c:pt idx="26559">
                  <c:v>20.481549999999952</c:v>
                </c:pt>
                <c:pt idx="26560">
                  <c:v>20.423439999999957</c:v>
                </c:pt>
                <c:pt idx="26561">
                  <c:v>20.62255</c:v>
                </c:pt>
                <c:pt idx="26562">
                  <c:v>20.94082999999997</c:v>
                </c:pt>
                <c:pt idx="26563">
                  <c:v>21.065789999999971</c:v>
                </c:pt>
                <c:pt idx="26564">
                  <c:v>21.161249999999974</c:v>
                </c:pt>
                <c:pt idx="26565">
                  <c:v>21.467239999999968</c:v>
                </c:pt>
                <c:pt idx="26566">
                  <c:v>21.74925</c:v>
                </c:pt>
                <c:pt idx="26567">
                  <c:v>21.868139999999968</c:v>
                </c:pt>
                <c:pt idx="26568">
                  <c:v>21.88655</c:v>
                </c:pt>
                <c:pt idx="26569">
                  <c:v>21.478809999999989</c:v>
                </c:pt>
                <c:pt idx="26570">
                  <c:v>20.891060000000021</c:v>
                </c:pt>
                <c:pt idx="26571">
                  <c:v>20.51268</c:v>
                </c:pt>
                <c:pt idx="26572">
                  <c:v>20.392699999999973</c:v>
                </c:pt>
                <c:pt idx="26573">
                  <c:v>20.590959999999999</c:v>
                </c:pt>
                <c:pt idx="26574">
                  <c:v>20.937069999999999</c:v>
                </c:pt>
                <c:pt idx="26575">
                  <c:v>21.087820000000001</c:v>
                </c:pt>
                <c:pt idx="26576">
                  <c:v>21.120100000000001</c:v>
                </c:pt>
                <c:pt idx="26577">
                  <c:v>20.961539999999957</c:v>
                </c:pt>
                <c:pt idx="26578">
                  <c:v>20.377579999999988</c:v>
                </c:pt>
                <c:pt idx="26579">
                  <c:v>19.650680000000001</c:v>
                </c:pt>
                <c:pt idx="26580">
                  <c:v>19.154199999999999</c:v>
                </c:pt>
                <c:pt idx="26581">
                  <c:v>18.831569999999999</c:v>
                </c:pt>
                <c:pt idx="26582">
                  <c:v>18.5764</c:v>
                </c:pt>
                <c:pt idx="26583">
                  <c:v>18.52131</c:v>
                </c:pt>
                <c:pt idx="26584">
                  <c:v>18.623180000000001</c:v>
                </c:pt>
                <c:pt idx="26585">
                  <c:v>18.771879999999999</c:v>
                </c:pt>
                <c:pt idx="26586">
                  <c:v>18.95536999999997</c:v>
                </c:pt>
                <c:pt idx="26587">
                  <c:v>19.107830000000021</c:v>
                </c:pt>
                <c:pt idx="26588">
                  <c:v>19.13663</c:v>
                </c:pt>
                <c:pt idx="26589">
                  <c:v>18.873860000000022</c:v>
                </c:pt>
                <c:pt idx="26590">
                  <c:v>18.455870000000001</c:v>
                </c:pt>
                <c:pt idx="26591">
                  <c:v>18.082369999999973</c:v>
                </c:pt>
                <c:pt idx="26592">
                  <c:v>17.847619999999978</c:v>
                </c:pt>
                <c:pt idx="26593">
                  <c:v>17.565950000000001</c:v>
                </c:pt>
                <c:pt idx="26594">
                  <c:v>16.533619999999978</c:v>
                </c:pt>
                <c:pt idx="26595">
                  <c:v>15.444850000000001</c:v>
                </c:pt>
                <c:pt idx="26596">
                  <c:v>14.99996</c:v>
                </c:pt>
                <c:pt idx="26597">
                  <c:v>14.692260000000001</c:v>
                </c:pt>
                <c:pt idx="26598">
                  <c:v>14.290190000000001</c:v>
                </c:pt>
                <c:pt idx="26599">
                  <c:v>13.885440000000019</c:v>
                </c:pt>
                <c:pt idx="26600">
                  <c:v>13.74525</c:v>
                </c:pt>
                <c:pt idx="26601">
                  <c:v>13.839310000000001</c:v>
                </c:pt>
                <c:pt idx="26602">
                  <c:v>14.147399999999999</c:v>
                </c:pt>
                <c:pt idx="26603">
                  <c:v>14.446390000000001</c:v>
                </c:pt>
                <c:pt idx="26604">
                  <c:v>14.33602</c:v>
                </c:pt>
                <c:pt idx="26605">
                  <c:v>14.11947</c:v>
                </c:pt>
                <c:pt idx="26606">
                  <c:v>14.13457</c:v>
                </c:pt>
                <c:pt idx="26607">
                  <c:v>14.4518</c:v>
                </c:pt>
                <c:pt idx="26608">
                  <c:v>14.82475</c:v>
                </c:pt>
                <c:pt idx="26609">
                  <c:v>15.1546</c:v>
                </c:pt>
                <c:pt idx="26610">
                  <c:v>15.44233</c:v>
                </c:pt>
                <c:pt idx="26611">
                  <c:v>15.574860000000001</c:v>
                </c:pt>
                <c:pt idx="26612">
                  <c:v>15.135260000000001</c:v>
                </c:pt>
                <c:pt idx="26613">
                  <c:v>14.2804</c:v>
                </c:pt>
                <c:pt idx="26614">
                  <c:v>13.620620000000001</c:v>
                </c:pt>
                <c:pt idx="26615">
                  <c:v>13.2584</c:v>
                </c:pt>
                <c:pt idx="26616">
                  <c:v>13.182600000000004</c:v>
                </c:pt>
                <c:pt idx="26617">
                  <c:v>13.414290000000001</c:v>
                </c:pt>
                <c:pt idx="26618">
                  <c:v>13.574110000000001</c:v>
                </c:pt>
                <c:pt idx="26619">
                  <c:v>13.379030000000011</c:v>
                </c:pt>
                <c:pt idx="26620">
                  <c:v>13.173210000000001</c:v>
                </c:pt>
                <c:pt idx="26621">
                  <c:v>13.075810000000002</c:v>
                </c:pt>
                <c:pt idx="26622">
                  <c:v>12.600240000000001</c:v>
                </c:pt>
                <c:pt idx="26623">
                  <c:v>12.02497</c:v>
                </c:pt>
                <c:pt idx="26624">
                  <c:v>11.50498</c:v>
                </c:pt>
                <c:pt idx="26625">
                  <c:v>11.19276</c:v>
                </c:pt>
                <c:pt idx="26626">
                  <c:v>11.282120000000001</c:v>
                </c:pt>
                <c:pt idx="26627">
                  <c:v>11.407690000000002</c:v>
                </c:pt>
                <c:pt idx="26628">
                  <c:v>11.51614</c:v>
                </c:pt>
                <c:pt idx="26629">
                  <c:v>11.711169999999999</c:v>
                </c:pt>
                <c:pt idx="26630">
                  <c:v>11.871320000000001</c:v>
                </c:pt>
                <c:pt idx="26631">
                  <c:v>11.84756</c:v>
                </c:pt>
                <c:pt idx="26632">
                  <c:v>11.72569</c:v>
                </c:pt>
                <c:pt idx="26633">
                  <c:v>11.5503</c:v>
                </c:pt>
                <c:pt idx="26634">
                  <c:v>11.379080000000011</c:v>
                </c:pt>
                <c:pt idx="26635">
                  <c:v>11.39415</c:v>
                </c:pt>
                <c:pt idx="26636">
                  <c:v>11.5372</c:v>
                </c:pt>
                <c:pt idx="26637">
                  <c:v>11.53694</c:v>
                </c:pt>
                <c:pt idx="26638">
                  <c:v>11.43653000000001</c:v>
                </c:pt>
                <c:pt idx="26639">
                  <c:v>11.148219999999997</c:v>
                </c:pt>
                <c:pt idx="26640">
                  <c:v>10.83996</c:v>
                </c:pt>
                <c:pt idx="26641">
                  <c:v>10.864550000000012</c:v>
                </c:pt>
                <c:pt idx="26642">
                  <c:v>10.78636</c:v>
                </c:pt>
                <c:pt idx="26643">
                  <c:v>10.37189</c:v>
                </c:pt>
                <c:pt idx="26644">
                  <c:v>10.13992</c:v>
                </c:pt>
                <c:pt idx="26645">
                  <c:v>10.245610000000001</c:v>
                </c:pt>
                <c:pt idx="26646">
                  <c:v>10.39418</c:v>
                </c:pt>
                <c:pt idx="26647">
                  <c:v>10.305770000000004</c:v>
                </c:pt>
                <c:pt idx="26648">
                  <c:v>10.07042</c:v>
                </c:pt>
                <c:pt idx="26649">
                  <c:v>9.8387000000000011</c:v>
                </c:pt>
                <c:pt idx="26650">
                  <c:v>9.5856600000000007</c:v>
                </c:pt>
                <c:pt idx="26651">
                  <c:v>9.4949200000000005</c:v>
                </c:pt>
                <c:pt idx="26652">
                  <c:v>9.5329900000000034</c:v>
                </c:pt>
                <c:pt idx="26653">
                  <c:v>9.7214400000000012</c:v>
                </c:pt>
                <c:pt idx="26654">
                  <c:v>9.7413699999999999</c:v>
                </c:pt>
                <c:pt idx="26655">
                  <c:v>9.6052</c:v>
                </c:pt>
                <c:pt idx="26656">
                  <c:v>9.5590500000000027</c:v>
                </c:pt>
                <c:pt idx="26657">
                  <c:v>9.5901500000000013</c:v>
                </c:pt>
                <c:pt idx="26658">
                  <c:v>9.7016600000000004</c:v>
                </c:pt>
                <c:pt idx="26659">
                  <c:v>9.6647300000000005</c:v>
                </c:pt>
                <c:pt idx="26660">
                  <c:v>9.3639400000000048</c:v>
                </c:pt>
                <c:pt idx="26661">
                  <c:v>8.911150000000001</c:v>
                </c:pt>
                <c:pt idx="26662">
                  <c:v>8.5419499999999999</c:v>
                </c:pt>
                <c:pt idx="26663">
                  <c:v>8.5002400000000016</c:v>
                </c:pt>
                <c:pt idx="26664">
                  <c:v>8.6744400000000006</c:v>
                </c:pt>
                <c:pt idx="26665">
                  <c:v>8.7702000000000009</c:v>
                </c:pt>
                <c:pt idx="26666">
                  <c:v>8.8862400000000008</c:v>
                </c:pt>
                <c:pt idx="26667">
                  <c:v>9.1566600000000005</c:v>
                </c:pt>
                <c:pt idx="26668">
                  <c:v>9.584340000000001</c:v>
                </c:pt>
                <c:pt idx="26669">
                  <c:v>10.163210000000001</c:v>
                </c:pt>
                <c:pt idx="26670">
                  <c:v>10.672220000000001</c:v>
                </c:pt>
                <c:pt idx="26671">
                  <c:v>10.785310000000001</c:v>
                </c:pt>
                <c:pt idx="26672">
                  <c:v>10.35426</c:v>
                </c:pt>
                <c:pt idx="26673">
                  <c:v>9.7143499999999996</c:v>
                </c:pt>
                <c:pt idx="26674">
                  <c:v>9.3470000000000013</c:v>
                </c:pt>
                <c:pt idx="26675">
                  <c:v>9.2749500000000005</c:v>
                </c:pt>
                <c:pt idx="26676">
                  <c:v>9.3366700000000016</c:v>
                </c:pt>
                <c:pt idx="26677">
                  <c:v>9.4555000000000113</c:v>
                </c:pt>
                <c:pt idx="26678">
                  <c:v>9.6046300000000002</c:v>
                </c:pt>
                <c:pt idx="26679">
                  <c:v>9.3895700000000026</c:v>
                </c:pt>
                <c:pt idx="26680">
                  <c:v>8.73306</c:v>
                </c:pt>
                <c:pt idx="26681">
                  <c:v>8.0460900000000013</c:v>
                </c:pt>
                <c:pt idx="26682">
                  <c:v>7.8568899999999955</c:v>
                </c:pt>
                <c:pt idx="26683">
                  <c:v>8.14297</c:v>
                </c:pt>
                <c:pt idx="26684">
                  <c:v>8.4783200000000001</c:v>
                </c:pt>
                <c:pt idx="26685">
                  <c:v>8.6558400000000066</c:v>
                </c:pt>
                <c:pt idx="26686">
                  <c:v>8.5780200000000004</c:v>
                </c:pt>
                <c:pt idx="26687">
                  <c:v>8.3631200000000003</c:v>
                </c:pt>
                <c:pt idx="26688">
                  <c:v>8.0619300000000003</c:v>
                </c:pt>
                <c:pt idx="26689">
                  <c:v>7.9311600000000064</c:v>
                </c:pt>
                <c:pt idx="26690">
                  <c:v>7.9828099999999997</c:v>
                </c:pt>
                <c:pt idx="26691">
                  <c:v>8.0896100000000004</c:v>
                </c:pt>
                <c:pt idx="26692">
                  <c:v>8.3319299999999998</c:v>
                </c:pt>
                <c:pt idx="26693">
                  <c:v>8.5771200000000007</c:v>
                </c:pt>
                <c:pt idx="26694">
                  <c:v>8.7285299999999992</c:v>
                </c:pt>
                <c:pt idx="26695">
                  <c:v>8.7746400000000015</c:v>
                </c:pt>
                <c:pt idx="26696">
                  <c:v>8.8893800000000027</c:v>
                </c:pt>
                <c:pt idx="26697">
                  <c:v>9.1273499999999999</c:v>
                </c:pt>
                <c:pt idx="26698">
                  <c:v>9.4323300000000003</c:v>
                </c:pt>
                <c:pt idx="26699">
                  <c:v>9.7770100000000006</c:v>
                </c:pt>
                <c:pt idx="26700">
                  <c:v>9.8974900000000048</c:v>
                </c:pt>
                <c:pt idx="26701">
                  <c:v>9.7688100000000002</c:v>
                </c:pt>
                <c:pt idx="26702">
                  <c:v>9.8931900000000006</c:v>
                </c:pt>
                <c:pt idx="26703">
                  <c:v>9.6234300000000008</c:v>
                </c:pt>
                <c:pt idx="26704">
                  <c:v>9.1251000000000015</c:v>
                </c:pt>
                <c:pt idx="26705">
                  <c:v>8.8814600000000006</c:v>
                </c:pt>
                <c:pt idx="26706">
                  <c:v>8.6623000000000001</c:v>
                </c:pt>
                <c:pt idx="26707">
                  <c:v>8.6623800000000006</c:v>
                </c:pt>
                <c:pt idx="26708">
                  <c:v>9.0539300000000047</c:v>
                </c:pt>
                <c:pt idx="26709">
                  <c:v>9.3087400000000002</c:v>
                </c:pt>
                <c:pt idx="26710">
                  <c:v>9.1603300000000001</c:v>
                </c:pt>
                <c:pt idx="26711">
                  <c:v>9.0069400000000002</c:v>
                </c:pt>
                <c:pt idx="26712">
                  <c:v>8.981110000000001</c:v>
                </c:pt>
                <c:pt idx="26713">
                  <c:v>8.9840100000000014</c:v>
                </c:pt>
                <c:pt idx="26714">
                  <c:v>8.9470900000000011</c:v>
                </c:pt>
                <c:pt idx="26715">
                  <c:v>9.0084400000000002</c:v>
                </c:pt>
                <c:pt idx="26716">
                  <c:v>9.2676800000000004</c:v>
                </c:pt>
                <c:pt idx="26717">
                  <c:v>9.3618200000000016</c:v>
                </c:pt>
                <c:pt idx="26718">
                  <c:v>9.1787700000000001</c:v>
                </c:pt>
                <c:pt idx="26719">
                  <c:v>9.0449000000000002</c:v>
                </c:pt>
                <c:pt idx="26720">
                  <c:v>9.1948600000000003</c:v>
                </c:pt>
                <c:pt idx="26721">
                  <c:v>9.8368400000000005</c:v>
                </c:pt>
                <c:pt idx="26722">
                  <c:v>10.57307</c:v>
                </c:pt>
                <c:pt idx="26723">
                  <c:v>11.26474</c:v>
                </c:pt>
                <c:pt idx="26724">
                  <c:v>11.839480000000011</c:v>
                </c:pt>
                <c:pt idx="26725">
                  <c:v>12.27327</c:v>
                </c:pt>
                <c:pt idx="26726">
                  <c:v>12.818160000000001</c:v>
                </c:pt>
                <c:pt idx="26727">
                  <c:v>13.254</c:v>
                </c:pt>
                <c:pt idx="26728">
                  <c:v>13.43308</c:v>
                </c:pt>
                <c:pt idx="26729">
                  <c:v>13.67765</c:v>
                </c:pt>
                <c:pt idx="26730">
                  <c:v>14.09262</c:v>
                </c:pt>
                <c:pt idx="26731">
                  <c:v>14.39636</c:v>
                </c:pt>
                <c:pt idx="26732">
                  <c:v>14.717550000000001</c:v>
                </c:pt>
                <c:pt idx="26733">
                  <c:v>15.236550000000001</c:v>
                </c:pt>
                <c:pt idx="26734">
                  <c:v>15.69598</c:v>
                </c:pt>
                <c:pt idx="26735">
                  <c:v>15.68135</c:v>
                </c:pt>
                <c:pt idx="26736">
                  <c:v>15.177850000000001</c:v>
                </c:pt>
                <c:pt idx="26737">
                  <c:v>14.163450000000006</c:v>
                </c:pt>
                <c:pt idx="26738">
                  <c:v>13.26653000000001</c:v>
                </c:pt>
                <c:pt idx="26739">
                  <c:v>13.023020000000001</c:v>
                </c:pt>
                <c:pt idx="26740">
                  <c:v>13.01615</c:v>
                </c:pt>
                <c:pt idx="26741">
                  <c:v>13.19922</c:v>
                </c:pt>
                <c:pt idx="26742">
                  <c:v>13.646040000000001</c:v>
                </c:pt>
                <c:pt idx="26743">
                  <c:v>14.100710000000001</c:v>
                </c:pt>
                <c:pt idx="26744">
                  <c:v>13.91868</c:v>
                </c:pt>
                <c:pt idx="26745">
                  <c:v>12.88076</c:v>
                </c:pt>
                <c:pt idx="26746">
                  <c:v>11.750310000000001</c:v>
                </c:pt>
                <c:pt idx="26747">
                  <c:v>11.002420000000004</c:v>
                </c:pt>
                <c:pt idx="26748">
                  <c:v>10.768890000000001</c:v>
                </c:pt>
                <c:pt idx="26749">
                  <c:v>10.89438</c:v>
                </c:pt>
                <c:pt idx="26750">
                  <c:v>11.144299999999999</c:v>
                </c:pt>
                <c:pt idx="26751">
                  <c:v>11.741929999999998</c:v>
                </c:pt>
                <c:pt idx="26752">
                  <c:v>12.479190000000004</c:v>
                </c:pt>
                <c:pt idx="26753">
                  <c:v>12.993500000000004</c:v>
                </c:pt>
                <c:pt idx="26754">
                  <c:v>13.13172</c:v>
                </c:pt>
                <c:pt idx="26755">
                  <c:v>12.592310000000001</c:v>
                </c:pt>
                <c:pt idx="26756">
                  <c:v>11.686170000000001</c:v>
                </c:pt>
                <c:pt idx="26757">
                  <c:v>11.308730000000002</c:v>
                </c:pt>
                <c:pt idx="26758">
                  <c:v>11.567490000000006</c:v>
                </c:pt>
                <c:pt idx="26759">
                  <c:v>11.773720000000001</c:v>
                </c:pt>
                <c:pt idx="26760">
                  <c:v>12.37032</c:v>
                </c:pt>
                <c:pt idx="26761">
                  <c:v>13.044779999999999</c:v>
                </c:pt>
                <c:pt idx="26762">
                  <c:v>13.372740000000011</c:v>
                </c:pt>
                <c:pt idx="26763">
                  <c:v>13.323510000000002</c:v>
                </c:pt>
                <c:pt idx="26764">
                  <c:v>13.236650000000001</c:v>
                </c:pt>
                <c:pt idx="26765">
                  <c:v>13.27309</c:v>
                </c:pt>
                <c:pt idx="26766">
                  <c:v>13.41642</c:v>
                </c:pt>
                <c:pt idx="26767">
                  <c:v>12.731209999999999</c:v>
                </c:pt>
                <c:pt idx="26768">
                  <c:v>12</c:v>
                </c:pt>
                <c:pt idx="26769">
                  <c:v>12.14016</c:v>
                </c:pt>
                <c:pt idx="26770">
                  <c:v>12.62462</c:v>
                </c:pt>
                <c:pt idx="26771">
                  <c:v>13.19215</c:v>
                </c:pt>
                <c:pt idx="26772">
                  <c:v>13.76154</c:v>
                </c:pt>
                <c:pt idx="26773">
                  <c:v>14.02726</c:v>
                </c:pt>
                <c:pt idx="26774">
                  <c:v>14.168340000000001</c:v>
                </c:pt>
                <c:pt idx="26775">
                  <c:v>14.329610000000002</c:v>
                </c:pt>
                <c:pt idx="26776">
                  <c:v>14.44506</c:v>
                </c:pt>
                <c:pt idx="26777">
                  <c:v>14.82178</c:v>
                </c:pt>
                <c:pt idx="26778">
                  <c:v>15.49239</c:v>
                </c:pt>
                <c:pt idx="26779">
                  <c:v>16.261099999999974</c:v>
                </c:pt>
                <c:pt idx="26780">
                  <c:v>16.557580000000005</c:v>
                </c:pt>
                <c:pt idx="26781">
                  <c:v>16.082269999999973</c:v>
                </c:pt>
                <c:pt idx="26782">
                  <c:v>15.57633</c:v>
                </c:pt>
                <c:pt idx="26783">
                  <c:v>15.45806</c:v>
                </c:pt>
                <c:pt idx="26784">
                  <c:v>15.73513</c:v>
                </c:pt>
                <c:pt idx="26785">
                  <c:v>16.08083999999997</c:v>
                </c:pt>
                <c:pt idx="26786">
                  <c:v>15.80462</c:v>
                </c:pt>
                <c:pt idx="26787">
                  <c:v>15.691280000000001</c:v>
                </c:pt>
                <c:pt idx="26788">
                  <c:v>15.933540000000002</c:v>
                </c:pt>
                <c:pt idx="26789">
                  <c:v>16.279729999999972</c:v>
                </c:pt>
                <c:pt idx="26790">
                  <c:v>16.748699999999957</c:v>
                </c:pt>
                <c:pt idx="26791">
                  <c:v>17.136119999999988</c:v>
                </c:pt>
                <c:pt idx="26792">
                  <c:v>17.388259999999974</c:v>
                </c:pt>
                <c:pt idx="26793">
                  <c:v>17.742489999999975</c:v>
                </c:pt>
                <c:pt idx="26794">
                  <c:v>18.165780000000002</c:v>
                </c:pt>
                <c:pt idx="26795">
                  <c:v>18.640070000000001</c:v>
                </c:pt>
                <c:pt idx="26796">
                  <c:v>19.103770000000001</c:v>
                </c:pt>
                <c:pt idx="26797">
                  <c:v>19.526109999999989</c:v>
                </c:pt>
                <c:pt idx="26798">
                  <c:v>19.925439999999952</c:v>
                </c:pt>
                <c:pt idx="26799">
                  <c:v>20.272679999999973</c:v>
                </c:pt>
                <c:pt idx="26800">
                  <c:v>20.4099</c:v>
                </c:pt>
                <c:pt idx="26801">
                  <c:v>20.34468</c:v>
                </c:pt>
                <c:pt idx="26802">
                  <c:v>20.279719999999973</c:v>
                </c:pt>
                <c:pt idx="26803">
                  <c:v>20.159780000000001</c:v>
                </c:pt>
                <c:pt idx="26804">
                  <c:v>19.589509999999972</c:v>
                </c:pt>
                <c:pt idx="26805">
                  <c:v>19.32865</c:v>
                </c:pt>
                <c:pt idx="26806">
                  <c:v>19.756150000000005</c:v>
                </c:pt>
                <c:pt idx="26807">
                  <c:v>20.505759999999974</c:v>
                </c:pt>
                <c:pt idx="26808">
                  <c:v>21.099689999999974</c:v>
                </c:pt>
                <c:pt idx="26809">
                  <c:v>21.212350000000001</c:v>
                </c:pt>
                <c:pt idx="26810">
                  <c:v>21.116599999999988</c:v>
                </c:pt>
                <c:pt idx="26811">
                  <c:v>21.18753999999997</c:v>
                </c:pt>
                <c:pt idx="26812">
                  <c:v>21.528559999999974</c:v>
                </c:pt>
                <c:pt idx="26813">
                  <c:v>22.100850000000033</c:v>
                </c:pt>
                <c:pt idx="26814">
                  <c:v>22.55829</c:v>
                </c:pt>
                <c:pt idx="26815">
                  <c:v>22.691360000000021</c:v>
                </c:pt>
                <c:pt idx="26816">
                  <c:v>22.720119999999973</c:v>
                </c:pt>
                <c:pt idx="26817">
                  <c:v>22.672920000000001</c:v>
                </c:pt>
                <c:pt idx="26818">
                  <c:v>22.060169999999989</c:v>
                </c:pt>
                <c:pt idx="26819">
                  <c:v>21.458499999999972</c:v>
                </c:pt>
                <c:pt idx="26820">
                  <c:v>21.464870000000001</c:v>
                </c:pt>
                <c:pt idx="26821">
                  <c:v>21.781439999999975</c:v>
                </c:pt>
                <c:pt idx="26822">
                  <c:v>22.285379999999975</c:v>
                </c:pt>
                <c:pt idx="26823">
                  <c:v>22.670809999999999</c:v>
                </c:pt>
                <c:pt idx="26824">
                  <c:v>22.62865</c:v>
                </c:pt>
                <c:pt idx="26825">
                  <c:v>22.546859999999999</c:v>
                </c:pt>
                <c:pt idx="26826">
                  <c:v>22.83531</c:v>
                </c:pt>
                <c:pt idx="26827">
                  <c:v>23.354910000000022</c:v>
                </c:pt>
                <c:pt idx="26828">
                  <c:v>23.887419999999974</c:v>
                </c:pt>
                <c:pt idx="26829">
                  <c:v>24.326550000000001</c:v>
                </c:pt>
                <c:pt idx="26830">
                  <c:v>24.596039999999974</c:v>
                </c:pt>
                <c:pt idx="26831">
                  <c:v>24.534230000000001</c:v>
                </c:pt>
                <c:pt idx="26832">
                  <c:v>24.538219999999974</c:v>
                </c:pt>
                <c:pt idx="26833">
                  <c:v>24.966850000000001</c:v>
                </c:pt>
                <c:pt idx="26834">
                  <c:v>25.5246</c:v>
                </c:pt>
                <c:pt idx="26835">
                  <c:v>25.868069999999989</c:v>
                </c:pt>
                <c:pt idx="26836">
                  <c:v>26.026260000000001</c:v>
                </c:pt>
                <c:pt idx="26837">
                  <c:v>25.810569999999988</c:v>
                </c:pt>
                <c:pt idx="26838">
                  <c:v>25.354379999999999</c:v>
                </c:pt>
                <c:pt idx="26839">
                  <c:v>24.747050000000005</c:v>
                </c:pt>
                <c:pt idx="26840">
                  <c:v>24.73902</c:v>
                </c:pt>
                <c:pt idx="26841">
                  <c:v>25.452389999999973</c:v>
                </c:pt>
                <c:pt idx="26842">
                  <c:v>26.014450000000021</c:v>
                </c:pt>
                <c:pt idx="26843">
                  <c:v>25.974270000000001</c:v>
                </c:pt>
                <c:pt idx="26844">
                  <c:v>25.561439999999973</c:v>
                </c:pt>
                <c:pt idx="26845">
                  <c:v>25.268910000000002</c:v>
                </c:pt>
                <c:pt idx="26846">
                  <c:v>25.36917</c:v>
                </c:pt>
                <c:pt idx="26847">
                  <c:v>25.784569999999974</c:v>
                </c:pt>
                <c:pt idx="26848">
                  <c:v>26.313770000000005</c:v>
                </c:pt>
                <c:pt idx="26849">
                  <c:v>26.830349999999989</c:v>
                </c:pt>
                <c:pt idx="26850">
                  <c:v>27.332229999999978</c:v>
                </c:pt>
                <c:pt idx="26851">
                  <c:v>27.388399999999972</c:v>
                </c:pt>
                <c:pt idx="26852">
                  <c:v>27.033349999999974</c:v>
                </c:pt>
                <c:pt idx="26853">
                  <c:v>26.777660000000001</c:v>
                </c:pt>
                <c:pt idx="26854">
                  <c:v>26.455399999999972</c:v>
                </c:pt>
                <c:pt idx="26855">
                  <c:v>26.174620000000001</c:v>
                </c:pt>
                <c:pt idx="26856">
                  <c:v>26.164490000000001</c:v>
                </c:pt>
                <c:pt idx="26857">
                  <c:v>26.07443</c:v>
                </c:pt>
                <c:pt idx="26858">
                  <c:v>25.705349999999957</c:v>
                </c:pt>
                <c:pt idx="26859">
                  <c:v>25.08616</c:v>
                </c:pt>
                <c:pt idx="26860">
                  <c:v>24.683499999999974</c:v>
                </c:pt>
                <c:pt idx="26861">
                  <c:v>24.73094</c:v>
                </c:pt>
                <c:pt idx="26862">
                  <c:v>25.076979999999999</c:v>
                </c:pt>
                <c:pt idx="26863">
                  <c:v>25.530259999999988</c:v>
                </c:pt>
                <c:pt idx="26864">
                  <c:v>25.995269999999973</c:v>
                </c:pt>
                <c:pt idx="26865">
                  <c:v>26.51502</c:v>
                </c:pt>
                <c:pt idx="26866">
                  <c:v>26.792819999999974</c:v>
                </c:pt>
                <c:pt idx="26867">
                  <c:v>26.462399999999956</c:v>
                </c:pt>
                <c:pt idx="26868">
                  <c:v>26.003070000000001</c:v>
                </c:pt>
                <c:pt idx="26869">
                  <c:v>25.834599999999988</c:v>
                </c:pt>
                <c:pt idx="26870">
                  <c:v>25.809970000000021</c:v>
                </c:pt>
                <c:pt idx="26871">
                  <c:v>25.999359999999989</c:v>
                </c:pt>
                <c:pt idx="26872">
                  <c:v>26.168229999999973</c:v>
                </c:pt>
                <c:pt idx="26873">
                  <c:v>26.299659999999989</c:v>
                </c:pt>
                <c:pt idx="26874">
                  <c:v>26.481599999999968</c:v>
                </c:pt>
                <c:pt idx="26875">
                  <c:v>26.712029999999974</c:v>
                </c:pt>
                <c:pt idx="26876">
                  <c:v>27.248439999999956</c:v>
                </c:pt>
                <c:pt idx="26877">
                  <c:v>28.021609999999974</c:v>
                </c:pt>
                <c:pt idx="26878">
                  <c:v>28.65531</c:v>
                </c:pt>
                <c:pt idx="26879">
                  <c:v>28.87003</c:v>
                </c:pt>
                <c:pt idx="26880">
                  <c:v>28.980099999999968</c:v>
                </c:pt>
                <c:pt idx="26881">
                  <c:v>29.223009999999974</c:v>
                </c:pt>
                <c:pt idx="26882">
                  <c:v>29.380229999999973</c:v>
                </c:pt>
                <c:pt idx="26883">
                  <c:v>29.547709999999974</c:v>
                </c:pt>
                <c:pt idx="26884">
                  <c:v>29.750260000000001</c:v>
                </c:pt>
                <c:pt idx="26885">
                  <c:v>29.881180000000001</c:v>
                </c:pt>
                <c:pt idx="26886">
                  <c:v>29.585029999999971</c:v>
                </c:pt>
                <c:pt idx="26887">
                  <c:v>28.56128</c:v>
                </c:pt>
                <c:pt idx="26888">
                  <c:v>27.359359999999999</c:v>
                </c:pt>
                <c:pt idx="26889">
                  <c:v>26.615680000000001</c:v>
                </c:pt>
                <c:pt idx="26890">
                  <c:v>26.194810000000022</c:v>
                </c:pt>
                <c:pt idx="26891">
                  <c:v>25.873860000000022</c:v>
                </c:pt>
                <c:pt idx="26892">
                  <c:v>25.711990000000021</c:v>
                </c:pt>
                <c:pt idx="26893">
                  <c:v>25.87368</c:v>
                </c:pt>
                <c:pt idx="26894">
                  <c:v>26.344670000000001</c:v>
                </c:pt>
                <c:pt idx="26895">
                  <c:v>26.97132999999997</c:v>
                </c:pt>
                <c:pt idx="26896">
                  <c:v>27.303000000000001</c:v>
                </c:pt>
                <c:pt idx="26897">
                  <c:v>27.431609999999989</c:v>
                </c:pt>
                <c:pt idx="26898">
                  <c:v>27.163810000000005</c:v>
                </c:pt>
                <c:pt idx="26899">
                  <c:v>26.775629999999964</c:v>
                </c:pt>
                <c:pt idx="26900">
                  <c:v>26.674289999999999</c:v>
                </c:pt>
                <c:pt idx="26901">
                  <c:v>26.335940000000001</c:v>
                </c:pt>
                <c:pt idx="26902">
                  <c:v>26.091339999999974</c:v>
                </c:pt>
                <c:pt idx="26903">
                  <c:v>26.229839999999989</c:v>
                </c:pt>
                <c:pt idx="26904">
                  <c:v>26.078959999999999</c:v>
                </c:pt>
                <c:pt idx="26905">
                  <c:v>26.055</c:v>
                </c:pt>
                <c:pt idx="26906">
                  <c:v>26.463149999999956</c:v>
                </c:pt>
                <c:pt idx="26907">
                  <c:v>26.54402</c:v>
                </c:pt>
                <c:pt idx="26908">
                  <c:v>25.638680000000001</c:v>
                </c:pt>
                <c:pt idx="26909">
                  <c:v>24.514880000000037</c:v>
                </c:pt>
                <c:pt idx="26910">
                  <c:v>24.000409999999974</c:v>
                </c:pt>
                <c:pt idx="26911">
                  <c:v>23.99093999999997</c:v>
                </c:pt>
                <c:pt idx="26912">
                  <c:v>24.210509999999989</c:v>
                </c:pt>
                <c:pt idx="26913">
                  <c:v>24.27739</c:v>
                </c:pt>
                <c:pt idx="26914">
                  <c:v>24.213940000000001</c:v>
                </c:pt>
                <c:pt idx="26915">
                  <c:v>24.054369999999999</c:v>
                </c:pt>
                <c:pt idx="26916">
                  <c:v>23.349879999999999</c:v>
                </c:pt>
                <c:pt idx="26917">
                  <c:v>22.464429999999975</c:v>
                </c:pt>
                <c:pt idx="26918">
                  <c:v>21.999770000000002</c:v>
                </c:pt>
                <c:pt idx="26919">
                  <c:v>21.950189999999989</c:v>
                </c:pt>
                <c:pt idx="26920">
                  <c:v>22.05031</c:v>
                </c:pt>
                <c:pt idx="26921">
                  <c:v>22.048019999999973</c:v>
                </c:pt>
                <c:pt idx="26922">
                  <c:v>22.094470000000001</c:v>
                </c:pt>
                <c:pt idx="26923">
                  <c:v>22.317880000000034</c:v>
                </c:pt>
                <c:pt idx="26924">
                  <c:v>22.662099999999974</c:v>
                </c:pt>
                <c:pt idx="26925">
                  <c:v>22.80472</c:v>
                </c:pt>
                <c:pt idx="26926">
                  <c:v>22.2441</c:v>
                </c:pt>
                <c:pt idx="26927">
                  <c:v>21.28192</c:v>
                </c:pt>
                <c:pt idx="26928">
                  <c:v>20.511849999999999</c:v>
                </c:pt>
                <c:pt idx="26929">
                  <c:v>20.062239999999957</c:v>
                </c:pt>
                <c:pt idx="26930">
                  <c:v>19.923749999999952</c:v>
                </c:pt>
                <c:pt idx="26931">
                  <c:v>19.97992</c:v>
                </c:pt>
                <c:pt idx="26932">
                  <c:v>20.107370000000021</c:v>
                </c:pt>
                <c:pt idx="26933">
                  <c:v>20.110499999999988</c:v>
                </c:pt>
                <c:pt idx="26934">
                  <c:v>20.002400000000002</c:v>
                </c:pt>
                <c:pt idx="26935">
                  <c:v>20.081299999999974</c:v>
                </c:pt>
                <c:pt idx="26936">
                  <c:v>20.477639999999973</c:v>
                </c:pt>
                <c:pt idx="26937">
                  <c:v>20.79602999999997</c:v>
                </c:pt>
                <c:pt idx="26938">
                  <c:v>20.778219999999973</c:v>
                </c:pt>
                <c:pt idx="26939">
                  <c:v>20.582769999999975</c:v>
                </c:pt>
                <c:pt idx="26940">
                  <c:v>20.259029999999989</c:v>
                </c:pt>
                <c:pt idx="26941">
                  <c:v>19.985999999999972</c:v>
                </c:pt>
                <c:pt idx="26942">
                  <c:v>20.011399999999988</c:v>
                </c:pt>
                <c:pt idx="26943">
                  <c:v>20.214600000000001</c:v>
                </c:pt>
                <c:pt idx="26944">
                  <c:v>20.270040000000002</c:v>
                </c:pt>
                <c:pt idx="26945">
                  <c:v>20.254010000000001</c:v>
                </c:pt>
                <c:pt idx="26946">
                  <c:v>20.388589999999972</c:v>
                </c:pt>
                <c:pt idx="26947">
                  <c:v>20.722759999999973</c:v>
                </c:pt>
                <c:pt idx="26948">
                  <c:v>20.955929999999974</c:v>
                </c:pt>
                <c:pt idx="26949">
                  <c:v>20.88467</c:v>
                </c:pt>
                <c:pt idx="26950">
                  <c:v>20.53041</c:v>
                </c:pt>
                <c:pt idx="26951">
                  <c:v>20.134760000000021</c:v>
                </c:pt>
                <c:pt idx="26952">
                  <c:v>19.436219999999974</c:v>
                </c:pt>
                <c:pt idx="26953">
                  <c:v>18.45712</c:v>
                </c:pt>
                <c:pt idx="26954">
                  <c:v>17.83203</c:v>
                </c:pt>
                <c:pt idx="26955">
                  <c:v>17.197080000000021</c:v>
                </c:pt>
                <c:pt idx="26956">
                  <c:v>16.66642999999997</c:v>
                </c:pt>
                <c:pt idx="26957">
                  <c:v>16.132269999999988</c:v>
                </c:pt>
                <c:pt idx="26958">
                  <c:v>15.56982</c:v>
                </c:pt>
                <c:pt idx="26959">
                  <c:v>15.187580000000002</c:v>
                </c:pt>
                <c:pt idx="26960">
                  <c:v>14.895810000000004</c:v>
                </c:pt>
                <c:pt idx="26961">
                  <c:v>14.79575</c:v>
                </c:pt>
                <c:pt idx="26962">
                  <c:v>14.82654000000001</c:v>
                </c:pt>
                <c:pt idx="26963">
                  <c:v>14.82602</c:v>
                </c:pt>
                <c:pt idx="26964">
                  <c:v>14.98846</c:v>
                </c:pt>
                <c:pt idx="26965">
                  <c:v>15.182930000000002</c:v>
                </c:pt>
                <c:pt idx="26966">
                  <c:v>15.431850000000001</c:v>
                </c:pt>
                <c:pt idx="26967">
                  <c:v>15.559500000000011</c:v>
                </c:pt>
                <c:pt idx="26968">
                  <c:v>15.05124</c:v>
                </c:pt>
                <c:pt idx="26969">
                  <c:v>14.22308</c:v>
                </c:pt>
                <c:pt idx="26970">
                  <c:v>13.596540000000006</c:v>
                </c:pt>
                <c:pt idx="26971">
                  <c:v>13.175470000000002</c:v>
                </c:pt>
                <c:pt idx="26972">
                  <c:v>13.073220000000001</c:v>
                </c:pt>
                <c:pt idx="26973">
                  <c:v>13.05828</c:v>
                </c:pt>
                <c:pt idx="26974">
                  <c:v>13.370240000000004</c:v>
                </c:pt>
                <c:pt idx="26975">
                  <c:v>13.397550000000004</c:v>
                </c:pt>
                <c:pt idx="26976">
                  <c:v>13.013170000000001</c:v>
                </c:pt>
                <c:pt idx="26977">
                  <c:v>12.85181</c:v>
                </c:pt>
                <c:pt idx="26978">
                  <c:v>12.86098000000001</c:v>
                </c:pt>
                <c:pt idx="26979">
                  <c:v>13.08901</c:v>
                </c:pt>
                <c:pt idx="26980">
                  <c:v>13.287369999999999</c:v>
                </c:pt>
                <c:pt idx="26981">
                  <c:v>12.839</c:v>
                </c:pt>
                <c:pt idx="26982">
                  <c:v>12.23166</c:v>
                </c:pt>
                <c:pt idx="26983">
                  <c:v>12.01545000000001</c:v>
                </c:pt>
                <c:pt idx="26984">
                  <c:v>11.886890000000006</c:v>
                </c:pt>
                <c:pt idx="26985">
                  <c:v>11.89809</c:v>
                </c:pt>
                <c:pt idx="26986">
                  <c:v>11.402000000000006</c:v>
                </c:pt>
                <c:pt idx="26987">
                  <c:v>11.15715</c:v>
                </c:pt>
                <c:pt idx="26988">
                  <c:v>11.26689</c:v>
                </c:pt>
                <c:pt idx="26989">
                  <c:v>11.21044</c:v>
                </c:pt>
                <c:pt idx="26990">
                  <c:v>11.10369</c:v>
                </c:pt>
                <c:pt idx="26991">
                  <c:v>11.26652</c:v>
                </c:pt>
                <c:pt idx="26992">
                  <c:v>11.44768</c:v>
                </c:pt>
                <c:pt idx="26993">
                  <c:v>11.294359999999999</c:v>
                </c:pt>
                <c:pt idx="26994">
                  <c:v>10.89575000000001</c:v>
                </c:pt>
                <c:pt idx="26995">
                  <c:v>10.559760000000002</c:v>
                </c:pt>
                <c:pt idx="26996">
                  <c:v>10.306990000000004</c:v>
                </c:pt>
                <c:pt idx="26997">
                  <c:v>10.04223</c:v>
                </c:pt>
                <c:pt idx="26998">
                  <c:v>9.8543300000000027</c:v>
                </c:pt>
                <c:pt idx="26999">
                  <c:v>9.7636600000000016</c:v>
                </c:pt>
                <c:pt idx="27000">
                  <c:v>9.6491100000000003</c:v>
                </c:pt>
                <c:pt idx="27001">
                  <c:v>9.5335600000000014</c:v>
                </c:pt>
                <c:pt idx="27002">
                  <c:v>9.2881999999999998</c:v>
                </c:pt>
                <c:pt idx="27003">
                  <c:v>9.2472199999999969</c:v>
                </c:pt>
                <c:pt idx="27004">
                  <c:v>9.4306200000000011</c:v>
                </c:pt>
                <c:pt idx="27005">
                  <c:v>9.2587700000000002</c:v>
                </c:pt>
                <c:pt idx="27006">
                  <c:v>8.8587700000000016</c:v>
                </c:pt>
                <c:pt idx="27007">
                  <c:v>8.6709700000000005</c:v>
                </c:pt>
                <c:pt idx="27008">
                  <c:v>8.6122200000000007</c:v>
                </c:pt>
                <c:pt idx="27009">
                  <c:v>8.6456500000000016</c:v>
                </c:pt>
                <c:pt idx="27010">
                  <c:v>8.7006900000000016</c:v>
                </c:pt>
                <c:pt idx="27011">
                  <c:v>8.8729200000000006</c:v>
                </c:pt>
                <c:pt idx="27012">
                  <c:v>8.9263700000000004</c:v>
                </c:pt>
                <c:pt idx="27013">
                  <c:v>8.8267200000000035</c:v>
                </c:pt>
                <c:pt idx="27014">
                  <c:v>8.7650300000000048</c:v>
                </c:pt>
                <c:pt idx="27015">
                  <c:v>8.9083900000000007</c:v>
                </c:pt>
                <c:pt idx="27016">
                  <c:v>8.9766900000000067</c:v>
                </c:pt>
                <c:pt idx="27017">
                  <c:v>8.7272199999999991</c:v>
                </c:pt>
                <c:pt idx="27018">
                  <c:v>8.1884700000000006</c:v>
                </c:pt>
                <c:pt idx="27019">
                  <c:v>7.8746400000000003</c:v>
                </c:pt>
                <c:pt idx="27020">
                  <c:v>8.0089900000000007</c:v>
                </c:pt>
                <c:pt idx="27021">
                  <c:v>8.2515100000000015</c:v>
                </c:pt>
                <c:pt idx="27022">
                  <c:v>8.2346800000000009</c:v>
                </c:pt>
                <c:pt idx="27023">
                  <c:v>7.9672700000000001</c:v>
                </c:pt>
                <c:pt idx="27024">
                  <c:v>7.6157499999999985</c:v>
                </c:pt>
                <c:pt idx="27025">
                  <c:v>7.38802</c:v>
                </c:pt>
                <c:pt idx="27026">
                  <c:v>7.2997100000000001</c:v>
                </c:pt>
                <c:pt idx="27027">
                  <c:v>7.2901499999999997</c:v>
                </c:pt>
                <c:pt idx="27028">
                  <c:v>7.368139999999995</c:v>
                </c:pt>
                <c:pt idx="27029">
                  <c:v>7.6683699999999995</c:v>
                </c:pt>
                <c:pt idx="27030">
                  <c:v>7.9402200000000063</c:v>
                </c:pt>
                <c:pt idx="27031">
                  <c:v>7.9122399999999997</c:v>
                </c:pt>
                <c:pt idx="27032">
                  <c:v>7.9607200000000002</c:v>
                </c:pt>
                <c:pt idx="27033">
                  <c:v>8.1062900000000013</c:v>
                </c:pt>
                <c:pt idx="27034">
                  <c:v>7.9512700000000063</c:v>
                </c:pt>
                <c:pt idx="27035">
                  <c:v>7.4669499999999998</c:v>
                </c:pt>
                <c:pt idx="27036">
                  <c:v>6.9150299999999998</c:v>
                </c:pt>
                <c:pt idx="27037">
                  <c:v>6.7472799999999999</c:v>
                </c:pt>
                <c:pt idx="27038">
                  <c:v>6.94712</c:v>
                </c:pt>
                <c:pt idx="27039">
                  <c:v>7.2012000000000063</c:v>
                </c:pt>
                <c:pt idx="27040">
                  <c:v>7.4954299999999998</c:v>
                </c:pt>
                <c:pt idx="27041">
                  <c:v>7.9719600000000064</c:v>
                </c:pt>
                <c:pt idx="27042">
                  <c:v>8.4748800000000006</c:v>
                </c:pt>
                <c:pt idx="27043">
                  <c:v>8.9666000000000068</c:v>
                </c:pt>
                <c:pt idx="27044">
                  <c:v>9.3673800000000007</c:v>
                </c:pt>
                <c:pt idx="27045">
                  <c:v>9.5724300000000113</c:v>
                </c:pt>
                <c:pt idx="27046">
                  <c:v>9.6792200000000008</c:v>
                </c:pt>
                <c:pt idx="27047">
                  <c:v>9.4387500000000006</c:v>
                </c:pt>
                <c:pt idx="27048">
                  <c:v>8.3591100000000047</c:v>
                </c:pt>
                <c:pt idx="27049">
                  <c:v>7.49085</c:v>
                </c:pt>
                <c:pt idx="27050">
                  <c:v>7.3005699999999996</c:v>
                </c:pt>
                <c:pt idx="27051">
                  <c:v>7.4281799999999985</c:v>
                </c:pt>
                <c:pt idx="27052">
                  <c:v>7.7766200000000065</c:v>
                </c:pt>
                <c:pt idx="27053">
                  <c:v>7.8485099999999965</c:v>
                </c:pt>
                <c:pt idx="27054">
                  <c:v>7.9674699999999996</c:v>
                </c:pt>
                <c:pt idx="27055">
                  <c:v>8.2865000000000002</c:v>
                </c:pt>
                <c:pt idx="27056">
                  <c:v>8.3955200000000048</c:v>
                </c:pt>
                <c:pt idx="27057">
                  <c:v>8.1391600000000004</c:v>
                </c:pt>
                <c:pt idx="27058">
                  <c:v>8.1236800000000002</c:v>
                </c:pt>
                <c:pt idx="27059">
                  <c:v>8.3445</c:v>
                </c:pt>
                <c:pt idx="27060">
                  <c:v>8.6752100000000034</c:v>
                </c:pt>
                <c:pt idx="27061">
                  <c:v>9.1242000000000001</c:v>
                </c:pt>
                <c:pt idx="27062">
                  <c:v>9.6030200000000008</c:v>
                </c:pt>
                <c:pt idx="27063">
                  <c:v>9.8966000000000047</c:v>
                </c:pt>
                <c:pt idx="27064">
                  <c:v>9.8156500000000122</c:v>
                </c:pt>
                <c:pt idx="27065">
                  <c:v>9.6345799999999997</c:v>
                </c:pt>
                <c:pt idx="27066">
                  <c:v>9.5076000000000001</c:v>
                </c:pt>
                <c:pt idx="27067">
                  <c:v>9.6498000000000008</c:v>
                </c:pt>
                <c:pt idx="27068">
                  <c:v>10.073310000000001</c:v>
                </c:pt>
                <c:pt idx="27069">
                  <c:v>10.399490000000011</c:v>
                </c:pt>
                <c:pt idx="27070">
                  <c:v>10.583460000000002</c:v>
                </c:pt>
                <c:pt idx="27071">
                  <c:v>10.78519</c:v>
                </c:pt>
                <c:pt idx="27072">
                  <c:v>11.084580000000004</c:v>
                </c:pt>
                <c:pt idx="27073">
                  <c:v>11.40142</c:v>
                </c:pt>
                <c:pt idx="27074">
                  <c:v>11.46069000000001</c:v>
                </c:pt>
                <c:pt idx="27075">
                  <c:v>11.03328</c:v>
                </c:pt>
                <c:pt idx="27076">
                  <c:v>10.105740000000004</c:v>
                </c:pt>
                <c:pt idx="27077">
                  <c:v>9.3038500000000006</c:v>
                </c:pt>
                <c:pt idx="27078">
                  <c:v>8.8405700000000014</c:v>
                </c:pt>
                <c:pt idx="27079">
                  <c:v>8.4198400000000007</c:v>
                </c:pt>
                <c:pt idx="27080">
                  <c:v>7.9993800000000004</c:v>
                </c:pt>
                <c:pt idx="27081">
                  <c:v>7.8668099999999965</c:v>
                </c:pt>
                <c:pt idx="27082">
                  <c:v>8.0840000000000014</c:v>
                </c:pt>
                <c:pt idx="27083">
                  <c:v>8.4552300000000109</c:v>
                </c:pt>
                <c:pt idx="27084">
                  <c:v>8.9847900000000003</c:v>
                </c:pt>
                <c:pt idx="27085">
                  <c:v>9.3884900000000027</c:v>
                </c:pt>
                <c:pt idx="27086">
                  <c:v>9.6884900000000016</c:v>
                </c:pt>
                <c:pt idx="27087">
                  <c:v>9.9346800000000002</c:v>
                </c:pt>
                <c:pt idx="27088">
                  <c:v>9.7708100000000009</c:v>
                </c:pt>
                <c:pt idx="27089">
                  <c:v>9.4437300000000004</c:v>
                </c:pt>
                <c:pt idx="27090">
                  <c:v>9.2817699999999999</c:v>
                </c:pt>
                <c:pt idx="27091">
                  <c:v>9.21265</c:v>
                </c:pt>
                <c:pt idx="27092">
                  <c:v>9.1888900000000007</c:v>
                </c:pt>
                <c:pt idx="27093">
                  <c:v>9.3834500000000123</c:v>
                </c:pt>
                <c:pt idx="27094">
                  <c:v>9.9269100000000012</c:v>
                </c:pt>
                <c:pt idx="27095">
                  <c:v>10.34525</c:v>
                </c:pt>
                <c:pt idx="27096">
                  <c:v>10.392110000000002</c:v>
                </c:pt>
                <c:pt idx="27097">
                  <c:v>10.018969999999999</c:v>
                </c:pt>
                <c:pt idx="27098">
                  <c:v>9.4097600000000003</c:v>
                </c:pt>
                <c:pt idx="27099">
                  <c:v>9.3155800000000113</c:v>
                </c:pt>
                <c:pt idx="27100">
                  <c:v>9.5508800000000047</c:v>
                </c:pt>
                <c:pt idx="27101">
                  <c:v>9.8374600000000001</c:v>
                </c:pt>
                <c:pt idx="27102">
                  <c:v>10.056610000000004</c:v>
                </c:pt>
                <c:pt idx="27103">
                  <c:v>10.218219999999999</c:v>
                </c:pt>
                <c:pt idx="27104">
                  <c:v>10.581290000000001</c:v>
                </c:pt>
                <c:pt idx="27105">
                  <c:v>11.076510000000004</c:v>
                </c:pt>
                <c:pt idx="27106">
                  <c:v>11.58939</c:v>
                </c:pt>
                <c:pt idx="27107">
                  <c:v>12.110340000000001</c:v>
                </c:pt>
                <c:pt idx="27108">
                  <c:v>12.63527</c:v>
                </c:pt>
                <c:pt idx="27109">
                  <c:v>13.09674</c:v>
                </c:pt>
                <c:pt idx="27110">
                  <c:v>13.315190000000012</c:v>
                </c:pt>
                <c:pt idx="27111">
                  <c:v>12.80433</c:v>
                </c:pt>
                <c:pt idx="27112">
                  <c:v>11.95323000000001</c:v>
                </c:pt>
                <c:pt idx="27113">
                  <c:v>11.56108</c:v>
                </c:pt>
                <c:pt idx="27114">
                  <c:v>11.50412</c:v>
                </c:pt>
                <c:pt idx="27115">
                  <c:v>11.698790000000001</c:v>
                </c:pt>
                <c:pt idx="27116">
                  <c:v>11.813280000000002</c:v>
                </c:pt>
                <c:pt idx="27117">
                  <c:v>12.05313000000001</c:v>
                </c:pt>
                <c:pt idx="27118">
                  <c:v>12.41656</c:v>
                </c:pt>
                <c:pt idx="27119">
                  <c:v>12.809100000000004</c:v>
                </c:pt>
                <c:pt idx="27120">
                  <c:v>12.959720000000004</c:v>
                </c:pt>
                <c:pt idx="27121">
                  <c:v>12.80946000000001</c:v>
                </c:pt>
                <c:pt idx="27122">
                  <c:v>12.76516</c:v>
                </c:pt>
                <c:pt idx="27123">
                  <c:v>12.755840000000006</c:v>
                </c:pt>
                <c:pt idx="27124">
                  <c:v>12.81664000000001</c:v>
                </c:pt>
                <c:pt idx="27125">
                  <c:v>12.91582</c:v>
                </c:pt>
                <c:pt idx="27126">
                  <c:v>12.85012</c:v>
                </c:pt>
                <c:pt idx="27127">
                  <c:v>12.859400000000019</c:v>
                </c:pt>
                <c:pt idx="27128">
                  <c:v>12.884180000000002</c:v>
                </c:pt>
                <c:pt idx="27129">
                  <c:v>12.99982</c:v>
                </c:pt>
                <c:pt idx="27130">
                  <c:v>13.11186</c:v>
                </c:pt>
                <c:pt idx="27131">
                  <c:v>13.359640000000018</c:v>
                </c:pt>
                <c:pt idx="27132">
                  <c:v>13.6738</c:v>
                </c:pt>
                <c:pt idx="27133">
                  <c:v>13.79698</c:v>
                </c:pt>
                <c:pt idx="27134">
                  <c:v>13.76135</c:v>
                </c:pt>
                <c:pt idx="27135">
                  <c:v>13.545590000000002</c:v>
                </c:pt>
                <c:pt idx="27136">
                  <c:v>13.26587</c:v>
                </c:pt>
                <c:pt idx="27137">
                  <c:v>13.155530000000018</c:v>
                </c:pt>
                <c:pt idx="27138">
                  <c:v>12.82361</c:v>
                </c:pt>
                <c:pt idx="27139">
                  <c:v>12.9937</c:v>
                </c:pt>
                <c:pt idx="27140">
                  <c:v>13.281369999999999</c:v>
                </c:pt>
                <c:pt idx="27141">
                  <c:v>13.64911</c:v>
                </c:pt>
                <c:pt idx="27142">
                  <c:v>14.079320000000001</c:v>
                </c:pt>
                <c:pt idx="27143">
                  <c:v>14.59876</c:v>
                </c:pt>
                <c:pt idx="27144">
                  <c:v>15.17882</c:v>
                </c:pt>
                <c:pt idx="27145">
                  <c:v>15.39364000000001</c:v>
                </c:pt>
                <c:pt idx="27146">
                  <c:v>15.224500000000001</c:v>
                </c:pt>
                <c:pt idx="27147">
                  <c:v>14.773580000000004</c:v>
                </c:pt>
                <c:pt idx="27148">
                  <c:v>14.51671</c:v>
                </c:pt>
                <c:pt idx="27149">
                  <c:v>14.866730000000015</c:v>
                </c:pt>
                <c:pt idx="27150">
                  <c:v>15.37635</c:v>
                </c:pt>
                <c:pt idx="27151">
                  <c:v>15.87097</c:v>
                </c:pt>
                <c:pt idx="27152">
                  <c:v>16.338819999999988</c:v>
                </c:pt>
                <c:pt idx="27153">
                  <c:v>15.964650000000002</c:v>
                </c:pt>
                <c:pt idx="27154">
                  <c:v>15.530240000000001</c:v>
                </c:pt>
                <c:pt idx="27155">
                  <c:v>15.626670000000001</c:v>
                </c:pt>
                <c:pt idx="27156">
                  <c:v>16.061350000000001</c:v>
                </c:pt>
                <c:pt idx="27157">
                  <c:v>16.648429999999973</c:v>
                </c:pt>
                <c:pt idx="27158">
                  <c:v>16.969779999999975</c:v>
                </c:pt>
                <c:pt idx="27159">
                  <c:v>17.091950000000022</c:v>
                </c:pt>
                <c:pt idx="27160">
                  <c:v>17.14659</c:v>
                </c:pt>
                <c:pt idx="27161">
                  <c:v>17.255319999999973</c:v>
                </c:pt>
                <c:pt idx="27162">
                  <c:v>17.430859999999999</c:v>
                </c:pt>
                <c:pt idx="27163">
                  <c:v>17.615829999999999</c:v>
                </c:pt>
                <c:pt idx="27164">
                  <c:v>17.902719999999956</c:v>
                </c:pt>
                <c:pt idx="27165">
                  <c:v>18.402399999999975</c:v>
                </c:pt>
                <c:pt idx="27166">
                  <c:v>18.897770000000001</c:v>
                </c:pt>
                <c:pt idx="27167">
                  <c:v>19.041599999999974</c:v>
                </c:pt>
                <c:pt idx="27168">
                  <c:v>19.038460000000001</c:v>
                </c:pt>
                <c:pt idx="27169">
                  <c:v>18.759340000000002</c:v>
                </c:pt>
                <c:pt idx="27170">
                  <c:v>18.477539999999973</c:v>
                </c:pt>
                <c:pt idx="27171">
                  <c:v>18.262799999999952</c:v>
                </c:pt>
                <c:pt idx="27172">
                  <c:v>18.220870000000001</c:v>
                </c:pt>
                <c:pt idx="27173">
                  <c:v>18.567969999999999</c:v>
                </c:pt>
                <c:pt idx="27174">
                  <c:v>18.95330999999997</c:v>
                </c:pt>
                <c:pt idx="27175">
                  <c:v>19.18149</c:v>
                </c:pt>
                <c:pt idx="27176">
                  <c:v>19.361660000000001</c:v>
                </c:pt>
                <c:pt idx="27177">
                  <c:v>19.572139999999973</c:v>
                </c:pt>
                <c:pt idx="27178">
                  <c:v>19.923739999999956</c:v>
                </c:pt>
                <c:pt idx="27179">
                  <c:v>20.296769999999974</c:v>
                </c:pt>
                <c:pt idx="27180">
                  <c:v>20.402979999999989</c:v>
                </c:pt>
                <c:pt idx="27181">
                  <c:v>20.282449999999955</c:v>
                </c:pt>
                <c:pt idx="27182">
                  <c:v>20.10153</c:v>
                </c:pt>
                <c:pt idx="27183">
                  <c:v>20.114290000000022</c:v>
                </c:pt>
                <c:pt idx="27184">
                  <c:v>20.310700000000001</c:v>
                </c:pt>
                <c:pt idx="27185">
                  <c:v>20.617660000000026</c:v>
                </c:pt>
                <c:pt idx="27186">
                  <c:v>20.997150000000001</c:v>
                </c:pt>
                <c:pt idx="27187">
                  <c:v>21.20065</c:v>
                </c:pt>
                <c:pt idx="27188">
                  <c:v>21.585149999999956</c:v>
                </c:pt>
                <c:pt idx="27189">
                  <c:v>21.552510000000002</c:v>
                </c:pt>
                <c:pt idx="27190">
                  <c:v>21.208219999999972</c:v>
                </c:pt>
                <c:pt idx="27191">
                  <c:v>21.219090000000001</c:v>
                </c:pt>
                <c:pt idx="27192">
                  <c:v>21.56882999999997</c:v>
                </c:pt>
                <c:pt idx="27193">
                  <c:v>22.168279999999989</c:v>
                </c:pt>
                <c:pt idx="27194">
                  <c:v>22.86599</c:v>
                </c:pt>
                <c:pt idx="27195">
                  <c:v>23.39583</c:v>
                </c:pt>
                <c:pt idx="27196">
                  <c:v>23.72119</c:v>
                </c:pt>
                <c:pt idx="27197">
                  <c:v>23.851959999999998</c:v>
                </c:pt>
                <c:pt idx="27198">
                  <c:v>24.10172</c:v>
                </c:pt>
                <c:pt idx="27199">
                  <c:v>24.541789999999974</c:v>
                </c:pt>
                <c:pt idx="27200">
                  <c:v>24.28710999999997</c:v>
                </c:pt>
                <c:pt idx="27201">
                  <c:v>23.124079999999999</c:v>
                </c:pt>
                <c:pt idx="27202">
                  <c:v>22.384840000000001</c:v>
                </c:pt>
                <c:pt idx="27203">
                  <c:v>22.39959</c:v>
                </c:pt>
                <c:pt idx="27204">
                  <c:v>22.68881</c:v>
                </c:pt>
                <c:pt idx="27205">
                  <c:v>22.966080000000002</c:v>
                </c:pt>
                <c:pt idx="27206">
                  <c:v>23.361149999999974</c:v>
                </c:pt>
                <c:pt idx="27207">
                  <c:v>23.715219999999974</c:v>
                </c:pt>
                <c:pt idx="27208">
                  <c:v>24.040629999999968</c:v>
                </c:pt>
                <c:pt idx="27209">
                  <c:v>24.588830000000002</c:v>
                </c:pt>
                <c:pt idx="27210">
                  <c:v>25.052479999999989</c:v>
                </c:pt>
                <c:pt idx="27211">
                  <c:v>25.166499999999989</c:v>
                </c:pt>
                <c:pt idx="27212">
                  <c:v>24.923519999999975</c:v>
                </c:pt>
                <c:pt idx="27213">
                  <c:v>24.625589999999974</c:v>
                </c:pt>
                <c:pt idx="27214">
                  <c:v>24.525729999999957</c:v>
                </c:pt>
                <c:pt idx="27215">
                  <c:v>24.537849999999999</c:v>
                </c:pt>
                <c:pt idx="27216">
                  <c:v>24.897739999999974</c:v>
                </c:pt>
                <c:pt idx="27217">
                  <c:v>25.438719999999975</c:v>
                </c:pt>
                <c:pt idx="27218">
                  <c:v>25.70515</c:v>
                </c:pt>
                <c:pt idx="27219">
                  <c:v>25.753950000000021</c:v>
                </c:pt>
                <c:pt idx="27220">
                  <c:v>25.867809999999999</c:v>
                </c:pt>
                <c:pt idx="27221">
                  <c:v>25.98596999999997</c:v>
                </c:pt>
                <c:pt idx="27222">
                  <c:v>26.158550000000005</c:v>
                </c:pt>
                <c:pt idx="27223">
                  <c:v>26.440930000000002</c:v>
                </c:pt>
                <c:pt idx="27224">
                  <c:v>26.50217</c:v>
                </c:pt>
                <c:pt idx="27225">
                  <c:v>26.536249999999974</c:v>
                </c:pt>
                <c:pt idx="27226">
                  <c:v>26.68751</c:v>
                </c:pt>
                <c:pt idx="27227">
                  <c:v>26.417970000000022</c:v>
                </c:pt>
                <c:pt idx="27228">
                  <c:v>25.91311</c:v>
                </c:pt>
                <c:pt idx="27229">
                  <c:v>25.70298</c:v>
                </c:pt>
                <c:pt idx="27230">
                  <c:v>25.674309999999988</c:v>
                </c:pt>
                <c:pt idx="27231">
                  <c:v>25.724719999999973</c:v>
                </c:pt>
                <c:pt idx="27232">
                  <c:v>25.87832999999997</c:v>
                </c:pt>
                <c:pt idx="27233">
                  <c:v>26.09883</c:v>
                </c:pt>
                <c:pt idx="27234">
                  <c:v>26.084859999999999</c:v>
                </c:pt>
                <c:pt idx="27235">
                  <c:v>25.996089999999974</c:v>
                </c:pt>
                <c:pt idx="27236">
                  <c:v>26.089129999999972</c:v>
                </c:pt>
                <c:pt idx="27237">
                  <c:v>26.36908</c:v>
                </c:pt>
                <c:pt idx="27238">
                  <c:v>26.879980000000021</c:v>
                </c:pt>
                <c:pt idx="27239">
                  <c:v>27.449479999999973</c:v>
                </c:pt>
                <c:pt idx="27240">
                  <c:v>27.905909999999974</c:v>
                </c:pt>
                <c:pt idx="27241">
                  <c:v>28.550639999999973</c:v>
                </c:pt>
                <c:pt idx="27242">
                  <c:v>29.17674999999997</c:v>
                </c:pt>
                <c:pt idx="27243">
                  <c:v>29.43965</c:v>
                </c:pt>
                <c:pt idx="27244">
                  <c:v>29.545079999999974</c:v>
                </c:pt>
                <c:pt idx="27245">
                  <c:v>29.4511</c:v>
                </c:pt>
                <c:pt idx="27246">
                  <c:v>28.978249999999957</c:v>
                </c:pt>
                <c:pt idx="27247">
                  <c:v>28.628209999999989</c:v>
                </c:pt>
                <c:pt idx="27248">
                  <c:v>28.619650000000021</c:v>
                </c:pt>
                <c:pt idx="27249">
                  <c:v>28.819600000000001</c:v>
                </c:pt>
                <c:pt idx="27250">
                  <c:v>29.21472</c:v>
                </c:pt>
                <c:pt idx="27251">
                  <c:v>29.210960000000021</c:v>
                </c:pt>
                <c:pt idx="27252">
                  <c:v>29.048549999999956</c:v>
                </c:pt>
                <c:pt idx="27253">
                  <c:v>28.930389999999989</c:v>
                </c:pt>
                <c:pt idx="27254">
                  <c:v>28.090050000000005</c:v>
                </c:pt>
                <c:pt idx="27255">
                  <c:v>27.269669999999973</c:v>
                </c:pt>
                <c:pt idx="27256">
                  <c:v>27.127050000000022</c:v>
                </c:pt>
                <c:pt idx="27257">
                  <c:v>27.273439999999972</c:v>
                </c:pt>
                <c:pt idx="27258">
                  <c:v>27.366569999999989</c:v>
                </c:pt>
                <c:pt idx="27259">
                  <c:v>27.280309999999975</c:v>
                </c:pt>
                <c:pt idx="27260">
                  <c:v>27.230039999999974</c:v>
                </c:pt>
                <c:pt idx="27261">
                  <c:v>27.467309999999973</c:v>
                </c:pt>
                <c:pt idx="27262">
                  <c:v>27.7576</c:v>
                </c:pt>
                <c:pt idx="27263">
                  <c:v>27.681619999999974</c:v>
                </c:pt>
                <c:pt idx="27264">
                  <c:v>27.38376999999997</c:v>
                </c:pt>
                <c:pt idx="27265">
                  <c:v>27.132169999999999</c:v>
                </c:pt>
                <c:pt idx="27266">
                  <c:v>27.176200000000001</c:v>
                </c:pt>
                <c:pt idx="27267">
                  <c:v>27.451039999999974</c:v>
                </c:pt>
                <c:pt idx="27268">
                  <c:v>27.631090000000022</c:v>
                </c:pt>
                <c:pt idx="27269">
                  <c:v>27.58398</c:v>
                </c:pt>
                <c:pt idx="27270">
                  <c:v>27.224789999999974</c:v>
                </c:pt>
                <c:pt idx="27271">
                  <c:v>26.542729999999956</c:v>
                </c:pt>
                <c:pt idx="27272">
                  <c:v>25.816060000000022</c:v>
                </c:pt>
                <c:pt idx="27273">
                  <c:v>24.998409999999971</c:v>
                </c:pt>
                <c:pt idx="27274">
                  <c:v>23.993870000000001</c:v>
                </c:pt>
                <c:pt idx="27275">
                  <c:v>23.284490000000002</c:v>
                </c:pt>
                <c:pt idx="27276">
                  <c:v>22.924569999999989</c:v>
                </c:pt>
                <c:pt idx="27277">
                  <c:v>22.421559999999989</c:v>
                </c:pt>
                <c:pt idx="27278">
                  <c:v>21.902119999999975</c:v>
                </c:pt>
                <c:pt idx="27279">
                  <c:v>21.75979999999997</c:v>
                </c:pt>
                <c:pt idx="27280">
                  <c:v>21.870699999999989</c:v>
                </c:pt>
                <c:pt idx="27281">
                  <c:v>21.988149999999955</c:v>
                </c:pt>
                <c:pt idx="27282">
                  <c:v>21.55369</c:v>
                </c:pt>
                <c:pt idx="27283">
                  <c:v>21.00759</c:v>
                </c:pt>
                <c:pt idx="27284">
                  <c:v>20.852450000000001</c:v>
                </c:pt>
                <c:pt idx="27285">
                  <c:v>20.906459999999978</c:v>
                </c:pt>
                <c:pt idx="27286">
                  <c:v>21.142060000000001</c:v>
                </c:pt>
                <c:pt idx="27287">
                  <c:v>21.325060000000001</c:v>
                </c:pt>
                <c:pt idx="27288">
                  <c:v>21.553059999999999</c:v>
                </c:pt>
                <c:pt idx="27289">
                  <c:v>21.832260000000005</c:v>
                </c:pt>
                <c:pt idx="27290">
                  <c:v>22.002459999999989</c:v>
                </c:pt>
                <c:pt idx="27291">
                  <c:v>21.935829999999989</c:v>
                </c:pt>
                <c:pt idx="27292">
                  <c:v>21.517810000000026</c:v>
                </c:pt>
                <c:pt idx="27293">
                  <c:v>21.055429999999973</c:v>
                </c:pt>
                <c:pt idx="27294">
                  <c:v>20.811199999999999</c:v>
                </c:pt>
                <c:pt idx="27295">
                  <c:v>20.806149999999974</c:v>
                </c:pt>
                <c:pt idx="27296">
                  <c:v>21.107389999999999</c:v>
                </c:pt>
                <c:pt idx="27297">
                  <c:v>21.58792</c:v>
                </c:pt>
                <c:pt idx="27298">
                  <c:v>21.870899999999999</c:v>
                </c:pt>
                <c:pt idx="27299">
                  <c:v>21.896809999999999</c:v>
                </c:pt>
                <c:pt idx="27300">
                  <c:v>21.97418</c:v>
                </c:pt>
                <c:pt idx="27301">
                  <c:v>22.062309999999975</c:v>
                </c:pt>
                <c:pt idx="27302">
                  <c:v>22.344719999999974</c:v>
                </c:pt>
                <c:pt idx="27303">
                  <c:v>22.859719999999989</c:v>
                </c:pt>
                <c:pt idx="27304">
                  <c:v>23.117940000000026</c:v>
                </c:pt>
                <c:pt idx="27305">
                  <c:v>23.229800000000001</c:v>
                </c:pt>
                <c:pt idx="27306">
                  <c:v>23.360279999999989</c:v>
                </c:pt>
                <c:pt idx="27307">
                  <c:v>23.263019999999972</c:v>
                </c:pt>
                <c:pt idx="27308">
                  <c:v>22.998399999999968</c:v>
                </c:pt>
                <c:pt idx="27309">
                  <c:v>23.003039999999974</c:v>
                </c:pt>
                <c:pt idx="27310">
                  <c:v>23.247350000000001</c:v>
                </c:pt>
                <c:pt idx="27311">
                  <c:v>23.43431</c:v>
                </c:pt>
                <c:pt idx="27312">
                  <c:v>23.311530000000001</c:v>
                </c:pt>
                <c:pt idx="27313">
                  <c:v>22.980689999999957</c:v>
                </c:pt>
                <c:pt idx="27314">
                  <c:v>21.997219999999974</c:v>
                </c:pt>
                <c:pt idx="27315">
                  <c:v>20.637319999999999</c:v>
                </c:pt>
                <c:pt idx="27316">
                  <c:v>19.8933</c:v>
                </c:pt>
                <c:pt idx="27317">
                  <c:v>19.60351</c:v>
                </c:pt>
                <c:pt idx="27318">
                  <c:v>19.300319999999989</c:v>
                </c:pt>
                <c:pt idx="27319">
                  <c:v>18.778559999999974</c:v>
                </c:pt>
                <c:pt idx="27320">
                  <c:v>18.408029999999975</c:v>
                </c:pt>
                <c:pt idx="27321">
                  <c:v>18.418739999999964</c:v>
                </c:pt>
                <c:pt idx="27322">
                  <c:v>18.465929999999968</c:v>
                </c:pt>
                <c:pt idx="27323">
                  <c:v>18.559339999999974</c:v>
                </c:pt>
                <c:pt idx="27324">
                  <c:v>18.770589999999974</c:v>
                </c:pt>
                <c:pt idx="27325">
                  <c:v>19.176629999999989</c:v>
                </c:pt>
                <c:pt idx="27326">
                  <c:v>19.793780000000002</c:v>
                </c:pt>
                <c:pt idx="27327">
                  <c:v>19.93112</c:v>
                </c:pt>
                <c:pt idx="27328">
                  <c:v>19.414860000000033</c:v>
                </c:pt>
                <c:pt idx="27329">
                  <c:v>18.834949999999999</c:v>
                </c:pt>
                <c:pt idx="27330">
                  <c:v>18.424040000000002</c:v>
                </c:pt>
                <c:pt idx="27331">
                  <c:v>17.907959999999999</c:v>
                </c:pt>
                <c:pt idx="27332">
                  <c:v>17.446609999999971</c:v>
                </c:pt>
                <c:pt idx="27333">
                  <c:v>17.285079999999972</c:v>
                </c:pt>
                <c:pt idx="27334">
                  <c:v>17.263000000000002</c:v>
                </c:pt>
                <c:pt idx="27335">
                  <c:v>17.187049999999989</c:v>
                </c:pt>
                <c:pt idx="27336">
                  <c:v>16.824719999999989</c:v>
                </c:pt>
                <c:pt idx="27337">
                  <c:v>16.171900000000026</c:v>
                </c:pt>
                <c:pt idx="27338">
                  <c:v>15.431929999999999</c:v>
                </c:pt>
                <c:pt idx="27339">
                  <c:v>14.852530000000023</c:v>
                </c:pt>
                <c:pt idx="27340">
                  <c:v>14.55096</c:v>
                </c:pt>
                <c:pt idx="27341">
                  <c:v>14.400540000000012</c:v>
                </c:pt>
                <c:pt idx="27342">
                  <c:v>14.35084000000001</c:v>
                </c:pt>
                <c:pt idx="27343">
                  <c:v>14.35796</c:v>
                </c:pt>
                <c:pt idx="27344">
                  <c:v>14.354400000000011</c:v>
                </c:pt>
                <c:pt idx="27345">
                  <c:v>14.33507</c:v>
                </c:pt>
                <c:pt idx="27346">
                  <c:v>14.344570000000001</c:v>
                </c:pt>
                <c:pt idx="27347">
                  <c:v>14.289810000000001</c:v>
                </c:pt>
                <c:pt idx="27348">
                  <c:v>14.20021</c:v>
                </c:pt>
                <c:pt idx="27349">
                  <c:v>14.302100000000006</c:v>
                </c:pt>
                <c:pt idx="27350">
                  <c:v>14.74295</c:v>
                </c:pt>
                <c:pt idx="27351">
                  <c:v>15.284470000000001</c:v>
                </c:pt>
                <c:pt idx="27352">
                  <c:v>15.14202</c:v>
                </c:pt>
                <c:pt idx="27353">
                  <c:v>14.60576</c:v>
                </c:pt>
                <c:pt idx="27354">
                  <c:v>14.40638</c:v>
                </c:pt>
                <c:pt idx="27355">
                  <c:v>14.359820000000004</c:v>
                </c:pt>
                <c:pt idx="27356">
                  <c:v>14.4358</c:v>
                </c:pt>
                <c:pt idx="27357">
                  <c:v>14.40789</c:v>
                </c:pt>
                <c:pt idx="27358">
                  <c:v>13.88836</c:v>
                </c:pt>
                <c:pt idx="27359">
                  <c:v>13.229570000000001</c:v>
                </c:pt>
                <c:pt idx="27360">
                  <c:v>12.77636</c:v>
                </c:pt>
                <c:pt idx="27361">
                  <c:v>12.411990000000001</c:v>
                </c:pt>
                <c:pt idx="27362">
                  <c:v>12.118690000000001</c:v>
                </c:pt>
                <c:pt idx="27363">
                  <c:v>11.815780000000011</c:v>
                </c:pt>
                <c:pt idx="27364">
                  <c:v>11.60698</c:v>
                </c:pt>
                <c:pt idx="27365">
                  <c:v>10.954700000000004</c:v>
                </c:pt>
                <c:pt idx="27366">
                  <c:v>10.043810000000001</c:v>
                </c:pt>
                <c:pt idx="27367">
                  <c:v>9.5827100000000005</c:v>
                </c:pt>
                <c:pt idx="27368">
                  <c:v>9.6591200000000015</c:v>
                </c:pt>
                <c:pt idx="27369">
                  <c:v>9.6098500000000016</c:v>
                </c:pt>
                <c:pt idx="27370">
                  <c:v>9.2535500000000006</c:v>
                </c:pt>
                <c:pt idx="27371">
                  <c:v>8.8495600000000003</c:v>
                </c:pt>
                <c:pt idx="27372">
                  <c:v>8.3562700000000003</c:v>
                </c:pt>
                <c:pt idx="27373">
                  <c:v>7.9923900000000003</c:v>
                </c:pt>
                <c:pt idx="27374">
                  <c:v>7.7641899999999939</c:v>
                </c:pt>
                <c:pt idx="27375">
                  <c:v>7.6300799999999995</c:v>
                </c:pt>
                <c:pt idx="27376">
                  <c:v>7.7521199999999943</c:v>
                </c:pt>
                <c:pt idx="27377">
                  <c:v>8.1087799999999994</c:v>
                </c:pt>
                <c:pt idx="27378">
                  <c:v>8.7103599999999997</c:v>
                </c:pt>
                <c:pt idx="27379">
                  <c:v>9.3153500000000005</c:v>
                </c:pt>
                <c:pt idx="27380">
                  <c:v>9.7392400000000006</c:v>
                </c:pt>
                <c:pt idx="27381">
                  <c:v>10.11439</c:v>
                </c:pt>
                <c:pt idx="27382">
                  <c:v>10.39049000000001</c:v>
                </c:pt>
                <c:pt idx="27383">
                  <c:v>10.529250000000001</c:v>
                </c:pt>
                <c:pt idx="27384">
                  <c:v>10.72292</c:v>
                </c:pt>
                <c:pt idx="27385">
                  <c:v>10.986510000000004</c:v>
                </c:pt>
                <c:pt idx="27386">
                  <c:v>10.67137</c:v>
                </c:pt>
                <c:pt idx="27387">
                  <c:v>9.9558800000000112</c:v>
                </c:pt>
                <c:pt idx="27388">
                  <c:v>9.40808</c:v>
                </c:pt>
                <c:pt idx="27389">
                  <c:v>9.0764500000000048</c:v>
                </c:pt>
                <c:pt idx="27390">
                  <c:v>8.723510000000001</c:v>
                </c:pt>
                <c:pt idx="27391">
                  <c:v>8.4342400000000008</c:v>
                </c:pt>
                <c:pt idx="27392">
                  <c:v>8.5379900000000006</c:v>
                </c:pt>
                <c:pt idx="27393">
                  <c:v>8.8908400000000007</c:v>
                </c:pt>
                <c:pt idx="27394">
                  <c:v>9.3534200000000123</c:v>
                </c:pt>
                <c:pt idx="27395">
                  <c:v>9.9283000000000001</c:v>
                </c:pt>
                <c:pt idx="27396">
                  <c:v>10.452740000000011</c:v>
                </c:pt>
                <c:pt idx="27397">
                  <c:v>10.456450000000011</c:v>
                </c:pt>
                <c:pt idx="27398">
                  <c:v>10.09747</c:v>
                </c:pt>
                <c:pt idx="27399">
                  <c:v>9.6678900000000034</c:v>
                </c:pt>
                <c:pt idx="27400">
                  <c:v>9.1902100000000004</c:v>
                </c:pt>
                <c:pt idx="27401">
                  <c:v>8.6778700000000004</c:v>
                </c:pt>
                <c:pt idx="27402">
                  <c:v>8.12425</c:v>
                </c:pt>
                <c:pt idx="27403">
                  <c:v>7.76938</c:v>
                </c:pt>
                <c:pt idx="27404">
                  <c:v>7.5393200000000062</c:v>
                </c:pt>
                <c:pt idx="27405">
                  <c:v>7.4542299999999999</c:v>
                </c:pt>
                <c:pt idx="27406">
                  <c:v>7.4963100000000003</c:v>
                </c:pt>
                <c:pt idx="27407">
                  <c:v>7.5639899999999951</c:v>
                </c:pt>
                <c:pt idx="27408">
                  <c:v>7.7219799999999985</c:v>
                </c:pt>
                <c:pt idx="27409">
                  <c:v>7.8132700000000002</c:v>
                </c:pt>
                <c:pt idx="27410">
                  <c:v>7.8280999999999965</c:v>
                </c:pt>
                <c:pt idx="27411">
                  <c:v>8.1452799999999996</c:v>
                </c:pt>
                <c:pt idx="27412">
                  <c:v>8.60717</c:v>
                </c:pt>
                <c:pt idx="27413">
                  <c:v>8.8448400000000014</c:v>
                </c:pt>
                <c:pt idx="27414">
                  <c:v>8.4937700000000014</c:v>
                </c:pt>
                <c:pt idx="27415">
                  <c:v>7.9592600000000058</c:v>
                </c:pt>
                <c:pt idx="27416">
                  <c:v>7.7344799999999996</c:v>
                </c:pt>
                <c:pt idx="27417">
                  <c:v>7.9454200000000004</c:v>
                </c:pt>
                <c:pt idx="27418">
                  <c:v>8.4191900000000004</c:v>
                </c:pt>
                <c:pt idx="27419">
                  <c:v>9.0729200000000034</c:v>
                </c:pt>
                <c:pt idx="27420">
                  <c:v>9.7434600000000007</c:v>
                </c:pt>
                <c:pt idx="27421">
                  <c:v>10.218929999999999</c:v>
                </c:pt>
                <c:pt idx="27422">
                  <c:v>10.391440000000006</c:v>
                </c:pt>
                <c:pt idx="27423">
                  <c:v>10.276670000000001</c:v>
                </c:pt>
                <c:pt idx="27424">
                  <c:v>9.8571800000000067</c:v>
                </c:pt>
                <c:pt idx="27425">
                  <c:v>9.5375200000000007</c:v>
                </c:pt>
                <c:pt idx="27426">
                  <c:v>9.9103500000000011</c:v>
                </c:pt>
                <c:pt idx="27427">
                  <c:v>10.57231</c:v>
                </c:pt>
                <c:pt idx="27428">
                  <c:v>10.7597</c:v>
                </c:pt>
                <c:pt idx="27429">
                  <c:v>10.441940000000001</c:v>
                </c:pt>
                <c:pt idx="27430">
                  <c:v>10.184660000000001</c:v>
                </c:pt>
                <c:pt idx="27431">
                  <c:v>9.8540100000000006</c:v>
                </c:pt>
                <c:pt idx="27432">
                  <c:v>9.4748000000000001</c:v>
                </c:pt>
                <c:pt idx="27433">
                  <c:v>9.3968600000000002</c:v>
                </c:pt>
                <c:pt idx="27434">
                  <c:v>9.63293</c:v>
                </c:pt>
                <c:pt idx="27435">
                  <c:v>9.9258900000000008</c:v>
                </c:pt>
                <c:pt idx="27436">
                  <c:v>10.33832</c:v>
                </c:pt>
                <c:pt idx="27437">
                  <c:v>11.009040000000002</c:v>
                </c:pt>
                <c:pt idx="27438">
                  <c:v>11.60745</c:v>
                </c:pt>
                <c:pt idx="27439">
                  <c:v>11.97819</c:v>
                </c:pt>
                <c:pt idx="27440">
                  <c:v>11.99044000000001</c:v>
                </c:pt>
                <c:pt idx="27441">
                  <c:v>11.998279999999999</c:v>
                </c:pt>
                <c:pt idx="27442">
                  <c:v>11.881830000000004</c:v>
                </c:pt>
                <c:pt idx="27443">
                  <c:v>11.70879</c:v>
                </c:pt>
                <c:pt idx="27444">
                  <c:v>11.550880000000006</c:v>
                </c:pt>
                <c:pt idx="27445">
                  <c:v>11.390750000000002</c:v>
                </c:pt>
                <c:pt idx="27446">
                  <c:v>11.473190000000002</c:v>
                </c:pt>
                <c:pt idx="27447">
                  <c:v>11.523860000000001</c:v>
                </c:pt>
                <c:pt idx="27448">
                  <c:v>11.477460000000002</c:v>
                </c:pt>
                <c:pt idx="27449">
                  <c:v>11.57812</c:v>
                </c:pt>
                <c:pt idx="27450">
                  <c:v>11.639750000000001</c:v>
                </c:pt>
                <c:pt idx="27451">
                  <c:v>11.715170000000001</c:v>
                </c:pt>
                <c:pt idx="27452">
                  <c:v>11.82225</c:v>
                </c:pt>
                <c:pt idx="27453">
                  <c:v>12.197430000000002</c:v>
                </c:pt>
                <c:pt idx="27454">
                  <c:v>12.84492</c:v>
                </c:pt>
                <c:pt idx="27455">
                  <c:v>13.357640000000011</c:v>
                </c:pt>
                <c:pt idx="27456">
                  <c:v>13.69054</c:v>
                </c:pt>
                <c:pt idx="27457">
                  <c:v>13.630560000000001</c:v>
                </c:pt>
                <c:pt idx="27458">
                  <c:v>13.4777</c:v>
                </c:pt>
                <c:pt idx="27459">
                  <c:v>13.60275</c:v>
                </c:pt>
                <c:pt idx="27460">
                  <c:v>13.906510000000004</c:v>
                </c:pt>
                <c:pt idx="27461">
                  <c:v>14.321710000000001</c:v>
                </c:pt>
                <c:pt idx="27462">
                  <c:v>14.63279</c:v>
                </c:pt>
                <c:pt idx="27463">
                  <c:v>14.51355</c:v>
                </c:pt>
                <c:pt idx="27464">
                  <c:v>14.389340000000002</c:v>
                </c:pt>
                <c:pt idx="27465">
                  <c:v>14.59046</c:v>
                </c:pt>
                <c:pt idx="27466">
                  <c:v>14.99991</c:v>
                </c:pt>
                <c:pt idx="27467">
                  <c:v>15.35177</c:v>
                </c:pt>
                <c:pt idx="27468">
                  <c:v>15.30923000000001</c:v>
                </c:pt>
                <c:pt idx="27469">
                  <c:v>15.048249999999999</c:v>
                </c:pt>
                <c:pt idx="27470">
                  <c:v>14.962560000000011</c:v>
                </c:pt>
                <c:pt idx="27471">
                  <c:v>15.025080000000004</c:v>
                </c:pt>
                <c:pt idx="27472">
                  <c:v>15.090010000000001</c:v>
                </c:pt>
                <c:pt idx="27473">
                  <c:v>15.269770000000001</c:v>
                </c:pt>
                <c:pt idx="27474">
                  <c:v>15.427020000000001</c:v>
                </c:pt>
                <c:pt idx="27475">
                  <c:v>14.93749</c:v>
                </c:pt>
                <c:pt idx="27476">
                  <c:v>14.262930000000004</c:v>
                </c:pt>
                <c:pt idx="27477">
                  <c:v>14.131369999999997</c:v>
                </c:pt>
                <c:pt idx="27478">
                  <c:v>14.22533</c:v>
                </c:pt>
                <c:pt idx="27479">
                  <c:v>14.74085</c:v>
                </c:pt>
                <c:pt idx="27480">
                  <c:v>14.90457</c:v>
                </c:pt>
                <c:pt idx="27481">
                  <c:v>13.360100000000006</c:v>
                </c:pt>
                <c:pt idx="27482">
                  <c:v>11.87871</c:v>
                </c:pt>
                <c:pt idx="27483">
                  <c:v>11.931290000000001</c:v>
                </c:pt>
                <c:pt idx="27484">
                  <c:v>12.52483</c:v>
                </c:pt>
                <c:pt idx="27485">
                  <c:v>13.538359999999999</c:v>
                </c:pt>
                <c:pt idx="27486">
                  <c:v>14.4453</c:v>
                </c:pt>
                <c:pt idx="27487">
                  <c:v>14.765790000000004</c:v>
                </c:pt>
                <c:pt idx="27488">
                  <c:v>14.549390000000001</c:v>
                </c:pt>
                <c:pt idx="27489">
                  <c:v>14.48691</c:v>
                </c:pt>
                <c:pt idx="27490">
                  <c:v>14.51023</c:v>
                </c:pt>
                <c:pt idx="27491">
                  <c:v>14.568810000000001</c:v>
                </c:pt>
                <c:pt idx="27492">
                  <c:v>14.929650000000002</c:v>
                </c:pt>
                <c:pt idx="27493">
                  <c:v>14.93177</c:v>
                </c:pt>
                <c:pt idx="27494">
                  <c:v>14.910820000000001</c:v>
                </c:pt>
                <c:pt idx="27495">
                  <c:v>15.0259</c:v>
                </c:pt>
                <c:pt idx="27496">
                  <c:v>15.094760000000001</c:v>
                </c:pt>
                <c:pt idx="27497">
                  <c:v>15.328940000000001</c:v>
                </c:pt>
                <c:pt idx="27498">
                  <c:v>15.76362</c:v>
                </c:pt>
                <c:pt idx="27499">
                  <c:v>16.255569999999974</c:v>
                </c:pt>
                <c:pt idx="27500">
                  <c:v>16.691890000000026</c:v>
                </c:pt>
                <c:pt idx="27501">
                  <c:v>17.036349999999974</c:v>
                </c:pt>
                <c:pt idx="27502">
                  <c:v>17.226479999999974</c:v>
                </c:pt>
                <c:pt idx="27503">
                  <c:v>17.332339999999974</c:v>
                </c:pt>
                <c:pt idx="27504">
                  <c:v>16.944999999999986</c:v>
                </c:pt>
                <c:pt idx="27505">
                  <c:v>16.268279999999972</c:v>
                </c:pt>
                <c:pt idx="27506">
                  <c:v>16.09882</c:v>
                </c:pt>
                <c:pt idx="27507">
                  <c:v>16.372979999999988</c:v>
                </c:pt>
                <c:pt idx="27508">
                  <c:v>16.91103</c:v>
                </c:pt>
                <c:pt idx="27509">
                  <c:v>17.526429999999973</c:v>
                </c:pt>
                <c:pt idx="27510">
                  <c:v>18.04316</c:v>
                </c:pt>
                <c:pt idx="27511">
                  <c:v>18.267579999999974</c:v>
                </c:pt>
                <c:pt idx="27512">
                  <c:v>18.573450000000001</c:v>
                </c:pt>
                <c:pt idx="27513">
                  <c:v>19.143729999999973</c:v>
                </c:pt>
                <c:pt idx="27514">
                  <c:v>19.50037</c:v>
                </c:pt>
                <c:pt idx="27515">
                  <c:v>19.513369999999988</c:v>
                </c:pt>
                <c:pt idx="27516">
                  <c:v>19.538119999999989</c:v>
                </c:pt>
                <c:pt idx="27517">
                  <c:v>19.833210000000001</c:v>
                </c:pt>
                <c:pt idx="27518">
                  <c:v>20.106179999999988</c:v>
                </c:pt>
                <c:pt idx="27519">
                  <c:v>20.239789999999989</c:v>
                </c:pt>
                <c:pt idx="27520">
                  <c:v>20.364260000000005</c:v>
                </c:pt>
                <c:pt idx="27521">
                  <c:v>20.559259999999988</c:v>
                </c:pt>
                <c:pt idx="27522">
                  <c:v>20.939109999999989</c:v>
                </c:pt>
                <c:pt idx="27523">
                  <c:v>21.124939999999999</c:v>
                </c:pt>
                <c:pt idx="27524">
                  <c:v>21.010110000000001</c:v>
                </c:pt>
                <c:pt idx="27525">
                  <c:v>20.783689999999975</c:v>
                </c:pt>
                <c:pt idx="27526">
                  <c:v>20.753</c:v>
                </c:pt>
                <c:pt idx="27527">
                  <c:v>21.104209999999988</c:v>
                </c:pt>
                <c:pt idx="27528">
                  <c:v>21.628129999999974</c:v>
                </c:pt>
                <c:pt idx="27529">
                  <c:v>22.189129999999974</c:v>
                </c:pt>
                <c:pt idx="27530">
                  <c:v>22.543019999999974</c:v>
                </c:pt>
                <c:pt idx="27531">
                  <c:v>22.169519999999974</c:v>
                </c:pt>
                <c:pt idx="27532">
                  <c:v>21.447639999999971</c:v>
                </c:pt>
                <c:pt idx="27533">
                  <c:v>21.137899999999998</c:v>
                </c:pt>
                <c:pt idx="27534">
                  <c:v>21.189789999999974</c:v>
                </c:pt>
                <c:pt idx="27535">
                  <c:v>21.546600000000002</c:v>
                </c:pt>
                <c:pt idx="27536">
                  <c:v>21.77375</c:v>
                </c:pt>
                <c:pt idx="27537">
                  <c:v>21.962649999999954</c:v>
                </c:pt>
                <c:pt idx="27538">
                  <c:v>22.447669999999974</c:v>
                </c:pt>
                <c:pt idx="27539">
                  <c:v>23.124900000000022</c:v>
                </c:pt>
                <c:pt idx="27540">
                  <c:v>23.579989999999999</c:v>
                </c:pt>
                <c:pt idx="27541">
                  <c:v>23.011430000000001</c:v>
                </c:pt>
                <c:pt idx="27542">
                  <c:v>21.807009999999988</c:v>
                </c:pt>
                <c:pt idx="27543">
                  <c:v>21.008539999999975</c:v>
                </c:pt>
                <c:pt idx="27544">
                  <c:v>20.929209999999973</c:v>
                </c:pt>
                <c:pt idx="27545">
                  <c:v>21.127949999999988</c:v>
                </c:pt>
                <c:pt idx="27546">
                  <c:v>21.154630000000001</c:v>
                </c:pt>
                <c:pt idx="27547">
                  <c:v>21.112909999999999</c:v>
                </c:pt>
                <c:pt idx="27548">
                  <c:v>21.251270000000005</c:v>
                </c:pt>
                <c:pt idx="27549">
                  <c:v>21.375629999999973</c:v>
                </c:pt>
                <c:pt idx="27550">
                  <c:v>21.514070000000022</c:v>
                </c:pt>
                <c:pt idx="27551">
                  <c:v>21.785489999999957</c:v>
                </c:pt>
                <c:pt idx="27552">
                  <c:v>22.143699999999974</c:v>
                </c:pt>
                <c:pt idx="27553">
                  <c:v>22.548029999999972</c:v>
                </c:pt>
                <c:pt idx="27554">
                  <c:v>22.934550000000005</c:v>
                </c:pt>
                <c:pt idx="27555">
                  <c:v>22.813330000000001</c:v>
                </c:pt>
                <c:pt idx="27556">
                  <c:v>22.355810000000005</c:v>
                </c:pt>
                <c:pt idx="27557">
                  <c:v>22.538019999999989</c:v>
                </c:pt>
                <c:pt idx="27558">
                  <c:v>22.663969999999999</c:v>
                </c:pt>
                <c:pt idx="27559">
                  <c:v>22.580459999999974</c:v>
                </c:pt>
                <c:pt idx="27560">
                  <c:v>22.722799999999957</c:v>
                </c:pt>
                <c:pt idx="27561">
                  <c:v>22.452039999999968</c:v>
                </c:pt>
                <c:pt idx="27562">
                  <c:v>22.335909999999988</c:v>
                </c:pt>
                <c:pt idx="27563">
                  <c:v>22.603639999999974</c:v>
                </c:pt>
                <c:pt idx="27564">
                  <c:v>22.804189999999988</c:v>
                </c:pt>
                <c:pt idx="27565">
                  <c:v>23.10277</c:v>
                </c:pt>
                <c:pt idx="27566">
                  <c:v>23.359259999999999</c:v>
                </c:pt>
                <c:pt idx="27567">
                  <c:v>23.515940000000001</c:v>
                </c:pt>
                <c:pt idx="27568">
                  <c:v>23.689409999999974</c:v>
                </c:pt>
                <c:pt idx="27569">
                  <c:v>24.030280000000001</c:v>
                </c:pt>
                <c:pt idx="27570">
                  <c:v>24.53</c:v>
                </c:pt>
                <c:pt idx="27571">
                  <c:v>25.2498</c:v>
                </c:pt>
                <c:pt idx="27572">
                  <c:v>26.182019999999973</c:v>
                </c:pt>
                <c:pt idx="27573">
                  <c:v>27.281960000000005</c:v>
                </c:pt>
                <c:pt idx="27574">
                  <c:v>28.236440000000002</c:v>
                </c:pt>
                <c:pt idx="27575">
                  <c:v>28.536380000000001</c:v>
                </c:pt>
                <c:pt idx="27576">
                  <c:v>28.2438</c:v>
                </c:pt>
                <c:pt idx="27577">
                  <c:v>27.453339999999972</c:v>
                </c:pt>
                <c:pt idx="27578">
                  <c:v>26.659790000000001</c:v>
                </c:pt>
                <c:pt idx="27579">
                  <c:v>26.371749999999974</c:v>
                </c:pt>
                <c:pt idx="27580">
                  <c:v>26.506019999999989</c:v>
                </c:pt>
                <c:pt idx="27581">
                  <c:v>26.926919999999978</c:v>
                </c:pt>
                <c:pt idx="27582">
                  <c:v>27.328900000000001</c:v>
                </c:pt>
                <c:pt idx="27583">
                  <c:v>27.74418</c:v>
                </c:pt>
                <c:pt idx="27584">
                  <c:v>28.412800000000001</c:v>
                </c:pt>
                <c:pt idx="27585">
                  <c:v>29.08083999999997</c:v>
                </c:pt>
                <c:pt idx="27586">
                  <c:v>29.492309999999971</c:v>
                </c:pt>
                <c:pt idx="27587">
                  <c:v>29.526330000000002</c:v>
                </c:pt>
                <c:pt idx="27588">
                  <c:v>29.16412</c:v>
                </c:pt>
                <c:pt idx="27589">
                  <c:v>28.841889999999999</c:v>
                </c:pt>
                <c:pt idx="27590">
                  <c:v>28.937249999999974</c:v>
                </c:pt>
                <c:pt idx="27591">
                  <c:v>29.309000000000001</c:v>
                </c:pt>
                <c:pt idx="27592">
                  <c:v>29.831000000000021</c:v>
                </c:pt>
                <c:pt idx="27593">
                  <c:v>30.241019999999974</c:v>
                </c:pt>
                <c:pt idx="27594">
                  <c:v>30.336369999999999</c:v>
                </c:pt>
                <c:pt idx="27595">
                  <c:v>30.31269</c:v>
                </c:pt>
                <c:pt idx="27596">
                  <c:v>30.29701</c:v>
                </c:pt>
                <c:pt idx="27597">
                  <c:v>30.400599999999972</c:v>
                </c:pt>
                <c:pt idx="27598">
                  <c:v>30.63242</c:v>
                </c:pt>
                <c:pt idx="27599">
                  <c:v>30.901350000000001</c:v>
                </c:pt>
                <c:pt idx="27600">
                  <c:v>31.092309999999973</c:v>
                </c:pt>
                <c:pt idx="27601">
                  <c:v>31.033010000000001</c:v>
                </c:pt>
                <c:pt idx="27602">
                  <c:v>30.805949999999989</c:v>
                </c:pt>
                <c:pt idx="27603">
                  <c:v>30.603280000000005</c:v>
                </c:pt>
                <c:pt idx="27604">
                  <c:v>30.408129999999975</c:v>
                </c:pt>
                <c:pt idx="27605">
                  <c:v>30.06345</c:v>
                </c:pt>
                <c:pt idx="27606">
                  <c:v>29.758619999999972</c:v>
                </c:pt>
                <c:pt idx="27607">
                  <c:v>29.73216</c:v>
                </c:pt>
                <c:pt idx="27608">
                  <c:v>29.706040000000002</c:v>
                </c:pt>
                <c:pt idx="27609">
                  <c:v>29.53560999999997</c:v>
                </c:pt>
                <c:pt idx="27610">
                  <c:v>29.25883</c:v>
                </c:pt>
                <c:pt idx="27611">
                  <c:v>29.117410000000021</c:v>
                </c:pt>
                <c:pt idx="27612">
                  <c:v>29.255319999999973</c:v>
                </c:pt>
                <c:pt idx="27613">
                  <c:v>29.502339999999968</c:v>
                </c:pt>
                <c:pt idx="27614">
                  <c:v>29.731900000000021</c:v>
                </c:pt>
                <c:pt idx="27615">
                  <c:v>29.844139999999989</c:v>
                </c:pt>
                <c:pt idx="27616">
                  <c:v>29.717160000000021</c:v>
                </c:pt>
                <c:pt idx="27617">
                  <c:v>29.541789999999974</c:v>
                </c:pt>
                <c:pt idx="27618">
                  <c:v>29.30508</c:v>
                </c:pt>
                <c:pt idx="27619">
                  <c:v>28.882069999999974</c:v>
                </c:pt>
                <c:pt idx="27620">
                  <c:v>28.636150000000022</c:v>
                </c:pt>
                <c:pt idx="27621">
                  <c:v>28.53312</c:v>
                </c:pt>
                <c:pt idx="27622">
                  <c:v>27.957239999999974</c:v>
                </c:pt>
                <c:pt idx="27623">
                  <c:v>27.408539999999952</c:v>
                </c:pt>
                <c:pt idx="27624">
                  <c:v>27.29692</c:v>
                </c:pt>
                <c:pt idx="27625">
                  <c:v>27.151000000000021</c:v>
                </c:pt>
                <c:pt idx="27626">
                  <c:v>26.947439999999968</c:v>
                </c:pt>
                <c:pt idx="27627">
                  <c:v>27.079049999999974</c:v>
                </c:pt>
                <c:pt idx="27628">
                  <c:v>27.632269999999988</c:v>
                </c:pt>
                <c:pt idx="27629">
                  <c:v>28.265829999999973</c:v>
                </c:pt>
                <c:pt idx="27630">
                  <c:v>28.6982</c:v>
                </c:pt>
                <c:pt idx="27631">
                  <c:v>29.040419999999973</c:v>
                </c:pt>
                <c:pt idx="27632">
                  <c:v>29.136890000000033</c:v>
                </c:pt>
                <c:pt idx="27633">
                  <c:v>29.050619999999974</c:v>
                </c:pt>
                <c:pt idx="27634">
                  <c:v>28.8094</c:v>
                </c:pt>
                <c:pt idx="27635">
                  <c:v>27.540539999999975</c:v>
                </c:pt>
                <c:pt idx="27636">
                  <c:v>26.128889999999988</c:v>
                </c:pt>
                <c:pt idx="27637">
                  <c:v>25.21453</c:v>
                </c:pt>
                <c:pt idx="27638">
                  <c:v>24.6083</c:v>
                </c:pt>
                <c:pt idx="27639">
                  <c:v>24.504740000000002</c:v>
                </c:pt>
                <c:pt idx="27640">
                  <c:v>24.679839999999999</c:v>
                </c:pt>
                <c:pt idx="27641">
                  <c:v>24.77931999999997</c:v>
                </c:pt>
                <c:pt idx="27642">
                  <c:v>24.577200000000001</c:v>
                </c:pt>
                <c:pt idx="27643">
                  <c:v>24.118310000000001</c:v>
                </c:pt>
                <c:pt idx="27644">
                  <c:v>23.69913</c:v>
                </c:pt>
                <c:pt idx="27645">
                  <c:v>23.667369999999988</c:v>
                </c:pt>
                <c:pt idx="27646">
                  <c:v>24.048169999999974</c:v>
                </c:pt>
                <c:pt idx="27647">
                  <c:v>24.602910000000001</c:v>
                </c:pt>
                <c:pt idx="27648">
                  <c:v>24.968759999999964</c:v>
                </c:pt>
                <c:pt idx="27649">
                  <c:v>24.853290000000001</c:v>
                </c:pt>
                <c:pt idx="27650">
                  <c:v>24.531890000000022</c:v>
                </c:pt>
                <c:pt idx="27651">
                  <c:v>24.252829999999989</c:v>
                </c:pt>
                <c:pt idx="27652">
                  <c:v>23.847930000000005</c:v>
                </c:pt>
                <c:pt idx="27653">
                  <c:v>23.36347</c:v>
                </c:pt>
                <c:pt idx="27654">
                  <c:v>22.970800000000001</c:v>
                </c:pt>
                <c:pt idx="27655">
                  <c:v>22.802199999999978</c:v>
                </c:pt>
                <c:pt idx="27656">
                  <c:v>22.93947</c:v>
                </c:pt>
                <c:pt idx="27657">
                  <c:v>23.064070000000001</c:v>
                </c:pt>
                <c:pt idx="27658">
                  <c:v>23.02647</c:v>
                </c:pt>
                <c:pt idx="27659">
                  <c:v>22.654319999999988</c:v>
                </c:pt>
                <c:pt idx="27660">
                  <c:v>21.902609999999957</c:v>
                </c:pt>
                <c:pt idx="27661">
                  <c:v>20.59308</c:v>
                </c:pt>
                <c:pt idx="27662">
                  <c:v>19.654019999999999</c:v>
                </c:pt>
                <c:pt idx="27663">
                  <c:v>19.414239999999989</c:v>
                </c:pt>
                <c:pt idx="27664">
                  <c:v>19.301050000000021</c:v>
                </c:pt>
                <c:pt idx="27665">
                  <c:v>18.763409999999968</c:v>
                </c:pt>
                <c:pt idx="27666">
                  <c:v>18.092119999999973</c:v>
                </c:pt>
                <c:pt idx="27667">
                  <c:v>17.699359999999999</c:v>
                </c:pt>
                <c:pt idx="27668">
                  <c:v>17.584009999999989</c:v>
                </c:pt>
                <c:pt idx="27669">
                  <c:v>17.71634999999997</c:v>
                </c:pt>
                <c:pt idx="27670">
                  <c:v>17.86865999999997</c:v>
                </c:pt>
                <c:pt idx="27671">
                  <c:v>18.051760000000005</c:v>
                </c:pt>
                <c:pt idx="27672">
                  <c:v>18.495279999999973</c:v>
                </c:pt>
                <c:pt idx="27673">
                  <c:v>18.133710000000001</c:v>
                </c:pt>
                <c:pt idx="27674">
                  <c:v>17.339210000000001</c:v>
                </c:pt>
                <c:pt idx="27675">
                  <c:v>16.919960000000021</c:v>
                </c:pt>
                <c:pt idx="27676">
                  <c:v>16.823039999999974</c:v>
                </c:pt>
                <c:pt idx="27677">
                  <c:v>16.728129999999968</c:v>
                </c:pt>
                <c:pt idx="27678">
                  <c:v>16.74140999999997</c:v>
                </c:pt>
                <c:pt idx="27679">
                  <c:v>16.628810000000001</c:v>
                </c:pt>
                <c:pt idx="27680">
                  <c:v>16.495129999999964</c:v>
                </c:pt>
                <c:pt idx="27681">
                  <c:v>16.250639999999972</c:v>
                </c:pt>
                <c:pt idx="27682">
                  <c:v>15.79612</c:v>
                </c:pt>
                <c:pt idx="27683">
                  <c:v>15.112300000000001</c:v>
                </c:pt>
                <c:pt idx="27684">
                  <c:v>14.777290000000001</c:v>
                </c:pt>
                <c:pt idx="27685">
                  <c:v>14.75761</c:v>
                </c:pt>
                <c:pt idx="27686">
                  <c:v>15.008430000000002</c:v>
                </c:pt>
                <c:pt idx="27687">
                  <c:v>14.850680000000018</c:v>
                </c:pt>
                <c:pt idx="27688">
                  <c:v>14.752610000000002</c:v>
                </c:pt>
                <c:pt idx="27689">
                  <c:v>14.9153</c:v>
                </c:pt>
                <c:pt idx="27690">
                  <c:v>15.03102</c:v>
                </c:pt>
                <c:pt idx="27691">
                  <c:v>14.635950000000001</c:v>
                </c:pt>
                <c:pt idx="27692">
                  <c:v>14.18882</c:v>
                </c:pt>
                <c:pt idx="27693">
                  <c:v>13.91156</c:v>
                </c:pt>
                <c:pt idx="27694">
                  <c:v>13.89038</c:v>
                </c:pt>
                <c:pt idx="27695">
                  <c:v>13.71509</c:v>
                </c:pt>
                <c:pt idx="27696">
                  <c:v>13.300490000000011</c:v>
                </c:pt>
                <c:pt idx="27697">
                  <c:v>13.1609</c:v>
                </c:pt>
                <c:pt idx="27698">
                  <c:v>13.296760000000001</c:v>
                </c:pt>
                <c:pt idx="27699">
                  <c:v>13.57869</c:v>
                </c:pt>
                <c:pt idx="27700">
                  <c:v>13.65516</c:v>
                </c:pt>
                <c:pt idx="27701">
                  <c:v>13.54081</c:v>
                </c:pt>
                <c:pt idx="27702">
                  <c:v>13.46017</c:v>
                </c:pt>
                <c:pt idx="27703">
                  <c:v>13.589320000000001</c:v>
                </c:pt>
                <c:pt idx="27704">
                  <c:v>13.84117</c:v>
                </c:pt>
                <c:pt idx="27705">
                  <c:v>13.07094</c:v>
                </c:pt>
                <c:pt idx="27706">
                  <c:v>11.76782</c:v>
                </c:pt>
                <c:pt idx="27707">
                  <c:v>2.8313999999999977</c:v>
                </c:pt>
                <c:pt idx="27708">
                  <c:v>0</c:v>
                </c:pt>
                <c:pt idx="27709">
                  <c:v>0</c:v>
                </c:pt>
                <c:pt idx="27710">
                  <c:v>8.2174600000000009</c:v>
                </c:pt>
                <c:pt idx="27711">
                  <c:v>11.224229999999999</c:v>
                </c:pt>
                <c:pt idx="27712">
                  <c:v>12.09144</c:v>
                </c:pt>
                <c:pt idx="27713">
                  <c:v>12.359550000000015</c:v>
                </c:pt>
                <c:pt idx="27714">
                  <c:v>12.44206</c:v>
                </c:pt>
                <c:pt idx="27715">
                  <c:v>12.37496</c:v>
                </c:pt>
                <c:pt idx="27716">
                  <c:v>12.511060000000001</c:v>
                </c:pt>
                <c:pt idx="27717">
                  <c:v>12.53593</c:v>
                </c:pt>
                <c:pt idx="27718">
                  <c:v>12.232470000000001</c:v>
                </c:pt>
                <c:pt idx="27719">
                  <c:v>11.945400000000006</c:v>
                </c:pt>
                <c:pt idx="27720">
                  <c:v>11.65217</c:v>
                </c:pt>
                <c:pt idx="27721">
                  <c:v>11.5276</c:v>
                </c:pt>
                <c:pt idx="27722">
                  <c:v>11.6408</c:v>
                </c:pt>
                <c:pt idx="27723">
                  <c:v>11.88035</c:v>
                </c:pt>
                <c:pt idx="27724">
                  <c:v>12.05193</c:v>
                </c:pt>
                <c:pt idx="27725">
                  <c:v>12.125300000000001</c:v>
                </c:pt>
                <c:pt idx="27726">
                  <c:v>12.19922</c:v>
                </c:pt>
                <c:pt idx="27727">
                  <c:v>11.98146</c:v>
                </c:pt>
                <c:pt idx="27728">
                  <c:v>11.36186</c:v>
                </c:pt>
                <c:pt idx="27729">
                  <c:v>10.79196</c:v>
                </c:pt>
                <c:pt idx="27730">
                  <c:v>10.314680000000006</c:v>
                </c:pt>
                <c:pt idx="27731">
                  <c:v>9.9510200000000015</c:v>
                </c:pt>
                <c:pt idx="27732">
                  <c:v>9.8175500000000007</c:v>
                </c:pt>
                <c:pt idx="27733">
                  <c:v>9.7766500000000001</c:v>
                </c:pt>
                <c:pt idx="27734">
                  <c:v>9.8497700000000012</c:v>
                </c:pt>
                <c:pt idx="27735">
                  <c:v>9.8854500000000112</c:v>
                </c:pt>
                <c:pt idx="27736">
                  <c:v>9.8613600000000012</c:v>
                </c:pt>
                <c:pt idx="27737">
                  <c:v>9.7801000000000009</c:v>
                </c:pt>
                <c:pt idx="27738">
                  <c:v>9.2931500000000007</c:v>
                </c:pt>
                <c:pt idx="27739">
                  <c:v>8.6508100000000034</c:v>
                </c:pt>
                <c:pt idx="27740">
                  <c:v>8.2360000000000007</c:v>
                </c:pt>
                <c:pt idx="27741">
                  <c:v>8.4059700000000035</c:v>
                </c:pt>
                <c:pt idx="27742">
                  <c:v>8.4957600000000006</c:v>
                </c:pt>
                <c:pt idx="27743">
                  <c:v>8.1290700000000005</c:v>
                </c:pt>
                <c:pt idx="27744">
                  <c:v>7.7896800000000024</c:v>
                </c:pt>
                <c:pt idx="27745">
                  <c:v>7.4257799999999996</c:v>
                </c:pt>
                <c:pt idx="27746">
                  <c:v>7.0836100000000002</c:v>
                </c:pt>
                <c:pt idx="27747">
                  <c:v>7.0558799999999975</c:v>
                </c:pt>
                <c:pt idx="27748">
                  <c:v>7.3269399999999942</c:v>
                </c:pt>
                <c:pt idx="27749">
                  <c:v>7.6991199999999944</c:v>
                </c:pt>
                <c:pt idx="27750">
                  <c:v>7.9679599999999944</c:v>
                </c:pt>
                <c:pt idx="27751">
                  <c:v>8.2077000000000009</c:v>
                </c:pt>
                <c:pt idx="27752">
                  <c:v>8.4686400000000006</c:v>
                </c:pt>
                <c:pt idx="27753">
                  <c:v>8.6373099999999994</c:v>
                </c:pt>
                <c:pt idx="27754">
                  <c:v>8.6886300000000016</c:v>
                </c:pt>
                <c:pt idx="27755">
                  <c:v>8.5508100000000002</c:v>
                </c:pt>
                <c:pt idx="27756">
                  <c:v>8.4856300000000111</c:v>
                </c:pt>
                <c:pt idx="27757">
                  <c:v>8.7176600000000004</c:v>
                </c:pt>
                <c:pt idx="27758">
                  <c:v>8.8590200000000028</c:v>
                </c:pt>
                <c:pt idx="27759">
                  <c:v>8.8976100000000002</c:v>
                </c:pt>
                <c:pt idx="27760">
                  <c:v>9.0787300000000002</c:v>
                </c:pt>
                <c:pt idx="27761">
                  <c:v>9.2353299999999994</c:v>
                </c:pt>
                <c:pt idx="27762">
                  <c:v>9.2112699999999972</c:v>
                </c:pt>
                <c:pt idx="27763">
                  <c:v>8.9175700000000013</c:v>
                </c:pt>
                <c:pt idx="27764">
                  <c:v>8.6009100000000007</c:v>
                </c:pt>
                <c:pt idx="27765">
                  <c:v>8.5565500000000068</c:v>
                </c:pt>
                <c:pt idx="27766">
                  <c:v>8.7453099999999999</c:v>
                </c:pt>
                <c:pt idx="27767">
                  <c:v>9.0639600000000016</c:v>
                </c:pt>
                <c:pt idx="27768">
                  <c:v>9.4532400000000028</c:v>
                </c:pt>
                <c:pt idx="27769">
                  <c:v>9.6372799999999987</c:v>
                </c:pt>
                <c:pt idx="27770">
                  <c:v>9.4700600000000001</c:v>
                </c:pt>
                <c:pt idx="27771">
                  <c:v>9.1709800000000001</c:v>
                </c:pt>
                <c:pt idx="27772">
                  <c:v>8.8625000000000114</c:v>
                </c:pt>
                <c:pt idx="27773">
                  <c:v>8.6749500000000008</c:v>
                </c:pt>
                <c:pt idx="27774">
                  <c:v>8.5226400000000027</c:v>
                </c:pt>
                <c:pt idx="27775">
                  <c:v>8.2189299999999985</c:v>
                </c:pt>
                <c:pt idx="27776">
                  <c:v>7.9280099999999996</c:v>
                </c:pt>
                <c:pt idx="27777">
                  <c:v>7.8478999999999965</c:v>
                </c:pt>
                <c:pt idx="27778">
                  <c:v>7.7265499999999996</c:v>
                </c:pt>
                <c:pt idx="27779">
                  <c:v>7.6162200000000002</c:v>
                </c:pt>
                <c:pt idx="27780">
                  <c:v>7.7360700000000024</c:v>
                </c:pt>
                <c:pt idx="27781">
                  <c:v>8.0715200000000014</c:v>
                </c:pt>
                <c:pt idx="27782">
                  <c:v>8.39011</c:v>
                </c:pt>
                <c:pt idx="27783">
                  <c:v>8.7681500000000003</c:v>
                </c:pt>
                <c:pt idx="27784">
                  <c:v>9.1319299999999988</c:v>
                </c:pt>
                <c:pt idx="27785">
                  <c:v>9.2696100000000001</c:v>
                </c:pt>
                <c:pt idx="27786">
                  <c:v>9.2873599999999996</c:v>
                </c:pt>
                <c:pt idx="27787">
                  <c:v>9.4758700000000005</c:v>
                </c:pt>
                <c:pt idx="27788">
                  <c:v>9.6760400000000004</c:v>
                </c:pt>
                <c:pt idx="27789">
                  <c:v>9.5821000000000005</c:v>
                </c:pt>
                <c:pt idx="27790">
                  <c:v>9.3691600000000008</c:v>
                </c:pt>
                <c:pt idx="27791">
                  <c:v>9.1851600000000015</c:v>
                </c:pt>
                <c:pt idx="27792">
                  <c:v>8.8367900000000006</c:v>
                </c:pt>
                <c:pt idx="27793">
                  <c:v>8.5870700000000006</c:v>
                </c:pt>
                <c:pt idx="27794">
                  <c:v>8.5106200000000012</c:v>
                </c:pt>
                <c:pt idx="27795">
                  <c:v>8.6544700000000034</c:v>
                </c:pt>
                <c:pt idx="27796">
                  <c:v>8.9168700000000012</c:v>
                </c:pt>
                <c:pt idx="27797">
                  <c:v>8.7935100000000013</c:v>
                </c:pt>
                <c:pt idx="27798">
                  <c:v>8.6986100000000004</c:v>
                </c:pt>
                <c:pt idx="27799">
                  <c:v>8.8432300000000001</c:v>
                </c:pt>
                <c:pt idx="27800">
                  <c:v>9.0489799999999985</c:v>
                </c:pt>
                <c:pt idx="27801">
                  <c:v>9.4732100000000035</c:v>
                </c:pt>
                <c:pt idx="27802">
                  <c:v>9.8703800000000008</c:v>
                </c:pt>
                <c:pt idx="27803">
                  <c:v>10.07484</c:v>
                </c:pt>
                <c:pt idx="27804">
                  <c:v>10.441520000000001</c:v>
                </c:pt>
                <c:pt idx="27805">
                  <c:v>10.923450000000004</c:v>
                </c:pt>
                <c:pt idx="27806">
                  <c:v>11.21697</c:v>
                </c:pt>
                <c:pt idx="27807">
                  <c:v>11.32695</c:v>
                </c:pt>
                <c:pt idx="27808">
                  <c:v>11.328900000000001</c:v>
                </c:pt>
                <c:pt idx="27809">
                  <c:v>11.172190000000002</c:v>
                </c:pt>
                <c:pt idx="27810">
                  <c:v>11.19524</c:v>
                </c:pt>
                <c:pt idx="27811">
                  <c:v>11.59108</c:v>
                </c:pt>
                <c:pt idx="27812">
                  <c:v>11.570600000000002</c:v>
                </c:pt>
                <c:pt idx="27813">
                  <c:v>10.883840000000006</c:v>
                </c:pt>
                <c:pt idx="27814">
                  <c:v>10.162190000000002</c:v>
                </c:pt>
                <c:pt idx="27815">
                  <c:v>9.8164100000000047</c:v>
                </c:pt>
                <c:pt idx="27816">
                  <c:v>9.9463000000000008</c:v>
                </c:pt>
                <c:pt idx="27817">
                  <c:v>10.567680000000006</c:v>
                </c:pt>
                <c:pt idx="27818">
                  <c:v>11.16624</c:v>
                </c:pt>
                <c:pt idx="27819">
                  <c:v>10.973560000000004</c:v>
                </c:pt>
                <c:pt idx="27820">
                  <c:v>10.27542</c:v>
                </c:pt>
                <c:pt idx="27821">
                  <c:v>9.9829500000000007</c:v>
                </c:pt>
                <c:pt idx="27822">
                  <c:v>10.05026</c:v>
                </c:pt>
                <c:pt idx="27823">
                  <c:v>10.012370000000001</c:v>
                </c:pt>
                <c:pt idx="27824">
                  <c:v>9.9623800000000067</c:v>
                </c:pt>
                <c:pt idx="27825">
                  <c:v>10.02087</c:v>
                </c:pt>
                <c:pt idx="27826">
                  <c:v>10.27421</c:v>
                </c:pt>
                <c:pt idx="27827">
                  <c:v>10.66342</c:v>
                </c:pt>
                <c:pt idx="27828">
                  <c:v>11.192600000000002</c:v>
                </c:pt>
                <c:pt idx="27829">
                  <c:v>11.801540000000006</c:v>
                </c:pt>
                <c:pt idx="27830">
                  <c:v>12.193250000000001</c:v>
                </c:pt>
                <c:pt idx="27831">
                  <c:v>12.546750000000001</c:v>
                </c:pt>
                <c:pt idx="27832">
                  <c:v>12.884590000000006</c:v>
                </c:pt>
                <c:pt idx="27833">
                  <c:v>13.04706</c:v>
                </c:pt>
                <c:pt idx="27834">
                  <c:v>13.138780000000001</c:v>
                </c:pt>
                <c:pt idx="27835">
                  <c:v>12.998250000000001</c:v>
                </c:pt>
                <c:pt idx="27836">
                  <c:v>12.631269999999999</c:v>
                </c:pt>
                <c:pt idx="27837">
                  <c:v>12.333120000000001</c:v>
                </c:pt>
                <c:pt idx="27838">
                  <c:v>11.75173</c:v>
                </c:pt>
                <c:pt idx="27839">
                  <c:v>11.096360000000001</c:v>
                </c:pt>
                <c:pt idx="27840">
                  <c:v>10.853210000000002</c:v>
                </c:pt>
                <c:pt idx="27841">
                  <c:v>11.017440000000002</c:v>
                </c:pt>
                <c:pt idx="27842">
                  <c:v>11.34524</c:v>
                </c:pt>
                <c:pt idx="27843">
                  <c:v>11.82061</c:v>
                </c:pt>
                <c:pt idx="27844">
                  <c:v>12.32929</c:v>
                </c:pt>
                <c:pt idx="27845">
                  <c:v>12.755580000000011</c:v>
                </c:pt>
                <c:pt idx="27846">
                  <c:v>13.310320000000001</c:v>
                </c:pt>
                <c:pt idx="27847">
                  <c:v>13.96496</c:v>
                </c:pt>
                <c:pt idx="27848">
                  <c:v>14.46552000000001</c:v>
                </c:pt>
                <c:pt idx="27849">
                  <c:v>14.74278</c:v>
                </c:pt>
                <c:pt idx="27850">
                  <c:v>14.64358</c:v>
                </c:pt>
                <c:pt idx="27851">
                  <c:v>14.31301</c:v>
                </c:pt>
                <c:pt idx="27852">
                  <c:v>14.209110000000001</c:v>
                </c:pt>
                <c:pt idx="27853">
                  <c:v>14.471490000000006</c:v>
                </c:pt>
                <c:pt idx="27854">
                  <c:v>14.98137</c:v>
                </c:pt>
                <c:pt idx="27855">
                  <c:v>15.40601</c:v>
                </c:pt>
                <c:pt idx="27856">
                  <c:v>15.63973</c:v>
                </c:pt>
                <c:pt idx="27857">
                  <c:v>15.463490000000011</c:v>
                </c:pt>
                <c:pt idx="27858">
                  <c:v>15.217650000000001</c:v>
                </c:pt>
                <c:pt idx="27859">
                  <c:v>15.42014</c:v>
                </c:pt>
                <c:pt idx="27860">
                  <c:v>15.86623000000001</c:v>
                </c:pt>
                <c:pt idx="27861">
                  <c:v>16.252189999999974</c:v>
                </c:pt>
                <c:pt idx="27862">
                  <c:v>16.56025</c:v>
                </c:pt>
                <c:pt idx="27863">
                  <c:v>16.303290000000001</c:v>
                </c:pt>
                <c:pt idx="27864">
                  <c:v>15.67896</c:v>
                </c:pt>
                <c:pt idx="27865">
                  <c:v>15.50137</c:v>
                </c:pt>
                <c:pt idx="27866">
                  <c:v>15.732229999999999</c:v>
                </c:pt>
                <c:pt idx="27867">
                  <c:v>16.223960000000005</c:v>
                </c:pt>
                <c:pt idx="27868">
                  <c:v>16.349029999999978</c:v>
                </c:pt>
                <c:pt idx="27869">
                  <c:v>15.823320000000001</c:v>
                </c:pt>
                <c:pt idx="27870">
                  <c:v>15.369680000000018</c:v>
                </c:pt>
                <c:pt idx="27871">
                  <c:v>15.387590000000012</c:v>
                </c:pt>
                <c:pt idx="27872">
                  <c:v>15.62646</c:v>
                </c:pt>
                <c:pt idx="27873">
                  <c:v>15.706770000000001</c:v>
                </c:pt>
                <c:pt idx="27874">
                  <c:v>15.094580000000002</c:v>
                </c:pt>
                <c:pt idx="27875">
                  <c:v>14.55716</c:v>
                </c:pt>
                <c:pt idx="27876">
                  <c:v>14.71969</c:v>
                </c:pt>
                <c:pt idx="27877">
                  <c:v>15.245430000000002</c:v>
                </c:pt>
                <c:pt idx="27878">
                  <c:v>15.6942</c:v>
                </c:pt>
                <c:pt idx="27879">
                  <c:v>15.6426</c:v>
                </c:pt>
                <c:pt idx="27880">
                  <c:v>15.58559000000001</c:v>
                </c:pt>
                <c:pt idx="27881">
                  <c:v>15.440160000000001</c:v>
                </c:pt>
                <c:pt idx="27882">
                  <c:v>15.342740000000004</c:v>
                </c:pt>
                <c:pt idx="27883">
                  <c:v>15.57649000000001</c:v>
                </c:pt>
                <c:pt idx="27884">
                  <c:v>15.78058</c:v>
                </c:pt>
                <c:pt idx="27885">
                  <c:v>15.91409</c:v>
                </c:pt>
                <c:pt idx="27886">
                  <c:v>16.210979999999999</c:v>
                </c:pt>
                <c:pt idx="27887">
                  <c:v>16.0274</c:v>
                </c:pt>
                <c:pt idx="27888">
                  <c:v>15.606670000000001</c:v>
                </c:pt>
                <c:pt idx="27889">
                  <c:v>15.43276</c:v>
                </c:pt>
                <c:pt idx="27890">
                  <c:v>15.634329999999999</c:v>
                </c:pt>
                <c:pt idx="27891">
                  <c:v>16.085559999999973</c:v>
                </c:pt>
                <c:pt idx="27892">
                  <c:v>16.492599999999957</c:v>
                </c:pt>
                <c:pt idx="27893">
                  <c:v>16.670500000000001</c:v>
                </c:pt>
                <c:pt idx="27894">
                  <c:v>16.91215</c:v>
                </c:pt>
                <c:pt idx="27895">
                  <c:v>17.227319999999974</c:v>
                </c:pt>
                <c:pt idx="27896">
                  <c:v>17.55744</c:v>
                </c:pt>
                <c:pt idx="27897">
                  <c:v>17.890940000000001</c:v>
                </c:pt>
                <c:pt idx="27898">
                  <c:v>18.230460000000001</c:v>
                </c:pt>
                <c:pt idx="27899">
                  <c:v>18.463669999999972</c:v>
                </c:pt>
                <c:pt idx="27900">
                  <c:v>18.548749999999952</c:v>
                </c:pt>
                <c:pt idx="27901">
                  <c:v>18.326229999999974</c:v>
                </c:pt>
                <c:pt idx="27902">
                  <c:v>18.113840000000021</c:v>
                </c:pt>
                <c:pt idx="27903">
                  <c:v>18.063529999999975</c:v>
                </c:pt>
                <c:pt idx="27904">
                  <c:v>18.295419999999975</c:v>
                </c:pt>
                <c:pt idx="27905">
                  <c:v>18.755139999999972</c:v>
                </c:pt>
                <c:pt idx="27906">
                  <c:v>19.335360000000001</c:v>
                </c:pt>
                <c:pt idx="27907">
                  <c:v>19.93327</c:v>
                </c:pt>
                <c:pt idx="27908">
                  <c:v>20.45546999999997</c:v>
                </c:pt>
                <c:pt idx="27909">
                  <c:v>20.781559999999974</c:v>
                </c:pt>
                <c:pt idx="27910">
                  <c:v>21.037769999999988</c:v>
                </c:pt>
                <c:pt idx="27911">
                  <c:v>21.022539999999957</c:v>
                </c:pt>
                <c:pt idx="27912">
                  <c:v>20.82762</c:v>
                </c:pt>
                <c:pt idx="27913">
                  <c:v>21.081769999999974</c:v>
                </c:pt>
                <c:pt idx="27914">
                  <c:v>21.74456</c:v>
                </c:pt>
                <c:pt idx="27915">
                  <c:v>22.096240000000002</c:v>
                </c:pt>
                <c:pt idx="27916">
                  <c:v>22.05424</c:v>
                </c:pt>
                <c:pt idx="27917">
                  <c:v>22.07666</c:v>
                </c:pt>
                <c:pt idx="27918">
                  <c:v>22.162429999999972</c:v>
                </c:pt>
                <c:pt idx="27919">
                  <c:v>22.312740000000002</c:v>
                </c:pt>
                <c:pt idx="27920">
                  <c:v>22.64132</c:v>
                </c:pt>
                <c:pt idx="27921">
                  <c:v>23.04091</c:v>
                </c:pt>
                <c:pt idx="27922">
                  <c:v>23.035599999999974</c:v>
                </c:pt>
                <c:pt idx="27923">
                  <c:v>22.676549999999974</c:v>
                </c:pt>
                <c:pt idx="27924">
                  <c:v>22.604289999999999</c:v>
                </c:pt>
                <c:pt idx="27925">
                  <c:v>22.449679999999972</c:v>
                </c:pt>
                <c:pt idx="27926">
                  <c:v>22.161010000000001</c:v>
                </c:pt>
                <c:pt idx="27927">
                  <c:v>22.227319999999974</c:v>
                </c:pt>
                <c:pt idx="27928">
                  <c:v>22.458010000000002</c:v>
                </c:pt>
                <c:pt idx="27929">
                  <c:v>22.693149999999989</c:v>
                </c:pt>
                <c:pt idx="27930">
                  <c:v>23.088149999999956</c:v>
                </c:pt>
                <c:pt idx="27931">
                  <c:v>23.730960000000021</c:v>
                </c:pt>
                <c:pt idx="27932">
                  <c:v>24.29082</c:v>
                </c:pt>
                <c:pt idx="27933">
                  <c:v>24.231919999999999</c:v>
                </c:pt>
                <c:pt idx="27934">
                  <c:v>24.135670000000001</c:v>
                </c:pt>
                <c:pt idx="27935">
                  <c:v>24.42890999999997</c:v>
                </c:pt>
                <c:pt idx="27936">
                  <c:v>24.862749999999952</c:v>
                </c:pt>
                <c:pt idx="27937">
                  <c:v>24.93918</c:v>
                </c:pt>
                <c:pt idx="27938">
                  <c:v>24.234590000000001</c:v>
                </c:pt>
                <c:pt idx="27939">
                  <c:v>24.082659999999972</c:v>
                </c:pt>
                <c:pt idx="27940">
                  <c:v>24.722950000000001</c:v>
                </c:pt>
                <c:pt idx="27941">
                  <c:v>25.144010000000005</c:v>
                </c:pt>
                <c:pt idx="27942">
                  <c:v>25.481039999999975</c:v>
                </c:pt>
                <c:pt idx="27943">
                  <c:v>25.910409999999974</c:v>
                </c:pt>
                <c:pt idx="27944">
                  <c:v>26.113309999999988</c:v>
                </c:pt>
                <c:pt idx="27945">
                  <c:v>26.287379999999974</c:v>
                </c:pt>
                <c:pt idx="27946">
                  <c:v>26.617249999999999</c:v>
                </c:pt>
                <c:pt idx="27947">
                  <c:v>27.013890000000021</c:v>
                </c:pt>
                <c:pt idx="27948">
                  <c:v>27.393219999999989</c:v>
                </c:pt>
                <c:pt idx="27949">
                  <c:v>27.49515999999997</c:v>
                </c:pt>
                <c:pt idx="27950">
                  <c:v>27.542529999999957</c:v>
                </c:pt>
                <c:pt idx="27951">
                  <c:v>27.52753999999997</c:v>
                </c:pt>
                <c:pt idx="27952">
                  <c:v>27.271979999999999</c:v>
                </c:pt>
                <c:pt idx="27953">
                  <c:v>26.911010000000001</c:v>
                </c:pt>
                <c:pt idx="27954">
                  <c:v>26.39536</c:v>
                </c:pt>
                <c:pt idx="27955">
                  <c:v>25.67633</c:v>
                </c:pt>
                <c:pt idx="27956">
                  <c:v>25.08175</c:v>
                </c:pt>
                <c:pt idx="27957">
                  <c:v>25.110350000000022</c:v>
                </c:pt>
                <c:pt idx="27958">
                  <c:v>25.475169999999974</c:v>
                </c:pt>
                <c:pt idx="27959">
                  <c:v>25.70433999999997</c:v>
                </c:pt>
                <c:pt idx="27960">
                  <c:v>25.762889999999974</c:v>
                </c:pt>
                <c:pt idx="27961">
                  <c:v>25.849739999999972</c:v>
                </c:pt>
                <c:pt idx="27962">
                  <c:v>26.15061</c:v>
                </c:pt>
                <c:pt idx="27963">
                  <c:v>26.607330000000001</c:v>
                </c:pt>
                <c:pt idx="27964">
                  <c:v>27.00637</c:v>
                </c:pt>
                <c:pt idx="27965">
                  <c:v>27.32657</c:v>
                </c:pt>
                <c:pt idx="27966">
                  <c:v>27.66901</c:v>
                </c:pt>
                <c:pt idx="27967">
                  <c:v>28.099959999999999</c:v>
                </c:pt>
                <c:pt idx="27968">
                  <c:v>28.302</c:v>
                </c:pt>
                <c:pt idx="27969">
                  <c:v>27.9528</c:v>
                </c:pt>
                <c:pt idx="27970">
                  <c:v>27.589119999999973</c:v>
                </c:pt>
                <c:pt idx="27971">
                  <c:v>27.319949999999999</c:v>
                </c:pt>
                <c:pt idx="27972">
                  <c:v>27.135560000000005</c:v>
                </c:pt>
                <c:pt idx="27973">
                  <c:v>27.273060000000001</c:v>
                </c:pt>
                <c:pt idx="27974">
                  <c:v>27.710639999999973</c:v>
                </c:pt>
                <c:pt idx="27975">
                  <c:v>28.019459999999999</c:v>
                </c:pt>
                <c:pt idx="27976">
                  <c:v>27.91379999999997</c:v>
                </c:pt>
                <c:pt idx="27977">
                  <c:v>27.75463999999997</c:v>
                </c:pt>
                <c:pt idx="27978">
                  <c:v>27.529769999999989</c:v>
                </c:pt>
                <c:pt idx="27979">
                  <c:v>27.29911999999997</c:v>
                </c:pt>
                <c:pt idx="27980">
                  <c:v>27.265109999999975</c:v>
                </c:pt>
                <c:pt idx="27981">
                  <c:v>27.35303</c:v>
                </c:pt>
                <c:pt idx="27982">
                  <c:v>27.562599999999971</c:v>
                </c:pt>
                <c:pt idx="27983">
                  <c:v>27.945079999999972</c:v>
                </c:pt>
                <c:pt idx="27984">
                  <c:v>28.498909999999974</c:v>
                </c:pt>
                <c:pt idx="27985">
                  <c:v>28.899850000000022</c:v>
                </c:pt>
                <c:pt idx="27986">
                  <c:v>29.073840000000001</c:v>
                </c:pt>
                <c:pt idx="27987">
                  <c:v>28.920429999999964</c:v>
                </c:pt>
                <c:pt idx="27988">
                  <c:v>28.69379</c:v>
                </c:pt>
                <c:pt idx="27989">
                  <c:v>28.74709</c:v>
                </c:pt>
                <c:pt idx="27990">
                  <c:v>28.969229999999964</c:v>
                </c:pt>
                <c:pt idx="27991">
                  <c:v>29.026450000000001</c:v>
                </c:pt>
                <c:pt idx="27992">
                  <c:v>28.477639999999973</c:v>
                </c:pt>
                <c:pt idx="27993">
                  <c:v>27.579000000000001</c:v>
                </c:pt>
                <c:pt idx="27994">
                  <c:v>26.910639999999972</c:v>
                </c:pt>
                <c:pt idx="27995">
                  <c:v>26.750800000000005</c:v>
                </c:pt>
                <c:pt idx="27996">
                  <c:v>26.893630000000002</c:v>
                </c:pt>
                <c:pt idx="27997">
                  <c:v>26.962729999999951</c:v>
                </c:pt>
                <c:pt idx="27998">
                  <c:v>26.725619999999957</c:v>
                </c:pt>
                <c:pt idx="27999">
                  <c:v>26.147670000000005</c:v>
                </c:pt>
                <c:pt idx="28000">
                  <c:v>25.45046</c:v>
                </c:pt>
                <c:pt idx="28001">
                  <c:v>24.94285</c:v>
                </c:pt>
                <c:pt idx="28002">
                  <c:v>24.659060000000022</c:v>
                </c:pt>
                <c:pt idx="28003">
                  <c:v>24.29936</c:v>
                </c:pt>
                <c:pt idx="28004">
                  <c:v>24.053190000000001</c:v>
                </c:pt>
                <c:pt idx="28005">
                  <c:v>23.728409999999968</c:v>
                </c:pt>
                <c:pt idx="28006">
                  <c:v>23.256739999999972</c:v>
                </c:pt>
                <c:pt idx="28007">
                  <c:v>22.993390000000002</c:v>
                </c:pt>
                <c:pt idx="28008">
                  <c:v>22.531759999999988</c:v>
                </c:pt>
                <c:pt idx="28009">
                  <c:v>21.936219999999974</c:v>
                </c:pt>
                <c:pt idx="28010">
                  <c:v>21.702819999999978</c:v>
                </c:pt>
                <c:pt idx="28011">
                  <c:v>21.795129999999968</c:v>
                </c:pt>
                <c:pt idx="28012">
                  <c:v>22.167490000000001</c:v>
                </c:pt>
                <c:pt idx="28013">
                  <c:v>22.603259999999999</c:v>
                </c:pt>
                <c:pt idx="28014">
                  <c:v>23.000789999999974</c:v>
                </c:pt>
                <c:pt idx="28015">
                  <c:v>23.469279999999973</c:v>
                </c:pt>
                <c:pt idx="28016">
                  <c:v>23.930910000000001</c:v>
                </c:pt>
                <c:pt idx="28017">
                  <c:v>24.281519999999972</c:v>
                </c:pt>
                <c:pt idx="28018">
                  <c:v>24.562659999999973</c:v>
                </c:pt>
                <c:pt idx="28019">
                  <c:v>24.797519999999974</c:v>
                </c:pt>
                <c:pt idx="28020">
                  <c:v>25.009910000000001</c:v>
                </c:pt>
                <c:pt idx="28021">
                  <c:v>25.194080000000021</c:v>
                </c:pt>
                <c:pt idx="28022">
                  <c:v>25.257020000000001</c:v>
                </c:pt>
                <c:pt idx="28023">
                  <c:v>25.197820000000021</c:v>
                </c:pt>
                <c:pt idx="28024">
                  <c:v>25.095890000000001</c:v>
                </c:pt>
                <c:pt idx="28025">
                  <c:v>24.955079999999974</c:v>
                </c:pt>
                <c:pt idx="28026">
                  <c:v>24.755219999999973</c:v>
                </c:pt>
                <c:pt idx="28027">
                  <c:v>24.349869999999999</c:v>
                </c:pt>
                <c:pt idx="28028">
                  <c:v>23.604150000000022</c:v>
                </c:pt>
                <c:pt idx="28029">
                  <c:v>22.91057</c:v>
                </c:pt>
                <c:pt idx="28030">
                  <c:v>22.540039999999973</c:v>
                </c:pt>
                <c:pt idx="28031">
                  <c:v>22.492829999999973</c:v>
                </c:pt>
                <c:pt idx="28032">
                  <c:v>22.197810000000022</c:v>
                </c:pt>
                <c:pt idx="28033">
                  <c:v>21.347709999999989</c:v>
                </c:pt>
                <c:pt idx="28034">
                  <c:v>20.6691</c:v>
                </c:pt>
                <c:pt idx="28035">
                  <c:v>20.21603</c:v>
                </c:pt>
                <c:pt idx="28036">
                  <c:v>19.958329999999975</c:v>
                </c:pt>
                <c:pt idx="28037">
                  <c:v>20.031070000000021</c:v>
                </c:pt>
                <c:pt idx="28038">
                  <c:v>20.277259999999988</c:v>
                </c:pt>
                <c:pt idx="28039">
                  <c:v>20.634020000000021</c:v>
                </c:pt>
                <c:pt idx="28040">
                  <c:v>21.010719999999989</c:v>
                </c:pt>
                <c:pt idx="28041">
                  <c:v>21.026900000000001</c:v>
                </c:pt>
                <c:pt idx="28042">
                  <c:v>20.519169999999999</c:v>
                </c:pt>
                <c:pt idx="28043">
                  <c:v>19.937000000000001</c:v>
                </c:pt>
                <c:pt idx="28044">
                  <c:v>19.652819999999988</c:v>
                </c:pt>
                <c:pt idx="28045">
                  <c:v>19.498719999999956</c:v>
                </c:pt>
                <c:pt idx="28046">
                  <c:v>19.511250000000022</c:v>
                </c:pt>
                <c:pt idx="28047">
                  <c:v>19.877040000000001</c:v>
                </c:pt>
                <c:pt idx="28048">
                  <c:v>20.407499999999974</c:v>
                </c:pt>
                <c:pt idx="28049">
                  <c:v>20.841799999999989</c:v>
                </c:pt>
                <c:pt idx="28050">
                  <c:v>20.957460000000001</c:v>
                </c:pt>
                <c:pt idx="28051">
                  <c:v>20.721409999999974</c:v>
                </c:pt>
                <c:pt idx="28052">
                  <c:v>19.977959999999999</c:v>
                </c:pt>
                <c:pt idx="28053">
                  <c:v>18.877289999999999</c:v>
                </c:pt>
                <c:pt idx="28054">
                  <c:v>18.112729999999978</c:v>
                </c:pt>
                <c:pt idx="28055">
                  <c:v>17.741729999999972</c:v>
                </c:pt>
                <c:pt idx="28056">
                  <c:v>17.378920000000001</c:v>
                </c:pt>
                <c:pt idx="28057">
                  <c:v>17.034749999999974</c:v>
                </c:pt>
                <c:pt idx="28058">
                  <c:v>16.908659999999973</c:v>
                </c:pt>
                <c:pt idx="28059">
                  <c:v>16.9133</c:v>
                </c:pt>
                <c:pt idx="28060">
                  <c:v>16.89714</c:v>
                </c:pt>
                <c:pt idx="28061">
                  <c:v>16.82977</c:v>
                </c:pt>
                <c:pt idx="28062">
                  <c:v>16.529629999999973</c:v>
                </c:pt>
                <c:pt idx="28063">
                  <c:v>16.418009999999974</c:v>
                </c:pt>
                <c:pt idx="28064">
                  <c:v>16.636299999999999</c:v>
                </c:pt>
                <c:pt idx="28065">
                  <c:v>16.88355</c:v>
                </c:pt>
                <c:pt idx="28066">
                  <c:v>17.075299999999974</c:v>
                </c:pt>
                <c:pt idx="28067">
                  <c:v>17.115290000000005</c:v>
                </c:pt>
                <c:pt idx="28068">
                  <c:v>17.12153</c:v>
                </c:pt>
                <c:pt idx="28069">
                  <c:v>17.35061</c:v>
                </c:pt>
                <c:pt idx="28070">
                  <c:v>17.101700000000001</c:v>
                </c:pt>
                <c:pt idx="28071">
                  <c:v>16.127320000000001</c:v>
                </c:pt>
                <c:pt idx="28072">
                  <c:v>15.180060000000001</c:v>
                </c:pt>
                <c:pt idx="28073">
                  <c:v>14.72334</c:v>
                </c:pt>
                <c:pt idx="28074">
                  <c:v>14.521940000000001</c:v>
                </c:pt>
                <c:pt idx="28075">
                  <c:v>14.33764</c:v>
                </c:pt>
                <c:pt idx="28076">
                  <c:v>13.931380000000001</c:v>
                </c:pt>
                <c:pt idx="28077">
                  <c:v>13.48832</c:v>
                </c:pt>
                <c:pt idx="28078">
                  <c:v>13.53004</c:v>
                </c:pt>
                <c:pt idx="28079">
                  <c:v>13.77908</c:v>
                </c:pt>
                <c:pt idx="28080">
                  <c:v>13.751340000000001</c:v>
                </c:pt>
                <c:pt idx="28081">
                  <c:v>13.354100000000004</c:v>
                </c:pt>
                <c:pt idx="28082">
                  <c:v>12.84869</c:v>
                </c:pt>
                <c:pt idx="28083">
                  <c:v>12.530240000000001</c:v>
                </c:pt>
                <c:pt idx="28084">
                  <c:v>12.47855</c:v>
                </c:pt>
                <c:pt idx="28085">
                  <c:v>12.69754</c:v>
                </c:pt>
                <c:pt idx="28086">
                  <c:v>12.909990000000002</c:v>
                </c:pt>
                <c:pt idx="28087">
                  <c:v>12.92897</c:v>
                </c:pt>
                <c:pt idx="28088">
                  <c:v>13.05134</c:v>
                </c:pt>
                <c:pt idx="28089">
                  <c:v>13.31522</c:v>
                </c:pt>
                <c:pt idx="28090">
                  <c:v>13.73298</c:v>
                </c:pt>
                <c:pt idx="28091">
                  <c:v>13.939120000000001</c:v>
                </c:pt>
                <c:pt idx="28092">
                  <c:v>13.70022</c:v>
                </c:pt>
                <c:pt idx="28093">
                  <c:v>13.35446000000001</c:v>
                </c:pt>
                <c:pt idx="28094">
                  <c:v>13.09211</c:v>
                </c:pt>
                <c:pt idx="28095">
                  <c:v>12.92666</c:v>
                </c:pt>
                <c:pt idx="28096">
                  <c:v>12.931620000000001</c:v>
                </c:pt>
                <c:pt idx="28097">
                  <c:v>12.91666</c:v>
                </c:pt>
                <c:pt idx="28098">
                  <c:v>12.752790000000006</c:v>
                </c:pt>
                <c:pt idx="28099">
                  <c:v>12.65171</c:v>
                </c:pt>
                <c:pt idx="28100">
                  <c:v>12.520300000000001</c:v>
                </c:pt>
                <c:pt idx="28101">
                  <c:v>12.446730000000002</c:v>
                </c:pt>
                <c:pt idx="28102">
                  <c:v>12.65634</c:v>
                </c:pt>
                <c:pt idx="28103">
                  <c:v>12.926920000000001</c:v>
                </c:pt>
                <c:pt idx="28104">
                  <c:v>13.19875</c:v>
                </c:pt>
                <c:pt idx="28105">
                  <c:v>13.5486</c:v>
                </c:pt>
                <c:pt idx="28106">
                  <c:v>13.67093</c:v>
                </c:pt>
                <c:pt idx="28107">
                  <c:v>13.216760000000001</c:v>
                </c:pt>
                <c:pt idx="28108">
                  <c:v>12.66708</c:v>
                </c:pt>
                <c:pt idx="28109">
                  <c:v>12.42211</c:v>
                </c:pt>
                <c:pt idx="28110">
                  <c:v>12.01953000000001</c:v>
                </c:pt>
                <c:pt idx="28111">
                  <c:v>11.419040000000004</c:v>
                </c:pt>
                <c:pt idx="28112">
                  <c:v>10.96918000000001</c:v>
                </c:pt>
                <c:pt idx="28113">
                  <c:v>10.70401</c:v>
                </c:pt>
                <c:pt idx="28114">
                  <c:v>10.273</c:v>
                </c:pt>
                <c:pt idx="28115">
                  <c:v>9.6654400000000109</c:v>
                </c:pt>
                <c:pt idx="28116">
                  <c:v>9.1411499999999997</c:v>
                </c:pt>
                <c:pt idx="28117">
                  <c:v>8.8247</c:v>
                </c:pt>
                <c:pt idx="28118">
                  <c:v>8.6710700000000003</c:v>
                </c:pt>
                <c:pt idx="28119">
                  <c:v>8.79406</c:v>
                </c:pt>
                <c:pt idx="28120">
                  <c:v>9.0495000000000001</c:v>
                </c:pt>
                <c:pt idx="28121">
                  <c:v>9.19529</c:v>
                </c:pt>
                <c:pt idx="28122">
                  <c:v>8.9383299999999988</c:v>
                </c:pt>
                <c:pt idx="28123">
                  <c:v>8.3762900000000027</c:v>
                </c:pt>
                <c:pt idx="28124">
                  <c:v>7.9860100000000003</c:v>
                </c:pt>
                <c:pt idx="28125">
                  <c:v>8.0670900000000003</c:v>
                </c:pt>
                <c:pt idx="28126">
                  <c:v>8.3758800000000111</c:v>
                </c:pt>
                <c:pt idx="28127">
                  <c:v>8.5645600000000002</c:v>
                </c:pt>
                <c:pt idx="28128">
                  <c:v>8.6587500000000013</c:v>
                </c:pt>
                <c:pt idx="28129">
                  <c:v>8.8935400000000122</c:v>
                </c:pt>
                <c:pt idx="28130">
                  <c:v>9.1873799999999992</c:v>
                </c:pt>
                <c:pt idx="28131">
                  <c:v>9.6457800000000002</c:v>
                </c:pt>
                <c:pt idx="28132">
                  <c:v>9.9137200000000014</c:v>
                </c:pt>
                <c:pt idx="28133">
                  <c:v>9.7430099999999999</c:v>
                </c:pt>
                <c:pt idx="28134">
                  <c:v>9.4413999999999998</c:v>
                </c:pt>
                <c:pt idx="28135">
                  <c:v>9.0939300000000003</c:v>
                </c:pt>
                <c:pt idx="28136">
                  <c:v>8.7857400000000005</c:v>
                </c:pt>
                <c:pt idx="28137">
                  <c:v>8.6206000000000014</c:v>
                </c:pt>
                <c:pt idx="28138">
                  <c:v>8.6085000000000012</c:v>
                </c:pt>
                <c:pt idx="28139">
                  <c:v>8.6511800000000001</c:v>
                </c:pt>
                <c:pt idx="28140">
                  <c:v>8.3644400000000125</c:v>
                </c:pt>
                <c:pt idx="28141">
                  <c:v>7.8372299999999999</c:v>
                </c:pt>
                <c:pt idx="28142">
                  <c:v>7.5624799999999945</c:v>
                </c:pt>
                <c:pt idx="28143">
                  <c:v>7.5560799999999997</c:v>
                </c:pt>
                <c:pt idx="28144">
                  <c:v>7.4899500000000003</c:v>
                </c:pt>
                <c:pt idx="28145">
                  <c:v>7.4153700000000002</c:v>
                </c:pt>
                <c:pt idx="28146">
                  <c:v>7.7002899999999999</c:v>
                </c:pt>
                <c:pt idx="28147">
                  <c:v>8.3235400000000048</c:v>
                </c:pt>
                <c:pt idx="28148">
                  <c:v>8.9317000000000011</c:v>
                </c:pt>
                <c:pt idx="28149">
                  <c:v>9.2812199999999994</c:v>
                </c:pt>
                <c:pt idx="28150">
                  <c:v>9.4990100000000002</c:v>
                </c:pt>
                <c:pt idx="28151">
                  <c:v>9.6851100000000034</c:v>
                </c:pt>
                <c:pt idx="28152">
                  <c:v>9.9776300000000067</c:v>
                </c:pt>
                <c:pt idx="28153">
                  <c:v>10.08074</c:v>
                </c:pt>
                <c:pt idx="28154">
                  <c:v>9.6797900000000006</c:v>
                </c:pt>
                <c:pt idx="28155">
                  <c:v>9.3209300000000006</c:v>
                </c:pt>
                <c:pt idx="28156">
                  <c:v>9.2635300000000047</c:v>
                </c:pt>
                <c:pt idx="28157">
                  <c:v>9.4545800000000124</c:v>
                </c:pt>
                <c:pt idx="28158">
                  <c:v>9.66784</c:v>
                </c:pt>
                <c:pt idx="28159">
                  <c:v>9.8168700000000015</c:v>
                </c:pt>
                <c:pt idx="28160">
                  <c:v>9.9547100000000004</c:v>
                </c:pt>
                <c:pt idx="28161">
                  <c:v>10.0114</c:v>
                </c:pt>
                <c:pt idx="28162">
                  <c:v>9.8143900000000013</c:v>
                </c:pt>
                <c:pt idx="28163">
                  <c:v>9.4244600000000016</c:v>
                </c:pt>
                <c:pt idx="28164">
                  <c:v>9.2880299999999991</c:v>
                </c:pt>
                <c:pt idx="28165">
                  <c:v>9.5889100000000003</c:v>
                </c:pt>
                <c:pt idx="28166">
                  <c:v>10.0892</c:v>
                </c:pt>
                <c:pt idx="28167">
                  <c:v>10.563320000000001</c:v>
                </c:pt>
                <c:pt idx="28168">
                  <c:v>10.70181</c:v>
                </c:pt>
                <c:pt idx="28169">
                  <c:v>10.504430000000006</c:v>
                </c:pt>
                <c:pt idx="28170">
                  <c:v>10.29951</c:v>
                </c:pt>
                <c:pt idx="28171">
                  <c:v>9.9608900000000027</c:v>
                </c:pt>
                <c:pt idx="28172">
                  <c:v>9.5666200000000003</c:v>
                </c:pt>
                <c:pt idx="28173">
                  <c:v>9.3808600000000002</c:v>
                </c:pt>
                <c:pt idx="28174">
                  <c:v>9.2640400000000014</c:v>
                </c:pt>
                <c:pt idx="28175">
                  <c:v>9.3715200000000003</c:v>
                </c:pt>
                <c:pt idx="28176">
                  <c:v>9.2541600000000006</c:v>
                </c:pt>
                <c:pt idx="28177">
                  <c:v>8.8516100000000026</c:v>
                </c:pt>
                <c:pt idx="28178">
                  <c:v>8.6519600000000008</c:v>
                </c:pt>
                <c:pt idx="28179">
                  <c:v>8.4114100000000001</c:v>
                </c:pt>
                <c:pt idx="28180">
                  <c:v>7.9529699999999997</c:v>
                </c:pt>
                <c:pt idx="28181">
                  <c:v>7.7362400000000058</c:v>
                </c:pt>
                <c:pt idx="28182">
                  <c:v>7.8463200000000004</c:v>
                </c:pt>
                <c:pt idx="28183">
                  <c:v>8.4696000000000122</c:v>
                </c:pt>
                <c:pt idx="28184">
                  <c:v>9.46462</c:v>
                </c:pt>
                <c:pt idx="28185">
                  <c:v>10.531750000000001</c:v>
                </c:pt>
                <c:pt idx="28186">
                  <c:v>11.40869</c:v>
                </c:pt>
                <c:pt idx="28187">
                  <c:v>11.796710000000001</c:v>
                </c:pt>
                <c:pt idx="28188">
                  <c:v>12.22167</c:v>
                </c:pt>
                <c:pt idx="28189">
                  <c:v>12.20668</c:v>
                </c:pt>
                <c:pt idx="28190">
                  <c:v>12.168990000000001</c:v>
                </c:pt>
                <c:pt idx="28191">
                  <c:v>12.46189</c:v>
                </c:pt>
                <c:pt idx="28192">
                  <c:v>12.66113</c:v>
                </c:pt>
                <c:pt idx="28193">
                  <c:v>12.631640000000001</c:v>
                </c:pt>
                <c:pt idx="28194">
                  <c:v>12.27816</c:v>
                </c:pt>
                <c:pt idx="28195">
                  <c:v>11.938379999999999</c:v>
                </c:pt>
                <c:pt idx="28196">
                  <c:v>11.89132</c:v>
                </c:pt>
                <c:pt idx="28197">
                  <c:v>12.136940000000001</c:v>
                </c:pt>
                <c:pt idx="28198">
                  <c:v>12.45520000000001</c:v>
                </c:pt>
                <c:pt idx="28199">
                  <c:v>12.78148</c:v>
                </c:pt>
                <c:pt idx="28200">
                  <c:v>13.07221</c:v>
                </c:pt>
                <c:pt idx="28201">
                  <c:v>13.36936</c:v>
                </c:pt>
                <c:pt idx="28202">
                  <c:v>13.62523</c:v>
                </c:pt>
                <c:pt idx="28203">
                  <c:v>13.662190000000002</c:v>
                </c:pt>
                <c:pt idx="28204">
                  <c:v>13.618550000000001</c:v>
                </c:pt>
                <c:pt idx="28205">
                  <c:v>13.66961</c:v>
                </c:pt>
                <c:pt idx="28206">
                  <c:v>13.76943000000001</c:v>
                </c:pt>
                <c:pt idx="28207">
                  <c:v>13.905000000000006</c:v>
                </c:pt>
                <c:pt idx="28208">
                  <c:v>14.11336</c:v>
                </c:pt>
                <c:pt idx="28209">
                  <c:v>14.09268000000001</c:v>
                </c:pt>
                <c:pt idx="28210">
                  <c:v>13.89681</c:v>
                </c:pt>
                <c:pt idx="28211">
                  <c:v>13.59113</c:v>
                </c:pt>
                <c:pt idx="28212">
                  <c:v>13.354380000000004</c:v>
                </c:pt>
                <c:pt idx="28213">
                  <c:v>13.24283</c:v>
                </c:pt>
                <c:pt idx="28214">
                  <c:v>13.25741</c:v>
                </c:pt>
                <c:pt idx="28215">
                  <c:v>13.47711</c:v>
                </c:pt>
                <c:pt idx="28216">
                  <c:v>13.90962</c:v>
                </c:pt>
                <c:pt idx="28217">
                  <c:v>14.5146</c:v>
                </c:pt>
                <c:pt idx="28218">
                  <c:v>14.79311</c:v>
                </c:pt>
                <c:pt idx="28219">
                  <c:v>14.903120000000001</c:v>
                </c:pt>
                <c:pt idx="28220">
                  <c:v>15.2829</c:v>
                </c:pt>
                <c:pt idx="28221">
                  <c:v>15.927770000000001</c:v>
                </c:pt>
                <c:pt idx="28222">
                  <c:v>16.66892</c:v>
                </c:pt>
                <c:pt idx="28223">
                  <c:v>17.249629999999971</c:v>
                </c:pt>
                <c:pt idx="28224">
                  <c:v>17.736599999999989</c:v>
                </c:pt>
                <c:pt idx="28225">
                  <c:v>17.982459999999964</c:v>
                </c:pt>
                <c:pt idx="28226">
                  <c:v>18.00376</c:v>
                </c:pt>
                <c:pt idx="28227">
                  <c:v>18.071980000000021</c:v>
                </c:pt>
                <c:pt idx="28228">
                  <c:v>18.105090000000001</c:v>
                </c:pt>
                <c:pt idx="28229">
                  <c:v>18.21001</c:v>
                </c:pt>
                <c:pt idx="28230">
                  <c:v>18.23311</c:v>
                </c:pt>
                <c:pt idx="28231">
                  <c:v>17.99731999999997</c:v>
                </c:pt>
                <c:pt idx="28232">
                  <c:v>17.561979999999988</c:v>
                </c:pt>
                <c:pt idx="28233">
                  <c:v>16.801369999999999</c:v>
                </c:pt>
                <c:pt idx="28234">
                  <c:v>16.205449999999956</c:v>
                </c:pt>
                <c:pt idx="28235">
                  <c:v>16.016860000000033</c:v>
                </c:pt>
                <c:pt idx="28236">
                  <c:v>15.82155</c:v>
                </c:pt>
                <c:pt idx="28237">
                  <c:v>15.51803</c:v>
                </c:pt>
                <c:pt idx="28238">
                  <c:v>15.209300000000001</c:v>
                </c:pt>
                <c:pt idx="28239">
                  <c:v>15.237329999999998</c:v>
                </c:pt>
                <c:pt idx="28240">
                  <c:v>15.56977</c:v>
                </c:pt>
                <c:pt idx="28241">
                  <c:v>15.91592</c:v>
                </c:pt>
                <c:pt idx="28242">
                  <c:v>16.229519999999972</c:v>
                </c:pt>
                <c:pt idx="28243">
                  <c:v>16.58183</c:v>
                </c:pt>
                <c:pt idx="28244">
                  <c:v>16.803979999999999</c:v>
                </c:pt>
                <c:pt idx="28245">
                  <c:v>16.604460000000021</c:v>
                </c:pt>
                <c:pt idx="28246">
                  <c:v>16.003550000000001</c:v>
                </c:pt>
                <c:pt idx="28247">
                  <c:v>15.46682</c:v>
                </c:pt>
                <c:pt idx="28248">
                  <c:v>15.47142</c:v>
                </c:pt>
                <c:pt idx="28249">
                  <c:v>15.61289</c:v>
                </c:pt>
                <c:pt idx="28250">
                  <c:v>15.88500000000001</c:v>
                </c:pt>
                <c:pt idx="28251">
                  <c:v>16.2334</c:v>
                </c:pt>
                <c:pt idx="28252">
                  <c:v>16.841609999999989</c:v>
                </c:pt>
                <c:pt idx="28253">
                  <c:v>17.44286</c:v>
                </c:pt>
                <c:pt idx="28254">
                  <c:v>17.92446</c:v>
                </c:pt>
                <c:pt idx="28255">
                  <c:v>18.414709999999989</c:v>
                </c:pt>
                <c:pt idx="28256">
                  <c:v>18.908460000000002</c:v>
                </c:pt>
                <c:pt idx="28257">
                  <c:v>19.262099999999968</c:v>
                </c:pt>
                <c:pt idx="28258">
                  <c:v>19.596319999999974</c:v>
                </c:pt>
                <c:pt idx="28259">
                  <c:v>19.928559999999973</c:v>
                </c:pt>
                <c:pt idx="28260">
                  <c:v>19.97494</c:v>
                </c:pt>
                <c:pt idx="28261">
                  <c:v>19.350200000000001</c:v>
                </c:pt>
                <c:pt idx="28262">
                  <c:v>18.59938</c:v>
                </c:pt>
                <c:pt idx="28263">
                  <c:v>18.285459999999972</c:v>
                </c:pt>
                <c:pt idx="28264">
                  <c:v>17.74108</c:v>
                </c:pt>
                <c:pt idx="28265">
                  <c:v>17.564789999999974</c:v>
                </c:pt>
                <c:pt idx="28266">
                  <c:v>18.048239999999975</c:v>
                </c:pt>
                <c:pt idx="28267">
                  <c:v>18.705419999999975</c:v>
                </c:pt>
                <c:pt idx="28268">
                  <c:v>19.292470000000002</c:v>
                </c:pt>
                <c:pt idx="28269">
                  <c:v>19.366</c:v>
                </c:pt>
                <c:pt idx="28270">
                  <c:v>19.428639999999955</c:v>
                </c:pt>
                <c:pt idx="28271">
                  <c:v>19.576090000000001</c:v>
                </c:pt>
                <c:pt idx="28272">
                  <c:v>19.26107</c:v>
                </c:pt>
                <c:pt idx="28273">
                  <c:v>18.606089999999988</c:v>
                </c:pt>
                <c:pt idx="28274">
                  <c:v>18.274979999999999</c:v>
                </c:pt>
                <c:pt idx="28275">
                  <c:v>18.547180000000001</c:v>
                </c:pt>
                <c:pt idx="28276">
                  <c:v>19.17454</c:v>
                </c:pt>
                <c:pt idx="28277">
                  <c:v>19.99483</c:v>
                </c:pt>
                <c:pt idx="28278">
                  <c:v>20.579889999999999</c:v>
                </c:pt>
                <c:pt idx="28279">
                  <c:v>20.529219999999974</c:v>
                </c:pt>
                <c:pt idx="28280">
                  <c:v>20.499569999999974</c:v>
                </c:pt>
                <c:pt idx="28281">
                  <c:v>20.937080000000005</c:v>
                </c:pt>
                <c:pt idx="28282">
                  <c:v>21.482419999999955</c:v>
                </c:pt>
                <c:pt idx="28283">
                  <c:v>21.97291999999997</c:v>
                </c:pt>
                <c:pt idx="28284">
                  <c:v>22.210529999999974</c:v>
                </c:pt>
                <c:pt idx="28285">
                  <c:v>22.394729999999978</c:v>
                </c:pt>
                <c:pt idx="28286">
                  <c:v>22.719950000000026</c:v>
                </c:pt>
                <c:pt idx="28287">
                  <c:v>23.188929999999978</c:v>
                </c:pt>
                <c:pt idx="28288">
                  <c:v>23.603300000000001</c:v>
                </c:pt>
                <c:pt idx="28289">
                  <c:v>23.850760000000001</c:v>
                </c:pt>
                <c:pt idx="28290">
                  <c:v>24.221599999999974</c:v>
                </c:pt>
                <c:pt idx="28291">
                  <c:v>24.538879999999999</c:v>
                </c:pt>
                <c:pt idx="28292">
                  <c:v>24.804910000000021</c:v>
                </c:pt>
                <c:pt idx="28293">
                  <c:v>25.222039999999971</c:v>
                </c:pt>
                <c:pt idx="28294">
                  <c:v>25.84722</c:v>
                </c:pt>
                <c:pt idx="28295">
                  <c:v>26.540729999999975</c:v>
                </c:pt>
                <c:pt idx="28296">
                  <c:v>26.6922</c:v>
                </c:pt>
                <c:pt idx="28297">
                  <c:v>26.315190000000001</c:v>
                </c:pt>
                <c:pt idx="28298">
                  <c:v>25.597970000000021</c:v>
                </c:pt>
                <c:pt idx="28299">
                  <c:v>24.811560000000021</c:v>
                </c:pt>
                <c:pt idx="28300">
                  <c:v>24.432679999999973</c:v>
                </c:pt>
                <c:pt idx="28301">
                  <c:v>24.420429999999964</c:v>
                </c:pt>
                <c:pt idx="28302">
                  <c:v>23.749580000000002</c:v>
                </c:pt>
                <c:pt idx="28303">
                  <c:v>22.704789999999978</c:v>
                </c:pt>
                <c:pt idx="28304">
                  <c:v>22.238439999999972</c:v>
                </c:pt>
                <c:pt idx="28305">
                  <c:v>22.27591</c:v>
                </c:pt>
                <c:pt idx="28306">
                  <c:v>22.626880000000021</c:v>
                </c:pt>
                <c:pt idx="28307">
                  <c:v>23.237629999999989</c:v>
                </c:pt>
                <c:pt idx="28308">
                  <c:v>23.906559999999974</c:v>
                </c:pt>
                <c:pt idx="28309">
                  <c:v>24.584910000000001</c:v>
                </c:pt>
                <c:pt idx="28310">
                  <c:v>25.24708</c:v>
                </c:pt>
                <c:pt idx="28311">
                  <c:v>25.855160000000001</c:v>
                </c:pt>
                <c:pt idx="28312">
                  <c:v>26.422589999999964</c:v>
                </c:pt>
                <c:pt idx="28313">
                  <c:v>26.752300000000002</c:v>
                </c:pt>
                <c:pt idx="28314">
                  <c:v>26.940289999999973</c:v>
                </c:pt>
                <c:pt idx="28315">
                  <c:v>27.073699999999974</c:v>
                </c:pt>
                <c:pt idx="28316">
                  <c:v>27.193539999999974</c:v>
                </c:pt>
                <c:pt idx="28317">
                  <c:v>27.230340000000002</c:v>
                </c:pt>
                <c:pt idx="28318">
                  <c:v>27.28588999999997</c:v>
                </c:pt>
                <c:pt idx="28319">
                  <c:v>27.529949999999989</c:v>
                </c:pt>
                <c:pt idx="28320">
                  <c:v>27.796150000000001</c:v>
                </c:pt>
                <c:pt idx="28321">
                  <c:v>27.773070000000001</c:v>
                </c:pt>
                <c:pt idx="28322">
                  <c:v>27.304200000000005</c:v>
                </c:pt>
                <c:pt idx="28323">
                  <c:v>26.599070000000001</c:v>
                </c:pt>
                <c:pt idx="28324">
                  <c:v>26.16304999999997</c:v>
                </c:pt>
                <c:pt idx="28325">
                  <c:v>26.07704</c:v>
                </c:pt>
                <c:pt idx="28326">
                  <c:v>26.066309999999973</c:v>
                </c:pt>
                <c:pt idx="28327">
                  <c:v>26.21275</c:v>
                </c:pt>
                <c:pt idx="28328">
                  <c:v>26.505439999999975</c:v>
                </c:pt>
                <c:pt idx="28329">
                  <c:v>26.924759999999978</c:v>
                </c:pt>
                <c:pt idx="28330">
                  <c:v>27.307120000000001</c:v>
                </c:pt>
                <c:pt idx="28331">
                  <c:v>27.591529999999974</c:v>
                </c:pt>
                <c:pt idx="28332">
                  <c:v>27.893229999999978</c:v>
                </c:pt>
                <c:pt idx="28333">
                  <c:v>28.193770000000001</c:v>
                </c:pt>
                <c:pt idx="28334">
                  <c:v>28.340029999999974</c:v>
                </c:pt>
                <c:pt idx="28335">
                  <c:v>28.514759999999999</c:v>
                </c:pt>
                <c:pt idx="28336">
                  <c:v>28.786259999999974</c:v>
                </c:pt>
                <c:pt idx="28337">
                  <c:v>29.012689999999989</c:v>
                </c:pt>
                <c:pt idx="28338">
                  <c:v>28.815049999999989</c:v>
                </c:pt>
                <c:pt idx="28339">
                  <c:v>28.55226</c:v>
                </c:pt>
                <c:pt idx="28340">
                  <c:v>28.783299999999972</c:v>
                </c:pt>
                <c:pt idx="28341">
                  <c:v>29.25422</c:v>
                </c:pt>
                <c:pt idx="28342">
                  <c:v>29.514309999999988</c:v>
                </c:pt>
                <c:pt idx="28343">
                  <c:v>29.393090000000001</c:v>
                </c:pt>
                <c:pt idx="28344">
                  <c:v>29.23311</c:v>
                </c:pt>
                <c:pt idx="28345">
                  <c:v>29.346170000000001</c:v>
                </c:pt>
                <c:pt idx="28346">
                  <c:v>29.465829999999972</c:v>
                </c:pt>
                <c:pt idx="28347">
                  <c:v>29.28006999999997</c:v>
                </c:pt>
                <c:pt idx="28348">
                  <c:v>28.996139999999972</c:v>
                </c:pt>
                <c:pt idx="28349">
                  <c:v>28.89734</c:v>
                </c:pt>
                <c:pt idx="28350">
                  <c:v>29.08455</c:v>
                </c:pt>
                <c:pt idx="28351">
                  <c:v>29.036950000000033</c:v>
                </c:pt>
                <c:pt idx="28352">
                  <c:v>28.39903</c:v>
                </c:pt>
                <c:pt idx="28353">
                  <c:v>27.673929999999999</c:v>
                </c:pt>
                <c:pt idx="28354">
                  <c:v>27.378729999999972</c:v>
                </c:pt>
                <c:pt idx="28355">
                  <c:v>27.361280000000001</c:v>
                </c:pt>
                <c:pt idx="28356">
                  <c:v>27.461039999999972</c:v>
                </c:pt>
                <c:pt idx="28357">
                  <c:v>27.571880000000021</c:v>
                </c:pt>
                <c:pt idx="28358">
                  <c:v>27.545129999999968</c:v>
                </c:pt>
                <c:pt idx="28359">
                  <c:v>27.422259999999973</c:v>
                </c:pt>
                <c:pt idx="28360">
                  <c:v>27.084209999999974</c:v>
                </c:pt>
                <c:pt idx="28361">
                  <c:v>26.619389999999999</c:v>
                </c:pt>
                <c:pt idx="28362">
                  <c:v>26.143639999999973</c:v>
                </c:pt>
                <c:pt idx="28363">
                  <c:v>25.93216</c:v>
                </c:pt>
                <c:pt idx="28364">
                  <c:v>25.97777</c:v>
                </c:pt>
                <c:pt idx="28365">
                  <c:v>25.68458</c:v>
                </c:pt>
                <c:pt idx="28366">
                  <c:v>25.382329999999964</c:v>
                </c:pt>
                <c:pt idx="28367">
                  <c:v>25.296939999999989</c:v>
                </c:pt>
                <c:pt idx="28368">
                  <c:v>24.82565</c:v>
                </c:pt>
                <c:pt idx="28369">
                  <c:v>24.342609999999972</c:v>
                </c:pt>
                <c:pt idx="28370">
                  <c:v>24.217089999999999</c:v>
                </c:pt>
                <c:pt idx="28371">
                  <c:v>24.188499999999973</c:v>
                </c:pt>
                <c:pt idx="28372">
                  <c:v>24.05208</c:v>
                </c:pt>
                <c:pt idx="28373">
                  <c:v>23.677150000000033</c:v>
                </c:pt>
                <c:pt idx="28374">
                  <c:v>23.373149999999974</c:v>
                </c:pt>
                <c:pt idx="28375">
                  <c:v>23.258569999999974</c:v>
                </c:pt>
                <c:pt idx="28376">
                  <c:v>22.799229999999973</c:v>
                </c:pt>
                <c:pt idx="28377">
                  <c:v>22.271450000000005</c:v>
                </c:pt>
                <c:pt idx="28378">
                  <c:v>21.952199999999973</c:v>
                </c:pt>
                <c:pt idx="28379">
                  <c:v>21.90926</c:v>
                </c:pt>
                <c:pt idx="28380">
                  <c:v>22.017520000000001</c:v>
                </c:pt>
                <c:pt idx="28381">
                  <c:v>22.204260000000001</c:v>
                </c:pt>
                <c:pt idx="28382">
                  <c:v>22.631139999999988</c:v>
                </c:pt>
                <c:pt idx="28383">
                  <c:v>23.158829999999988</c:v>
                </c:pt>
                <c:pt idx="28384">
                  <c:v>23.589369999999974</c:v>
                </c:pt>
                <c:pt idx="28385">
                  <c:v>23.92017999999997</c:v>
                </c:pt>
                <c:pt idx="28386">
                  <c:v>24.07508</c:v>
                </c:pt>
                <c:pt idx="28387">
                  <c:v>24.02431</c:v>
                </c:pt>
                <c:pt idx="28388">
                  <c:v>23.981259999999974</c:v>
                </c:pt>
                <c:pt idx="28389">
                  <c:v>23.925350000000002</c:v>
                </c:pt>
                <c:pt idx="28390">
                  <c:v>23.806709999999974</c:v>
                </c:pt>
                <c:pt idx="28391">
                  <c:v>23.551189999999988</c:v>
                </c:pt>
                <c:pt idx="28392">
                  <c:v>22.9558</c:v>
                </c:pt>
                <c:pt idx="28393">
                  <c:v>22.430429999999973</c:v>
                </c:pt>
                <c:pt idx="28394">
                  <c:v>22.298660000000002</c:v>
                </c:pt>
                <c:pt idx="28395">
                  <c:v>22.336739999999974</c:v>
                </c:pt>
                <c:pt idx="28396">
                  <c:v>22.118569999999988</c:v>
                </c:pt>
                <c:pt idx="28397">
                  <c:v>21.366230000000002</c:v>
                </c:pt>
                <c:pt idx="28398">
                  <c:v>20.765259999999973</c:v>
                </c:pt>
                <c:pt idx="28399">
                  <c:v>20.727180000000001</c:v>
                </c:pt>
                <c:pt idx="28400">
                  <c:v>21.048999999999989</c:v>
                </c:pt>
                <c:pt idx="28401">
                  <c:v>21.429459999999974</c:v>
                </c:pt>
                <c:pt idx="28402">
                  <c:v>21.605340000000002</c:v>
                </c:pt>
                <c:pt idx="28403">
                  <c:v>21.680609999999973</c:v>
                </c:pt>
                <c:pt idx="28404">
                  <c:v>21.596150000000005</c:v>
                </c:pt>
                <c:pt idx="28405">
                  <c:v>20.931090000000001</c:v>
                </c:pt>
                <c:pt idx="28406">
                  <c:v>19.341190000000001</c:v>
                </c:pt>
                <c:pt idx="28407">
                  <c:v>17.593119999999974</c:v>
                </c:pt>
                <c:pt idx="28408">
                  <c:v>16.789729999999956</c:v>
                </c:pt>
                <c:pt idx="28409">
                  <c:v>16.71134</c:v>
                </c:pt>
                <c:pt idx="28410">
                  <c:v>16.854189999999999</c:v>
                </c:pt>
                <c:pt idx="28411">
                  <c:v>16.780239999999957</c:v>
                </c:pt>
                <c:pt idx="28412">
                  <c:v>16.424880000000005</c:v>
                </c:pt>
                <c:pt idx="28413">
                  <c:v>16.262769999999971</c:v>
                </c:pt>
                <c:pt idx="28414">
                  <c:v>16.059899999999999</c:v>
                </c:pt>
                <c:pt idx="28415">
                  <c:v>15.86139</c:v>
                </c:pt>
                <c:pt idx="28416">
                  <c:v>15.99945000000001</c:v>
                </c:pt>
                <c:pt idx="28417">
                  <c:v>16.374060000000021</c:v>
                </c:pt>
                <c:pt idx="28418">
                  <c:v>16.75947</c:v>
                </c:pt>
                <c:pt idx="28419">
                  <c:v>16.675149999999974</c:v>
                </c:pt>
                <c:pt idx="28420">
                  <c:v>16.364419999999978</c:v>
                </c:pt>
                <c:pt idx="28421">
                  <c:v>16.153189999999999</c:v>
                </c:pt>
                <c:pt idx="28422">
                  <c:v>16.154530000000001</c:v>
                </c:pt>
                <c:pt idx="28423">
                  <c:v>16.326139999999974</c:v>
                </c:pt>
                <c:pt idx="28424">
                  <c:v>16.473099999999974</c:v>
                </c:pt>
                <c:pt idx="28425">
                  <c:v>16.542119999999972</c:v>
                </c:pt>
                <c:pt idx="28426">
                  <c:v>16.269599999999972</c:v>
                </c:pt>
                <c:pt idx="28427">
                  <c:v>15.93863</c:v>
                </c:pt>
                <c:pt idx="28428">
                  <c:v>15.530140000000001</c:v>
                </c:pt>
                <c:pt idx="28429">
                  <c:v>15.062590000000011</c:v>
                </c:pt>
                <c:pt idx="28430">
                  <c:v>14.665800000000004</c:v>
                </c:pt>
                <c:pt idx="28431">
                  <c:v>14.385630000000019</c:v>
                </c:pt>
                <c:pt idx="28432">
                  <c:v>14.374560000000002</c:v>
                </c:pt>
                <c:pt idx="28433">
                  <c:v>14.462650000000011</c:v>
                </c:pt>
                <c:pt idx="28434">
                  <c:v>14.44603</c:v>
                </c:pt>
                <c:pt idx="28435">
                  <c:v>14.2089</c:v>
                </c:pt>
                <c:pt idx="28436">
                  <c:v>13.80556000000001</c:v>
                </c:pt>
                <c:pt idx="28437">
                  <c:v>13.406840000000004</c:v>
                </c:pt>
                <c:pt idx="28438">
                  <c:v>13.176830000000002</c:v>
                </c:pt>
                <c:pt idx="28439">
                  <c:v>12.965010000000012</c:v>
                </c:pt>
                <c:pt idx="28440">
                  <c:v>12.96752</c:v>
                </c:pt>
                <c:pt idx="28441">
                  <c:v>13.090810000000001</c:v>
                </c:pt>
                <c:pt idx="28442">
                  <c:v>12.941940000000001</c:v>
                </c:pt>
                <c:pt idx="28443">
                  <c:v>12.499500000000006</c:v>
                </c:pt>
                <c:pt idx="28444">
                  <c:v>12.11694</c:v>
                </c:pt>
                <c:pt idx="28445">
                  <c:v>12.152640000000011</c:v>
                </c:pt>
                <c:pt idx="28446">
                  <c:v>12.386470000000006</c:v>
                </c:pt>
                <c:pt idx="28447">
                  <c:v>12.534269999999999</c:v>
                </c:pt>
                <c:pt idx="28448">
                  <c:v>12.58221</c:v>
                </c:pt>
                <c:pt idx="28449">
                  <c:v>12.54321</c:v>
                </c:pt>
                <c:pt idx="28450">
                  <c:v>12.21847</c:v>
                </c:pt>
                <c:pt idx="28451">
                  <c:v>12.10895</c:v>
                </c:pt>
                <c:pt idx="28452">
                  <c:v>12.378870000000001</c:v>
                </c:pt>
                <c:pt idx="28453">
                  <c:v>12.41366</c:v>
                </c:pt>
                <c:pt idx="28454">
                  <c:v>12.43113</c:v>
                </c:pt>
                <c:pt idx="28455">
                  <c:v>12.63566</c:v>
                </c:pt>
                <c:pt idx="28456">
                  <c:v>12.95814</c:v>
                </c:pt>
                <c:pt idx="28457">
                  <c:v>13.4367</c:v>
                </c:pt>
                <c:pt idx="28458">
                  <c:v>13.76276</c:v>
                </c:pt>
                <c:pt idx="28459">
                  <c:v>13.472450000000011</c:v>
                </c:pt>
                <c:pt idx="28460">
                  <c:v>12.37435</c:v>
                </c:pt>
                <c:pt idx="28461">
                  <c:v>11.350600000000011</c:v>
                </c:pt>
                <c:pt idx="28462">
                  <c:v>10.91695</c:v>
                </c:pt>
                <c:pt idx="28463">
                  <c:v>10.650730000000006</c:v>
                </c:pt>
                <c:pt idx="28464">
                  <c:v>9.8083500000000008</c:v>
                </c:pt>
                <c:pt idx="28465">
                  <c:v>9.2600700000000007</c:v>
                </c:pt>
                <c:pt idx="28466">
                  <c:v>9.0779200000000007</c:v>
                </c:pt>
                <c:pt idx="28467">
                  <c:v>8.9768600000000003</c:v>
                </c:pt>
                <c:pt idx="28468">
                  <c:v>8.74</c:v>
                </c:pt>
                <c:pt idx="28469">
                  <c:v>8.5984800000000003</c:v>
                </c:pt>
                <c:pt idx="28470">
                  <c:v>8.6222000000000012</c:v>
                </c:pt>
                <c:pt idx="28471">
                  <c:v>8.3709100000000003</c:v>
                </c:pt>
                <c:pt idx="28472">
                  <c:v>8.0496600000000011</c:v>
                </c:pt>
                <c:pt idx="28473">
                  <c:v>7.9438800000000001</c:v>
                </c:pt>
                <c:pt idx="28474">
                  <c:v>7.9693399999999999</c:v>
                </c:pt>
                <c:pt idx="28475">
                  <c:v>7.8875799999999945</c:v>
                </c:pt>
                <c:pt idx="28476">
                  <c:v>7.7976900000000002</c:v>
                </c:pt>
                <c:pt idx="28477">
                  <c:v>7.88992</c:v>
                </c:pt>
                <c:pt idx="28478">
                  <c:v>7.8319000000000001</c:v>
                </c:pt>
                <c:pt idx="28479">
                  <c:v>7.5955299999999975</c:v>
                </c:pt>
                <c:pt idx="28480">
                  <c:v>7.4153799999999999</c:v>
                </c:pt>
                <c:pt idx="28481">
                  <c:v>7.1930699999999996</c:v>
                </c:pt>
                <c:pt idx="28482">
                  <c:v>7.0287799999999985</c:v>
                </c:pt>
                <c:pt idx="28483">
                  <c:v>7.0842099999999997</c:v>
                </c:pt>
                <c:pt idx="28484">
                  <c:v>7.2431400000000004</c:v>
                </c:pt>
                <c:pt idx="28485">
                  <c:v>7.2989699999999997</c:v>
                </c:pt>
                <c:pt idx="28486">
                  <c:v>7.2686700000000002</c:v>
                </c:pt>
                <c:pt idx="28487">
                  <c:v>7.2960000000000003</c:v>
                </c:pt>
                <c:pt idx="28488">
                  <c:v>7.3302500000000004</c:v>
                </c:pt>
                <c:pt idx="28489">
                  <c:v>7.3733500000000003</c:v>
                </c:pt>
                <c:pt idx="28490">
                  <c:v>7.3647199999999939</c:v>
                </c:pt>
                <c:pt idx="28491">
                  <c:v>7.3662099999999997</c:v>
                </c:pt>
                <c:pt idx="28492">
                  <c:v>7.46286</c:v>
                </c:pt>
                <c:pt idx="28493">
                  <c:v>7.6694799999999965</c:v>
                </c:pt>
                <c:pt idx="28494">
                  <c:v>7.8089799999999965</c:v>
                </c:pt>
                <c:pt idx="28495">
                  <c:v>7.9988299999999999</c:v>
                </c:pt>
                <c:pt idx="28496">
                  <c:v>8.0311599999999999</c:v>
                </c:pt>
                <c:pt idx="28497">
                  <c:v>7.7525599999999955</c:v>
                </c:pt>
                <c:pt idx="28498">
                  <c:v>7.5426599999999997</c:v>
                </c:pt>
                <c:pt idx="28499">
                  <c:v>7.5215099999999975</c:v>
                </c:pt>
                <c:pt idx="28500">
                  <c:v>7.6338200000000001</c:v>
                </c:pt>
                <c:pt idx="28501">
                  <c:v>7.9188200000000002</c:v>
                </c:pt>
                <c:pt idx="28502">
                  <c:v>8.2570800000000002</c:v>
                </c:pt>
                <c:pt idx="28503">
                  <c:v>8.5262800000000016</c:v>
                </c:pt>
                <c:pt idx="28504">
                  <c:v>8.6975300000000004</c:v>
                </c:pt>
                <c:pt idx="28505">
                  <c:v>8.7796800000000008</c:v>
                </c:pt>
                <c:pt idx="28506">
                  <c:v>8.8208600000000015</c:v>
                </c:pt>
                <c:pt idx="28507">
                  <c:v>8.732800000000001</c:v>
                </c:pt>
                <c:pt idx="28508">
                  <c:v>8.4947400000000002</c:v>
                </c:pt>
                <c:pt idx="28509">
                  <c:v>8.0691100000000002</c:v>
                </c:pt>
                <c:pt idx="28510">
                  <c:v>7.6763700000000004</c:v>
                </c:pt>
                <c:pt idx="28511">
                  <c:v>7.6449299999999942</c:v>
                </c:pt>
                <c:pt idx="28512">
                  <c:v>7.7158499999999997</c:v>
                </c:pt>
                <c:pt idx="28513">
                  <c:v>7.4297399999999998</c:v>
                </c:pt>
                <c:pt idx="28514">
                  <c:v>6.92957</c:v>
                </c:pt>
                <c:pt idx="28515">
                  <c:v>6.7296199999999997</c:v>
                </c:pt>
                <c:pt idx="28516">
                  <c:v>6.9282500000000002</c:v>
                </c:pt>
                <c:pt idx="28517">
                  <c:v>7.2391100000000002</c:v>
                </c:pt>
                <c:pt idx="28518">
                  <c:v>7.4644199999999943</c:v>
                </c:pt>
                <c:pt idx="28519">
                  <c:v>7.5381799999999997</c:v>
                </c:pt>
                <c:pt idx="28520">
                  <c:v>7.59314</c:v>
                </c:pt>
                <c:pt idx="28521">
                  <c:v>7.5058799999999986</c:v>
                </c:pt>
                <c:pt idx="28522">
                  <c:v>7.3209799999999943</c:v>
                </c:pt>
                <c:pt idx="28523">
                  <c:v>7.3892100000000003</c:v>
                </c:pt>
                <c:pt idx="28524">
                  <c:v>7.8010000000000002</c:v>
                </c:pt>
                <c:pt idx="28525">
                  <c:v>8.4040600000000012</c:v>
                </c:pt>
                <c:pt idx="28526">
                  <c:v>9.0588200000000008</c:v>
                </c:pt>
                <c:pt idx="28527">
                  <c:v>9.6359200000000005</c:v>
                </c:pt>
                <c:pt idx="28528">
                  <c:v>9.7619199999999999</c:v>
                </c:pt>
                <c:pt idx="28529">
                  <c:v>9.41906</c:v>
                </c:pt>
                <c:pt idx="28530">
                  <c:v>9.1930700000000005</c:v>
                </c:pt>
                <c:pt idx="28531">
                  <c:v>9.2768200000000007</c:v>
                </c:pt>
                <c:pt idx="28532">
                  <c:v>9.4847600000000014</c:v>
                </c:pt>
                <c:pt idx="28533">
                  <c:v>9.6643100000000004</c:v>
                </c:pt>
                <c:pt idx="28534">
                  <c:v>9.5288599999999999</c:v>
                </c:pt>
                <c:pt idx="28535">
                  <c:v>9.292250000000001</c:v>
                </c:pt>
                <c:pt idx="28536">
                  <c:v>9.21617</c:v>
                </c:pt>
                <c:pt idx="28537">
                  <c:v>9.261750000000001</c:v>
                </c:pt>
                <c:pt idx="28538">
                  <c:v>9.3407300000000006</c:v>
                </c:pt>
                <c:pt idx="28539">
                  <c:v>9.1218199999999996</c:v>
                </c:pt>
                <c:pt idx="28540">
                  <c:v>8.9182799999999993</c:v>
                </c:pt>
                <c:pt idx="28541">
                  <c:v>9.0906700000000011</c:v>
                </c:pt>
                <c:pt idx="28542">
                  <c:v>9.4458500000000001</c:v>
                </c:pt>
                <c:pt idx="28543">
                  <c:v>10.136240000000001</c:v>
                </c:pt>
                <c:pt idx="28544">
                  <c:v>10.977120000000001</c:v>
                </c:pt>
                <c:pt idx="28545">
                  <c:v>11.46771</c:v>
                </c:pt>
                <c:pt idx="28546">
                  <c:v>11.77608</c:v>
                </c:pt>
                <c:pt idx="28547">
                  <c:v>11.94655</c:v>
                </c:pt>
                <c:pt idx="28548">
                  <c:v>11.55827</c:v>
                </c:pt>
                <c:pt idx="28549">
                  <c:v>11.052450000000011</c:v>
                </c:pt>
                <c:pt idx="28550">
                  <c:v>10.99213000000001</c:v>
                </c:pt>
                <c:pt idx="28551">
                  <c:v>11.273480000000006</c:v>
                </c:pt>
                <c:pt idx="28552">
                  <c:v>11.66277</c:v>
                </c:pt>
                <c:pt idx="28553">
                  <c:v>11.531470000000001</c:v>
                </c:pt>
                <c:pt idx="28554">
                  <c:v>10.005280000000004</c:v>
                </c:pt>
                <c:pt idx="28555">
                  <c:v>8.6993799999999997</c:v>
                </c:pt>
                <c:pt idx="28556">
                  <c:v>8.3021800000000123</c:v>
                </c:pt>
                <c:pt idx="28557">
                  <c:v>8.3197900000000047</c:v>
                </c:pt>
                <c:pt idx="28558">
                  <c:v>8.7005500000000016</c:v>
                </c:pt>
                <c:pt idx="28559">
                  <c:v>9.2852100000000011</c:v>
                </c:pt>
                <c:pt idx="28560">
                  <c:v>9.9812600000000007</c:v>
                </c:pt>
                <c:pt idx="28561">
                  <c:v>10.684660000000001</c:v>
                </c:pt>
                <c:pt idx="28562">
                  <c:v>11.408390000000001</c:v>
                </c:pt>
                <c:pt idx="28563">
                  <c:v>12.11186</c:v>
                </c:pt>
                <c:pt idx="28564">
                  <c:v>12.32456</c:v>
                </c:pt>
                <c:pt idx="28565">
                  <c:v>11.958270000000001</c:v>
                </c:pt>
                <c:pt idx="28566">
                  <c:v>11.28651</c:v>
                </c:pt>
                <c:pt idx="28567">
                  <c:v>10.67873</c:v>
                </c:pt>
                <c:pt idx="28568">
                  <c:v>10.50816</c:v>
                </c:pt>
                <c:pt idx="28569">
                  <c:v>10.80921</c:v>
                </c:pt>
                <c:pt idx="28570">
                  <c:v>11.30034</c:v>
                </c:pt>
                <c:pt idx="28571">
                  <c:v>11.865160000000012</c:v>
                </c:pt>
                <c:pt idx="28572">
                  <c:v>12.23968</c:v>
                </c:pt>
                <c:pt idx="28573">
                  <c:v>12.560830000000006</c:v>
                </c:pt>
                <c:pt idx="28574">
                  <c:v>12.96494</c:v>
                </c:pt>
                <c:pt idx="28575">
                  <c:v>13.32207</c:v>
                </c:pt>
                <c:pt idx="28576">
                  <c:v>13.7149</c:v>
                </c:pt>
                <c:pt idx="28577">
                  <c:v>13.7797</c:v>
                </c:pt>
                <c:pt idx="28578">
                  <c:v>13.0435</c:v>
                </c:pt>
                <c:pt idx="28579">
                  <c:v>12.240279999999998</c:v>
                </c:pt>
                <c:pt idx="28580">
                  <c:v>11.856750000000011</c:v>
                </c:pt>
                <c:pt idx="28581">
                  <c:v>11.715860000000001</c:v>
                </c:pt>
                <c:pt idx="28582">
                  <c:v>11.623480000000002</c:v>
                </c:pt>
                <c:pt idx="28583">
                  <c:v>11.871220000000001</c:v>
                </c:pt>
                <c:pt idx="28584">
                  <c:v>12.42947</c:v>
                </c:pt>
                <c:pt idx="28585">
                  <c:v>12.554690000000004</c:v>
                </c:pt>
                <c:pt idx="28586">
                  <c:v>12.541779999999999</c:v>
                </c:pt>
                <c:pt idx="28587">
                  <c:v>12.58591</c:v>
                </c:pt>
                <c:pt idx="28588">
                  <c:v>12.58799</c:v>
                </c:pt>
                <c:pt idx="28589">
                  <c:v>12.845550000000006</c:v>
                </c:pt>
                <c:pt idx="28590">
                  <c:v>13.437620000000001</c:v>
                </c:pt>
                <c:pt idx="28591">
                  <c:v>14.083540000000006</c:v>
                </c:pt>
                <c:pt idx="28592">
                  <c:v>14.73639</c:v>
                </c:pt>
                <c:pt idx="28593">
                  <c:v>15.25592</c:v>
                </c:pt>
                <c:pt idx="28594">
                  <c:v>15.714690000000001</c:v>
                </c:pt>
                <c:pt idx="28595">
                  <c:v>16.141120000000001</c:v>
                </c:pt>
                <c:pt idx="28596">
                  <c:v>15.904300000000001</c:v>
                </c:pt>
                <c:pt idx="28597">
                  <c:v>14.718400000000001</c:v>
                </c:pt>
                <c:pt idx="28598">
                  <c:v>13.92088</c:v>
                </c:pt>
                <c:pt idx="28599">
                  <c:v>13.82925</c:v>
                </c:pt>
                <c:pt idx="28600">
                  <c:v>14.2117</c:v>
                </c:pt>
                <c:pt idx="28601">
                  <c:v>14.70439</c:v>
                </c:pt>
                <c:pt idx="28602">
                  <c:v>14.78721</c:v>
                </c:pt>
                <c:pt idx="28603">
                  <c:v>14.438369999999999</c:v>
                </c:pt>
                <c:pt idx="28604">
                  <c:v>13.467090000000002</c:v>
                </c:pt>
                <c:pt idx="28605">
                  <c:v>13.40582</c:v>
                </c:pt>
                <c:pt idx="28606">
                  <c:v>14.472380000000006</c:v>
                </c:pt>
                <c:pt idx="28607">
                  <c:v>14.70975</c:v>
                </c:pt>
                <c:pt idx="28608">
                  <c:v>14.38396</c:v>
                </c:pt>
                <c:pt idx="28609">
                  <c:v>14.371500000000006</c:v>
                </c:pt>
                <c:pt idx="28610">
                  <c:v>14.75727</c:v>
                </c:pt>
                <c:pt idx="28611">
                  <c:v>15.458350000000001</c:v>
                </c:pt>
                <c:pt idx="28612">
                  <c:v>15.943</c:v>
                </c:pt>
                <c:pt idx="28613">
                  <c:v>15.60102</c:v>
                </c:pt>
                <c:pt idx="28614">
                  <c:v>15.28612</c:v>
                </c:pt>
                <c:pt idx="28615">
                  <c:v>15.41924</c:v>
                </c:pt>
                <c:pt idx="28616">
                  <c:v>15.85995000000001</c:v>
                </c:pt>
                <c:pt idx="28617">
                  <c:v>16.446679999999972</c:v>
                </c:pt>
                <c:pt idx="28618">
                  <c:v>16.579789999999978</c:v>
                </c:pt>
                <c:pt idx="28619">
                  <c:v>16.723709999999972</c:v>
                </c:pt>
                <c:pt idx="28620">
                  <c:v>16.957170000000001</c:v>
                </c:pt>
                <c:pt idx="28621">
                  <c:v>17.18909</c:v>
                </c:pt>
                <c:pt idx="28622">
                  <c:v>17.710229999999989</c:v>
                </c:pt>
                <c:pt idx="28623">
                  <c:v>18.308709999999973</c:v>
                </c:pt>
                <c:pt idx="28624">
                  <c:v>18.823820000000001</c:v>
                </c:pt>
                <c:pt idx="28625">
                  <c:v>19.312200000000001</c:v>
                </c:pt>
                <c:pt idx="28626">
                  <c:v>19.433239999999973</c:v>
                </c:pt>
                <c:pt idx="28627">
                  <c:v>19.316120000000005</c:v>
                </c:pt>
                <c:pt idx="28628">
                  <c:v>19.230609999999974</c:v>
                </c:pt>
                <c:pt idx="28629">
                  <c:v>19.124700000000001</c:v>
                </c:pt>
                <c:pt idx="28630">
                  <c:v>18.868079999999978</c:v>
                </c:pt>
                <c:pt idx="28631">
                  <c:v>18.794650000000001</c:v>
                </c:pt>
                <c:pt idx="28632">
                  <c:v>19.161760000000001</c:v>
                </c:pt>
                <c:pt idx="28633">
                  <c:v>19.604520000000001</c:v>
                </c:pt>
                <c:pt idx="28634">
                  <c:v>19.683729999999972</c:v>
                </c:pt>
                <c:pt idx="28635">
                  <c:v>19.565819999999974</c:v>
                </c:pt>
                <c:pt idx="28636">
                  <c:v>19.59628</c:v>
                </c:pt>
                <c:pt idx="28637">
                  <c:v>19.209739999999975</c:v>
                </c:pt>
                <c:pt idx="28638">
                  <c:v>19.001650000000001</c:v>
                </c:pt>
                <c:pt idx="28639">
                  <c:v>19.26482</c:v>
                </c:pt>
                <c:pt idx="28640">
                  <c:v>19.504110000000001</c:v>
                </c:pt>
                <c:pt idx="28641">
                  <c:v>19.814840000000022</c:v>
                </c:pt>
                <c:pt idx="28642">
                  <c:v>20.372339999999973</c:v>
                </c:pt>
                <c:pt idx="28643">
                  <c:v>21.054860000000033</c:v>
                </c:pt>
                <c:pt idx="28644">
                  <c:v>21.49165</c:v>
                </c:pt>
                <c:pt idx="28645">
                  <c:v>21.641770000000001</c:v>
                </c:pt>
                <c:pt idx="28646">
                  <c:v>21.718879999999999</c:v>
                </c:pt>
                <c:pt idx="28647">
                  <c:v>21.753150000000005</c:v>
                </c:pt>
                <c:pt idx="28648">
                  <c:v>21.95317</c:v>
                </c:pt>
                <c:pt idx="28649">
                  <c:v>22.43938</c:v>
                </c:pt>
                <c:pt idx="28650">
                  <c:v>23.145810000000001</c:v>
                </c:pt>
                <c:pt idx="28651">
                  <c:v>23.80321</c:v>
                </c:pt>
                <c:pt idx="28652">
                  <c:v>24.183109999999989</c:v>
                </c:pt>
                <c:pt idx="28653">
                  <c:v>24.12473</c:v>
                </c:pt>
                <c:pt idx="28654">
                  <c:v>23.89540999999997</c:v>
                </c:pt>
                <c:pt idx="28655">
                  <c:v>23.860479999999974</c:v>
                </c:pt>
                <c:pt idx="28656">
                  <c:v>24.153949999999988</c:v>
                </c:pt>
                <c:pt idx="28657">
                  <c:v>24.792099999999973</c:v>
                </c:pt>
                <c:pt idx="28658">
                  <c:v>25.431840000000001</c:v>
                </c:pt>
                <c:pt idx="28659">
                  <c:v>25.82741</c:v>
                </c:pt>
                <c:pt idx="28660">
                  <c:v>25.684190000000001</c:v>
                </c:pt>
                <c:pt idx="28661">
                  <c:v>25.503979999999999</c:v>
                </c:pt>
                <c:pt idx="28662">
                  <c:v>25.823049999999974</c:v>
                </c:pt>
                <c:pt idx="28663">
                  <c:v>26.364380000000001</c:v>
                </c:pt>
                <c:pt idx="28664">
                  <c:v>26.950629999999968</c:v>
                </c:pt>
                <c:pt idx="28665">
                  <c:v>27.286159999999974</c:v>
                </c:pt>
                <c:pt idx="28666">
                  <c:v>27.311530000000001</c:v>
                </c:pt>
                <c:pt idx="28667">
                  <c:v>27.17374999999997</c:v>
                </c:pt>
                <c:pt idx="28668">
                  <c:v>26.677219999999988</c:v>
                </c:pt>
                <c:pt idx="28669">
                  <c:v>26.015599999999989</c:v>
                </c:pt>
                <c:pt idx="28670">
                  <c:v>25.914829999999988</c:v>
                </c:pt>
                <c:pt idx="28671">
                  <c:v>26.189729999999972</c:v>
                </c:pt>
                <c:pt idx="28672">
                  <c:v>26.381060000000005</c:v>
                </c:pt>
                <c:pt idx="28673">
                  <c:v>26.740309999999972</c:v>
                </c:pt>
                <c:pt idx="28674">
                  <c:v>27.23931</c:v>
                </c:pt>
                <c:pt idx="28675">
                  <c:v>27.588609999999957</c:v>
                </c:pt>
                <c:pt idx="28676">
                  <c:v>27.425499999999964</c:v>
                </c:pt>
                <c:pt idx="28677">
                  <c:v>27.16441</c:v>
                </c:pt>
                <c:pt idx="28678">
                  <c:v>27.241879999999988</c:v>
                </c:pt>
                <c:pt idx="28679">
                  <c:v>27.099029999999978</c:v>
                </c:pt>
                <c:pt idx="28680">
                  <c:v>26.8596</c:v>
                </c:pt>
                <c:pt idx="28681">
                  <c:v>26.920219999999972</c:v>
                </c:pt>
                <c:pt idx="28682">
                  <c:v>27.080489999999973</c:v>
                </c:pt>
                <c:pt idx="28683">
                  <c:v>27.150639999999989</c:v>
                </c:pt>
                <c:pt idx="28684">
                  <c:v>27.325410000000002</c:v>
                </c:pt>
                <c:pt idx="28685">
                  <c:v>27.601860000000034</c:v>
                </c:pt>
                <c:pt idx="28686">
                  <c:v>27.756810000000005</c:v>
                </c:pt>
                <c:pt idx="28687">
                  <c:v>27.18772999999997</c:v>
                </c:pt>
                <c:pt idx="28688">
                  <c:v>26.604389999999999</c:v>
                </c:pt>
                <c:pt idx="28689">
                  <c:v>26.642859999999999</c:v>
                </c:pt>
                <c:pt idx="28690">
                  <c:v>26.982029999999959</c:v>
                </c:pt>
                <c:pt idx="28691">
                  <c:v>27.249689999999973</c:v>
                </c:pt>
                <c:pt idx="28692">
                  <c:v>27.24466</c:v>
                </c:pt>
                <c:pt idx="28693">
                  <c:v>27.307310000000001</c:v>
                </c:pt>
                <c:pt idx="28694">
                  <c:v>27.39958</c:v>
                </c:pt>
                <c:pt idx="28695">
                  <c:v>27.584139999999973</c:v>
                </c:pt>
                <c:pt idx="28696">
                  <c:v>27.969009999999972</c:v>
                </c:pt>
                <c:pt idx="28697">
                  <c:v>28.284800000000001</c:v>
                </c:pt>
                <c:pt idx="28698">
                  <c:v>28.56826999999997</c:v>
                </c:pt>
                <c:pt idx="28699">
                  <c:v>28.919920000000001</c:v>
                </c:pt>
                <c:pt idx="28700">
                  <c:v>29.221260000000001</c:v>
                </c:pt>
                <c:pt idx="28701">
                  <c:v>29.386990000000001</c:v>
                </c:pt>
                <c:pt idx="28702">
                  <c:v>29.550950000000022</c:v>
                </c:pt>
                <c:pt idx="28703">
                  <c:v>29.492779999999971</c:v>
                </c:pt>
                <c:pt idx="28704">
                  <c:v>29.266639999999956</c:v>
                </c:pt>
                <c:pt idx="28705">
                  <c:v>29.133209999999988</c:v>
                </c:pt>
                <c:pt idx="28706">
                  <c:v>28.856169999999999</c:v>
                </c:pt>
                <c:pt idx="28707">
                  <c:v>27.87368</c:v>
                </c:pt>
                <c:pt idx="28708">
                  <c:v>27.06516999999997</c:v>
                </c:pt>
                <c:pt idx="28709">
                  <c:v>26.932749999999956</c:v>
                </c:pt>
                <c:pt idx="28710">
                  <c:v>26.9773</c:v>
                </c:pt>
                <c:pt idx="28711">
                  <c:v>27.038160000000001</c:v>
                </c:pt>
                <c:pt idx="28712">
                  <c:v>27.298609999999975</c:v>
                </c:pt>
                <c:pt idx="28713">
                  <c:v>27.775670000000002</c:v>
                </c:pt>
                <c:pt idx="28714">
                  <c:v>28.0077</c:v>
                </c:pt>
                <c:pt idx="28715">
                  <c:v>27.902219999999971</c:v>
                </c:pt>
                <c:pt idx="28716">
                  <c:v>27.636070000000021</c:v>
                </c:pt>
                <c:pt idx="28717">
                  <c:v>27.43608</c:v>
                </c:pt>
                <c:pt idx="28718">
                  <c:v>27.460889999999978</c:v>
                </c:pt>
                <c:pt idx="28719">
                  <c:v>27.676189999999988</c:v>
                </c:pt>
                <c:pt idx="28720">
                  <c:v>27.750950000000021</c:v>
                </c:pt>
                <c:pt idx="28721">
                  <c:v>27.712219999999974</c:v>
                </c:pt>
                <c:pt idx="28722">
                  <c:v>27.513449999999974</c:v>
                </c:pt>
                <c:pt idx="28723">
                  <c:v>26.864070000000005</c:v>
                </c:pt>
                <c:pt idx="28724">
                  <c:v>26.06606</c:v>
                </c:pt>
                <c:pt idx="28725">
                  <c:v>25.598219999999973</c:v>
                </c:pt>
                <c:pt idx="28726">
                  <c:v>25.328609999999973</c:v>
                </c:pt>
                <c:pt idx="28727">
                  <c:v>25.017720000000001</c:v>
                </c:pt>
                <c:pt idx="28728">
                  <c:v>24.916860000000021</c:v>
                </c:pt>
                <c:pt idx="28729">
                  <c:v>25.048519999999975</c:v>
                </c:pt>
                <c:pt idx="28730">
                  <c:v>25.403089999999974</c:v>
                </c:pt>
                <c:pt idx="28731">
                  <c:v>25.841850000000033</c:v>
                </c:pt>
                <c:pt idx="28732">
                  <c:v>26.09441</c:v>
                </c:pt>
                <c:pt idx="28733">
                  <c:v>26.012699999999974</c:v>
                </c:pt>
                <c:pt idx="28734">
                  <c:v>25.834479999999999</c:v>
                </c:pt>
                <c:pt idx="28735">
                  <c:v>25.928579999999968</c:v>
                </c:pt>
                <c:pt idx="28736">
                  <c:v>26.123090000000001</c:v>
                </c:pt>
                <c:pt idx="28737">
                  <c:v>26.172419999999974</c:v>
                </c:pt>
                <c:pt idx="28738">
                  <c:v>26.084329999999973</c:v>
                </c:pt>
                <c:pt idx="28739">
                  <c:v>26.02956</c:v>
                </c:pt>
                <c:pt idx="28740">
                  <c:v>26.05472</c:v>
                </c:pt>
                <c:pt idx="28741">
                  <c:v>25.803750000000001</c:v>
                </c:pt>
                <c:pt idx="28742">
                  <c:v>25.242189999999972</c:v>
                </c:pt>
                <c:pt idx="28743">
                  <c:v>24.3644</c:v>
                </c:pt>
                <c:pt idx="28744">
                  <c:v>23.458459999999974</c:v>
                </c:pt>
                <c:pt idx="28745">
                  <c:v>22.955549999999956</c:v>
                </c:pt>
                <c:pt idx="28746">
                  <c:v>22.577800000000021</c:v>
                </c:pt>
                <c:pt idx="28747">
                  <c:v>22.097860000000022</c:v>
                </c:pt>
                <c:pt idx="28748">
                  <c:v>21.718990000000005</c:v>
                </c:pt>
                <c:pt idx="28749">
                  <c:v>21.620149999999974</c:v>
                </c:pt>
                <c:pt idx="28750">
                  <c:v>21.819289999999999</c:v>
                </c:pt>
                <c:pt idx="28751">
                  <c:v>22.205479999999973</c:v>
                </c:pt>
                <c:pt idx="28752">
                  <c:v>22.604230000000001</c:v>
                </c:pt>
                <c:pt idx="28753">
                  <c:v>22.95846999999997</c:v>
                </c:pt>
                <c:pt idx="28754">
                  <c:v>23.287129999999973</c:v>
                </c:pt>
                <c:pt idx="28755">
                  <c:v>23.547830000000001</c:v>
                </c:pt>
                <c:pt idx="28756">
                  <c:v>23.657789999999999</c:v>
                </c:pt>
                <c:pt idx="28757">
                  <c:v>23.619119999999999</c:v>
                </c:pt>
                <c:pt idx="28758">
                  <c:v>23.543319999999973</c:v>
                </c:pt>
                <c:pt idx="28759">
                  <c:v>23.639089999999999</c:v>
                </c:pt>
                <c:pt idx="28760">
                  <c:v>23.816130000000001</c:v>
                </c:pt>
                <c:pt idx="28761">
                  <c:v>23.809159999999999</c:v>
                </c:pt>
                <c:pt idx="28762">
                  <c:v>22.880229999999973</c:v>
                </c:pt>
                <c:pt idx="28763">
                  <c:v>21.257529999999978</c:v>
                </c:pt>
                <c:pt idx="28764">
                  <c:v>20.078679999999974</c:v>
                </c:pt>
                <c:pt idx="28765">
                  <c:v>19.304110000000001</c:v>
                </c:pt>
                <c:pt idx="28766">
                  <c:v>19.05277999999997</c:v>
                </c:pt>
                <c:pt idx="28767">
                  <c:v>19.06291999999997</c:v>
                </c:pt>
                <c:pt idx="28768">
                  <c:v>18.865539999999957</c:v>
                </c:pt>
                <c:pt idx="28769">
                  <c:v>18.436579999999989</c:v>
                </c:pt>
                <c:pt idx="28770">
                  <c:v>18.14352999999997</c:v>
                </c:pt>
                <c:pt idx="28771">
                  <c:v>18.215920000000001</c:v>
                </c:pt>
                <c:pt idx="28772">
                  <c:v>18.519159999999999</c:v>
                </c:pt>
                <c:pt idx="28773">
                  <c:v>18.66929</c:v>
                </c:pt>
                <c:pt idx="28774">
                  <c:v>18.475650000000002</c:v>
                </c:pt>
                <c:pt idx="28775">
                  <c:v>18.220539999999971</c:v>
                </c:pt>
                <c:pt idx="28776">
                  <c:v>18.09648</c:v>
                </c:pt>
                <c:pt idx="28777">
                  <c:v>18.174849999999999</c:v>
                </c:pt>
                <c:pt idx="28778">
                  <c:v>17.809840000000001</c:v>
                </c:pt>
                <c:pt idx="28779">
                  <c:v>17.262009999999975</c:v>
                </c:pt>
                <c:pt idx="28780">
                  <c:v>17.175460000000001</c:v>
                </c:pt>
                <c:pt idx="28781">
                  <c:v>17.362129999999972</c:v>
                </c:pt>
                <c:pt idx="28782">
                  <c:v>17.385339999999957</c:v>
                </c:pt>
                <c:pt idx="28783">
                  <c:v>17.090330000000002</c:v>
                </c:pt>
                <c:pt idx="28784">
                  <c:v>16.97494</c:v>
                </c:pt>
                <c:pt idx="28785">
                  <c:v>17.156549999999989</c:v>
                </c:pt>
                <c:pt idx="28786">
                  <c:v>17.187960000000022</c:v>
                </c:pt>
                <c:pt idx="28787">
                  <c:v>17.24769999999997</c:v>
                </c:pt>
                <c:pt idx="28788">
                  <c:v>17.48783999999997</c:v>
                </c:pt>
                <c:pt idx="28789">
                  <c:v>17.651949999999999</c:v>
                </c:pt>
                <c:pt idx="28790">
                  <c:v>17.462599999999952</c:v>
                </c:pt>
                <c:pt idx="28791">
                  <c:v>17.288079999999972</c:v>
                </c:pt>
                <c:pt idx="28792">
                  <c:v>17.123180000000001</c:v>
                </c:pt>
                <c:pt idx="28793">
                  <c:v>16.660620000000002</c:v>
                </c:pt>
                <c:pt idx="28794">
                  <c:v>16.099629999999973</c:v>
                </c:pt>
                <c:pt idx="28795">
                  <c:v>15.73485</c:v>
                </c:pt>
                <c:pt idx="28796">
                  <c:v>15.785690000000002</c:v>
                </c:pt>
                <c:pt idx="28797">
                  <c:v>15.987770000000001</c:v>
                </c:pt>
                <c:pt idx="28798">
                  <c:v>15.975670000000004</c:v>
                </c:pt>
                <c:pt idx="28799">
                  <c:v>16.025299999999973</c:v>
                </c:pt>
                <c:pt idx="28800">
                  <c:v>15.950680000000011</c:v>
                </c:pt>
                <c:pt idx="28801">
                  <c:v>15.478010000000001</c:v>
                </c:pt>
                <c:pt idx="28802">
                  <c:v>14.997920000000001</c:v>
                </c:pt>
                <c:pt idx="28803">
                  <c:v>14.531180000000001</c:v>
                </c:pt>
                <c:pt idx="28804">
                  <c:v>14.15516</c:v>
                </c:pt>
                <c:pt idx="28805">
                  <c:v>14.07498</c:v>
                </c:pt>
                <c:pt idx="28806">
                  <c:v>14.048080000000001</c:v>
                </c:pt>
                <c:pt idx="28807">
                  <c:v>14.08245000000001</c:v>
                </c:pt>
                <c:pt idx="28808">
                  <c:v>14.013170000000001</c:v>
                </c:pt>
                <c:pt idx="28809">
                  <c:v>13.419750000000002</c:v>
                </c:pt>
                <c:pt idx="28810">
                  <c:v>12.43516</c:v>
                </c:pt>
                <c:pt idx="28811">
                  <c:v>11.53698</c:v>
                </c:pt>
                <c:pt idx="28812">
                  <c:v>11.16029</c:v>
                </c:pt>
                <c:pt idx="28813">
                  <c:v>11.04993</c:v>
                </c:pt>
                <c:pt idx="28814">
                  <c:v>10.97603000000001</c:v>
                </c:pt>
                <c:pt idx="28815">
                  <c:v>11.01905</c:v>
                </c:pt>
                <c:pt idx="28816">
                  <c:v>11.13321</c:v>
                </c:pt>
                <c:pt idx="28817">
                  <c:v>11.23508</c:v>
                </c:pt>
                <c:pt idx="28818">
                  <c:v>11.335850000000002</c:v>
                </c:pt>
                <c:pt idx="28819">
                  <c:v>11.4404</c:v>
                </c:pt>
                <c:pt idx="28820">
                  <c:v>11.33676</c:v>
                </c:pt>
                <c:pt idx="28821">
                  <c:v>11.100300000000001</c:v>
                </c:pt>
                <c:pt idx="28822">
                  <c:v>10.836650000000002</c:v>
                </c:pt>
                <c:pt idx="28823">
                  <c:v>10.382250000000004</c:v>
                </c:pt>
                <c:pt idx="28824">
                  <c:v>9.9225200000000005</c:v>
                </c:pt>
                <c:pt idx="28825">
                  <c:v>10.0307</c:v>
                </c:pt>
                <c:pt idx="28826">
                  <c:v>10.5807</c:v>
                </c:pt>
                <c:pt idx="28827">
                  <c:v>11.3179</c:v>
                </c:pt>
                <c:pt idx="28828">
                  <c:v>11.92254000000001</c:v>
                </c:pt>
                <c:pt idx="28829">
                  <c:v>11.829800000000002</c:v>
                </c:pt>
                <c:pt idx="28830">
                  <c:v>11.34442</c:v>
                </c:pt>
                <c:pt idx="28831">
                  <c:v>11.11861</c:v>
                </c:pt>
                <c:pt idx="28832">
                  <c:v>10.88688000000001</c:v>
                </c:pt>
                <c:pt idx="28833">
                  <c:v>10.5198</c:v>
                </c:pt>
                <c:pt idx="28834">
                  <c:v>10.056980000000006</c:v>
                </c:pt>
                <c:pt idx="28835">
                  <c:v>9.6239500000000007</c:v>
                </c:pt>
                <c:pt idx="28836">
                  <c:v>9.3710300000000046</c:v>
                </c:pt>
                <c:pt idx="28837">
                  <c:v>9.2352900000000009</c:v>
                </c:pt>
                <c:pt idx="28838">
                  <c:v>8.9911200000000004</c:v>
                </c:pt>
                <c:pt idx="28839">
                  <c:v>8.7179699999999993</c:v>
                </c:pt>
                <c:pt idx="28840">
                  <c:v>8.5008900000000001</c:v>
                </c:pt>
                <c:pt idx="28841">
                  <c:v>8.5301400000000012</c:v>
                </c:pt>
                <c:pt idx="28842">
                  <c:v>8.7551600000000001</c:v>
                </c:pt>
                <c:pt idx="28843">
                  <c:v>8.9140500000000014</c:v>
                </c:pt>
                <c:pt idx="28844">
                  <c:v>8.8346700000000009</c:v>
                </c:pt>
                <c:pt idx="28845">
                  <c:v>8.4814100000000003</c:v>
                </c:pt>
                <c:pt idx="28846">
                  <c:v>8.2024300000000068</c:v>
                </c:pt>
                <c:pt idx="28847">
                  <c:v>8.1933199999999999</c:v>
                </c:pt>
                <c:pt idx="28848">
                  <c:v>7.9675199999999951</c:v>
                </c:pt>
                <c:pt idx="28849">
                  <c:v>7.2983799999999999</c:v>
                </c:pt>
                <c:pt idx="28850">
                  <c:v>6.6723400000000002</c:v>
                </c:pt>
                <c:pt idx="28851">
                  <c:v>6.2527699999999999</c:v>
                </c:pt>
                <c:pt idx="28852">
                  <c:v>5.8333700000000004</c:v>
                </c:pt>
                <c:pt idx="28853">
                  <c:v>5.47743</c:v>
                </c:pt>
                <c:pt idx="28854">
                  <c:v>5.363939999999995</c:v>
                </c:pt>
                <c:pt idx="28855">
                  <c:v>5.6011699999999998</c:v>
                </c:pt>
                <c:pt idx="28856">
                  <c:v>6.0320999999999998</c:v>
                </c:pt>
                <c:pt idx="28857">
                  <c:v>6.6012199999999996</c:v>
                </c:pt>
                <c:pt idx="28858">
                  <c:v>7.2370200000000002</c:v>
                </c:pt>
                <c:pt idx="28859">
                  <c:v>7.8171599999999941</c:v>
                </c:pt>
                <c:pt idx="28860">
                  <c:v>8.2488499999999991</c:v>
                </c:pt>
                <c:pt idx="28861">
                  <c:v>8.5277500000000011</c:v>
                </c:pt>
                <c:pt idx="28862">
                  <c:v>8.6201900000000009</c:v>
                </c:pt>
                <c:pt idx="28863">
                  <c:v>8.6195300000000028</c:v>
                </c:pt>
                <c:pt idx="28864">
                  <c:v>8.7394400000000001</c:v>
                </c:pt>
                <c:pt idx="28865">
                  <c:v>8.8035800000000108</c:v>
                </c:pt>
                <c:pt idx="28866">
                  <c:v>8.9585700000000035</c:v>
                </c:pt>
                <c:pt idx="28867">
                  <c:v>9.2335400000000014</c:v>
                </c:pt>
                <c:pt idx="28868">
                  <c:v>9.5536200000000004</c:v>
                </c:pt>
                <c:pt idx="28869">
                  <c:v>9.9338700000000006</c:v>
                </c:pt>
                <c:pt idx="28870">
                  <c:v>10.12379</c:v>
                </c:pt>
                <c:pt idx="28871">
                  <c:v>9.89039</c:v>
                </c:pt>
                <c:pt idx="28872">
                  <c:v>9.3153700000000015</c:v>
                </c:pt>
                <c:pt idx="28873">
                  <c:v>8.6579300000000003</c:v>
                </c:pt>
                <c:pt idx="28874">
                  <c:v>8.2971299999999992</c:v>
                </c:pt>
                <c:pt idx="28875">
                  <c:v>8.1464500000000015</c:v>
                </c:pt>
                <c:pt idx="28876">
                  <c:v>7.9124299999999996</c:v>
                </c:pt>
                <c:pt idx="28877">
                  <c:v>7.6894499999999999</c:v>
                </c:pt>
                <c:pt idx="28878">
                  <c:v>7.6762199999999998</c:v>
                </c:pt>
                <c:pt idx="28879">
                  <c:v>7.7686500000000001</c:v>
                </c:pt>
                <c:pt idx="28880">
                  <c:v>7.7702200000000063</c:v>
                </c:pt>
                <c:pt idx="28881">
                  <c:v>7.7379299999999995</c:v>
                </c:pt>
                <c:pt idx="28882">
                  <c:v>7.8882899999999996</c:v>
                </c:pt>
                <c:pt idx="28883">
                  <c:v>8.2049199999999995</c:v>
                </c:pt>
                <c:pt idx="28884">
                  <c:v>8.5873299999999997</c:v>
                </c:pt>
                <c:pt idx="28885">
                  <c:v>8.9903100000000009</c:v>
                </c:pt>
                <c:pt idx="28886">
                  <c:v>9.4371100000000006</c:v>
                </c:pt>
                <c:pt idx="28887">
                  <c:v>9.8982300000000016</c:v>
                </c:pt>
                <c:pt idx="28888">
                  <c:v>10.151670000000001</c:v>
                </c:pt>
                <c:pt idx="28889">
                  <c:v>10.203670000000001</c:v>
                </c:pt>
                <c:pt idx="28890">
                  <c:v>10.235329999999999</c:v>
                </c:pt>
                <c:pt idx="28891">
                  <c:v>10.34318</c:v>
                </c:pt>
                <c:pt idx="28892">
                  <c:v>10.465490000000019</c:v>
                </c:pt>
                <c:pt idx="28893">
                  <c:v>9.6354800000000047</c:v>
                </c:pt>
                <c:pt idx="28894">
                  <c:v>8.5151600000000016</c:v>
                </c:pt>
                <c:pt idx="28895">
                  <c:v>8.2149699999999992</c:v>
                </c:pt>
                <c:pt idx="28896">
                  <c:v>8.7044700000000006</c:v>
                </c:pt>
                <c:pt idx="28897">
                  <c:v>9.4076600000000035</c:v>
                </c:pt>
                <c:pt idx="28898">
                  <c:v>9.9182799999999993</c:v>
                </c:pt>
                <c:pt idx="28899">
                  <c:v>10.32071</c:v>
                </c:pt>
                <c:pt idx="28900">
                  <c:v>10.63467</c:v>
                </c:pt>
                <c:pt idx="28901">
                  <c:v>10.840680000000004</c:v>
                </c:pt>
                <c:pt idx="28902">
                  <c:v>10.581050000000001</c:v>
                </c:pt>
                <c:pt idx="28903">
                  <c:v>9.8202200000000008</c:v>
                </c:pt>
                <c:pt idx="28904">
                  <c:v>9.0573900000000016</c:v>
                </c:pt>
                <c:pt idx="28905">
                  <c:v>8.601329999999999</c:v>
                </c:pt>
                <c:pt idx="28906">
                  <c:v>8.5265700000000013</c:v>
                </c:pt>
                <c:pt idx="28907">
                  <c:v>8.7071500000000004</c:v>
                </c:pt>
                <c:pt idx="28908">
                  <c:v>9.1271599999999999</c:v>
                </c:pt>
                <c:pt idx="28909">
                  <c:v>9.8538400000000141</c:v>
                </c:pt>
                <c:pt idx="28910">
                  <c:v>10.415330000000004</c:v>
                </c:pt>
                <c:pt idx="28911">
                  <c:v>10.24851</c:v>
                </c:pt>
                <c:pt idx="28912">
                  <c:v>9.7400500000000001</c:v>
                </c:pt>
                <c:pt idx="28913">
                  <c:v>9.6820300000000028</c:v>
                </c:pt>
                <c:pt idx="28914">
                  <c:v>10.15757</c:v>
                </c:pt>
                <c:pt idx="28915">
                  <c:v>10.71696</c:v>
                </c:pt>
                <c:pt idx="28916">
                  <c:v>11.12743</c:v>
                </c:pt>
                <c:pt idx="28917">
                  <c:v>11.36276000000001</c:v>
                </c:pt>
                <c:pt idx="28918">
                  <c:v>11.107250000000001</c:v>
                </c:pt>
                <c:pt idx="28919">
                  <c:v>10.76623</c:v>
                </c:pt>
                <c:pt idx="28920">
                  <c:v>10.561720000000001</c:v>
                </c:pt>
                <c:pt idx="28921">
                  <c:v>10.39517</c:v>
                </c:pt>
                <c:pt idx="28922">
                  <c:v>10.220879999999999</c:v>
                </c:pt>
                <c:pt idx="28923">
                  <c:v>9.9467800000000004</c:v>
                </c:pt>
                <c:pt idx="28924">
                  <c:v>9.7073699999999992</c:v>
                </c:pt>
                <c:pt idx="28925">
                  <c:v>10.015700000000002</c:v>
                </c:pt>
                <c:pt idx="28926">
                  <c:v>10.693660000000001</c:v>
                </c:pt>
                <c:pt idx="28927">
                  <c:v>11.55489</c:v>
                </c:pt>
                <c:pt idx="28928">
                  <c:v>12.477220000000001</c:v>
                </c:pt>
                <c:pt idx="28929">
                  <c:v>13.1106</c:v>
                </c:pt>
                <c:pt idx="28930">
                  <c:v>13.334060000000001</c:v>
                </c:pt>
                <c:pt idx="28931">
                  <c:v>13.381020000000001</c:v>
                </c:pt>
                <c:pt idx="28932">
                  <c:v>13.372790000000011</c:v>
                </c:pt>
                <c:pt idx="28933">
                  <c:v>12.935510000000004</c:v>
                </c:pt>
                <c:pt idx="28934">
                  <c:v>12.34116</c:v>
                </c:pt>
                <c:pt idx="28935">
                  <c:v>12.15</c:v>
                </c:pt>
                <c:pt idx="28936">
                  <c:v>12.31654000000001</c:v>
                </c:pt>
                <c:pt idx="28937">
                  <c:v>12.84423</c:v>
                </c:pt>
                <c:pt idx="28938">
                  <c:v>13.50362</c:v>
                </c:pt>
                <c:pt idx="28939">
                  <c:v>13.97547000000001</c:v>
                </c:pt>
                <c:pt idx="28940">
                  <c:v>14.19858</c:v>
                </c:pt>
                <c:pt idx="28941">
                  <c:v>13.930290000000001</c:v>
                </c:pt>
                <c:pt idx="28942">
                  <c:v>13.115960000000001</c:v>
                </c:pt>
                <c:pt idx="28943">
                  <c:v>12.44862</c:v>
                </c:pt>
                <c:pt idx="28944">
                  <c:v>12.55416</c:v>
                </c:pt>
                <c:pt idx="28945">
                  <c:v>12.757010000000001</c:v>
                </c:pt>
                <c:pt idx="28946">
                  <c:v>12.396410000000012</c:v>
                </c:pt>
                <c:pt idx="28947">
                  <c:v>11.881740000000002</c:v>
                </c:pt>
                <c:pt idx="28948">
                  <c:v>12.087290000000001</c:v>
                </c:pt>
                <c:pt idx="28949">
                  <c:v>12.6325</c:v>
                </c:pt>
                <c:pt idx="28950">
                  <c:v>13.278879999999999</c:v>
                </c:pt>
                <c:pt idx="28951">
                  <c:v>13.569430000000018</c:v>
                </c:pt>
                <c:pt idx="28952">
                  <c:v>13.82851</c:v>
                </c:pt>
                <c:pt idx="28953">
                  <c:v>14.07452</c:v>
                </c:pt>
                <c:pt idx="28954">
                  <c:v>14.107800000000001</c:v>
                </c:pt>
                <c:pt idx="28955">
                  <c:v>13.747079999999999</c:v>
                </c:pt>
                <c:pt idx="28956">
                  <c:v>13.58447</c:v>
                </c:pt>
                <c:pt idx="28957">
                  <c:v>13.78562</c:v>
                </c:pt>
                <c:pt idx="28958">
                  <c:v>13.949020000000001</c:v>
                </c:pt>
                <c:pt idx="28959">
                  <c:v>14.22301</c:v>
                </c:pt>
                <c:pt idx="28960">
                  <c:v>13.94211</c:v>
                </c:pt>
                <c:pt idx="28961">
                  <c:v>13.669970000000001</c:v>
                </c:pt>
                <c:pt idx="28962">
                  <c:v>14.062710000000004</c:v>
                </c:pt>
                <c:pt idx="28963">
                  <c:v>14.80236</c:v>
                </c:pt>
                <c:pt idx="28964">
                  <c:v>15.47386</c:v>
                </c:pt>
                <c:pt idx="28965">
                  <c:v>15.80898</c:v>
                </c:pt>
                <c:pt idx="28966">
                  <c:v>15.783670000000001</c:v>
                </c:pt>
                <c:pt idx="28967">
                  <c:v>15.816680000000011</c:v>
                </c:pt>
                <c:pt idx="28968">
                  <c:v>16.001840000000001</c:v>
                </c:pt>
                <c:pt idx="28969">
                  <c:v>16.216909999999999</c:v>
                </c:pt>
                <c:pt idx="28970">
                  <c:v>16.352150000000005</c:v>
                </c:pt>
                <c:pt idx="28971">
                  <c:v>16.283909999999974</c:v>
                </c:pt>
                <c:pt idx="28972">
                  <c:v>16.310910000000021</c:v>
                </c:pt>
                <c:pt idx="28973">
                  <c:v>15.979480000000018</c:v>
                </c:pt>
                <c:pt idx="28974">
                  <c:v>15.372090000000011</c:v>
                </c:pt>
                <c:pt idx="28975">
                  <c:v>15.19787</c:v>
                </c:pt>
                <c:pt idx="28976">
                  <c:v>15.290430000000002</c:v>
                </c:pt>
                <c:pt idx="28977">
                  <c:v>15.482570000000004</c:v>
                </c:pt>
                <c:pt idx="28978">
                  <c:v>15.86173000000001</c:v>
                </c:pt>
                <c:pt idx="28979">
                  <c:v>16.402459999999973</c:v>
                </c:pt>
                <c:pt idx="28980">
                  <c:v>17.016570000000005</c:v>
                </c:pt>
                <c:pt idx="28981">
                  <c:v>17.675509999999989</c:v>
                </c:pt>
                <c:pt idx="28982">
                  <c:v>18.13044</c:v>
                </c:pt>
                <c:pt idx="28983">
                  <c:v>18.36818999999997</c:v>
                </c:pt>
                <c:pt idx="28984">
                  <c:v>18.547899999999988</c:v>
                </c:pt>
                <c:pt idx="28985">
                  <c:v>18.351680000000005</c:v>
                </c:pt>
                <c:pt idx="28986">
                  <c:v>18.100290000000001</c:v>
                </c:pt>
                <c:pt idx="28987">
                  <c:v>18.162469999999974</c:v>
                </c:pt>
                <c:pt idx="28988">
                  <c:v>18.477439999999973</c:v>
                </c:pt>
                <c:pt idx="28989">
                  <c:v>18.833819999999999</c:v>
                </c:pt>
                <c:pt idx="28990">
                  <c:v>18.895659999999989</c:v>
                </c:pt>
                <c:pt idx="28991">
                  <c:v>18.396930000000001</c:v>
                </c:pt>
                <c:pt idx="28992">
                  <c:v>17.72392</c:v>
                </c:pt>
                <c:pt idx="28993">
                  <c:v>17.628789999999974</c:v>
                </c:pt>
                <c:pt idx="28994">
                  <c:v>18.052820000000001</c:v>
                </c:pt>
                <c:pt idx="28995">
                  <c:v>18.665590000000002</c:v>
                </c:pt>
                <c:pt idx="28996">
                  <c:v>18.91808</c:v>
                </c:pt>
                <c:pt idx="28997">
                  <c:v>19.190799999999989</c:v>
                </c:pt>
                <c:pt idx="28998">
                  <c:v>19.503339999999973</c:v>
                </c:pt>
                <c:pt idx="28999">
                  <c:v>19.697130000000001</c:v>
                </c:pt>
                <c:pt idx="29000">
                  <c:v>19.377520000000001</c:v>
                </c:pt>
                <c:pt idx="29001">
                  <c:v>19.1297</c:v>
                </c:pt>
                <c:pt idx="29002">
                  <c:v>19.06910999999997</c:v>
                </c:pt>
                <c:pt idx="29003">
                  <c:v>19.12203999999997</c:v>
                </c:pt>
                <c:pt idx="29004">
                  <c:v>19.328239999999973</c:v>
                </c:pt>
                <c:pt idx="29005">
                  <c:v>19.781939999999974</c:v>
                </c:pt>
                <c:pt idx="29006">
                  <c:v>19.99775</c:v>
                </c:pt>
                <c:pt idx="29007">
                  <c:v>20.036619999999989</c:v>
                </c:pt>
                <c:pt idx="29008">
                  <c:v>20.207129999999989</c:v>
                </c:pt>
                <c:pt idx="29009">
                  <c:v>20.29119</c:v>
                </c:pt>
                <c:pt idx="29010">
                  <c:v>20.422919999999973</c:v>
                </c:pt>
                <c:pt idx="29011">
                  <c:v>20.75557999999997</c:v>
                </c:pt>
                <c:pt idx="29012">
                  <c:v>21.082139999999956</c:v>
                </c:pt>
                <c:pt idx="29013">
                  <c:v>21.483519999999956</c:v>
                </c:pt>
                <c:pt idx="29014">
                  <c:v>21.9375</c:v>
                </c:pt>
                <c:pt idx="29015">
                  <c:v>22.21941</c:v>
                </c:pt>
                <c:pt idx="29016">
                  <c:v>22.268399999999971</c:v>
                </c:pt>
                <c:pt idx="29017">
                  <c:v>22.486659999999972</c:v>
                </c:pt>
                <c:pt idx="29018">
                  <c:v>22.796890000000001</c:v>
                </c:pt>
                <c:pt idx="29019">
                  <c:v>22.876139999999989</c:v>
                </c:pt>
                <c:pt idx="29020">
                  <c:v>22.817950000000039</c:v>
                </c:pt>
                <c:pt idx="29021">
                  <c:v>22.882059999999989</c:v>
                </c:pt>
                <c:pt idx="29022">
                  <c:v>22.737719999999989</c:v>
                </c:pt>
                <c:pt idx="29023">
                  <c:v>22.464469999999974</c:v>
                </c:pt>
                <c:pt idx="29024">
                  <c:v>22.41451</c:v>
                </c:pt>
                <c:pt idx="29025">
                  <c:v>22.817329999999988</c:v>
                </c:pt>
                <c:pt idx="29026">
                  <c:v>23.38451999999997</c:v>
                </c:pt>
                <c:pt idx="29027">
                  <c:v>23.639220000000005</c:v>
                </c:pt>
                <c:pt idx="29028">
                  <c:v>23.673210000000001</c:v>
                </c:pt>
                <c:pt idx="29029">
                  <c:v>23.807410000000001</c:v>
                </c:pt>
                <c:pt idx="29030">
                  <c:v>23.733960000000021</c:v>
                </c:pt>
                <c:pt idx="29031">
                  <c:v>23.393049999999974</c:v>
                </c:pt>
                <c:pt idx="29032">
                  <c:v>22.857030000000005</c:v>
                </c:pt>
                <c:pt idx="29033">
                  <c:v>22.569980000000001</c:v>
                </c:pt>
                <c:pt idx="29034">
                  <c:v>22.858440000000002</c:v>
                </c:pt>
                <c:pt idx="29035">
                  <c:v>23.366199999999989</c:v>
                </c:pt>
                <c:pt idx="29036">
                  <c:v>23.915959999999988</c:v>
                </c:pt>
                <c:pt idx="29037">
                  <c:v>24.512799999999974</c:v>
                </c:pt>
                <c:pt idx="29038">
                  <c:v>25.167760000000001</c:v>
                </c:pt>
                <c:pt idx="29039">
                  <c:v>25.86093</c:v>
                </c:pt>
                <c:pt idx="29040">
                  <c:v>26.43694</c:v>
                </c:pt>
                <c:pt idx="29041">
                  <c:v>26.944279999999978</c:v>
                </c:pt>
                <c:pt idx="29042">
                  <c:v>27.462369999999975</c:v>
                </c:pt>
                <c:pt idx="29043">
                  <c:v>27.608250000000005</c:v>
                </c:pt>
                <c:pt idx="29044">
                  <c:v>27.545319999999968</c:v>
                </c:pt>
                <c:pt idx="29045">
                  <c:v>27.849</c:v>
                </c:pt>
                <c:pt idx="29046">
                  <c:v>28.20589</c:v>
                </c:pt>
                <c:pt idx="29047">
                  <c:v>28.26315</c:v>
                </c:pt>
                <c:pt idx="29048">
                  <c:v>27.951039999999974</c:v>
                </c:pt>
                <c:pt idx="29049">
                  <c:v>27.513259999999999</c:v>
                </c:pt>
                <c:pt idx="29050">
                  <c:v>27.178709999999974</c:v>
                </c:pt>
                <c:pt idx="29051">
                  <c:v>26.978129999999968</c:v>
                </c:pt>
                <c:pt idx="29052">
                  <c:v>27.07357</c:v>
                </c:pt>
                <c:pt idx="29053">
                  <c:v>27.307379999999988</c:v>
                </c:pt>
                <c:pt idx="29054">
                  <c:v>27.486289999999968</c:v>
                </c:pt>
                <c:pt idx="29055">
                  <c:v>27.717009999999988</c:v>
                </c:pt>
                <c:pt idx="29056">
                  <c:v>28.083359999999974</c:v>
                </c:pt>
                <c:pt idx="29057">
                  <c:v>28.499739999999957</c:v>
                </c:pt>
                <c:pt idx="29058">
                  <c:v>28.902689999999971</c:v>
                </c:pt>
                <c:pt idx="29059">
                  <c:v>28.87473</c:v>
                </c:pt>
                <c:pt idx="29060">
                  <c:v>28.375889999999988</c:v>
                </c:pt>
                <c:pt idx="29061">
                  <c:v>27.83642</c:v>
                </c:pt>
                <c:pt idx="29062">
                  <c:v>27.574369999999988</c:v>
                </c:pt>
                <c:pt idx="29063">
                  <c:v>27.692990000000005</c:v>
                </c:pt>
                <c:pt idx="29064">
                  <c:v>27.969950000000001</c:v>
                </c:pt>
                <c:pt idx="29065">
                  <c:v>28.154540000000001</c:v>
                </c:pt>
                <c:pt idx="29066">
                  <c:v>28.1846</c:v>
                </c:pt>
                <c:pt idx="29067">
                  <c:v>28.484259999999974</c:v>
                </c:pt>
                <c:pt idx="29068">
                  <c:v>29.191299999999988</c:v>
                </c:pt>
                <c:pt idx="29069">
                  <c:v>29.918579999999974</c:v>
                </c:pt>
                <c:pt idx="29070">
                  <c:v>30.35304</c:v>
                </c:pt>
                <c:pt idx="29071">
                  <c:v>30.73141</c:v>
                </c:pt>
                <c:pt idx="29072">
                  <c:v>31.32779</c:v>
                </c:pt>
                <c:pt idx="29073">
                  <c:v>31.472549999999952</c:v>
                </c:pt>
                <c:pt idx="29074">
                  <c:v>30.967890000000001</c:v>
                </c:pt>
                <c:pt idx="29075">
                  <c:v>30.45448</c:v>
                </c:pt>
                <c:pt idx="29076">
                  <c:v>30.329709999999974</c:v>
                </c:pt>
                <c:pt idx="29077">
                  <c:v>30.563229999999972</c:v>
                </c:pt>
                <c:pt idx="29078">
                  <c:v>30.810810000000021</c:v>
                </c:pt>
                <c:pt idx="29079">
                  <c:v>30.681519999999974</c:v>
                </c:pt>
                <c:pt idx="29080">
                  <c:v>29.82619</c:v>
                </c:pt>
                <c:pt idx="29081">
                  <c:v>28.70992</c:v>
                </c:pt>
                <c:pt idx="29082">
                  <c:v>28.148119999999974</c:v>
                </c:pt>
                <c:pt idx="29083">
                  <c:v>28.126049999999989</c:v>
                </c:pt>
                <c:pt idx="29084">
                  <c:v>28.226509999999973</c:v>
                </c:pt>
                <c:pt idx="29085">
                  <c:v>28.29006</c:v>
                </c:pt>
                <c:pt idx="29086">
                  <c:v>28.278489999999973</c:v>
                </c:pt>
                <c:pt idx="29087">
                  <c:v>28.22648999999997</c:v>
                </c:pt>
                <c:pt idx="29088">
                  <c:v>28.193570000000001</c:v>
                </c:pt>
                <c:pt idx="29089">
                  <c:v>28.214860000000037</c:v>
                </c:pt>
                <c:pt idx="29090">
                  <c:v>28.321259999999999</c:v>
                </c:pt>
                <c:pt idx="29091">
                  <c:v>27.740339999999971</c:v>
                </c:pt>
                <c:pt idx="29092">
                  <c:v>26.727080000000001</c:v>
                </c:pt>
                <c:pt idx="29093">
                  <c:v>26.078239999999973</c:v>
                </c:pt>
                <c:pt idx="29094">
                  <c:v>25.945189999999968</c:v>
                </c:pt>
                <c:pt idx="29095">
                  <c:v>26.203749999999957</c:v>
                </c:pt>
                <c:pt idx="29096">
                  <c:v>26.044589999999989</c:v>
                </c:pt>
                <c:pt idx="29097">
                  <c:v>25.339160000000021</c:v>
                </c:pt>
                <c:pt idx="29098">
                  <c:v>24.496079999999989</c:v>
                </c:pt>
                <c:pt idx="29099">
                  <c:v>23.864889999999999</c:v>
                </c:pt>
                <c:pt idx="29100">
                  <c:v>23.408069999999974</c:v>
                </c:pt>
                <c:pt idx="29101">
                  <c:v>22.506629999999973</c:v>
                </c:pt>
                <c:pt idx="29102">
                  <c:v>21.700489999999974</c:v>
                </c:pt>
                <c:pt idx="29103">
                  <c:v>21.334669999999999</c:v>
                </c:pt>
                <c:pt idx="29104">
                  <c:v>21.14245</c:v>
                </c:pt>
                <c:pt idx="29105">
                  <c:v>21.179870000000033</c:v>
                </c:pt>
                <c:pt idx="29106">
                  <c:v>21.38355</c:v>
                </c:pt>
                <c:pt idx="29107">
                  <c:v>21.484619999999964</c:v>
                </c:pt>
                <c:pt idx="29108">
                  <c:v>21.440019999999972</c:v>
                </c:pt>
                <c:pt idx="29109">
                  <c:v>21.484229999999968</c:v>
                </c:pt>
                <c:pt idx="29110">
                  <c:v>21.78382999999997</c:v>
                </c:pt>
                <c:pt idx="29111">
                  <c:v>21.963669999999972</c:v>
                </c:pt>
                <c:pt idx="29112">
                  <c:v>21.859249999999989</c:v>
                </c:pt>
                <c:pt idx="29113">
                  <c:v>21.729590000000002</c:v>
                </c:pt>
                <c:pt idx="29114">
                  <c:v>21.352629999999973</c:v>
                </c:pt>
                <c:pt idx="29115">
                  <c:v>20.68346</c:v>
                </c:pt>
                <c:pt idx="29116">
                  <c:v>20.033890000000021</c:v>
                </c:pt>
                <c:pt idx="29117">
                  <c:v>19.572369999999989</c:v>
                </c:pt>
                <c:pt idx="29118">
                  <c:v>19.35379</c:v>
                </c:pt>
                <c:pt idx="29119">
                  <c:v>19.390830000000001</c:v>
                </c:pt>
                <c:pt idx="29120">
                  <c:v>19.623699999999989</c:v>
                </c:pt>
                <c:pt idx="29121">
                  <c:v>19.968869999999974</c:v>
                </c:pt>
                <c:pt idx="29122">
                  <c:v>20.436529999999973</c:v>
                </c:pt>
                <c:pt idx="29123">
                  <c:v>20.905409999999975</c:v>
                </c:pt>
                <c:pt idx="29124">
                  <c:v>21.106359999999999</c:v>
                </c:pt>
                <c:pt idx="29125">
                  <c:v>21.178660000000001</c:v>
                </c:pt>
                <c:pt idx="29126">
                  <c:v>21.266649999999952</c:v>
                </c:pt>
                <c:pt idx="29127">
                  <c:v>21.319910000000021</c:v>
                </c:pt>
                <c:pt idx="29128">
                  <c:v>21.51961</c:v>
                </c:pt>
                <c:pt idx="29129">
                  <c:v>21.893660000000001</c:v>
                </c:pt>
                <c:pt idx="29130">
                  <c:v>22.194790000000001</c:v>
                </c:pt>
                <c:pt idx="29131">
                  <c:v>22.384450000000001</c:v>
                </c:pt>
                <c:pt idx="29132">
                  <c:v>22.489989999999974</c:v>
                </c:pt>
                <c:pt idx="29133">
                  <c:v>22.628920000000001</c:v>
                </c:pt>
                <c:pt idx="29134">
                  <c:v>22.678820000000005</c:v>
                </c:pt>
                <c:pt idx="29135">
                  <c:v>22.661539999999974</c:v>
                </c:pt>
                <c:pt idx="29136">
                  <c:v>22.687349999999974</c:v>
                </c:pt>
                <c:pt idx="29137">
                  <c:v>22.277640000000002</c:v>
                </c:pt>
                <c:pt idx="29138">
                  <c:v>21.46791</c:v>
                </c:pt>
                <c:pt idx="29139">
                  <c:v>20.60474</c:v>
                </c:pt>
                <c:pt idx="29140">
                  <c:v>20.072559999999989</c:v>
                </c:pt>
                <c:pt idx="29141">
                  <c:v>19.847729999999974</c:v>
                </c:pt>
                <c:pt idx="29142">
                  <c:v>19.82816</c:v>
                </c:pt>
                <c:pt idx="29143">
                  <c:v>19.72338999999997</c:v>
                </c:pt>
                <c:pt idx="29144">
                  <c:v>19.325220000000002</c:v>
                </c:pt>
                <c:pt idx="29145">
                  <c:v>18.830829999999999</c:v>
                </c:pt>
                <c:pt idx="29146">
                  <c:v>18.485279999999957</c:v>
                </c:pt>
                <c:pt idx="29147">
                  <c:v>18.026910000000001</c:v>
                </c:pt>
                <c:pt idx="29148">
                  <c:v>17.329070000000005</c:v>
                </c:pt>
                <c:pt idx="29149">
                  <c:v>16.618510000000001</c:v>
                </c:pt>
                <c:pt idx="29150">
                  <c:v>16.025939999999974</c:v>
                </c:pt>
                <c:pt idx="29151">
                  <c:v>15.54462</c:v>
                </c:pt>
                <c:pt idx="29152">
                  <c:v>15.58236</c:v>
                </c:pt>
                <c:pt idx="29153">
                  <c:v>15.857380000000004</c:v>
                </c:pt>
                <c:pt idx="29154">
                  <c:v>15.86591000000001</c:v>
                </c:pt>
                <c:pt idx="29155">
                  <c:v>15.53894</c:v>
                </c:pt>
                <c:pt idx="29156">
                  <c:v>15.342180000000004</c:v>
                </c:pt>
                <c:pt idx="29157">
                  <c:v>15.146520000000001</c:v>
                </c:pt>
                <c:pt idx="29158">
                  <c:v>14.937760000000001</c:v>
                </c:pt>
                <c:pt idx="29159">
                  <c:v>14.590020000000001</c:v>
                </c:pt>
                <c:pt idx="29160">
                  <c:v>14.201650000000001</c:v>
                </c:pt>
                <c:pt idx="29161">
                  <c:v>13.888120000000001</c:v>
                </c:pt>
                <c:pt idx="29162">
                  <c:v>13.808400000000002</c:v>
                </c:pt>
                <c:pt idx="29163">
                  <c:v>13.840950000000001</c:v>
                </c:pt>
                <c:pt idx="29164">
                  <c:v>13.86886</c:v>
                </c:pt>
                <c:pt idx="29165">
                  <c:v>13.895620000000006</c:v>
                </c:pt>
                <c:pt idx="29166">
                  <c:v>13.32347</c:v>
                </c:pt>
                <c:pt idx="29167">
                  <c:v>12.56157</c:v>
                </c:pt>
                <c:pt idx="29168">
                  <c:v>12.315990000000006</c:v>
                </c:pt>
                <c:pt idx="29169">
                  <c:v>12.54439</c:v>
                </c:pt>
                <c:pt idx="29170">
                  <c:v>13.00806</c:v>
                </c:pt>
                <c:pt idx="29171">
                  <c:v>13.42869</c:v>
                </c:pt>
                <c:pt idx="29172">
                  <c:v>13.919650000000004</c:v>
                </c:pt>
                <c:pt idx="29173">
                  <c:v>13.899400000000011</c:v>
                </c:pt>
                <c:pt idx="29174">
                  <c:v>13.205310000000001</c:v>
                </c:pt>
                <c:pt idx="29175">
                  <c:v>12.656880000000006</c:v>
                </c:pt>
                <c:pt idx="29176">
                  <c:v>12.524460000000001</c:v>
                </c:pt>
                <c:pt idx="29177">
                  <c:v>12.51047</c:v>
                </c:pt>
                <c:pt idx="29178">
                  <c:v>12.53326</c:v>
                </c:pt>
                <c:pt idx="29179">
                  <c:v>12.63264</c:v>
                </c:pt>
                <c:pt idx="29180">
                  <c:v>12.728209999999999</c:v>
                </c:pt>
                <c:pt idx="29181">
                  <c:v>12.799850000000001</c:v>
                </c:pt>
                <c:pt idx="29182">
                  <c:v>12.767810000000001</c:v>
                </c:pt>
                <c:pt idx="29183">
                  <c:v>12.53426</c:v>
                </c:pt>
                <c:pt idx="29184">
                  <c:v>11.953780000000011</c:v>
                </c:pt>
                <c:pt idx="29185">
                  <c:v>11.469030000000011</c:v>
                </c:pt>
                <c:pt idx="29186">
                  <c:v>11.210929999999999</c:v>
                </c:pt>
                <c:pt idx="29187">
                  <c:v>11.272780000000004</c:v>
                </c:pt>
                <c:pt idx="29188">
                  <c:v>11.341200000000001</c:v>
                </c:pt>
                <c:pt idx="29189">
                  <c:v>10.862930000000015</c:v>
                </c:pt>
                <c:pt idx="29190">
                  <c:v>10.327260000000001</c:v>
                </c:pt>
                <c:pt idx="29191">
                  <c:v>10.25047</c:v>
                </c:pt>
                <c:pt idx="29192">
                  <c:v>10.599550000000002</c:v>
                </c:pt>
                <c:pt idx="29193">
                  <c:v>10.92066</c:v>
                </c:pt>
                <c:pt idx="29194">
                  <c:v>10.75447</c:v>
                </c:pt>
                <c:pt idx="29195">
                  <c:v>10.355460000000019</c:v>
                </c:pt>
                <c:pt idx="29196">
                  <c:v>10.092790000000004</c:v>
                </c:pt>
                <c:pt idx="29197">
                  <c:v>10.18037</c:v>
                </c:pt>
                <c:pt idx="29198">
                  <c:v>10.14662</c:v>
                </c:pt>
                <c:pt idx="29199">
                  <c:v>9.5332600000000003</c:v>
                </c:pt>
                <c:pt idx="29200">
                  <c:v>9.2097500000000014</c:v>
                </c:pt>
                <c:pt idx="29201">
                  <c:v>9.31067</c:v>
                </c:pt>
                <c:pt idx="29202">
                  <c:v>9.6781699999999997</c:v>
                </c:pt>
                <c:pt idx="29203">
                  <c:v>9.99146</c:v>
                </c:pt>
                <c:pt idx="29204">
                  <c:v>9.9960900000000006</c:v>
                </c:pt>
                <c:pt idx="29205">
                  <c:v>9.8250800000000105</c:v>
                </c:pt>
                <c:pt idx="29206">
                  <c:v>9.6837400000000002</c:v>
                </c:pt>
                <c:pt idx="29207">
                  <c:v>9.639190000000001</c:v>
                </c:pt>
                <c:pt idx="29208">
                  <c:v>9.5886600000000008</c:v>
                </c:pt>
                <c:pt idx="29209">
                  <c:v>9.4906700000000015</c:v>
                </c:pt>
                <c:pt idx="29210">
                  <c:v>9.3892300000000048</c:v>
                </c:pt>
                <c:pt idx="29211">
                  <c:v>9.3441900000000011</c:v>
                </c:pt>
                <c:pt idx="29212">
                  <c:v>9.3543900000000004</c:v>
                </c:pt>
                <c:pt idx="29213">
                  <c:v>9.2612799999999993</c:v>
                </c:pt>
                <c:pt idx="29214">
                  <c:v>8.9590100000000028</c:v>
                </c:pt>
                <c:pt idx="29215">
                  <c:v>8.7307100000000002</c:v>
                </c:pt>
                <c:pt idx="29216">
                  <c:v>8.5937000000000001</c:v>
                </c:pt>
                <c:pt idx="29217">
                  <c:v>8.4091700000000014</c:v>
                </c:pt>
                <c:pt idx="29218">
                  <c:v>8.1424700000000012</c:v>
                </c:pt>
                <c:pt idx="29219">
                  <c:v>7.7976200000000002</c:v>
                </c:pt>
                <c:pt idx="29220">
                  <c:v>7.6480399999999955</c:v>
                </c:pt>
                <c:pt idx="29221">
                  <c:v>7.5994599999999997</c:v>
                </c:pt>
                <c:pt idx="29222">
                  <c:v>7.5237499999999997</c:v>
                </c:pt>
                <c:pt idx="29223">
                  <c:v>7.59178</c:v>
                </c:pt>
                <c:pt idx="29224">
                  <c:v>7.7654199999999944</c:v>
                </c:pt>
                <c:pt idx="29225">
                  <c:v>7.8352500000000003</c:v>
                </c:pt>
                <c:pt idx="29226">
                  <c:v>7.8758699999999999</c:v>
                </c:pt>
                <c:pt idx="29227">
                  <c:v>8.1637700000000013</c:v>
                </c:pt>
                <c:pt idx="29228">
                  <c:v>8.4931000000000001</c:v>
                </c:pt>
                <c:pt idx="29229">
                  <c:v>8.7239699999999996</c:v>
                </c:pt>
                <c:pt idx="29230">
                  <c:v>8.8935400000000122</c:v>
                </c:pt>
                <c:pt idx="29231">
                  <c:v>8.8162600000000015</c:v>
                </c:pt>
                <c:pt idx="29232">
                  <c:v>8.6301799999999993</c:v>
                </c:pt>
                <c:pt idx="29233">
                  <c:v>8.6394900000000003</c:v>
                </c:pt>
                <c:pt idx="29234">
                  <c:v>8.7040699999999998</c:v>
                </c:pt>
                <c:pt idx="29235">
                  <c:v>8.6433699999999991</c:v>
                </c:pt>
                <c:pt idx="29236">
                  <c:v>8.4224300000000145</c:v>
                </c:pt>
                <c:pt idx="29237">
                  <c:v>7.8838799999999996</c:v>
                </c:pt>
                <c:pt idx="29238">
                  <c:v>7.32798999999999</c:v>
                </c:pt>
                <c:pt idx="29239">
                  <c:v>7.0276799999999975</c:v>
                </c:pt>
                <c:pt idx="29240">
                  <c:v>6.7173499999999997</c:v>
                </c:pt>
                <c:pt idx="29241">
                  <c:v>6.3109399999999951</c:v>
                </c:pt>
                <c:pt idx="29242">
                  <c:v>6.3404799999999986</c:v>
                </c:pt>
                <c:pt idx="29243">
                  <c:v>6.562189999999994</c:v>
                </c:pt>
                <c:pt idx="29244">
                  <c:v>6.5625099999999943</c:v>
                </c:pt>
                <c:pt idx="29245">
                  <c:v>6.4552899999999998</c:v>
                </c:pt>
                <c:pt idx="29246">
                  <c:v>6.5307399999999998</c:v>
                </c:pt>
                <c:pt idx="29247">
                  <c:v>6.7656999999999998</c:v>
                </c:pt>
                <c:pt idx="29248">
                  <c:v>6.9013500000000034</c:v>
                </c:pt>
                <c:pt idx="29249">
                  <c:v>6.9962700000000053</c:v>
                </c:pt>
                <c:pt idx="29250">
                  <c:v>7.3070599999999946</c:v>
                </c:pt>
                <c:pt idx="29251">
                  <c:v>7.36798999999999</c:v>
                </c:pt>
                <c:pt idx="29252">
                  <c:v>7.3660399999999955</c:v>
                </c:pt>
                <c:pt idx="29253">
                  <c:v>7.1029899999999939</c:v>
                </c:pt>
                <c:pt idx="29254">
                  <c:v>6.7399800000000001</c:v>
                </c:pt>
                <c:pt idx="29255">
                  <c:v>6.72004</c:v>
                </c:pt>
                <c:pt idx="29256">
                  <c:v>6.8368900000000004</c:v>
                </c:pt>
                <c:pt idx="29257">
                  <c:v>7.0839600000000003</c:v>
                </c:pt>
                <c:pt idx="29258">
                  <c:v>7.4649299999999945</c:v>
                </c:pt>
                <c:pt idx="29259">
                  <c:v>7.94313</c:v>
                </c:pt>
                <c:pt idx="29260">
                  <c:v>8.1864300000000068</c:v>
                </c:pt>
                <c:pt idx="29261">
                  <c:v>8.2246699999999997</c:v>
                </c:pt>
                <c:pt idx="29262">
                  <c:v>8.3246700000000011</c:v>
                </c:pt>
                <c:pt idx="29263">
                  <c:v>8.2200699999999998</c:v>
                </c:pt>
                <c:pt idx="29264">
                  <c:v>7.7471299999999985</c:v>
                </c:pt>
                <c:pt idx="29265">
                  <c:v>7.2816800000000024</c:v>
                </c:pt>
                <c:pt idx="29266">
                  <c:v>7.0409699999999997</c:v>
                </c:pt>
                <c:pt idx="29267">
                  <c:v>6.9441199999999945</c:v>
                </c:pt>
                <c:pt idx="29268">
                  <c:v>6.9128999999999996</c:v>
                </c:pt>
                <c:pt idx="29269">
                  <c:v>6.95383</c:v>
                </c:pt>
                <c:pt idx="29270">
                  <c:v>7.4426800000000002</c:v>
                </c:pt>
                <c:pt idx="29271">
                  <c:v>7.8558699999999995</c:v>
                </c:pt>
                <c:pt idx="29272">
                  <c:v>8.0691900000000008</c:v>
                </c:pt>
                <c:pt idx="29273">
                  <c:v>8.2663000000000011</c:v>
                </c:pt>
                <c:pt idx="29274">
                  <c:v>8.5198900000000002</c:v>
                </c:pt>
                <c:pt idx="29275">
                  <c:v>8.8177000000000003</c:v>
                </c:pt>
                <c:pt idx="29276">
                  <c:v>9.2612199999999998</c:v>
                </c:pt>
                <c:pt idx="29277">
                  <c:v>9.6725000000000048</c:v>
                </c:pt>
                <c:pt idx="29278">
                  <c:v>10.09111</c:v>
                </c:pt>
                <c:pt idx="29279">
                  <c:v>9.8604300000000151</c:v>
                </c:pt>
                <c:pt idx="29280">
                  <c:v>9.6639100000000013</c:v>
                </c:pt>
                <c:pt idx="29281">
                  <c:v>9.6855000000000047</c:v>
                </c:pt>
                <c:pt idx="29282">
                  <c:v>9.9127400000000048</c:v>
                </c:pt>
                <c:pt idx="29283">
                  <c:v>10.079180000000004</c:v>
                </c:pt>
                <c:pt idx="29284">
                  <c:v>9.5952100000000016</c:v>
                </c:pt>
                <c:pt idx="29285">
                  <c:v>9.5005500000000005</c:v>
                </c:pt>
                <c:pt idx="29286">
                  <c:v>9.9452600000000011</c:v>
                </c:pt>
                <c:pt idx="29287">
                  <c:v>10.463010000000002</c:v>
                </c:pt>
                <c:pt idx="29288">
                  <c:v>10.84736</c:v>
                </c:pt>
                <c:pt idx="29289">
                  <c:v>10.98705</c:v>
                </c:pt>
                <c:pt idx="29290">
                  <c:v>10.80179</c:v>
                </c:pt>
                <c:pt idx="29291">
                  <c:v>10.55231</c:v>
                </c:pt>
                <c:pt idx="29292">
                  <c:v>10.652010000000002</c:v>
                </c:pt>
                <c:pt idx="29293">
                  <c:v>10.988110000000001</c:v>
                </c:pt>
                <c:pt idx="29294">
                  <c:v>11.30148000000001</c:v>
                </c:pt>
                <c:pt idx="29295">
                  <c:v>11.367290000000002</c:v>
                </c:pt>
                <c:pt idx="29296">
                  <c:v>11.34587</c:v>
                </c:pt>
                <c:pt idx="29297">
                  <c:v>11.683920000000001</c:v>
                </c:pt>
                <c:pt idx="29298">
                  <c:v>12.15441</c:v>
                </c:pt>
                <c:pt idx="29299">
                  <c:v>12.22377</c:v>
                </c:pt>
                <c:pt idx="29300">
                  <c:v>12.21336</c:v>
                </c:pt>
                <c:pt idx="29301">
                  <c:v>12.28843</c:v>
                </c:pt>
                <c:pt idx="29302">
                  <c:v>12.267950000000001</c:v>
                </c:pt>
                <c:pt idx="29303">
                  <c:v>12.124740000000001</c:v>
                </c:pt>
                <c:pt idx="29304">
                  <c:v>11.87787</c:v>
                </c:pt>
                <c:pt idx="29305">
                  <c:v>11.763730000000002</c:v>
                </c:pt>
                <c:pt idx="29306">
                  <c:v>11.9802</c:v>
                </c:pt>
                <c:pt idx="29307">
                  <c:v>12.06582</c:v>
                </c:pt>
                <c:pt idx="29308">
                  <c:v>12.232480000000002</c:v>
                </c:pt>
                <c:pt idx="29309">
                  <c:v>12.49527</c:v>
                </c:pt>
                <c:pt idx="29310">
                  <c:v>12.40551000000001</c:v>
                </c:pt>
                <c:pt idx="29311">
                  <c:v>12.22991</c:v>
                </c:pt>
                <c:pt idx="29312">
                  <c:v>12.111520000000001</c:v>
                </c:pt>
                <c:pt idx="29313">
                  <c:v>12.17684</c:v>
                </c:pt>
                <c:pt idx="29314">
                  <c:v>12.658100000000001</c:v>
                </c:pt>
                <c:pt idx="29315">
                  <c:v>13.09887</c:v>
                </c:pt>
                <c:pt idx="29316">
                  <c:v>13.37524000000001</c:v>
                </c:pt>
                <c:pt idx="29317">
                  <c:v>13.477320000000001</c:v>
                </c:pt>
                <c:pt idx="29318">
                  <c:v>13.395770000000002</c:v>
                </c:pt>
                <c:pt idx="29319">
                  <c:v>13.283800000000001</c:v>
                </c:pt>
                <c:pt idx="29320">
                  <c:v>13.2933</c:v>
                </c:pt>
                <c:pt idx="29321">
                  <c:v>13.627179999999999</c:v>
                </c:pt>
                <c:pt idx="29322">
                  <c:v>14.02542</c:v>
                </c:pt>
                <c:pt idx="29323">
                  <c:v>14.2776</c:v>
                </c:pt>
                <c:pt idx="29324">
                  <c:v>14.45852</c:v>
                </c:pt>
                <c:pt idx="29325">
                  <c:v>14.304820000000001</c:v>
                </c:pt>
                <c:pt idx="29326">
                  <c:v>14.17285</c:v>
                </c:pt>
                <c:pt idx="29327">
                  <c:v>14.35605000000001</c:v>
                </c:pt>
                <c:pt idx="29328">
                  <c:v>14.192830000000002</c:v>
                </c:pt>
                <c:pt idx="29329">
                  <c:v>14.090580000000006</c:v>
                </c:pt>
                <c:pt idx="29330">
                  <c:v>14.24319</c:v>
                </c:pt>
                <c:pt idx="29331">
                  <c:v>14.494760000000001</c:v>
                </c:pt>
                <c:pt idx="29332">
                  <c:v>14.77698</c:v>
                </c:pt>
                <c:pt idx="29333">
                  <c:v>14.72512</c:v>
                </c:pt>
                <c:pt idx="29334">
                  <c:v>14.60629</c:v>
                </c:pt>
                <c:pt idx="29335">
                  <c:v>14.728019999999999</c:v>
                </c:pt>
                <c:pt idx="29336">
                  <c:v>15.03764</c:v>
                </c:pt>
                <c:pt idx="29337">
                  <c:v>15.412430000000018</c:v>
                </c:pt>
                <c:pt idx="29338">
                  <c:v>15.93487</c:v>
                </c:pt>
                <c:pt idx="29339">
                  <c:v>16.283569999999973</c:v>
                </c:pt>
                <c:pt idx="29340">
                  <c:v>16.167120000000001</c:v>
                </c:pt>
                <c:pt idx="29341">
                  <c:v>16.05311</c:v>
                </c:pt>
                <c:pt idx="29342">
                  <c:v>16.179569999999988</c:v>
                </c:pt>
                <c:pt idx="29343">
                  <c:v>16.730539999999973</c:v>
                </c:pt>
                <c:pt idx="29344">
                  <c:v>17.643709999999974</c:v>
                </c:pt>
                <c:pt idx="29345">
                  <c:v>18.476990000000001</c:v>
                </c:pt>
                <c:pt idx="29346">
                  <c:v>18.786629999999956</c:v>
                </c:pt>
                <c:pt idx="29347">
                  <c:v>18.504660000000001</c:v>
                </c:pt>
                <c:pt idx="29348">
                  <c:v>18.027159999999999</c:v>
                </c:pt>
                <c:pt idx="29349">
                  <c:v>17.832280000000001</c:v>
                </c:pt>
                <c:pt idx="29350">
                  <c:v>18.096129999999974</c:v>
                </c:pt>
                <c:pt idx="29351">
                  <c:v>18.53032</c:v>
                </c:pt>
                <c:pt idx="29352">
                  <c:v>18.629950000000033</c:v>
                </c:pt>
                <c:pt idx="29353">
                  <c:v>18.218990000000005</c:v>
                </c:pt>
                <c:pt idx="29354">
                  <c:v>17.293509999999973</c:v>
                </c:pt>
                <c:pt idx="29355">
                  <c:v>16.804919999999999</c:v>
                </c:pt>
                <c:pt idx="29356">
                  <c:v>16.70617</c:v>
                </c:pt>
                <c:pt idx="29357">
                  <c:v>16.893509999999978</c:v>
                </c:pt>
                <c:pt idx="29358">
                  <c:v>16.86693</c:v>
                </c:pt>
                <c:pt idx="29359">
                  <c:v>17.284870000000005</c:v>
                </c:pt>
                <c:pt idx="29360">
                  <c:v>17.949750000000002</c:v>
                </c:pt>
                <c:pt idx="29361">
                  <c:v>18.542789999999975</c:v>
                </c:pt>
                <c:pt idx="29362">
                  <c:v>19.150739999999974</c:v>
                </c:pt>
                <c:pt idx="29363">
                  <c:v>19.520969999999988</c:v>
                </c:pt>
                <c:pt idx="29364">
                  <c:v>19.399000000000001</c:v>
                </c:pt>
                <c:pt idx="29365">
                  <c:v>19.011489999999988</c:v>
                </c:pt>
                <c:pt idx="29366">
                  <c:v>18.707540000000002</c:v>
                </c:pt>
                <c:pt idx="29367">
                  <c:v>18.466229999999957</c:v>
                </c:pt>
                <c:pt idx="29368">
                  <c:v>18.342619999999975</c:v>
                </c:pt>
                <c:pt idx="29369">
                  <c:v>18.523589999999974</c:v>
                </c:pt>
                <c:pt idx="29370">
                  <c:v>18.643090000000001</c:v>
                </c:pt>
                <c:pt idx="29371">
                  <c:v>18.788389999999964</c:v>
                </c:pt>
                <c:pt idx="29372">
                  <c:v>18.594550000000005</c:v>
                </c:pt>
                <c:pt idx="29373">
                  <c:v>18.802569999999989</c:v>
                </c:pt>
                <c:pt idx="29374">
                  <c:v>19.528609999999972</c:v>
                </c:pt>
                <c:pt idx="29375">
                  <c:v>20.128729999999972</c:v>
                </c:pt>
                <c:pt idx="29376">
                  <c:v>20.41075</c:v>
                </c:pt>
                <c:pt idx="29377">
                  <c:v>20.764600000000002</c:v>
                </c:pt>
                <c:pt idx="29378">
                  <c:v>21.067599999999974</c:v>
                </c:pt>
                <c:pt idx="29379">
                  <c:v>21.186339999999973</c:v>
                </c:pt>
                <c:pt idx="29380">
                  <c:v>21.446899999999989</c:v>
                </c:pt>
                <c:pt idx="29381">
                  <c:v>21.25001</c:v>
                </c:pt>
                <c:pt idx="29382">
                  <c:v>21.031199999999988</c:v>
                </c:pt>
                <c:pt idx="29383">
                  <c:v>21.300540000000002</c:v>
                </c:pt>
                <c:pt idx="29384">
                  <c:v>21.847110000000001</c:v>
                </c:pt>
                <c:pt idx="29385">
                  <c:v>22.388609999999975</c:v>
                </c:pt>
                <c:pt idx="29386">
                  <c:v>22.507680000000001</c:v>
                </c:pt>
                <c:pt idx="29387">
                  <c:v>22.45327</c:v>
                </c:pt>
                <c:pt idx="29388">
                  <c:v>22.517589999999988</c:v>
                </c:pt>
                <c:pt idx="29389">
                  <c:v>22.698629999999973</c:v>
                </c:pt>
                <c:pt idx="29390">
                  <c:v>23.023339999999973</c:v>
                </c:pt>
                <c:pt idx="29391">
                  <c:v>23.34684</c:v>
                </c:pt>
                <c:pt idx="29392">
                  <c:v>23.249110000000002</c:v>
                </c:pt>
                <c:pt idx="29393">
                  <c:v>22.880779999999973</c:v>
                </c:pt>
                <c:pt idx="29394">
                  <c:v>22.54017</c:v>
                </c:pt>
                <c:pt idx="29395">
                  <c:v>22.366820000000001</c:v>
                </c:pt>
                <c:pt idx="29396">
                  <c:v>22.417809999999999</c:v>
                </c:pt>
                <c:pt idx="29397">
                  <c:v>22.710540000000002</c:v>
                </c:pt>
                <c:pt idx="29398">
                  <c:v>23.12603</c:v>
                </c:pt>
                <c:pt idx="29399">
                  <c:v>23.399280000000001</c:v>
                </c:pt>
                <c:pt idx="29400">
                  <c:v>23.599</c:v>
                </c:pt>
                <c:pt idx="29401">
                  <c:v>23.96925999999997</c:v>
                </c:pt>
                <c:pt idx="29402">
                  <c:v>23.874860000000037</c:v>
                </c:pt>
                <c:pt idx="29403">
                  <c:v>23.55819</c:v>
                </c:pt>
                <c:pt idx="29404">
                  <c:v>23.75829999999997</c:v>
                </c:pt>
                <c:pt idx="29405">
                  <c:v>24.275309999999973</c:v>
                </c:pt>
                <c:pt idx="29406">
                  <c:v>24.705729999999956</c:v>
                </c:pt>
                <c:pt idx="29407">
                  <c:v>24.918749999999957</c:v>
                </c:pt>
                <c:pt idx="29408">
                  <c:v>25.100280000000001</c:v>
                </c:pt>
                <c:pt idx="29409">
                  <c:v>25.336590000000001</c:v>
                </c:pt>
                <c:pt idx="29410">
                  <c:v>25.72287</c:v>
                </c:pt>
                <c:pt idx="29411">
                  <c:v>26.143729999999973</c:v>
                </c:pt>
                <c:pt idx="29412">
                  <c:v>26.267060000000001</c:v>
                </c:pt>
                <c:pt idx="29413">
                  <c:v>26.157109999999999</c:v>
                </c:pt>
                <c:pt idx="29414">
                  <c:v>26.218219999999974</c:v>
                </c:pt>
                <c:pt idx="29415">
                  <c:v>26.58587</c:v>
                </c:pt>
                <c:pt idx="29416">
                  <c:v>26.76465</c:v>
                </c:pt>
                <c:pt idx="29417">
                  <c:v>26.53870999999997</c:v>
                </c:pt>
                <c:pt idx="29418">
                  <c:v>26.365529999999964</c:v>
                </c:pt>
                <c:pt idx="29419">
                  <c:v>26.514240000000001</c:v>
                </c:pt>
                <c:pt idx="29420">
                  <c:v>26.976709999999972</c:v>
                </c:pt>
                <c:pt idx="29421">
                  <c:v>27.58437</c:v>
                </c:pt>
                <c:pt idx="29422">
                  <c:v>28.092659999999974</c:v>
                </c:pt>
                <c:pt idx="29423">
                  <c:v>28.393509999999978</c:v>
                </c:pt>
                <c:pt idx="29424">
                  <c:v>28.226749999999956</c:v>
                </c:pt>
                <c:pt idx="29425">
                  <c:v>27.60814999999997</c:v>
                </c:pt>
                <c:pt idx="29426">
                  <c:v>27.273260000000001</c:v>
                </c:pt>
                <c:pt idx="29427">
                  <c:v>27.348179999999989</c:v>
                </c:pt>
                <c:pt idx="29428">
                  <c:v>27.29618</c:v>
                </c:pt>
                <c:pt idx="29429">
                  <c:v>27.141259999999999</c:v>
                </c:pt>
                <c:pt idx="29430">
                  <c:v>27.27462999999997</c:v>
                </c:pt>
                <c:pt idx="29431">
                  <c:v>27.507930000000005</c:v>
                </c:pt>
                <c:pt idx="29432">
                  <c:v>27.670249999999989</c:v>
                </c:pt>
                <c:pt idx="29433">
                  <c:v>28.040189999999978</c:v>
                </c:pt>
                <c:pt idx="29434">
                  <c:v>28.531230000000001</c:v>
                </c:pt>
                <c:pt idx="29435">
                  <c:v>28.282459999999972</c:v>
                </c:pt>
                <c:pt idx="29436">
                  <c:v>27.629010000000001</c:v>
                </c:pt>
                <c:pt idx="29437">
                  <c:v>27.470870000000001</c:v>
                </c:pt>
                <c:pt idx="29438">
                  <c:v>27.732609999999973</c:v>
                </c:pt>
                <c:pt idx="29439">
                  <c:v>28.004930000000005</c:v>
                </c:pt>
                <c:pt idx="29440">
                  <c:v>28.09134999999997</c:v>
                </c:pt>
                <c:pt idx="29441">
                  <c:v>28.216529999999974</c:v>
                </c:pt>
                <c:pt idx="29442">
                  <c:v>28.569729999999975</c:v>
                </c:pt>
                <c:pt idx="29443">
                  <c:v>29.12602</c:v>
                </c:pt>
                <c:pt idx="29444">
                  <c:v>29.544499999999989</c:v>
                </c:pt>
                <c:pt idx="29445">
                  <c:v>29.790109999999974</c:v>
                </c:pt>
                <c:pt idx="29446">
                  <c:v>30.048009999999973</c:v>
                </c:pt>
                <c:pt idx="29447">
                  <c:v>30.100290000000001</c:v>
                </c:pt>
                <c:pt idx="29448">
                  <c:v>29.611820000000037</c:v>
                </c:pt>
                <c:pt idx="29449">
                  <c:v>28.949319999999968</c:v>
                </c:pt>
                <c:pt idx="29450">
                  <c:v>28.669969999999999</c:v>
                </c:pt>
                <c:pt idx="29451">
                  <c:v>28.902509999999957</c:v>
                </c:pt>
                <c:pt idx="29452">
                  <c:v>29.355840000000001</c:v>
                </c:pt>
                <c:pt idx="29453">
                  <c:v>29.752759999999974</c:v>
                </c:pt>
                <c:pt idx="29454">
                  <c:v>29.841000000000001</c:v>
                </c:pt>
                <c:pt idx="29455">
                  <c:v>28.836800000000022</c:v>
                </c:pt>
                <c:pt idx="29456">
                  <c:v>27.212679999999974</c:v>
                </c:pt>
                <c:pt idx="29457">
                  <c:v>26.150120000000001</c:v>
                </c:pt>
                <c:pt idx="29458">
                  <c:v>25.800989999999999</c:v>
                </c:pt>
                <c:pt idx="29459">
                  <c:v>25.777139999999989</c:v>
                </c:pt>
                <c:pt idx="29460">
                  <c:v>25.832550000000001</c:v>
                </c:pt>
                <c:pt idx="29461">
                  <c:v>25.950419999999973</c:v>
                </c:pt>
                <c:pt idx="29462">
                  <c:v>26.237680000000001</c:v>
                </c:pt>
                <c:pt idx="29463">
                  <c:v>26.302739999999975</c:v>
                </c:pt>
                <c:pt idx="29464">
                  <c:v>25.781210000000002</c:v>
                </c:pt>
                <c:pt idx="29465">
                  <c:v>25.266719999999957</c:v>
                </c:pt>
                <c:pt idx="29466">
                  <c:v>25.189330000000002</c:v>
                </c:pt>
                <c:pt idx="29467">
                  <c:v>25.37218</c:v>
                </c:pt>
                <c:pt idx="29468">
                  <c:v>25.618590000000001</c:v>
                </c:pt>
                <c:pt idx="29469">
                  <c:v>25.765789999999956</c:v>
                </c:pt>
                <c:pt idx="29470">
                  <c:v>25.87801</c:v>
                </c:pt>
                <c:pt idx="29471">
                  <c:v>26.062519999999957</c:v>
                </c:pt>
                <c:pt idx="29472">
                  <c:v>26.236750000000001</c:v>
                </c:pt>
                <c:pt idx="29473">
                  <c:v>25.966649999999959</c:v>
                </c:pt>
                <c:pt idx="29474">
                  <c:v>25.39228</c:v>
                </c:pt>
                <c:pt idx="29475">
                  <c:v>25.18289</c:v>
                </c:pt>
                <c:pt idx="29476">
                  <c:v>25.291419999999974</c:v>
                </c:pt>
                <c:pt idx="29477">
                  <c:v>25.083880000000001</c:v>
                </c:pt>
                <c:pt idx="29478">
                  <c:v>24.662199999999974</c:v>
                </c:pt>
                <c:pt idx="29479">
                  <c:v>24.440309999999968</c:v>
                </c:pt>
                <c:pt idx="29480">
                  <c:v>24.284859999999988</c:v>
                </c:pt>
                <c:pt idx="29481">
                  <c:v>23.963109999999968</c:v>
                </c:pt>
                <c:pt idx="29482">
                  <c:v>23.872250000000001</c:v>
                </c:pt>
                <c:pt idx="29483">
                  <c:v>24.048870000000001</c:v>
                </c:pt>
                <c:pt idx="29484">
                  <c:v>24.224719999999973</c:v>
                </c:pt>
                <c:pt idx="29485">
                  <c:v>24.505629999999975</c:v>
                </c:pt>
                <c:pt idx="29486">
                  <c:v>24.8505</c:v>
                </c:pt>
                <c:pt idx="29487">
                  <c:v>24.954599999999989</c:v>
                </c:pt>
                <c:pt idx="29488">
                  <c:v>24.752789999999973</c:v>
                </c:pt>
                <c:pt idx="29489">
                  <c:v>24.510179999999988</c:v>
                </c:pt>
                <c:pt idx="29490">
                  <c:v>24.110900000000033</c:v>
                </c:pt>
                <c:pt idx="29491">
                  <c:v>23.630659999999999</c:v>
                </c:pt>
                <c:pt idx="29492">
                  <c:v>23.360050000000001</c:v>
                </c:pt>
                <c:pt idx="29493">
                  <c:v>23.34810999999997</c:v>
                </c:pt>
                <c:pt idx="29494">
                  <c:v>23.660920000000001</c:v>
                </c:pt>
                <c:pt idx="29495">
                  <c:v>23.915379999999974</c:v>
                </c:pt>
                <c:pt idx="29496">
                  <c:v>23.243469999999974</c:v>
                </c:pt>
                <c:pt idx="29497">
                  <c:v>20.86805</c:v>
                </c:pt>
                <c:pt idx="29498">
                  <c:v>18.917660000000001</c:v>
                </c:pt>
                <c:pt idx="29499">
                  <c:v>18.66178</c:v>
                </c:pt>
                <c:pt idx="29500">
                  <c:v>19.333220000000001</c:v>
                </c:pt>
                <c:pt idx="29501">
                  <c:v>19.965299999999957</c:v>
                </c:pt>
                <c:pt idx="29502">
                  <c:v>20.19023</c:v>
                </c:pt>
                <c:pt idx="29503">
                  <c:v>19.853750000000005</c:v>
                </c:pt>
                <c:pt idx="29504">
                  <c:v>18.927810000000001</c:v>
                </c:pt>
                <c:pt idx="29505">
                  <c:v>18.200489999999974</c:v>
                </c:pt>
                <c:pt idx="29506">
                  <c:v>17.67521</c:v>
                </c:pt>
                <c:pt idx="29507">
                  <c:v>17.174289999999999</c:v>
                </c:pt>
                <c:pt idx="29508">
                  <c:v>17.005400000000002</c:v>
                </c:pt>
                <c:pt idx="29509">
                  <c:v>17.16356</c:v>
                </c:pt>
                <c:pt idx="29510">
                  <c:v>17.567399999999989</c:v>
                </c:pt>
                <c:pt idx="29511">
                  <c:v>17.474739999999972</c:v>
                </c:pt>
                <c:pt idx="29512">
                  <c:v>16.927709999999973</c:v>
                </c:pt>
                <c:pt idx="29513">
                  <c:v>16.778029999999973</c:v>
                </c:pt>
                <c:pt idx="29514">
                  <c:v>16.872489999999978</c:v>
                </c:pt>
                <c:pt idx="29515">
                  <c:v>16.918060000000001</c:v>
                </c:pt>
                <c:pt idx="29516">
                  <c:v>16.80531999999997</c:v>
                </c:pt>
                <c:pt idx="29517">
                  <c:v>16.73464999999997</c:v>
                </c:pt>
                <c:pt idx="29518">
                  <c:v>16.774619999999974</c:v>
                </c:pt>
                <c:pt idx="29519">
                  <c:v>16.300350000000005</c:v>
                </c:pt>
                <c:pt idx="29520">
                  <c:v>15.428800000000001</c:v>
                </c:pt>
                <c:pt idx="29521">
                  <c:v>14.640180000000001</c:v>
                </c:pt>
                <c:pt idx="29522">
                  <c:v>14.44753</c:v>
                </c:pt>
                <c:pt idx="29523">
                  <c:v>13.946490000000002</c:v>
                </c:pt>
                <c:pt idx="29524">
                  <c:v>13.78918</c:v>
                </c:pt>
                <c:pt idx="29525">
                  <c:v>13.575810000000002</c:v>
                </c:pt>
                <c:pt idx="29526">
                  <c:v>13.37006</c:v>
                </c:pt>
                <c:pt idx="29527">
                  <c:v>13.26449</c:v>
                </c:pt>
                <c:pt idx="29528">
                  <c:v>13.0982</c:v>
                </c:pt>
                <c:pt idx="29529">
                  <c:v>13.2333</c:v>
                </c:pt>
                <c:pt idx="29530">
                  <c:v>13.075680000000011</c:v>
                </c:pt>
                <c:pt idx="29531">
                  <c:v>12.657020000000001</c:v>
                </c:pt>
                <c:pt idx="29532">
                  <c:v>12.488300000000001</c:v>
                </c:pt>
                <c:pt idx="29533">
                  <c:v>12.172970000000001</c:v>
                </c:pt>
                <c:pt idx="29534">
                  <c:v>12.101800000000001</c:v>
                </c:pt>
                <c:pt idx="29535">
                  <c:v>12.16676</c:v>
                </c:pt>
                <c:pt idx="29536">
                  <c:v>12.02764</c:v>
                </c:pt>
                <c:pt idx="29537">
                  <c:v>11.67952</c:v>
                </c:pt>
                <c:pt idx="29538">
                  <c:v>11.43144</c:v>
                </c:pt>
                <c:pt idx="29539">
                  <c:v>11.304640000000004</c:v>
                </c:pt>
                <c:pt idx="29540">
                  <c:v>11.335710000000002</c:v>
                </c:pt>
                <c:pt idx="29541">
                  <c:v>11.543760000000001</c:v>
                </c:pt>
                <c:pt idx="29542">
                  <c:v>12.01126</c:v>
                </c:pt>
                <c:pt idx="29543">
                  <c:v>12.274140000000001</c:v>
                </c:pt>
                <c:pt idx="29544">
                  <c:v>10.77716</c:v>
                </c:pt>
                <c:pt idx="29545">
                  <c:v>2.5857000000000001</c:v>
                </c:pt>
                <c:pt idx="29546">
                  <c:v>0</c:v>
                </c:pt>
                <c:pt idx="29547">
                  <c:v>0</c:v>
                </c:pt>
                <c:pt idx="29548">
                  <c:v>0</c:v>
                </c:pt>
                <c:pt idx="29549">
                  <c:v>0</c:v>
                </c:pt>
                <c:pt idx="29550">
                  <c:v>0</c:v>
                </c:pt>
                <c:pt idx="29551">
                  <c:v>0</c:v>
                </c:pt>
                <c:pt idx="29552">
                  <c:v>0</c:v>
                </c:pt>
                <c:pt idx="29553">
                  <c:v>0</c:v>
                </c:pt>
                <c:pt idx="29554">
                  <c:v>2.4700599999999975</c:v>
                </c:pt>
                <c:pt idx="29555">
                  <c:v>7.2496200000000064</c:v>
                </c:pt>
                <c:pt idx="29556">
                  <c:v>8.8324300000000111</c:v>
                </c:pt>
                <c:pt idx="29557">
                  <c:v>9.1261100000000006</c:v>
                </c:pt>
                <c:pt idx="29558">
                  <c:v>9.0857800000000104</c:v>
                </c:pt>
                <c:pt idx="29559">
                  <c:v>9.0017500000000013</c:v>
                </c:pt>
                <c:pt idx="29560">
                  <c:v>9.2111400000000003</c:v>
                </c:pt>
                <c:pt idx="29561">
                  <c:v>9.70702</c:v>
                </c:pt>
                <c:pt idx="29562">
                  <c:v>10.17465</c:v>
                </c:pt>
                <c:pt idx="29563">
                  <c:v>10.44261</c:v>
                </c:pt>
                <c:pt idx="29564">
                  <c:v>10.34019</c:v>
                </c:pt>
                <c:pt idx="29565">
                  <c:v>10.137319999999999</c:v>
                </c:pt>
                <c:pt idx="29566">
                  <c:v>9.8729900000000068</c:v>
                </c:pt>
                <c:pt idx="29567">
                  <c:v>9.3406000000000002</c:v>
                </c:pt>
                <c:pt idx="29568">
                  <c:v>8.8818800000000007</c:v>
                </c:pt>
                <c:pt idx="29569">
                  <c:v>8.5441299999999991</c:v>
                </c:pt>
                <c:pt idx="29570">
                  <c:v>8.1162400000000012</c:v>
                </c:pt>
                <c:pt idx="29571">
                  <c:v>7.7692700000000023</c:v>
                </c:pt>
                <c:pt idx="29572">
                  <c:v>7.6400299999999985</c:v>
                </c:pt>
                <c:pt idx="29573">
                  <c:v>7.6551499999999955</c:v>
                </c:pt>
                <c:pt idx="29574">
                  <c:v>8.0231000000000012</c:v>
                </c:pt>
                <c:pt idx="29575">
                  <c:v>8.6074900000000003</c:v>
                </c:pt>
                <c:pt idx="29576">
                  <c:v>9.1107600000000009</c:v>
                </c:pt>
                <c:pt idx="29577">
                  <c:v>9.1992400000000014</c:v>
                </c:pt>
                <c:pt idx="29578">
                  <c:v>9.000020000000001</c:v>
                </c:pt>
                <c:pt idx="29579">
                  <c:v>8.9602900000000005</c:v>
                </c:pt>
                <c:pt idx="29580">
                  <c:v>9.1877100000000009</c:v>
                </c:pt>
                <c:pt idx="29581">
                  <c:v>9.2526400000000066</c:v>
                </c:pt>
                <c:pt idx="29582">
                  <c:v>9.0876100000000015</c:v>
                </c:pt>
                <c:pt idx="29583">
                  <c:v>9.0100600000000011</c:v>
                </c:pt>
                <c:pt idx="29584">
                  <c:v>8.9481099999999998</c:v>
                </c:pt>
                <c:pt idx="29585">
                  <c:v>8.8617800000000067</c:v>
                </c:pt>
                <c:pt idx="29586">
                  <c:v>8.8105400000000067</c:v>
                </c:pt>
                <c:pt idx="29587">
                  <c:v>8.6073500000000003</c:v>
                </c:pt>
                <c:pt idx="29588">
                  <c:v>8.1909600000000005</c:v>
                </c:pt>
                <c:pt idx="29589">
                  <c:v>7.9468500000000004</c:v>
                </c:pt>
                <c:pt idx="29590">
                  <c:v>7.9591000000000003</c:v>
                </c:pt>
                <c:pt idx="29591">
                  <c:v>7.9465899999999996</c:v>
                </c:pt>
                <c:pt idx="29592">
                  <c:v>7.9444799999999995</c:v>
                </c:pt>
                <c:pt idx="29593">
                  <c:v>7.8592599999999999</c:v>
                </c:pt>
                <c:pt idx="29594">
                  <c:v>7.9358000000000004</c:v>
                </c:pt>
                <c:pt idx="29595">
                  <c:v>8.2608900000000016</c:v>
                </c:pt>
                <c:pt idx="29596">
                  <c:v>8.4625200000000067</c:v>
                </c:pt>
                <c:pt idx="29597">
                  <c:v>8.2991700000000002</c:v>
                </c:pt>
                <c:pt idx="29598">
                  <c:v>7.9215200000000001</c:v>
                </c:pt>
                <c:pt idx="29599">
                  <c:v>7.6882299999999999</c:v>
                </c:pt>
                <c:pt idx="29600">
                  <c:v>7.7220599999999955</c:v>
                </c:pt>
                <c:pt idx="29601">
                  <c:v>7.7740600000000004</c:v>
                </c:pt>
                <c:pt idx="29602">
                  <c:v>7.69834</c:v>
                </c:pt>
                <c:pt idx="29603">
                  <c:v>7.5532500000000002</c:v>
                </c:pt>
                <c:pt idx="29604">
                  <c:v>7.4838000000000013</c:v>
                </c:pt>
                <c:pt idx="29605">
                  <c:v>7.6607499999999975</c:v>
                </c:pt>
                <c:pt idx="29606">
                  <c:v>7.9972500000000002</c:v>
                </c:pt>
                <c:pt idx="29607">
                  <c:v>8.3878700000000013</c:v>
                </c:pt>
                <c:pt idx="29608">
                  <c:v>8.91282</c:v>
                </c:pt>
                <c:pt idx="29609">
                  <c:v>9.0415100000000006</c:v>
                </c:pt>
                <c:pt idx="29610">
                  <c:v>8.6022100000000012</c:v>
                </c:pt>
                <c:pt idx="29611">
                  <c:v>8.1901500000000009</c:v>
                </c:pt>
                <c:pt idx="29612">
                  <c:v>8.1489499999999992</c:v>
                </c:pt>
                <c:pt idx="29613">
                  <c:v>8.3448100000000007</c:v>
                </c:pt>
                <c:pt idx="29614">
                  <c:v>8.5646200000000015</c:v>
                </c:pt>
                <c:pt idx="29615">
                  <c:v>8.5877600000000012</c:v>
                </c:pt>
                <c:pt idx="29616">
                  <c:v>8.4570800000000048</c:v>
                </c:pt>
                <c:pt idx="29617">
                  <c:v>8.254290000000001</c:v>
                </c:pt>
                <c:pt idx="29618">
                  <c:v>7.7827400000000004</c:v>
                </c:pt>
                <c:pt idx="29619">
                  <c:v>7.09246</c:v>
                </c:pt>
                <c:pt idx="29620">
                  <c:v>6.8073199999999945</c:v>
                </c:pt>
                <c:pt idx="29621">
                  <c:v>7.2025299999999985</c:v>
                </c:pt>
                <c:pt idx="29622">
                  <c:v>7.7500600000000004</c:v>
                </c:pt>
                <c:pt idx="29623">
                  <c:v>8.097150000000001</c:v>
                </c:pt>
                <c:pt idx="29624">
                  <c:v>8.5220000000000002</c:v>
                </c:pt>
                <c:pt idx="29625">
                  <c:v>9.05884</c:v>
                </c:pt>
                <c:pt idx="29626">
                  <c:v>9.5110900000000012</c:v>
                </c:pt>
                <c:pt idx="29627">
                  <c:v>9.8076500000000006</c:v>
                </c:pt>
                <c:pt idx="29628">
                  <c:v>9.9739300000000028</c:v>
                </c:pt>
                <c:pt idx="29629">
                  <c:v>9.8958500000000047</c:v>
                </c:pt>
                <c:pt idx="29630">
                  <c:v>9.7187699999999992</c:v>
                </c:pt>
                <c:pt idx="29631">
                  <c:v>9.6272699999999993</c:v>
                </c:pt>
                <c:pt idx="29632">
                  <c:v>9.4652400000000068</c:v>
                </c:pt>
                <c:pt idx="29633">
                  <c:v>9.4267300000000027</c:v>
                </c:pt>
                <c:pt idx="29634">
                  <c:v>9.76525</c:v>
                </c:pt>
                <c:pt idx="29635">
                  <c:v>10.165840000000006</c:v>
                </c:pt>
                <c:pt idx="29636">
                  <c:v>10.072090000000006</c:v>
                </c:pt>
                <c:pt idx="29637">
                  <c:v>9.8164900000000141</c:v>
                </c:pt>
                <c:pt idx="29638">
                  <c:v>9.6180599999999998</c:v>
                </c:pt>
                <c:pt idx="29639">
                  <c:v>9.0324000000000026</c:v>
                </c:pt>
                <c:pt idx="29640">
                  <c:v>8.2840900000000008</c:v>
                </c:pt>
                <c:pt idx="29641">
                  <c:v>7.7855799999999995</c:v>
                </c:pt>
                <c:pt idx="29642">
                  <c:v>7.63009</c:v>
                </c:pt>
                <c:pt idx="29643">
                  <c:v>7.7001900000000001</c:v>
                </c:pt>
                <c:pt idx="29644">
                  <c:v>7.9670699999999997</c:v>
                </c:pt>
                <c:pt idx="29645">
                  <c:v>8.3329200000000014</c:v>
                </c:pt>
                <c:pt idx="29646">
                  <c:v>8.7231799999999993</c:v>
                </c:pt>
                <c:pt idx="29647">
                  <c:v>9.1772500000000008</c:v>
                </c:pt>
                <c:pt idx="29648">
                  <c:v>9.5575800000000068</c:v>
                </c:pt>
                <c:pt idx="29649">
                  <c:v>9.8011500000000016</c:v>
                </c:pt>
                <c:pt idx="29650">
                  <c:v>9.9084100000000035</c:v>
                </c:pt>
                <c:pt idx="29651">
                  <c:v>10.00146</c:v>
                </c:pt>
                <c:pt idx="29652">
                  <c:v>10.349600000000002</c:v>
                </c:pt>
                <c:pt idx="29653">
                  <c:v>10.880570000000002</c:v>
                </c:pt>
                <c:pt idx="29654">
                  <c:v>11.191410000000001</c:v>
                </c:pt>
                <c:pt idx="29655">
                  <c:v>11.264860000000001</c:v>
                </c:pt>
                <c:pt idx="29656">
                  <c:v>11.00371</c:v>
                </c:pt>
                <c:pt idx="29657">
                  <c:v>10.67352</c:v>
                </c:pt>
                <c:pt idx="29658">
                  <c:v>10.72772</c:v>
                </c:pt>
                <c:pt idx="29659">
                  <c:v>10.883400000000011</c:v>
                </c:pt>
                <c:pt idx="29660">
                  <c:v>11.12757</c:v>
                </c:pt>
                <c:pt idx="29661">
                  <c:v>11.416590000000006</c:v>
                </c:pt>
                <c:pt idx="29662">
                  <c:v>11.826640000000006</c:v>
                </c:pt>
                <c:pt idx="29663">
                  <c:v>12.241969999999997</c:v>
                </c:pt>
                <c:pt idx="29664">
                  <c:v>12.477880000000004</c:v>
                </c:pt>
                <c:pt idx="29665">
                  <c:v>12.648219999999997</c:v>
                </c:pt>
                <c:pt idx="29666">
                  <c:v>12.7201</c:v>
                </c:pt>
                <c:pt idx="29667">
                  <c:v>12.741239999999999</c:v>
                </c:pt>
                <c:pt idx="29668">
                  <c:v>12.89016</c:v>
                </c:pt>
                <c:pt idx="29669">
                  <c:v>13.21035</c:v>
                </c:pt>
                <c:pt idx="29670">
                  <c:v>13.52004</c:v>
                </c:pt>
                <c:pt idx="29671">
                  <c:v>13.672880000000006</c:v>
                </c:pt>
                <c:pt idx="29672">
                  <c:v>13.855710000000011</c:v>
                </c:pt>
                <c:pt idx="29673">
                  <c:v>14.309050000000004</c:v>
                </c:pt>
                <c:pt idx="29674">
                  <c:v>14.68418</c:v>
                </c:pt>
                <c:pt idx="29675">
                  <c:v>14.736420000000001</c:v>
                </c:pt>
                <c:pt idx="29676">
                  <c:v>14.59572</c:v>
                </c:pt>
                <c:pt idx="29677">
                  <c:v>14.523200000000001</c:v>
                </c:pt>
                <c:pt idx="29678">
                  <c:v>14.697750000000001</c:v>
                </c:pt>
                <c:pt idx="29679">
                  <c:v>14.77515</c:v>
                </c:pt>
                <c:pt idx="29680">
                  <c:v>14.862870000000004</c:v>
                </c:pt>
                <c:pt idx="29681">
                  <c:v>15.184100000000001</c:v>
                </c:pt>
                <c:pt idx="29682">
                  <c:v>15.540330000000001</c:v>
                </c:pt>
                <c:pt idx="29683">
                  <c:v>15.513310000000001</c:v>
                </c:pt>
                <c:pt idx="29684">
                  <c:v>14.94895</c:v>
                </c:pt>
                <c:pt idx="29685">
                  <c:v>14.36286000000001</c:v>
                </c:pt>
                <c:pt idx="29686">
                  <c:v>14.107200000000001</c:v>
                </c:pt>
                <c:pt idx="29687">
                  <c:v>14.17604</c:v>
                </c:pt>
                <c:pt idx="29688">
                  <c:v>14.14063</c:v>
                </c:pt>
                <c:pt idx="29689">
                  <c:v>14.05621</c:v>
                </c:pt>
                <c:pt idx="29690">
                  <c:v>14.10859</c:v>
                </c:pt>
                <c:pt idx="29691">
                  <c:v>14.02622</c:v>
                </c:pt>
                <c:pt idx="29692">
                  <c:v>13.82654000000001</c:v>
                </c:pt>
                <c:pt idx="29693">
                  <c:v>13.73076</c:v>
                </c:pt>
                <c:pt idx="29694">
                  <c:v>13.98715</c:v>
                </c:pt>
                <c:pt idx="29695">
                  <c:v>14.366620000000006</c:v>
                </c:pt>
                <c:pt idx="29696">
                  <c:v>14.34751</c:v>
                </c:pt>
                <c:pt idx="29697">
                  <c:v>13.99535</c:v>
                </c:pt>
                <c:pt idx="29698">
                  <c:v>13.584570000000001</c:v>
                </c:pt>
                <c:pt idx="29699">
                  <c:v>13.531779999999999</c:v>
                </c:pt>
                <c:pt idx="29700">
                  <c:v>13.675090000000004</c:v>
                </c:pt>
                <c:pt idx="29701">
                  <c:v>14.0357</c:v>
                </c:pt>
                <c:pt idx="29702">
                  <c:v>14.304070000000001</c:v>
                </c:pt>
                <c:pt idx="29703">
                  <c:v>14.510150000000001</c:v>
                </c:pt>
                <c:pt idx="29704">
                  <c:v>14.917150000000001</c:v>
                </c:pt>
                <c:pt idx="29705">
                  <c:v>15.083360000000001</c:v>
                </c:pt>
                <c:pt idx="29706">
                  <c:v>15.224869999999999</c:v>
                </c:pt>
                <c:pt idx="29707">
                  <c:v>15.532260000000001</c:v>
                </c:pt>
                <c:pt idx="29708">
                  <c:v>15.965600000000011</c:v>
                </c:pt>
                <c:pt idx="29709">
                  <c:v>16.431450000000005</c:v>
                </c:pt>
                <c:pt idx="29710">
                  <c:v>16.814620000000001</c:v>
                </c:pt>
                <c:pt idx="29711">
                  <c:v>17.145969999999988</c:v>
                </c:pt>
                <c:pt idx="29712">
                  <c:v>17.454960000000021</c:v>
                </c:pt>
                <c:pt idx="29713">
                  <c:v>17.643419999999974</c:v>
                </c:pt>
                <c:pt idx="29714">
                  <c:v>17.289209999999972</c:v>
                </c:pt>
                <c:pt idx="29715">
                  <c:v>17.322789999999973</c:v>
                </c:pt>
                <c:pt idx="29716">
                  <c:v>17.861830000000001</c:v>
                </c:pt>
                <c:pt idx="29717">
                  <c:v>17.75651999999997</c:v>
                </c:pt>
                <c:pt idx="29718">
                  <c:v>17.77881</c:v>
                </c:pt>
                <c:pt idx="29719">
                  <c:v>18.303229999999989</c:v>
                </c:pt>
                <c:pt idx="29720">
                  <c:v>18.83803</c:v>
                </c:pt>
                <c:pt idx="29721">
                  <c:v>18.786930000000002</c:v>
                </c:pt>
                <c:pt idx="29722">
                  <c:v>18.138020000000001</c:v>
                </c:pt>
                <c:pt idx="29723">
                  <c:v>17.915900000000001</c:v>
                </c:pt>
                <c:pt idx="29724">
                  <c:v>18.188749999999956</c:v>
                </c:pt>
                <c:pt idx="29725">
                  <c:v>18.691199999999988</c:v>
                </c:pt>
                <c:pt idx="29726">
                  <c:v>19.070650000000001</c:v>
                </c:pt>
                <c:pt idx="29727">
                  <c:v>19.092980000000001</c:v>
                </c:pt>
                <c:pt idx="29728">
                  <c:v>18.616650000000021</c:v>
                </c:pt>
                <c:pt idx="29729">
                  <c:v>18.163209999999989</c:v>
                </c:pt>
                <c:pt idx="29730">
                  <c:v>17.82629</c:v>
                </c:pt>
                <c:pt idx="29731">
                  <c:v>18.044639999999973</c:v>
                </c:pt>
                <c:pt idx="29732">
                  <c:v>18.559989999999999</c:v>
                </c:pt>
                <c:pt idx="29733">
                  <c:v>18.702439999999957</c:v>
                </c:pt>
                <c:pt idx="29734">
                  <c:v>18.502469999999974</c:v>
                </c:pt>
                <c:pt idx="29735">
                  <c:v>18.36298</c:v>
                </c:pt>
                <c:pt idx="29736">
                  <c:v>18.107930000000021</c:v>
                </c:pt>
                <c:pt idx="29737">
                  <c:v>18.191299999999988</c:v>
                </c:pt>
                <c:pt idx="29738">
                  <c:v>18.282629999999955</c:v>
                </c:pt>
                <c:pt idx="29739">
                  <c:v>18.496589999999973</c:v>
                </c:pt>
                <c:pt idx="29740">
                  <c:v>18.90009999999997</c:v>
                </c:pt>
                <c:pt idx="29741">
                  <c:v>19.301980000000022</c:v>
                </c:pt>
                <c:pt idx="29742">
                  <c:v>19.549410000000002</c:v>
                </c:pt>
                <c:pt idx="29743">
                  <c:v>19.833960000000033</c:v>
                </c:pt>
                <c:pt idx="29744">
                  <c:v>20.337810000000033</c:v>
                </c:pt>
                <c:pt idx="29745">
                  <c:v>20.84882</c:v>
                </c:pt>
                <c:pt idx="29746">
                  <c:v>21.254100000000001</c:v>
                </c:pt>
                <c:pt idx="29747">
                  <c:v>21.706479999999978</c:v>
                </c:pt>
                <c:pt idx="29748">
                  <c:v>22.087070000000001</c:v>
                </c:pt>
                <c:pt idx="29749">
                  <c:v>22.337610000000005</c:v>
                </c:pt>
                <c:pt idx="29750">
                  <c:v>22.313929999999999</c:v>
                </c:pt>
                <c:pt idx="29751">
                  <c:v>22.16501999999997</c:v>
                </c:pt>
                <c:pt idx="29752">
                  <c:v>22.31053</c:v>
                </c:pt>
                <c:pt idx="29753">
                  <c:v>22.706990000000001</c:v>
                </c:pt>
                <c:pt idx="29754">
                  <c:v>22.997810000000001</c:v>
                </c:pt>
                <c:pt idx="29755">
                  <c:v>22.979699999999973</c:v>
                </c:pt>
                <c:pt idx="29756">
                  <c:v>23.022339999999971</c:v>
                </c:pt>
                <c:pt idx="29757">
                  <c:v>23.396570000000001</c:v>
                </c:pt>
                <c:pt idx="29758">
                  <c:v>23.976179999999989</c:v>
                </c:pt>
                <c:pt idx="29759">
                  <c:v>24.362739999999956</c:v>
                </c:pt>
                <c:pt idx="29760">
                  <c:v>24.263259999999974</c:v>
                </c:pt>
                <c:pt idx="29761">
                  <c:v>24.347329999999989</c:v>
                </c:pt>
                <c:pt idx="29762">
                  <c:v>24.879799999999989</c:v>
                </c:pt>
                <c:pt idx="29763">
                  <c:v>25.630170000000021</c:v>
                </c:pt>
                <c:pt idx="29764">
                  <c:v>26.494389999999989</c:v>
                </c:pt>
                <c:pt idx="29765">
                  <c:v>26.859159999999999</c:v>
                </c:pt>
                <c:pt idx="29766">
                  <c:v>27.013670000000001</c:v>
                </c:pt>
                <c:pt idx="29767">
                  <c:v>27.265919999999973</c:v>
                </c:pt>
                <c:pt idx="29768">
                  <c:v>27.424669999999974</c:v>
                </c:pt>
                <c:pt idx="29769">
                  <c:v>27.713200000000001</c:v>
                </c:pt>
                <c:pt idx="29770">
                  <c:v>27.919979999999999</c:v>
                </c:pt>
                <c:pt idx="29771">
                  <c:v>28.074839999999988</c:v>
                </c:pt>
                <c:pt idx="29772">
                  <c:v>28.259779999999989</c:v>
                </c:pt>
                <c:pt idx="29773">
                  <c:v>27.877469999999999</c:v>
                </c:pt>
                <c:pt idx="29774">
                  <c:v>27.120259999999988</c:v>
                </c:pt>
                <c:pt idx="29775">
                  <c:v>26.933299999999978</c:v>
                </c:pt>
                <c:pt idx="29776">
                  <c:v>27.210450000000005</c:v>
                </c:pt>
                <c:pt idx="29777">
                  <c:v>27.512729999999973</c:v>
                </c:pt>
                <c:pt idx="29778">
                  <c:v>27.73558999999997</c:v>
                </c:pt>
                <c:pt idx="29779">
                  <c:v>27.806000000000001</c:v>
                </c:pt>
                <c:pt idx="29780">
                  <c:v>27.87668</c:v>
                </c:pt>
                <c:pt idx="29781">
                  <c:v>27.991729999999972</c:v>
                </c:pt>
                <c:pt idx="29782">
                  <c:v>27.821709999999989</c:v>
                </c:pt>
                <c:pt idx="29783">
                  <c:v>27.487129999999972</c:v>
                </c:pt>
                <c:pt idx="29784">
                  <c:v>27.437629999999974</c:v>
                </c:pt>
                <c:pt idx="29785">
                  <c:v>27.78105</c:v>
                </c:pt>
                <c:pt idx="29786">
                  <c:v>28.273910000000001</c:v>
                </c:pt>
                <c:pt idx="29787">
                  <c:v>28.770600000000002</c:v>
                </c:pt>
                <c:pt idx="29788">
                  <c:v>29.323820000000001</c:v>
                </c:pt>
                <c:pt idx="29789">
                  <c:v>29.654290000000021</c:v>
                </c:pt>
                <c:pt idx="29790">
                  <c:v>29.742709999999956</c:v>
                </c:pt>
                <c:pt idx="29791">
                  <c:v>29.696280000000005</c:v>
                </c:pt>
                <c:pt idx="29792">
                  <c:v>29.794329999999974</c:v>
                </c:pt>
                <c:pt idx="29793">
                  <c:v>30.011130000000001</c:v>
                </c:pt>
                <c:pt idx="29794">
                  <c:v>30.060409999999973</c:v>
                </c:pt>
                <c:pt idx="29795">
                  <c:v>30.033809999999999</c:v>
                </c:pt>
                <c:pt idx="29796">
                  <c:v>29.850760000000001</c:v>
                </c:pt>
                <c:pt idx="29797">
                  <c:v>29.47889</c:v>
                </c:pt>
                <c:pt idx="29798">
                  <c:v>29.337579999999999</c:v>
                </c:pt>
                <c:pt idx="29799">
                  <c:v>29.524229999999989</c:v>
                </c:pt>
                <c:pt idx="29800">
                  <c:v>29.692170000000001</c:v>
                </c:pt>
                <c:pt idx="29801">
                  <c:v>29.662759999999974</c:v>
                </c:pt>
                <c:pt idx="29802">
                  <c:v>29.651530000000001</c:v>
                </c:pt>
                <c:pt idx="29803">
                  <c:v>29.779629999999973</c:v>
                </c:pt>
                <c:pt idx="29804">
                  <c:v>30.130820000000021</c:v>
                </c:pt>
                <c:pt idx="29805">
                  <c:v>30.630210000000005</c:v>
                </c:pt>
                <c:pt idx="29806">
                  <c:v>31.092459999999978</c:v>
                </c:pt>
                <c:pt idx="29807">
                  <c:v>31.09309</c:v>
                </c:pt>
                <c:pt idx="29808">
                  <c:v>30.929309999999973</c:v>
                </c:pt>
                <c:pt idx="29809">
                  <c:v>31.074999999999999</c:v>
                </c:pt>
                <c:pt idx="29810">
                  <c:v>31.103529999999989</c:v>
                </c:pt>
                <c:pt idx="29811">
                  <c:v>30.864080000000001</c:v>
                </c:pt>
                <c:pt idx="29812">
                  <c:v>30.226949999999974</c:v>
                </c:pt>
                <c:pt idx="29813">
                  <c:v>29.286840000000002</c:v>
                </c:pt>
                <c:pt idx="29814">
                  <c:v>28.701779999999989</c:v>
                </c:pt>
                <c:pt idx="29815">
                  <c:v>28.431870000000021</c:v>
                </c:pt>
                <c:pt idx="29816">
                  <c:v>28.088469999999973</c:v>
                </c:pt>
                <c:pt idx="29817">
                  <c:v>27.589749999999956</c:v>
                </c:pt>
                <c:pt idx="29818">
                  <c:v>27.311129999999999</c:v>
                </c:pt>
                <c:pt idx="29819">
                  <c:v>27.250729999999972</c:v>
                </c:pt>
                <c:pt idx="29820">
                  <c:v>27.203410000000002</c:v>
                </c:pt>
                <c:pt idx="29821">
                  <c:v>26.93102</c:v>
                </c:pt>
                <c:pt idx="29822">
                  <c:v>26.44166999999997</c:v>
                </c:pt>
                <c:pt idx="29823">
                  <c:v>26.16076</c:v>
                </c:pt>
                <c:pt idx="29824">
                  <c:v>26.228039999999975</c:v>
                </c:pt>
                <c:pt idx="29825">
                  <c:v>26.37623</c:v>
                </c:pt>
                <c:pt idx="29826">
                  <c:v>26.16825</c:v>
                </c:pt>
                <c:pt idx="29827">
                  <c:v>25.831250000000022</c:v>
                </c:pt>
                <c:pt idx="29828">
                  <c:v>25.789679999999972</c:v>
                </c:pt>
                <c:pt idx="29829">
                  <c:v>25.785389999999964</c:v>
                </c:pt>
                <c:pt idx="29830">
                  <c:v>25.792209999999972</c:v>
                </c:pt>
                <c:pt idx="29831">
                  <c:v>25.990209999999973</c:v>
                </c:pt>
                <c:pt idx="29832">
                  <c:v>26.310009999999988</c:v>
                </c:pt>
                <c:pt idx="29833">
                  <c:v>26.666260000000001</c:v>
                </c:pt>
                <c:pt idx="29834">
                  <c:v>26.743309999999973</c:v>
                </c:pt>
                <c:pt idx="29835">
                  <c:v>26.498179999999973</c:v>
                </c:pt>
                <c:pt idx="29836">
                  <c:v>26.445769999999964</c:v>
                </c:pt>
                <c:pt idx="29837">
                  <c:v>26.698119999999989</c:v>
                </c:pt>
                <c:pt idx="29838">
                  <c:v>26.790289999999974</c:v>
                </c:pt>
                <c:pt idx="29839">
                  <c:v>26.377199999999988</c:v>
                </c:pt>
                <c:pt idx="29840">
                  <c:v>25.588360000000002</c:v>
                </c:pt>
                <c:pt idx="29841">
                  <c:v>25.016459999999999</c:v>
                </c:pt>
                <c:pt idx="29842">
                  <c:v>24.817229999999999</c:v>
                </c:pt>
                <c:pt idx="29843">
                  <c:v>24.174930000000021</c:v>
                </c:pt>
                <c:pt idx="29844">
                  <c:v>23.157409999999999</c:v>
                </c:pt>
                <c:pt idx="29845">
                  <c:v>22.411200000000001</c:v>
                </c:pt>
                <c:pt idx="29846">
                  <c:v>22.084479999999989</c:v>
                </c:pt>
                <c:pt idx="29847">
                  <c:v>22.218539999999972</c:v>
                </c:pt>
                <c:pt idx="29848">
                  <c:v>22.614870000000039</c:v>
                </c:pt>
                <c:pt idx="29849">
                  <c:v>23.152660000000001</c:v>
                </c:pt>
                <c:pt idx="29850">
                  <c:v>23.446379999999973</c:v>
                </c:pt>
                <c:pt idx="29851">
                  <c:v>23.434470000000001</c:v>
                </c:pt>
                <c:pt idx="29852">
                  <c:v>23.514260000000021</c:v>
                </c:pt>
                <c:pt idx="29853">
                  <c:v>23.65572999999997</c:v>
                </c:pt>
                <c:pt idx="29854">
                  <c:v>23.416620000000002</c:v>
                </c:pt>
                <c:pt idx="29855">
                  <c:v>22.96184999999997</c:v>
                </c:pt>
                <c:pt idx="29856">
                  <c:v>22.48498</c:v>
                </c:pt>
                <c:pt idx="29857">
                  <c:v>21.902309999999975</c:v>
                </c:pt>
                <c:pt idx="29858">
                  <c:v>21.292309999999972</c:v>
                </c:pt>
                <c:pt idx="29859">
                  <c:v>20.869980000000005</c:v>
                </c:pt>
                <c:pt idx="29860">
                  <c:v>20.748579999999972</c:v>
                </c:pt>
                <c:pt idx="29861">
                  <c:v>20.827870000000026</c:v>
                </c:pt>
                <c:pt idx="29862">
                  <c:v>20.497119999999974</c:v>
                </c:pt>
                <c:pt idx="29863">
                  <c:v>19.770619999999973</c:v>
                </c:pt>
                <c:pt idx="29864">
                  <c:v>19.35974999999997</c:v>
                </c:pt>
                <c:pt idx="29865">
                  <c:v>19.391800000000021</c:v>
                </c:pt>
                <c:pt idx="29866">
                  <c:v>19.712820000000001</c:v>
                </c:pt>
                <c:pt idx="29867">
                  <c:v>19.892429999999973</c:v>
                </c:pt>
                <c:pt idx="29868">
                  <c:v>19.97118</c:v>
                </c:pt>
                <c:pt idx="29869">
                  <c:v>20.333780000000001</c:v>
                </c:pt>
                <c:pt idx="29870">
                  <c:v>20.977550000000001</c:v>
                </c:pt>
                <c:pt idx="29871">
                  <c:v>21.582549999999959</c:v>
                </c:pt>
                <c:pt idx="29872">
                  <c:v>21.799050000000001</c:v>
                </c:pt>
                <c:pt idx="29873">
                  <c:v>21.72535999999997</c:v>
                </c:pt>
                <c:pt idx="29874">
                  <c:v>21.50247999999997</c:v>
                </c:pt>
                <c:pt idx="29875">
                  <c:v>21.245589999999975</c:v>
                </c:pt>
                <c:pt idx="29876">
                  <c:v>21.066970000000001</c:v>
                </c:pt>
                <c:pt idx="29877">
                  <c:v>20.995839999999973</c:v>
                </c:pt>
                <c:pt idx="29878">
                  <c:v>21.040139999999973</c:v>
                </c:pt>
                <c:pt idx="29879">
                  <c:v>21.213970000000021</c:v>
                </c:pt>
                <c:pt idx="29880">
                  <c:v>21.243369999999974</c:v>
                </c:pt>
                <c:pt idx="29881">
                  <c:v>21.051279999999988</c:v>
                </c:pt>
                <c:pt idx="29882">
                  <c:v>20.814209999999999</c:v>
                </c:pt>
                <c:pt idx="29883">
                  <c:v>20.549869999999999</c:v>
                </c:pt>
                <c:pt idx="29884">
                  <c:v>19.939170000000001</c:v>
                </c:pt>
                <c:pt idx="29885">
                  <c:v>19.088019999999968</c:v>
                </c:pt>
                <c:pt idx="29886">
                  <c:v>18.423909999999989</c:v>
                </c:pt>
                <c:pt idx="29887">
                  <c:v>17.813500000000001</c:v>
                </c:pt>
                <c:pt idx="29888">
                  <c:v>17.204470000000001</c:v>
                </c:pt>
                <c:pt idx="29889">
                  <c:v>16.470029999999973</c:v>
                </c:pt>
                <c:pt idx="29890">
                  <c:v>15.678050000000001</c:v>
                </c:pt>
                <c:pt idx="29891">
                  <c:v>15.146520000000001</c:v>
                </c:pt>
                <c:pt idx="29892">
                  <c:v>14.880840000000006</c:v>
                </c:pt>
                <c:pt idx="29893">
                  <c:v>14.841950000000001</c:v>
                </c:pt>
                <c:pt idx="29894">
                  <c:v>14.77669</c:v>
                </c:pt>
                <c:pt idx="29895">
                  <c:v>14.61673</c:v>
                </c:pt>
                <c:pt idx="29896">
                  <c:v>14.66588000000001</c:v>
                </c:pt>
                <c:pt idx="29897">
                  <c:v>14.77913</c:v>
                </c:pt>
                <c:pt idx="29898">
                  <c:v>14.962770000000004</c:v>
                </c:pt>
                <c:pt idx="29899">
                  <c:v>15.218059999999999</c:v>
                </c:pt>
                <c:pt idx="29900">
                  <c:v>15.208959999999999</c:v>
                </c:pt>
                <c:pt idx="29901">
                  <c:v>14.93188</c:v>
                </c:pt>
                <c:pt idx="29902">
                  <c:v>14.58365</c:v>
                </c:pt>
                <c:pt idx="29903">
                  <c:v>14.24366</c:v>
                </c:pt>
                <c:pt idx="29904">
                  <c:v>14.02004</c:v>
                </c:pt>
                <c:pt idx="29905">
                  <c:v>13.967220000000001</c:v>
                </c:pt>
                <c:pt idx="29906">
                  <c:v>13.97151</c:v>
                </c:pt>
                <c:pt idx="29907">
                  <c:v>13.634119999999999</c:v>
                </c:pt>
                <c:pt idx="29908">
                  <c:v>12.9473</c:v>
                </c:pt>
                <c:pt idx="29909">
                  <c:v>12.28279</c:v>
                </c:pt>
                <c:pt idx="29910">
                  <c:v>12.05866</c:v>
                </c:pt>
                <c:pt idx="29911">
                  <c:v>12.24958</c:v>
                </c:pt>
                <c:pt idx="29912">
                  <c:v>12.68379</c:v>
                </c:pt>
                <c:pt idx="29913">
                  <c:v>13.211460000000001</c:v>
                </c:pt>
                <c:pt idx="29914">
                  <c:v>13.273250000000001</c:v>
                </c:pt>
                <c:pt idx="29915">
                  <c:v>12.74302</c:v>
                </c:pt>
                <c:pt idx="29916">
                  <c:v>12.084290000000001</c:v>
                </c:pt>
                <c:pt idx="29917">
                  <c:v>11.58427</c:v>
                </c:pt>
                <c:pt idx="29918">
                  <c:v>11.34595</c:v>
                </c:pt>
                <c:pt idx="29919">
                  <c:v>11.159940000000002</c:v>
                </c:pt>
                <c:pt idx="29920">
                  <c:v>10.8218</c:v>
                </c:pt>
                <c:pt idx="29921">
                  <c:v>10.60413</c:v>
                </c:pt>
                <c:pt idx="29922">
                  <c:v>10.655690000000011</c:v>
                </c:pt>
                <c:pt idx="29923">
                  <c:v>10.77576</c:v>
                </c:pt>
                <c:pt idx="29924">
                  <c:v>10.90199</c:v>
                </c:pt>
                <c:pt idx="29925">
                  <c:v>11.13761</c:v>
                </c:pt>
                <c:pt idx="29926">
                  <c:v>11.277100000000001</c:v>
                </c:pt>
                <c:pt idx="29927">
                  <c:v>11.435560000000002</c:v>
                </c:pt>
                <c:pt idx="29928">
                  <c:v>11.627690000000001</c:v>
                </c:pt>
                <c:pt idx="29929">
                  <c:v>11.757490000000002</c:v>
                </c:pt>
                <c:pt idx="29930">
                  <c:v>12.184610000000001</c:v>
                </c:pt>
                <c:pt idx="29931">
                  <c:v>12.515220000000001</c:v>
                </c:pt>
                <c:pt idx="29932">
                  <c:v>12.21055</c:v>
                </c:pt>
                <c:pt idx="29933">
                  <c:v>11.68577</c:v>
                </c:pt>
                <c:pt idx="29934">
                  <c:v>11.176130000000002</c:v>
                </c:pt>
                <c:pt idx="29935">
                  <c:v>10.787460000000001</c:v>
                </c:pt>
                <c:pt idx="29936">
                  <c:v>10.368690000000004</c:v>
                </c:pt>
                <c:pt idx="29937">
                  <c:v>10.0532</c:v>
                </c:pt>
                <c:pt idx="29938">
                  <c:v>9.9418699999999998</c:v>
                </c:pt>
                <c:pt idx="29939">
                  <c:v>9.8322400000000005</c:v>
                </c:pt>
                <c:pt idx="29940">
                  <c:v>9.78674</c:v>
                </c:pt>
                <c:pt idx="29941">
                  <c:v>9.9232900000000015</c:v>
                </c:pt>
                <c:pt idx="29942">
                  <c:v>10.01268000000001</c:v>
                </c:pt>
                <c:pt idx="29943">
                  <c:v>9.9816200000000013</c:v>
                </c:pt>
                <c:pt idx="29944">
                  <c:v>9.8396900000000027</c:v>
                </c:pt>
                <c:pt idx="29945">
                  <c:v>9.7707200000000007</c:v>
                </c:pt>
                <c:pt idx="29946">
                  <c:v>9.8866500000000048</c:v>
                </c:pt>
                <c:pt idx="29947">
                  <c:v>10.02985</c:v>
                </c:pt>
                <c:pt idx="29948">
                  <c:v>9.8932000000000002</c:v>
                </c:pt>
                <c:pt idx="29949">
                  <c:v>9.6539900000000003</c:v>
                </c:pt>
                <c:pt idx="29950">
                  <c:v>9.57315</c:v>
                </c:pt>
                <c:pt idx="29951">
                  <c:v>9.78857</c:v>
                </c:pt>
                <c:pt idx="29952">
                  <c:v>10.288019999999999</c:v>
                </c:pt>
                <c:pt idx="29953">
                  <c:v>10.68159</c:v>
                </c:pt>
                <c:pt idx="29954">
                  <c:v>10.81071</c:v>
                </c:pt>
                <c:pt idx="29955">
                  <c:v>11.11312</c:v>
                </c:pt>
                <c:pt idx="29956">
                  <c:v>11.13903</c:v>
                </c:pt>
                <c:pt idx="29957">
                  <c:v>10.770440000000002</c:v>
                </c:pt>
                <c:pt idx="29958">
                  <c:v>10.56906</c:v>
                </c:pt>
                <c:pt idx="29959">
                  <c:v>10.26159</c:v>
                </c:pt>
                <c:pt idx="29960">
                  <c:v>9.8781400000000001</c:v>
                </c:pt>
                <c:pt idx="29961">
                  <c:v>9.6618600000000008</c:v>
                </c:pt>
                <c:pt idx="29962">
                  <c:v>9.3668400000000123</c:v>
                </c:pt>
                <c:pt idx="29963">
                  <c:v>9.1277100000000004</c:v>
                </c:pt>
                <c:pt idx="29964">
                  <c:v>9.0745200000000015</c:v>
                </c:pt>
                <c:pt idx="29965">
                  <c:v>8.9569300000000105</c:v>
                </c:pt>
                <c:pt idx="29966">
                  <c:v>8.7474600000000002</c:v>
                </c:pt>
                <c:pt idx="29967">
                  <c:v>8.6876100000000012</c:v>
                </c:pt>
                <c:pt idx="29968">
                  <c:v>8.8870500000000003</c:v>
                </c:pt>
                <c:pt idx="29969">
                  <c:v>9.12758</c:v>
                </c:pt>
                <c:pt idx="29970">
                  <c:v>9.2958800000000004</c:v>
                </c:pt>
                <c:pt idx="29971">
                  <c:v>9.5130600000000012</c:v>
                </c:pt>
                <c:pt idx="29972">
                  <c:v>9.6030100000000012</c:v>
                </c:pt>
                <c:pt idx="29973">
                  <c:v>9.526390000000001</c:v>
                </c:pt>
                <c:pt idx="29974">
                  <c:v>9.4630600000000005</c:v>
                </c:pt>
                <c:pt idx="29975">
                  <c:v>9.2170199999999998</c:v>
                </c:pt>
                <c:pt idx="29976">
                  <c:v>8.8860000000000028</c:v>
                </c:pt>
                <c:pt idx="29977">
                  <c:v>8.7994400000000006</c:v>
                </c:pt>
                <c:pt idx="29978">
                  <c:v>9.0141100000000005</c:v>
                </c:pt>
                <c:pt idx="29979">
                  <c:v>9.2406199999999998</c:v>
                </c:pt>
                <c:pt idx="29980">
                  <c:v>9.1159700000000008</c:v>
                </c:pt>
                <c:pt idx="29981">
                  <c:v>8.7401599999999995</c:v>
                </c:pt>
                <c:pt idx="29982">
                  <c:v>8.3573400000000007</c:v>
                </c:pt>
                <c:pt idx="29983">
                  <c:v>7.9599399999999996</c:v>
                </c:pt>
                <c:pt idx="29984">
                  <c:v>7.4477200000000003</c:v>
                </c:pt>
                <c:pt idx="29985">
                  <c:v>7.1463099999999997</c:v>
                </c:pt>
                <c:pt idx="29986">
                  <c:v>7.2103799999999998</c:v>
                </c:pt>
                <c:pt idx="29987">
                  <c:v>7.5168299999999997</c:v>
                </c:pt>
                <c:pt idx="29988">
                  <c:v>7.9720300000000002</c:v>
                </c:pt>
                <c:pt idx="29989">
                  <c:v>8.0889699999999998</c:v>
                </c:pt>
                <c:pt idx="29990">
                  <c:v>7.7096900000000064</c:v>
                </c:pt>
                <c:pt idx="29991">
                  <c:v>7.2775600000000003</c:v>
                </c:pt>
                <c:pt idx="29992">
                  <c:v>7.05152</c:v>
                </c:pt>
                <c:pt idx="29993">
                  <c:v>6.9535200000000001</c:v>
                </c:pt>
                <c:pt idx="29994">
                  <c:v>6.7844600000000002</c:v>
                </c:pt>
                <c:pt idx="29995">
                  <c:v>6.8054899999999945</c:v>
                </c:pt>
                <c:pt idx="29996">
                  <c:v>7.3476099999999995</c:v>
                </c:pt>
                <c:pt idx="29997">
                  <c:v>7.7767800000000014</c:v>
                </c:pt>
                <c:pt idx="29998">
                  <c:v>7.7100499999999998</c:v>
                </c:pt>
                <c:pt idx="29999">
                  <c:v>7.3079299999999945</c:v>
                </c:pt>
                <c:pt idx="30000">
                  <c:v>6.7998700000000003</c:v>
                </c:pt>
                <c:pt idx="30001">
                  <c:v>6.4737400000000065</c:v>
                </c:pt>
                <c:pt idx="30002">
                  <c:v>6.4188599999999996</c:v>
                </c:pt>
                <c:pt idx="30003">
                  <c:v>6.5965199999999955</c:v>
                </c:pt>
                <c:pt idx="30004">
                  <c:v>7.0896400000000064</c:v>
                </c:pt>
                <c:pt idx="30005">
                  <c:v>7.6965499999999976</c:v>
                </c:pt>
                <c:pt idx="30006">
                  <c:v>8.2913199999999971</c:v>
                </c:pt>
                <c:pt idx="30007">
                  <c:v>8.855600000000015</c:v>
                </c:pt>
                <c:pt idx="30008">
                  <c:v>9.2550300000000068</c:v>
                </c:pt>
                <c:pt idx="30009">
                  <c:v>9.4595400000000112</c:v>
                </c:pt>
                <c:pt idx="30010">
                  <c:v>9.7762800000000016</c:v>
                </c:pt>
                <c:pt idx="30011">
                  <c:v>10.488800000000001</c:v>
                </c:pt>
                <c:pt idx="30012">
                  <c:v>11.01112</c:v>
                </c:pt>
                <c:pt idx="30013">
                  <c:v>11.246460000000001</c:v>
                </c:pt>
                <c:pt idx="30014">
                  <c:v>11.29735</c:v>
                </c:pt>
                <c:pt idx="30015">
                  <c:v>11.04834</c:v>
                </c:pt>
                <c:pt idx="30016">
                  <c:v>10.541790000000001</c:v>
                </c:pt>
                <c:pt idx="30017">
                  <c:v>9.9599200000000003</c:v>
                </c:pt>
                <c:pt idx="30018">
                  <c:v>9.5597400000000068</c:v>
                </c:pt>
                <c:pt idx="30019">
                  <c:v>9.66601</c:v>
                </c:pt>
                <c:pt idx="30020">
                  <c:v>10.116110000000001</c:v>
                </c:pt>
                <c:pt idx="30021">
                  <c:v>10.49724</c:v>
                </c:pt>
                <c:pt idx="30022">
                  <c:v>10.744159999999999</c:v>
                </c:pt>
                <c:pt idx="30023">
                  <c:v>10.76689</c:v>
                </c:pt>
                <c:pt idx="30024">
                  <c:v>11.06664000000001</c:v>
                </c:pt>
                <c:pt idx="30025">
                  <c:v>11.662430000000018</c:v>
                </c:pt>
                <c:pt idx="30026">
                  <c:v>12.365140000000011</c:v>
                </c:pt>
                <c:pt idx="30027">
                  <c:v>12.976380000000002</c:v>
                </c:pt>
                <c:pt idx="30028">
                  <c:v>13.201640000000001</c:v>
                </c:pt>
                <c:pt idx="30029">
                  <c:v>13.31842</c:v>
                </c:pt>
                <c:pt idx="30030">
                  <c:v>13.50278000000001</c:v>
                </c:pt>
                <c:pt idx="30031">
                  <c:v>13.524460000000001</c:v>
                </c:pt>
                <c:pt idx="30032">
                  <c:v>13.23672</c:v>
                </c:pt>
                <c:pt idx="30033">
                  <c:v>12.809840000000012</c:v>
                </c:pt>
                <c:pt idx="30034">
                  <c:v>12.773390000000001</c:v>
                </c:pt>
                <c:pt idx="30035">
                  <c:v>12.699820000000001</c:v>
                </c:pt>
                <c:pt idx="30036">
                  <c:v>12.83127</c:v>
                </c:pt>
                <c:pt idx="30037">
                  <c:v>13.23526</c:v>
                </c:pt>
                <c:pt idx="30038">
                  <c:v>13.53872</c:v>
                </c:pt>
                <c:pt idx="30039">
                  <c:v>13.556660000000004</c:v>
                </c:pt>
                <c:pt idx="30040">
                  <c:v>13.228379999999998</c:v>
                </c:pt>
                <c:pt idx="30041">
                  <c:v>12.46679000000001</c:v>
                </c:pt>
                <c:pt idx="30042">
                  <c:v>11.832610000000004</c:v>
                </c:pt>
                <c:pt idx="30043">
                  <c:v>11.833870000000001</c:v>
                </c:pt>
                <c:pt idx="30044">
                  <c:v>12.12384</c:v>
                </c:pt>
                <c:pt idx="30045">
                  <c:v>12.26559000000001</c:v>
                </c:pt>
                <c:pt idx="30046">
                  <c:v>12.51948000000001</c:v>
                </c:pt>
                <c:pt idx="30047">
                  <c:v>13.0543</c:v>
                </c:pt>
                <c:pt idx="30048">
                  <c:v>13.56775</c:v>
                </c:pt>
                <c:pt idx="30049">
                  <c:v>13.83559000000001</c:v>
                </c:pt>
                <c:pt idx="30050">
                  <c:v>13.96095</c:v>
                </c:pt>
                <c:pt idx="30051">
                  <c:v>14.419</c:v>
                </c:pt>
                <c:pt idx="30052">
                  <c:v>15.12114</c:v>
                </c:pt>
                <c:pt idx="30053">
                  <c:v>15.665560000000006</c:v>
                </c:pt>
                <c:pt idx="30054">
                  <c:v>16.136890000000033</c:v>
                </c:pt>
                <c:pt idx="30055">
                  <c:v>16.664870000000022</c:v>
                </c:pt>
                <c:pt idx="30056">
                  <c:v>17.18045</c:v>
                </c:pt>
                <c:pt idx="30057">
                  <c:v>17.641480000000001</c:v>
                </c:pt>
                <c:pt idx="30058">
                  <c:v>17.59806</c:v>
                </c:pt>
                <c:pt idx="30059">
                  <c:v>17.196000000000005</c:v>
                </c:pt>
                <c:pt idx="30060">
                  <c:v>16.932599999999972</c:v>
                </c:pt>
                <c:pt idx="30061">
                  <c:v>16.702609999999975</c:v>
                </c:pt>
                <c:pt idx="30062">
                  <c:v>16.450789999999973</c:v>
                </c:pt>
                <c:pt idx="30063">
                  <c:v>16.390799999999974</c:v>
                </c:pt>
                <c:pt idx="30064">
                  <c:v>16.588659999999972</c:v>
                </c:pt>
                <c:pt idx="30065">
                  <c:v>16.83962</c:v>
                </c:pt>
                <c:pt idx="30066">
                  <c:v>17.092719999999975</c:v>
                </c:pt>
                <c:pt idx="30067">
                  <c:v>16.925659999999972</c:v>
                </c:pt>
                <c:pt idx="30068">
                  <c:v>16.874490000000005</c:v>
                </c:pt>
                <c:pt idx="30069">
                  <c:v>17.229179999999989</c:v>
                </c:pt>
                <c:pt idx="30070">
                  <c:v>17.328479999999974</c:v>
                </c:pt>
                <c:pt idx="30071">
                  <c:v>17.5307</c:v>
                </c:pt>
                <c:pt idx="30072">
                  <c:v>18.02575999999997</c:v>
                </c:pt>
                <c:pt idx="30073">
                  <c:v>18.635529999999989</c:v>
                </c:pt>
                <c:pt idx="30074">
                  <c:v>19.246689999999973</c:v>
                </c:pt>
                <c:pt idx="30075">
                  <c:v>19.697980000000033</c:v>
                </c:pt>
                <c:pt idx="30076">
                  <c:v>20.06025</c:v>
                </c:pt>
                <c:pt idx="30077">
                  <c:v>20.35557</c:v>
                </c:pt>
                <c:pt idx="30078">
                  <c:v>20.60033</c:v>
                </c:pt>
                <c:pt idx="30079">
                  <c:v>20.779119999999974</c:v>
                </c:pt>
                <c:pt idx="30080">
                  <c:v>20.79167</c:v>
                </c:pt>
                <c:pt idx="30081">
                  <c:v>20.54983</c:v>
                </c:pt>
                <c:pt idx="30082">
                  <c:v>20.28126</c:v>
                </c:pt>
                <c:pt idx="30083">
                  <c:v>20.3489</c:v>
                </c:pt>
                <c:pt idx="30084">
                  <c:v>20.527660000000001</c:v>
                </c:pt>
                <c:pt idx="30085">
                  <c:v>20.380279999999978</c:v>
                </c:pt>
                <c:pt idx="30086">
                  <c:v>20.07048</c:v>
                </c:pt>
                <c:pt idx="30087">
                  <c:v>19.669280000000001</c:v>
                </c:pt>
                <c:pt idx="30088">
                  <c:v>19.167400000000001</c:v>
                </c:pt>
                <c:pt idx="30089">
                  <c:v>19.07141</c:v>
                </c:pt>
                <c:pt idx="30090">
                  <c:v>19.47739</c:v>
                </c:pt>
                <c:pt idx="30091">
                  <c:v>20.145</c:v>
                </c:pt>
                <c:pt idx="30092">
                  <c:v>20.01848</c:v>
                </c:pt>
                <c:pt idx="30093">
                  <c:v>19.67543999999997</c:v>
                </c:pt>
                <c:pt idx="30094">
                  <c:v>20.033709999999989</c:v>
                </c:pt>
                <c:pt idx="30095">
                  <c:v>20.224599999999974</c:v>
                </c:pt>
                <c:pt idx="30096">
                  <c:v>20.277880000000021</c:v>
                </c:pt>
                <c:pt idx="30097">
                  <c:v>20.75038</c:v>
                </c:pt>
                <c:pt idx="30098">
                  <c:v>21.464829999999989</c:v>
                </c:pt>
                <c:pt idx="30099">
                  <c:v>22.270869999999999</c:v>
                </c:pt>
                <c:pt idx="30100">
                  <c:v>23.027979999999999</c:v>
                </c:pt>
                <c:pt idx="30101">
                  <c:v>23.21828</c:v>
                </c:pt>
                <c:pt idx="30102">
                  <c:v>22.233319999999978</c:v>
                </c:pt>
                <c:pt idx="30103">
                  <c:v>21.460609999999956</c:v>
                </c:pt>
                <c:pt idx="30104">
                  <c:v>21.633469999999999</c:v>
                </c:pt>
                <c:pt idx="30105">
                  <c:v>22.262279999999972</c:v>
                </c:pt>
                <c:pt idx="30106">
                  <c:v>23.06419</c:v>
                </c:pt>
                <c:pt idx="30107">
                  <c:v>23.242659999999972</c:v>
                </c:pt>
                <c:pt idx="30108">
                  <c:v>23.09168</c:v>
                </c:pt>
                <c:pt idx="30109">
                  <c:v>22.734810000000021</c:v>
                </c:pt>
                <c:pt idx="30110">
                  <c:v>22.058959999999999</c:v>
                </c:pt>
                <c:pt idx="30111">
                  <c:v>21.743919999999989</c:v>
                </c:pt>
                <c:pt idx="30112">
                  <c:v>21.87034999999997</c:v>
                </c:pt>
                <c:pt idx="30113">
                  <c:v>22.248550000000002</c:v>
                </c:pt>
                <c:pt idx="30114">
                  <c:v>22.795139999999975</c:v>
                </c:pt>
                <c:pt idx="30115">
                  <c:v>23.13813</c:v>
                </c:pt>
                <c:pt idx="30116">
                  <c:v>23.45302999999997</c:v>
                </c:pt>
                <c:pt idx="30117">
                  <c:v>23.668109999999974</c:v>
                </c:pt>
                <c:pt idx="30118">
                  <c:v>24.006499999999978</c:v>
                </c:pt>
                <c:pt idx="30119">
                  <c:v>24.612760000000005</c:v>
                </c:pt>
                <c:pt idx="30120">
                  <c:v>25.262309999999957</c:v>
                </c:pt>
                <c:pt idx="30121">
                  <c:v>25.946069999999974</c:v>
                </c:pt>
                <c:pt idx="30122">
                  <c:v>26.538360000000001</c:v>
                </c:pt>
                <c:pt idx="30123">
                  <c:v>26.905419999999957</c:v>
                </c:pt>
                <c:pt idx="30124">
                  <c:v>27.128489999999989</c:v>
                </c:pt>
                <c:pt idx="30125">
                  <c:v>27.19877</c:v>
                </c:pt>
                <c:pt idx="30126">
                  <c:v>27.329889999999999</c:v>
                </c:pt>
                <c:pt idx="30127">
                  <c:v>27.634450000000033</c:v>
                </c:pt>
                <c:pt idx="30128">
                  <c:v>28.152090000000001</c:v>
                </c:pt>
                <c:pt idx="30129">
                  <c:v>28.614390000000022</c:v>
                </c:pt>
                <c:pt idx="30130">
                  <c:v>28.957750000000001</c:v>
                </c:pt>
                <c:pt idx="30131">
                  <c:v>29.134679999999999</c:v>
                </c:pt>
                <c:pt idx="30132">
                  <c:v>28.499629999999971</c:v>
                </c:pt>
                <c:pt idx="30133">
                  <c:v>27.667000000000005</c:v>
                </c:pt>
                <c:pt idx="30134">
                  <c:v>27.385699999999975</c:v>
                </c:pt>
                <c:pt idx="30135">
                  <c:v>27.47770999999997</c:v>
                </c:pt>
                <c:pt idx="30136">
                  <c:v>27.720880000000001</c:v>
                </c:pt>
                <c:pt idx="30137">
                  <c:v>28.00733</c:v>
                </c:pt>
                <c:pt idx="30138">
                  <c:v>28.000830000000001</c:v>
                </c:pt>
                <c:pt idx="30139">
                  <c:v>27.612359999999999</c:v>
                </c:pt>
                <c:pt idx="30140">
                  <c:v>27.270389999999974</c:v>
                </c:pt>
                <c:pt idx="30141">
                  <c:v>27.14828</c:v>
                </c:pt>
                <c:pt idx="30142">
                  <c:v>27.179569999999988</c:v>
                </c:pt>
                <c:pt idx="30143">
                  <c:v>27.322599999999973</c:v>
                </c:pt>
                <c:pt idx="30144">
                  <c:v>27.43468</c:v>
                </c:pt>
                <c:pt idx="30145">
                  <c:v>27.26286</c:v>
                </c:pt>
                <c:pt idx="30146">
                  <c:v>26.94445</c:v>
                </c:pt>
                <c:pt idx="30147">
                  <c:v>27.072379999999974</c:v>
                </c:pt>
                <c:pt idx="30148">
                  <c:v>27.314710000000005</c:v>
                </c:pt>
                <c:pt idx="30149">
                  <c:v>27.521879999999999</c:v>
                </c:pt>
                <c:pt idx="30150">
                  <c:v>28.009360000000001</c:v>
                </c:pt>
                <c:pt idx="30151">
                  <c:v>28.468449999999955</c:v>
                </c:pt>
                <c:pt idx="30152">
                  <c:v>28.54536999999997</c:v>
                </c:pt>
                <c:pt idx="30153">
                  <c:v>28.19575</c:v>
                </c:pt>
                <c:pt idx="30154">
                  <c:v>27.568639999999952</c:v>
                </c:pt>
                <c:pt idx="30155">
                  <c:v>27.159009999999999</c:v>
                </c:pt>
                <c:pt idx="30156">
                  <c:v>27.199529999999989</c:v>
                </c:pt>
                <c:pt idx="30157">
                  <c:v>27.147359999999999</c:v>
                </c:pt>
                <c:pt idx="30158">
                  <c:v>26.609880000000022</c:v>
                </c:pt>
                <c:pt idx="30159">
                  <c:v>26.106829999999999</c:v>
                </c:pt>
                <c:pt idx="30160">
                  <c:v>26.040469999999978</c:v>
                </c:pt>
                <c:pt idx="30161">
                  <c:v>26.255529999999968</c:v>
                </c:pt>
                <c:pt idx="30162">
                  <c:v>26.575729999999975</c:v>
                </c:pt>
                <c:pt idx="30163">
                  <c:v>27.069599999999973</c:v>
                </c:pt>
                <c:pt idx="30164">
                  <c:v>27.701870000000021</c:v>
                </c:pt>
                <c:pt idx="30165">
                  <c:v>28.254300000000001</c:v>
                </c:pt>
                <c:pt idx="30166">
                  <c:v>28.70899</c:v>
                </c:pt>
                <c:pt idx="30167">
                  <c:v>28.897960000000033</c:v>
                </c:pt>
                <c:pt idx="30168">
                  <c:v>28.721170000000001</c:v>
                </c:pt>
                <c:pt idx="30169">
                  <c:v>28.676780000000001</c:v>
                </c:pt>
                <c:pt idx="30170">
                  <c:v>28.89236</c:v>
                </c:pt>
                <c:pt idx="30171">
                  <c:v>28.987399999999973</c:v>
                </c:pt>
                <c:pt idx="30172">
                  <c:v>28.526529999999973</c:v>
                </c:pt>
                <c:pt idx="30173">
                  <c:v>27.816450000000021</c:v>
                </c:pt>
                <c:pt idx="30174">
                  <c:v>27.02712</c:v>
                </c:pt>
                <c:pt idx="30175">
                  <c:v>26.118690000000001</c:v>
                </c:pt>
                <c:pt idx="30176">
                  <c:v>25.280929999999973</c:v>
                </c:pt>
                <c:pt idx="30177">
                  <c:v>24.846959999999999</c:v>
                </c:pt>
                <c:pt idx="30178">
                  <c:v>24.902189999999973</c:v>
                </c:pt>
                <c:pt idx="30179">
                  <c:v>25.067889999999988</c:v>
                </c:pt>
                <c:pt idx="30180">
                  <c:v>25.205069999999989</c:v>
                </c:pt>
                <c:pt idx="30181">
                  <c:v>25.481269999999974</c:v>
                </c:pt>
                <c:pt idx="30182">
                  <c:v>25.866399999999974</c:v>
                </c:pt>
                <c:pt idx="30183">
                  <c:v>26.335139999999978</c:v>
                </c:pt>
                <c:pt idx="30184">
                  <c:v>26.794419999999974</c:v>
                </c:pt>
                <c:pt idx="30185">
                  <c:v>27.053429999999974</c:v>
                </c:pt>
                <c:pt idx="30186">
                  <c:v>27.011360000000021</c:v>
                </c:pt>
                <c:pt idx="30187">
                  <c:v>26.651170000000022</c:v>
                </c:pt>
                <c:pt idx="30188">
                  <c:v>26.078220000000002</c:v>
                </c:pt>
                <c:pt idx="30189">
                  <c:v>25.720490000000002</c:v>
                </c:pt>
                <c:pt idx="30190">
                  <c:v>25.74286</c:v>
                </c:pt>
                <c:pt idx="30191">
                  <c:v>25.690860000000022</c:v>
                </c:pt>
                <c:pt idx="30192">
                  <c:v>25.742179999999973</c:v>
                </c:pt>
                <c:pt idx="30193">
                  <c:v>25.868549999999956</c:v>
                </c:pt>
                <c:pt idx="30194">
                  <c:v>25.745629999999952</c:v>
                </c:pt>
                <c:pt idx="30195">
                  <c:v>25.595539999999971</c:v>
                </c:pt>
                <c:pt idx="30196">
                  <c:v>25.283550000000002</c:v>
                </c:pt>
                <c:pt idx="30197">
                  <c:v>25.131350000000033</c:v>
                </c:pt>
                <c:pt idx="30198">
                  <c:v>25.244479999999989</c:v>
                </c:pt>
                <c:pt idx="30199">
                  <c:v>25.239609999999974</c:v>
                </c:pt>
                <c:pt idx="30200">
                  <c:v>25.283569999999973</c:v>
                </c:pt>
                <c:pt idx="30201">
                  <c:v>25.340879999999999</c:v>
                </c:pt>
                <c:pt idx="30202">
                  <c:v>25.328739999999971</c:v>
                </c:pt>
                <c:pt idx="30203">
                  <c:v>25.438329999999972</c:v>
                </c:pt>
                <c:pt idx="30204">
                  <c:v>25.66319</c:v>
                </c:pt>
                <c:pt idx="30205">
                  <c:v>25.748459999999973</c:v>
                </c:pt>
                <c:pt idx="30206">
                  <c:v>25.377369999999999</c:v>
                </c:pt>
                <c:pt idx="30207">
                  <c:v>24.6723</c:v>
                </c:pt>
                <c:pt idx="30208">
                  <c:v>23.765409999999957</c:v>
                </c:pt>
                <c:pt idx="30209">
                  <c:v>22.967749999999956</c:v>
                </c:pt>
                <c:pt idx="30210">
                  <c:v>22.54761999999997</c:v>
                </c:pt>
                <c:pt idx="30211">
                  <c:v>22.432499999999973</c:v>
                </c:pt>
                <c:pt idx="30212">
                  <c:v>22.553260000000005</c:v>
                </c:pt>
                <c:pt idx="30213">
                  <c:v>22.766319999999968</c:v>
                </c:pt>
                <c:pt idx="30214">
                  <c:v>22.777989999999999</c:v>
                </c:pt>
                <c:pt idx="30215">
                  <c:v>22.847740000000002</c:v>
                </c:pt>
                <c:pt idx="30216">
                  <c:v>23.058619999999973</c:v>
                </c:pt>
                <c:pt idx="30217">
                  <c:v>23.065749999999959</c:v>
                </c:pt>
                <c:pt idx="30218">
                  <c:v>22.566789999999973</c:v>
                </c:pt>
                <c:pt idx="30219">
                  <c:v>21.827990000000021</c:v>
                </c:pt>
                <c:pt idx="30220">
                  <c:v>21.449579999999973</c:v>
                </c:pt>
                <c:pt idx="30221">
                  <c:v>21.506910000000001</c:v>
                </c:pt>
                <c:pt idx="30222">
                  <c:v>21.450060000000001</c:v>
                </c:pt>
                <c:pt idx="30223">
                  <c:v>21.35941</c:v>
                </c:pt>
                <c:pt idx="30224">
                  <c:v>21.413350000000001</c:v>
                </c:pt>
                <c:pt idx="30225">
                  <c:v>21.251980000000021</c:v>
                </c:pt>
                <c:pt idx="30226">
                  <c:v>20.64549999999997</c:v>
                </c:pt>
                <c:pt idx="30227">
                  <c:v>19.902850000000001</c:v>
                </c:pt>
                <c:pt idx="30228">
                  <c:v>19.312919999999988</c:v>
                </c:pt>
                <c:pt idx="30229">
                  <c:v>18.994980000000005</c:v>
                </c:pt>
                <c:pt idx="30230">
                  <c:v>18.875779999999974</c:v>
                </c:pt>
                <c:pt idx="30231">
                  <c:v>18.89218</c:v>
                </c:pt>
                <c:pt idx="30232">
                  <c:v>19.082929999999973</c:v>
                </c:pt>
                <c:pt idx="30233">
                  <c:v>19.133669999999999</c:v>
                </c:pt>
                <c:pt idx="30234">
                  <c:v>19.089259999999989</c:v>
                </c:pt>
                <c:pt idx="30235">
                  <c:v>18.799060000000001</c:v>
                </c:pt>
                <c:pt idx="30236">
                  <c:v>18.280850000000001</c:v>
                </c:pt>
                <c:pt idx="30237">
                  <c:v>18.116050000000033</c:v>
                </c:pt>
                <c:pt idx="30238">
                  <c:v>18.288369999999972</c:v>
                </c:pt>
                <c:pt idx="30239">
                  <c:v>18.295470000000002</c:v>
                </c:pt>
                <c:pt idx="30240">
                  <c:v>17.69641</c:v>
                </c:pt>
                <c:pt idx="30241">
                  <c:v>16.945810000000002</c:v>
                </c:pt>
                <c:pt idx="30242">
                  <c:v>16.646550000000001</c:v>
                </c:pt>
                <c:pt idx="30243">
                  <c:v>16.849789999999974</c:v>
                </c:pt>
                <c:pt idx="30244">
                  <c:v>17.315719999999974</c:v>
                </c:pt>
                <c:pt idx="30245">
                  <c:v>17.686409999999974</c:v>
                </c:pt>
                <c:pt idx="30246">
                  <c:v>17.37444</c:v>
                </c:pt>
                <c:pt idx="30247">
                  <c:v>16.87059</c:v>
                </c:pt>
                <c:pt idx="30248">
                  <c:v>16.767619999999972</c:v>
                </c:pt>
                <c:pt idx="30249">
                  <c:v>16.719899999999999</c:v>
                </c:pt>
                <c:pt idx="30250">
                  <c:v>16.700659999999989</c:v>
                </c:pt>
                <c:pt idx="30251">
                  <c:v>16.6816</c:v>
                </c:pt>
                <c:pt idx="30252">
                  <c:v>16.453130000000002</c:v>
                </c:pt>
                <c:pt idx="30253">
                  <c:v>16.2165</c:v>
                </c:pt>
                <c:pt idx="30254">
                  <c:v>16.285199999999964</c:v>
                </c:pt>
                <c:pt idx="30255">
                  <c:v>16.138800000000021</c:v>
                </c:pt>
                <c:pt idx="30256">
                  <c:v>15.32433</c:v>
                </c:pt>
                <c:pt idx="30257">
                  <c:v>14.45782</c:v>
                </c:pt>
                <c:pt idx="30258">
                  <c:v>14.11496</c:v>
                </c:pt>
                <c:pt idx="30259">
                  <c:v>14.09788</c:v>
                </c:pt>
                <c:pt idx="30260">
                  <c:v>14.161710000000001</c:v>
                </c:pt>
                <c:pt idx="30261">
                  <c:v>14.338650000000001</c:v>
                </c:pt>
                <c:pt idx="30262">
                  <c:v>14.238379999999998</c:v>
                </c:pt>
                <c:pt idx="30263">
                  <c:v>13.886430000000018</c:v>
                </c:pt>
                <c:pt idx="30264">
                  <c:v>13.50093</c:v>
                </c:pt>
                <c:pt idx="30265">
                  <c:v>13.40728</c:v>
                </c:pt>
                <c:pt idx="30266">
                  <c:v>13.397490000000012</c:v>
                </c:pt>
                <c:pt idx="30267">
                  <c:v>13.19867</c:v>
                </c:pt>
                <c:pt idx="30268">
                  <c:v>12.8307</c:v>
                </c:pt>
                <c:pt idx="30269">
                  <c:v>12.46114</c:v>
                </c:pt>
                <c:pt idx="30270">
                  <c:v>12.2273</c:v>
                </c:pt>
                <c:pt idx="30271">
                  <c:v>12.2659</c:v>
                </c:pt>
                <c:pt idx="30272">
                  <c:v>12.352200000000011</c:v>
                </c:pt>
                <c:pt idx="30273">
                  <c:v>12.169080000000006</c:v>
                </c:pt>
                <c:pt idx="30274">
                  <c:v>11.859890000000011</c:v>
                </c:pt>
                <c:pt idx="30275">
                  <c:v>11.57094</c:v>
                </c:pt>
                <c:pt idx="30276">
                  <c:v>11.51853</c:v>
                </c:pt>
                <c:pt idx="30277">
                  <c:v>11.552010000000006</c:v>
                </c:pt>
                <c:pt idx="30278">
                  <c:v>11.27872</c:v>
                </c:pt>
                <c:pt idx="30279">
                  <c:v>10.980480000000011</c:v>
                </c:pt>
                <c:pt idx="30280">
                  <c:v>10.89748000000001</c:v>
                </c:pt>
                <c:pt idx="30281">
                  <c:v>10.87002</c:v>
                </c:pt>
                <c:pt idx="30282">
                  <c:v>10.716420000000001</c:v>
                </c:pt>
                <c:pt idx="30283">
                  <c:v>10.628</c:v>
                </c:pt>
                <c:pt idx="30284">
                  <c:v>10.648079999999998</c:v>
                </c:pt>
                <c:pt idx="30285">
                  <c:v>10.35450000000001</c:v>
                </c:pt>
                <c:pt idx="30286">
                  <c:v>9.7933400000000006</c:v>
                </c:pt>
                <c:pt idx="30287">
                  <c:v>9.5356400000000008</c:v>
                </c:pt>
                <c:pt idx="30288">
                  <c:v>9.7585500000000014</c:v>
                </c:pt>
                <c:pt idx="30289">
                  <c:v>10.05641000000001</c:v>
                </c:pt>
                <c:pt idx="30290">
                  <c:v>10.32381</c:v>
                </c:pt>
                <c:pt idx="30291">
                  <c:v>10.522070000000001</c:v>
                </c:pt>
                <c:pt idx="30292">
                  <c:v>10.80799</c:v>
                </c:pt>
                <c:pt idx="30293">
                  <c:v>10.9689</c:v>
                </c:pt>
                <c:pt idx="30294">
                  <c:v>10.552990000000012</c:v>
                </c:pt>
                <c:pt idx="30295">
                  <c:v>10.12668</c:v>
                </c:pt>
                <c:pt idx="30296">
                  <c:v>9.7925800000000027</c:v>
                </c:pt>
                <c:pt idx="30297">
                  <c:v>9.8226100000000027</c:v>
                </c:pt>
                <c:pt idx="30298">
                  <c:v>9.6487299999999987</c:v>
                </c:pt>
                <c:pt idx="30299">
                  <c:v>9.2524800000000109</c:v>
                </c:pt>
                <c:pt idx="30300">
                  <c:v>8.9982799999999994</c:v>
                </c:pt>
                <c:pt idx="30301">
                  <c:v>9.0283599999999993</c:v>
                </c:pt>
                <c:pt idx="30302">
                  <c:v>8.9763000000000002</c:v>
                </c:pt>
                <c:pt idx="30303">
                  <c:v>9.0047900000000016</c:v>
                </c:pt>
                <c:pt idx="30304">
                  <c:v>9.2613799999999991</c:v>
                </c:pt>
                <c:pt idx="30305">
                  <c:v>9.3680400000000006</c:v>
                </c:pt>
                <c:pt idx="30306">
                  <c:v>9.4614800000000123</c:v>
                </c:pt>
                <c:pt idx="30307">
                  <c:v>9.3368500000000001</c:v>
                </c:pt>
                <c:pt idx="30308">
                  <c:v>8.8741600000000016</c:v>
                </c:pt>
                <c:pt idx="30309">
                  <c:v>8.52332</c:v>
                </c:pt>
                <c:pt idx="30310">
                  <c:v>8.32456</c:v>
                </c:pt>
                <c:pt idx="30311">
                  <c:v>8.0172900000000009</c:v>
                </c:pt>
                <c:pt idx="30312">
                  <c:v>7.7303500000000014</c:v>
                </c:pt>
                <c:pt idx="30313">
                  <c:v>7.6898299999999997</c:v>
                </c:pt>
                <c:pt idx="30314">
                  <c:v>7.7494399999999999</c:v>
                </c:pt>
                <c:pt idx="30315">
                  <c:v>7.7713100000000024</c:v>
                </c:pt>
                <c:pt idx="30316">
                  <c:v>7.9999599999999997</c:v>
                </c:pt>
                <c:pt idx="30317">
                  <c:v>8.3277600000000014</c:v>
                </c:pt>
                <c:pt idx="30318">
                  <c:v>8.2210199999999993</c:v>
                </c:pt>
                <c:pt idx="30319">
                  <c:v>7.7353199999999998</c:v>
                </c:pt>
                <c:pt idx="30320">
                  <c:v>7.3289199999999921</c:v>
                </c:pt>
                <c:pt idx="30321">
                  <c:v>7.13232</c:v>
                </c:pt>
                <c:pt idx="30322">
                  <c:v>7.1068199999999955</c:v>
                </c:pt>
                <c:pt idx="30323">
                  <c:v>7.3066700000000004</c:v>
                </c:pt>
                <c:pt idx="30324">
                  <c:v>7.4811000000000014</c:v>
                </c:pt>
                <c:pt idx="30325">
                  <c:v>7.61144</c:v>
                </c:pt>
                <c:pt idx="30326">
                  <c:v>8.0034600000000005</c:v>
                </c:pt>
                <c:pt idx="30327">
                  <c:v>8.3162300000000027</c:v>
                </c:pt>
                <c:pt idx="30328">
                  <c:v>8.3586600000000004</c:v>
                </c:pt>
                <c:pt idx="30329">
                  <c:v>8.1781199999999998</c:v>
                </c:pt>
                <c:pt idx="30330">
                  <c:v>7.7316700000000065</c:v>
                </c:pt>
                <c:pt idx="30331">
                  <c:v>7.35961</c:v>
                </c:pt>
                <c:pt idx="30332">
                  <c:v>7.3457600000000003</c:v>
                </c:pt>
                <c:pt idx="30333">
                  <c:v>7.7082100000000002</c:v>
                </c:pt>
                <c:pt idx="30334">
                  <c:v>7.9696500000000023</c:v>
                </c:pt>
                <c:pt idx="30335">
                  <c:v>8.0174600000000016</c:v>
                </c:pt>
                <c:pt idx="30336">
                  <c:v>8.0430500000000009</c:v>
                </c:pt>
                <c:pt idx="30337">
                  <c:v>7.99885</c:v>
                </c:pt>
                <c:pt idx="30338">
                  <c:v>7.7667000000000002</c:v>
                </c:pt>
                <c:pt idx="30339">
                  <c:v>7.6552199999999955</c:v>
                </c:pt>
                <c:pt idx="30340">
                  <c:v>7.5424899999999955</c:v>
                </c:pt>
                <c:pt idx="30341">
                  <c:v>7.5808200000000001</c:v>
                </c:pt>
                <c:pt idx="30342">
                  <c:v>7.7233499999999999</c:v>
                </c:pt>
                <c:pt idx="30343">
                  <c:v>7.6189499999999946</c:v>
                </c:pt>
                <c:pt idx="30344">
                  <c:v>7.5482399999999998</c:v>
                </c:pt>
                <c:pt idx="30345">
                  <c:v>7.7130200000000002</c:v>
                </c:pt>
                <c:pt idx="30346">
                  <c:v>7.9470599999999996</c:v>
                </c:pt>
                <c:pt idx="30347">
                  <c:v>7.8029099999999945</c:v>
                </c:pt>
                <c:pt idx="30348">
                  <c:v>7.4902400000000053</c:v>
                </c:pt>
                <c:pt idx="30349">
                  <c:v>7.5888900000000001</c:v>
                </c:pt>
                <c:pt idx="30350">
                  <c:v>7.8707500000000001</c:v>
                </c:pt>
                <c:pt idx="30351">
                  <c:v>7.8068200000000001</c:v>
                </c:pt>
                <c:pt idx="30352">
                  <c:v>7.7165699999999999</c:v>
                </c:pt>
                <c:pt idx="30353">
                  <c:v>8.0263100000000005</c:v>
                </c:pt>
                <c:pt idx="30354">
                  <c:v>8.4484400000000015</c:v>
                </c:pt>
                <c:pt idx="30355">
                  <c:v>8.6213099999999994</c:v>
                </c:pt>
                <c:pt idx="30356">
                  <c:v>8.6420700000000004</c:v>
                </c:pt>
                <c:pt idx="30357">
                  <c:v>8.7306400000000011</c:v>
                </c:pt>
                <c:pt idx="30358">
                  <c:v>8.9355500000000028</c:v>
                </c:pt>
                <c:pt idx="30359">
                  <c:v>9.0425000000000004</c:v>
                </c:pt>
                <c:pt idx="30360">
                  <c:v>8.9576900000000048</c:v>
                </c:pt>
                <c:pt idx="30361">
                  <c:v>8.848650000000001</c:v>
                </c:pt>
                <c:pt idx="30362">
                  <c:v>8.7886400000000009</c:v>
                </c:pt>
                <c:pt idx="30363">
                  <c:v>8.7515100000000015</c:v>
                </c:pt>
                <c:pt idx="30364">
                  <c:v>8.6333800000000007</c:v>
                </c:pt>
                <c:pt idx="30365">
                  <c:v>8.4640200000000014</c:v>
                </c:pt>
                <c:pt idx="30366">
                  <c:v>8.2753700000000006</c:v>
                </c:pt>
                <c:pt idx="30367">
                  <c:v>8.0379500000000004</c:v>
                </c:pt>
                <c:pt idx="30368">
                  <c:v>7.8435499999999996</c:v>
                </c:pt>
                <c:pt idx="30369">
                  <c:v>7.8979999999999944</c:v>
                </c:pt>
                <c:pt idx="30370">
                  <c:v>7.9036000000000053</c:v>
                </c:pt>
                <c:pt idx="30371">
                  <c:v>7.8121799999999944</c:v>
                </c:pt>
                <c:pt idx="30372">
                  <c:v>7.9271299999999965</c:v>
                </c:pt>
                <c:pt idx="30373">
                  <c:v>7.9515399999999996</c:v>
                </c:pt>
                <c:pt idx="30374">
                  <c:v>8.0734500000000047</c:v>
                </c:pt>
                <c:pt idx="30375">
                  <c:v>8.7101900000000008</c:v>
                </c:pt>
                <c:pt idx="30376">
                  <c:v>9.6380400000000002</c:v>
                </c:pt>
                <c:pt idx="30377">
                  <c:v>10.260530000000006</c:v>
                </c:pt>
                <c:pt idx="30378">
                  <c:v>10.145490000000002</c:v>
                </c:pt>
                <c:pt idx="30379">
                  <c:v>9.6630100000000034</c:v>
                </c:pt>
                <c:pt idx="30380">
                  <c:v>9.4481400000000004</c:v>
                </c:pt>
                <c:pt idx="30381">
                  <c:v>9.4949500000000011</c:v>
                </c:pt>
                <c:pt idx="30382">
                  <c:v>9.76417</c:v>
                </c:pt>
                <c:pt idx="30383">
                  <c:v>10.16797</c:v>
                </c:pt>
                <c:pt idx="30384">
                  <c:v>10.52435</c:v>
                </c:pt>
                <c:pt idx="30385">
                  <c:v>10.859540000000019</c:v>
                </c:pt>
                <c:pt idx="30386">
                  <c:v>11.13927</c:v>
                </c:pt>
                <c:pt idx="30387">
                  <c:v>11.250780000000002</c:v>
                </c:pt>
                <c:pt idx="30388">
                  <c:v>10.916780000000006</c:v>
                </c:pt>
                <c:pt idx="30389">
                  <c:v>10.36721</c:v>
                </c:pt>
                <c:pt idx="30390">
                  <c:v>10.065340000000004</c:v>
                </c:pt>
                <c:pt idx="30391">
                  <c:v>10.1305</c:v>
                </c:pt>
                <c:pt idx="30392">
                  <c:v>10.73021</c:v>
                </c:pt>
                <c:pt idx="30393">
                  <c:v>11.659000000000002</c:v>
                </c:pt>
                <c:pt idx="30394">
                  <c:v>12.350900000000006</c:v>
                </c:pt>
                <c:pt idx="30395">
                  <c:v>12.671390000000001</c:v>
                </c:pt>
                <c:pt idx="30396">
                  <c:v>12.77797</c:v>
                </c:pt>
                <c:pt idx="30397">
                  <c:v>12.76351</c:v>
                </c:pt>
                <c:pt idx="30398">
                  <c:v>12.67797</c:v>
                </c:pt>
                <c:pt idx="30399">
                  <c:v>12.60882</c:v>
                </c:pt>
                <c:pt idx="30400">
                  <c:v>12.54584</c:v>
                </c:pt>
                <c:pt idx="30401">
                  <c:v>12.88998000000001</c:v>
                </c:pt>
                <c:pt idx="30402">
                  <c:v>13.729279999999999</c:v>
                </c:pt>
                <c:pt idx="30403">
                  <c:v>14.421329999999999</c:v>
                </c:pt>
                <c:pt idx="30404">
                  <c:v>14.6866</c:v>
                </c:pt>
                <c:pt idx="30405">
                  <c:v>14.89607</c:v>
                </c:pt>
                <c:pt idx="30406">
                  <c:v>15.104240000000001</c:v>
                </c:pt>
                <c:pt idx="30407">
                  <c:v>15.28166</c:v>
                </c:pt>
                <c:pt idx="30408">
                  <c:v>15.141679999999999</c:v>
                </c:pt>
                <c:pt idx="30409">
                  <c:v>14.438550000000001</c:v>
                </c:pt>
                <c:pt idx="30410">
                  <c:v>13.839130000000004</c:v>
                </c:pt>
                <c:pt idx="30411">
                  <c:v>13.483430000000011</c:v>
                </c:pt>
                <c:pt idx="30412">
                  <c:v>13.376800000000006</c:v>
                </c:pt>
                <c:pt idx="30413">
                  <c:v>13.64405</c:v>
                </c:pt>
                <c:pt idx="30414">
                  <c:v>13.929830000000004</c:v>
                </c:pt>
                <c:pt idx="30415">
                  <c:v>13.88611</c:v>
                </c:pt>
                <c:pt idx="30416">
                  <c:v>13.574870000000001</c:v>
                </c:pt>
                <c:pt idx="30417">
                  <c:v>13.31068000000001</c:v>
                </c:pt>
                <c:pt idx="30418">
                  <c:v>13.063190000000002</c:v>
                </c:pt>
                <c:pt idx="30419">
                  <c:v>12.95576000000001</c:v>
                </c:pt>
                <c:pt idx="30420">
                  <c:v>13.14457</c:v>
                </c:pt>
                <c:pt idx="30421">
                  <c:v>13.58934</c:v>
                </c:pt>
                <c:pt idx="30422">
                  <c:v>14.43097</c:v>
                </c:pt>
                <c:pt idx="30423">
                  <c:v>15.274990000000001</c:v>
                </c:pt>
                <c:pt idx="30424">
                  <c:v>15.8482</c:v>
                </c:pt>
                <c:pt idx="30425">
                  <c:v>16.420029999999972</c:v>
                </c:pt>
                <c:pt idx="30426">
                  <c:v>16.965269999999968</c:v>
                </c:pt>
                <c:pt idx="30427">
                  <c:v>17.211459999999999</c:v>
                </c:pt>
                <c:pt idx="30428">
                  <c:v>17.038950000000021</c:v>
                </c:pt>
                <c:pt idx="30429">
                  <c:v>16.744669999999989</c:v>
                </c:pt>
                <c:pt idx="30430">
                  <c:v>16.212759999999989</c:v>
                </c:pt>
                <c:pt idx="30431">
                  <c:v>15.976430000000018</c:v>
                </c:pt>
                <c:pt idx="30432">
                  <c:v>16.199950000000033</c:v>
                </c:pt>
                <c:pt idx="30433">
                  <c:v>16.52702</c:v>
                </c:pt>
                <c:pt idx="30434">
                  <c:v>16.952380000000002</c:v>
                </c:pt>
                <c:pt idx="30435">
                  <c:v>17.474860000000021</c:v>
                </c:pt>
                <c:pt idx="30436">
                  <c:v>17.656790000000001</c:v>
                </c:pt>
                <c:pt idx="30437">
                  <c:v>17.550350000000005</c:v>
                </c:pt>
                <c:pt idx="30438">
                  <c:v>17.513900000000021</c:v>
                </c:pt>
                <c:pt idx="30439">
                  <c:v>17.171199999999999</c:v>
                </c:pt>
                <c:pt idx="30440">
                  <c:v>16.83164</c:v>
                </c:pt>
                <c:pt idx="30441">
                  <c:v>16.68312999999997</c:v>
                </c:pt>
                <c:pt idx="30442">
                  <c:v>16.613289999999999</c:v>
                </c:pt>
                <c:pt idx="30443">
                  <c:v>16.489639999999955</c:v>
                </c:pt>
                <c:pt idx="30444">
                  <c:v>16.547989999999999</c:v>
                </c:pt>
                <c:pt idx="30445">
                  <c:v>17.089709999999968</c:v>
                </c:pt>
                <c:pt idx="30446">
                  <c:v>17.748860000000001</c:v>
                </c:pt>
                <c:pt idx="30447">
                  <c:v>18.301909999999999</c:v>
                </c:pt>
                <c:pt idx="30448">
                  <c:v>18.54930999999997</c:v>
                </c:pt>
                <c:pt idx="30449">
                  <c:v>18.317640000000001</c:v>
                </c:pt>
                <c:pt idx="30450">
                  <c:v>18.07403</c:v>
                </c:pt>
                <c:pt idx="30451">
                  <c:v>18.322709999999972</c:v>
                </c:pt>
                <c:pt idx="30452">
                  <c:v>18.813230000000001</c:v>
                </c:pt>
                <c:pt idx="30453">
                  <c:v>19.414970000000022</c:v>
                </c:pt>
                <c:pt idx="30454">
                  <c:v>19.70703</c:v>
                </c:pt>
                <c:pt idx="30455">
                  <c:v>19.71837</c:v>
                </c:pt>
                <c:pt idx="30456">
                  <c:v>19.90675999999997</c:v>
                </c:pt>
                <c:pt idx="30457">
                  <c:v>20.297969999999999</c:v>
                </c:pt>
                <c:pt idx="30458">
                  <c:v>20.76017999999997</c:v>
                </c:pt>
                <c:pt idx="30459">
                  <c:v>21.050059999999988</c:v>
                </c:pt>
                <c:pt idx="30460">
                  <c:v>21.110520000000001</c:v>
                </c:pt>
                <c:pt idx="30461">
                  <c:v>20.814920000000026</c:v>
                </c:pt>
                <c:pt idx="30462">
                  <c:v>20.664449999999974</c:v>
                </c:pt>
                <c:pt idx="30463">
                  <c:v>20.881209999999989</c:v>
                </c:pt>
                <c:pt idx="30464">
                  <c:v>21.27983</c:v>
                </c:pt>
                <c:pt idx="30465">
                  <c:v>21.370979999999999</c:v>
                </c:pt>
                <c:pt idx="30466">
                  <c:v>21.324580000000001</c:v>
                </c:pt>
                <c:pt idx="30467">
                  <c:v>20.843150000000001</c:v>
                </c:pt>
                <c:pt idx="30468">
                  <c:v>20.306339999999974</c:v>
                </c:pt>
                <c:pt idx="30469">
                  <c:v>20.21359</c:v>
                </c:pt>
                <c:pt idx="30470">
                  <c:v>20.32732</c:v>
                </c:pt>
                <c:pt idx="30471">
                  <c:v>20.858820000000001</c:v>
                </c:pt>
                <c:pt idx="30472">
                  <c:v>21.561330000000002</c:v>
                </c:pt>
                <c:pt idx="30473">
                  <c:v>21.72016</c:v>
                </c:pt>
                <c:pt idx="30474">
                  <c:v>21.764410000000002</c:v>
                </c:pt>
                <c:pt idx="30475">
                  <c:v>21.825659999999989</c:v>
                </c:pt>
                <c:pt idx="30476">
                  <c:v>21.7164</c:v>
                </c:pt>
                <c:pt idx="30477">
                  <c:v>21.874990000000022</c:v>
                </c:pt>
                <c:pt idx="30478">
                  <c:v>22.430639999999968</c:v>
                </c:pt>
                <c:pt idx="30479">
                  <c:v>23.1187</c:v>
                </c:pt>
                <c:pt idx="30480">
                  <c:v>23.85164</c:v>
                </c:pt>
                <c:pt idx="30481">
                  <c:v>24.607420000000001</c:v>
                </c:pt>
                <c:pt idx="30482">
                  <c:v>25.335260000000005</c:v>
                </c:pt>
                <c:pt idx="30483">
                  <c:v>25.933029999999974</c:v>
                </c:pt>
                <c:pt idx="30484">
                  <c:v>26.464409999999972</c:v>
                </c:pt>
                <c:pt idx="30485">
                  <c:v>27.21753</c:v>
                </c:pt>
                <c:pt idx="30486">
                  <c:v>28.034520000000001</c:v>
                </c:pt>
                <c:pt idx="30487">
                  <c:v>28.59308</c:v>
                </c:pt>
                <c:pt idx="30488">
                  <c:v>29.12867</c:v>
                </c:pt>
                <c:pt idx="30489">
                  <c:v>29.744429999999973</c:v>
                </c:pt>
                <c:pt idx="30490">
                  <c:v>30.231619999999989</c:v>
                </c:pt>
                <c:pt idx="30491">
                  <c:v>30.23282</c:v>
                </c:pt>
                <c:pt idx="30492">
                  <c:v>29.433619999999973</c:v>
                </c:pt>
                <c:pt idx="30493">
                  <c:v>28.25733</c:v>
                </c:pt>
                <c:pt idx="30494">
                  <c:v>27.425239999999956</c:v>
                </c:pt>
                <c:pt idx="30495">
                  <c:v>27.14827</c:v>
                </c:pt>
                <c:pt idx="30496">
                  <c:v>26.963979999999989</c:v>
                </c:pt>
                <c:pt idx="30497">
                  <c:v>26.45583999999997</c:v>
                </c:pt>
                <c:pt idx="30498">
                  <c:v>25.842319999999972</c:v>
                </c:pt>
                <c:pt idx="30499">
                  <c:v>25.521999999999988</c:v>
                </c:pt>
                <c:pt idx="30500">
                  <c:v>25.47466</c:v>
                </c:pt>
                <c:pt idx="30501">
                  <c:v>25.654430000000001</c:v>
                </c:pt>
                <c:pt idx="30502">
                  <c:v>26.053049999999974</c:v>
                </c:pt>
                <c:pt idx="30503">
                  <c:v>26.399329999999978</c:v>
                </c:pt>
                <c:pt idx="30504">
                  <c:v>26.44605</c:v>
                </c:pt>
                <c:pt idx="30505">
                  <c:v>26.397459999999999</c:v>
                </c:pt>
                <c:pt idx="30506">
                  <c:v>26.361280000000001</c:v>
                </c:pt>
                <c:pt idx="30507">
                  <c:v>26.393429999999974</c:v>
                </c:pt>
                <c:pt idx="30508">
                  <c:v>26.672960000000021</c:v>
                </c:pt>
                <c:pt idx="30509">
                  <c:v>27.126719999999974</c:v>
                </c:pt>
                <c:pt idx="30510">
                  <c:v>27.606369999999988</c:v>
                </c:pt>
                <c:pt idx="30511">
                  <c:v>27.836839999999999</c:v>
                </c:pt>
                <c:pt idx="30512">
                  <c:v>27.58909999999997</c:v>
                </c:pt>
                <c:pt idx="30513">
                  <c:v>27.293810000000001</c:v>
                </c:pt>
                <c:pt idx="30514">
                  <c:v>27.35941</c:v>
                </c:pt>
                <c:pt idx="30515">
                  <c:v>27.453769999999974</c:v>
                </c:pt>
                <c:pt idx="30516">
                  <c:v>27.594180000000001</c:v>
                </c:pt>
                <c:pt idx="30517">
                  <c:v>27.83952</c:v>
                </c:pt>
                <c:pt idx="30518">
                  <c:v>28.125810000000001</c:v>
                </c:pt>
                <c:pt idx="30519">
                  <c:v>28.327220000000001</c:v>
                </c:pt>
                <c:pt idx="30520">
                  <c:v>27.904019999999978</c:v>
                </c:pt>
                <c:pt idx="30521">
                  <c:v>27.40082</c:v>
                </c:pt>
                <c:pt idx="30522">
                  <c:v>27.397300000000001</c:v>
                </c:pt>
                <c:pt idx="30523">
                  <c:v>27.642800000000001</c:v>
                </c:pt>
                <c:pt idx="30524">
                  <c:v>28.020609999999973</c:v>
                </c:pt>
                <c:pt idx="30525">
                  <c:v>28.38402</c:v>
                </c:pt>
                <c:pt idx="30526">
                  <c:v>28.693719999999974</c:v>
                </c:pt>
                <c:pt idx="30527">
                  <c:v>28.911619999999989</c:v>
                </c:pt>
                <c:pt idx="30528">
                  <c:v>29.277229999999989</c:v>
                </c:pt>
                <c:pt idx="30529">
                  <c:v>29.881620000000002</c:v>
                </c:pt>
                <c:pt idx="30530">
                  <c:v>30.24757</c:v>
                </c:pt>
                <c:pt idx="30531">
                  <c:v>29.990480000000002</c:v>
                </c:pt>
                <c:pt idx="30532">
                  <c:v>29.543139999999973</c:v>
                </c:pt>
                <c:pt idx="30533">
                  <c:v>29.480259999999973</c:v>
                </c:pt>
                <c:pt idx="30534">
                  <c:v>29.770990000000001</c:v>
                </c:pt>
                <c:pt idx="30535">
                  <c:v>30.05808</c:v>
                </c:pt>
                <c:pt idx="30536">
                  <c:v>30.15363</c:v>
                </c:pt>
                <c:pt idx="30537">
                  <c:v>30.172639999999973</c:v>
                </c:pt>
                <c:pt idx="30538">
                  <c:v>30.18753999999997</c:v>
                </c:pt>
                <c:pt idx="30539">
                  <c:v>30.197150000000022</c:v>
                </c:pt>
                <c:pt idx="30540">
                  <c:v>30.097950000000033</c:v>
                </c:pt>
                <c:pt idx="30541">
                  <c:v>29.886089999999989</c:v>
                </c:pt>
                <c:pt idx="30542">
                  <c:v>29.850090000000005</c:v>
                </c:pt>
                <c:pt idx="30543">
                  <c:v>29.85514999999997</c:v>
                </c:pt>
                <c:pt idx="30544">
                  <c:v>29.973789999999973</c:v>
                </c:pt>
                <c:pt idx="30545">
                  <c:v>30.348719999999975</c:v>
                </c:pt>
                <c:pt idx="30546">
                  <c:v>30.75557999999997</c:v>
                </c:pt>
                <c:pt idx="30547">
                  <c:v>31.086619999999975</c:v>
                </c:pt>
                <c:pt idx="30548">
                  <c:v>31.158000000000001</c:v>
                </c:pt>
                <c:pt idx="30549">
                  <c:v>30.904160000000001</c:v>
                </c:pt>
                <c:pt idx="30550">
                  <c:v>30.799250000000001</c:v>
                </c:pt>
                <c:pt idx="30551">
                  <c:v>31.18093</c:v>
                </c:pt>
                <c:pt idx="30552">
                  <c:v>31.51567</c:v>
                </c:pt>
                <c:pt idx="30553">
                  <c:v>31.64941</c:v>
                </c:pt>
                <c:pt idx="30554">
                  <c:v>31.732479999999974</c:v>
                </c:pt>
                <c:pt idx="30555">
                  <c:v>31.743209999999973</c:v>
                </c:pt>
                <c:pt idx="30556">
                  <c:v>31.909789999999973</c:v>
                </c:pt>
                <c:pt idx="30557">
                  <c:v>31.80153</c:v>
                </c:pt>
                <c:pt idx="30558">
                  <c:v>31.45937</c:v>
                </c:pt>
                <c:pt idx="30559">
                  <c:v>31.10594</c:v>
                </c:pt>
                <c:pt idx="30560">
                  <c:v>30.844370000000001</c:v>
                </c:pt>
                <c:pt idx="30561">
                  <c:v>30.738600000000002</c:v>
                </c:pt>
                <c:pt idx="30562">
                  <c:v>30.459510000000002</c:v>
                </c:pt>
                <c:pt idx="30563">
                  <c:v>29.899699999999989</c:v>
                </c:pt>
                <c:pt idx="30564">
                  <c:v>29.41238999999997</c:v>
                </c:pt>
                <c:pt idx="30565">
                  <c:v>28.975729999999956</c:v>
                </c:pt>
                <c:pt idx="30566">
                  <c:v>28.511270000000021</c:v>
                </c:pt>
                <c:pt idx="30567">
                  <c:v>27.864840000000001</c:v>
                </c:pt>
                <c:pt idx="30568">
                  <c:v>27.180859999999999</c:v>
                </c:pt>
                <c:pt idx="30569">
                  <c:v>26.80292</c:v>
                </c:pt>
                <c:pt idx="30570">
                  <c:v>26.58447</c:v>
                </c:pt>
                <c:pt idx="30571">
                  <c:v>26.537859999999998</c:v>
                </c:pt>
                <c:pt idx="30572">
                  <c:v>26.645579999999974</c:v>
                </c:pt>
                <c:pt idx="30573">
                  <c:v>26.81034</c:v>
                </c:pt>
                <c:pt idx="30574">
                  <c:v>26.972319999999975</c:v>
                </c:pt>
                <c:pt idx="30575">
                  <c:v>26.712779999999974</c:v>
                </c:pt>
                <c:pt idx="30576">
                  <c:v>25.866519999999973</c:v>
                </c:pt>
                <c:pt idx="30577">
                  <c:v>24.913639999999972</c:v>
                </c:pt>
                <c:pt idx="30578">
                  <c:v>24.28687</c:v>
                </c:pt>
                <c:pt idx="30579">
                  <c:v>23.970279999999974</c:v>
                </c:pt>
                <c:pt idx="30580">
                  <c:v>23.43631999999997</c:v>
                </c:pt>
                <c:pt idx="30581">
                  <c:v>22.686619999999973</c:v>
                </c:pt>
                <c:pt idx="30582">
                  <c:v>22.006779999999978</c:v>
                </c:pt>
                <c:pt idx="30583">
                  <c:v>21.498799999999957</c:v>
                </c:pt>
                <c:pt idx="30584">
                  <c:v>21.29607</c:v>
                </c:pt>
                <c:pt idx="30585">
                  <c:v>21.227810000000005</c:v>
                </c:pt>
                <c:pt idx="30586">
                  <c:v>20.99121999999997</c:v>
                </c:pt>
                <c:pt idx="30587">
                  <c:v>20.172229999999974</c:v>
                </c:pt>
                <c:pt idx="30588">
                  <c:v>19.20168</c:v>
                </c:pt>
                <c:pt idx="30589">
                  <c:v>18.706810000000001</c:v>
                </c:pt>
                <c:pt idx="30590">
                  <c:v>18.587250000000001</c:v>
                </c:pt>
                <c:pt idx="30591">
                  <c:v>18.624549999999989</c:v>
                </c:pt>
                <c:pt idx="30592">
                  <c:v>18.649450000000005</c:v>
                </c:pt>
                <c:pt idx="30593">
                  <c:v>18.725560000000002</c:v>
                </c:pt>
                <c:pt idx="30594">
                  <c:v>18.485559999999964</c:v>
                </c:pt>
                <c:pt idx="30595">
                  <c:v>17.997299999999989</c:v>
                </c:pt>
                <c:pt idx="30596">
                  <c:v>17.671180000000021</c:v>
                </c:pt>
                <c:pt idx="30597">
                  <c:v>17.304490000000001</c:v>
                </c:pt>
                <c:pt idx="30598">
                  <c:v>16.912199999999974</c:v>
                </c:pt>
                <c:pt idx="30599">
                  <c:v>16.897910000000021</c:v>
                </c:pt>
                <c:pt idx="30600">
                  <c:v>16.913029999999978</c:v>
                </c:pt>
                <c:pt idx="30601">
                  <c:v>17.002039999999973</c:v>
                </c:pt>
                <c:pt idx="30602">
                  <c:v>17.269259999999989</c:v>
                </c:pt>
                <c:pt idx="30603">
                  <c:v>17.488729999999943</c:v>
                </c:pt>
                <c:pt idx="30604">
                  <c:v>17.65841</c:v>
                </c:pt>
                <c:pt idx="30605">
                  <c:v>17.714790000000001</c:v>
                </c:pt>
                <c:pt idx="30606">
                  <c:v>17.395419999999973</c:v>
                </c:pt>
                <c:pt idx="30607">
                  <c:v>17.09958</c:v>
                </c:pt>
                <c:pt idx="30608">
                  <c:v>17.130790000000001</c:v>
                </c:pt>
                <c:pt idx="30609">
                  <c:v>17.45149</c:v>
                </c:pt>
                <c:pt idx="30610">
                  <c:v>17.37555</c:v>
                </c:pt>
                <c:pt idx="30611">
                  <c:v>16.976870000000005</c:v>
                </c:pt>
                <c:pt idx="30612">
                  <c:v>16.683729999999972</c:v>
                </c:pt>
                <c:pt idx="30613">
                  <c:v>16.427019999999974</c:v>
                </c:pt>
                <c:pt idx="30614">
                  <c:v>16.334890000000033</c:v>
                </c:pt>
                <c:pt idx="30615">
                  <c:v>16.114810000000034</c:v>
                </c:pt>
                <c:pt idx="30616">
                  <c:v>15.68282</c:v>
                </c:pt>
                <c:pt idx="30617">
                  <c:v>14.743600000000001</c:v>
                </c:pt>
                <c:pt idx="30618">
                  <c:v>14.19736</c:v>
                </c:pt>
                <c:pt idx="30619">
                  <c:v>14.285920000000001</c:v>
                </c:pt>
                <c:pt idx="30620">
                  <c:v>14.289480000000006</c:v>
                </c:pt>
                <c:pt idx="30621">
                  <c:v>13.396570000000002</c:v>
                </c:pt>
                <c:pt idx="30622">
                  <c:v>13.09623</c:v>
                </c:pt>
                <c:pt idx="30623">
                  <c:v>13.04106</c:v>
                </c:pt>
                <c:pt idx="30624">
                  <c:v>13.058250000000001</c:v>
                </c:pt>
                <c:pt idx="30625">
                  <c:v>13.082700000000004</c:v>
                </c:pt>
                <c:pt idx="30626">
                  <c:v>13.13231</c:v>
                </c:pt>
                <c:pt idx="30627">
                  <c:v>13.26713</c:v>
                </c:pt>
                <c:pt idx="30628">
                  <c:v>13.268460000000001</c:v>
                </c:pt>
                <c:pt idx="30629">
                  <c:v>13.243690000000001</c:v>
                </c:pt>
                <c:pt idx="30630">
                  <c:v>13.271100000000001</c:v>
                </c:pt>
                <c:pt idx="30631">
                  <c:v>13.227880000000001</c:v>
                </c:pt>
                <c:pt idx="30632">
                  <c:v>12.82673000000001</c:v>
                </c:pt>
                <c:pt idx="30633">
                  <c:v>12.434570000000001</c:v>
                </c:pt>
                <c:pt idx="30634">
                  <c:v>12.32835</c:v>
                </c:pt>
                <c:pt idx="30635">
                  <c:v>12.23465</c:v>
                </c:pt>
                <c:pt idx="30636">
                  <c:v>11.72983</c:v>
                </c:pt>
                <c:pt idx="30637">
                  <c:v>11.0511</c:v>
                </c:pt>
                <c:pt idx="30638">
                  <c:v>10.88688000000001</c:v>
                </c:pt>
                <c:pt idx="30639">
                  <c:v>11.227959999999999</c:v>
                </c:pt>
                <c:pt idx="30640">
                  <c:v>11.78532</c:v>
                </c:pt>
                <c:pt idx="30641">
                  <c:v>12.397080000000004</c:v>
                </c:pt>
                <c:pt idx="30642">
                  <c:v>12.7309</c:v>
                </c:pt>
                <c:pt idx="30643">
                  <c:v>12.805860000000004</c:v>
                </c:pt>
                <c:pt idx="30644">
                  <c:v>12.354730000000011</c:v>
                </c:pt>
                <c:pt idx="30645">
                  <c:v>11.503870000000001</c:v>
                </c:pt>
                <c:pt idx="30646">
                  <c:v>11.030010000000001</c:v>
                </c:pt>
                <c:pt idx="30647">
                  <c:v>10.94712</c:v>
                </c:pt>
                <c:pt idx="30648">
                  <c:v>10.972020000000002</c:v>
                </c:pt>
                <c:pt idx="30649">
                  <c:v>11.109910000000001</c:v>
                </c:pt>
                <c:pt idx="30650">
                  <c:v>11.224169999999999</c:v>
                </c:pt>
                <c:pt idx="30651">
                  <c:v>10.885680000000018</c:v>
                </c:pt>
                <c:pt idx="30652">
                  <c:v>10.425560000000004</c:v>
                </c:pt>
                <c:pt idx="30653">
                  <c:v>10.245050000000001</c:v>
                </c:pt>
                <c:pt idx="30654">
                  <c:v>10.25299</c:v>
                </c:pt>
                <c:pt idx="30655">
                  <c:v>10.336080000000004</c:v>
                </c:pt>
                <c:pt idx="30656">
                  <c:v>10.259540000000012</c:v>
                </c:pt>
                <c:pt idx="30657">
                  <c:v>10.111800000000001</c:v>
                </c:pt>
                <c:pt idx="30658">
                  <c:v>9.8150200000000005</c:v>
                </c:pt>
                <c:pt idx="30659">
                  <c:v>9.4864800000000109</c:v>
                </c:pt>
                <c:pt idx="30660">
                  <c:v>9.4594700000000067</c:v>
                </c:pt>
                <c:pt idx="30661">
                  <c:v>9.5457200000000011</c:v>
                </c:pt>
                <c:pt idx="30662">
                  <c:v>9.416360000000001</c:v>
                </c:pt>
                <c:pt idx="30663">
                  <c:v>9.2953400000000013</c:v>
                </c:pt>
                <c:pt idx="30664">
                  <c:v>9.2912400000000002</c:v>
                </c:pt>
                <c:pt idx="30665">
                  <c:v>8.9700200000000034</c:v>
                </c:pt>
                <c:pt idx="30666">
                  <c:v>8.7612199999999998</c:v>
                </c:pt>
                <c:pt idx="30667">
                  <c:v>8.6214100000000009</c:v>
                </c:pt>
                <c:pt idx="30668">
                  <c:v>8.5622000000000007</c:v>
                </c:pt>
                <c:pt idx="30669">
                  <c:v>8.5910400000000013</c:v>
                </c:pt>
                <c:pt idx="30670">
                  <c:v>8.5957700000000035</c:v>
                </c:pt>
                <c:pt idx="30671">
                  <c:v>8.5457900000000002</c:v>
                </c:pt>
                <c:pt idx="30672">
                  <c:v>8.218399999999999</c:v>
                </c:pt>
                <c:pt idx="30673">
                  <c:v>7.7386700000000053</c:v>
                </c:pt>
                <c:pt idx="30674">
                  <c:v>7.4631999999999996</c:v>
                </c:pt>
                <c:pt idx="30675">
                  <c:v>7.4765000000000024</c:v>
                </c:pt>
                <c:pt idx="30676">
                  <c:v>7.4234400000000003</c:v>
                </c:pt>
                <c:pt idx="30677">
                  <c:v>7.3370099999999985</c:v>
                </c:pt>
                <c:pt idx="30678">
                  <c:v>7.4288299999999996</c:v>
                </c:pt>
                <c:pt idx="30679">
                  <c:v>7.6452200000000001</c:v>
                </c:pt>
                <c:pt idx="30680">
                  <c:v>7.85764</c:v>
                </c:pt>
                <c:pt idx="30681">
                  <c:v>7.9051299999999998</c:v>
                </c:pt>
                <c:pt idx="30682">
                  <c:v>8.0023700000000009</c:v>
                </c:pt>
                <c:pt idx="30683">
                  <c:v>7.7457799999999999</c:v>
                </c:pt>
                <c:pt idx="30684">
                  <c:v>7.827889999999992</c:v>
                </c:pt>
                <c:pt idx="30685">
                  <c:v>8.22654</c:v>
                </c:pt>
                <c:pt idx="30686">
                  <c:v>8.79983</c:v>
                </c:pt>
                <c:pt idx="30687">
                  <c:v>9.1820600000000034</c:v>
                </c:pt>
                <c:pt idx="30688">
                  <c:v>9.1273199999999992</c:v>
                </c:pt>
                <c:pt idx="30689">
                  <c:v>9.0125700000000002</c:v>
                </c:pt>
                <c:pt idx="30690">
                  <c:v>8.7546000000000035</c:v>
                </c:pt>
                <c:pt idx="30691">
                  <c:v>8.1966600000000014</c:v>
                </c:pt>
                <c:pt idx="30692">
                  <c:v>7.6490200000000002</c:v>
                </c:pt>
                <c:pt idx="30693">
                  <c:v>7.4300100000000002</c:v>
                </c:pt>
                <c:pt idx="30694">
                  <c:v>7.6660999999999975</c:v>
                </c:pt>
                <c:pt idx="30695">
                  <c:v>8.1418400000000002</c:v>
                </c:pt>
                <c:pt idx="30696">
                  <c:v>8.6074100000000016</c:v>
                </c:pt>
                <c:pt idx="30697">
                  <c:v>8.8940400000000004</c:v>
                </c:pt>
                <c:pt idx="30698">
                  <c:v>9.0111799999999995</c:v>
                </c:pt>
                <c:pt idx="30699">
                  <c:v>9.0289199999999994</c:v>
                </c:pt>
                <c:pt idx="30700">
                  <c:v>8.9758000000000067</c:v>
                </c:pt>
                <c:pt idx="30701">
                  <c:v>9.0459400000000034</c:v>
                </c:pt>
                <c:pt idx="30702">
                  <c:v>9.2966300000000004</c:v>
                </c:pt>
                <c:pt idx="30703">
                  <c:v>9.6323799999999995</c:v>
                </c:pt>
                <c:pt idx="30704">
                  <c:v>10.0113</c:v>
                </c:pt>
                <c:pt idx="30705">
                  <c:v>10.30034</c:v>
                </c:pt>
                <c:pt idx="30706">
                  <c:v>10.453570000000004</c:v>
                </c:pt>
                <c:pt idx="30707">
                  <c:v>10.537650000000001</c:v>
                </c:pt>
                <c:pt idx="30708">
                  <c:v>10.53134</c:v>
                </c:pt>
                <c:pt idx="30709">
                  <c:v>10.335190000000004</c:v>
                </c:pt>
                <c:pt idx="30710">
                  <c:v>10.13409</c:v>
                </c:pt>
                <c:pt idx="30711">
                  <c:v>10.00178</c:v>
                </c:pt>
                <c:pt idx="30712">
                  <c:v>9.971820000000001</c:v>
                </c:pt>
                <c:pt idx="30713">
                  <c:v>9.9676100000000005</c:v>
                </c:pt>
                <c:pt idx="30714">
                  <c:v>9.795160000000001</c:v>
                </c:pt>
                <c:pt idx="30715">
                  <c:v>9.3975000000000026</c:v>
                </c:pt>
                <c:pt idx="30716">
                  <c:v>8.9704500000000067</c:v>
                </c:pt>
                <c:pt idx="30717">
                  <c:v>8.7967100000000009</c:v>
                </c:pt>
                <c:pt idx="30718">
                  <c:v>8.8741400000000006</c:v>
                </c:pt>
                <c:pt idx="30719">
                  <c:v>8.8724200000000124</c:v>
                </c:pt>
                <c:pt idx="30720">
                  <c:v>8.8133000000000035</c:v>
                </c:pt>
                <c:pt idx="30721">
                  <c:v>8.8782700000000006</c:v>
                </c:pt>
                <c:pt idx="30722">
                  <c:v>8.9247000000000014</c:v>
                </c:pt>
                <c:pt idx="30723">
                  <c:v>8.8658600000000067</c:v>
                </c:pt>
                <c:pt idx="30724">
                  <c:v>8.8223600000000015</c:v>
                </c:pt>
                <c:pt idx="30725">
                  <c:v>8.7395500000000013</c:v>
                </c:pt>
                <c:pt idx="30726">
                  <c:v>8.5348400000000009</c:v>
                </c:pt>
                <c:pt idx="30727">
                  <c:v>8.593160000000001</c:v>
                </c:pt>
                <c:pt idx="30728">
                  <c:v>9.0053200000000011</c:v>
                </c:pt>
                <c:pt idx="30729">
                  <c:v>9.3114100000000004</c:v>
                </c:pt>
                <c:pt idx="30730">
                  <c:v>9.4234300000000104</c:v>
                </c:pt>
                <c:pt idx="30731">
                  <c:v>9.5083900000000003</c:v>
                </c:pt>
                <c:pt idx="30732">
                  <c:v>9.4345800000000004</c:v>
                </c:pt>
                <c:pt idx="30733">
                  <c:v>9.2072099999999999</c:v>
                </c:pt>
                <c:pt idx="30734">
                  <c:v>9.1555500000000141</c:v>
                </c:pt>
                <c:pt idx="30735">
                  <c:v>9.2493299999999987</c:v>
                </c:pt>
                <c:pt idx="30736">
                  <c:v>9.2111300000000007</c:v>
                </c:pt>
                <c:pt idx="30737">
                  <c:v>9.2322299999999995</c:v>
                </c:pt>
                <c:pt idx="30738">
                  <c:v>9.4067600000000002</c:v>
                </c:pt>
                <c:pt idx="30739">
                  <c:v>9.6471300000000006</c:v>
                </c:pt>
                <c:pt idx="30740">
                  <c:v>10.01132</c:v>
                </c:pt>
                <c:pt idx="30741">
                  <c:v>9.9526300000000152</c:v>
                </c:pt>
                <c:pt idx="30742">
                  <c:v>9.6267700000000005</c:v>
                </c:pt>
                <c:pt idx="30743">
                  <c:v>9.6290800000000001</c:v>
                </c:pt>
                <c:pt idx="30744">
                  <c:v>9.7724800000000105</c:v>
                </c:pt>
                <c:pt idx="30745">
                  <c:v>9.6700300000000006</c:v>
                </c:pt>
                <c:pt idx="30746">
                  <c:v>9.7146000000000008</c:v>
                </c:pt>
                <c:pt idx="30747">
                  <c:v>9.76023</c:v>
                </c:pt>
                <c:pt idx="30748">
                  <c:v>9.9275500000000001</c:v>
                </c:pt>
                <c:pt idx="30749">
                  <c:v>10.492400000000011</c:v>
                </c:pt>
                <c:pt idx="30750">
                  <c:v>11.05062</c:v>
                </c:pt>
                <c:pt idx="30751">
                  <c:v>11.108410000000001</c:v>
                </c:pt>
                <c:pt idx="30752">
                  <c:v>10.21346</c:v>
                </c:pt>
                <c:pt idx="30753">
                  <c:v>9.5703400000000016</c:v>
                </c:pt>
                <c:pt idx="30754">
                  <c:v>9.4373299999999993</c:v>
                </c:pt>
                <c:pt idx="30755">
                  <c:v>9.6957400000000007</c:v>
                </c:pt>
                <c:pt idx="30756">
                  <c:v>10.27796</c:v>
                </c:pt>
                <c:pt idx="30757">
                  <c:v>10.94225</c:v>
                </c:pt>
                <c:pt idx="30758">
                  <c:v>11.451980000000002</c:v>
                </c:pt>
                <c:pt idx="30759">
                  <c:v>11.71908</c:v>
                </c:pt>
                <c:pt idx="30760">
                  <c:v>12.013350000000001</c:v>
                </c:pt>
                <c:pt idx="30761">
                  <c:v>12.20083</c:v>
                </c:pt>
                <c:pt idx="30762">
                  <c:v>12.33717</c:v>
                </c:pt>
                <c:pt idx="30763">
                  <c:v>12.486320000000001</c:v>
                </c:pt>
                <c:pt idx="30764">
                  <c:v>12.67684</c:v>
                </c:pt>
                <c:pt idx="30765">
                  <c:v>12.81798</c:v>
                </c:pt>
                <c:pt idx="30766">
                  <c:v>12.497810000000001</c:v>
                </c:pt>
                <c:pt idx="30767">
                  <c:v>11.690910000000001</c:v>
                </c:pt>
                <c:pt idx="30768">
                  <c:v>11.23282</c:v>
                </c:pt>
                <c:pt idx="30769">
                  <c:v>11.42976</c:v>
                </c:pt>
                <c:pt idx="30770">
                  <c:v>11.98226</c:v>
                </c:pt>
                <c:pt idx="30771">
                  <c:v>12.37238000000001</c:v>
                </c:pt>
                <c:pt idx="30772">
                  <c:v>12.746329999999999</c:v>
                </c:pt>
                <c:pt idx="30773">
                  <c:v>12.862750000000011</c:v>
                </c:pt>
                <c:pt idx="30774">
                  <c:v>12.686970000000001</c:v>
                </c:pt>
                <c:pt idx="30775">
                  <c:v>12.00155</c:v>
                </c:pt>
                <c:pt idx="30776">
                  <c:v>11.248169999999995</c:v>
                </c:pt>
                <c:pt idx="30777">
                  <c:v>11.093360000000001</c:v>
                </c:pt>
                <c:pt idx="30778">
                  <c:v>11.386680000000011</c:v>
                </c:pt>
                <c:pt idx="30779">
                  <c:v>11.79829</c:v>
                </c:pt>
                <c:pt idx="30780">
                  <c:v>12.62393</c:v>
                </c:pt>
                <c:pt idx="30781">
                  <c:v>13.366930000000011</c:v>
                </c:pt>
                <c:pt idx="30782">
                  <c:v>13.62767</c:v>
                </c:pt>
                <c:pt idx="30783">
                  <c:v>13.955110000000012</c:v>
                </c:pt>
                <c:pt idx="30784">
                  <c:v>14.28851</c:v>
                </c:pt>
                <c:pt idx="30785">
                  <c:v>14.735300000000001</c:v>
                </c:pt>
                <c:pt idx="30786">
                  <c:v>15.29801</c:v>
                </c:pt>
                <c:pt idx="30787">
                  <c:v>15.813410000000006</c:v>
                </c:pt>
                <c:pt idx="30788">
                  <c:v>16.030670000000001</c:v>
                </c:pt>
                <c:pt idx="30789">
                  <c:v>16.112890000000021</c:v>
                </c:pt>
                <c:pt idx="30790">
                  <c:v>16.361540000000002</c:v>
                </c:pt>
                <c:pt idx="30791">
                  <c:v>16.683529999999973</c:v>
                </c:pt>
                <c:pt idx="30792">
                  <c:v>16.766759999999973</c:v>
                </c:pt>
                <c:pt idx="30793">
                  <c:v>16.769760000000002</c:v>
                </c:pt>
                <c:pt idx="30794">
                  <c:v>16.716960000000022</c:v>
                </c:pt>
                <c:pt idx="30795">
                  <c:v>16.570229999999974</c:v>
                </c:pt>
                <c:pt idx="30796">
                  <c:v>16.381160000000001</c:v>
                </c:pt>
                <c:pt idx="30797">
                  <c:v>16.123619999999974</c:v>
                </c:pt>
                <c:pt idx="30798">
                  <c:v>15.683580000000006</c:v>
                </c:pt>
                <c:pt idx="30799">
                  <c:v>15.461460000000002</c:v>
                </c:pt>
                <c:pt idx="30800">
                  <c:v>15.565440000000018</c:v>
                </c:pt>
                <c:pt idx="30801">
                  <c:v>16.012090000000001</c:v>
                </c:pt>
                <c:pt idx="30802">
                  <c:v>16.694500000000001</c:v>
                </c:pt>
                <c:pt idx="30803">
                  <c:v>17.328379999999989</c:v>
                </c:pt>
                <c:pt idx="30804">
                  <c:v>17.768599999999957</c:v>
                </c:pt>
                <c:pt idx="30805">
                  <c:v>17.850519999999989</c:v>
                </c:pt>
                <c:pt idx="30806">
                  <c:v>17.511810000000022</c:v>
                </c:pt>
                <c:pt idx="30807">
                  <c:v>17.090339999999973</c:v>
                </c:pt>
                <c:pt idx="30808">
                  <c:v>17.129989999999999</c:v>
                </c:pt>
                <c:pt idx="30809">
                  <c:v>17.587019999999974</c:v>
                </c:pt>
                <c:pt idx="30810">
                  <c:v>18.002980000000001</c:v>
                </c:pt>
                <c:pt idx="30811">
                  <c:v>17.83558</c:v>
                </c:pt>
                <c:pt idx="30812">
                  <c:v>17.596719999999973</c:v>
                </c:pt>
                <c:pt idx="30813">
                  <c:v>17.550660000000001</c:v>
                </c:pt>
                <c:pt idx="30814">
                  <c:v>17.060079999999989</c:v>
                </c:pt>
                <c:pt idx="30815">
                  <c:v>16.949039999999975</c:v>
                </c:pt>
                <c:pt idx="30816">
                  <c:v>17.239180000000001</c:v>
                </c:pt>
                <c:pt idx="30817">
                  <c:v>17.228909999999978</c:v>
                </c:pt>
                <c:pt idx="30818">
                  <c:v>17.025259999999989</c:v>
                </c:pt>
                <c:pt idx="30819">
                  <c:v>17.046669999999974</c:v>
                </c:pt>
                <c:pt idx="30820">
                  <c:v>17.313929999999999</c:v>
                </c:pt>
                <c:pt idx="30821">
                  <c:v>17.782109999999957</c:v>
                </c:pt>
                <c:pt idx="30822">
                  <c:v>18.311380000000021</c:v>
                </c:pt>
                <c:pt idx="30823">
                  <c:v>18.797750000000001</c:v>
                </c:pt>
                <c:pt idx="30824">
                  <c:v>19.113700000000001</c:v>
                </c:pt>
                <c:pt idx="30825">
                  <c:v>19.062939999999973</c:v>
                </c:pt>
                <c:pt idx="30826">
                  <c:v>18.882779999999968</c:v>
                </c:pt>
                <c:pt idx="30827">
                  <c:v>18.942589999999957</c:v>
                </c:pt>
                <c:pt idx="30828">
                  <c:v>19.3994</c:v>
                </c:pt>
                <c:pt idx="30829">
                  <c:v>20.074800000000021</c:v>
                </c:pt>
                <c:pt idx="30830">
                  <c:v>20.812550000000005</c:v>
                </c:pt>
                <c:pt idx="30831">
                  <c:v>21.446769999999972</c:v>
                </c:pt>
                <c:pt idx="30832">
                  <c:v>20.606860000000033</c:v>
                </c:pt>
                <c:pt idx="30833">
                  <c:v>19.470839999999974</c:v>
                </c:pt>
                <c:pt idx="30834">
                  <c:v>18.867570000000001</c:v>
                </c:pt>
                <c:pt idx="30835">
                  <c:v>19.117719999999988</c:v>
                </c:pt>
                <c:pt idx="30836">
                  <c:v>19.91779</c:v>
                </c:pt>
                <c:pt idx="30837">
                  <c:v>20.516249999999989</c:v>
                </c:pt>
                <c:pt idx="30838">
                  <c:v>20.723239999999972</c:v>
                </c:pt>
                <c:pt idx="30839">
                  <c:v>20.661010000000001</c:v>
                </c:pt>
                <c:pt idx="30840">
                  <c:v>20.854759999999999</c:v>
                </c:pt>
                <c:pt idx="30841">
                  <c:v>21.350149999999989</c:v>
                </c:pt>
                <c:pt idx="30842">
                  <c:v>21.295669999999973</c:v>
                </c:pt>
                <c:pt idx="30843">
                  <c:v>21.564550000000001</c:v>
                </c:pt>
                <c:pt idx="30844">
                  <c:v>22.396180000000001</c:v>
                </c:pt>
                <c:pt idx="30845">
                  <c:v>23.14865</c:v>
                </c:pt>
                <c:pt idx="30846">
                  <c:v>23.739840000000001</c:v>
                </c:pt>
                <c:pt idx="30847">
                  <c:v>24.135079999999999</c:v>
                </c:pt>
                <c:pt idx="30848">
                  <c:v>24.34375</c:v>
                </c:pt>
                <c:pt idx="30849">
                  <c:v>24.571280000000005</c:v>
                </c:pt>
                <c:pt idx="30850">
                  <c:v>24.992609999999956</c:v>
                </c:pt>
                <c:pt idx="30851">
                  <c:v>25.039169999999999</c:v>
                </c:pt>
                <c:pt idx="30852">
                  <c:v>24.986209999999971</c:v>
                </c:pt>
                <c:pt idx="30853">
                  <c:v>24.953800000000001</c:v>
                </c:pt>
                <c:pt idx="30854">
                  <c:v>24.485249999999954</c:v>
                </c:pt>
                <c:pt idx="30855">
                  <c:v>24.067910000000001</c:v>
                </c:pt>
                <c:pt idx="30856">
                  <c:v>24.122389999999989</c:v>
                </c:pt>
                <c:pt idx="30857">
                  <c:v>24.154450000000022</c:v>
                </c:pt>
                <c:pt idx="30858">
                  <c:v>24.18337</c:v>
                </c:pt>
                <c:pt idx="30859">
                  <c:v>24.62323</c:v>
                </c:pt>
                <c:pt idx="30860">
                  <c:v>25.323419999999974</c:v>
                </c:pt>
                <c:pt idx="30861">
                  <c:v>25.68637</c:v>
                </c:pt>
                <c:pt idx="30862">
                  <c:v>25.46574999999995</c:v>
                </c:pt>
                <c:pt idx="30863">
                  <c:v>25.15563999999997</c:v>
                </c:pt>
                <c:pt idx="30864">
                  <c:v>24.75235</c:v>
                </c:pt>
                <c:pt idx="30865">
                  <c:v>24.362129999999972</c:v>
                </c:pt>
                <c:pt idx="30866">
                  <c:v>24.305619999999973</c:v>
                </c:pt>
                <c:pt idx="30867">
                  <c:v>24.456250000000001</c:v>
                </c:pt>
                <c:pt idx="30868">
                  <c:v>24.692119999999989</c:v>
                </c:pt>
                <c:pt idx="30869">
                  <c:v>24.798960000000001</c:v>
                </c:pt>
                <c:pt idx="30870">
                  <c:v>24.87866</c:v>
                </c:pt>
                <c:pt idx="30871">
                  <c:v>25.024249999999974</c:v>
                </c:pt>
                <c:pt idx="30872">
                  <c:v>25.191210000000005</c:v>
                </c:pt>
                <c:pt idx="30873">
                  <c:v>25.254999999999999</c:v>
                </c:pt>
                <c:pt idx="30874">
                  <c:v>25.318880000000021</c:v>
                </c:pt>
                <c:pt idx="30875">
                  <c:v>25.519919999999999</c:v>
                </c:pt>
                <c:pt idx="30876">
                  <c:v>25.770859999999999</c:v>
                </c:pt>
                <c:pt idx="30877">
                  <c:v>26.042439999999957</c:v>
                </c:pt>
                <c:pt idx="30878">
                  <c:v>26.384589999999989</c:v>
                </c:pt>
                <c:pt idx="30879">
                  <c:v>26.721769999999989</c:v>
                </c:pt>
                <c:pt idx="30880">
                  <c:v>27.18619</c:v>
                </c:pt>
                <c:pt idx="30881">
                  <c:v>27.7011</c:v>
                </c:pt>
                <c:pt idx="30882">
                  <c:v>27.573450000000001</c:v>
                </c:pt>
                <c:pt idx="30883">
                  <c:v>27.032550000000001</c:v>
                </c:pt>
                <c:pt idx="30884">
                  <c:v>26.751539999999974</c:v>
                </c:pt>
                <c:pt idx="30885">
                  <c:v>26.836970000000033</c:v>
                </c:pt>
                <c:pt idx="30886">
                  <c:v>27.09928</c:v>
                </c:pt>
                <c:pt idx="30887">
                  <c:v>27.393689999999989</c:v>
                </c:pt>
                <c:pt idx="30888">
                  <c:v>27.55837</c:v>
                </c:pt>
                <c:pt idx="30889">
                  <c:v>27.75393</c:v>
                </c:pt>
                <c:pt idx="30890">
                  <c:v>28.091429999999974</c:v>
                </c:pt>
                <c:pt idx="30891">
                  <c:v>28.436219999999974</c:v>
                </c:pt>
                <c:pt idx="30892">
                  <c:v>28.840990000000001</c:v>
                </c:pt>
                <c:pt idx="30893">
                  <c:v>29.389379999999989</c:v>
                </c:pt>
                <c:pt idx="30894">
                  <c:v>29.972779999999968</c:v>
                </c:pt>
                <c:pt idx="30895">
                  <c:v>30.615089999999999</c:v>
                </c:pt>
                <c:pt idx="30896">
                  <c:v>31.06326</c:v>
                </c:pt>
                <c:pt idx="30897">
                  <c:v>30.799139999999973</c:v>
                </c:pt>
                <c:pt idx="30898">
                  <c:v>30.185359999999989</c:v>
                </c:pt>
                <c:pt idx="30899">
                  <c:v>29.493019999999973</c:v>
                </c:pt>
                <c:pt idx="30900">
                  <c:v>29.111020000000021</c:v>
                </c:pt>
                <c:pt idx="30901">
                  <c:v>29.21259999999997</c:v>
                </c:pt>
                <c:pt idx="30902">
                  <c:v>29.325489999999974</c:v>
                </c:pt>
                <c:pt idx="30903">
                  <c:v>28.928059999999974</c:v>
                </c:pt>
                <c:pt idx="30904">
                  <c:v>28.282549999999954</c:v>
                </c:pt>
                <c:pt idx="30905">
                  <c:v>27.949750000000002</c:v>
                </c:pt>
                <c:pt idx="30906">
                  <c:v>27.648299999999974</c:v>
                </c:pt>
                <c:pt idx="30907">
                  <c:v>27.455219999999972</c:v>
                </c:pt>
                <c:pt idx="30908">
                  <c:v>27.626950000000026</c:v>
                </c:pt>
                <c:pt idx="30909">
                  <c:v>27.580419999999975</c:v>
                </c:pt>
                <c:pt idx="30910">
                  <c:v>27.121189999999999</c:v>
                </c:pt>
                <c:pt idx="30911">
                  <c:v>26.931550000000001</c:v>
                </c:pt>
                <c:pt idx="30912">
                  <c:v>27.247219999999974</c:v>
                </c:pt>
                <c:pt idx="30913">
                  <c:v>27.602209999999989</c:v>
                </c:pt>
                <c:pt idx="30914">
                  <c:v>27.571210000000001</c:v>
                </c:pt>
                <c:pt idx="30915">
                  <c:v>27.341390000000001</c:v>
                </c:pt>
                <c:pt idx="30916">
                  <c:v>27.34451</c:v>
                </c:pt>
                <c:pt idx="30917">
                  <c:v>27.553960000000021</c:v>
                </c:pt>
                <c:pt idx="30918">
                  <c:v>27.697610000000001</c:v>
                </c:pt>
                <c:pt idx="30919">
                  <c:v>27.312290000000001</c:v>
                </c:pt>
                <c:pt idx="30920">
                  <c:v>26.611999999999998</c:v>
                </c:pt>
                <c:pt idx="30921">
                  <c:v>25.91649</c:v>
                </c:pt>
                <c:pt idx="30922">
                  <c:v>25.510200000000001</c:v>
                </c:pt>
                <c:pt idx="30923">
                  <c:v>25.464980000000001</c:v>
                </c:pt>
                <c:pt idx="30924">
                  <c:v>25.248039999999964</c:v>
                </c:pt>
                <c:pt idx="30925">
                  <c:v>24.902850000000001</c:v>
                </c:pt>
                <c:pt idx="30926">
                  <c:v>24.830539999999989</c:v>
                </c:pt>
                <c:pt idx="30927">
                  <c:v>24.978709999999964</c:v>
                </c:pt>
                <c:pt idx="30928">
                  <c:v>24.78406</c:v>
                </c:pt>
                <c:pt idx="30929">
                  <c:v>24.068509999999975</c:v>
                </c:pt>
                <c:pt idx="30930">
                  <c:v>23.36589</c:v>
                </c:pt>
                <c:pt idx="30931">
                  <c:v>22.84525</c:v>
                </c:pt>
                <c:pt idx="30932">
                  <c:v>22.434139999999989</c:v>
                </c:pt>
                <c:pt idx="30933">
                  <c:v>22.370850000000026</c:v>
                </c:pt>
                <c:pt idx="30934">
                  <c:v>22.5032</c:v>
                </c:pt>
                <c:pt idx="30935">
                  <c:v>22.688079999999989</c:v>
                </c:pt>
                <c:pt idx="30936">
                  <c:v>22.770399999999974</c:v>
                </c:pt>
                <c:pt idx="30937">
                  <c:v>22.380029999999973</c:v>
                </c:pt>
                <c:pt idx="30938">
                  <c:v>21.842390000000002</c:v>
                </c:pt>
                <c:pt idx="30939">
                  <c:v>21.717459999999999</c:v>
                </c:pt>
                <c:pt idx="30940">
                  <c:v>21.87677</c:v>
                </c:pt>
                <c:pt idx="30941">
                  <c:v>22.132860000000033</c:v>
                </c:pt>
                <c:pt idx="30942">
                  <c:v>22.38598</c:v>
                </c:pt>
                <c:pt idx="30943">
                  <c:v>22.268029999999964</c:v>
                </c:pt>
                <c:pt idx="30944">
                  <c:v>21.667890000000021</c:v>
                </c:pt>
                <c:pt idx="30945">
                  <c:v>20.701630000000002</c:v>
                </c:pt>
                <c:pt idx="30946">
                  <c:v>19.935649999999956</c:v>
                </c:pt>
                <c:pt idx="30947">
                  <c:v>19.817100000000021</c:v>
                </c:pt>
                <c:pt idx="30948">
                  <c:v>19.844149999999978</c:v>
                </c:pt>
                <c:pt idx="30949">
                  <c:v>19.614039999999999</c:v>
                </c:pt>
                <c:pt idx="30950">
                  <c:v>19.124770000000005</c:v>
                </c:pt>
                <c:pt idx="30951">
                  <c:v>18.520869999999999</c:v>
                </c:pt>
                <c:pt idx="30952">
                  <c:v>18.139450000000021</c:v>
                </c:pt>
                <c:pt idx="30953">
                  <c:v>18.013839999999988</c:v>
                </c:pt>
                <c:pt idx="30954">
                  <c:v>18.02177</c:v>
                </c:pt>
                <c:pt idx="30955">
                  <c:v>18.014749999999989</c:v>
                </c:pt>
                <c:pt idx="30956">
                  <c:v>17.95919</c:v>
                </c:pt>
                <c:pt idx="30957">
                  <c:v>17.962659999999964</c:v>
                </c:pt>
                <c:pt idx="30958">
                  <c:v>18.28116</c:v>
                </c:pt>
                <c:pt idx="30959">
                  <c:v>18.764279999999989</c:v>
                </c:pt>
                <c:pt idx="30960">
                  <c:v>19.163260000000001</c:v>
                </c:pt>
                <c:pt idx="30961">
                  <c:v>19.278119999999973</c:v>
                </c:pt>
                <c:pt idx="30962">
                  <c:v>19.462189999999964</c:v>
                </c:pt>
                <c:pt idx="30963">
                  <c:v>19.733170000000001</c:v>
                </c:pt>
                <c:pt idx="30964">
                  <c:v>19.81544999999997</c:v>
                </c:pt>
                <c:pt idx="30965">
                  <c:v>19.705349999999957</c:v>
                </c:pt>
                <c:pt idx="30966">
                  <c:v>18.811810000000033</c:v>
                </c:pt>
                <c:pt idx="30967">
                  <c:v>17.26989</c:v>
                </c:pt>
                <c:pt idx="30968">
                  <c:v>16.117560000000033</c:v>
                </c:pt>
                <c:pt idx="30969">
                  <c:v>15.63518</c:v>
                </c:pt>
                <c:pt idx="30970">
                  <c:v>15.586540000000012</c:v>
                </c:pt>
                <c:pt idx="30971">
                  <c:v>15.521269999999999</c:v>
                </c:pt>
                <c:pt idx="30972">
                  <c:v>15.503740000000002</c:v>
                </c:pt>
                <c:pt idx="30973">
                  <c:v>15.735440000000002</c:v>
                </c:pt>
                <c:pt idx="30974">
                  <c:v>15.959950000000006</c:v>
                </c:pt>
                <c:pt idx="30975">
                  <c:v>16.057279999999999</c:v>
                </c:pt>
                <c:pt idx="30976">
                  <c:v>16.151949999999999</c:v>
                </c:pt>
                <c:pt idx="30977">
                  <c:v>16.05662999999997</c:v>
                </c:pt>
                <c:pt idx="30978">
                  <c:v>15.666320000000001</c:v>
                </c:pt>
                <c:pt idx="30979">
                  <c:v>15.44191</c:v>
                </c:pt>
                <c:pt idx="30980">
                  <c:v>15.404350000000001</c:v>
                </c:pt>
                <c:pt idx="30981">
                  <c:v>15.42854</c:v>
                </c:pt>
                <c:pt idx="30982">
                  <c:v>15.248079999999998</c:v>
                </c:pt>
                <c:pt idx="30983">
                  <c:v>14.902750000000006</c:v>
                </c:pt>
                <c:pt idx="30984">
                  <c:v>14.663960000000001</c:v>
                </c:pt>
                <c:pt idx="30985">
                  <c:v>14.52679</c:v>
                </c:pt>
                <c:pt idx="30986">
                  <c:v>14.491540000000002</c:v>
                </c:pt>
                <c:pt idx="30987">
                  <c:v>14.795200000000001</c:v>
                </c:pt>
                <c:pt idx="30988">
                  <c:v>15.01336</c:v>
                </c:pt>
                <c:pt idx="30989">
                  <c:v>14.52413</c:v>
                </c:pt>
                <c:pt idx="30990">
                  <c:v>13.98592</c:v>
                </c:pt>
                <c:pt idx="30991">
                  <c:v>13.62923</c:v>
                </c:pt>
                <c:pt idx="30992">
                  <c:v>13.233079999999999</c:v>
                </c:pt>
                <c:pt idx="30993">
                  <c:v>12.653120000000001</c:v>
                </c:pt>
                <c:pt idx="30994">
                  <c:v>12.17013</c:v>
                </c:pt>
                <c:pt idx="30995">
                  <c:v>11.918340000000001</c:v>
                </c:pt>
                <c:pt idx="30996">
                  <c:v>11.55921</c:v>
                </c:pt>
                <c:pt idx="30997">
                  <c:v>11.22692</c:v>
                </c:pt>
                <c:pt idx="30998">
                  <c:v>11.10648000000001</c:v>
                </c:pt>
                <c:pt idx="30999">
                  <c:v>11.1099</c:v>
                </c:pt>
                <c:pt idx="31000">
                  <c:v>11.226240000000001</c:v>
                </c:pt>
                <c:pt idx="31001">
                  <c:v>11.49849</c:v>
                </c:pt>
                <c:pt idx="31002">
                  <c:v>11.67393</c:v>
                </c:pt>
                <c:pt idx="31003">
                  <c:v>11.703950000000001</c:v>
                </c:pt>
                <c:pt idx="31004">
                  <c:v>11.653220000000001</c:v>
                </c:pt>
                <c:pt idx="31005">
                  <c:v>11.57039</c:v>
                </c:pt>
                <c:pt idx="31006">
                  <c:v>11.453610000000012</c:v>
                </c:pt>
                <c:pt idx="31007">
                  <c:v>11.44219</c:v>
                </c:pt>
                <c:pt idx="31008">
                  <c:v>11.562480000000019</c:v>
                </c:pt>
                <c:pt idx="31009">
                  <c:v>11.88086</c:v>
                </c:pt>
                <c:pt idx="31010">
                  <c:v>12.10675</c:v>
                </c:pt>
                <c:pt idx="31011">
                  <c:v>11.946480000000006</c:v>
                </c:pt>
                <c:pt idx="31012">
                  <c:v>11.788219999999999</c:v>
                </c:pt>
                <c:pt idx="31013">
                  <c:v>11.748079999999998</c:v>
                </c:pt>
                <c:pt idx="31014">
                  <c:v>11.523390000000001</c:v>
                </c:pt>
                <c:pt idx="31015">
                  <c:v>10.91464</c:v>
                </c:pt>
                <c:pt idx="31016">
                  <c:v>10.264710000000001</c:v>
                </c:pt>
                <c:pt idx="31017">
                  <c:v>9.8564200000000106</c:v>
                </c:pt>
                <c:pt idx="31018">
                  <c:v>9.7854400000000048</c:v>
                </c:pt>
                <c:pt idx="31019">
                  <c:v>9.8636300000000148</c:v>
                </c:pt>
                <c:pt idx="31020">
                  <c:v>9.827910000000001</c:v>
                </c:pt>
                <c:pt idx="31021">
                  <c:v>9.6342099999999995</c:v>
                </c:pt>
                <c:pt idx="31022">
                  <c:v>9.7631700000000006</c:v>
                </c:pt>
                <c:pt idx="31023">
                  <c:v>10.2126</c:v>
                </c:pt>
                <c:pt idx="31024">
                  <c:v>10.20543000000001</c:v>
                </c:pt>
                <c:pt idx="31025">
                  <c:v>9.8910100000000014</c:v>
                </c:pt>
                <c:pt idx="31026">
                  <c:v>9.7966100000000012</c:v>
                </c:pt>
                <c:pt idx="31027">
                  <c:v>9.8126200000000008</c:v>
                </c:pt>
                <c:pt idx="31028">
                  <c:v>9.6412299999999984</c:v>
                </c:pt>
                <c:pt idx="31029">
                  <c:v>9.5889900000000008</c:v>
                </c:pt>
                <c:pt idx="31030">
                  <c:v>9.4765600000000028</c:v>
                </c:pt>
                <c:pt idx="31031">
                  <c:v>9.4229600000000016</c:v>
                </c:pt>
                <c:pt idx="31032">
                  <c:v>9.5895700000000001</c:v>
                </c:pt>
                <c:pt idx="31033">
                  <c:v>9.9423000000000012</c:v>
                </c:pt>
                <c:pt idx="31034">
                  <c:v>10.433490000000004</c:v>
                </c:pt>
                <c:pt idx="31035">
                  <c:v>10.626570000000001</c:v>
                </c:pt>
                <c:pt idx="31036">
                  <c:v>10.451980000000002</c:v>
                </c:pt>
                <c:pt idx="31037">
                  <c:v>10.17151</c:v>
                </c:pt>
                <c:pt idx="31038">
                  <c:v>9.6905900000000003</c:v>
                </c:pt>
                <c:pt idx="31039">
                  <c:v>9.387360000000001</c:v>
                </c:pt>
                <c:pt idx="31040">
                  <c:v>9.3258400000000048</c:v>
                </c:pt>
              </c:numCache>
            </c:numRef>
          </c:yVal>
          <c:smooth val="0"/>
          <c:extLst>
            <c:ext xmlns:c16="http://schemas.microsoft.com/office/drawing/2014/chart" uri="{C3380CC4-5D6E-409C-BE32-E72D297353CC}">
              <c16:uniqueId val="{00000002-67A9-41DF-83A3-0507AE82D2FB}"/>
            </c:ext>
          </c:extLst>
        </c:ser>
        <c:dLbls>
          <c:showLegendKey val="0"/>
          <c:showVal val="0"/>
          <c:showCatName val="0"/>
          <c:showSerName val="0"/>
          <c:showPercent val="0"/>
          <c:showBubbleSize val="0"/>
        </c:dLbls>
        <c:axId val="121927936"/>
        <c:axId val="121926016"/>
      </c:scatterChart>
      <c:valAx>
        <c:axId val="121917824"/>
        <c:scaling>
          <c:orientation val="minMax"/>
          <c:max val="50407"/>
          <c:min val="50041"/>
        </c:scaling>
        <c:delete val="0"/>
        <c:axPos val="b"/>
        <c:title>
          <c:tx>
            <c:rich>
              <a:bodyPr/>
              <a:lstStyle/>
              <a:p>
                <a:pPr>
                  <a:defRPr/>
                </a:pPr>
                <a:r>
                  <a:rPr lang="it-IT" dirty="0"/>
                  <a:t>Date (-)</a:t>
                </a:r>
              </a:p>
            </c:rich>
          </c:tx>
          <c:overlay val="0"/>
        </c:title>
        <c:numFmt formatCode="m/d/yyyy" sourceLinked="1"/>
        <c:majorTickMark val="out"/>
        <c:minorTickMark val="none"/>
        <c:tickLblPos val="nextTo"/>
        <c:crossAx val="121919744"/>
        <c:crosses val="autoZero"/>
        <c:crossBetween val="midCat"/>
      </c:valAx>
      <c:valAx>
        <c:axId val="121919744"/>
        <c:scaling>
          <c:orientation val="minMax"/>
        </c:scaling>
        <c:delete val="0"/>
        <c:axPos val="l"/>
        <c:majorGridlines/>
        <c:title>
          <c:tx>
            <c:rich>
              <a:bodyPr rot="-5400000" vert="horz"/>
              <a:lstStyle/>
              <a:p>
                <a:pPr>
                  <a:defRPr/>
                </a:pPr>
                <a:r>
                  <a:rPr lang="it-IT" dirty="0"/>
                  <a:t>Discharge (m3/s)</a:t>
                </a:r>
              </a:p>
            </c:rich>
          </c:tx>
          <c:overlay val="0"/>
        </c:title>
        <c:numFmt formatCode="General" sourceLinked="1"/>
        <c:majorTickMark val="out"/>
        <c:minorTickMark val="none"/>
        <c:tickLblPos val="nextTo"/>
        <c:crossAx val="121917824"/>
        <c:crosses val="autoZero"/>
        <c:crossBetween val="midCat"/>
      </c:valAx>
      <c:valAx>
        <c:axId val="121926016"/>
        <c:scaling>
          <c:orientation val="minMax"/>
        </c:scaling>
        <c:delete val="0"/>
        <c:axPos val="r"/>
        <c:title>
          <c:tx>
            <c:rich>
              <a:bodyPr rot="-5400000" vert="horz"/>
              <a:lstStyle/>
              <a:p>
                <a:pPr>
                  <a:defRPr/>
                </a:pPr>
                <a:r>
                  <a:rPr lang="it-IT" dirty="0"/>
                  <a:t>Temperature (°C)</a:t>
                </a:r>
              </a:p>
            </c:rich>
          </c:tx>
          <c:overlay val="0"/>
        </c:title>
        <c:numFmt formatCode="General" sourceLinked="1"/>
        <c:majorTickMark val="out"/>
        <c:minorTickMark val="none"/>
        <c:tickLblPos val="nextTo"/>
        <c:crossAx val="121927936"/>
        <c:crosses val="max"/>
        <c:crossBetween val="midCat"/>
      </c:valAx>
      <c:valAx>
        <c:axId val="121927936"/>
        <c:scaling>
          <c:orientation val="minMax"/>
        </c:scaling>
        <c:delete val="1"/>
        <c:axPos val="b"/>
        <c:numFmt formatCode="m/d/yyyy" sourceLinked="1"/>
        <c:majorTickMark val="out"/>
        <c:minorTickMark val="none"/>
        <c:tickLblPos val="none"/>
        <c:crossAx val="121926016"/>
        <c:crosses val="autoZero"/>
        <c:crossBetween val="midCat"/>
      </c:valAx>
    </c:plotArea>
    <c:legend>
      <c:legendPos val="r"/>
      <c:overlay val="0"/>
    </c:legend>
    <c:plotVisOnly val="1"/>
    <c:dispBlanksAs val="gap"/>
    <c:showDLblsOverMax val="0"/>
  </c:chart>
  <c:txPr>
    <a:bodyPr/>
    <a:lstStyle/>
    <a:p>
      <a:pPr>
        <a:defRPr lang="en-US" noProof="0">
          <a:latin typeface="Arial" pitchFamily="34" charset="0"/>
          <a:cs typeface="Arial" pitchFamily="34" charset="0"/>
        </a:defRPr>
      </a:pPr>
      <a:endParaRPr lang="it-IT"/>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lang="en-US" noProof="0"/>
            </a:pPr>
            <a:r>
              <a:rPr lang="en-US" noProof="0" dirty="0"/>
              <a:t>Boretto - Simulation statistics (RCP 4.5/8.5 scenario)</a:t>
            </a:r>
          </a:p>
          <a:p>
            <a:pPr>
              <a:defRPr lang="en-US" noProof="0"/>
            </a:pPr>
            <a:r>
              <a:rPr lang="en-US" sz="1400" b="1" i="0" u="none" strike="noStrike" baseline="0" noProof="0" dirty="0"/>
              <a:t>period 2018-2100</a:t>
            </a:r>
            <a:endParaRPr lang="en-US" sz="1400" noProof="0" dirty="0"/>
          </a:p>
        </c:rich>
      </c:tx>
      <c:layout>
        <c:manualLayout>
          <c:xMode val="edge"/>
          <c:yMode val="edge"/>
          <c:x val="0.10455468260340049"/>
          <c:y val="3.3366580300601523E-2"/>
        </c:manualLayout>
      </c:layout>
      <c:overlay val="0"/>
    </c:title>
    <c:autoTitleDeleted val="0"/>
    <c:plotArea>
      <c:layout/>
      <c:scatterChart>
        <c:scatterStyle val="lineMarker"/>
        <c:varyColors val="0"/>
        <c:ser>
          <c:idx val="3"/>
          <c:order val="2"/>
          <c:tx>
            <c:strRef>
              <c:f>Riassunto!$F$1:$F$2</c:f>
              <c:strCache>
                <c:ptCount val="1"/>
                <c:pt idx="0">
                  <c:v>Boretto RCP 8.5 Max</c:v>
                </c:pt>
              </c:strCache>
            </c:strRef>
          </c:tx>
          <c:spPr>
            <a:ln w="28575">
              <a:noFill/>
            </a:ln>
          </c:spPr>
          <c:marker>
            <c:symbol val="circle"/>
            <c:size val="7"/>
            <c:spPr>
              <a:solidFill>
                <a:srgbClr val="C00000"/>
              </a:solidFill>
            </c:spPr>
          </c:marker>
          <c:trendline>
            <c:spPr>
              <a:ln w="31750">
                <a:solidFill>
                  <a:srgbClr val="FF0000"/>
                </a:solidFill>
              </a:ln>
            </c:spPr>
            <c:trendlineType val="linear"/>
            <c:dispRSqr val="0"/>
            <c:dispEq val="0"/>
          </c:trendline>
          <c:xVal>
            <c:numRef>
              <c:f>Riassunto!$A$3:$A$87</c:f>
              <c:numCache>
                <c:formatCode>General</c:formatCode>
                <c:ptCount val="85"/>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pt idx="21">
                  <c:v>2037</c:v>
                </c:pt>
                <c:pt idx="22">
                  <c:v>2038</c:v>
                </c:pt>
                <c:pt idx="23">
                  <c:v>2039</c:v>
                </c:pt>
                <c:pt idx="24">
                  <c:v>2040</c:v>
                </c:pt>
                <c:pt idx="25">
                  <c:v>2041</c:v>
                </c:pt>
                <c:pt idx="26">
                  <c:v>2042</c:v>
                </c:pt>
                <c:pt idx="27">
                  <c:v>2043</c:v>
                </c:pt>
                <c:pt idx="28">
                  <c:v>2044</c:v>
                </c:pt>
                <c:pt idx="29">
                  <c:v>2045</c:v>
                </c:pt>
                <c:pt idx="30">
                  <c:v>2046</c:v>
                </c:pt>
                <c:pt idx="31">
                  <c:v>2047</c:v>
                </c:pt>
                <c:pt idx="32">
                  <c:v>2048</c:v>
                </c:pt>
                <c:pt idx="33">
                  <c:v>2049</c:v>
                </c:pt>
                <c:pt idx="34">
                  <c:v>2050</c:v>
                </c:pt>
                <c:pt idx="35">
                  <c:v>2051</c:v>
                </c:pt>
                <c:pt idx="36">
                  <c:v>2052</c:v>
                </c:pt>
                <c:pt idx="37">
                  <c:v>2053</c:v>
                </c:pt>
                <c:pt idx="38">
                  <c:v>2054</c:v>
                </c:pt>
                <c:pt idx="39">
                  <c:v>2055</c:v>
                </c:pt>
                <c:pt idx="40">
                  <c:v>2056</c:v>
                </c:pt>
                <c:pt idx="41">
                  <c:v>2057</c:v>
                </c:pt>
                <c:pt idx="42">
                  <c:v>2058</c:v>
                </c:pt>
                <c:pt idx="43">
                  <c:v>2059</c:v>
                </c:pt>
                <c:pt idx="44">
                  <c:v>2060</c:v>
                </c:pt>
                <c:pt idx="45">
                  <c:v>2061</c:v>
                </c:pt>
                <c:pt idx="46">
                  <c:v>2062</c:v>
                </c:pt>
                <c:pt idx="47">
                  <c:v>2063</c:v>
                </c:pt>
                <c:pt idx="48">
                  <c:v>2064</c:v>
                </c:pt>
                <c:pt idx="49">
                  <c:v>2065</c:v>
                </c:pt>
                <c:pt idx="50">
                  <c:v>2066</c:v>
                </c:pt>
                <c:pt idx="51">
                  <c:v>2067</c:v>
                </c:pt>
                <c:pt idx="52">
                  <c:v>2068</c:v>
                </c:pt>
                <c:pt idx="53">
                  <c:v>2069</c:v>
                </c:pt>
                <c:pt idx="54">
                  <c:v>2070</c:v>
                </c:pt>
                <c:pt idx="55">
                  <c:v>2071</c:v>
                </c:pt>
                <c:pt idx="56">
                  <c:v>2072</c:v>
                </c:pt>
                <c:pt idx="57">
                  <c:v>2073</c:v>
                </c:pt>
                <c:pt idx="58">
                  <c:v>2074</c:v>
                </c:pt>
                <c:pt idx="59">
                  <c:v>2075</c:v>
                </c:pt>
                <c:pt idx="60">
                  <c:v>2076</c:v>
                </c:pt>
                <c:pt idx="61">
                  <c:v>2077</c:v>
                </c:pt>
                <c:pt idx="62">
                  <c:v>2078</c:v>
                </c:pt>
                <c:pt idx="63">
                  <c:v>2079</c:v>
                </c:pt>
                <c:pt idx="64">
                  <c:v>2080</c:v>
                </c:pt>
                <c:pt idx="65">
                  <c:v>2081</c:v>
                </c:pt>
                <c:pt idx="66">
                  <c:v>2082</c:v>
                </c:pt>
                <c:pt idx="67">
                  <c:v>2083</c:v>
                </c:pt>
                <c:pt idx="68">
                  <c:v>2084</c:v>
                </c:pt>
                <c:pt idx="69">
                  <c:v>2085</c:v>
                </c:pt>
                <c:pt idx="70">
                  <c:v>2086</c:v>
                </c:pt>
                <c:pt idx="71">
                  <c:v>2087</c:v>
                </c:pt>
                <c:pt idx="72">
                  <c:v>2088</c:v>
                </c:pt>
                <c:pt idx="73">
                  <c:v>2089</c:v>
                </c:pt>
                <c:pt idx="74">
                  <c:v>2090</c:v>
                </c:pt>
                <c:pt idx="75">
                  <c:v>2091</c:v>
                </c:pt>
                <c:pt idx="76">
                  <c:v>2092</c:v>
                </c:pt>
                <c:pt idx="77">
                  <c:v>2093</c:v>
                </c:pt>
                <c:pt idx="78">
                  <c:v>2094</c:v>
                </c:pt>
                <c:pt idx="79">
                  <c:v>2095</c:v>
                </c:pt>
                <c:pt idx="80">
                  <c:v>2096</c:v>
                </c:pt>
                <c:pt idx="81">
                  <c:v>2097</c:v>
                </c:pt>
                <c:pt idx="82">
                  <c:v>2098</c:v>
                </c:pt>
                <c:pt idx="83">
                  <c:v>2099</c:v>
                </c:pt>
                <c:pt idx="84">
                  <c:v>2100</c:v>
                </c:pt>
              </c:numCache>
            </c:numRef>
          </c:xVal>
          <c:yVal>
            <c:numRef>
              <c:f>Riassunto!$F$3:$F$87</c:f>
              <c:numCache>
                <c:formatCode>General</c:formatCode>
                <c:ptCount val="85"/>
                <c:pt idx="0">
                  <c:v>26.63814</c:v>
                </c:pt>
                <c:pt idx="1">
                  <c:v>27.791599999999974</c:v>
                </c:pt>
                <c:pt idx="3">
                  <c:v>26.518960000000021</c:v>
                </c:pt>
                <c:pt idx="4">
                  <c:v>27.107040000000001</c:v>
                </c:pt>
                <c:pt idx="5">
                  <c:v>26.489329999999956</c:v>
                </c:pt>
                <c:pt idx="6">
                  <c:v>30.715070000000001</c:v>
                </c:pt>
                <c:pt idx="7">
                  <c:v>28.364750000000001</c:v>
                </c:pt>
                <c:pt idx="8">
                  <c:v>27.290890000000001</c:v>
                </c:pt>
                <c:pt idx="9">
                  <c:v>27.492439999999952</c:v>
                </c:pt>
                <c:pt idx="10">
                  <c:v>28.650099999999988</c:v>
                </c:pt>
                <c:pt idx="11">
                  <c:v>27.633310000000005</c:v>
                </c:pt>
                <c:pt idx="12">
                  <c:v>30.198609999999974</c:v>
                </c:pt>
                <c:pt idx="13">
                  <c:v>26.278619999999975</c:v>
                </c:pt>
                <c:pt idx="14">
                  <c:v>28.82518</c:v>
                </c:pt>
                <c:pt idx="15">
                  <c:v>27.417590000000001</c:v>
                </c:pt>
                <c:pt idx="16">
                  <c:v>26.669260000000001</c:v>
                </c:pt>
                <c:pt idx="17">
                  <c:v>28.265089999999972</c:v>
                </c:pt>
                <c:pt idx="18">
                  <c:v>27.254249999999974</c:v>
                </c:pt>
                <c:pt idx="19">
                  <c:v>29.638400000000001</c:v>
                </c:pt>
                <c:pt idx="20">
                  <c:v>27.815390000000001</c:v>
                </c:pt>
                <c:pt idx="21">
                  <c:v>25.415429999999972</c:v>
                </c:pt>
                <c:pt idx="22">
                  <c:v>26.246329999999972</c:v>
                </c:pt>
                <c:pt idx="23">
                  <c:v>29.19877</c:v>
                </c:pt>
                <c:pt idx="24">
                  <c:v>27.440189999999973</c:v>
                </c:pt>
                <c:pt idx="25">
                  <c:v>28.693010000000001</c:v>
                </c:pt>
                <c:pt idx="26">
                  <c:v>28.823270000000001</c:v>
                </c:pt>
                <c:pt idx="27">
                  <c:v>27.372969999999999</c:v>
                </c:pt>
                <c:pt idx="28">
                  <c:v>26.769719999999964</c:v>
                </c:pt>
                <c:pt idx="29">
                  <c:v>28.921039999999973</c:v>
                </c:pt>
                <c:pt idx="30">
                  <c:v>28.008109999999974</c:v>
                </c:pt>
                <c:pt idx="31">
                  <c:v>27.529869999999999</c:v>
                </c:pt>
                <c:pt idx="32">
                  <c:v>30.457100000000001</c:v>
                </c:pt>
                <c:pt idx="33">
                  <c:v>29.668890000000001</c:v>
                </c:pt>
                <c:pt idx="34">
                  <c:v>29.734190000000005</c:v>
                </c:pt>
                <c:pt idx="35">
                  <c:v>29.0871</c:v>
                </c:pt>
                <c:pt idx="36">
                  <c:v>29.89837</c:v>
                </c:pt>
                <c:pt idx="37">
                  <c:v>29.227739999999972</c:v>
                </c:pt>
                <c:pt idx="38">
                  <c:v>30.614280000000026</c:v>
                </c:pt>
                <c:pt idx="39">
                  <c:v>29.470929999999989</c:v>
                </c:pt>
                <c:pt idx="40">
                  <c:v>29.131689999999999</c:v>
                </c:pt>
                <c:pt idx="41">
                  <c:v>30.247350000000001</c:v>
                </c:pt>
                <c:pt idx="42">
                  <c:v>29.97157</c:v>
                </c:pt>
                <c:pt idx="43">
                  <c:v>30.09075</c:v>
                </c:pt>
                <c:pt idx="44">
                  <c:v>31.176150000000021</c:v>
                </c:pt>
                <c:pt idx="45">
                  <c:v>29.80275</c:v>
                </c:pt>
                <c:pt idx="46">
                  <c:v>31.354690000000005</c:v>
                </c:pt>
                <c:pt idx="47">
                  <c:v>30.53848</c:v>
                </c:pt>
                <c:pt idx="48">
                  <c:v>30.629259999999999</c:v>
                </c:pt>
                <c:pt idx="49">
                  <c:v>29.433219999999974</c:v>
                </c:pt>
                <c:pt idx="50">
                  <c:v>32.363860000000003</c:v>
                </c:pt>
                <c:pt idx="51">
                  <c:v>30.17634</c:v>
                </c:pt>
                <c:pt idx="52">
                  <c:v>32.652610000000003</c:v>
                </c:pt>
                <c:pt idx="53">
                  <c:v>31.903919999999989</c:v>
                </c:pt>
                <c:pt idx="54">
                  <c:v>32.503680000000003</c:v>
                </c:pt>
                <c:pt idx="55">
                  <c:v>27.540199999999974</c:v>
                </c:pt>
                <c:pt idx="56">
                  <c:v>33.330530000000003</c:v>
                </c:pt>
                <c:pt idx="57">
                  <c:v>30.823810000000005</c:v>
                </c:pt>
                <c:pt idx="58">
                  <c:v>31.428439999999952</c:v>
                </c:pt>
                <c:pt idx="59">
                  <c:v>30.401420000000002</c:v>
                </c:pt>
                <c:pt idx="61">
                  <c:v>33.005280000000006</c:v>
                </c:pt>
                <c:pt idx="62">
                  <c:v>31.912759999999974</c:v>
                </c:pt>
                <c:pt idx="63">
                  <c:v>33.963830000000002</c:v>
                </c:pt>
                <c:pt idx="64">
                  <c:v>32.712510000000044</c:v>
                </c:pt>
                <c:pt idx="65">
                  <c:v>33.241710000000012</c:v>
                </c:pt>
                <c:pt idx="66">
                  <c:v>34.364140000000006</c:v>
                </c:pt>
                <c:pt idx="67">
                  <c:v>31.07743</c:v>
                </c:pt>
                <c:pt idx="68">
                  <c:v>30.613090000000021</c:v>
                </c:pt>
                <c:pt idx="69">
                  <c:v>31.015029999999989</c:v>
                </c:pt>
                <c:pt idx="70">
                  <c:v>32.252380000000002</c:v>
                </c:pt>
                <c:pt idx="71">
                  <c:v>33.380110000000002</c:v>
                </c:pt>
                <c:pt idx="72">
                  <c:v>33.652280000000005</c:v>
                </c:pt>
                <c:pt idx="73">
                  <c:v>33.219820000000006</c:v>
                </c:pt>
                <c:pt idx="74">
                  <c:v>30.4068</c:v>
                </c:pt>
                <c:pt idx="75">
                  <c:v>34.709690000000002</c:v>
                </c:pt>
                <c:pt idx="76">
                  <c:v>33.914859999999997</c:v>
                </c:pt>
                <c:pt idx="77">
                  <c:v>34.160350000000044</c:v>
                </c:pt>
                <c:pt idx="78">
                  <c:v>32.446130000000011</c:v>
                </c:pt>
                <c:pt idx="79">
                  <c:v>32.227740000000011</c:v>
                </c:pt>
                <c:pt idx="80">
                  <c:v>32.712530000000044</c:v>
                </c:pt>
                <c:pt idx="81">
                  <c:v>33.548510000000043</c:v>
                </c:pt>
                <c:pt idx="82">
                  <c:v>34.67474</c:v>
                </c:pt>
                <c:pt idx="83">
                  <c:v>34.16084</c:v>
                </c:pt>
                <c:pt idx="84">
                  <c:v>34.741110000000013</c:v>
                </c:pt>
              </c:numCache>
            </c:numRef>
          </c:yVal>
          <c:smooth val="0"/>
          <c:extLst>
            <c:ext xmlns:c16="http://schemas.microsoft.com/office/drawing/2014/chart" uri="{C3380CC4-5D6E-409C-BE32-E72D297353CC}">
              <c16:uniqueId val="{00000000-2C49-478D-8E00-7EDF75E4A255}"/>
            </c:ext>
          </c:extLst>
        </c:ser>
        <c:ser>
          <c:idx val="4"/>
          <c:order val="3"/>
          <c:tx>
            <c:strRef>
              <c:f>Riassunto!$G$1:$G$2</c:f>
              <c:strCache>
                <c:ptCount val="1"/>
                <c:pt idx="0">
                  <c:v>Boretto RCP 8.5 Med</c:v>
                </c:pt>
              </c:strCache>
            </c:strRef>
          </c:tx>
          <c:spPr>
            <a:ln w="28575">
              <a:noFill/>
            </a:ln>
          </c:spPr>
          <c:marker>
            <c:symbol val="circle"/>
            <c:size val="7"/>
            <c:spPr>
              <a:solidFill>
                <a:srgbClr val="C00000"/>
              </a:solidFill>
            </c:spPr>
          </c:marker>
          <c:trendline>
            <c:spPr>
              <a:ln w="28575">
                <a:solidFill>
                  <a:srgbClr val="FF0000"/>
                </a:solidFill>
              </a:ln>
            </c:spPr>
            <c:trendlineType val="linear"/>
            <c:dispRSqr val="0"/>
            <c:dispEq val="0"/>
          </c:trendline>
          <c:xVal>
            <c:numRef>
              <c:f>Riassunto!$A$3:$A$87</c:f>
              <c:numCache>
                <c:formatCode>General</c:formatCode>
                <c:ptCount val="85"/>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pt idx="21">
                  <c:v>2037</c:v>
                </c:pt>
                <c:pt idx="22">
                  <c:v>2038</c:v>
                </c:pt>
                <c:pt idx="23">
                  <c:v>2039</c:v>
                </c:pt>
                <c:pt idx="24">
                  <c:v>2040</c:v>
                </c:pt>
                <c:pt idx="25">
                  <c:v>2041</c:v>
                </c:pt>
                <c:pt idx="26">
                  <c:v>2042</c:v>
                </c:pt>
                <c:pt idx="27">
                  <c:v>2043</c:v>
                </c:pt>
                <c:pt idx="28">
                  <c:v>2044</c:v>
                </c:pt>
                <c:pt idx="29">
                  <c:v>2045</c:v>
                </c:pt>
                <c:pt idx="30">
                  <c:v>2046</c:v>
                </c:pt>
                <c:pt idx="31">
                  <c:v>2047</c:v>
                </c:pt>
                <c:pt idx="32">
                  <c:v>2048</c:v>
                </c:pt>
                <c:pt idx="33">
                  <c:v>2049</c:v>
                </c:pt>
                <c:pt idx="34">
                  <c:v>2050</c:v>
                </c:pt>
                <c:pt idx="35">
                  <c:v>2051</c:v>
                </c:pt>
                <c:pt idx="36">
                  <c:v>2052</c:v>
                </c:pt>
                <c:pt idx="37">
                  <c:v>2053</c:v>
                </c:pt>
                <c:pt idx="38">
                  <c:v>2054</c:v>
                </c:pt>
                <c:pt idx="39">
                  <c:v>2055</c:v>
                </c:pt>
                <c:pt idx="40">
                  <c:v>2056</c:v>
                </c:pt>
                <c:pt idx="41">
                  <c:v>2057</c:v>
                </c:pt>
                <c:pt idx="42">
                  <c:v>2058</c:v>
                </c:pt>
                <c:pt idx="43">
                  <c:v>2059</c:v>
                </c:pt>
                <c:pt idx="44">
                  <c:v>2060</c:v>
                </c:pt>
                <c:pt idx="45">
                  <c:v>2061</c:v>
                </c:pt>
                <c:pt idx="46">
                  <c:v>2062</c:v>
                </c:pt>
                <c:pt idx="47">
                  <c:v>2063</c:v>
                </c:pt>
                <c:pt idx="48">
                  <c:v>2064</c:v>
                </c:pt>
                <c:pt idx="49">
                  <c:v>2065</c:v>
                </c:pt>
                <c:pt idx="50">
                  <c:v>2066</c:v>
                </c:pt>
                <c:pt idx="51">
                  <c:v>2067</c:v>
                </c:pt>
                <c:pt idx="52">
                  <c:v>2068</c:v>
                </c:pt>
                <c:pt idx="53">
                  <c:v>2069</c:v>
                </c:pt>
                <c:pt idx="54">
                  <c:v>2070</c:v>
                </c:pt>
                <c:pt idx="55">
                  <c:v>2071</c:v>
                </c:pt>
                <c:pt idx="56">
                  <c:v>2072</c:v>
                </c:pt>
                <c:pt idx="57">
                  <c:v>2073</c:v>
                </c:pt>
                <c:pt idx="58">
                  <c:v>2074</c:v>
                </c:pt>
                <c:pt idx="59">
                  <c:v>2075</c:v>
                </c:pt>
                <c:pt idx="60">
                  <c:v>2076</c:v>
                </c:pt>
                <c:pt idx="61">
                  <c:v>2077</c:v>
                </c:pt>
                <c:pt idx="62">
                  <c:v>2078</c:v>
                </c:pt>
                <c:pt idx="63">
                  <c:v>2079</c:v>
                </c:pt>
                <c:pt idx="64">
                  <c:v>2080</c:v>
                </c:pt>
                <c:pt idx="65">
                  <c:v>2081</c:v>
                </c:pt>
                <c:pt idx="66">
                  <c:v>2082</c:v>
                </c:pt>
                <c:pt idx="67">
                  <c:v>2083</c:v>
                </c:pt>
                <c:pt idx="68">
                  <c:v>2084</c:v>
                </c:pt>
                <c:pt idx="69">
                  <c:v>2085</c:v>
                </c:pt>
                <c:pt idx="70">
                  <c:v>2086</c:v>
                </c:pt>
                <c:pt idx="71">
                  <c:v>2087</c:v>
                </c:pt>
                <c:pt idx="72">
                  <c:v>2088</c:v>
                </c:pt>
                <c:pt idx="73">
                  <c:v>2089</c:v>
                </c:pt>
                <c:pt idx="74">
                  <c:v>2090</c:v>
                </c:pt>
                <c:pt idx="75">
                  <c:v>2091</c:v>
                </c:pt>
                <c:pt idx="76">
                  <c:v>2092</c:v>
                </c:pt>
                <c:pt idx="77">
                  <c:v>2093</c:v>
                </c:pt>
                <c:pt idx="78">
                  <c:v>2094</c:v>
                </c:pt>
                <c:pt idx="79">
                  <c:v>2095</c:v>
                </c:pt>
                <c:pt idx="80">
                  <c:v>2096</c:v>
                </c:pt>
                <c:pt idx="81">
                  <c:v>2097</c:v>
                </c:pt>
                <c:pt idx="82">
                  <c:v>2098</c:v>
                </c:pt>
                <c:pt idx="83">
                  <c:v>2099</c:v>
                </c:pt>
                <c:pt idx="84">
                  <c:v>2100</c:v>
                </c:pt>
              </c:numCache>
            </c:numRef>
          </c:xVal>
          <c:yVal>
            <c:numRef>
              <c:f>Riassunto!$G$3:$G$87</c:f>
              <c:numCache>
                <c:formatCode>General</c:formatCode>
                <c:ptCount val="85"/>
                <c:pt idx="0">
                  <c:v>16.140069532915529</c:v>
                </c:pt>
                <c:pt idx="1">
                  <c:v>15.906711161626518</c:v>
                </c:pt>
                <c:pt idx="2">
                  <c:v>15.442353637904336</c:v>
                </c:pt>
                <c:pt idx="3">
                  <c:v>15.544774120801103</c:v>
                </c:pt>
                <c:pt idx="4">
                  <c:v>15.795591514618676</c:v>
                </c:pt>
                <c:pt idx="5">
                  <c:v>16.210749448488826</c:v>
                </c:pt>
                <c:pt idx="6">
                  <c:v>16.178499807070359</c:v>
                </c:pt>
                <c:pt idx="7">
                  <c:v>16.006370155125449</c:v>
                </c:pt>
                <c:pt idx="8">
                  <c:v>16.054397285961688</c:v>
                </c:pt>
                <c:pt idx="9">
                  <c:v>16.32915178194439</c:v>
                </c:pt>
                <c:pt idx="10">
                  <c:v>15.791230385924038</c:v>
                </c:pt>
                <c:pt idx="11">
                  <c:v>16.060636899242638</c:v>
                </c:pt>
                <c:pt idx="12">
                  <c:v>17.190566930614533</c:v>
                </c:pt>
                <c:pt idx="13">
                  <c:v>16.091908025088408</c:v>
                </c:pt>
                <c:pt idx="14">
                  <c:v>15.913526348218525</c:v>
                </c:pt>
                <c:pt idx="15">
                  <c:v>16.275055563939762</c:v>
                </c:pt>
                <c:pt idx="16">
                  <c:v>16.108742625335505</c:v>
                </c:pt>
                <c:pt idx="17">
                  <c:v>16.387155488419229</c:v>
                </c:pt>
                <c:pt idx="18">
                  <c:v>15.813105572739705</c:v>
                </c:pt>
                <c:pt idx="19">
                  <c:v>16.413975066354851</c:v>
                </c:pt>
                <c:pt idx="20">
                  <c:v>16.774869541001451</c:v>
                </c:pt>
                <c:pt idx="21">
                  <c:v>15.655011195751181</c:v>
                </c:pt>
                <c:pt idx="22">
                  <c:v>15.569426337986796</c:v>
                </c:pt>
                <c:pt idx="23">
                  <c:v>16.680689833915352</c:v>
                </c:pt>
                <c:pt idx="24">
                  <c:v>16.411660831482685</c:v>
                </c:pt>
                <c:pt idx="25">
                  <c:v>16.977402103110528</c:v>
                </c:pt>
                <c:pt idx="26">
                  <c:v>16.551982179406604</c:v>
                </c:pt>
                <c:pt idx="27">
                  <c:v>16.683924668455791</c:v>
                </c:pt>
                <c:pt idx="28">
                  <c:v>15.922925968639181</c:v>
                </c:pt>
                <c:pt idx="29">
                  <c:v>16.016808274674091</c:v>
                </c:pt>
                <c:pt idx="30">
                  <c:v>16.138159438355327</c:v>
                </c:pt>
                <c:pt idx="31">
                  <c:v>16.310412762263049</c:v>
                </c:pt>
                <c:pt idx="32">
                  <c:v>17.770474118613155</c:v>
                </c:pt>
                <c:pt idx="33">
                  <c:v>16.814360785810944</c:v>
                </c:pt>
                <c:pt idx="34">
                  <c:v>16.665448678682907</c:v>
                </c:pt>
                <c:pt idx="35">
                  <c:v>16.794829415621823</c:v>
                </c:pt>
                <c:pt idx="36">
                  <c:v>16.924865498568845</c:v>
                </c:pt>
                <c:pt idx="37">
                  <c:v>16.945367280796269</c:v>
                </c:pt>
                <c:pt idx="38">
                  <c:v>17.438192794802433</c:v>
                </c:pt>
                <c:pt idx="39">
                  <c:v>16.944529728040287</c:v>
                </c:pt>
                <c:pt idx="40">
                  <c:v>17.289707893882269</c:v>
                </c:pt>
                <c:pt idx="41">
                  <c:v>16.846477827307289</c:v>
                </c:pt>
                <c:pt idx="42">
                  <c:v>17.073722252780417</c:v>
                </c:pt>
                <c:pt idx="43">
                  <c:v>16.729099858950242</c:v>
                </c:pt>
                <c:pt idx="44">
                  <c:v>17.679865546565239</c:v>
                </c:pt>
                <c:pt idx="45">
                  <c:v>16.739643270675415</c:v>
                </c:pt>
                <c:pt idx="46">
                  <c:v>18.25992765557276</c:v>
                </c:pt>
                <c:pt idx="47">
                  <c:v>17.8056448035044</c:v>
                </c:pt>
                <c:pt idx="48">
                  <c:v>17.825692568971771</c:v>
                </c:pt>
                <c:pt idx="49">
                  <c:v>16.868568820169529</c:v>
                </c:pt>
                <c:pt idx="50">
                  <c:v>18.889134511555689</c:v>
                </c:pt>
                <c:pt idx="51">
                  <c:v>17.779687978143539</c:v>
                </c:pt>
                <c:pt idx="52">
                  <c:v>19.016029866015323</c:v>
                </c:pt>
                <c:pt idx="53">
                  <c:v>18.325829481098751</c:v>
                </c:pt>
                <c:pt idx="54">
                  <c:v>19.221950818414598</c:v>
                </c:pt>
                <c:pt idx="55">
                  <c:v>16.91293100734331</c:v>
                </c:pt>
                <c:pt idx="56">
                  <c:v>18.971224756188732</c:v>
                </c:pt>
                <c:pt idx="57">
                  <c:v>16.725118627940127</c:v>
                </c:pt>
                <c:pt idx="58">
                  <c:v>17.726613273359277</c:v>
                </c:pt>
                <c:pt idx="59">
                  <c:v>17.478512707801684</c:v>
                </c:pt>
                <c:pt idx="60">
                  <c:v>17.897031645957227</c:v>
                </c:pt>
                <c:pt idx="61">
                  <c:v>18.633236979131805</c:v>
                </c:pt>
                <c:pt idx="62">
                  <c:v>18.865485136476281</c:v>
                </c:pt>
                <c:pt idx="63">
                  <c:v>19.3533909196723</c:v>
                </c:pt>
                <c:pt idx="64">
                  <c:v>17.664493922381521</c:v>
                </c:pt>
                <c:pt idx="65">
                  <c:v>18.276983057309504</c:v>
                </c:pt>
                <c:pt idx="66">
                  <c:v>19.285875436704451</c:v>
                </c:pt>
                <c:pt idx="67">
                  <c:v>18.064830169939015</c:v>
                </c:pt>
                <c:pt idx="68">
                  <c:v>18.702863091328087</c:v>
                </c:pt>
                <c:pt idx="69">
                  <c:v>17.575637054443323</c:v>
                </c:pt>
                <c:pt idx="70">
                  <c:v>18.369329784341019</c:v>
                </c:pt>
                <c:pt idx="71">
                  <c:v>18.829958662268254</c:v>
                </c:pt>
                <c:pt idx="72">
                  <c:v>19.257432106432024</c:v>
                </c:pt>
                <c:pt idx="73">
                  <c:v>18.604971169772249</c:v>
                </c:pt>
                <c:pt idx="74">
                  <c:v>17.580351799481537</c:v>
                </c:pt>
                <c:pt idx="75">
                  <c:v>19.561798294276407</c:v>
                </c:pt>
                <c:pt idx="76">
                  <c:v>18.709397740702812</c:v>
                </c:pt>
                <c:pt idx="77">
                  <c:v>19.503732955619082</c:v>
                </c:pt>
                <c:pt idx="78">
                  <c:v>18.690360738153327</c:v>
                </c:pt>
                <c:pt idx="79">
                  <c:v>18.495026335451296</c:v>
                </c:pt>
                <c:pt idx="80">
                  <c:v>18.944494128878674</c:v>
                </c:pt>
                <c:pt idx="81">
                  <c:v>18.844594916252241</c:v>
                </c:pt>
                <c:pt idx="82">
                  <c:v>19.289680868958772</c:v>
                </c:pt>
                <c:pt idx="83">
                  <c:v>18.859884021706804</c:v>
                </c:pt>
                <c:pt idx="84">
                  <c:v>19.727819404337129</c:v>
                </c:pt>
              </c:numCache>
            </c:numRef>
          </c:yVal>
          <c:smooth val="0"/>
          <c:extLst>
            <c:ext xmlns:c16="http://schemas.microsoft.com/office/drawing/2014/chart" uri="{C3380CC4-5D6E-409C-BE32-E72D297353CC}">
              <c16:uniqueId val="{00000001-2C49-478D-8E00-7EDF75E4A255}"/>
            </c:ext>
          </c:extLst>
        </c:ser>
        <c:ser>
          <c:idx val="0"/>
          <c:order val="0"/>
          <c:tx>
            <c:strRef>
              <c:f>Riassunto!$B$1:$B$2</c:f>
              <c:strCache>
                <c:ptCount val="1"/>
                <c:pt idx="0">
                  <c:v>Boretto RCP 4.5 Max</c:v>
                </c:pt>
              </c:strCache>
            </c:strRef>
          </c:tx>
          <c:spPr>
            <a:ln w="28575">
              <a:noFill/>
            </a:ln>
          </c:spPr>
          <c:marker>
            <c:symbol val="circle"/>
            <c:size val="7"/>
          </c:marker>
          <c:trendline>
            <c:spPr>
              <a:ln w="31750">
                <a:solidFill>
                  <a:srgbClr val="00B0F0"/>
                </a:solidFill>
              </a:ln>
            </c:spPr>
            <c:trendlineType val="linear"/>
            <c:dispRSqr val="0"/>
            <c:dispEq val="0"/>
          </c:trendline>
          <c:xVal>
            <c:numRef>
              <c:f>Riassunto!$A$3:$A$87</c:f>
              <c:numCache>
                <c:formatCode>General</c:formatCode>
                <c:ptCount val="85"/>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pt idx="21">
                  <c:v>2037</c:v>
                </c:pt>
                <c:pt idx="22">
                  <c:v>2038</c:v>
                </c:pt>
                <c:pt idx="23">
                  <c:v>2039</c:v>
                </c:pt>
                <c:pt idx="24">
                  <c:v>2040</c:v>
                </c:pt>
                <c:pt idx="25">
                  <c:v>2041</c:v>
                </c:pt>
                <c:pt idx="26">
                  <c:v>2042</c:v>
                </c:pt>
                <c:pt idx="27">
                  <c:v>2043</c:v>
                </c:pt>
                <c:pt idx="28">
                  <c:v>2044</c:v>
                </c:pt>
                <c:pt idx="29">
                  <c:v>2045</c:v>
                </c:pt>
                <c:pt idx="30">
                  <c:v>2046</c:v>
                </c:pt>
                <c:pt idx="31">
                  <c:v>2047</c:v>
                </c:pt>
                <c:pt idx="32">
                  <c:v>2048</c:v>
                </c:pt>
                <c:pt idx="33">
                  <c:v>2049</c:v>
                </c:pt>
                <c:pt idx="34">
                  <c:v>2050</c:v>
                </c:pt>
                <c:pt idx="35">
                  <c:v>2051</c:v>
                </c:pt>
                <c:pt idx="36">
                  <c:v>2052</c:v>
                </c:pt>
                <c:pt idx="37">
                  <c:v>2053</c:v>
                </c:pt>
                <c:pt idx="38">
                  <c:v>2054</c:v>
                </c:pt>
                <c:pt idx="39">
                  <c:v>2055</c:v>
                </c:pt>
                <c:pt idx="40">
                  <c:v>2056</c:v>
                </c:pt>
                <c:pt idx="41">
                  <c:v>2057</c:v>
                </c:pt>
                <c:pt idx="42">
                  <c:v>2058</c:v>
                </c:pt>
                <c:pt idx="43">
                  <c:v>2059</c:v>
                </c:pt>
                <c:pt idx="44">
                  <c:v>2060</c:v>
                </c:pt>
                <c:pt idx="45">
                  <c:v>2061</c:v>
                </c:pt>
                <c:pt idx="46">
                  <c:v>2062</c:v>
                </c:pt>
                <c:pt idx="47">
                  <c:v>2063</c:v>
                </c:pt>
                <c:pt idx="48">
                  <c:v>2064</c:v>
                </c:pt>
                <c:pt idx="49">
                  <c:v>2065</c:v>
                </c:pt>
                <c:pt idx="50">
                  <c:v>2066</c:v>
                </c:pt>
                <c:pt idx="51">
                  <c:v>2067</c:v>
                </c:pt>
                <c:pt idx="52">
                  <c:v>2068</c:v>
                </c:pt>
                <c:pt idx="53">
                  <c:v>2069</c:v>
                </c:pt>
                <c:pt idx="54">
                  <c:v>2070</c:v>
                </c:pt>
                <c:pt idx="55">
                  <c:v>2071</c:v>
                </c:pt>
                <c:pt idx="56">
                  <c:v>2072</c:v>
                </c:pt>
                <c:pt idx="57">
                  <c:v>2073</c:v>
                </c:pt>
                <c:pt idx="58">
                  <c:v>2074</c:v>
                </c:pt>
                <c:pt idx="59">
                  <c:v>2075</c:v>
                </c:pt>
                <c:pt idx="60">
                  <c:v>2076</c:v>
                </c:pt>
                <c:pt idx="61">
                  <c:v>2077</c:v>
                </c:pt>
                <c:pt idx="62">
                  <c:v>2078</c:v>
                </c:pt>
                <c:pt idx="63">
                  <c:v>2079</c:v>
                </c:pt>
                <c:pt idx="64">
                  <c:v>2080</c:v>
                </c:pt>
                <c:pt idx="65">
                  <c:v>2081</c:v>
                </c:pt>
                <c:pt idx="66">
                  <c:v>2082</c:v>
                </c:pt>
                <c:pt idx="67">
                  <c:v>2083</c:v>
                </c:pt>
                <c:pt idx="68">
                  <c:v>2084</c:v>
                </c:pt>
                <c:pt idx="69">
                  <c:v>2085</c:v>
                </c:pt>
                <c:pt idx="70">
                  <c:v>2086</c:v>
                </c:pt>
                <c:pt idx="71">
                  <c:v>2087</c:v>
                </c:pt>
                <c:pt idx="72">
                  <c:v>2088</c:v>
                </c:pt>
                <c:pt idx="73">
                  <c:v>2089</c:v>
                </c:pt>
                <c:pt idx="74">
                  <c:v>2090</c:v>
                </c:pt>
                <c:pt idx="75">
                  <c:v>2091</c:v>
                </c:pt>
                <c:pt idx="76">
                  <c:v>2092</c:v>
                </c:pt>
                <c:pt idx="77">
                  <c:v>2093</c:v>
                </c:pt>
                <c:pt idx="78">
                  <c:v>2094</c:v>
                </c:pt>
                <c:pt idx="79">
                  <c:v>2095</c:v>
                </c:pt>
                <c:pt idx="80">
                  <c:v>2096</c:v>
                </c:pt>
                <c:pt idx="81">
                  <c:v>2097</c:v>
                </c:pt>
                <c:pt idx="82">
                  <c:v>2098</c:v>
                </c:pt>
                <c:pt idx="83">
                  <c:v>2099</c:v>
                </c:pt>
                <c:pt idx="84">
                  <c:v>2100</c:v>
                </c:pt>
              </c:numCache>
            </c:numRef>
          </c:xVal>
          <c:yVal>
            <c:numRef>
              <c:f>Riassunto!$B$3:$B$87</c:f>
              <c:numCache>
                <c:formatCode>General</c:formatCode>
                <c:ptCount val="85"/>
                <c:pt idx="0">
                  <c:v>29.76117</c:v>
                </c:pt>
                <c:pt idx="1">
                  <c:v>26.545519999999971</c:v>
                </c:pt>
                <c:pt idx="2">
                  <c:v>29.62866</c:v>
                </c:pt>
                <c:pt idx="3">
                  <c:v>27.49109</c:v>
                </c:pt>
                <c:pt idx="4">
                  <c:v>27.729109999999974</c:v>
                </c:pt>
                <c:pt idx="5">
                  <c:v>27.543859999999999</c:v>
                </c:pt>
                <c:pt idx="6">
                  <c:v>28.32583</c:v>
                </c:pt>
                <c:pt idx="7">
                  <c:v>27.5322</c:v>
                </c:pt>
                <c:pt idx="8">
                  <c:v>27.30245</c:v>
                </c:pt>
                <c:pt idx="9">
                  <c:v>28.296939999999989</c:v>
                </c:pt>
                <c:pt idx="10">
                  <c:v>27.051269999999999</c:v>
                </c:pt>
                <c:pt idx="11">
                  <c:v>29.380590000000002</c:v>
                </c:pt>
                <c:pt idx="12">
                  <c:v>28.151630000000001</c:v>
                </c:pt>
                <c:pt idx="13">
                  <c:v>26.637260000000033</c:v>
                </c:pt>
                <c:pt idx="14">
                  <c:v>28.86129</c:v>
                </c:pt>
                <c:pt idx="15">
                  <c:v>29.45471999999997</c:v>
                </c:pt>
                <c:pt idx="16">
                  <c:v>30.243269999999974</c:v>
                </c:pt>
                <c:pt idx="17">
                  <c:v>26.746499999999973</c:v>
                </c:pt>
                <c:pt idx="18">
                  <c:v>27.542149999999957</c:v>
                </c:pt>
                <c:pt idx="19">
                  <c:v>28.56589</c:v>
                </c:pt>
                <c:pt idx="20">
                  <c:v>30.980119999999957</c:v>
                </c:pt>
                <c:pt idx="21">
                  <c:v>28.426449999999956</c:v>
                </c:pt>
                <c:pt idx="22">
                  <c:v>27.357569999999999</c:v>
                </c:pt>
                <c:pt idx="23">
                  <c:v>26.408839999999973</c:v>
                </c:pt>
                <c:pt idx="24">
                  <c:v>25.980569999999968</c:v>
                </c:pt>
                <c:pt idx="25">
                  <c:v>28.84815</c:v>
                </c:pt>
                <c:pt idx="26">
                  <c:v>28.541550000000001</c:v>
                </c:pt>
                <c:pt idx="27">
                  <c:v>27.77413</c:v>
                </c:pt>
                <c:pt idx="28">
                  <c:v>27.813210000000005</c:v>
                </c:pt>
                <c:pt idx="29">
                  <c:v>27.299699999999973</c:v>
                </c:pt>
                <c:pt idx="30">
                  <c:v>28.359629999999989</c:v>
                </c:pt>
                <c:pt idx="31">
                  <c:v>28.58419</c:v>
                </c:pt>
                <c:pt idx="32">
                  <c:v>30.050729999999973</c:v>
                </c:pt>
                <c:pt idx="33">
                  <c:v>29.474550000000001</c:v>
                </c:pt>
                <c:pt idx="34">
                  <c:v>30.254829999999988</c:v>
                </c:pt>
                <c:pt idx="35">
                  <c:v>27.259930000000001</c:v>
                </c:pt>
                <c:pt idx="36">
                  <c:v>28.65513</c:v>
                </c:pt>
                <c:pt idx="37">
                  <c:v>27.542609999999971</c:v>
                </c:pt>
                <c:pt idx="38">
                  <c:v>28.096950000000021</c:v>
                </c:pt>
                <c:pt idx="39">
                  <c:v>29.947990000000001</c:v>
                </c:pt>
                <c:pt idx="40">
                  <c:v>28.202679999999972</c:v>
                </c:pt>
                <c:pt idx="41">
                  <c:v>30.774159999999988</c:v>
                </c:pt>
                <c:pt idx="42">
                  <c:v>31.52984</c:v>
                </c:pt>
                <c:pt idx="43">
                  <c:v>32.329830000000001</c:v>
                </c:pt>
                <c:pt idx="44">
                  <c:v>30.716390000000001</c:v>
                </c:pt>
                <c:pt idx="45">
                  <c:v>28.831930000000021</c:v>
                </c:pt>
                <c:pt idx="46">
                  <c:v>27.710360000000001</c:v>
                </c:pt>
                <c:pt idx="47">
                  <c:v>27.946729999999956</c:v>
                </c:pt>
                <c:pt idx="48">
                  <c:v>27.927230000000002</c:v>
                </c:pt>
                <c:pt idx="49">
                  <c:v>29.970839999999974</c:v>
                </c:pt>
                <c:pt idx="50">
                  <c:v>30.026729999999972</c:v>
                </c:pt>
                <c:pt idx="51">
                  <c:v>30.80977</c:v>
                </c:pt>
                <c:pt idx="52">
                  <c:v>28.97983</c:v>
                </c:pt>
                <c:pt idx="53">
                  <c:v>30.564489999999989</c:v>
                </c:pt>
                <c:pt idx="54">
                  <c:v>28.926100000000002</c:v>
                </c:pt>
                <c:pt idx="55">
                  <c:v>31.425779999999964</c:v>
                </c:pt>
                <c:pt idx="56">
                  <c:v>29.11074</c:v>
                </c:pt>
                <c:pt idx="57">
                  <c:v>28.82414</c:v>
                </c:pt>
                <c:pt idx="58">
                  <c:v>29.880239999999972</c:v>
                </c:pt>
                <c:pt idx="59">
                  <c:v>27.934670000000001</c:v>
                </c:pt>
                <c:pt idx="60">
                  <c:v>28.57648</c:v>
                </c:pt>
                <c:pt idx="61">
                  <c:v>31.085149999999956</c:v>
                </c:pt>
                <c:pt idx="62">
                  <c:v>28.392019999999974</c:v>
                </c:pt>
                <c:pt idx="63">
                  <c:v>28.85333</c:v>
                </c:pt>
                <c:pt idx="64">
                  <c:v>29.2302</c:v>
                </c:pt>
                <c:pt idx="65">
                  <c:v>30.384070000000001</c:v>
                </c:pt>
                <c:pt idx="66">
                  <c:v>28.031949999999988</c:v>
                </c:pt>
                <c:pt idx="67">
                  <c:v>30.163969999999999</c:v>
                </c:pt>
                <c:pt idx="68">
                  <c:v>31.13541</c:v>
                </c:pt>
                <c:pt idx="69">
                  <c:v>30.062699999999964</c:v>
                </c:pt>
                <c:pt idx="70">
                  <c:v>29.512650000000001</c:v>
                </c:pt>
                <c:pt idx="71">
                  <c:v>30.223339999999968</c:v>
                </c:pt>
                <c:pt idx="72">
                  <c:v>28.765469999999972</c:v>
                </c:pt>
                <c:pt idx="73">
                  <c:v>29.881180000000001</c:v>
                </c:pt>
                <c:pt idx="74">
                  <c:v>29.545079999999974</c:v>
                </c:pt>
                <c:pt idx="75">
                  <c:v>31.092309999999973</c:v>
                </c:pt>
                <c:pt idx="76">
                  <c:v>29.073840000000001</c:v>
                </c:pt>
                <c:pt idx="77">
                  <c:v>29.514309999999988</c:v>
                </c:pt>
                <c:pt idx="78">
                  <c:v>29.550950000000022</c:v>
                </c:pt>
                <c:pt idx="79">
                  <c:v>31.472549999999952</c:v>
                </c:pt>
                <c:pt idx="80">
                  <c:v>30.100290000000001</c:v>
                </c:pt>
                <c:pt idx="81">
                  <c:v>31.103529999999989</c:v>
                </c:pt>
                <c:pt idx="82">
                  <c:v>29.134679999999999</c:v>
                </c:pt>
                <c:pt idx="83">
                  <c:v>31.909789999999973</c:v>
                </c:pt>
                <c:pt idx="84">
                  <c:v>31.06326</c:v>
                </c:pt>
              </c:numCache>
            </c:numRef>
          </c:yVal>
          <c:smooth val="0"/>
          <c:extLst>
            <c:ext xmlns:c16="http://schemas.microsoft.com/office/drawing/2014/chart" uri="{C3380CC4-5D6E-409C-BE32-E72D297353CC}">
              <c16:uniqueId val="{00000002-2C49-478D-8E00-7EDF75E4A255}"/>
            </c:ext>
          </c:extLst>
        </c:ser>
        <c:ser>
          <c:idx val="1"/>
          <c:order val="1"/>
          <c:tx>
            <c:strRef>
              <c:f>Riassunto!$C$1:$C$2</c:f>
              <c:strCache>
                <c:ptCount val="1"/>
                <c:pt idx="0">
                  <c:v>Boretto RCP 4.5 Med</c:v>
                </c:pt>
              </c:strCache>
            </c:strRef>
          </c:tx>
          <c:spPr>
            <a:ln w="28575">
              <a:noFill/>
            </a:ln>
          </c:spPr>
          <c:marker>
            <c:symbol val="circle"/>
            <c:size val="7"/>
          </c:marker>
          <c:trendline>
            <c:spPr>
              <a:ln w="31750">
                <a:solidFill>
                  <a:srgbClr val="00B0F0"/>
                </a:solidFill>
              </a:ln>
            </c:spPr>
            <c:trendlineType val="linear"/>
            <c:dispRSqr val="0"/>
            <c:dispEq val="0"/>
          </c:trendline>
          <c:xVal>
            <c:numRef>
              <c:f>Riassunto!$A$3:$A$87</c:f>
              <c:numCache>
                <c:formatCode>General</c:formatCode>
                <c:ptCount val="85"/>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pt idx="21">
                  <c:v>2037</c:v>
                </c:pt>
                <c:pt idx="22">
                  <c:v>2038</c:v>
                </c:pt>
                <c:pt idx="23">
                  <c:v>2039</c:v>
                </c:pt>
                <c:pt idx="24">
                  <c:v>2040</c:v>
                </c:pt>
                <c:pt idx="25">
                  <c:v>2041</c:v>
                </c:pt>
                <c:pt idx="26">
                  <c:v>2042</c:v>
                </c:pt>
                <c:pt idx="27">
                  <c:v>2043</c:v>
                </c:pt>
                <c:pt idx="28">
                  <c:v>2044</c:v>
                </c:pt>
                <c:pt idx="29">
                  <c:v>2045</c:v>
                </c:pt>
                <c:pt idx="30">
                  <c:v>2046</c:v>
                </c:pt>
                <c:pt idx="31">
                  <c:v>2047</c:v>
                </c:pt>
                <c:pt idx="32">
                  <c:v>2048</c:v>
                </c:pt>
                <c:pt idx="33">
                  <c:v>2049</c:v>
                </c:pt>
                <c:pt idx="34">
                  <c:v>2050</c:v>
                </c:pt>
                <c:pt idx="35">
                  <c:v>2051</c:v>
                </c:pt>
                <c:pt idx="36">
                  <c:v>2052</c:v>
                </c:pt>
                <c:pt idx="37">
                  <c:v>2053</c:v>
                </c:pt>
                <c:pt idx="38">
                  <c:v>2054</c:v>
                </c:pt>
                <c:pt idx="39">
                  <c:v>2055</c:v>
                </c:pt>
                <c:pt idx="40">
                  <c:v>2056</c:v>
                </c:pt>
                <c:pt idx="41">
                  <c:v>2057</c:v>
                </c:pt>
                <c:pt idx="42">
                  <c:v>2058</c:v>
                </c:pt>
                <c:pt idx="43">
                  <c:v>2059</c:v>
                </c:pt>
                <c:pt idx="44">
                  <c:v>2060</c:v>
                </c:pt>
                <c:pt idx="45">
                  <c:v>2061</c:v>
                </c:pt>
                <c:pt idx="46">
                  <c:v>2062</c:v>
                </c:pt>
                <c:pt idx="47">
                  <c:v>2063</c:v>
                </c:pt>
                <c:pt idx="48">
                  <c:v>2064</c:v>
                </c:pt>
                <c:pt idx="49">
                  <c:v>2065</c:v>
                </c:pt>
                <c:pt idx="50">
                  <c:v>2066</c:v>
                </c:pt>
                <c:pt idx="51">
                  <c:v>2067</c:v>
                </c:pt>
                <c:pt idx="52">
                  <c:v>2068</c:v>
                </c:pt>
                <c:pt idx="53">
                  <c:v>2069</c:v>
                </c:pt>
                <c:pt idx="54">
                  <c:v>2070</c:v>
                </c:pt>
                <c:pt idx="55">
                  <c:v>2071</c:v>
                </c:pt>
                <c:pt idx="56">
                  <c:v>2072</c:v>
                </c:pt>
                <c:pt idx="57">
                  <c:v>2073</c:v>
                </c:pt>
                <c:pt idx="58">
                  <c:v>2074</c:v>
                </c:pt>
                <c:pt idx="59">
                  <c:v>2075</c:v>
                </c:pt>
                <c:pt idx="60">
                  <c:v>2076</c:v>
                </c:pt>
                <c:pt idx="61">
                  <c:v>2077</c:v>
                </c:pt>
                <c:pt idx="62">
                  <c:v>2078</c:v>
                </c:pt>
                <c:pt idx="63">
                  <c:v>2079</c:v>
                </c:pt>
                <c:pt idx="64">
                  <c:v>2080</c:v>
                </c:pt>
                <c:pt idx="65">
                  <c:v>2081</c:v>
                </c:pt>
                <c:pt idx="66">
                  <c:v>2082</c:v>
                </c:pt>
                <c:pt idx="67">
                  <c:v>2083</c:v>
                </c:pt>
                <c:pt idx="68">
                  <c:v>2084</c:v>
                </c:pt>
                <c:pt idx="69">
                  <c:v>2085</c:v>
                </c:pt>
                <c:pt idx="70">
                  <c:v>2086</c:v>
                </c:pt>
                <c:pt idx="71">
                  <c:v>2087</c:v>
                </c:pt>
                <c:pt idx="72">
                  <c:v>2088</c:v>
                </c:pt>
                <c:pt idx="73">
                  <c:v>2089</c:v>
                </c:pt>
                <c:pt idx="74">
                  <c:v>2090</c:v>
                </c:pt>
                <c:pt idx="75">
                  <c:v>2091</c:v>
                </c:pt>
                <c:pt idx="76">
                  <c:v>2092</c:v>
                </c:pt>
                <c:pt idx="77">
                  <c:v>2093</c:v>
                </c:pt>
                <c:pt idx="78">
                  <c:v>2094</c:v>
                </c:pt>
                <c:pt idx="79">
                  <c:v>2095</c:v>
                </c:pt>
                <c:pt idx="80">
                  <c:v>2096</c:v>
                </c:pt>
                <c:pt idx="81">
                  <c:v>2097</c:v>
                </c:pt>
                <c:pt idx="82">
                  <c:v>2098</c:v>
                </c:pt>
                <c:pt idx="83">
                  <c:v>2099</c:v>
                </c:pt>
                <c:pt idx="84">
                  <c:v>2100</c:v>
                </c:pt>
              </c:numCache>
            </c:numRef>
          </c:xVal>
          <c:yVal>
            <c:numRef>
              <c:f>Riassunto!$C$3:$C$87</c:f>
              <c:numCache>
                <c:formatCode>General</c:formatCode>
                <c:ptCount val="85"/>
                <c:pt idx="0">
                  <c:v>16.363669680767323</c:v>
                </c:pt>
                <c:pt idx="1">
                  <c:v>15.673728974224771</c:v>
                </c:pt>
                <c:pt idx="2">
                  <c:v>16.169560864853533</c:v>
                </c:pt>
                <c:pt idx="3">
                  <c:v>15.816630541135186</c:v>
                </c:pt>
                <c:pt idx="4">
                  <c:v>16.223697685804524</c:v>
                </c:pt>
                <c:pt idx="5">
                  <c:v>16.034207157239535</c:v>
                </c:pt>
                <c:pt idx="6">
                  <c:v>16.772636203243263</c:v>
                </c:pt>
                <c:pt idx="7">
                  <c:v>15.939351884632883</c:v>
                </c:pt>
                <c:pt idx="8">
                  <c:v>16.232904593149822</c:v>
                </c:pt>
                <c:pt idx="9">
                  <c:v>16.00482473765334</c:v>
                </c:pt>
                <c:pt idx="10">
                  <c:v>15.604688047382929</c:v>
                </c:pt>
                <c:pt idx="11">
                  <c:v>17.052435816150822</c:v>
                </c:pt>
                <c:pt idx="12">
                  <c:v>15.766555176406625</c:v>
                </c:pt>
                <c:pt idx="13">
                  <c:v>16.363989246054871</c:v>
                </c:pt>
                <c:pt idx="14">
                  <c:v>16.291158019679887</c:v>
                </c:pt>
                <c:pt idx="15">
                  <c:v>16.320451900403793</c:v>
                </c:pt>
                <c:pt idx="16">
                  <c:v>16.348989539296227</c:v>
                </c:pt>
                <c:pt idx="17">
                  <c:v>16.497468305613896</c:v>
                </c:pt>
                <c:pt idx="18">
                  <c:v>15.706969061289747</c:v>
                </c:pt>
                <c:pt idx="19">
                  <c:v>16.47125529459079</c:v>
                </c:pt>
                <c:pt idx="20">
                  <c:v>17.800431823469889</c:v>
                </c:pt>
                <c:pt idx="21">
                  <c:v>16.158489617909471</c:v>
                </c:pt>
                <c:pt idx="22">
                  <c:v>16.170300110072304</c:v>
                </c:pt>
                <c:pt idx="23">
                  <c:v>16.009239242501419</c:v>
                </c:pt>
                <c:pt idx="24">
                  <c:v>16.31823892410987</c:v>
                </c:pt>
                <c:pt idx="25">
                  <c:v>16.811261171837391</c:v>
                </c:pt>
                <c:pt idx="26">
                  <c:v>16.350662519951829</c:v>
                </c:pt>
                <c:pt idx="27">
                  <c:v>16.367914061350387</c:v>
                </c:pt>
                <c:pt idx="28">
                  <c:v>16.341020460337226</c:v>
                </c:pt>
                <c:pt idx="29">
                  <c:v>17.331661319732696</c:v>
                </c:pt>
                <c:pt idx="30">
                  <c:v>16.196805893884967</c:v>
                </c:pt>
                <c:pt idx="31">
                  <c:v>16.367774270985194</c:v>
                </c:pt>
                <c:pt idx="32">
                  <c:v>16.570316398078628</c:v>
                </c:pt>
                <c:pt idx="33">
                  <c:v>16.480971902037322</c:v>
                </c:pt>
                <c:pt idx="34">
                  <c:v>16.590240826018871</c:v>
                </c:pt>
                <c:pt idx="35">
                  <c:v>15.768151099061313</c:v>
                </c:pt>
                <c:pt idx="36">
                  <c:v>16.675776561101255</c:v>
                </c:pt>
                <c:pt idx="37">
                  <c:v>15.71508188378322</c:v>
                </c:pt>
                <c:pt idx="38">
                  <c:v>16.692321202526319</c:v>
                </c:pt>
                <c:pt idx="39">
                  <c:v>17.189769045947315</c:v>
                </c:pt>
                <c:pt idx="40">
                  <c:v>17.095760589088886</c:v>
                </c:pt>
                <c:pt idx="41">
                  <c:v>17.520373516866606</c:v>
                </c:pt>
                <c:pt idx="42">
                  <c:v>17.966951123329057</c:v>
                </c:pt>
                <c:pt idx="43">
                  <c:v>17.024003505706787</c:v>
                </c:pt>
                <c:pt idx="44">
                  <c:v>17.358014549811681</c:v>
                </c:pt>
                <c:pt idx="45">
                  <c:v>16.507805281894054</c:v>
                </c:pt>
                <c:pt idx="46">
                  <c:v>16.894186717516778</c:v>
                </c:pt>
                <c:pt idx="47">
                  <c:v>16.533732726475943</c:v>
                </c:pt>
                <c:pt idx="48">
                  <c:v>16.890767617303812</c:v>
                </c:pt>
                <c:pt idx="49">
                  <c:v>16.905566992824994</c:v>
                </c:pt>
                <c:pt idx="50">
                  <c:v>17.320621280147577</c:v>
                </c:pt>
                <c:pt idx="51">
                  <c:v>17.317971695939178</c:v>
                </c:pt>
                <c:pt idx="52">
                  <c:v>17.03011388987137</c:v>
                </c:pt>
                <c:pt idx="53">
                  <c:v>17.277142642295523</c:v>
                </c:pt>
                <c:pt idx="54">
                  <c:v>16.726570333193422</c:v>
                </c:pt>
                <c:pt idx="55">
                  <c:v>17.626482907386674</c:v>
                </c:pt>
                <c:pt idx="56">
                  <c:v>17.256637448170121</c:v>
                </c:pt>
                <c:pt idx="57">
                  <c:v>16.645906198841253</c:v>
                </c:pt>
                <c:pt idx="58">
                  <c:v>16.721068388795199</c:v>
                </c:pt>
                <c:pt idx="59">
                  <c:v>16.234854302340995</c:v>
                </c:pt>
                <c:pt idx="60">
                  <c:v>16.429829996140256</c:v>
                </c:pt>
                <c:pt idx="61">
                  <c:v>18.037848498723278</c:v>
                </c:pt>
                <c:pt idx="62">
                  <c:v>16.75770933856699</c:v>
                </c:pt>
                <c:pt idx="63">
                  <c:v>16.573721522501049</c:v>
                </c:pt>
                <c:pt idx="64">
                  <c:v>16.413183084602565</c:v>
                </c:pt>
                <c:pt idx="65">
                  <c:v>17.110109608793913</c:v>
                </c:pt>
                <c:pt idx="66">
                  <c:v>16.960021826339069</c:v>
                </c:pt>
                <c:pt idx="67">
                  <c:v>17.737650191947207</c:v>
                </c:pt>
                <c:pt idx="68">
                  <c:v>17.232206495733177</c:v>
                </c:pt>
                <c:pt idx="69">
                  <c:v>16.836107869344215</c:v>
                </c:pt>
                <c:pt idx="70">
                  <c:v>16.614773444606854</c:v>
                </c:pt>
                <c:pt idx="71">
                  <c:v>17.259282224472233</c:v>
                </c:pt>
                <c:pt idx="72">
                  <c:v>16.372773471425766</c:v>
                </c:pt>
                <c:pt idx="73">
                  <c:v>16.960601302368957</c:v>
                </c:pt>
                <c:pt idx="74">
                  <c:v>16.947075893454357</c:v>
                </c:pt>
                <c:pt idx="75">
                  <c:v>17.71852686385478</c:v>
                </c:pt>
                <c:pt idx="76">
                  <c:v>17.455499104463296</c:v>
                </c:pt>
                <c:pt idx="77">
                  <c:v>17.19824171458205</c:v>
                </c:pt>
                <c:pt idx="78">
                  <c:v>16.979325282736973</c:v>
                </c:pt>
                <c:pt idx="79">
                  <c:v>17.041969961662815</c:v>
                </c:pt>
                <c:pt idx="80">
                  <c:v>16.675912571352928</c:v>
                </c:pt>
                <c:pt idx="81">
                  <c:v>17.487093105054885</c:v>
                </c:pt>
                <c:pt idx="82">
                  <c:v>17.330155214544845</c:v>
                </c:pt>
                <c:pt idx="83">
                  <c:v>17.408208111540912</c:v>
                </c:pt>
                <c:pt idx="84">
                  <c:v>16.793226333459199</c:v>
                </c:pt>
              </c:numCache>
            </c:numRef>
          </c:yVal>
          <c:smooth val="0"/>
          <c:extLst>
            <c:ext xmlns:c16="http://schemas.microsoft.com/office/drawing/2014/chart" uri="{C3380CC4-5D6E-409C-BE32-E72D297353CC}">
              <c16:uniqueId val="{00000003-2C49-478D-8E00-7EDF75E4A255}"/>
            </c:ext>
          </c:extLst>
        </c:ser>
        <c:dLbls>
          <c:showLegendKey val="0"/>
          <c:showVal val="0"/>
          <c:showCatName val="0"/>
          <c:showSerName val="0"/>
          <c:showPercent val="0"/>
          <c:showBubbleSize val="0"/>
        </c:dLbls>
        <c:axId val="122151680"/>
        <c:axId val="122153600"/>
      </c:scatterChart>
      <c:valAx>
        <c:axId val="122151680"/>
        <c:scaling>
          <c:orientation val="minMax"/>
        </c:scaling>
        <c:delete val="0"/>
        <c:axPos val="b"/>
        <c:title>
          <c:tx>
            <c:rich>
              <a:bodyPr/>
              <a:lstStyle/>
              <a:p>
                <a:pPr>
                  <a:defRPr/>
                </a:pPr>
                <a:r>
                  <a:rPr lang="it-IT" dirty="0"/>
                  <a:t>Year (-)</a:t>
                </a:r>
              </a:p>
            </c:rich>
          </c:tx>
          <c:overlay val="0"/>
        </c:title>
        <c:numFmt formatCode="General" sourceLinked="1"/>
        <c:majorTickMark val="out"/>
        <c:minorTickMark val="none"/>
        <c:tickLblPos val="nextTo"/>
        <c:crossAx val="122153600"/>
        <c:crosses val="autoZero"/>
        <c:crossBetween val="midCat"/>
      </c:valAx>
      <c:valAx>
        <c:axId val="122153600"/>
        <c:scaling>
          <c:orientation val="minMax"/>
        </c:scaling>
        <c:delete val="0"/>
        <c:axPos val="l"/>
        <c:majorGridlines/>
        <c:title>
          <c:tx>
            <c:rich>
              <a:bodyPr rot="-5400000" vert="horz"/>
              <a:lstStyle/>
              <a:p>
                <a:pPr>
                  <a:defRPr/>
                </a:pPr>
                <a:r>
                  <a:rPr lang="it-IT" dirty="0"/>
                  <a:t>Water temperature (°C)</a:t>
                </a:r>
              </a:p>
            </c:rich>
          </c:tx>
          <c:overlay val="0"/>
        </c:title>
        <c:numFmt formatCode="General" sourceLinked="1"/>
        <c:majorTickMark val="out"/>
        <c:minorTickMark val="none"/>
        <c:tickLblPos val="nextTo"/>
        <c:crossAx val="122151680"/>
        <c:crosses val="autoZero"/>
        <c:crossBetween val="midCat"/>
      </c:valAx>
    </c:plotArea>
    <c:legend>
      <c:legendPos val="r"/>
      <c:legendEntry>
        <c:idx val="4"/>
        <c:delete val="1"/>
      </c:legendEntry>
      <c:legendEntry>
        <c:idx val="5"/>
        <c:delete val="1"/>
      </c:legendEntry>
      <c:legendEntry>
        <c:idx val="6"/>
        <c:delete val="1"/>
      </c:legendEntry>
      <c:legendEntry>
        <c:idx val="7"/>
        <c:delete val="1"/>
      </c:legendEntry>
      <c:overlay val="0"/>
    </c:legend>
    <c:plotVisOnly val="1"/>
    <c:dispBlanksAs val="gap"/>
    <c:showDLblsOverMax val="0"/>
  </c:chart>
  <c:txPr>
    <a:bodyPr/>
    <a:lstStyle/>
    <a:p>
      <a:pPr>
        <a:defRPr>
          <a:latin typeface="Arial" pitchFamily="34" charset="0"/>
          <a:cs typeface="Arial" pitchFamily="34" charset="0"/>
        </a:defRPr>
      </a:pPr>
      <a:endParaRPr lang="it-IT"/>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Po a Pontelagoscuro</a:t>
            </a:r>
          </a:p>
        </c:rich>
      </c:tx>
      <c:overlay val="0"/>
    </c:title>
    <c:autoTitleDeleted val="0"/>
    <c:plotArea>
      <c:layout>
        <c:manualLayout>
          <c:layoutTarget val="inner"/>
          <c:xMode val="edge"/>
          <c:yMode val="edge"/>
          <c:x val="0.15148377286172582"/>
          <c:y val="0.14497005703744409"/>
          <c:w val="0.81941569803774528"/>
          <c:h val="0.65502424600025833"/>
        </c:manualLayout>
      </c:layout>
      <c:scatterChart>
        <c:scatterStyle val="smoothMarker"/>
        <c:varyColors val="0"/>
        <c:ser>
          <c:idx val="0"/>
          <c:order val="0"/>
          <c:marker>
            <c:symbol val="none"/>
          </c:marker>
          <c:xVal>
            <c:numRef>
              <c:f>GWVFLAEI!$A$2:$A$92</c:f>
              <c:numCache>
                <c:formatCode>dd/mm/yyyy</c:formatCode>
                <c:ptCount val="91"/>
                <c:pt idx="0">
                  <c:v>41913</c:v>
                </c:pt>
                <c:pt idx="1">
                  <c:v>41914</c:v>
                </c:pt>
                <c:pt idx="2">
                  <c:v>41915</c:v>
                </c:pt>
                <c:pt idx="3">
                  <c:v>41916</c:v>
                </c:pt>
                <c:pt idx="4">
                  <c:v>41917</c:v>
                </c:pt>
                <c:pt idx="5">
                  <c:v>41918</c:v>
                </c:pt>
                <c:pt idx="6">
                  <c:v>41919</c:v>
                </c:pt>
                <c:pt idx="7">
                  <c:v>41920</c:v>
                </c:pt>
                <c:pt idx="8">
                  <c:v>41921</c:v>
                </c:pt>
                <c:pt idx="9">
                  <c:v>41922</c:v>
                </c:pt>
                <c:pt idx="10">
                  <c:v>41923</c:v>
                </c:pt>
                <c:pt idx="11">
                  <c:v>41924</c:v>
                </c:pt>
                <c:pt idx="12">
                  <c:v>41925</c:v>
                </c:pt>
                <c:pt idx="13">
                  <c:v>41926</c:v>
                </c:pt>
                <c:pt idx="14">
                  <c:v>41927</c:v>
                </c:pt>
                <c:pt idx="15">
                  <c:v>41928</c:v>
                </c:pt>
                <c:pt idx="16">
                  <c:v>41929</c:v>
                </c:pt>
                <c:pt idx="17">
                  <c:v>41930</c:v>
                </c:pt>
                <c:pt idx="18">
                  <c:v>41931</c:v>
                </c:pt>
                <c:pt idx="19">
                  <c:v>41932</c:v>
                </c:pt>
                <c:pt idx="20">
                  <c:v>41933</c:v>
                </c:pt>
                <c:pt idx="21">
                  <c:v>41934</c:v>
                </c:pt>
                <c:pt idx="22">
                  <c:v>41935</c:v>
                </c:pt>
                <c:pt idx="23">
                  <c:v>41936</c:v>
                </c:pt>
                <c:pt idx="24">
                  <c:v>41937</c:v>
                </c:pt>
                <c:pt idx="25">
                  <c:v>41938</c:v>
                </c:pt>
                <c:pt idx="26">
                  <c:v>41939</c:v>
                </c:pt>
                <c:pt idx="27">
                  <c:v>41940</c:v>
                </c:pt>
                <c:pt idx="28">
                  <c:v>41941</c:v>
                </c:pt>
                <c:pt idx="29">
                  <c:v>41942</c:v>
                </c:pt>
                <c:pt idx="30">
                  <c:v>41943</c:v>
                </c:pt>
                <c:pt idx="31">
                  <c:v>41944</c:v>
                </c:pt>
                <c:pt idx="32">
                  <c:v>41945</c:v>
                </c:pt>
                <c:pt idx="33">
                  <c:v>41946</c:v>
                </c:pt>
                <c:pt idx="34">
                  <c:v>41947</c:v>
                </c:pt>
                <c:pt idx="35">
                  <c:v>41948</c:v>
                </c:pt>
                <c:pt idx="36">
                  <c:v>41949</c:v>
                </c:pt>
                <c:pt idx="37">
                  <c:v>41950</c:v>
                </c:pt>
                <c:pt idx="38">
                  <c:v>41951</c:v>
                </c:pt>
                <c:pt idx="39">
                  <c:v>41952</c:v>
                </c:pt>
                <c:pt idx="40">
                  <c:v>41953</c:v>
                </c:pt>
                <c:pt idx="41">
                  <c:v>41954</c:v>
                </c:pt>
                <c:pt idx="42">
                  <c:v>41955</c:v>
                </c:pt>
                <c:pt idx="43">
                  <c:v>41956</c:v>
                </c:pt>
                <c:pt idx="44">
                  <c:v>41957</c:v>
                </c:pt>
                <c:pt idx="45">
                  <c:v>41958</c:v>
                </c:pt>
                <c:pt idx="46">
                  <c:v>41959</c:v>
                </c:pt>
                <c:pt idx="47">
                  <c:v>41960</c:v>
                </c:pt>
                <c:pt idx="48">
                  <c:v>41961</c:v>
                </c:pt>
                <c:pt idx="49">
                  <c:v>41962</c:v>
                </c:pt>
                <c:pt idx="50">
                  <c:v>41963</c:v>
                </c:pt>
                <c:pt idx="51">
                  <c:v>41964</c:v>
                </c:pt>
                <c:pt idx="52">
                  <c:v>41965</c:v>
                </c:pt>
                <c:pt idx="53">
                  <c:v>41966</c:v>
                </c:pt>
                <c:pt idx="54">
                  <c:v>41967</c:v>
                </c:pt>
                <c:pt idx="55">
                  <c:v>41968</c:v>
                </c:pt>
                <c:pt idx="56">
                  <c:v>41969</c:v>
                </c:pt>
                <c:pt idx="57">
                  <c:v>41970</c:v>
                </c:pt>
                <c:pt idx="58">
                  <c:v>41971</c:v>
                </c:pt>
                <c:pt idx="59">
                  <c:v>41972</c:v>
                </c:pt>
                <c:pt idx="60">
                  <c:v>41973</c:v>
                </c:pt>
                <c:pt idx="61">
                  <c:v>41974</c:v>
                </c:pt>
                <c:pt idx="62">
                  <c:v>41975</c:v>
                </c:pt>
                <c:pt idx="63">
                  <c:v>41976</c:v>
                </c:pt>
                <c:pt idx="64">
                  <c:v>41977</c:v>
                </c:pt>
                <c:pt idx="65">
                  <c:v>41978</c:v>
                </c:pt>
                <c:pt idx="66">
                  <c:v>41979</c:v>
                </c:pt>
                <c:pt idx="67">
                  <c:v>41980</c:v>
                </c:pt>
                <c:pt idx="68">
                  <c:v>41981</c:v>
                </c:pt>
                <c:pt idx="69">
                  <c:v>41982</c:v>
                </c:pt>
                <c:pt idx="70">
                  <c:v>41983</c:v>
                </c:pt>
                <c:pt idx="71">
                  <c:v>41984</c:v>
                </c:pt>
                <c:pt idx="72">
                  <c:v>41985</c:v>
                </c:pt>
                <c:pt idx="73">
                  <c:v>41986</c:v>
                </c:pt>
                <c:pt idx="74">
                  <c:v>41987</c:v>
                </c:pt>
                <c:pt idx="75">
                  <c:v>41988</c:v>
                </c:pt>
                <c:pt idx="76">
                  <c:v>41989</c:v>
                </c:pt>
                <c:pt idx="77">
                  <c:v>41990</c:v>
                </c:pt>
                <c:pt idx="78">
                  <c:v>41991</c:v>
                </c:pt>
                <c:pt idx="79">
                  <c:v>41992</c:v>
                </c:pt>
                <c:pt idx="80">
                  <c:v>41993</c:v>
                </c:pt>
                <c:pt idx="81">
                  <c:v>41994</c:v>
                </c:pt>
                <c:pt idx="82">
                  <c:v>41995</c:v>
                </c:pt>
                <c:pt idx="83">
                  <c:v>41996</c:v>
                </c:pt>
                <c:pt idx="84">
                  <c:v>41997</c:v>
                </c:pt>
                <c:pt idx="85">
                  <c:v>41998</c:v>
                </c:pt>
                <c:pt idx="86">
                  <c:v>41999</c:v>
                </c:pt>
                <c:pt idx="87">
                  <c:v>42000</c:v>
                </c:pt>
                <c:pt idx="88">
                  <c:v>42001</c:v>
                </c:pt>
                <c:pt idx="89">
                  <c:v>42002</c:v>
                </c:pt>
                <c:pt idx="90">
                  <c:v>42003</c:v>
                </c:pt>
              </c:numCache>
            </c:numRef>
          </c:xVal>
          <c:yVal>
            <c:numRef>
              <c:f>GWVFLAEI!$B$2:$B$92</c:f>
              <c:numCache>
                <c:formatCode>General</c:formatCode>
                <c:ptCount val="91"/>
                <c:pt idx="0">
                  <c:v>1064</c:v>
                </c:pt>
                <c:pt idx="1">
                  <c:v>1045</c:v>
                </c:pt>
                <c:pt idx="2">
                  <c:v>1032</c:v>
                </c:pt>
                <c:pt idx="3">
                  <c:v>1024</c:v>
                </c:pt>
                <c:pt idx="4">
                  <c:v>1002</c:v>
                </c:pt>
                <c:pt idx="5">
                  <c:v>986</c:v>
                </c:pt>
                <c:pt idx="6">
                  <c:v>981</c:v>
                </c:pt>
                <c:pt idx="7">
                  <c:v>981</c:v>
                </c:pt>
                <c:pt idx="8">
                  <c:v>997</c:v>
                </c:pt>
                <c:pt idx="9">
                  <c:v>1069</c:v>
                </c:pt>
                <c:pt idx="10">
                  <c:v>1200</c:v>
                </c:pt>
                <c:pt idx="11">
                  <c:v>1470</c:v>
                </c:pt>
                <c:pt idx="12">
                  <c:v>1643</c:v>
                </c:pt>
                <c:pt idx="13">
                  <c:v>1779</c:v>
                </c:pt>
                <c:pt idx="14">
                  <c:v>2362</c:v>
                </c:pt>
                <c:pt idx="15">
                  <c:v>2759</c:v>
                </c:pt>
                <c:pt idx="16">
                  <c:v>2615</c:v>
                </c:pt>
                <c:pt idx="17">
                  <c:v>2351</c:v>
                </c:pt>
                <c:pt idx="18">
                  <c:v>2140</c:v>
                </c:pt>
                <c:pt idx="19">
                  <c:v>1974</c:v>
                </c:pt>
                <c:pt idx="20">
                  <c:v>1850</c:v>
                </c:pt>
                <c:pt idx="21">
                  <c:v>1730</c:v>
                </c:pt>
                <c:pt idx="22">
                  <c:v>1628</c:v>
                </c:pt>
                <c:pt idx="23">
                  <c:v>1532</c:v>
                </c:pt>
                <c:pt idx="24">
                  <c:v>1421</c:v>
                </c:pt>
                <c:pt idx="25">
                  <c:v>1311</c:v>
                </c:pt>
                <c:pt idx="26">
                  <c:v>1216</c:v>
                </c:pt>
                <c:pt idx="27">
                  <c:v>1148</c:v>
                </c:pt>
                <c:pt idx="28">
                  <c:v>1110</c:v>
                </c:pt>
                <c:pt idx="29">
                  <c:v>1082</c:v>
                </c:pt>
                <c:pt idx="30">
                  <c:v>1072</c:v>
                </c:pt>
                <c:pt idx="31">
                  <c:v>1058</c:v>
                </c:pt>
                <c:pt idx="32">
                  <c:v>1047</c:v>
                </c:pt>
                <c:pt idx="33">
                  <c:v>1032</c:v>
                </c:pt>
                <c:pt idx="34">
                  <c:v>1027</c:v>
                </c:pt>
                <c:pt idx="35">
                  <c:v>1119</c:v>
                </c:pt>
                <c:pt idx="36">
                  <c:v>1774</c:v>
                </c:pt>
                <c:pt idx="37">
                  <c:v>3323</c:v>
                </c:pt>
                <c:pt idx="38">
                  <c:v>4274</c:v>
                </c:pt>
                <c:pt idx="39">
                  <c:v>4495</c:v>
                </c:pt>
                <c:pt idx="40">
                  <c:v>4171</c:v>
                </c:pt>
                <c:pt idx="41">
                  <c:v>3918</c:v>
                </c:pt>
                <c:pt idx="42">
                  <c:v>4393</c:v>
                </c:pt>
                <c:pt idx="43">
                  <c:v>5290</c:v>
                </c:pt>
                <c:pt idx="44">
                  <c:v>6551</c:v>
                </c:pt>
                <c:pt idx="45">
                  <c:v>7517</c:v>
                </c:pt>
                <c:pt idx="46">
                  <c:v>7860</c:v>
                </c:pt>
                <c:pt idx="47">
                  <c:v>7913</c:v>
                </c:pt>
                <c:pt idx="48">
                  <c:v>8426</c:v>
                </c:pt>
                <c:pt idx="49">
                  <c:v>8462</c:v>
                </c:pt>
                <c:pt idx="50">
                  <c:v>7774</c:v>
                </c:pt>
                <c:pt idx="51">
                  <c:v>6522</c:v>
                </c:pt>
                <c:pt idx="52">
                  <c:v>5458</c:v>
                </c:pt>
                <c:pt idx="53">
                  <c:v>4862</c:v>
                </c:pt>
                <c:pt idx="54">
                  <c:v>4464</c:v>
                </c:pt>
                <c:pt idx="55">
                  <c:v>4027</c:v>
                </c:pt>
                <c:pt idx="56">
                  <c:v>3636</c:v>
                </c:pt>
                <c:pt idx="57">
                  <c:v>3349</c:v>
                </c:pt>
                <c:pt idx="58">
                  <c:v>3211</c:v>
                </c:pt>
                <c:pt idx="59">
                  <c:v>3166</c:v>
                </c:pt>
                <c:pt idx="60">
                  <c:v>3254</c:v>
                </c:pt>
                <c:pt idx="61">
                  <c:v>3472</c:v>
                </c:pt>
                <c:pt idx="62">
                  <c:v>4022</c:v>
                </c:pt>
                <c:pt idx="63">
                  <c:v>4695</c:v>
                </c:pt>
                <c:pt idx="64">
                  <c:v>5510</c:v>
                </c:pt>
                <c:pt idx="65">
                  <c:v>5812</c:v>
                </c:pt>
                <c:pt idx="66">
                  <c:v>5039</c:v>
                </c:pt>
                <c:pt idx="67">
                  <c:v>4229</c:v>
                </c:pt>
                <c:pt idx="68">
                  <c:v>3629</c:v>
                </c:pt>
                <c:pt idx="69">
                  <c:v>3244</c:v>
                </c:pt>
                <c:pt idx="70">
                  <c:v>3034</c:v>
                </c:pt>
                <c:pt idx="71">
                  <c:v>2928</c:v>
                </c:pt>
                <c:pt idx="72">
                  <c:v>2747</c:v>
                </c:pt>
                <c:pt idx="73">
                  <c:v>2559</c:v>
                </c:pt>
                <c:pt idx="74">
                  <c:v>2382</c:v>
                </c:pt>
                <c:pt idx="75">
                  <c:v>2264</c:v>
                </c:pt>
                <c:pt idx="76">
                  <c:v>2202</c:v>
                </c:pt>
                <c:pt idx="77">
                  <c:v>2261</c:v>
                </c:pt>
                <c:pt idx="78">
                  <c:v>2501</c:v>
                </c:pt>
                <c:pt idx="79">
                  <c:v>2547</c:v>
                </c:pt>
                <c:pt idx="80">
                  <c:v>2369</c:v>
                </c:pt>
                <c:pt idx="81">
                  <c:v>2179</c:v>
                </c:pt>
                <c:pt idx="82">
                  <c:v>2052</c:v>
                </c:pt>
                <c:pt idx="83">
                  <c:v>1960</c:v>
                </c:pt>
                <c:pt idx="84">
                  <c:v>1886</c:v>
                </c:pt>
                <c:pt idx="85">
                  <c:v>1794</c:v>
                </c:pt>
                <c:pt idx="86">
                  <c:v>1715</c:v>
                </c:pt>
                <c:pt idx="87">
                  <c:v>1663</c:v>
                </c:pt>
                <c:pt idx="88">
                  <c:v>1618</c:v>
                </c:pt>
                <c:pt idx="89">
                  <c:v>1602</c:v>
                </c:pt>
                <c:pt idx="90">
                  <c:v>1562</c:v>
                </c:pt>
              </c:numCache>
            </c:numRef>
          </c:yVal>
          <c:smooth val="1"/>
          <c:extLst>
            <c:ext xmlns:c16="http://schemas.microsoft.com/office/drawing/2014/chart" uri="{C3380CC4-5D6E-409C-BE32-E72D297353CC}">
              <c16:uniqueId val="{00000000-E961-4708-9B6F-AA165ECB4A2D}"/>
            </c:ext>
          </c:extLst>
        </c:ser>
        <c:dLbls>
          <c:showLegendKey val="0"/>
          <c:showVal val="0"/>
          <c:showCatName val="0"/>
          <c:showSerName val="0"/>
          <c:showPercent val="0"/>
          <c:showBubbleSize val="0"/>
        </c:dLbls>
        <c:axId val="104123392"/>
        <c:axId val="104182528"/>
      </c:scatterChart>
      <c:valAx>
        <c:axId val="104123392"/>
        <c:scaling>
          <c:orientation val="minMax"/>
          <c:max val="42010"/>
          <c:min val="41900"/>
        </c:scaling>
        <c:delete val="0"/>
        <c:axPos val="b"/>
        <c:numFmt formatCode="dd/mm/yyyy" sourceLinked="1"/>
        <c:majorTickMark val="none"/>
        <c:minorTickMark val="none"/>
        <c:tickLblPos val="nextTo"/>
        <c:txPr>
          <a:bodyPr rot="-5400000" vert="horz"/>
          <a:lstStyle/>
          <a:p>
            <a:pPr>
              <a:defRPr/>
            </a:pPr>
            <a:endParaRPr lang="it-IT"/>
          </a:p>
        </c:txPr>
        <c:crossAx val="104182528"/>
        <c:crosses val="autoZero"/>
        <c:crossBetween val="midCat"/>
      </c:valAx>
      <c:valAx>
        <c:axId val="104182528"/>
        <c:scaling>
          <c:orientation val="minMax"/>
        </c:scaling>
        <c:delete val="0"/>
        <c:axPos val="l"/>
        <c:majorGridlines/>
        <c:title>
          <c:tx>
            <c:rich>
              <a:bodyPr/>
              <a:lstStyle/>
              <a:p>
                <a:pPr>
                  <a:defRPr/>
                </a:pPr>
                <a:r>
                  <a:rPr lang="en-US"/>
                  <a:t>Q [m3/s]</a:t>
                </a:r>
              </a:p>
            </c:rich>
          </c:tx>
          <c:overlay val="0"/>
        </c:title>
        <c:numFmt formatCode="General" sourceLinked="1"/>
        <c:majorTickMark val="none"/>
        <c:minorTickMark val="none"/>
        <c:tickLblPos val="nextTo"/>
        <c:crossAx val="104123392"/>
        <c:crosses val="autoZero"/>
        <c:crossBetween val="midCat"/>
      </c:valAx>
    </c:plotArea>
    <c:plotVisOnly val="1"/>
    <c:dispBlanksAs val="gap"/>
    <c:showDLblsOverMax val="0"/>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75EE0585-8A01-44F3-852C-00714F1F2F19}" type="datetimeFigureOut">
              <a:rPr lang="en-US" smtClean="0"/>
              <a:t>3/17/2021</a:t>
            </a:fld>
            <a:endParaRPr lang="en-US"/>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r>
              <a:rPr lang="en-US"/>
              <a:t>D. Berod, WMO</a:t>
            </a: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DAC09CA3-A9E5-4B36-A38C-921A1518DCC4}" type="slidenum">
              <a:rPr lang="en-US" smtClean="0"/>
              <a:t>‹N›</a:t>
            </a:fld>
            <a:endParaRPr lang="en-US"/>
          </a:p>
        </p:txBody>
      </p:sp>
    </p:spTree>
    <p:extLst>
      <p:ext uri="{BB962C8B-B14F-4D97-AF65-F5344CB8AC3E}">
        <p14:creationId xmlns:p14="http://schemas.microsoft.com/office/powerpoint/2010/main" val="742907068"/>
      </p:ext>
    </p:extLst>
  </p:cSld>
  <p:clrMap bg1="lt1" tx1="dk1" bg2="lt2" tx2="dk2" accent1="accent1" accent2="accent2" accent3="accent3" accent4="accent4" accent5="accent5" accent6="accent6" hlink="hlink" folHlink="folHlink"/>
  <p:hf sldNum="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F087FDAF-F9D7-4B23-A591-C01991A560A2}" type="datetimeFigureOut">
              <a:rPr lang="en-US" smtClean="0"/>
              <a:t>3/17/2021</a:t>
            </a:fld>
            <a:endParaRPr lang="en-US"/>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t>D. Berod, WMO</a:t>
            </a:r>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ABC7FE5-3E39-48C5-B563-198D87015814}" type="slidenum">
              <a:rPr lang="en-US" smtClean="0"/>
              <a:t>‹N›</a:t>
            </a:fld>
            <a:endParaRPr lang="en-US"/>
          </a:p>
        </p:txBody>
      </p:sp>
    </p:spTree>
    <p:extLst>
      <p:ext uri="{BB962C8B-B14F-4D97-AF65-F5344CB8AC3E}">
        <p14:creationId xmlns:p14="http://schemas.microsoft.com/office/powerpoint/2010/main" val="426011619"/>
      </p:ext>
    </p:extLst>
  </p:cSld>
  <p:clrMap bg1="lt1" tx1="dk1" bg2="lt2" tx2="dk2" accent1="accent1" accent2="accent2" accent3="accent3" accent4="accent4" accent5="accent5" accent6="accent6" hlink="hlink" folHlink="folHlink"/>
  <p:hf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955" name="Google Shape;955;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19</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5" name="Google Shape;975;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b="0" dirty="0"/>
          </a:p>
        </p:txBody>
      </p:sp>
      <p:sp>
        <p:nvSpPr>
          <p:cNvPr id="976" name="Google Shape;976;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21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990" name="Google Shape;990;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39064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259AF2F-52C6-9B46-B8B2-0579234AE62E}" type="slidenum">
              <a:rPr lang="en-US" smtClean="0"/>
              <a:t>‹N›</a:t>
            </a:fld>
            <a:endParaRPr lang="en-US"/>
          </a:p>
        </p:txBody>
      </p:sp>
      <p:pic>
        <p:nvPicPr>
          <p:cNvPr id="7" name="Picture 6" descr="wmo2016_powerpoint_standard_v2-2.jp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51694"/>
            <a:ext cx="1988820" cy="1714500"/>
          </a:xfrm>
          <a:prstGeom prst="rect">
            <a:avLst/>
          </a:prstGeom>
        </p:spPr>
      </p:pic>
    </p:spTree>
    <p:extLst>
      <p:ext uri="{BB962C8B-B14F-4D97-AF65-F5344CB8AC3E}">
        <p14:creationId xmlns:p14="http://schemas.microsoft.com/office/powerpoint/2010/main" val="500931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28339018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187663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203645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723727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418312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‹N›</a:t>
            </a:fld>
            <a:endParaRPr lang="en-US"/>
          </a:p>
        </p:txBody>
      </p:sp>
    </p:spTree>
    <p:extLst>
      <p:ext uri="{BB962C8B-B14F-4D97-AF65-F5344CB8AC3E}">
        <p14:creationId xmlns:p14="http://schemas.microsoft.com/office/powerpoint/2010/main" val="130550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9259AF2F-52C6-9B46-B8B2-0579234AE62E}" type="slidenum">
              <a:rPr lang="en-US" smtClean="0"/>
              <a:t>‹N›</a:t>
            </a:fld>
            <a:endParaRPr lang="en-US" dirty="0"/>
          </a:p>
        </p:txBody>
      </p:sp>
    </p:spTree>
    <p:extLst>
      <p:ext uri="{BB962C8B-B14F-4D97-AF65-F5344CB8AC3E}">
        <p14:creationId xmlns:p14="http://schemas.microsoft.com/office/powerpoint/2010/main" val="283484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olo e contenut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01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olo e contenuto">
    <p:spTree>
      <p:nvGrpSpPr>
        <p:cNvPr id="1" name=""/>
        <p:cNvGrpSpPr/>
        <p:nvPr/>
      </p:nvGrpSpPr>
      <p:grpSpPr>
        <a:xfrm>
          <a:off x="0" y="0"/>
          <a:ext cx="0" cy="0"/>
          <a:chOff x="0" y="0"/>
          <a:chExt cx="0" cy="0"/>
        </a:xfrm>
      </p:grpSpPr>
      <p:sp>
        <p:nvSpPr>
          <p:cNvPr id="16" name="Rectangle 16"/>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7" name="Title 6"/>
          <p:cNvSpPr>
            <a:spLocks noGrp="1"/>
          </p:cNvSpPr>
          <p:nvPr>
            <p:ph type="title"/>
          </p:nvPr>
        </p:nvSpPr>
        <p:spPr>
          <a:xfrm>
            <a:off x="457200" y="359465"/>
            <a:ext cx="8229600" cy="1143000"/>
          </a:xfrm>
          <a:prstGeom prst="rect">
            <a:avLst/>
          </a:prstGeom>
        </p:spPr>
        <p:txBody>
          <a:bodyPr anchor="b" anchorCtr="0">
            <a:normAutofit/>
          </a:bodyPr>
          <a:lstStyle/>
          <a:p>
            <a:pPr algn="l"/>
            <a:r>
              <a:rPr lang="it-IT"/>
              <a:t>Fare clic per modificare lo stile del titolo</a:t>
            </a:r>
            <a:endParaRPr lang="en-US"/>
          </a:p>
        </p:txBody>
      </p:sp>
    </p:spTree>
    <p:extLst>
      <p:ext uri="{BB962C8B-B14F-4D97-AF65-F5344CB8AC3E}">
        <p14:creationId xmlns:p14="http://schemas.microsoft.com/office/powerpoint/2010/main" val="3640888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olo e testo">
    <p:spTree>
      <p:nvGrpSpPr>
        <p:cNvPr id="1" name=""/>
        <p:cNvGrpSpPr/>
        <p:nvPr/>
      </p:nvGrpSpPr>
      <p:grpSpPr>
        <a:xfrm>
          <a:off x="0" y="0"/>
          <a:ext cx="0" cy="0"/>
          <a:chOff x="0" y="0"/>
          <a:chExt cx="0" cy="0"/>
        </a:xfrm>
      </p:grpSpPr>
      <p:sp>
        <p:nvSpPr>
          <p:cNvPr id="7" name="Rectangle 7"/>
          <p:cNvSpPr>
            <a:spLocks noGrp="1"/>
          </p:cNvSpPr>
          <p:nvPr>
            <p:ph type="body"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9" name="Title 8"/>
          <p:cNvSpPr>
            <a:spLocks noGrp="1"/>
          </p:cNvSpPr>
          <p:nvPr>
            <p:ph type="title"/>
          </p:nvPr>
        </p:nvSpPr>
        <p:spPr>
          <a:xfrm>
            <a:off x="457200" y="359465"/>
            <a:ext cx="8229600" cy="1143000"/>
          </a:xfrm>
          <a:prstGeom prst="rect">
            <a:avLst/>
          </a:prstGeom>
        </p:spPr>
        <p:txBody>
          <a:bodyPr anchor="b" anchorCtr="0">
            <a:normAutofit/>
          </a:bodyPr>
          <a:lstStyle/>
          <a:p>
            <a:pPr algn="l"/>
            <a:r>
              <a:rPr lang="it-IT"/>
              <a:t>Fare clic per modificare lo stile del titolo</a:t>
            </a:r>
            <a:endParaRPr lang="en-US"/>
          </a:p>
        </p:txBody>
      </p:sp>
    </p:spTree>
    <p:extLst>
      <p:ext uri="{BB962C8B-B14F-4D97-AF65-F5344CB8AC3E}">
        <p14:creationId xmlns:p14="http://schemas.microsoft.com/office/powerpoint/2010/main" val="1853702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59AF2F-52C6-9B46-B8B2-0579234AE62E}" type="slidenum">
              <a:rPr lang="en-US" smtClean="0"/>
              <a:t>‹N›</a:t>
            </a:fld>
            <a:endParaRPr lang="en-US"/>
          </a:p>
        </p:txBody>
      </p:sp>
      <p:pic>
        <p:nvPicPr>
          <p:cNvPr id="7" name="Picture 6" descr="wmo2016_powerpoint_standard_v2-2.jpg"/>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0" y="5151694"/>
            <a:ext cx="1988820" cy="1714500"/>
          </a:xfrm>
          <a:prstGeom prst="rect">
            <a:avLst/>
          </a:prstGeom>
        </p:spPr>
      </p:pic>
    </p:spTree>
    <p:extLst>
      <p:ext uri="{BB962C8B-B14F-4D97-AF65-F5344CB8AC3E}">
        <p14:creationId xmlns:p14="http://schemas.microsoft.com/office/powerpoint/2010/main" val="3053617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 id="2147483660" r:id="rId11"/>
    <p:sldLayoutId id="2147483661"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wmf"/><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jpeg"/><Relationship Id="rId4" Type="http://schemas.openxmlformats.org/officeDocument/2006/relationships/image" Target="../media/image12.emf"/><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12.xml"/><Relationship Id="rId6" Type="http://schemas.openxmlformats.org/officeDocument/2006/relationships/image" Target="../media/image23.jpeg"/><Relationship Id="rId5" Type="http://schemas.openxmlformats.org/officeDocument/2006/relationships/image" Target="../media/image22.wmf"/><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emf"/><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wmf"/></Relationships>
</file>

<file path=ppt/slides/_rels/slide13.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10.xml"/><Relationship Id="rId4" Type="http://schemas.openxmlformats.org/officeDocument/2006/relationships/image" Target="../media/image49.jpeg"/></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_rels/slide27.xml.rels><?xml version="1.0" encoding="UTF-8" standalone="yes"?>
<Relationships xmlns="http://schemas.openxmlformats.org/package/2006/relationships"><Relationship Id="rId3" Type="http://schemas.openxmlformats.org/officeDocument/2006/relationships/image" Target="../media/image58.jpeg"/><Relationship Id="rId7" Type="http://schemas.openxmlformats.org/officeDocument/2006/relationships/hyperlink" Target="http://it.wikipedia.org/wiki/Idrocarburi" TargetMode="External"/><Relationship Id="rId2" Type="http://schemas.openxmlformats.org/officeDocument/2006/relationships/image" Target="../media/image57.jpeg"/><Relationship Id="rId1" Type="http://schemas.openxmlformats.org/officeDocument/2006/relationships/slideLayout" Target="../slideLayouts/slideLayout11.xml"/><Relationship Id="rId6" Type="http://schemas.openxmlformats.org/officeDocument/2006/relationships/hyperlink" Target="http://it.wikipedia.org/wiki/2010" TargetMode="External"/><Relationship Id="rId5" Type="http://schemas.openxmlformats.org/officeDocument/2006/relationships/hyperlink" Target="http://it.wikipedia.org/wiki/Marted%C3%AC" TargetMode="External"/><Relationship Id="rId4" Type="http://schemas.openxmlformats.org/officeDocument/2006/relationships/hyperlink" Target="http://it.wikipedia.org/wiki/Luned%C3%AC"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11.xml"/><Relationship Id="rId1" Type="http://schemas.openxmlformats.org/officeDocument/2006/relationships/video" Target="file:///\\192.168.139.31\StorageArpa\Presentazioni\136_Incontro_UniCT\Cinzia\po_demo3.avi"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wmf"/><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1.xml"/><Relationship Id="rId4" Type="http://schemas.openxmlformats.org/officeDocument/2006/relationships/image" Target="../media/image65.png"/></Relationships>
</file>

<file path=ppt/slides/_rels/slide33.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image" Target="../media/image67.png"/><Relationship Id="rId7" Type="http://schemas.openxmlformats.org/officeDocument/2006/relationships/image" Target="../media/image70.jpeg"/><Relationship Id="rId12" Type="http://schemas.openxmlformats.org/officeDocument/2006/relationships/image" Target="../media/image75.jpe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11.wmf"/><Relationship Id="rId11" Type="http://schemas.openxmlformats.org/officeDocument/2006/relationships/image" Target="../media/image74.png"/><Relationship Id="rId5" Type="http://schemas.openxmlformats.org/officeDocument/2006/relationships/image" Target="../media/image69.emf"/><Relationship Id="rId10" Type="http://schemas.openxmlformats.org/officeDocument/2006/relationships/image" Target="../media/image73.jpeg"/><Relationship Id="rId4" Type="http://schemas.openxmlformats.org/officeDocument/2006/relationships/image" Target="../media/image68.png"/><Relationship Id="rId9" Type="http://schemas.openxmlformats.org/officeDocument/2006/relationships/image" Target="../media/image72.png"/></Relationships>
</file>

<file path=ppt/slides/_rels/slide34.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mo2016_powerpoint_standard_v2_dark-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80000" cy="6887123"/>
          </a:xfrm>
          <a:prstGeom prst="rect">
            <a:avLst/>
          </a:prstGeom>
        </p:spPr>
      </p:pic>
      <p:sp>
        <p:nvSpPr>
          <p:cNvPr id="6" name="Title 1"/>
          <p:cNvSpPr txBox="1">
            <a:spLocks/>
          </p:cNvSpPr>
          <p:nvPr/>
        </p:nvSpPr>
        <p:spPr>
          <a:xfrm>
            <a:off x="-47625" y="297395"/>
            <a:ext cx="9191625" cy="184081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dirty="0">
                <a:solidFill>
                  <a:schemeClr val="bg1"/>
                </a:solidFill>
              </a:rPr>
              <a:t>Hydrology Domain Working Group</a:t>
            </a:r>
            <a:br>
              <a:rPr lang="en-US" sz="4800" dirty="0">
                <a:solidFill>
                  <a:schemeClr val="bg1"/>
                </a:solidFill>
              </a:rPr>
            </a:br>
            <a:r>
              <a:rPr lang="en-US" sz="3500" dirty="0">
                <a:solidFill>
                  <a:schemeClr val="bg1"/>
                </a:solidFill>
              </a:rPr>
              <a:t>web meeting, 17 March 2021</a:t>
            </a:r>
            <a:endParaRPr lang="en-US" sz="4800" dirty="0">
              <a:solidFill>
                <a:schemeClr val="bg1"/>
              </a:solidFill>
            </a:endParaRPr>
          </a:p>
        </p:txBody>
      </p:sp>
      <p:sp>
        <p:nvSpPr>
          <p:cNvPr id="4" name="Title 1"/>
          <p:cNvSpPr txBox="1">
            <a:spLocks/>
          </p:cNvSpPr>
          <p:nvPr/>
        </p:nvSpPr>
        <p:spPr>
          <a:xfrm>
            <a:off x="-47625" y="2451626"/>
            <a:ext cx="8229600" cy="1840813"/>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dirty="0">
                <a:solidFill>
                  <a:schemeClr val="bg1"/>
                </a:solidFill>
              </a:rPr>
              <a:t>WMO long-term ambition</a:t>
            </a:r>
          </a:p>
          <a:p>
            <a:r>
              <a:rPr lang="en-US" sz="3200" dirty="0">
                <a:solidFill>
                  <a:schemeClr val="bg1"/>
                </a:solidFill>
              </a:rPr>
              <a:t>Water quality is known</a:t>
            </a:r>
          </a:p>
        </p:txBody>
      </p:sp>
    </p:spTree>
    <p:extLst>
      <p:ext uri="{BB962C8B-B14F-4D97-AF65-F5344CB8AC3E}">
        <p14:creationId xmlns:p14="http://schemas.microsoft.com/office/powerpoint/2010/main" val="2389260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454"/>
            <a:ext cx="8229600" cy="636242"/>
          </a:xfrm>
        </p:spPr>
        <p:txBody>
          <a:bodyPr>
            <a:normAutofit fontScale="90000"/>
          </a:bodyPr>
          <a:lstStyle/>
          <a:p>
            <a:r>
              <a:rPr lang="en-US" sz="3900" b="1" dirty="0">
                <a:solidFill>
                  <a:schemeClr val="accent1">
                    <a:lumMod val="75000"/>
                  </a:schemeClr>
                </a:solidFill>
              </a:rPr>
              <a:t>PROVISIONAL AGENDA</a:t>
            </a:r>
          </a:p>
        </p:txBody>
      </p:sp>
      <p:sp>
        <p:nvSpPr>
          <p:cNvPr id="3" name="Rettangolo 2">
            <a:extLst>
              <a:ext uri="{FF2B5EF4-FFF2-40B4-BE49-F238E27FC236}">
                <a16:creationId xmlns:a16="http://schemas.microsoft.com/office/drawing/2014/main" id="{9F8C3382-D449-49FA-8583-D137A5DB6DDF}"/>
              </a:ext>
            </a:extLst>
          </p:cNvPr>
          <p:cNvSpPr/>
          <p:nvPr/>
        </p:nvSpPr>
        <p:spPr>
          <a:xfrm>
            <a:off x="685801" y="779445"/>
            <a:ext cx="8229600" cy="5386090"/>
          </a:xfrm>
          <a:prstGeom prst="rect">
            <a:avLst/>
          </a:prstGeom>
        </p:spPr>
        <p:txBody>
          <a:bodyPr wrap="square">
            <a:spAutoFit/>
          </a:bodyPr>
          <a:lstStyle/>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Silvano Pecora (WMO) - WMO long-term ambition: "Water quality is known"</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Philipp </a:t>
            </a:r>
            <a:r>
              <a:rPr lang="en-US" sz="1600" dirty="0" err="1">
                <a:solidFill>
                  <a:srgbClr val="000000"/>
                </a:solidFill>
                <a:latin typeface="arial" panose="020B0604020202020204" pitchFamily="34" charset="0"/>
              </a:rPr>
              <a:t>Saile</a:t>
            </a:r>
            <a:r>
              <a:rPr lang="en-US" sz="1600" dirty="0">
                <a:solidFill>
                  <a:srgbClr val="000000"/>
                </a:solidFill>
                <a:latin typeface="arial" panose="020B0604020202020204" pitchFamily="34" charset="0"/>
              </a:rPr>
              <a:t> (ICWRGC, GEMS/Water) - In-situ WQ sampling data sharing requirements and use cases</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Steve Groom (Plymouth Marine Lab) - Standards/services and tools used by the remote sensing WQ community: the CERTO project</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James </a:t>
            </a:r>
            <a:r>
              <a:rPr lang="en-US" sz="1600" dirty="0" err="1">
                <a:solidFill>
                  <a:srgbClr val="000000"/>
                </a:solidFill>
                <a:latin typeface="arial" panose="020B0604020202020204" pitchFamily="34" charset="0"/>
              </a:rPr>
              <a:t>Kreft</a:t>
            </a:r>
            <a:r>
              <a:rPr lang="en-US" sz="1600" dirty="0">
                <a:solidFill>
                  <a:srgbClr val="000000"/>
                </a:solidFill>
                <a:latin typeface="arial" panose="020B0604020202020204" pitchFamily="34" charset="0"/>
              </a:rPr>
              <a:t> (USGS) and Dwane Young (EPA) - US WQ data sharing requirements and use cases</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Sylvain </a:t>
            </a:r>
            <a:r>
              <a:rPr lang="en-US" sz="1600" dirty="0" err="1">
                <a:solidFill>
                  <a:srgbClr val="000000"/>
                </a:solidFill>
                <a:latin typeface="arial" panose="020B0604020202020204" pitchFamily="34" charset="0"/>
              </a:rPr>
              <a:t>Grellet</a:t>
            </a:r>
            <a:r>
              <a:rPr lang="en-US" sz="1600" dirty="0">
                <a:solidFill>
                  <a:srgbClr val="000000"/>
                </a:solidFill>
                <a:latin typeface="arial" panose="020B0604020202020204" pitchFamily="34" charset="0"/>
              </a:rPr>
              <a:t> (BRGM / INSIDE - environmental information systems research center) - 2 tests to serve French surface water quality DB data : one using </a:t>
            </a:r>
            <a:r>
              <a:rPr lang="en-US" sz="1600" dirty="0" err="1">
                <a:solidFill>
                  <a:srgbClr val="000000"/>
                </a:solidFill>
                <a:latin typeface="arial" panose="020B0604020202020204" pitchFamily="34" charset="0"/>
              </a:rPr>
              <a:t>SemanticWeb</a:t>
            </a:r>
            <a:r>
              <a:rPr lang="en-US" sz="1600" dirty="0">
                <a:solidFill>
                  <a:srgbClr val="000000"/>
                </a:solidFill>
                <a:latin typeface="arial" panose="020B0604020202020204" pitchFamily="34" charset="0"/>
              </a:rPr>
              <a:t> technologies (see Ninth </a:t>
            </a:r>
            <a:r>
              <a:rPr lang="en-US" sz="1600" dirty="0" err="1">
                <a:solidFill>
                  <a:srgbClr val="000000"/>
                </a:solidFill>
                <a:latin typeface="arial" panose="020B0604020202020204" pitchFamily="34" charset="0"/>
              </a:rPr>
              <a:t>HydroDWG</a:t>
            </a:r>
            <a:r>
              <a:rPr lang="en-US" sz="1600" dirty="0">
                <a:solidFill>
                  <a:srgbClr val="000000"/>
                </a:solidFill>
                <a:latin typeface="arial" panose="020B0604020202020204" pitchFamily="34" charset="0"/>
              </a:rPr>
              <a:t> Workshop presentation) and one OGC </a:t>
            </a:r>
            <a:r>
              <a:rPr lang="en-US" sz="1600" dirty="0" err="1">
                <a:solidFill>
                  <a:srgbClr val="000000"/>
                </a:solidFill>
                <a:latin typeface="arial" panose="020B0604020202020204" pitchFamily="34" charset="0"/>
              </a:rPr>
              <a:t>SensorThings</a:t>
            </a:r>
            <a:r>
              <a:rPr lang="en-US" sz="1600" dirty="0">
                <a:solidFill>
                  <a:srgbClr val="000000"/>
                </a:solidFill>
                <a:latin typeface="arial" panose="020B0604020202020204" pitchFamily="34" charset="0"/>
              </a:rPr>
              <a:t> API</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Bruce Simons (Federation University) - WQ best practice document overview and relationship to existing OGC standards</a:t>
            </a:r>
          </a:p>
          <a:p>
            <a:pPr marL="285750" indent="-285750" fontAlgn="base">
              <a:spcAft>
                <a:spcPts val="2400"/>
              </a:spcAft>
              <a:buFont typeface="Arial" panose="020B0604020202020204" pitchFamily="34" charset="0"/>
              <a:buChar char="•"/>
            </a:pPr>
            <a:r>
              <a:rPr lang="en-US" sz="1600" dirty="0">
                <a:solidFill>
                  <a:srgbClr val="000000"/>
                </a:solidFill>
                <a:latin typeface="arial" panose="020B0604020202020204" pitchFamily="34" charset="0"/>
              </a:rPr>
              <a:t>General discussion on the way forward/ next steps/ group of experts to progress...</a:t>
            </a:r>
            <a:endParaRPr lang="en-US" sz="1600" b="0" i="0"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1587111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66C39A80-F8BE-4A8D-A4F7-B780D7998121}"/>
              </a:ext>
            </a:extLst>
          </p:cNvPr>
          <p:cNvSpPr txBox="1"/>
          <p:nvPr/>
        </p:nvSpPr>
        <p:spPr>
          <a:xfrm>
            <a:off x="600010" y="2023008"/>
            <a:ext cx="8103463" cy="3788858"/>
          </a:xfrm>
          <a:prstGeom prst="rect">
            <a:avLst/>
          </a:prstGeom>
          <a:noFill/>
        </p:spPr>
        <p:txBody>
          <a:bodyPr wrap="square">
            <a:spAutoFit/>
          </a:bodyPr>
          <a:lstStyle/>
          <a:p>
            <a:pPr marL="342900" indent="-342900">
              <a:lnSpc>
                <a:spcPct val="150000"/>
              </a:lnSpc>
              <a:buFont typeface="+mj-lt"/>
              <a:buAutoNum type="arabicPeriod"/>
            </a:pPr>
            <a:r>
              <a:rPr lang="en-US" dirty="0"/>
              <a:t>No one is surprised by a flood;</a:t>
            </a:r>
          </a:p>
          <a:p>
            <a:pPr marL="342900" indent="-342900">
              <a:lnSpc>
                <a:spcPct val="150000"/>
              </a:lnSpc>
              <a:buFont typeface="+mj-lt"/>
              <a:buAutoNum type="arabicPeriod"/>
            </a:pPr>
            <a:r>
              <a:rPr lang="en-US" dirty="0"/>
              <a:t>Everyone is prepared for drought;</a:t>
            </a:r>
          </a:p>
          <a:p>
            <a:pPr marL="342900" indent="-342900">
              <a:lnSpc>
                <a:spcPct val="150000"/>
              </a:lnSpc>
              <a:buFont typeface="+mj-lt"/>
              <a:buAutoNum type="arabicPeriod"/>
            </a:pPr>
            <a:r>
              <a:rPr lang="en-US" dirty="0"/>
              <a:t>Hydro-climate and meteorological data support the food security agenda;</a:t>
            </a:r>
          </a:p>
          <a:p>
            <a:pPr marL="342900" indent="-342900">
              <a:lnSpc>
                <a:spcPct val="150000"/>
              </a:lnSpc>
              <a:buFont typeface="+mj-lt"/>
              <a:buAutoNum type="arabicPeriod"/>
            </a:pPr>
            <a:r>
              <a:rPr lang="en-US" dirty="0"/>
              <a:t>High-quality data supports science;</a:t>
            </a:r>
          </a:p>
          <a:p>
            <a:pPr marL="342900" indent="-342900">
              <a:lnSpc>
                <a:spcPct val="150000"/>
              </a:lnSpc>
              <a:buFont typeface="+mj-lt"/>
              <a:buAutoNum type="arabicPeriod"/>
            </a:pPr>
            <a:r>
              <a:rPr lang="en-US" dirty="0"/>
              <a:t>Science provides a sound basis for operational hydrology;</a:t>
            </a:r>
          </a:p>
          <a:p>
            <a:pPr marL="342900" indent="-342900">
              <a:lnSpc>
                <a:spcPct val="150000"/>
              </a:lnSpc>
              <a:buFont typeface="+mj-lt"/>
              <a:buAutoNum type="arabicPeriod"/>
            </a:pPr>
            <a:r>
              <a:rPr lang="en-US" dirty="0"/>
              <a:t>We have a thorough knowledge of the water resources of our world;</a:t>
            </a:r>
          </a:p>
          <a:p>
            <a:pPr marL="342900" indent="-342900">
              <a:lnSpc>
                <a:spcPct val="150000"/>
              </a:lnSpc>
              <a:buFont typeface="+mj-lt"/>
              <a:buAutoNum type="arabicPeriod"/>
            </a:pPr>
            <a:r>
              <a:rPr lang="en-US" dirty="0"/>
              <a:t>Sustainable development is supported by information covering the full  hydrological cycle;</a:t>
            </a:r>
          </a:p>
          <a:p>
            <a:pPr marL="342900" indent="-342900">
              <a:lnSpc>
                <a:spcPct val="150000"/>
              </a:lnSpc>
              <a:buFont typeface="+mj-lt"/>
              <a:buAutoNum type="arabicPeriod"/>
            </a:pPr>
            <a:r>
              <a:rPr lang="en-US" dirty="0"/>
              <a:t>Water quality is known.</a:t>
            </a:r>
            <a:endParaRPr lang="it-IT" dirty="0"/>
          </a:p>
        </p:txBody>
      </p:sp>
      <p:sp>
        <p:nvSpPr>
          <p:cNvPr id="6" name="Title 1">
            <a:extLst>
              <a:ext uri="{FF2B5EF4-FFF2-40B4-BE49-F238E27FC236}">
                <a16:creationId xmlns:a16="http://schemas.microsoft.com/office/drawing/2014/main" id="{E9AF04D1-8723-435B-9F88-09E72015E85E}"/>
              </a:ext>
            </a:extLst>
          </p:cNvPr>
          <p:cNvSpPr>
            <a:spLocks noGrp="1"/>
          </p:cNvSpPr>
          <p:nvPr>
            <p:ph type="title"/>
          </p:nvPr>
        </p:nvSpPr>
        <p:spPr>
          <a:xfrm>
            <a:off x="473873" y="19457"/>
            <a:ext cx="8229600" cy="1143000"/>
          </a:xfrm>
        </p:spPr>
        <p:txBody>
          <a:bodyPr>
            <a:normAutofit/>
          </a:bodyPr>
          <a:lstStyle/>
          <a:p>
            <a:r>
              <a:rPr lang="en-US" sz="3000" b="1" dirty="0">
                <a:solidFill>
                  <a:srgbClr val="0070C0"/>
                </a:solidFill>
              </a:rPr>
              <a:t>WMO LONG-TERM AMBITIONS LONG-TERM FOR THE OPERATIONAL HYDROLOGICAL COMMUNITY</a:t>
            </a:r>
          </a:p>
        </p:txBody>
      </p:sp>
      <p:sp>
        <p:nvSpPr>
          <p:cNvPr id="7" name="CasellaDiTesto 6">
            <a:extLst>
              <a:ext uri="{FF2B5EF4-FFF2-40B4-BE49-F238E27FC236}">
                <a16:creationId xmlns:a16="http://schemas.microsoft.com/office/drawing/2014/main" id="{2E10C3F5-89F1-48B1-BD69-F6904A01069A}"/>
              </a:ext>
            </a:extLst>
          </p:cNvPr>
          <p:cNvSpPr txBox="1"/>
          <p:nvPr/>
        </p:nvSpPr>
        <p:spPr>
          <a:xfrm>
            <a:off x="2539727" y="6171738"/>
            <a:ext cx="6014166" cy="369332"/>
          </a:xfrm>
          <a:prstGeom prst="rect">
            <a:avLst/>
          </a:prstGeom>
          <a:noFill/>
        </p:spPr>
        <p:txBody>
          <a:bodyPr wrap="square">
            <a:spAutoFit/>
          </a:bodyPr>
          <a:lstStyle/>
          <a:p>
            <a:pPr algn="l"/>
            <a:r>
              <a:rPr lang="en-US" sz="1800" b="1" i="0" u="none" strike="noStrike" baseline="0" dirty="0">
                <a:solidFill>
                  <a:srgbClr val="000000"/>
                </a:solidFill>
                <a:latin typeface="Verdana" panose="020B0604030504040204" pitchFamily="34" charset="0"/>
              </a:rPr>
              <a:t>Annex 1 to Resolution 5.3(1)/1 (Cg-18) </a:t>
            </a:r>
            <a:endParaRPr lang="it-IT" dirty="0"/>
          </a:p>
        </p:txBody>
      </p:sp>
      <p:sp>
        <p:nvSpPr>
          <p:cNvPr id="8" name="CasellaDiTesto 7">
            <a:extLst>
              <a:ext uri="{FF2B5EF4-FFF2-40B4-BE49-F238E27FC236}">
                <a16:creationId xmlns:a16="http://schemas.microsoft.com/office/drawing/2014/main" id="{8A62E6B1-E739-4F9D-BF44-AA2F3650664D}"/>
              </a:ext>
            </a:extLst>
          </p:cNvPr>
          <p:cNvSpPr txBox="1"/>
          <p:nvPr/>
        </p:nvSpPr>
        <p:spPr>
          <a:xfrm>
            <a:off x="505772" y="1269567"/>
            <a:ext cx="8197701" cy="646331"/>
          </a:xfrm>
          <a:prstGeom prst="rect">
            <a:avLst/>
          </a:prstGeom>
          <a:noFill/>
        </p:spPr>
        <p:txBody>
          <a:bodyPr wrap="square">
            <a:spAutoFit/>
          </a:bodyPr>
          <a:lstStyle/>
          <a:p>
            <a:r>
              <a:rPr lang="en-US" dirty="0"/>
              <a:t>The Congress approved eight long-term ambitions that should guide the development of WMO activities relevant to water:</a:t>
            </a:r>
            <a:endParaRPr lang="it-IT" dirty="0"/>
          </a:p>
        </p:txBody>
      </p:sp>
    </p:spTree>
    <p:extLst>
      <p:ext uri="{BB962C8B-B14F-4D97-AF65-F5344CB8AC3E}">
        <p14:creationId xmlns:p14="http://schemas.microsoft.com/office/powerpoint/2010/main" val="3792687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66C39A80-F8BE-4A8D-A4F7-B780D7998121}"/>
              </a:ext>
            </a:extLst>
          </p:cNvPr>
          <p:cNvSpPr txBox="1"/>
          <p:nvPr/>
        </p:nvSpPr>
        <p:spPr>
          <a:xfrm>
            <a:off x="647131" y="1910654"/>
            <a:ext cx="7858915" cy="2800767"/>
          </a:xfrm>
          <a:prstGeom prst="rect">
            <a:avLst/>
          </a:prstGeom>
          <a:noFill/>
        </p:spPr>
        <p:txBody>
          <a:bodyPr wrap="square">
            <a:spAutoFit/>
          </a:bodyPr>
          <a:lstStyle/>
          <a:p>
            <a:r>
              <a:rPr lang="en-US" sz="2200" dirty="0"/>
              <a:t>Surface and groundwater quality is permanently monitored as a necessary step to ensure its quality in accordance with different requirements for society and ecosystems and corrective actions are applied when necessary. A new partnership will be needed to support this goal, including existing links to the Global Environment Monitoring System-Water (GEMS-Water) (UN Environment </a:t>
            </a:r>
            <a:r>
              <a:rPr lang="en-US" sz="2200" dirty="0" err="1"/>
              <a:t>Programme</a:t>
            </a:r>
            <a:r>
              <a:rPr lang="en-US" sz="2200" dirty="0"/>
              <a:t>), the United Nations Educational, Scientific and Cultural Organization (UNESCO) and other relevant stakeholders.</a:t>
            </a:r>
            <a:endParaRPr lang="it-IT" sz="2200" dirty="0"/>
          </a:p>
        </p:txBody>
      </p:sp>
      <p:sp>
        <p:nvSpPr>
          <p:cNvPr id="6" name="Title 1">
            <a:extLst>
              <a:ext uri="{FF2B5EF4-FFF2-40B4-BE49-F238E27FC236}">
                <a16:creationId xmlns:a16="http://schemas.microsoft.com/office/drawing/2014/main" id="{E9AF04D1-8723-435B-9F88-09E72015E85E}"/>
              </a:ext>
            </a:extLst>
          </p:cNvPr>
          <p:cNvSpPr>
            <a:spLocks noGrp="1"/>
          </p:cNvSpPr>
          <p:nvPr>
            <p:ph type="title"/>
          </p:nvPr>
        </p:nvSpPr>
        <p:spPr>
          <a:xfrm>
            <a:off x="457200" y="274638"/>
            <a:ext cx="8229600" cy="1143000"/>
          </a:xfrm>
        </p:spPr>
        <p:txBody>
          <a:bodyPr>
            <a:normAutofit/>
          </a:bodyPr>
          <a:lstStyle/>
          <a:p>
            <a:r>
              <a:rPr lang="en-US" sz="3600" b="1" dirty="0">
                <a:solidFill>
                  <a:srgbClr val="0070C0"/>
                </a:solidFill>
              </a:rPr>
              <a:t>WATER QUALITY IS KNOWN</a:t>
            </a:r>
          </a:p>
        </p:txBody>
      </p:sp>
    </p:spTree>
    <p:extLst>
      <p:ext uri="{BB962C8B-B14F-4D97-AF65-F5344CB8AC3E}">
        <p14:creationId xmlns:p14="http://schemas.microsoft.com/office/powerpoint/2010/main" val="2341192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C3AD42DE-C3D8-453F-9FA0-3DC74017CC68}"/>
              </a:ext>
            </a:extLst>
          </p:cNvPr>
          <p:cNvSpPr txBox="1"/>
          <p:nvPr/>
        </p:nvSpPr>
        <p:spPr>
          <a:xfrm>
            <a:off x="1128215" y="1320380"/>
            <a:ext cx="7105934" cy="5078313"/>
          </a:xfrm>
          <a:prstGeom prst="rect">
            <a:avLst/>
          </a:prstGeom>
          <a:noFill/>
        </p:spPr>
        <p:txBody>
          <a:bodyPr wrap="square">
            <a:spAutoFit/>
          </a:bodyPr>
          <a:lstStyle/>
          <a:p>
            <a:r>
              <a:rPr lang="en-US" dirty="0"/>
              <a:t>(1)</a:t>
            </a:r>
            <a:r>
              <a:rPr lang="en-US" b="1" dirty="0"/>
              <a:t>	Hydrological data and products are a global public good</a:t>
            </a:r>
          </a:p>
          <a:p>
            <a:r>
              <a:rPr lang="en-US" b="1" dirty="0"/>
              <a:t>	</a:t>
            </a:r>
            <a:r>
              <a:rPr lang="en-US" dirty="0"/>
              <a:t>Free and unrestricted access to public and private high-quality 	hydrological data and products for all.</a:t>
            </a:r>
          </a:p>
          <a:p>
            <a:r>
              <a:rPr lang="en-US" dirty="0"/>
              <a:t>(2)	</a:t>
            </a:r>
            <a:r>
              <a:rPr lang="en-US" b="1" dirty="0"/>
              <a:t>Interoperability is key to improved services </a:t>
            </a:r>
          </a:p>
          <a:p>
            <a:r>
              <a:rPr lang="en-US" dirty="0"/>
              <a:t>	Related disciplines, data, models, and risk management systems 	across all scales need to be interoperable and connected wherever it 	improves our analysis and optimization capabilities.</a:t>
            </a:r>
          </a:p>
          <a:p>
            <a:r>
              <a:rPr lang="en-US" dirty="0"/>
              <a:t>(3)	</a:t>
            </a:r>
            <a:r>
              <a:rPr lang="en-US" b="1" dirty="0"/>
              <a:t>Capabilities are </a:t>
            </a:r>
            <a:r>
              <a:rPr lang="en-US" b="1" dirty="0" err="1"/>
              <a:t>catalysed</a:t>
            </a:r>
            <a:r>
              <a:rPr lang="en-US" b="1" dirty="0"/>
              <a:t> through digital revolution</a:t>
            </a:r>
          </a:p>
          <a:p>
            <a:r>
              <a:rPr lang="en-US" dirty="0"/>
              <a:t>	Using the full potential of the digital revolution to improve science 	and operations.</a:t>
            </a:r>
          </a:p>
          <a:p>
            <a:r>
              <a:rPr lang="en-US" dirty="0"/>
              <a:t>(4)	</a:t>
            </a:r>
            <a:r>
              <a:rPr lang="en-US" b="1" dirty="0"/>
              <a:t>Innovation and technology improve established systems</a:t>
            </a:r>
          </a:p>
          <a:p>
            <a:r>
              <a:rPr lang="en-US" dirty="0"/>
              <a:t>	Benefitting from new sources of information</a:t>
            </a:r>
          </a:p>
          <a:p>
            <a:r>
              <a:rPr lang="en-US" dirty="0"/>
              <a:t>(5)	</a:t>
            </a:r>
            <a:r>
              <a:rPr lang="en-US" b="1" dirty="0"/>
              <a:t>Hydrological services are sustainable</a:t>
            </a:r>
          </a:p>
          <a:p>
            <a:r>
              <a:rPr lang="en-US" dirty="0"/>
              <a:t>	Hydrological services are recognized as being of high priority and of 	public interest having clearly defined roles and responsibilities and 	sustainable financing.</a:t>
            </a:r>
          </a:p>
          <a:p>
            <a:r>
              <a:rPr lang="en-US" dirty="0"/>
              <a:t>(6)	</a:t>
            </a:r>
            <a:r>
              <a:rPr lang="en-US" b="1" dirty="0"/>
              <a:t>New actors are incorporated along the hydrological value chain 	from data to product/service</a:t>
            </a:r>
            <a:endParaRPr lang="it-IT" b="1" dirty="0"/>
          </a:p>
        </p:txBody>
      </p:sp>
      <p:sp>
        <p:nvSpPr>
          <p:cNvPr id="6" name="Title 1">
            <a:extLst>
              <a:ext uri="{FF2B5EF4-FFF2-40B4-BE49-F238E27FC236}">
                <a16:creationId xmlns:a16="http://schemas.microsoft.com/office/drawing/2014/main" id="{D3681E9C-3A2D-4A72-AF5B-B4D3F4152664}"/>
              </a:ext>
            </a:extLst>
          </p:cNvPr>
          <p:cNvSpPr>
            <a:spLocks noGrp="1"/>
          </p:cNvSpPr>
          <p:nvPr>
            <p:ph type="title"/>
          </p:nvPr>
        </p:nvSpPr>
        <p:spPr>
          <a:xfrm>
            <a:off x="300251" y="129062"/>
            <a:ext cx="8386549" cy="1143000"/>
          </a:xfrm>
        </p:spPr>
        <p:txBody>
          <a:bodyPr>
            <a:normAutofit fontScale="90000"/>
          </a:bodyPr>
          <a:lstStyle/>
          <a:p>
            <a:r>
              <a:rPr lang="en-US" sz="3600" b="1" dirty="0">
                <a:solidFill>
                  <a:srgbClr val="0070C0"/>
                </a:solidFill>
              </a:rPr>
              <a:t>The core principles necessary to achieve the long-term ambitions are:</a:t>
            </a:r>
          </a:p>
        </p:txBody>
      </p:sp>
    </p:spTree>
    <p:extLst>
      <p:ext uri="{BB962C8B-B14F-4D97-AF65-F5344CB8AC3E}">
        <p14:creationId xmlns:p14="http://schemas.microsoft.com/office/powerpoint/2010/main" val="3509858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sellaDiTesto 4">
            <a:extLst>
              <a:ext uri="{FF2B5EF4-FFF2-40B4-BE49-F238E27FC236}">
                <a16:creationId xmlns:a16="http://schemas.microsoft.com/office/drawing/2014/main" id="{C3AD42DE-C3D8-453F-9FA0-3DC74017CC68}"/>
              </a:ext>
            </a:extLst>
          </p:cNvPr>
          <p:cNvSpPr txBox="1"/>
          <p:nvPr/>
        </p:nvSpPr>
        <p:spPr>
          <a:xfrm>
            <a:off x="200167" y="951051"/>
            <a:ext cx="8975678" cy="5632311"/>
          </a:xfrm>
          <a:prstGeom prst="rect">
            <a:avLst/>
          </a:prstGeom>
          <a:noFill/>
        </p:spPr>
        <p:txBody>
          <a:bodyPr wrap="square">
            <a:spAutoFit/>
          </a:bodyPr>
          <a:lstStyle/>
          <a:p>
            <a:r>
              <a:rPr lang="en-US" dirty="0"/>
              <a:t>(1)	</a:t>
            </a:r>
            <a:r>
              <a:rPr lang="en-US" b="1" dirty="0"/>
              <a:t>The capabilities of national and regional entities need to be known</a:t>
            </a:r>
          </a:p>
          <a:p>
            <a:r>
              <a:rPr lang="en-US" dirty="0"/>
              <a:t>	A comprehensive monitoring of capabilities needs to be agreed and put into routine 	operation.</a:t>
            </a:r>
          </a:p>
          <a:p>
            <a:r>
              <a:rPr lang="en-US" dirty="0"/>
              <a:t>(2)	</a:t>
            </a:r>
            <a:r>
              <a:rPr lang="en-US" b="1" dirty="0"/>
              <a:t>The value chains from hydrological data to products/services must be clear</a:t>
            </a:r>
          </a:p>
          <a:p>
            <a:r>
              <a:rPr lang="en-US" dirty="0"/>
              <a:t>	The products and services needed must be defined at local, national and 	regional level 	and examples championed by WMO can serve as starting points to design the necessary 	links in the value chains.</a:t>
            </a:r>
          </a:p>
          <a:p>
            <a:r>
              <a:rPr lang="en-US" dirty="0"/>
              <a:t>(3) 	</a:t>
            </a:r>
            <a:r>
              <a:rPr lang="en-US" b="1" dirty="0"/>
              <a:t>Capacity issues are expressed and addressed</a:t>
            </a:r>
          </a:p>
          <a:p>
            <a:r>
              <a:rPr lang="en-US" dirty="0"/>
              <a:t>	Capacity gaps with regard to data and products are </a:t>
            </a:r>
            <a:r>
              <a:rPr lang="en-US" dirty="0" err="1"/>
              <a:t>analysed</a:t>
            </a:r>
            <a:r>
              <a:rPr lang="en-US" dirty="0"/>
              <a:t> and activities linked to 	developing the necessary value chains are harmonized with those linked to capacity 	building.</a:t>
            </a:r>
          </a:p>
          <a:p>
            <a:r>
              <a:rPr lang="en-US" dirty="0"/>
              <a:t>(4) 	</a:t>
            </a:r>
            <a:r>
              <a:rPr lang="en-US" b="1" dirty="0"/>
              <a:t>Cooperation is wanted and supported</a:t>
            </a:r>
          </a:p>
          <a:p>
            <a:r>
              <a:rPr lang="en-US" dirty="0"/>
              <a:t>	Cooperation must be focused and based on a common understanding so that entire 	system benefits equally.</a:t>
            </a:r>
          </a:p>
          <a:p>
            <a:r>
              <a:rPr lang="en-US" dirty="0"/>
              <a:t>(5) 	</a:t>
            </a:r>
            <a:r>
              <a:rPr lang="en-US" b="1" dirty="0"/>
              <a:t>Policies reflect the fact that economic development is predicated on adequate 	hydrological infrastructure</a:t>
            </a:r>
          </a:p>
          <a:p>
            <a:r>
              <a:rPr lang="en-US" dirty="0"/>
              <a:t>	The actions of national policymakers demonstrate that hydrological data and products  	are essential to economic prosperity and societal well-being.</a:t>
            </a:r>
          </a:p>
          <a:p>
            <a:r>
              <a:rPr lang="en-US" dirty="0"/>
              <a:t>(6) 	</a:t>
            </a:r>
            <a:r>
              <a:rPr lang="en-US" b="1" dirty="0"/>
              <a:t>Free and unrestricted data policy is promoted among Members</a:t>
            </a:r>
          </a:p>
          <a:p>
            <a:r>
              <a:rPr lang="en-US" dirty="0"/>
              <a:t>(7) 	</a:t>
            </a:r>
            <a:r>
              <a:rPr lang="en-US" b="1" dirty="0"/>
              <a:t>Users of water resources monitor and report the real usage of the resource</a:t>
            </a:r>
            <a:endParaRPr lang="it-IT" b="1" dirty="0"/>
          </a:p>
        </p:txBody>
      </p:sp>
      <p:sp>
        <p:nvSpPr>
          <p:cNvPr id="6" name="Title 1">
            <a:extLst>
              <a:ext uri="{FF2B5EF4-FFF2-40B4-BE49-F238E27FC236}">
                <a16:creationId xmlns:a16="http://schemas.microsoft.com/office/drawing/2014/main" id="{D3681E9C-3A2D-4A72-AF5B-B4D3F4152664}"/>
              </a:ext>
            </a:extLst>
          </p:cNvPr>
          <p:cNvSpPr>
            <a:spLocks noGrp="1"/>
          </p:cNvSpPr>
          <p:nvPr>
            <p:ph type="title"/>
          </p:nvPr>
        </p:nvSpPr>
        <p:spPr>
          <a:xfrm>
            <a:off x="367352" y="0"/>
            <a:ext cx="8386549" cy="1143000"/>
          </a:xfrm>
        </p:spPr>
        <p:txBody>
          <a:bodyPr>
            <a:normAutofit fontScale="90000"/>
          </a:bodyPr>
          <a:lstStyle/>
          <a:p>
            <a:r>
              <a:rPr lang="en-US" sz="3600" b="1" dirty="0">
                <a:solidFill>
                  <a:srgbClr val="0070C0"/>
                </a:solidFill>
              </a:rPr>
              <a:t>The conditions that need to be met/created to achieve the strategic goals are: </a:t>
            </a:r>
          </a:p>
        </p:txBody>
      </p:sp>
    </p:spTree>
    <p:extLst>
      <p:ext uri="{BB962C8B-B14F-4D97-AF65-F5344CB8AC3E}">
        <p14:creationId xmlns:p14="http://schemas.microsoft.com/office/powerpoint/2010/main" val="1389296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309395CF-E28D-4F2B-89AD-18EB0569B0D9}"/>
              </a:ext>
            </a:extLst>
          </p:cNvPr>
          <p:cNvPicPr>
            <a:picLocks noChangeAspect="1"/>
          </p:cNvPicPr>
          <p:nvPr/>
        </p:nvPicPr>
        <p:blipFill>
          <a:blip r:embed="rId2"/>
          <a:stretch>
            <a:fillRect/>
          </a:stretch>
        </p:blipFill>
        <p:spPr>
          <a:xfrm>
            <a:off x="159489" y="385264"/>
            <a:ext cx="3891596" cy="5409480"/>
          </a:xfrm>
          <a:prstGeom prst="rect">
            <a:avLst/>
          </a:prstGeom>
        </p:spPr>
      </p:pic>
      <p:pic>
        <p:nvPicPr>
          <p:cNvPr id="10" name="Immagine 9">
            <a:extLst>
              <a:ext uri="{FF2B5EF4-FFF2-40B4-BE49-F238E27FC236}">
                <a16:creationId xmlns:a16="http://schemas.microsoft.com/office/drawing/2014/main" id="{35171809-8480-496E-A537-B79A0A94A35E}"/>
              </a:ext>
            </a:extLst>
          </p:cNvPr>
          <p:cNvPicPr>
            <a:picLocks noChangeAspect="1"/>
          </p:cNvPicPr>
          <p:nvPr/>
        </p:nvPicPr>
        <p:blipFill>
          <a:blip r:embed="rId3"/>
          <a:stretch>
            <a:fillRect/>
          </a:stretch>
        </p:blipFill>
        <p:spPr>
          <a:xfrm>
            <a:off x="4318377" y="922208"/>
            <a:ext cx="4539324" cy="1907832"/>
          </a:xfrm>
          <a:prstGeom prst="rect">
            <a:avLst/>
          </a:prstGeom>
        </p:spPr>
      </p:pic>
      <p:pic>
        <p:nvPicPr>
          <p:cNvPr id="12" name="Immagine 11">
            <a:extLst>
              <a:ext uri="{FF2B5EF4-FFF2-40B4-BE49-F238E27FC236}">
                <a16:creationId xmlns:a16="http://schemas.microsoft.com/office/drawing/2014/main" id="{E7064DED-2CC3-4711-950F-FF57D0358CA1}"/>
              </a:ext>
            </a:extLst>
          </p:cNvPr>
          <p:cNvPicPr>
            <a:picLocks noChangeAspect="1"/>
          </p:cNvPicPr>
          <p:nvPr/>
        </p:nvPicPr>
        <p:blipFill>
          <a:blip r:embed="rId4"/>
          <a:stretch>
            <a:fillRect/>
          </a:stretch>
        </p:blipFill>
        <p:spPr>
          <a:xfrm>
            <a:off x="4365444" y="2641779"/>
            <a:ext cx="4455041" cy="2325554"/>
          </a:xfrm>
          <a:prstGeom prst="rect">
            <a:avLst/>
          </a:prstGeom>
        </p:spPr>
      </p:pic>
    </p:spTree>
    <p:extLst>
      <p:ext uri="{BB962C8B-B14F-4D97-AF65-F5344CB8AC3E}">
        <p14:creationId xmlns:p14="http://schemas.microsoft.com/office/powerpoint/2010/main" val="4268964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F5BFC103-432A-4976-B63A-5BE46231B4C0}"/>
              </a:ext>
            </a:extLst>
          </p:cNvPr>
          <p:cNvPicPr>
            <a:picLocks noChangeAspect="1"/>
          </p:cNvPicPr>
          <p:nvPr/>
        </p:nvPicPr>
        <p:blipFill>
          <a:blip r:embed="rId2"/>
          <a:stretch>
            <a:fillRect/>
          </a:stretch>
        </p:blipFill>
        <p:spPr>
          <a:xfrm>
            <a:off x="0" y="300203"/>
            <a:ext cx="3948173" cy="5462257"/>
          </a:xfrm>
          <a:prstGeom prst="rect">
            <a:avLst/>
          </a:prstGeom>
        </p:spPr>
      </p:pic>
      <p:pic>
        <p:nvPicPr>
          <p:cNvPr id="5" name="Immagine 4">
            <a:extLst>
              <a:ext uri="{FF2B5EF4-FFF2-40B4-BE49-F238E27FC236}">
                <a16:creationId xmlns:a16="http://schemas.microsoft.com/office/drawing/2014/main" id="{FECC4091-CE2C-4BF4-A08C-57FB897F4E5D}"/>
              </a:ext>
            </a:extLst>
          </p:cNvPr>
          <p:cNvPicPr>
            <a:picLocks noChangeAspect="1"/>
          </p:cNvPicPr>
          <p:nvPr/>
        </p:nvPicPr>
        <p:blipFill>
          <a:blip r:embed="rId3"/>
          <a:stretch>
            <a:fillRect/>
          </a:stretch>
        </p:blipFill>
        <p:spPr>
          <a:xfrm>
            <a:off x="3948173" y="1134586"/>
            <a:ext cx="5110767" cy="256792"/>
          </a:xfrm>
          <a:prstGeom prst="rect">
            <a:avLst/>
          </a:prstGeom>
        </p:spPr>
      </p:pic>
      <p:pic>
        <p:nvPicPr>
          <p:cNvPr id="8" name="Immagine 7">
            <a:extLst>
              <a:ext uri="{FF2B5EF4-FFF2-40B4-BE49-F238E27FC236}">
                <a16:creationId xmlns:a16="http://schemas.microsoft.com/office/drawing/2014/main" id="{9326A8B4-66A6-4312-B09A-1A11E256D17B}"/>
              </a:ext>
            </a:extLst>
          </p:cNvPr>
          <p:cNvPicPr>
            <a:picLocks noChangeAspect="1"/>
          </p:cNvPicPr>
          <p:nvPr/>
        </p:nvPicPr>
        <p:blipFill rotWithShape="1">
          <a:blip r:embed="rId4"/>
          <a:srcRect t="4613" b="1"/>
          <a:stretch/>
        </p:blipFill>
        <p:spPr>
          <a:xfrm>
            <a:off x="3948173" y="2828259"/>
            <a:ext cx="5160025" cy="1791949"/>
          </a:xfrm>
          <a:prstGeom prst="rect">
            <a:avLst/>
          </a:prstGeom>
        </p:spPr>
      </p:pic>
    </p:spTree>
    <p:extLst>
      <p:ext uri="{BB962C8B-B14F-4D97-AF65-F5344CB8AC3E}">
        <p14:creationId xmlns:p14="http://schemas.microsoft.com/office/powerpoint/2010/main" val="40326523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descr="Risultati immagini per data information knowledge"/>
          <p:cNvPicPr>
            <a:picLocks noChangeAspect="1" noChangeArrowheads="1"/>
          </p:cNvPicPr>
          <p:nvPr/>
        </p:nvPicPr>
        <p:blipFill>
          <a:blip r:embed="rId2" cstate="print"/>
          <a:srcRect/>
          <a:stretch>
            <a:fillRect/>
          </a:stretch>
        </p:blipFill>
        <p:spPr bwMode="auto">
          <a:xfrm>
            <a:off x="611560" y="692696"/>
            <a:ext cx="8096250" cy="5915026"/>
          </a:xfrm>
          <a:prstGeom prst="rect">
            <a:avLst/>
          </a:prstGeom>
          <a:noFill/>
        </p:spPr>
      </p:pic>
      <p:sp>
        <p:nvSpPr>
          <p:cNvPr id="3" name="Rectangle 2"/>
          <p:cNvSpPr>
            <a:spLocks noChangeArrowheads="1"/>
          </p:cNvSpPr>
          <p:nvPr/>
        </p:nvSpPr>
        <p:spPr bwMode="auto">
          <a:xfrm>
            <a:off x="0" y="0"/>
            <a:ext cx="9143999" cy="533400"/>
          </a:xfrm>
          <a:prstGeom prst="rect">
            <a:avLst/>
          </a:prstGeom>
          <a:noFill/>
          <a:ln w="9525">
            <a:noFill/>
            <a:miter lim="800000"/>
            <a:headEnd/>
            <a:tailEnd/>
          </a:ln>
        </p:spPr>
        <p:txBody>
          <a:bodyPr anchor="ctr"/>
          <a:lstStyle/>
          <a:p>
            <a:pPr algn="ctr"/>
            <a:r>
              <a:rPr lang="it-IT" altLang="it-IT" sz="2800" b="1" dirty="0">
                <a:solidFill>
                  <a:srgbClr val="1A60A6"/>
                </a:solidFill>
                <a:latin typeface="Helvetica" pitchFamily="34" charset="0"/>
                <a:cs typeface="Times New Roman" pitchFamily="18" charset="0"/>
              </a:rPr>
              <a:t>Model of knowledge </a:t>
            </a:r>
            <a:r>
              <a:rPr lang="it-IT" altLang="it-IT" sz="2800" b="1" dirty="0" err="1">
                <a:solidFill>
                  <a:srgbClr val="1A60A6"/>
                </a:solidFill>
                <a:latin typeface="Helvetica" pitchFamily="34" charset="0"/>
                <a:cs typeface="Times New Roman" pitchFamily="18" charset="0"/>
              </a:rPr>
              <a:t>evolution</a:t>
            </a:r>
            <a:endParaRPr lang="it-IT" altLang="it-IT" sz="2800" b="1" dirty="0">
              <a:solidFill>
                <a:srgbClr val="1A60A6"/>
              </a:solidFill>
              <a:latin typeface="Helvetica" pitchFamily="34" charset="0"/>
              <a:cs typeface="Times New Roman" pitchFamily="18" charset="0"/>
            </a:endParaRPr>
          </a:p>
        </p:txBody>
      </p:sp>
    </p:spTree>
    <p:extLst>
      <p:ext uri="{BB962C8B-B14F-4D97-AF65-F5344CB8AC3E}">
        <p14:creationId xmlns:p14="http://schemas.microsoft.com/office/powerpoint/2010/main" val="1730443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l="17519" t="10934" r="23813" b="27467"/>
          <a:stretch>
            <a:fillRect/>
          </a:stretch>
        </p:blipFill>
        <p:spPr bwMode="auto">
          <a:xfrm>
            <a:off x="2255471" y="1522848"/>
            <a:ext cx="4633058" cy="2736303"/>
          </a:xfrm>
          <a:prstGeom prst="rect">
            <a:avLst/>
          </a:prstGeom>
          <a:solidFill>
            <a:schemeClr val="accent1">
              <a:alpha val="30000"/>
            </a:schemeClr>
          </a:solidFill>
          <a:ln w="9525">
            <a:noFill/>
            <a:miter lim="800000"/>
            <a:headEnd/>
            <a:tailEnd/>
          </a:ln>
        </p:spPr>
      </p:pic>
      <p:grpSp>
        <p:nvGrpSpPr>
          <p:cNvPr id="9" name="Gruppo 71"/>
          <p:cNvGrpSpPr/>
          <p:nvPr/>
        </p:nvGrpSpPr>
        <p:grpSpPr>
          <a:xfrm>
            <a:off x="335801" y="1162808"/>
            <a:ext cx="1800200" cy="1152128"/>
            <a:chOff x="251520" y="692696"/>
            <a:chExt cx="1800200" cy="1152128"/>
          </a:xfrm>
        </p:grpSpPr>
        <p:grpSp>
          <p:nvGrpSpPr>
            <p:cNvPr id="10" name="Gruppo 70"/>
            <p:cNvGrpSpPr/>
            <p:nvPr/>
          </p:nvGrpSpPr>
          <p:grpSpPr>
            <a:xfrm>
              <a:off x="251520" y="692696"/>
              <a:ext cx="1800200" cy="1152128"/>
              <a:chOff x="251520" y="692696"/>
              <a:chExt cx="1800200" cy="1152128"/>
            </a:xfrm>
          </p:grpSpPr>
          <p:sp>
            <p:nvSpPr>
              <p:cNvPr id="12" name="Rettangolo 11"/>
              <p:cNvSpPr/>
              <p:nvPr/>
            </p:nvSpPr>
            <p:spPr>
              <a:xfrm>
                <a:off x="251520" y="69269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006DA4"/>
                    </a:solidFill>
                    <a:latin typeface="Helvetica Narrow" pitchFamily="34" charset="0"/>
                  </a:rPr>
                  <a:t>Flood</a:t>
                </a:r>
              </a:p>
            </p:txBody>
          </p:sp>
          <p:sp>
            <p:nvSpPr>
              <p:cNvPr id="13" name="Rettangolo 5"/>
              <p:cNvSpPr/>
              <p:nvPr/>
            </p:nvSpPr>
            <p:spPr>
              <a:xfrm>
                <a:off x="251520" y="98072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11" name="Picture 2"/>
            <p:cNvPicPr>
              <a:picLocks noChangeArrowheads="1"/>
            </p:cNvPicPr>
            <p:nvPr/>
          </p:nvPicPr>
          <p:blipFill>
            <a:blip r:embed="rId3" cstate="print"/>
            <a:srcRect/>
            <a:stretch>
              <a:fillRect/>
            </a:stretch>
          </p:blipFill>
          <p:spPr bwMode="auto">
            <a:xfrm>
              <a:off x="323528" y="1052736"/>
              <a:ext cx="1584176" cy="720080"/>
            </a:xfrm>
            <a:prstGeom prst="rect">
              <a:avLst/>
            </a:prstGeom>
            <a:noFill/>
            <a:ln w="9525">
              <a:noFill/>
              <a:miter lim="800000"/>
              <a:headEnd/>
              <a:tailEnd/>
            </a:ln>
          </p:spPr>
        </p:pic>
      </p:grpSp>
      <p:grpSp>
        <p:nvGrpSpPr>
          <p:cNvPr id="14" name="Gruppo 44"/>
          <p:cNvGrpSpPr/>
          <p:nvPr/>
        </p:nvGrpSpPr>
        <p:grpSpPr>
          <a:xfrm>
            <a:off x="4800297" y="4403168"/>
            <a:ext cx="1800200" cy="1152128"/>
            <a:chOff x="3995936" y="5445224"/>
            <a:chExt cx="1800200" cy="1152128"/>
          </a:xfrm>
        </p:grpSpPr>
        <p:sp>
          <p:nvSpPr>
            <p:cNvPr id="15" name="Rettangolo 14"/>
            <p:cNvSpPr/>
            <p:nvPr/>
          </p:nvSpPr>
          <p:spPr>
            <a:xfrm>
              <a:off x="3995936" y="5445224"/>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a:solidFill>
                    <a:srgbClr val="006DA4"/>
                  </a:solidFill>
                  <a:latin typeface="Helvetica Narrow" pitchFamily="34" charset="0"/>
                </a:rPr>
                <a:t>Ecology</a:t>
              </a:r>
            </a:p>
          </p:txBody>
        </p:sp>
        <p:sp>
          <p:nvSpPr>
            <p:cNvPr id="16" name="Rettangolo 15"/>
            <p:cNvSpPr/>
            <p:nvPr/>
          </p:nvSpPr>
          <p:spPr>
            <a:xfrm>
              <a:off x="3995936" y="5733256"/>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grpSp>
        <p:nvGrpSpPr>
          <p:cNvPr id="17" name="Gruppo 69"/>
          <p:cNvGrpSpPr/>
          <p:nvPr/>
        </p:nvGrpSpPr>
        <p:grpSpPr>
          <a:xfrm>
            <a:off x="7032545" y="1090800"/>
            <a:ext cx="1800200" cy="1152128"/>
            <a:chOff x="2123728" y="692696"/>
            <a:chExt cx="1800200" cy="1152128"/>
          </a:xfrm>
        </p:grpSpPr>
        <p:grpSp>
          <p:nvGrpSpPr>
            <p:cNvPr id="18" name="Gruppo 39"/>
            <p:cNvGrpSpPr/>
            <p:nvPr/>
          </p:nvGrpSpPr>
          <p:grpSpPr>
            <a:xfrm>
              <a:off x="2123728" y="692696"/>
              <a:ext cx="1800200" cy="1152128"/>
              <a:chOff x="2123728" y="692696"/>
              <a:chExt cx="1800200" cy="1152128"/>
            </a:xfrm>
          </p:grpSpPr>
          <p:sp>
            <p:nvSpPr>
              <p:cNvPr id="20" name="Rettangolo 19"/>
              <p:cNvSpPr/>
              <p:nvPr/>
            </p:nvSpPr>
            <p:spPr>
              <a:xfrm>
                <a:off x="2123728" y="69269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006DA4"/>
                    </a:solidFill>
                    <a:latin typeface="Helvetica Narrow" pitchFamily="34" charset="0"/>
                  </a:rPr>
                  <a:t>Drought</a:t>
                </a:r>
              </a:p>
            </p:txBody>
          </p:sp>
          <p:sp>
            <p:nvSpPr>
              <p:cNvPr id="21" name="Rettangolo 20"/>
              <p:cNvSpPr/>
              <p:nvPr/>
            </p:nvSpPr>
            <p:spPr>
              <a:xfrm>
                <a:off x="2123728" y="98072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19" name="Picture 2"/>
            <p:cNvPicPr>
              <a:picLocks noChangeAspect="1" noChangeArrowheads="1"/>
            </p:cNvPicPr>
            <p:nvPr/>
          </p:nvPicPr>
          <p:blipFill>
            <a:blip r:embed="rId4" cstate="print"/>
            <a:srcRect/>
            <a:stretch>
              <a:fillRect/>
            </a:stretch>
          </p:blipFill>
          <p:spPr bwMode="auto">
            <a:xfrm>
              <a:off x="2267744" y="1052736"/>
              <a:ext cx="1512168" cy="771111"/>
            </a:xfrm>
            <a:prstGeom prst="rect">
              <a:avLst/>
            </a:prstGeom>
            <a:noFill/>
            <a:ln w="9525">
              <a:noFill/>
              <a:miter lim="800000"/>
              <a:headEnd/>
              <a:tailEnd/>
            </a:ln>
          </p:spPr>
        </p:pic>
      </p:grpSp>
      <p:grpSp>
        <p:nvGrpSpPr>
          <p:cNvPr id="31" name="Gruppo 68"/>
          <p:cNvGrpSpPr/>
          <p:nvPr/>
        </p:nvGrpSpPr>
        <p:grpSpPr>
          <a:xfrm>
            <a:off x="335801" y="2746984"/>
            <a:ext cx="1800200" cy="1152128"/>
            <a:chOff x="3995936" y="692696"/>
            <a:chExt cx="1800200" cy="1152128"/>
          </a:xfrm>
        </p:grpSpPr>
        <p:grpSp>
          <p:nvGrpSpPr>
            <p:cNvPr id="32" name="Gruppo 40"/>
            <p:cNvGrpSpPr/>
            <p:nvPr/>
          </p:nvGrpSpPr>
          <p:grpSpPr>
            <a:xfrm>
              <a:off x="3995936" y="692696"/>
              <a:ext cx="1800200" cy="1152128"/>
              <a:chOff x="3995936" y="692696"/>
              <a:chExt cx="1800200" cy="1152128"/>
            </a:xfrm>
          </p:grpSpPr>
          <p:sp>
            <p:nvSpPr>
              <p:cNvPr id="34" name="Rettangolo 33"/>
              <p:cNvSpPr/>
              <p:nvPr/>
            </p:nvSpPr>
            <p:spPr>
              <a:xfrm>
                <a:off x="3995936" y="69269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006DA4"/>
                    </a:solidFill>
                    <a:latin typeface="Helvetica Narrow" pitchFamily="34" charset="0"/>
                  </a:rPr>
                  <a:t>Oil spill</a:t>
                </a:r>
              </a:p>
            </p:txBody>
          </p:sp>
          <p:sp>
            <p:nvSpPr>
              <p:cNvPr id="35" name="Rettangolo 34"/>
              <p:cNvSpPr/>
              <p:nvPr/>
            </p:nvSpPr>
            <p:spPr>
              <a:xfrm>
                <a:off x="3995936" y="98072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33" name="Immagine 3"/>
            <p:cNvPicPr>
              <a:picLocks noChangeAspect="1" noChangeArrowheads="1"/>
            </p:cNvPicPr>
            <p:nvPr/>
          </p:nvPicPr>
          <p:blipFill>
            <a:blip r:embed="rId5" cstate="print"/>
            <a:srcRect/>
            <a:stretch>
              <a:fillRect/>
            </a:stretch>
          </p:blipFill>
          <p:spPr bwMode="auto">
            <a:xfrm>
              <a:off x="4415284" y="1018828"/>
              <a:ext cx="1080120" cy="792051"/>
            </a:xfrm>
            <a:prstGeom prst="rect">
              <a:avLst/>
            </a:prstGeom>
            <a:noFill/>
            <a:ln w="9525">
              <a:noFill/>
              <a:miter lim="800000"/>
              <a:headEnd/>
              <a:tailEnd/>
            </a:ln>
          </p:spPr>
        </p:pic>
      </p:grpSp>
      <p:grpSp>
        <p:nvGrpSpPr>
          <p:cNvPr id="36" name="Gruppo 92"/>
          <p:cNvGrpSpPr/>
          <p:nvPr/>
        </p:nvGrpSpPr>
        <p:grpSpPr>
          <a:xfrm>
            <a:off x="7032545" y="2746984"/>
            <a:ext cx="1800200" cy="1152128"/>
            <a:chOff x="5868144" y="692696"/>
            <a:chExt cx="1800200" cy="1152128"/>
          </a:xfrm>
        </p:grpSpPr>
        <p:grpSp>
          <p:nvGrpSpPr>
            <p:cNvPr id="37" name="Gruppo 41"/>
            <p:cNvGrpSpPr/>
            <p:nvPr/>
          </p:nvGrpSpPr>
          <p:grpSpPr>
            <a:xfrm>
              <a:off x="5868144" y="692696"/>
              <a:ext cx="1800200" cy="1152128"/>
              <a:chOff x="5868144" y="692696"/>
              <a:chExt cx="1800200" cy="1152128"/>
            </a:xfrm>
          </p:grpSpPr>
          <p:sp>
            <p:nvSpPr>
              <p:cNvPr id="39" name="Rettangolo 38"/>
              <p:cNvSpPr/>
              <p:nvPr/>
            </p:nvSpPr>
            <p:spPr>
              <a:xfrm>
                <a:off x="5868144" y="69269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006DA4"/>
                    </a:solidFill>
                    <a:latin typeface="Helvetica Narrow" pitchFamily="34" charset="0"/>
                  </a:rPr>
                  <a:t>Salt intrusion</a:t>
                </a:r>
              </a:p>
            </p:txBody>
          </p:sp>
          <p:sp>
            <p:nvSpPr>
              <p:cNvPr id="40" name="Rettangolo 13"/>
              <p:cNvSpPr/>
              <p:nvPr/>
            </p:nvSpPr>
            <p:spPr>
              <a:xfrm>
                <a:off x="5868144" y="98072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38" name="Picture 4" descr="007"/>
            <p:cNvPicPr>
              <a:picLocks noChangeAspect="1" noChangeArrowheads="1"/>
            </p:cNvPicPr>
            <p:nvPr/>
          </p:nvPicPr>
          <p:blipFill>
            <a:blip r:embed="rId6" cstate="print"/>
            <a:srcRect/>
            <a:stretch>
              <a:fillRect/>
            </a:stretch>
          </p:blipFill>
          <p:spPr bwMode="auto">
            <a:xfrm>
              <a:off x="6228184" y="1052736"/>
              <a:ext cx="1153077" cy="720080"/>
            </a:xfrm>
            <a:prstGeom prst="rect">
              <a:avLst/>
            </a:prstGeom>
            <a:noFill/>
            <a:ln w="9525">
              <a:noFill/>
              <a:miter lim="800000"/>
              <a:headEnd/>
              <a:tailEnd/>
            </a:ln>
          </p:spPr>
        </p:pic>
      </p:grpSp>
      <p:grpSp>
        <p:nvGrpSpPr>
          <p:cNvPr id="58" name="Gruppo 126"/>
          <p:cNvGrpSpPr/>
          <p:nvPr/>
        </p:nvGrpSpPr>
        <p:grpSpPr>
          <a:xfrm>
            <a:off x="2640057" y="4403168"/>
            <a:ext cx="1800200" cy="1152128"/>
            <a:chOff x="2123728" y="5373216"/>
            <a:chExt cx="1800200" cy="1152128"/>
          </a:xfrm>
        </p:grpSpPr>
        <p:grpSp>
          <p:nvGrpSpPr>
            <p:cNvPr id="59" name="Gruppo 42"/>
            <p:cNvGrpSpPr/>
            <p:nvPr/>
          </p:nvGrpSpPr>
          <p:grpSpPr>
            <a:xfrm>
              <a:off x="2123728" y="5373216"/>
              <a:ext cx="1800200" cy="1152128"/>
              <a:chOff x="251520" y="5445224"/>
              <a:chExt cx="1800200" cy="1152128"/>
            </a:xfrm>
          </p:grpSpPr>
          <p:sp>
            <p:nvSpPr>
              <p:cNvPr id="61" name="Rettangolo 14"/>
              <p:cNvSpPr/>
              <p:nvPr/>
            </p:nvSpPr>
            <p:spPr>
              <a:xfrm>
                <a:off x="251520" y="5445224"/>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a:solidFill>
                      <a:srgbClr val="006DA4"/>
                    </a:solidFill>
                    <a:latin typeface="Helvetica Narrow" pitchFamily="34" charset="0"/>
                  </a:rPr>
                  <a:t>Water resources</a:t>
                </a:r>
              </a:p>
            </p:txBody>
          </p:sp>
          <p:sp>
            <p:nvSpPr>
              <p:cNvPr id="62" name="Rettangolo 15"/>
              <p:cNvSpPr/>
              <p:nvPr/>
            </p:nvSpPr>
            <p:spPr>
              <a:xfrm>
                <a:off x="251520" y="5733256"/>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60" name="Immagine 7" descr="schemaRBN.bmp"/>
            <p:cNvPicPr>
              <a:picLocks noChangeAspect="1"/>
            </p:cNvPicPr>
            <p:nvPr/>
          </p:nvPicPr>
          <p:blipFill>
            <a:blip r:embed="rId7" cstate="print"/>
            <a:srcRect/>
            <a:stretch>
              <a:fillRect/>
            </a:stretch>
          </p:blipFill>
          <p:spPr bwMode="auto">
            <a:xfrm>
              <a:off x="2555966" y="5691080"/>
              <a:ext cx="935914" cy="834264"/>
            </a:xfrm>
            <a:prstGeom prst="rect">
              <a:avLst/>
            </a:prstGeom>
            <a:noFill/>
            <a:ln w="9525">
              <a:noFill/>
              <a:miter lim="800000"/>
              <a:headEnd/>
              <a:tailEnd/>
            </a:ln>
          </p:spPr>
        </p:pic>
      </p:grpSp>
      <p:grpSp>
        <p:nvGrpSpPr>
          <p:cNvPr id="63" name="Gruppo 130"/>
          <p:cNvGrpSpPr/>
          <p:nvPr/>
        </p:nvGrpSpPr>
        <p:grpSpPr>
          <a:xfrm>
            <a:off x="335801" y="4403168"/>
            <a:ext cx="1800200" cy="1152128"/>
            <a:chOff x="251520" y="5373216"/>
            <a:chExt cx="1800200" cy="1152128"/>
          </a:xfrm>
        </p:grpSpPr>
        <p:sp>
          <p:nvSpPr>
            <p:cNvPr id="64" name="Rettangolo 16"/>
            <p:cNvSpPr/>
            <p:nvPr/>
          </p:nvSpPr>
          <p:spPr>
            <a:xfrm>
              <a:off x="251520" y="537321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600" b="1" dirty="0">
                  <a:solidFill>
                    <a:srgbClr val="006DA4"/>
                  </a:solidFill>
                  <a:latin typeface="Helvetica Narrow" pitchFamily="34" charset="0"/>
                </a:rPr>
                <a:t>Groundwater</a:t>
              </a:r>
            </a:p>
          </p:txBody>
        </p:sp>
        <p:sp>
          <p:nvSpPr>
            <p:cNvPr id="65" name="Rettangolo 17"/>
            <p:cNvSpPr/>
            <p:nvPr/>
          </p:nvSpPr>
          <p:spPr>
            <a:xfrm>
              <a:off x="251520" y="566124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pic>
          <p:nvPicPr>
            <p:cNvPr id="66" name="Picture 2"/>
            <p:cNvPicPr>
              <a:picLocks noChangeAspect="1" noChangeArrowheads="1"/>
            </p:cNvPicPr>
            <p:nvPr/>
          </p:nvPicPr>
          <p:blipFill>
            <a:blip r:embed="rId8" cstate="print"/>
            <a:srcRect/>
            <a:stretch>
              <a:fillRect/>
            </a:stretch>
          </p:blipFill>
          <p:spPr bwMode="auto">
            <a:xfrm>
              <a:off x="683568" y="5719341"/>
              <a:ext cx="1008112" cy="806003"/>
            </a:xfrm>
            <a:prstGeom prst="rect">
              <a:avLst/>
            </a:prstGeom>
            <a:noFill/>
            <a:ln w="9525">
              <a:noFill/>
              <a:miter lim="800000"/>
              <a:headEnd/>
              <a:tailEnd/>
            </a:ln>
          </p:spPr>
        </p:pic>
      </p:grpSp>
      <p:pic>
        <p:nvPicPr>
          <p:cNvPr id="84" name="Picture 3"/>
          <p:cNvPicPr>
            <a:picLocks noChangeAspect="1" noChangeArrowheads="1"/>
          </p:cNvPicPr>
          <p:nvPr/>
        </p:nvPicPr>
        <p:blipFill>
          <a:blip r:embed="rId9" cstate="print"/>
          <a:srcRect l="7760" t="9699" r="6885" b="7855"/>
          <a:stretch>
            <a:fillRect/>
          </a:stretch>
        </p:blipFill>
        <p:spPr bwMode="auto">
          <a:xfrm>
            <a:off x="5215727" y="4720762"/>
            <a:ext cx="1024730" cy="834534"/>
          </a:xfrm>
          <a:prstGeom prst="rect">
            <a:avLst/>
          </a:prstGeom>
          <a:noFill/>
          <a:ln w="9525">
            <a:noFill/>
            <a:miter lim="800000"/>
            <a:headEnd/>
            <a:tailEnd/>
          </a:ln>
        </p:spPr>
      </p:pic>
      <p:grpSp>
        <p:nvGrpSpPr>
          <p:cNvPr id="86" name="Gruppo 41"/>
          <p:cNvGrpSpPr/>
          <p:nvPr/>
        </p:nvGrpSpPr>
        <p:grpSpPr>
          <a:xfrm>
            <a:off x="7032545" y="4403168"/>
            <a:ext cx="1800200" cy="1152128"/>
            <a:chOff x="5868144" y="692696"/>
            <a:chExt cx="1800200" cy="1152128"/>
          </a:xfrm>
        </p:grpSpPr>
        <p:sp>
          <p:nvSpPr>
            <p:cNvPr id="88" name="Rettangolo 87"/>
            <p:cNvSpPr/>
            <p:nvPr/>
          </p:nvSpPr>
          <p:spPr>
            <a:xfrm>
              <a:off x="5868144" y="692696"/>
              <a:ext cx="1800200" cy="28803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b="1" dirty="0">
                  <a:solidFill>
                    <a:srgbClr val="006DA4"/>
                  </a:solidFill>
                  <a:latin typeface="Helvetica Narrow" pitchFamily="34" charset="0"/>
                </a:rPr>
                <a:t>Habitat</a:t>
              </a:r>
            </a:p>
          </p:txBody>
        </p:sp>
        <p:sp>
          <p:nvSpPr>
            <p:cNvPr id="89" name="Rettangolo 13"/>
            <p:cNvSpPr/>
            <p:nvPr/>
          </p:nvSpPr>
          <p:spPr>
            <a:xfrm>
              <a:off x="5868144" y="980728"/>
              <a:ext cx="1800200" cy="864096"/>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dirty="0"/>
            </a:p>
          </p:txBody>
        </p:sp>
      </p:grpSp>
      <p:pic>
        <p:nvPicPr>
          <p:cNvPr id="11266" name="Picture 2" descr="Risultati immagini per sterne"/>
          <p:cNvPicPr>
            <a:picLocks noChangeAspect="1" noChangeArrowheads="1"/>
          </p:cNvPicPr>
          <p:nvPr/>
        </p:nvPicPr>
        <p:blipFill>
          <a:blip r:embed="rId10" cstate="print"/>
          <a:srcRect/>
          <a:stretch>
            <a:fillRect/>
          </a:stretch>
        </p:blipFill>
        <p:spPr bwMode="auto">
          <a:xfrm>
            <a:off x="7680617" y="4739206"/>
            <a:ext cx="576064" cy="768086"/>
          </a:xfrm>
          <a:prstGeom prst="rect">
            <a:avLst/>
          </a:prstGeom>
          <a:noFill/>
        </p:spPr>
      </p:pic>
      <p:sp>
        <p:nvSpPr>
          <p:cNvPr id="42" name="Rectangle 2">
            <a:extLst>
              <a:ext uri="{FF2B5EF4-FFF2-40B4-BE49-F238E27FC236}">
                <a16:creationId xmlns:a16="http://schemas.microsoft.com/office/drawing/2014/main" id="{77CAE2D6-57BD-4F03-8678-47A61971D82C}"/>
              </a:ext>
            </a:extLst>
          </p:cNvPr>
          <p:cNvSpPr>
            <a:spLocks noChangeArrowheads="1"/>
          </p:cNvSpPr>
          <p:nvPr/>
        </p:nvSpPr>
        <p:spPr bwMode="auto">
          <a:xfrm>
            <a:off x="0" y="0"/>
            <a:ext cx="9143999" cy="533400"/>
          </a:xfrm>
          <a:prstGeom prst="rect">
            <a:avLst/>
          </a:prstGeom>
          <a:noFill/>
          <a:ln w="9525">
            <a:noFill/>
            <a:miter lim="800000"/>
            <a:headEnd/>
            <a:tailEnd/>
          </a:ln>
        </p:spPr>
        <p:txBody>
          <a:bodyPr anchor="ctr"/>
          <a:lstStyle/>
          <a:p>
            <a:pPr algn="ctr"/>
            <a:r>
              <a:rPr lang="it-IT" altLang="it-IT" sz="2800" b="1" dirty="0">
                <a:solidFill>
                  <a:srgbClr val="1A60A6"/>
                </a:solidFill>
                <a:latin typeface="Helvetica" pitchFamily="34" charset="0"/>
                <a:cs typeface="Times New Roman" pitchFamily="18" charset="0"/>
              </a:rPr>
              <a:t>THE PO MODELLING SYSTEM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323528" y="44624"/>
            <a:ext cx="8363272" cy="648071"/>
          </a:xfrm>
        </p:spPr>
        <p:txBody>
          <a:bodyPr>
            <a:normAutofit fontScale="90000"/>
          </a:bodyPr>
          <a:lstStyle/>
          <a:p>
            <a:r>
              <a:rPr lang="it-IT" b="1" dirty="0"/>
              <a:t>FLOOD EARLY WARNIG SYSTEM</a:t>
            </a:r>
          </a:p>
        </p:txBody>
      </p:sp>
      <p:grpSp>
        <p:nvGrpSpPr>
          <p:cNvPr id="4" name="Group 2"/>
          <p:cNvGrpSpPr>
            <a:grpSpLocks/>
          </p:cNvGrpSpPr>
          <p:nvPr/>
        </p:nvGrpSpPr>
        <p:grpSpPr bwMode="auto">
          <a:xfrm>
            <a:off x="2144713" y="1372319"/>
            <a:ext cx="6694487" cy="5153025"/>
            <a:chOff x="1111" y="576"/>
            <a:chExt cx="4217" cy="3246"/>
          </a:xfrm>
        </p:grpSpPr>
        <p:sp>
          <p:nvSpPr>
            <p:cNvPr id="5" name="Freeform 3"/>
            <p:cNvSpPr>
              <a:spLocks/>
            </p:cNvSpPr>
            <p:nvPr/>
          </p:nvSpPr>
          <p:spPr bwMode="auto">
            <a:xfrm>
              <a:off x="1111" y="714"/>
              <a:ext cx="3764" cy="3108"/>
            </a:xfrm>
            <a:custGeom>
              <a:avLst/>
              <a:gdLst>
                <a:gd name="T0" fmla="*/ 0 w 3764"/>
                <a:gd name="T1" fmla="*/ 0 h 3108"/>
                <a:gd name="T2" fmla="*/ 0 w 3764"/>
                <a:gd name="T3" fmla="*/ 3107 h 3108"/>
                <a:gd name="T4" fmla="*/ 3763 w 3764"/>
                <a:gd name="T5" fmla="*/ 3107 h 3108"/>
                <a:gd name="T6" fmla="*/ 3763 w 3764"/>
                <a:gd name="T7" fmla="*/ 0 h 3108"/>
                <a:gd name="T8" fmla="*/ 0 w 3764"/>
                <a:gd name="T9" fmla="*/ 0 h 3108"/>
                <a:gd name="T10" fmla="*/ 0 60000 65536"/>
                <a:gd name="T11" fmla="*/ 0 60000 65536"/>
                <a:gd name="T12" fmla="*/ 0 60000 65536"/>
                <a:gd name="T13" fmla="*/ 0 60000 65536"/>
                <a:gd name="T14" fmla="*/ 0 60000 65536"/>
                <a:gd name="T15" fmla="*/ 0 w 3764"/>
                <a:gd name="T16" fmla="*/ 0 h 3108"/>
                <a:gd name="T17" fmla="*/ 3764 w 3764"/>
                <a:gd name="T18" fmla="*/ 3108 h 3108"/>
              </a:gdLst>
              <a:ahLst/>
              <a:cxnLst>
                <a:cxn ang="T10">
                  <a:pos x="T0" y="T1"/>
                </a:cxn>
                <a:cxn ang="T11">
                  <a:pos x="T2" y="T3"/>
                </a:cxn>
                <a:cxn ang="T12">
                  <a:pos x="T4" y="T5"/>
                </a:cxn>
                <a:cxn ang="T13">
                  <a:pos x="T6" y="T7"/>
                </a:cxn>
                <a:cxn ang="T14">
                  <a:pos x="T8" y="T9"/>
                </a:cxn>
              </a:cxnLst>
              <a:rect l="T15" t="T16" r="T17" b="T18"/>
              <a:pathLst>
                <a:path w="3764" h="3108">
                  <a:moveTo>
                    <a:pt x="0" y="0"/>
                  </a:moveTo>
                  <a:lnTo>
                    <a:pt x="0" y="3107"/>
                  </a:lnTo>
                  <a:lnTo>
                    <a:pt x="3763" y="3107"/>
                  </a:lnTo>
                  <a:lnTo>
                    <a:pt x="3763" y="0"/>
                  </a:lnTo>
                  <a:lnTo>
                    <a:pt x="0" y="0"/>
                  </a:lnTo>
                </a:path>
              </a:pathLst>
            </a:custGeom>
            <a:noFill/>
            <a:ln w="9525" cap="rnd">
              <a:noFill/>
              <a:round/>
              <a:headEnd/>
              <a:tailEnd/>
            </a:ln>
          </p:spPr>
          <p:txBody>
            <a:bodyPr/>
            <a:lstStyle/>
            <a:p>
              <a:endParaRPr lang="en-US"/>
            </a:p>
          </p:txBody>
        </p:sp>
        <p:sp>
          <p:nvSpPr>
            <p:cNvPr id="6" name="Rectangle 4"/>
            <p:cNvSpPr>
              <a:spLocks noChangeArrowheads="1"/>
            </p:cNvSpPr>
            <p:nvPr/>
          </p:nvSpPr>
          <p:spPr bwMode="auto">
            <a:xfrm>
              <a:off x="1112" y="2735"/>
              <a:ext cx="838" cy="349"/>
            </a:xfrm>
            <a:prstGeom prst="rect">
              <a:avLst/>
            </a:prstGeom>
            <a:noFill/>
            <a:ln w="12700">
              <a:solidFill>
                <a:srgbClr val="000000"/>
              </a:solidFill>
              <a:miter lim="800000"/>
              <a:headEnd/>
              <a:tailEnd/>
            </a:ln>
          </p:spPr>
          <p:txBody>
            <a:bodyPr lIns="55563" tIns="26988" rIns="55563" bIns="26988"/>
            <a:lstStyle/>
            <a:p>
              <a:pPr algn="ctr"/>
              <a:r>
                <a:rPr lang="it-IT" sz="1200" b="1">
                  <a:solidFill>
                    <a:srgbClr val="3333CC"/>
                  </a:solidFill>
                  <a:latin typeface="Verdana" pitchFamily="34" charset="0"/>
                </a:rPr>
                <a:t>HEC-HMS</a:t>
              </a:r>
            </a:p>
          </p:txBody>
        </p:sp>
        <p:sp>
          <p:nvSpPr>
            <p:cNvPr id="7" name="Rectangle 5"/>
            <p:cNvSpPr>
              <a:spLocks noChangeArrowheads="1"/>
            </p:cNvSpPr>
            <p:nvPr/>
          </p:nvSpPr>
          <p:spPr bwMode="auto">
            <a:xfrm>
              <a:off x="2029" y="2735"/>
              <a:ext cx="839" cy="349"/>
            </a:xfrm>
            <a:prstGeom prst="rect">
              <a:avLst/>
            </a:prstGeom>
            <a:noFill/>
            <a:ln w="12700">
              <a:solidFill>
                <a:srgbClr val="000000"/>
              </a:solidFill>
              <a:miter lim="800000"/>
              <a:headEnd/>
              <a:tailEnd/>
            </a:ln>
          </p:spPr>
          <p:txBody>
            <a:bodyPr lIns="55563" tIns="26988" rIns="55563" bIns="26988"/>
            <a:lstStyle/>
            <a:p>
              <a:r>
                <a:rPr lang="it-IT" sz="1200" b="1">
                  <a:solidFill>
                    <a:srgbClr val="3333CC"/>
                  </a:solidFill>
                  <a:latin typeface="Verdana" pitchFamily="34" charset="0"/>
                </a:rPr>
                <a:t> MIKE11-NAM</a:t>
              </a:r>
            </a:p>
          </p:txBody>
        </p:sp>
        <p:sp>
          <p:nvSpPr>
            <p:cNvPr id="8" name="Rectangle 6"/>
            <p:cNvSpPr>
              <a:spLocks noChangeArrowheads="1"/>
            </p:cNvSpPr>
            <p:nvPr/>
          </p:nvSpPr>
          <p:spPr bwMode="auto">
            <a:xfrm>
              <a:off x="2946" y="2735"/>
              <a:ext cx="839" cy="349"/>
            </a:xfrm>
            <a:prstGeom prst="rect">
              <a:avLst/>
            </a:prstGeom>
            <a:noFill/>
            <a:ln w="12700">
              <a:solidFill>
                <a:srgbClr val="000000"/>
              </a:solidFill>
              <a:miter lim="800000"/>
              <a:headEnd/>
              <a:tailEnd/>
            </a:ln>
          </p:spPr>
          <p:txBody>
            <a:bodyPr lIns="55563" tIns="26988" rIns="55563" bIns="26988"/>
            <a:lstStyle/>
            <a:p>
              <a:r>
                <a:rPr lang="it-IT" sz="1200" b="1">
                  <a:solidFill>
                    <a:srgbClr val="3333CC"/>
                  </a:solidFill>
                  <a:latin typeface="Verdana" pitchFamily="34" charset="0"/>
                </a:rPr>
                <a:t>  TOPKAPI</a:t>
              </a:r>
            </a:p>
          </p:txBody>
        </p:sp>
        <p:sp>
          <p:nvSpPr>
            <p:cNvPr id="9" name="Rectangle 7"/>
            <p:cNvSpPr>
              <a:spLocks noChangeArrowheads="1"/>
            </p:cNvSpPr>
            <p:nvPr/>
          </p:nvSpPr>
          <p:spPr bwMode="auto">
            <a:xfrm>
              <a:off x="1112" y="3323"/>
              <a:ext cx="838" cy="350"/>
            </a:xfrm>
            <a:prstGeom prst="rect">
              <a:avLst/>
            </a:prstGeom>
            <a:noFill/>
            <a:ln w="12700">
              <a:solidFill>
                <a:srgbClr val="000000"/>
              </a:solidFill>
              <a:miter lim="800000"/>
              <a:headEnd/>
              <a:tailEnd/>
            </a:ln>
          </p:spPr>
          <p:txBody>
            <a:bodyPr lIns="55563" tIns="26988" rIns="55563" bIns="26988"/>
            <a:lstStyle/>
            <a:p>
              <a:r>
                <a:rPr lang="it-IT" sz="1200" b="1">
                  <a:solidFill>
                    <a:srgbClr val="3333CC"/>
                  </a:solidFill>
                  <a:latin typeface="Verdana" pitchFamily="34" charset="0"/>
                </a:rPr>
                <a:t>  HEC-RAS</a:t>
              </a:r>
            </a:p>
          </p:txBody>
        </p:sp>
        <p:sp>
          <p:nvSpPr>
            <p:cNvPr id="10" name="Rectangle 8"/>
            <p:cNvSpPr>
              <a:spLocks noChangeArrowheads="1"/>
            </p:cNvSpPr>
            <p:nvPr/>
          </p:nvSpPr>
          <p:spPr bwMode="auto">
            <a:xfrm>
              <a:off x="2029" y="3323"/>
              <a:ext cx="839" cy="350"/>
            </a:xfrm>
            <a:prstGeom prst="rect">
              <a:avLst/>
            </a:prstGeom>
            <a:noFill/>
            <a:ln w="12700">
              <a:solidFill>
                <a:srgbClr val="000000"/>
              </a:solidFill>
              <a:miter lim="800000"/>
              <a:headEnd/>
              <a:tailEnd/>
            </a:ln>
          </p:spPr>
          <p:txBody>
            <a:bodyPr lIns="55563" tIns="26988" rIns="55563" bIns="26988"/>
            <a:lstStyle/>
            <a:p>
              <a:r>
                <a:rPr lang="it-IT" sz="1200" b="1">
                  <a:solidFill>
                    <a:srgbClr val="3333CC"/>
                  </a:solidFill>
                  <a:latin typeface="Verdana" pitchFamily="34" charset="0"/>
                </a:rPr>
                <a:t>  MIKE11-HD</a:t>
              </a:r>
            </a:p>
          </p:txBody>
        </p:sp>
        <p:sp>
          <p:nvSpPr>
            <p:cNvPr id="11" name="Rectangle 9"/>
            <p:cNvSpPr>
              <a:spLocks noChangeArrowheads="1"/>
            </p:cNvSpPr>
            <p:nvPr/>
          </p:nvSpPr>
          <p:spPr bwMode="auto">
            <a:xfrm>
              <a:off x="2946" y="3323"/>
              <a:ext cx="839" cy="350"/>
            </a:xfrm>
            <a:prstGeom prst="rect">
              <a:avLst/>
            </a:prstGeom>
            <a:noFill/>
            <a:ln w="12700">
              <a:solidFill>
                <a:srgbClr val="000000"/>
              </a:solidFill>
              <a:miter lim="800000"/>
              <a:headEnd/>
              <a:tailEnd/>
            </a:ln>
          </p:spPr>
          <p:txBody>
            <a:bodyPr lIns="55563" tIns="26988" rIns="55563" bIns="26988"/>
            <a:lstStyle/>
            <a:p>
              <a:r>
                <a:rPr lang="it-IT" sz="1200" b="1">
                  <a:solidFill>
                    <a:srgbClr val="3333CC"/>
                  </a:solidFill>
                  <a:latin typeface="Verdana" pitchFamily="34" charset="0"/>
                </a:rPr>
                <a:t> SOBEK/PAB</a:t>
              </a:r>
            </a:p>
          </p:txBody>
        </p:sp>
        <p:sp>
          <p:nvSpPr>
            <p:cNvPr id="12" name="Line 10"/>
            <p:cNvSpPr>
              <a:spLocks noChangeShapeType="1"/>
            </p:cNvSpPr>
            <p:nvPr/>
          </p:nvSpPr>
          <p:spPr bwMode="auto">
            <a:xfrm>
              <a:off x="1569" y="3085"/>
              <a:ext cx="0" cy="237"/>
            </a:xfrm>
            <a:prstGeom prst="line">
              <a:avLst/>
            </a:prstGeom>
            <a:noFill/>
            <a:ln w="12700">
              <a:solidFill>
                <a:srgbClr val="000000"/>
              </a:solidFill>
              <a:round/>
              <a:headEnd type="none" w="sm" len="sm"/>
              <a:tailEnd type="stealth" w="med" len="med"/>
            </a:ln>
          </p:spPr>
          <p:txBody>
            <a:bodyPr/>
            <a:lstStyle/>
            <a:p>
              <a:endParaRPr lang="en-US"/>
            </a:p>
          </p:txBody>
        </p:sp>
        <p:sp>
          <p:nvSpPr>
            <p:cNvPr id="13" name="Line 11"/>
            <p:cNvSpPr>
              <a:spLocks noChangeShapeType="1"/>
            </p:cNvSpPr>
            <p:nvPr/>
          </p:nvSpPr>
          <p:spPr bwMode="auto">
            <a:xfrm>
              <a:off x="2486" y="3085"/>
              <a:ext cx="1" cy="237"/>
            </a:xfrm>
            <a:prstGeom prst="line">
              <a:avLst/>
            </a:prstGeom>
            <a:noFill/>
            <a:ln w="12700">
              <a:solidFill>
                <a:srgbClr val="000000"/>
              </a:solidFill>
              <a:round/>
              <a:headEnd type="none" w="sm" len="sm"/>
              <a:tailEnd type="stealth" w="med" len="med"/>
            </a:ln>
          </p:spPr>
          <p:txBody>
            <a:bodyPr/>
            <a:lstStyle/>
            <a:p>
              <a:endParaRPr lang="en-US"/>
            </a:p>
          </p:txBody>
        </p:sp>
        <p:sp>
          <p:nvSpPr>
            <p:cNvPr id="14" name="Line 12"/>
            <p:cNvSpPr>
              <a:spLocks noChangeShapeType="1"/>
            </p:cNvSpPr>
            <p:nvPr/>
          </p:nvSpPr>
          <p:spPr bwMode="auto">
            <a:xfrm>
              <a:off x="3359" y="3085"/>
              <a:ext cx="0" cy="237"/>
            </a:xfrm>
            <a:prstGeom prst="line">
              <a:avLst/>
            </a:prstGeom>
            <a:noFill/>
            <a:ln w="12700">
              <a:solidFill>
                <a:srgbClr val="000000"/>
              </a:solidFill>
              <a:round/>
              <a:headEnd type="none" w="sm" len="sm"/>
              <a:tailEnd type="stealth" w="med" len="med"/>
            </a:ln>
          </p:spPr>
          <p:txBody>
            <a:bodyPr/>
            <a:lstStyle/>
            <a:p>
              <a:endParaRPr lang="en-US"/>
            </a:p>
          </p:txBody>
        </p:sp>
        <p:sp>
          <p:nvSpPr>
            <p:cNvPr id="15" name="Rectangle 13"/>
            <p:cNvSpPr>
              <a:spLocks noChangeArrowheads="1"/>
            </p:cNvSpPr>
            <p:nvPr/>
          </p:nvSpPr>
          <p:spPr bwMode="auto">
            <a:xfrm>
              <a:off x="3863" y="2735"/>
              <a:ext cx="1266" cy="349"/>
            </a:xfrm>
            <a:prstGeom prst="rect">
              <a:avLst/>
            </a:prstGeom>
            <a:noFill/>
            <a:ln w="12700">
              <a:solidFill>
                <a:srgbClr val="000000"/>
              </a:solidFill>
              <a:prstDash val="dash"/>
              <a:miter lim="800000"/>
              <a:headEnd/>
              <a:tailEnd/>
            </a:ln>
          </p:spPr>
          <p:txBody>
            <a:bodyPr lIns="55563" tIns="26988" rIns="55563" bIns="26988"/>
            <a:lstStyle/>
            <a:p>
              <a:r>
                <a:rPr lang="it-IT" sz="1200" b="1">
                  <a:solidFill>
                    <a:srgbClr val="3333CC"/>
                  </a:solidFill>
                  <a:latin typeface="Verdana" pitchFamily="34" charset="0"/>
                </a:rPr>
                <a:t>HMS/NAM/TOPKAPI</a:t>
              </a:r>
            </a:p>
          </p:txBody>
        </p:sp>
        <p:sp>
          <p:nvSpPr>
            <p:cNvPr id="16" name="Rectangle 14"/>
            <p:cNvSpPr>
              <a:spLocks noChangeArrowheads="1"/>
            </p:cNvSpPr>
            <p:nvPr/>
          </p:nvSpPr>
          <p:spPr bwMode="auto">
            <a:xfrm>
              <a:off x="3882" y="3325"/>
              <a:ext cx="1247" cy="350"/>
            </a:xfrm>
            <a:prstGeom prst="rect">
              <a:avLst/>
            </a:prstGeom>
            <a:noFill/>
            <a:ln w="12700">
              <a:solidFill>
                <a:srgbClr val="000000"/>
              </a:solidFill>
              <a:prstDash val="dash"/>
              <a:miter lim="800000"/>
              <a:headEnd/>
              <a:tailEnd/>
            </a:ln>
          </p:spPr>
          <p:txBody>
            <a:bodyPr lIns="55563" tIns="26988" rIns="55563" bIns="26988"/>
            <a:lstStyle/>
            <a:p>
              <a:r>
                <a:rPr lang="it-IT" sz="1200" b="1">
                  <a:solidFill>
                    <a:srgbClr val="3333CC"/>
                  </a:solidFill>
                  <a:latin typeface="Verdana" pitchFamily="34" charset="0"/>
                </a:rPr>
                <a:t>RAS/MIKE11/SOBEK/PAB</a:t>
              </a:r>
            </a:p>
          </p:txBody>
        </p:sp>
        <p:sp>
          <p:nvSpPr>
            <p:cNvPr id="17" name="Line 15"/>
            <p:cNvSpPr>
              <a:spLocks noChangeShapeType="1"/>
            </p:cNvSpPr>
            <p:nvPr/>
          </p:nvSpPr>
          <p:spPr bwMode="auto">
            <a:xfrm>
              <a:off x="4302" y="3085"/>
              <a:ext cx="0" cy="237"/>
            </a:xfrm>
            <a:prstGeom prst="line">
              <a:avLst/>
            </a:prstGeom>
            <a:noFill/>
            <a:ln w="12700">
              <a:solidFill>
                <a:srgbClr val="000000"/>
              </a:solidFill>
              <a:round/>
              <a:headEnd type="none" w="sm" len="sm"/>
              <a:tailEnd type="stealth" w="med" len="med"/>
            </a:ln>
          </p:spPr>
          <p:txBody>
            <a:bodyPr/>
            <a:lstStyle/>
            <a:p>
              <a:endParaRPr lang="en-US"/>
            </a:p>
          </p:txBody>
        </p:sp>
        <p:grpSp>
          <p:nvGrpSpPr>
            <p:cNvPr id="18" name="Group 16"/>
            <p:cNvGrpSpPr>
              <a:grpSpLocks/>
            </p:cNvGrpSpPr>
            <p:nvPr/>
          </p:nvGrpSpPr>
          <p:grpSpPr bwMode="auto">
            <a:xfrm>
              <a:off x="1160" y="576"/>
              <a:ext cx="4168" cy="2123"/>
              <a:chOff x="1160" y="576"/>
              <a:chExt cx="4168" cy="2123"/>
            </a:xfrm>
          </p:grpSpPr>
          <p:sp>
            <p:nvSpPr>
              <p:cNvPr id="19" name="Line 17"/>
              <p:cNvSpPr>
                <a:spLocks noChangeShapeType="1"/>
              </p:cNvSpPr>
              <p:nvPr/>
            </p:nvSpPr>
            <p:spPr bwMode="auto">
              <a:xfrm flipH="1">
                <a:off x="2538" y="1680"/>
                <a:ext cx="459" cy="705"/>
              </a:xfrm>
              <a:prstGeom prst="line">
                <a:avLst/>
              </a:prstGeom>
              <a:noFill/>
              <a:ln w="12700">
                <a:solidFill>
                  <a:srgbClr val="000000"/>
                </a:solidFill>
                <a:round/>
                <a:headEnd type="none" w="sm" len="sm"/>
                <a:tailEnd type="stealth" w="med" len="med"/>
              </a:ln>
            </p:spPr>
            <p:txBody>
              <a:bodyPr/>
              <a:lstStyle/>
              <a:p>
                <a:endParaRPr lang="en-US"/>
              </a:p>
            </p:txBody>
          </p:sp>
          <p:sp>
            <p:nvSpPr>
              <p:cNvPr id="20" name="Line 18"/>
              <p:cNvSpPr>
                <a:spLocks noChangeShapeType="1"/>
              </p:cNvSpPr>
              <p:nvPr/>
            </p:nvSpPr>
            <p:spPr bwMode="auto">
              <a:xfrm flipH="1">
                <a:off x="1618" y="1676"/>
                <a:ext cx="1377" cy="705"/>
              </a:xfrm>
              <a:prstGeom prst="line">
                <a:avLst/>
              </a:prstGeom>
              <a:noFill/>
              <a:ln w="12700">
                <a:solidFill>
                  <a:srgbClr val="000000"/>
                </a:solidFill>
                <a:round/>
                <a:headEnd type="none" w="sm" len="sm"/>
                <a:tailEnd type="stealth" w="med" len="med"/>
              </a:ln>
            </p:spPr>
            <p:txBody>
              <a:bodyPr/>
              <a:lstStyle/>
              <a:p>
                <a:endParaRPr lang="en-US"/>
              </a:p>
            </p:txBody>
          </p:sp>
          <p:sp>
            <p:nvSpPr>
              <p:cNvPr id="21" name="Line 19"/>
              <p:cNvSpPr>
                <a:spLocks noChangeShapeType="1"/>
              </p:cNvSpPr>
              <p:nvPr/>
            </p:nvSpPr>
            <p:spPr bwMode="auto">
              <a:xfrm>
                <a:off x="2995" y="1676"/>
                <a:ext cx="457" cy="705"/>
              </a:xfrm>
              <a:prstGeom prst="line">
                <a:avLst/>
              </a:prstGeom>
              <a:noFill/>
              <a:ln w="12700">
                <a:solidFill>
                  <a:srgbClr val="000000"/>
                </a:solidFill>
                <a:round/>
                <a:headEnd type="none" w="sm" len="sm"/>
                <a:tailEnd type="stealth" w="med" len="med"/>
              </a:ln>
            </p:spPr>
            <p:txBody>
              <a:bodyPr/>
              <a:lstStyle/>
              <a:p>
                <a:endParaRPr lang="en-US"/>
              </a:p>
            </p:txBody>
          </p:sp>
          <p:sp>
            <p:nvSpPr>
              <p:cNvPr id="22" name="Rectangle 20"/>
              <p:cNvSpPr>
                <a:spLocks noChangeArrowheads="1"/>
              </p:cNvSpPr>
              <p:nvPr/>
            </p:nvSpPr>
            <p:spPr bwMode="auto">
              <a:xfrm>
                <a:off x="1160" y="2381"/>
                <a:ext cx="754" cy="235"/>
              </a:xfrm>
              <a:prstGeom prst="rect">
                <a:avLst/>
              </a:prstGeom>
              <a:noFill/>
              <a:ln w="9525">
                <a:noFill/>
                <a:miter lim="800000"/>
                <a:headEnd/>
                <a:tailEnd/>
              </a:ln>
            </p:spPr>
            <p:txBody>
              <a:bodyPr lIns="55563" tIns="26988" rIns="55563" bIns="26988"/>
              <a:lstStyle/>
              <a:p>
                <a:pPr>
                  <a:defRPr/>
                </a:pPr>
                <a:r>
                  <a:rPr lang="it-IT" sz="1400" b="1" dirty="0">
                    <a:solidFill>
                      <a:schemeClr val="accent5">
                        <a:lumMod val="50000"/>
                      </a:schemeClr>
                    </a:solidFill>
                    <a:latin typeface="Verdana" pitchFamily="34" charset="0"/>
                  </a:rPr>
                  <a:t>Prima catena</a:t>
                </a:r>
              </a:p>
            </p:txBody>
          </p:sp>
          <p:sp>
            <p:nvSpPr>
              <p:cNvPr id="23" name="Rectangle 21"/>
              <p:cNvSpPr>
                <a:spLocks noChangeArrowheads="1"/>
              </p:cNvSpPr>
              <p:nvPr/>
            </p:nvSpPr>
            <p:spPr bwMode="auto">
              <a:xfrm>
                <a:off x="2128" y="2381"/>
                <a:ext cx="840" cy="235"/>
              </a:xfrm>
              <a:prstGeom prst="rect">
                <a:avLst/>
              </a:prstGeom>
              <a:noFill/>
              <a:ln w="9525">
                <a:noFill/>
                <a:miter lim="800000"/>
                <a:headEnd/>
                <a:tailEnd/>
              </a:ln>
            </p:spPr>
            <p:txBody>
              <a:bodyPr lIns="55563" tIns="26988" rIns="55563" bIns="26988"/>
              <a:lstStyle/>
              <a:p>
                <a:pPr>
                  <a:defRPr/>
                </a:pPr>
                <a:r>
                  <a:rPr lang="it-IT" sz="1400" b="1" dirty="0">
                    <a:solidFill>
                      <a:schemeClr val="accent5">
                        <a:lumMod val="50000"/>
                      </a:schemeClr>
                    </a:solidFill>
                    <a:latin typeface="Verdana" pitchFamily="34" charset="0"/>
                  </a:rPr>
                  <a:t>Seconda catena</a:t>
                </a:r>
              </a:p>
            </p:txBody>
          </p:sp>
          <p:sp>
            <p:nvSpPr>
              <p:cNvPr id="24" name="Rectangle 22"/>
              <p:cNvSpPr>
                <a:spLocks noChangeArrowheads="1"/>
              </p:cNvSpPr>
              <p:nvPr/>
            </p:nvSpPr>
            <p:spPr bwMode="auto">
              <a:xfrm>
                <a:off x="3148" y="2381"/>
                <a:ext cx="741" cy="235"/>
              </a:xfrm>
              <a:prstGeom prst="rect">
                <a:avLst/>
              </a:prstGeom>
              <a:noFill/>
              <a:ln w="9525">
                <a:noFill/>
                <a:miter lim="800000"/>
                <a:headEnd/>
                <a:tailEnd/>
              </a:ln>
            </p:spPr>
            <p:txBody>
              <a:bodyPr lIns="55563" tIns="26988" rIns="55563" bIns="26988"/>
              <a:lstStyle/>
              <a:p>
                <a:pPr>
                  <a:defRPr/>
                </a:pPr>
                <a:r>
                  <a:rPr lang="it-IT" sz="1400" b="1">
                    <a:solidFill>
                      <a:schemeClr val="accent5">
                        <a:lumMod val="50000"/>
                      </a:schemeClr>
                    </a:solidFill>
                    <a:latin typeface="Verdana" pitchFamily="34" charset="0"/>
                  </a:rPr>
                  <a:t>Terza catena</a:t>
                </a:r>
              </a:p>
            </p:txBody>
          </p:sp>
          <p:sp>
            <p:nvSpPr>
              <p:cNvPr id="25" name="Rectangle 23"/>
              <p:cNvSpPr>
                <a:spLocks noChangeArrowheads="1"/>
              </p:cNvSpPr>
              <p:nvPr/>
            </p:nvSpPr>
            <p:spPr bwMode="auto">
              <a:xfrm>
                <a:off x="4064" y="2381"/>
                <a:ext cx="966" cy="318"/>
              </a:xfrm>
              <a:prstGeom prst="rect">
                <a:avLst/>
              </a:prstGeom>
              <a:noFill/>
              <a:ln w="9525">
                <a:noFill/>
                <a:miter lim="800000"/>
                <a:headEnd/>
                <a:tailEnd/>
              </a:ln>
            </p:spPr>
            <p:txBody>
              <a:bodyPr lIns="55563" tIns="26988" rIns="55563" bIns="26988"/>
              <a:lstStyle/>
              <a:p>
                <a:pPr>
                  <a:defRPr/>
                </a:pPr>
                <a:r>
                  <a:rPr lang="it-IT" sz="1400" b="1">
                    <a:solidFill>
                      <a:schemeClr val="accent5">
                        <a:lumMod val="50000"/>
                      </a:schemeClr>
                    </a:solidFill>
                    <a:latin typeface="Verdana" pitchFamily="34" charset="0"/>
                  </a:rPr>
                  <a:t>Catena config dall’utente</a:t>
                </a:r>
              </a:p>
            </p:txBody>
          </p:sp>
          <p:sp>
            <p:nvSpPr>
              <p:cNvPr id="26" name="Line 24"/>
              <p:cNvSpPr>
                <a:spLocks noChangeShapeType="1"/>
              </p:cNvSpPr>
              <p:nvPr/>
            </p:nvSpPr>
            <p:spPr bwMode="auto">
              <a:xfrm>
                <a:off x="2995" y="1676"/>
                <a:ext cx="1298" cy="705"/>
              </a:xfrm>
              <a:prstGeom prst="line">
                <a:avLst/>
              </a:prstGeom>
              <a:noFill/>
              <a:ln w="12700">
                <a:solidFill>
                  <a:srgbClr val="000000"/>
                </a:solidFill>
                <a:prstDash val="dash"/>
                <a:round/>
                <a:headEnd type="none" w="sm" len="sm"/>
                <a:tailEnd type="stealth" w="med" len="med"/>
              </a:ln>
            </p:spPr>
            <p:txBody>
              <a:bodyPr/>
              <a:lstStyle/>
              <a:p>
                <a:endParaRPr lang="en-US"/>
              </a:p>
            </p:txBody>
          </p:sp>
          <p:grpSp>
            <p:nvGrpSpPr>
              <p:cNvPr id="27" name="Group 25"/>
              <p:cNvGrpSpPr>
                <a:grpSpLocks/>
              </p:cNvGrpSpPr>
              <p:nvPr/>
            </p:nvGrpSpPr>
            <p:grpSpPr bwMode="auto">
              <a:xfrm>
                <a:off x="2157" y="576"/>
                <a:ext cx="3171" cy="1004"/>
                <a:chOff x="2157" y="576"/>
                <a:chExt cx="3171" cy="1004"/>
              </a:xfrm>
            </p:grpSpPr>
            <p:sp>
              <p:nvSpPr>
                <p:cNvPr id="29" name="Rectangle 26"/>
                <p:cNvSpPr>
                  <a:spLocks noChangeArrowheads="1"/>
                </p:cNvSpPr>
                <p:nvPr/>
              </p:nvSpPr>
              <p:spPr bwMode="auto">
                <a:xfrm>
                  <a:off x="2157" y="580"/>
                  <a:ext cx="1452" cy="1000"/>
                </a:xfrm>
                <a:prstGeom prst="rect">
                  <a:avLst/>
                </a:prstGeom>
                <a:noFill/>
                <a:ln w="9525">
                  <a:noFill/>
                  <a:miter lim="800000"/>
                  <a:headEnd/>
                  <a:tailEnd/>
                </a:ln>
              </p:spPr>
              <p:txBody>
                <a:bodyPr lIns="55563" tIns="26988" rIns="55563" bIns="26988"/>
                <a:lstStyle/>
                <a:p>
                  <a:r>
                    <a:rPr lang="it-IT" sz="1200" b="1">
                      <a:latin typeface="Verdana" pitchFamily="34" charset="0"/>
                    </a:rPr>
                    <a:t>MODELLI METEOROLOGICI</a:t>
                  </a:r>
                </a:p>
                <a:p>
                  <a:endParaRPr lang="it-IT" sz="1200" b="1">
                    <a:latin typeface="Verdana" pitchFamily="34" charset="0"/>
                  </a:endParaRPr>
                </a:p>
                <a:p>
                  <a:endParaRPr lang="it-IT" sz="1200">
                    <a:latin typeface="Verdana" pitchFamily="34" charset="0"/>
                  </a:endParaRPr>
                </a:p>
                <a:p>
                  <a:r>
                    <a:rPr lang="it-IT" sz="1200" b="1">
                      <a:latin typeface="Verdana" pitchFamily="34" charset="0"/>
                    </a:rPr>
                    <a:t>PRECIPITAZIONI</a:t>
                  </a:r>
                </a:p>
                <a:p>
                  <a:r>
                    <a:rPr lang="it-IT" sz="1200" b="1">
                      <a:latin typeface="Verdana" pitchFamily="34" charset="0"/>
                    </a:rPr>
                    <a:t>TEMPERATURA</a:t>
                  </a:r>
                </a:p>
                <a:p>
                  <a:r>
                    <a:rPr lang="it-IT" sz="1200" b="1">
                      <a:latin typeface="Verdana" pitchFamily="34" charset="0"/>
                    </a:rPr>
                    <a:t>LIVELLO/PORTATA</a:t>
                  </a:r>
                </a:p>
                <a:p>
                  <a:endParaRPr lang="it-IT" sz="1200" b="1">
                    <a:latin typeface="Verdana" pitchFamily="34" charset="0"/>
                  </a:endParaRPr>
                </a:p>
              </p:txBody>
            </p:sp>
            <p:sp>
              <p:nvSpPr>
                <p:cNvPr id="30" name="Freeform 27"/>
                <p:cNvSpPr>
                  <a:spLocks/>
                </p:cNvSpPr>
                <p:nvPr/>
              </p:nvSpPr>
              <p:spPr bwMode="auto">
                <a:xfrm>
                  <a:off x="3452" y="976"/>
                  <a:ext cx="78" cy="501"/>
                </a:xfrm>
                <a:custGeom>
                  <a:avLst/>
                  <a:gdLst>
                    <a:gd name="T0" fmla="*/ 4 w 78"/>
                    <a:gd name="T1" fmla="*/ 0 h 501"/>
                    <a:gd name="T2" fmla="*/ 11 w 78"/>
                    <a:gd name="T3" fmla="*/ 2 h 501"/>
                    <a:gd name="T4" fmla="*/ 18 w 78"/>
                    <a:gd name="T5" fmla="*/ 5 h 501"/>
                    <a:gd name="T6" fmla="*/ 24 w 78"/>
                    <a:gd name="T7" fmla="*/ 10 h 501"/>
                    <a:gd name="T8" fmla="*/ 29 w 78"/>
                    <a:gd name="T9" fmla="*/ 15 h 501"/>
                    <a:gd name="T10" fmla="*/ 33 w 78"/>
                    <a:gd name="T11" fmla="*/ 22 h 501"/>
                    <a:gd name="T12" fmla="*/ 36 w 78"/>
                    <a:gd name="T13" fmla="*/ 30 h 501"/>
                    <a:gd name="T14" fmla="*/ 38 w 78"/>
                    <a:gd name="T15" fmla="*/ 38 h 501"/>
                    <a:gd name="T16" fmla="*/ 38 w 78"/>
                    <a:gd name="T17" fmla="*/ 208 h 501"/>
                    <a:gd name="T18" fmla="*/ 39 w 78"/>
                    <a:gd name="T19" fmla="*/ 216 h 501"/>
                    <a:gd name="T20" fmla="*/ 41 w 78"/>
                    <a:gd name="T21" fmla="*/ 224 h 501"/>
                    <a:gd name="T22" fmla="*/ 45 w 78"/>
                    <a:gd name="T23" fmla="*/ 232 h 501"/>
                    <a:gd name="T24" fmla="*/ 50 w 78"/>
                    <a:gd name="T25" fmla="*/ 237 h 501"/>
                    <a:gd name="T26" fmla="*/ 55 w 78"/>
                    <a:gd name="T27" fmla="*/ 243 h 501"/>
                    <a:gd name="T28" fmla="*/ 62 w 78"/>
                    <a:gd name="T29" fmla="*/ 247 h 501"/>
                    <a:gd name="T30" fmla="*/ 69 w 78"/>
                    <a:gd name="T31" fmla="*/ 249 h 501"/>
                    <a:gd name="T32" fmla="*/ 69 w 78"/>
                    <a:gd name="T33" fmla="*/ 251 h 501"/>
                    <a:gd name="T34" fmla="*/ 62 w 78"/>
                    <a:gd name="T35" fmla="*/ 253 h 501"/>
                    <a:gd name="T36" fmla="*/ 55 w 78"/>
                    <a:gd name="T37" fmla="*/ 257 h 501"/>
                    <a:gd name="T38" fmla="*/ 50 w 78"/>
                    <a:gd name="T39" fmla="*/ 263 h 501"/>
                    <a:gd name="T40" fmla="*/ 45 w 78"/>
                    <a:gd name="T41" fmla="*/ 269 h 501"/>
                    <a:gd name="T42" fmla="*/ 41 w 78"/>
                    <a:gd name="T43" fmla="*/ 276 h 501"/>
                    <a:gd name="T44" fmla="*/ 39 w 78"/>
                    <a:gd name="T45" fmla="*/ 284 h 501"/>
                    <a:gd name="T46" fmla="*/ 38 w 78"/>
                    <a:gd name="T47" fmla="*/ 292 h 501"/>
                    <a:gd name="T48" fmla="*/ 38 w 78"/>
                    <a:gd name="T49" fmla="*/ 462 h 501"/>
                    <a:gd name="T50" fmla="*/ 36 w 78"/>
                    <a:gd name="T51" fmla="*/ 471 h 501"/>
                    <a:gd name="T52" fmla="*/ 33 w 78"/>
                    <a:gd name="T53" fmla="*/ 478 h 501"/>
                    <a:gd name="T54" fmla="*/ 29 w 78"/>
                    <a:gd name="T55" fmla="*/ 485 h 501"/>
                    <a:gd name="T56" fmla="*/ 24 w 78"/>
                    <a:gd name="T57" fmla="*/ 491 h 501"/>
                    <a:gd name="T58" fmla="*/ 18 w 78"/>
                    <a:gd name="T59" fmla="*/ 495 h 501"/>
                    <a:gd name="T60" fmla="*/ 11 w 78"/>
                    <a:gd name="T61" fmla="*/ 499 h 501"/>
                    <a:gd name="T62" fmla="*/ 4 w 78"/>
                    <a:gd name="T63" fmla="*/ 500 h 50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8"/>
                    <a:gd name="T97" fmla="*/ 0 h 501"/>
                    <a:gd name="T98" fmla="*/ 78 w 78"/>
                    <a:gd name="T99" fmla="*/ 501 h 50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8" h="501">
                      <a:moveTo>
                        <a:pt x="0" y="0"/>
                      </a:moveTo>
                      <a:lnTo>
                        <a:pt x="4" y="0"/>
                      </a:lnTo>
                      <a:lnTo>
                        <a:pt x="8" y="1"/>
                      </a:lnTo>
                      <a:lnTo>
                        <a:pt x="11" y="2"/>
                      </a:lnTo>
                      <a:lnTo>
                        <a:pt x="15" y="3"/>
                      </a:lnTo>
                      <a:lnTo>
                        <a:pt x="18" y="5"/>
                      </a:lnTo>
                      <a:lnTo>
                        <a:pt x="21" y="7"/>
                      </a:lnTo>
                      <a:lnTo>
                        <a:pt x="24" y="10"/>
                      </a:lnTo>
                      <a:lnTo>
                        <a:pt x="27" y="13"/>
                      </a:lnTo>
                      <a:lnTo>
                        <a:pt x="29" y="15"/>
                      </a:lnTo>
                      <a:lnTo>
                        <a:pt x="31" y="18"/>
                      </a:lnTo>
                      <a:lnTo>
                        <a:pt x="33" y="22"/>
                      </a:lnTo>
                      <a:lnTo>
                        <a:pt x="35" y="26"/>
                      </a:lnTo>
                      <a:lnTo>
                        <a:pt x="36" y="30"/>
                      </a:lnTo>
                      <a:lnTo>
                        <a:pt x="37" y="34"/>
                      </a:lnTo>
                      <a:lnTo>
                        <a:pt x="38" y="38"/>
                      </a:lnTo>
                      <a:lnTo>
                        <a:pt x="38" y="42"/>
                      </a:lnTo>
                      <a:lnTo>
                        <a:pt x="38" y="208"/>
                      </a:lnTo>
                      <a:lnTo>
                        <a:pt x="38" y="212"/>
                      </a:lnTo>
                      <a:lnTo>
                        <a:pt x="39" y="216"/>
                      </a:lnTo>
                      <a:lnTo>
                        <a:pt x="40" y="220"/>
                      </a:lnTo>
                      <a:lnTo>
                        <a:pt x="41" y="224"/>
                      </a:lnTo>
                      <a:lnTo>
                        <a:pt x="43" y="228"/>
                      </a:lnTo>
                      <a:lnTo>
                        <a:pt x="45" y="232"/>
                      </a:lnTo>
                      <a:lnTo>
                        <a:pt x="47" y="235"/>
                      </a:lnTo>
                      <a:lnTo>
                        <a:pt x="50" y="237"/>
                      </a:lnTo>
                      <a:lnTo>
                        <a:pt x="52" y="240"/>
                      </a:lnTo>
                      <a:lnTo>
                        <a:pt x="55" y="243"/>
                      </a:lnTo>
                      <a:lnTo>
                        <a:pt x="59" y="245"/>
                      </a:lnTo>
                      <a:lnTo>
                        <a:pt x="62" y="247"/>
                      </a:lnTo>
                      <a:lnTo>
                        <a:pt x="66" y="248"/>
                      </a:lnTo>
                      <a:lnTo>
                        <a:pt x="69" y="249"/>
                      </a:lnTo>
                      <a:lnTo>
                        <a:pt x="77" y="250"/>
                      </a:lnTo>
                      <a:lnTo>
                        <a:pt x="69" y="251"/>
                      </a:lnTo>
                      <a:lnTo>
                        <a:pt x="66" y="252"/>
                      </a:lnTo>
                      <a:lnTo>
                        <a:pt x="62" y="253"/>
                      </a:lnTo>
                      <a:lnTo>
                        <a:pt x="59" y="255"/>
                      </a:lnTo>
                      <a:lnTo>
                        <a:pt x="55" y="257"/>
                      </a:lnTo>
                      <a:lnTo>
                        <a:pt x="52" y="260"/>
                      </a:lnTo>
                      <a:lnTo>
                        <a:pt x="50" y="263"/>
                      </a:lnTo>
                      <a:lnTo>
                        <a:pt x="47" y="265"/>
                      </a:lnTo>
                      <a:lnTo>
                        <a:pt x="45" y="269"/>
                      </a:lnTo>
                      <a:lnTo>
                        <a:pt x="43" y="273"/>
                      </a:lnTo>
                      <a:lnTo>
                        <a:pt x="41" y="276"/>
                      </a:lnTo>
                      <a:lnTo>
                        <a:pt x="40" y="280"/>
                      </a:lnTo>
                      <a:lnTo>
                        <a:pt x="39" y="284"/>
                      </a:lnTo>
                      <a:lnTo>
                        <a:pt x="38" y="288"/>
                      </a:lnTo>
                      <a:lnTo>
                        <a:pt x="38" y="292"/>
                      </a:lnTo>
                      <a:lnTo>
                        <a:pt x="38" y="458"/>
                      </a:lnTo>
                      <a:lnTo>
                        <a:pt x="38" y="462"/>
                      </a:lnTo>
                      <a:lnTo>
                        <a:pt x="37" y="467"/>
                      </a:lnTo>
                      <a:lnTo>
                        <a:pt x="36" y="471"/>
                      </a:lnTo>
                      <a:lnTo>
                        <a:pt x="35" y="475"/>
                      </a:lnTo>
                      <a:lnTo>
                        <a:pt x="33" y="478"/>
                      </a:lnTo>
                      <a:lnTo>
                        <a:pt x="31" y="482"/>
                      </a:lnTo>
                      <a:lnTo>
                        <a:pt x="29" y="485"/>
                      </a:lnTo>
                      <a:lnTo>
                        <a:pt x="27" y="487"/>
                      </a:lnTo>
                      <a:lnTo>
                        <a:pt x="24" y="491"/>
                      </a:lnTo>
                      <a:lnTo>
                        <a:pt x="21" y="493"/>
                      </a:lnTo>
                      <a:lnTo>
                        <a:pt x="18" y="495"/>
                      </a:lnTo>
                      <a:lnTo>
                        <a:pt x="15" y="497"/>
                      </a:lnTo>
                      <a:lnTo>
                        <a:pt x="11" y="499"/>
                      </a:lnTo>
                      <a:lnTo>
                        <a:pt x="8" y="499"/>
                      </a:lnTo>
                      <a:lnTo>
                        <a:pt x="4" y="500"/>
                      </a:lnTo>
                      <a:lnTo>
                        <a:pt x="0" y="500"/>
                      </a:lnTo>
                    </a:path>
                  </a:pathLst>
                </a:custGeom>
                <a:noFill/>
                <a:ln w="12700" cap="rnd" cmpd="sng">
                  <a:solidFill>
                    <a:srgbClr val="000000"/>
                  </a:solidFill>
                  <a:prstDash val="solid"/>
                  <a:round/>
                  <a:headEnd type="none" w="sm" len="sm"/>
                  <a:tailEnd type="none" w="sm" len="sm"/>
                </a:ln>
              </p:spPr>
              <p:txBody>
                <a:bodyPr/>
                <a:lstStyle/>
                <a:p>
                  <a:endParaRPr lang="en-US"/>
                </a:p>
              </p:txBody>
            </p:sp>
            <p:sp>
              <p:nvSpPr>
                <p:cNvPr id="31" name="Rectangle 28"/>
                <p:cNvSpPr>
                  <a:spLocks noChangeArrowheads="1"/>
                </p:cNvSpPr>
                <p:nvPr/>
              </p:nvSpPr>
              <p:spPr bwMode="auto">
                <a:xfrm>
                  <a:off x="3605" y="897"/>
                  <a:ext cx="1723" cy="427"/>
                </a:xfrm>
                <a:prstGeom prst="rect">
                  <a:avLst/>
                </a:prstGeom>
                <a:noFill/>
                <a:ln w="9525">
                  <a:noFill/>
                  <a:miter lim="800000"/>
                  <a:headEnd/>
                  <a:tailEnd/>
                </a:ln>
              </p:spPr>
              <p:txBody>
                <a:bodyPr lIns="55563" tIns="26988" rIns="55563" bIns="26988"/>
                <a:lstStyle/>
                <a:p>
                  <a:pPr>
                    <a:defRPr/>
                  </a:pPr>
                  <a:endParaRPr lang="it-IT" sz="1200">
                    <a:solidFill>
                      <a:schemeClr val="accent5">
                        <a:lumMod val="50000"/>
                      </a:schemeClr>
                    </a:solidFill>
                    <a:latin typeface="Verdana" pitchFamily="34" charset="0"/>
                  </a:endParaRPr>
                </a:p>
                <a:p>
                  <a:pPr>
                    <a:defRPr/>
                  </a:pPr>
                  <a:r>
                    <a:rPr lang="it-IT" sz="1400" b="1">
                      <a:solidFill>
                        <a:schemeClr val="accent5">
                          <a:lumMod val="50000"/>
                        </a:schemeClr>
                      </a:solidFill>
                      <a:latin typeface="Verdana" pitchFamily="34" charset="0"/>
                    </a:rPr>
                    <a:t>Osservati/Telemisura</a:t>
                  </a:r>
                </a:p>
                <a:p>
                  <a:pPr>
                    <a:defRPr/>
                  </a:pPr>
                  <a:endParaRPr lang="it-IT" sz="1400" b="1">
                    <a:solidFill>
                      <a:schemeClr val="accent5">
                        <a:lumMod val="50000"/>
                      </a:schemeClr>
                    </a:solidFill>
                    <a:latin typeface="Verdana" pitchFamily="34" charset="0"/>
                  </a:endParaRPr>
                </a:p>
              </p:txBody>
            </p:sp>
            <p:sp>
              <p:nvSpPr>
                <p:cNvPr id="32" name="Freeform 29"/>
                <p:cNvSpPr>
                  <a:spLocks/>
                </p:cNvSpPr>
                <p:nvPr/>
              </p:nvSpPr>
              <p:spPr bwMode="auto">
                <a:xfrm>
                  <a:off x="3529" y="576"/>
                  <a:ext cx="77" cy="201"/>
                </a:xfrm>
                <a:custGeom>
                  <a:avLst/>
                  <a:gdLst>
                    <a:gd name="T0" fmla="*/ 4 w 77"/>
                    <a:gd name="T1" fmla="*/ 0 h 201"/>
                    <a:gd name="T2" fmla="*/ 11 w 77"/>
                    <a:gd name="T3" fmla="*/ 1 h 201"/>
                    <a:gd name="T4" fmla="*/ 18 w 77"/>
                    <a:gd name="T5" fmla="*/ 2 h 201"/>
                    <a:gd name="T6" fmla="*/ 24 w 77"/>
                    <a:gd name="T7" fmla="*/ 4 h 201"/>
                    <a:gd name="T8" fmla="*/ 29 w 77"/>
                    <a:gd name="T9" fmla="*/ 6 h 201"/>
                    <a:gd name="T10" fmla="*/ 33 w 77"/>
                    <a:gd name="T11" fmla="*/ 9 h 201"/>
                    <a:gd name="T12" fmla="*/ 36 w 77"/>
                    <a:gd name="T13" fmla="*/ 12 h 201"/>
                    <a:gd name="T14" fmla="*/ 38 w 77"/>
                    <a:gd name="T15" fmla="*/ 15 h 201"/>
                    <a:gd name="T16" fmla="*/ 38 w 77"/>
                    <a:gd name="T17" fmla="*/ 83 h 201"/>
                    <a:gd name="T18" fmla="*/ 39 w 77"/>
                    <a:gd name="T19" fmla="*/ 87 h 201"/>
                    <a:gd name="T20" fmla="*/ 41 w 77"/>
                    <a:gd name="T21" fmla="*/ 90 h 201"/>
                    <a:gd name="T22" fmla="*/ 44 w 77"/>
                    <a:gd name="T23" fmla="*/ 93 h 201"/>
                    <a:gd name="T24" fmla="*/ 49 w 77"/>
                    <a:gd name="T25" fmla="*/ 95 h 201"/>
                    <a:gd name="T26" fmla="*/ 55 w 77"/>
                    <a:gd name="T27" fmla="*/ 97 h 201"/>
                    <a:gd name="T28" fmla="*/ 61 w 77"/>
                    <a:gd name="T29" fmla="*/ 99 h 201"/>
                    <a:gd name="T30" fmla="*/ 68 w 77"/>
                    <a:gd name="T31" fmla="*/ 100 h 201"/>
                    <a:gd name="T32" fmla="*/ 76 w 77"/>
                    <a:gd name="T33" fmla="*/ 100 h 201"/>
                    <a:gd name="T34" fmla="*/ 68 w 77"/>
                    <a:gd name="T35" fmla="*/ 100 h 201"/>
                    <a:gd name="T36" fmla="*/ 61 w 77"/>
                    <a:gd name="T37" fmla="*/ 101 h 201"/>
                    <a:gd name="T38" fmla="*/ 55 w 77"/>
                    <a:gd name="T39" fmla="*/ 103 h 201"/>
                    <a:gd name="T40" fmla="*/ 49 w 77"/>
                    <a:gd name="T41" fmla="*/ 105 h 201"/>
                    <a:gd name="T42" fmla="*/ 44 w 77"/>
                    <a:gd name="T43" fmla="*/ 107 h 201"/>
                    <a:gd name="T44" fmla="*/ 41 w 77"/>
                    <a:gd name="T45" fmla="*/ 110 h 201"/>
                    <a:gd name="T46" fmla="*/ 39 w 77"/>
                    <a:gd name="T47" fmla="*/ 114 h 201"/>
                    <a:gd name="T48" fmla="*/ 38 w 77"/>
                    <a:gd name="T49" fmla="*/ 117 h 201"/>
                    <a:gd name="T50" fmla="*/ 38 w 77"/>
                    <a:gd name="T51" fmla="*/ 185 h 201"/>
                    <a:gd name="T52" fmla="*/ 36 w 77"/>
                    <a:gd name="T53" fmla="*/ 188 h 201"/>
                    <a:gd name="T54" fmla="*/ 33 w 77"/>
                    <a:gd name="T55" fmla="*/ 191 h 201"/>
                    <a:gd name="T56" fmla="*/ 29 w 77"/>
                    <a:gd name="T57" fmla="*/ 194 h 201"/>
                    <a:gd name="T58" fmla="*/ 24 w 77"/>
                    <a:gd name="T59" fmla="*/ 196 h 201"/>
                    <a:gd name="T60" fmla="*/ 18 w 77"/>
                    <a:gd name="T61" fmla="*/ 198 h 201"/>
                    <a:gd name="T62" fmla="*/ 11 w 77"/>
                    <a:gd name="T63" fmla="*/ 199 h 201"/>
                    <a:gd name="T64" fmla="*/ 4 w 77"/>
                    <a:gd name="T65" fmla="*/ 200 h 20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201"/>
                    <a:gd name="T101" fmla="*/ 77 w 77"/>
                    <a:gd name="T102" fmla="*/ 201 h 20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201">
                      <a:moveTo>
                        <a:pt x="0" y="0"/>
                      </a:moveTo>
                      <a:lnTo>
                        <a:pt x="4" y="0"/>
                      </a:lnTo>
                      <a:lnTo>
                        <a:pt x="8" y="0"/>
                      </a:lnTo>
                      <a:lnTo>
                        <a:pt x="11" y="1"/>
                      </a:lnTo>
                      <a:lnTo>
                        <a:pt x="15" y="1"/>
                      </a:lnTo>
                      <a:lnTo>
                        <a:pt x="18" y="2"/>
                      </a:lnTo>
                      <a:lnTo>
                        <a:pt x="21" y="3"/>
                      </a:lnTo>
                      <a:lnTo>
                        <a:pt x="24" y="4"/>
                      </a:lnTo>
                      <a:lnTo>
                        <a:pt x="27" y="5"/>
                      </a:lnTo>
                      <a:lnTo>
                        <a:pt x="29" y="6"/>
                      </a:lnTo>
                      <a:lnTo>
                        <a:pt x="31" y="7"/>
                      </a:lnTo>
                      <a:lnTo>
                        <a:pt x="33" y="9"/>
                      </a:lnTo>
                      <a:lnTo>
                        <a:pt x="35" y="10"/>
                      </a:lnTo>
                      <a:lnTo>
                        <a:pt x="36" y="12"/>
                      </a:lnTo>
                      <a:lnTo>
                        <a:pt x="37" y="14"/>
                      </a:lnTo>
                      <a:lnTo>
                        <a:pt x="38" y="15"/>
                      </a:lnTo>
                      <a:lnTo>
                        <a:pt x="38" y="17"/>
                      </a:lnTo>
                      <a:lnTo>
                        <a:pt x="38" y="83"/>
                      </a:lnTo>
                      <a:lnTo>
                        <a:pt x="38" y="85"/>
                      </a:lnTo>
                      <a:lnTo>
                        <a:pt x="39" y="87"/>
                      </a:lnTo>
                      <a:lnTo>
                        <a:pt x="40" y="88"/>
                      </a:lnTo>
                      <a:lnTo>
                        <a:pt x="41" y="90"/>
                      </a:lnTo>
                      <a:lnTo>
                        <a:pt x="43" y="91"/>
                      </a:lnTo>
                      <a:lnTo>
                        <a:pt x="44" y="93"/>
                      </a:lnTo>
                      <a:lnTo>
                        <a:pt x="47" y="94"/>
                      </a:lnTo>
                      <a:lnTo>
                        <a:pt x="49" y="95"/>
                      </a:lnTo>
                      <a:lnTo>
                        <a:pt x="52" y="96"/>
                      </a:lnTo>
                      <a:lnTo>
                        <a:pt x="55" y="97"/>
                      </a:lnTo>
                      <a:lnTo>
                        <a:pt x="58" y="98"/>
                      </a:lnTo>
                      <a:lnTo>
                        <a:pt x="61" y="99"/>
                      </a:lnTo>
                      <a:lnTo>
                        <a:pt x="65" y="99"/>
                      </a:lnTo>
                      <a:lnTo>
                        <a:pt x="68" y="100"/>
                      </a:lnTo>
                      <a:lnTo>
                        <a:pt x="72" y="100"/>
                      </a:lnTo>
                      <a:lnTo>
                        <a:pt x="76" y="100"/>
                      </a:lnTo>
                      <a:lnTo>
                        <a:pt x="72" y="100"/>
                      </a:lnTo>
                      <a:lnTo>
                        <a:pt x="68" y="100"/>
                      </a:lnTo>
                      <a:lnTo>
                        <a:pt x="65" y="101"/>
                      </a:lnTo>
                      <a:lnTo>
                        <a:pt x="61" y="101"/>
                      </a:lnTo>
                      <a:lnTo>
                        <a:pt x="58" y="102"/>
                      </a:lnTo>
                      <a:lnTo>
                        <a:pt x="55" y="103"/>
                      </a:lnTo>
                      <a:lnTo>
                        <a:pt x="52" y="104"/>
                      </a:lnTo>
                      <a:lnTo>
                        <a:pt x="49" y="105"/>
                      </a:lnTo>
                      <a:lnTo>
                        <a:pt x="47" y="106"/>
                      </a:lnTo>
                      <a:lnTo>
                        <a:pt x="44" y="107"/>
                      </a:lnTo>
                      <a:lnTo>
                        <a:pt x="43" y="109"/>
                      </a:lnTo>
                      <a:lnTo>
                        <a:pt x="41" y="110"/>
                      </a:lnTo>
                      <a:lnTo>
                        <a:pt x="40" y="112"/>
                      </a:lnTo>
                      <a:lnTo>
                        <a:pt x="39" y="114"/>
                      </a:lnTo>
                      <a:lnTo>
                        <a:pt x="38" y="115"/>
                      </a:lnTo>
                      <a:lnTo>
                        <a:pt x="38" y="117"/>
                      </a:lnTo>
                      <a:lnTo>
                        <a:pt x="38" y="183"/>
                      </a:lnTo>
                      <a:lnTo>
                        <a:pt x="38" y="185"/>
                      </a:lnTo>
                      <a:lnTo>
                        <a:pt x="37" y="187"/>
                      </a:lnTo>
                      <a:lnTo>
                        <a:pt x="36" y="188"/>
                      </a:lnTo>
                      <a:lnTo>
                        <a:pt x="35" y="190"/>
                      </a:lnTo>
                      <a:lnTo>
                        <a:pt x="33" y="191"/>
                      </a:lnTo>
                      <a:lnTo>
                        <a:pt x="31" y="193"/>
                      </a:lnTo>
                      <a:lnTo>
                        <a:pt x="29" y="194"/>
                      </a:lnTo>
                      <a:lnTo>
                        <a:pt x="27" y="195"/>
                      </a:lnTo>
                      <a:lnTo>
                        <a:pt x="24" y="196"/>
                      </a:lnTo>
                      <a:lnTo>
                        <a:pt x="21" y="197"/>
                      </a:lnTo>
                      <a:lnTo>
                        <a:pt x="18" y="198"/>
                      </a:lnTo>
                      <a:lnTo>
                        <a:pt x="15" y="199"/>
                      </a:lnTo>
                      <a:lnTo>
                        <a:pt x="11" y="199"/>
                      </a:lnTo>
                      <a:lnTo>
                        <a:pt x="8" y="200"/>
                      </a:lnTo>
                      <a:lnTo>
                        <a:pt x="4" y="200"/>
                      </a:lnTo>
                      <a:lnTo>
                        <a:pt x="0" y="200"/>
                      </a:lnTo>
                    </a:path>
                  </a:pathLst>
                </a:custGeom>
                <a:noFill/>
                <a:ln w="12700" cap="rnd" cmpd="sng">
                  <a:solidFill>
                    <a:srgbClr val="000000"/>
                  </a:solidFill>
                  <a:prstDash val="solid"/>
                  <a:round/>
                  <a:headEnd type="none" w="sm" len="sm"/>
                  <a:tailEnd type="none" w="sm" len="sm"/>
                </a:ln>
              </p:spPr>
              <p:txBody>
                <a:bodyPr/>
                <a:lstStyle/>
                <a:p>
                  <a:endParaRPr lang="en-US"/>
                </a:p>
              </p:txBody>
            </p:sp>
            <p:sp>
              <p:nvSpPr>
                <p:cNvPr id="33" name="Rectangle 30"/>
                <p:cNvSpPr>
                  <a:spLocks noChangeArrowheads="1"/>
                </p:cNvSpPr>
                <p:nvPr/>
              </p:nvSpPr>
              <p:spPr bwMode="auto">
                <a:xfrm>
                  <a:off x="3758" y="576"/>
                  <a:ext cx="1124" cy="230"/>
                </a:xfrm>
                <a:prstGeom prst="rect">
                  <a:avLst/>
                </a:prstGeom>
                <a:noFill/>
                <a:ln w="9525">
                  <a:noFill/>
                  <a:miter lim="800000"/>
                  <a:headEnd/>
                  <a:tailEnd/>
                </a:ln>
              </p:spPr>
              <p:txBody>
                <a:bodyPr lIns="55563" tIns="26988" rIns="55563" bIns="26988"/>
                <a:lstStyle/>
                <a:p>
                  <a:pPr>
                    <a:defRPr/>
                  </a:pPr>
                  <a:r>
                    <a:rPr lang="it-IT" sz="1400" b="1">
                      <a:solidFill>
                        <a:schemeClr val="accent5">
                          <a:lumMod val="50000"/>
                        </a:schemeClr>
                      </a:solidFill>
                      <a:latin typeface="Verdana" pitchFamily="34" charset="0"/>
                    </a:rPr>
                    <a:t>LM/Ensemble</a:t>
                  </a:r>
                </a:p>
              </p:txBody>
            </p:sp>
          </p:grpSp>
          <p:sp>
            <p:nvSpPr>
              <p:cNvPr id="28" name="Rectangle 31"/>
              <p:cNvSpPr>
                <a:spLocks noChangeArrowheads="1"/>
              </p:cNvSpPr>
              <p:nvPr/>
            </p:nvSpPr>
            <p:spPr bwMode="auto">
              <a:xfrm>
                <a:off x="2152" y="1862"/>
                <a:ext cx="1885" cy="322"/>
              </a:xfrm>
              <a:prstGeom prst="rect">
                <a:avLst/>
              </a:prstGeom>
              <a:noFill/>
              <a:ln w="9525">
                <a:noFill/>
                <a:miter lim="800000"/>
                <a:headEnd/>
                <a:tailEnd/>
              </a:ln>
            </p:spPr>
            <p:txBody>
              <a:bodyPr lIns="55563" tIns="26988" rIns="55563" bIns="26988"/>
              <a:lstStyle/>
              <a:p>
                <a:r>
                  <a:rPr lang="it-IT" sz="1200" b="1">
                    <a:latin typeface="Verdana" pitchFamily="34" charset="0"/>
                  </a:rPr>
                  <a:t>VALIDAZIONE, INTERPOLAZIONE</a:t>
                </a:r>
              </a:p>
              <a:p>
                <a:r>
                  <a:rPr lang="it-IT" sz="1200" b="1">
                    <a:latin typeface="Verdana" pitchFamily="34" charset="0"/>
                  </a:rPr>
                  <a:t>E TRASFORMAZIONE DATI</a:t>
                </a:r>
              </a:p>
            </p:txBody>
          </p:sp>
        </p:grpSp>
      </p:grpSp>
      <p:pic>
        <p:nvPicPr>
          <p:cNvPr id="35" name="Picture 33"/>
          <p:cNvPicPr>
            <a:picLocks noChangeAspect="1" noChangeArrowheads="1"/>
          </p:cNvPicPr>
          <p:nvPr/>
        </p:nvPicPr>
        <p:blipFill>
          <a:blip r:embed="rId2" cstate="print"/>
          <a:srcRect/>
          <a:stretch>
            <a:fillRect/>
          </a:stretch>
        </p:blipFill>
        <p:spPr bwMode="auto">
          <a:xfrm>
            <a:off x="838200" y="2235919"/>
            <a:ext cx="1514475" cy="1135063"/>
          </a:xfrm>
          <a:prstGeom prst="rect">
            <a:avLst/>
          </a:prstGeom>
          <a:noFill/>
          <a:ln w="9525">
            <a:noFill/>
            <a:miter lim="800000"/>
            <a:headEnd/>
            <a:tailEnd/>
          </a:ln>
        </p:spPr>
      </p:pic>
      <p:pic>
        <p:nvPicPr>
          <p:cNvPr id="36" name="Picture 36"/>
          <p:cNvPicPr>
            <a:picLocks noChangeAspect="1" noChangeArrowheads="1"/>
          </p:cNvPicPr>
          <p:nvPr/>
        </p:nvPicPr>
        <p:blipFill>
          <a:blip r:embed="rId3" cstate="print"/>
          <a:srcRect/>
          <a:stretch>
            <a:fillRect/>
          </a:stretch>
        </p:blipFill>
        <p:spPr bwMode="auto">
          <a:xfrm>
            <a:off x="2514600" y="3226519"/>
            <a:ext cx="1270000" cy="922338"/>
          </a:xfrm>
          <a:prstGeom prst="rect">
            <a:avLst/>
          </a:prstGeom>
          <a:noFill/>
          <a:ln w="12700">
            <a:solidFill>
              <a:schemeClr val="tx1"/>
            </a:solidFill>
            <a:miter lim="800000"/>
            <a:headEnd/>
            <a:tailEnd/>
          </a:ln>
        </p:spPr>
      </p:pic>
      <p:pic>
        <p:nvPicPr>
          <p:cNvPr id="37" name="Picture 38"/>
          <p:cNvPicPr>
            <a:picLocks noChangeAspect="1" noChangeArrowheads="1"/>
          </p:cNvPicPr>
          <p:nvPr/>
        </p:nvPicPr>
        <p:blipFill>
          <a:blip r:embed="rId4" cstate="print"/>
          <a:srcRect/>
          <a:stretch>
            <a:fillRect/>
          </a:stretch>
        </p:blipFill>
        <p:spPr bwMode="auto">
          <a:xfrm>
            <a:off x="2028825" y="788119"/>
            <a:ext cx="1781175" cy="1219200"/>
          </a:xfrm>
          <a:prstGeom prst="rect">
            <a:avLst/>
          </a:prstGeom>
          <a:noFill/>
          <a:ln w="9525">
            <a:solidFill>
              <a:schemeClr val="tx1"/>
            </a:solidFill>
            <a:miter lim="800000"/>
            <a:headEnd/>
            <a:tailEnd/>
          </a:ln>
        </p:spPr>
      </p:pic>
      <p:pic>
        <p:nvPicPr>
          <p:cNvPr id="38" name="Picture 39"/>
          <p:cNvPicPr>
            <a:picLocks noChangeAspect="1" noChangeArrowheads="1"/>
          </p:cNvPicPr>
          <p:nvPr/>
        </p:nvPicPr>
        <p:blipFill>
          <a:blip r:embed="rId5" cstate="print"/>
          <a:srcRect/>
          <a:stretch>
            <a:fillRect/>
          </a:stretch>
        </p:blipFill>
        <p:spPr bwMode="auto">
          <a:xfrm>
            <a:off x="0" y="4902919"/>
            <a:ext cx="2157413" cy="1516063"/>
          </a:xfrm>
          <a:prstGeom prst="rect">
            <a:avLst/>
          </a:prstGeom>
          <a:noFill/>
          <a:ln w="38100">
            <a:noFill/>
            <a:miter lim="800000"/>
            <a:headEnd/>
            <a:tailEnd/>
          </a:ln>
        </p:spPr>
      </p:pic>
      <p:pic>
        <p:nvPicPr>
          <p:cNvPr id="39" name="Picture 38" descr="C:\Documents and Settings\ezenoni.ARPA-SC\Desktop\IMG_1392.JPG"/>
          <p:cNvPicPr>
            <a:picLocks noChangeAspect="1" noChangeArrowheads="1"/>
          </p:cNvPicPr>
          <p:nvPr/>
        </p:nvPicPr>
        <p:blipFill>
          <a:blip r:embed="rId6" cstate="print"/>
          <a:srcRect/>
          <a:stretch>
            <a:fillRect/>
          </a:stretch>
        </p:blipFill>
        <p:spPr bwMode="auto">
          <a:xfrm>
            <a:off x="2252663" y="2040657"/>
            <a:ext cx="1481137" cy="1109662"/>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2987185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Connettore 1 26"/>
          <p:cNvCxnSpPr/>
          <p:nvPr/>
        </p:nvCxnSpPr>
        <p:spPr>
          <a:xfrm>
            <a:off x="0" y="5949950"/>
            <a:ext cx="9144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ttore 1 27"/>
          <p:cNvCxnSpPr/>
          <p:nvPr/>
        </p:nvCxnSpPr>
        <p:spPr>
          <a:xfrm>
            <a:off x="0" y="908050"/>
            <a:ext cx="9144000" cy="0"/>
          </a:xfrm>
          <a:prstGeom prst="line">
            <a:avLst/>
          </a:prstGeom>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noChangeArrowheads="1"/>
          </p:cNvPicPr>
          <p:nvPr/>
        </p:nvPicPr>
        <p:blipFill>
          <a:blip r:embed="rId2" cstate="print"/>
          <a:srcRect/>
          <a:stretch>
            <a:fillRect/>
          </a:stretch>
        </p:blipFill>
        <p:spPr bwMode="auto">
          <a:xfrm>
            <a:off x="611188" y="1844675"/>
            <a:ext cx="2555875" cy="2003425"/>
          </a:xfrm>
          <a:prstGeom prst="rect">
            <a:avLst/>
          </a:prstGeom>
          <a:noFill/>
          <a:ln w="38100" algn="ctr">
            <a:noFill/>
            <a:miter lim="800000"/>
            <a:headEnd/>
            <a:tailEnd/>
          </a:ln>
        </p:spPr>
      </p:pic>
      <p:grpSp>
        <p:nvGrpSpPr>
          <p:cNvPr id="30" name="Group 1075"/>
          <p:cNvGrpSpPr>
            <a:grpSpLocks/>
          </p:cNvGrpSpPr>
          <p:nvPr/>
        </p:nvGrpSpPr>
        <p:grpSpPr bwMode="auto">
          <a:xfrm>
            <a:off x="3429000" y="981075"/>
            <a:ext cx="5246688" cy="3311525"/>
            <a:chOff x="1806" y="906"/>
            <a:chExt cx="3094" cy="1827"/>
          </a:xfrm>
        </p:grpSpPr>
        <p:sp>
          <p:nvSpPr>
            <p:cNvPr id="31" name="Line 1078"/>
            <p:cNvSpPr>
              <a:spLocks noChangeShapeType="1"/>
            </p:cNvSpPr>
            <p:nvPr/>
          </p:nvSpPr>
          <p:spPr bwMode="auto">
            <a:xfrm>
              <a:off x="3235" y="2276"/>
              <a:ext cx="0" cy="243"/>
            </a:xfrm>
            <a:prstGeom prst="line">
              <a:avLst/>
            </a:prstGeom>
            <a:noFill/>
            <a:ln w="9525">
              <a:solidFill>
                <a:srgbClr val="000000"/>
              </a:solidFill>
              <a:round/>
              <a:headEnd/>
              <a:tailEnd type="triangle" w="med" len="med"/>
            </a:ln>
          </p:spPr>
          <p:txBody>
            <a:bodyPr/>
            <a:lstStyle/>
            <a:p>
              <a:pPr>
                <a:defRPr/>
              </a:pPr>
              <a:endParaRPr lang="it-IT">
                <a:effectLst>
                  <a:outerShdw blurRad="38100" dist="38100" dir="2700000" algn="tl">
                    <a:srgbClr val="000000">
                      <a:alpha val="43137"/>
                    </a:srgbClr>
                  </a:outerShdw>
                </a:effectLst>
              </a:endParaRPr>
            </a:p>
          </p:txBody>
        </p:sp>
        <p:sp>
          <p:nvSpPr>
            <p:cNvPr id="32" name="Text Box 1079"/>
            <p:cNvSpPr txBox="1">
              <a:spLocks noChangeArrowheads="1"/>
            </p:cNvSpPr>
            <p:nvPr/>
          </p:nvSpPr>
          <p:spPr bwMode="auto">
            <a:xfrm>
              <a:off x="2644" y="2519"/>
              <a:ext cx="1187" cy="214"/>
            </a:xfrm>
            <a:prstGeom prst="rect">
              <a:avLst/>
            </a:prstGeom>
            <a:noFill/>
            <a:ln w="9525">
              <a:noFill/>
              <a:miter lim="800000"/>
              <a:headEnd/>
              <a:tailEnd/>
            </a:ln>
          </p:spPr>
          <p:txBody>
            <a:bodyPr lIns="55470" tIns="27736" rIns="55470" bIns="27736"/>
            <a:lstStyle/>
            <a:p>
              <a:r>
                <a:rPr lang="it-IT" sz="1200"/>
                <a:t>Catena Idrologico/idraulica</a:t>
              </a:r>
            </a:p>
          </p:txBody>
        </p:sp>
        <p:sp>
          <p:nvSpPr>
            <p:cNvPr id="33" name="Text Box 1080"/>
            <p:cNvSpPr txBox="1">
              <a:spLocks noChangeArrowheads="1"/>
            </p:cNvSpPr>
            <p:nvPr/>
          </p:nvSpPr>
          <p:spPr bwMode="auto">
            <a:xfrm>
              <a:off x="1806" y="906"/>
              <a:ext cx="1428" cy="595"/>
            </a:xfrm>
            <a:prstGeom prst="rect">
              <a:avLst/>
            </a:prstGeom>
            <a:noFill/>
            <a:ln w="9525">
              <a:noFill/>
              <a:miter lim="800000"/>
              <a:headEnd/>
              <a:tailEnd/>
            </a:ln>
          </p:spPr>
          <p:txBody>
            <a:bodyPr lIns="55470" tIns="27736" rIns="55470" bIns="27736"/>
            <a:lstStyle/>
            <a:p>
              <a:r>
                <a:rPr lang="it-IT" sz="1200" dirty="0"/>
                <a:t>PRECIPITAZIONI</a:t>
              </a:r>
            </a:p>
            <a:p>
              <a:r>
                <a:rPr lang="it-IT" sz="1200" dirty="0"/>
                <a:t>TEMPERATURE</a:t>
              </a:r>
            </a:p>
            <a:p>
              <a:r>
                <a:rPr lang="it-IT" sz="1200" dirty="0"/>
                <a:t>LIVELLI/PORTATE</a:t>
              </a:r>
            </a:p>
            <a:p>
              <a:r>
                <a:rPr lang="it-IT" sz="1200" dirty="0"/>
                <a:t>VOLUMI/LIVELLI NEI SERBATOI</a:t>
              </a:r>
            </a:p>
            <a:p>
              <a:r>
                <a:rPr lang="it-IT" sz="1200" dirty="0"/>
                <a:t>LIVELLI PIEZOMETRICI</a:t>
              </a:r>
            </a:p>
            <a:p>
              <a:endParaRPr lang="it-IT" sz="1200" dirty="0"/>
            </a:p>
            <a:p>
              <a:endParaRPr lang="it-IT" sz="1200" dirty="0"/>
            </a:p>
            <a:p>
              <a:r>
                <a:rPr lang="it-IT" sz="1200" dirty="0"/>
                <a:t>MODELLI METEOROLOGICI</a:t>
              </a:r>
            </a:p>
          </p:txBody>
        </p:sp>
        <p:sp>
          <p:nvSpPr>
            <p:cNvPr id="34" name="AutoShape 1081"/>
            <p:cNvSpPr>
              <a:spLocks/>
            </p:cNvSpPr>
            <p:nvPr/>
          </p:nvSpPr>
          <p:spPr bwMode="auto">
            <a:xfrm>
              <a:off x="3193" y="907"/>
              <a:ext cx="82" cy="506"/>
            </a:xfrm>
            <a:prstGeom prst="rightBrace">
              <a:avLst>
                <a:gd name="adj1" fmla="val 47292"/>
                <a:gd name="adj2" fmla="val 50000"/>
              </a:avLst>
            </a:prstGeom>
            <a:noFill/>
            <a:ln w="9525">
              <a:solidFill>
                <a:srgbClr val="000000"/>
              </a:solidFill>
              <a:round/>
              <a:headEnd/>
              <a:tailEnd/>
            </a:ln>
            <a:effectLst/>
          </p:spPr>
          <p:txBody>
            <a:bodyPr/>
            <a:lstStyle/>
            <a:p>
              <a:pPr>
                <a:defRPr/>
              </a:pPr>
              <a:endParaRPr lang="it-IT">
                <a:effectLst>
                  <a:outerShdw blurRad="38100" dist="38100" dir="2700000" algn="tl">
                    <a:srgbClr val="000000">
                      <a:alpha val="43137"/>
                    </a:srgbClr>
                  </a:outerShdw>
                </a:effectLst>
              </a:endParaRPr>
            </a:p>
          </p:txBody>
        </p:sp>
        <p:sp>
          <p:nvSpPr>
            <p:cNvPr id="35" name="Text Box 1082"/>
            <p:cNvSpPr txBox="1">
              <a:spLocks noChangeArrowheads="1"/>
            </p:cNvSpPr>
            <p:nvPr/>
          </p:nvSpPr>
          <p:spPr bwMode="auto">
            <a:xfrm>
              <a:off x="3446" y="1118"/>
              <a:ext cx="1006" cy="142"/>
            </a:xfrm>
            <a:prstGeom prst="rect">
              <a:avLst/>
            </a:prstGeom>
            <a:noFill/>
            <a:ln w="9525" algn="ctr">
              <a:noFill/>
              <a:miter lim="800000"/>
              <a:headEnd/>
              <a:tailEnd/>
            </a:ln>
          </p:spPr>
          <p:txBody>
            <a:bodyPr lIns="55470" tIns="27736" rIns="55470" bIns="27736"/>
            <a:lstStyle/>
            <a:p>
              <a:r>
                <a:rPr lang="it-IT" sz="1200"/>
                <a:t>Osservati/Telemisura</a:t>
              </a:r>
            </a:p>
          </p:txBody>
        </p:sp>
        <p:sp>
          <p:nvSpPr>
            <p:cNvPr id="36" name="AutoShape 1083"/>
            <p:cNvSpPr>
              <a:spLocks/>
            </p:cNvSpPr>
            <p:nvPr/>
          </p:nvSpPr>
          <p:spPr bwMode="auto">
            <a:xfrm>
              <a:off x="3197" y="1537"/>
              <a:ext cx="80" cy="181"/>
            </a:xfrm>
            <a:prstGeom prst="rightBrace">
              <a:avLst>
                <a:gd name="adj1" fmla="val 18854"/>
                <a:gd name="adj2" fmla="val 50000"/>
              </a:avLst>
            </a:prstGeom>
            <a:noFill/>
            <a:ln w="9525">
              <a:solidFill>
                <a:srgbClr val="000000"/>
              </a:solidFill>
              <a:round/>
              <a:headEnd/>
              <a:tailEnd/>
            </a:ln>
            <a:effectLst/>
          </p:spPr>
          <p:txBody>
            <a:bodyPr/>
            <a:lstStyle/>
            <a:p>
              <a:pPr>
                <a:defRPr/>
              </a:pPr>
              <a:endParaRPr lang="it-IT">
                <a:effectLst>
                  <a:outerShdw blurRad="38100" dist="38100" dir="2700000" algn="tl">
                    <a:srgbClr val="000000">
                      <a:alpha val="43137"/>
                    </a:srgbClr>
                  </a:outerShdw>
                </a:effectLst>
              </a:endParaRPr>
            </a:p>
          </p:txBody>
        </p:sp>
        <p:sp>
          <p:nvSpPr>
            <p:cNvPr id="37" name="Text Box 1084"/>
            <p:cNvSpPr txBox="1">
              <a:spLocks noChangeArrowheads="1"/>
            </p:cNvSpPr>
            <p:nvPr/>
          </p:nvSpPr>
          <p:spPr bwMode="auto">
            <a:xfrm>
              <a:off x="3404" y="1443"/>
              <a:ext cx="1496" cy="351"/>
            </a:xfrm>
            <a:prstGeom prst="rect">
              <a:avLst/>
            </a:prstGeom>
            <a:noFill/>
            <a:ln w="9525" algn="ctr">
              <a:noFill/>
              <a:miter lim="800000"/>
              <a:headEnd/>
              <a:tailEnd/>
            </a:ln>
          </p:spPr>
          <p:txBody>
            <a:bodyPr lIns="55470" tIns="27736" rIns="55470" bIns="27736"/>
            <a:lstStyle/>
            <a:p>
              <a:r>
                <a:rPr lang="it-IT" sz="1200"/>
                <a:t>Previsione+15 gg</a:t>
              </a:r>
            </a:p>
            <a:p>
              <a:r>
                <a:rPr lang="it-IT" sz="1200"/>
                <a:t>Previsioni Stagionali</a:t>
              </a:r>
            </a:p>
            <a:p>
              <a:r>
                <a:rPr lang="it-IT" sz="1200"/>
                <a:t>Scenari di Cambiamento Climatico</a:t>
              </a:r>
            </a:p>
          </p:txBody>
        </p:sp>
        <p:sp>
          <p:nvSpPr>
            <p:cNvPr id="38" name="Text Box 1085"/>
            <p:cNvSpPr txBox="1">
              <a:spLocks noChangeArrowheads="1"/>
            </p:cNvSpPr>
            <p:nvPr/>
          </p:nvSpPr>
          <p:spPr bwMode="auto">
            <a:xfrm>
              <a:off x="2391" y="1908"/>
              <a:ext cx="1688" cy="356"/>
            </a:xfrm>
            <a:prstGeom prst="rect">
              <a:avLst/>
            </a:prstGeom>
            <a:noFill/>
            <a:ln w="9525" algn="ctr">
              <a:noFill/>
              <a:miter lim="800000"/>
              <a:headEnd/>
              <a:tailEnd/>
            </a:ln>
          </p:spPr>
          <p:txBody>
            <a:bodyPr lIns="55470" tIns="27736" rIns="55470" bIns="27736"/>
            <a:lstStyle/>
            <a:p>
              <a:r>
                <a:rPr lang="it-IT" sz="1200">
                  <a:solidFill>
                    <a:schemeClr val="accent2"/>
                  </a:solidFill>
                </a:rPr>
                <a:t>VALIDAZIONE, INTERPOLAZIONE</a:t>
              </a:r>
            </a:p>
            <a:p>
              <a:r>
                <a:rPr lang="it-IT" sz="1200">
                  <a:solidFill>
                    <a:schemeClr val="accent2"/>
                  </a:solidFill>
                </a:rPr>
                <a:t>E TRASFORMAZIONE DATI </a:t>
              </a:r>
            </a:p>
            <a:p>
              <a:r>
                <a:rPr lang="it-IT" sz="1200">
                  <a:solidFill>
                    <a:schemeClr val="accent2"/>
                  </a:solidFill>
                </a:rPr>
                <a:t>(DEWS drought early warning system)</a:t>
              </a:r>
            </a:p>
          </p:txBody>
        </p:sp>
      </p:grpSp>
      <p:grpSp>
        <p:nvGrpSpPr>
          <p:cNvPr id="39" name="Group 3"/>
          <p:cNvGrpSpPr>
            <a:grpSpLocks/>
          </p:cNvGrpSpPr>
          <p:nvPr/>
        </p:nvGrpSpPr>
        <p:grpSpPr bwMode="auto">
          <a:xfrm>
            <a:off x="5219700" y="4508500"/>
            <a:ext cx="1368425" cy="1296988"/>
            <a:chOff x="2933" y="2704"/>
            <a:chExt cx="1076" cy="1007"/>
          </a:xfrm>
        </p:grpSpPr>
        <p:sp>
          <p:nvSpPr>
            <p:cNvPr id="40" name="Text Box 4"/>
            <p:cNvSpPr txBox="1">
              <a:spLocks noChangeArrowheads="1"/>
            </p:cNvSpPr>
            <p:nvPr/>
          </p:nvSpPr>
          <p:spPr bwMode="auto">
            <a:xfrm>
              <a:off x="2938" y="2704"/>
              <a:ext cx="980" cy="347"/>
            </a:xfrm>
            <a:prstGeom prst="rect">
              <a:avLst/>
            </a:prstGeom>
            <a:noFill/>
            <a:ln w="9525">
              <a:solidFill>
                <a:srgbClr val="000000"/>
              </a:solidFill>
              <a:miter lim="800000"/>
              <a:headEnd/>
              <a:tailEnd/>
            </a:ln>
          </p:spPr>
          <p:txBody>
            <a:bodyPr lIns="55470" tIns="27736" rIns="55470" bIns="27736"/>
            <a:lstStyle/>
            <a:p>
              <a:r>
                <a:rPr lang="it-IT" b="1">
                  <a:solidFill>
                    <a:srgbClr val="FFFF00"/>
                  </a:solidFill>
                </a:rPr>
                <a:t>  </a:t>
              </a:r>
              <a:endParaRPr lang="it-IT" b="1"/>
            </a:p>
          </p:txBody>
        </p:sp>
        <p:sp>
          <p:nvSpPr>
            <p:cNvPr id="41" name="Line 5"/>
            <p:cNvSpPr>
              <a:spLocks noChangeShapeType="1"/>
            </p:cNvSpPr>
            <p:nvPr/>
          </p:nvSpPr>
          <p:spPr bwMode="auto">
            <a:xfrm>
              <a:off x="3419" y="3074"/>
              <a:ext cx="0" cy="272"/>
            </a:xfrm>
            <a:prstGeom prst="line">
              <a:avLst/>
            </a:prstGeom>
            <a:noFill/>
            <a:ln w="9525">
              <a:solidFill>
                <a:srgbClr val="000000"/>
              </a:solidFill>
              <a:round/>
              <a:headEnd/>
              <a:tailEnd type="triangle" w="med" len="med"/>
            </a:ln>
          </p:spPr>
          <p:txBody>
            <a:bodyPr/>
            <a:lstStyle/>
            <a:p>
              <a:endParaRPr lang="it-IT"/>
            </a:p>
          </p:txBody>
        </p:sp>
        <p:sp useBgFill="1">
          <p:nvSpPr>
            <p:cNvPr id="42" name="Rectangle 13"/>
            <p:cNvSpPr>
              <a:spLocks noChangeArrowheads="1"/>
            </p:cNvSpPr>
            <p:nvPr/>
          </p:nvSpPr>
          <p:spPr bwMode="auto">
            <a:xfrm>
              <a:off x="2933" y="3359"/>
              <a:ext cx="963" cy="352"/>
            </a:xfrm>
            <a:prstGeom prst="rect">
              <a:avLst/>
            </a:prstGeom>
            <a:ln w="9525">
              <a:solidFill>
                <a:schemeClr val="tx1"/>
              </a:solidFill>
              <a:miter lim="800000"/>
              <a:headEnd/>
              <a:tailEnd/>
            </a:ln>
          </p:spPr>
          <p:txBody>
            <a:bodyPr wrap="none" anchor="ctr"/>
            <a:lstStyle/>
            <a:p>
              <a:pPr algn="ctr">
                <a:spcBef>
                  <a:spcPct val="50000"/>
                </a:spcBef>
              </a:pPr>
              <a:endParaRPr lang="it-IT"/>
            </a:p>
          </p:txBody>
        </p:sp>
        <p:sp>
          <p:nvSpPr>
            <p:cNvPr id="43" name="Text Box 14"/>
            <p:cNvSpPr txBox="1">
              <a:spLocks noChangeArrowheads="1"/>
            </p:cNvSpPr>
            <p:nvPr/>
          </p:nvSpPr>
          <p:spPr bwMode="auto">
            <a:xfrm>
              <a:off x="2933" y="3400"/>
              <a:ext cx="1076" cy="311"/>
            </a:xfrm>
            <a:prstGeom prst="rect">
              <a:avLst/>
            </a:prstGeom>
            <a:noFill/>
            <a:ln w="9525">
              <a:noFill/>
              <a:miter lim="800000"/>
              <a:headEnd/>
              <a:tailEnd/>
            </a:ln>
          </p:spPr>
          <p:txBody>
            <a:bodyPr>
              <a:spAutoFit/>
            </a:bodyPr>
            <a:lstStyle/>
            <a:p>
              <a:pPr>
                <a:spcBef>
                  <a:spcPct val="50000"/>
                </a:spcBef>
              </a:pPr>
              <a:r>
                <a:rPr lang="it-IT" sz="2000" b="1"/>
                <a:t>RIBASIM</a:t>
              </a:r>
            </a:p>
          </p:txBody>
        </p:sp>
      </p:grpSp>
      <p:pic>
        <p:nvPicPr>
          <p:cNvPr id="44" name="Picture 19"/>
          <p:cNvPicPr>
            <a:picLocks noChangeAspect="1" noChangeArrowheads="1"/>
          </p:cNvPicPr>
          <p:nvPr/>
        </p:nvPicPr>
        <p:blipFill>
          <a:blip r:embed="rId3" cstate="print"/>
          <a:srcRect/>
          <a:stretch>
            <a:fillRect/>
          </a:stretch>
        </p:blipFill>
        <p:spPr bwMode="auto">
          <a:xfrm>
            <a:off x="201613" y="1524000"/>
            <a:ext cx="1631950" cy="1223963"/>
          </a:xfrm>
          <a:prstGeom prst="rect">
            <a:avLst/>
          </a:prstGeom>
          <a:noFill/>
          <a:ln w="9525">
            <a:noFill/>
            <a:miter lim="800000"/>
            <a:headEnd/>
            <a:tailEnd/>
          </a:ln>
        </p:spPr>
      </p:pic>
      <p:pic>
        <p:nvPicPr>
          <p:cNvPr id="45" name="Picture 22"/>
          <p:cNvPicPr>
            <a:picLocks noChangeAspect="1" noChangeArrowheads="1"/>
          </p:cNvPicPr>
          <p:nvPr/>
        </p:nvPicPr>
        <p:blipFill>
          <a:blip r:embed="rId4" cstate="print"/>
          <a:srcRect/>
          <a:stretch>
            <a:fillRect/>
          </a:stretch>
        </p:blipFill>
        <p:spPr bwMode="auto">
          <a:xfrm>
            <a:off x="1598613" y="809625"/>
            <a:ext cx="1620837" cy="1106488"/>
          </a:xfrm>
          <a:prstGeom prst="rect">
            <a:avLst/>
          </a:prstGeom>
          <a:noFill/>
          <a:ln w="19050">
            <a:solidFill>
              <a:schemeClr val="tx1"/>
            </a:solidFill>
            <a:miter lim="800000"/>
            <a:headEnd/>
            <a:tailEnd/>
          </a:ln>
        </p:spPr>
      </p:pic>
      <p:pic>
        <p:nvPicPr>
          <p:cNvPr id="46" name="Picture 23"/>
          <p:cNvPicPr>
            <a:picLocks noChangeAspect="1" noChangeArrowheads="1"/>
          </p:cNvPicPr>
          <p:nvPr/>
        </p:nvPicPr>
        <p:blipFill>
          <a:blip r:embed="rId5" cstate="print"/>
          <a:srcRect/>
          <a:stretch>
            <a:fillRect/>
          </a:stretch>
        </p:blipFill>
        <p:spPr bwMode="auto">
          <a:xfrm>
            <a:off x="1952625" y="2773363"/>
            <a:ext cx="2114550" cy="1447800"/>
          </a:xfrm>
          <a:prstGeom prst="rect">
            <a:avLst/>
          </a:prstGeom>
          <a:noFill/>
          <a:ln w="9525">
            <a:noFill/>
            <a:miter lim="800000"/>
            <a:headEnd/>
            <a:tailEnd/>
          </a:ln>
        </p:spPr>
      </p:pic>
      <p:pic>
        <p:nvPicPr>
          <p:cNvPr id="47" name="Picture 24"/>
          <p:cNvPicPr>
            <a:picLocks noChangeAspect="1" noChangeArrowheads="1"/>
          </p:cNvPicPr>
          <p:nvPr/>
        </p:nvPicPr>
        <p:blipFill>
          <a:blip r:embed="rId6" cstate="print"/>
          <a:srcRect/>
          <a:stretch>
            <a:fillRect/>
          </a:stretch>
        </p:blipFill>
        <p:spPr bwMode="auto">
          <a:xfrm>
            <a:off x="144463" y="3789363"/>
            <a:ext cx="2051050" cy="1492250"/>
          </a:xfrm>
          <a:prstGeom prst="rect">
            <a:avLst/>
          </a:prstGeom>
          <a:noFill/>
          <a:ln w="38100">
            <a:noFill/>
            <a:miter lim="800000"/>
            <a:headEnd/>
            <a:tailEnd/>
          </a:ln>
        </p:spPr>
      </p:pic>
      <p:pic>
        <p:nvPicPr>
          <p:cNvPr id="48" name="Picture 25"/>
          <p:cNvPicPr>
            <a:picLocks noChangeAspect="1" noChangeArrowheads="1"/>
          </p:cNvPicPr>
          <p:nvPr/>
        </p:nvPicPr>
        <p:blipFill>
          <a:blip r:embed="rId7" cstate="print"/>
          <a:srcRect/>
          <a:stretch>
            <a:fillRect/>
          </a:stretch>
        </p:blipFill>
        <p:spPr bwMode="auto">
          <a:xfrm>
            <a:off x="1138238" y="5229225"/>
            <a:ext cx="1920875" cy="919163"/>
          </a:xfrm>
          <a:prstGeom prst="rect">
            <a:avLst/>
          </a:prstGeom>
          <a:noFill/>
          <a:ln w="38100">
            <a:noFill/>
            <a:miter lim="800000"/>
            <a:headEnd/>
            <a:tailEnd/>
          </a:ln>
        </p:spPr>
      </p:pic>
      <p:pic>
        <p:nvPicPr>
          <p:cNvPr id="49" name="Picture 26"/>
          <p:cNvPicPr>
            <a:picLocks noChangeAspect="1" noChangeArrowheads="1"/>
          </p:cNvPicPr>
          <p:nvPr/>
        </p:nvPicPr>
        <p:blipFill>
          <a:blip r:embed="rId8" cstate="print"/>
          <a:srcRect/>
          <a:stretch>
            <a:fillRect/>
          </a:stretch>
        </p:blipFill>
        <p:spPr bwMode="auto">
          <a:xfrm>
            <a:off x="3241675" y="4292600"/>
            <a:ext cx="1401763" cy="1223963"/>
          </a:xfrm>
          <a:prstGeom prst="rect">
            <a:avLst/>
          </a:prstGeom>
          <a:noFill/>
          <a:ln w="38100">
            <a:noFill/>
            <a:miter lim="800000"/>
            <a:headEnd/>
            <a:tailEnd/>
          </a:ln>
        </p:spPr>
      </p:pic>
      <p:sp>
        <p:nvSpPr>
          <p:cNvPr id="50" name="Line 1078"/>
          <p:cNvSpPr>
            <a:spLocks noChangeShapeType="1"/>
          </p:cNvSpPr>
          <p:nvPr/>
        </p:nvSpPr>
        <p:spPr bwMode="auto">
          <a:xfrm>
            <a:off x="5867400" y="4191000"/>
            <a:ext cx="0" cy="317500"/>
          </a:xfrm>
          <a:prstGeom prst="line">
            <a:avLst/>
          </a:prstGeom>
          <a:noFill/>
          <a:ln w="9525">
            <a:solidFill>
              <a:srgbClr val="000000"/>
            </a:solidFill>
            <a:round/>
            <a:headEnd/>
            <a:tailEnd type="triangle" w="med" len="med"/>
          </a:ln>
        </p:spPr>
        <p:txBody>
          <a:bodyPr/>
          <a:lstStyle/>
          <a:p>
            <a:pPr>
              <a:defRPr/>
            </a:pPr>
            <a:endParaRPr lang="it-IT">
              <a:effectLst>
                <a:outerShdw blurRad="38100" dist="38100" dir="2700000" algn="tl">
                  <a:srgbClr val="000000">
                    <a:alpha val="43137"/>
                  </a:srgbClr>
                </a:outerShdw>
              </a:effectLst>
            </a:endParaRPr>
          </a:p>
        </p:txBody>
      </p:sp>
      <p:sp>
        <p:nvSpPr>
          <p:cNvPr id="51" name="Text Box 1082"/>
          <p:cNvSpPr txBox="1">
            <a:spLocks noChangeArrowheads="1"/>
          </p:cNvSpPr>
          <p:nvPr/>
        </p:nvSpPr>
        <p:spPr bwMode="auto">
          <a:xfrm>
            <a:off x="6875463" y="4581525"/>
            <a:ext cx="1441450" cy="268288"/>
          </a:xfrm>
          <a:prstGeom prst="rect">
            <a:avLst/>
          </a:prstGeom>
          <a:noFill/>
          <a:ln w="9525" algn="ctr">
            <a:noFill/>
            <a:miter lim="800000"/>
            <a:headEnd/>
            <a:tailEnd/>
          </a:ln>
        </p:spPr>
        <p:txBody>
          <a:bodyPr lIns="55470" tIns="27736" rIns="55470" bIns="27736"/>
          <a:lstStyle/>
          <a:p>
            <a:r>
              <a:rPr lang="it-IT" sz="1200"/>
              <a:t>Modello Idrologico</a:t>
            </a:r>
          </a:p>
        </p:txBody>
      </p:sp>
      <p:sp>
        <p:nvSpPr>
          <p:cNvPr id="52" name="Text Box 1082"/>
          <p:cNvSpPr txBox="1">
            <a:spLocks noChangeArrowheads="1"/>
          </p:cNvSpPr>
          <p:nvPr/>
        </p:nvSpPr>
        <p:spPr bwMode="auto">
          <a:xfrm>
            <a:off x="6804025" y="5445125"/>
            <a:ext cx="1800225" cy="268288"/>
          </a:xfrm>
          <a:prstGeom prst="rect">
            <a:avLst/>
          </a:prstGeom>
          <a:noFill/>
          <a:ln w="9525" algn="ctr">
            <a:noFill/>
            <a:miter lim="800000"/>
            <a:headEnd/>
            <a:tailEnd/>
          </a:ln>
        </p:spPr>
        <p:txBody>
          <a:bodyPr lIns="55470" tIns="27736" rIns="55470" bIns="27736"/>
          <a:lstStyle/>
          <a:p>
            <a:r>
              <a:rPr lang="it-IT" sz="1200"/>
              <a:t>Modello di bilancio idrico </a:t>
            </a:r>
          </a:p>
        </p:txBody>
      </p:sp>
      <p:sp>
        <p:nvSpPr>
          <p:cNvPr id="53" name="Text Box 14"/>
          <p:cNvSpPr txBox="1">
            <a:spLocks noChangeArrowheads="1"/>
          </p:cNvSpPr>
          <p:nvPr/>
        </p:nvSpPr>
        <p:spPr bwMode="auto">
          <a:xfrm>
            <a:off x="5219700" y="4508500"/>
            <a:ext cx="1368425" cy="400050"/>
          </a:xfrm>
          <a:prstGeom prst="rect">
            <a:avLst/>
          </a:prstGeom>
          <a:noFill/>
          <a:ln w="9525">
            <a:noFill/>
            <a:miter lim="800000"/>
            <a:headEnd/>
            <a:tailEnd/>
          </a:ln>
        </p:spPr>
        <p:txBody>
          <a:bodyPr>
            <a:spAutoFit/>
          </a:bodyPr>
          <a:lstStyle/>
          <a:p>
            <a:pPr>
              <a:spcBef>
                <a:spcPct val="50000"/>
              </a:spcBef>
            </a:pPr>
            <a:r>
              <a:rPr lang="it-IT" sz="2000" b="1"/>
              <a:t>TOPKAPI</a:t>
            </a:r>
          </a:p>
        </p:txBody>
      </p:sp>
      <p:sp>
        <p:nvSpPr>
          <p:cNvPr id="54" name="Titolo 2"/>
          <p:cNvSpPr txBox="1">
            <a:spLocks/>
          </p:cNvSpPr>
          <p:nvPr/>
        </p:nvSpPr>
        <p:spPr>
          <a:xfrm>
            <a:off x="323528" y="44624"/>
            <a:ext cx="8363272" cy="648071"/>
          </a:xfrm>
          <a:prstGeom prst="rect">
            <a:avLst/>
          </a:prstGeom>
        </p:spPr>
        <p:txBody>
          <a:bodyPr anchor="b" anchorCtr="0">
            <a:norm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it-IT" sz="3600" b="1" i="0" u="none" strike="noStrike" kern="0" cap="none" spc="0" normalizeH="0" baseline="0" noProof="0" dirty="0">
                <a:ln>
                  <a:noFill/>
                </a:ln>
                <a:solidFill>
                  <a:schemeClr val="tx1">
                    <a:alpha val="100000"/>
                  </a:schemeClr>
                </a:solidFill>
                <a:effectLst/>
                <a:uLnTx/>
                <a:uFillTx/>
                <a:latin typeface="+mj-lt"/>
              </a:rPr>
              <a:t>DROUGHT EARLY WARNING SYSTEM</a:t>
            </a:r>
          </a:p>
        </p:txBody>
      </p:sp>
    </p:spTree>
    <p:extLst>
      <p:ext uri="{BB962C8B-B14F-4D97-AF65-F5344CB8AC3E}">
        <p14:creationId xmlns:p14="http://schemas.microsoft.com/office/powerpoint/2010/main" val="2320044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ella 3"/>
          <p:cNvGraphicFramePr>
            <a:graphicFrameLocks noGrp="1"/>
          </p:cNvGraphicFramePr>
          <p:nvPr>
            <p:extLst>
              <p:ext uri="{D42A27DB-BD31-4B8C-83A1-F6EECF244321}">
                <p14:modId xmlns:p14="http://schemas.microsoft.com/office/powerpoint/2010/main" val="3468420088"/>
              </p:ext>
            </p:extLst>
          </p:nvPr>
        </p:nvGraphicFramePr>
        <p:xfrm>
          <a:off x="1481470" y="2868966"/>
          <a:ext cx="6096000" cy="179651"/>
        </p:xfrm>
        <a:graphic>
          <a:graphicData uri="http://schemas.openxmlformats.org/drawingml/2006/table">
            <a:tbl>
              <a:tblPr/>
              <a:tblGrid>
                <a:gridCol w="4026057">
                  <a:extLst>
                    <a:ext uri="{9D8B030D-6E8A-4147-A177-3AD203B41FA5}">
                      <a16:colId xmlns:a16="http://schemas.microsoft.com/office/drawing/2014/main" val="20000"/>
                    </a:ext>
                  </a:extLst>
                </a:gridCol>
                <a:gridCol w="2069943">
                  <a:extLst>
                    <a:ext uri="{9D8B030D-6E8A-4147-A177-3AD203B41FA5}">
                      <a16:colId xmlns:a16="http://schemas.microsoft.com/office/drawing/2014/main" val="20001"/>
                    </a:ext>
                  </a:extLst>
                </a:gridCol>
              </a:tblGrid>
              <a:tr h="179651">
                <a:tc>
                  <a:txBody>
                    <a:bodyPr/>
                    <a:lstStyle/>
                    <a:p>
                      <a:pPr algn="just">
                        <a:lnSpc>
                          <a:spcPct val="110000"/>
                        </a:lnSpc>
                        <a:spcAft>
                          <a:spcPts val="960"/>
                        </a:spcAft>
                      </a:pPr>
                      <a:endParaRPr lang="it-IT" sz="1100">
                        <a:latin typeface="Calibri"/>
                        <a:ea typeface="Calibri"/>
                        <a:cs typeface="Arial"/>
                      </a:endParaRPr>
                    </a:p>
                  </a:txBody>
                  <a:tcPr marL="66812" marR="66812" marT="0" marB="0">
                    <a:lnL>
                      <a:noFill/>
                    </a:lnL>
                    <a:lnR>
                      <a:noFill/>
                    </a:lnR>
                    <a:lnT>
                      <a:noFill/>
                    </a:lnT>
                    <a:lnB>
                      <a:noFill/>
                    </a:lnB>
                  </a:tcPr>
                </a:tc>
                <a:tc>
                  <a:txBody>
                    <a:bodyPr/>
                    <a:lstStyle/>
                    <a:p>
                      <a:pPr algn="just">
                        <a:lnSpc>
                          <a:spcPct val="110000"/>
                        </a:lnSpc>
                        <a:spcAft>
                          <a:spcPts val="960"/>
                        </a:spcAft>
                      </a:pPr>
                      <a:endParaRPr lang="it-IT" sz="1100" dirty="0">
                        <a:latin typeface="Calibri"/>
                        <a:ea typeface="Calibri"/>
                        <a:cs typeface="Arial"/>
                      </a:endParaRPr>
                    </a:p>
                  </a:txBody>
                  <a:tcPr marL="66812" marR="66812"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38914" name="Immagine 3"/>
          <p:cNvPicPr>
            <a:picLocks noChangeAspect="1" noChangeArrowheads="1"/>
          </p:cNvPicPr>
          <p:nvPr/>
        </p:nvPicPr>
        <p:blipFill>
          <a:blip r:embed="rId2" cstate="print"/>
          <a:srcRect/>
          <a:stretch>
            <a:fillRect/>
          </a:stretch>
        </p:blipFill>
        <p:spPr bwMode="auto">
          <a:xfrm>
            <a:off x="280998" y="1232976"/>
            <a:ext cx="5712159" cy="3898163"/>
          </a:xfrm>
          <a:prstGeom prst="rect">
            <a:avLst/>
          </a:prstGeom>
          <a:noFill/>
        </p:spPr>
      </p:pic>
      <p:pic>
        <p:nvPicPr>
          <p:cNvPr id="38913" name="Immagine 5"/>
          <p:cNvPicPr>
            <a:picLocks noChangeAspect="1" noChangeArrowheads="1"/>
          </p:cNvPicPr>
          <p:nvPr/>
        </p:nvPicPr>
        <p:blipFill>
          <a:blip r:embed="rId3" cstate="print"/>
          <a:srcRect/>
          <a:stretch>
            <a:fillRect/>
          </a:stretch>
        </p:blipFill>
        <p:spPr bwMode="auto">
          <a:xfrm>
            <a:off x="6113646" y="1232976"/>
            <a:ext cx="2878600" cy="3816424"/>
          </a:xfrm>
          <a:prstGeom prst="rect">
            <a:avLst/>
          </a:prstGeom>
          <a:noFill/>
        </p:spPr>
      </p:pic>
      <p:sp>
        <p:nvSpPr>
          <p:cNvPr id="8" name="Rectangle 2">
            <a:extLst>
              <a:ext uri="{FF2B5EF4-FFF2-40B4-BE49-F238E27FC236}">
                <a16:creationId xmlns:a16="http://schemas.microsoft.com/office/drawing/2014/main" id="{952200BD-18B2-46CB-B6D5-99D671DAF5C4}"/>
              </a:ext>
            </a:extLst>
          </p:cNvPr>
          <p:cNvSpPr>
            <a:spLocks noChangeArrowheads="1"/>
          </p:cNvSpPr>
          <p:nvPr/>
        </p:nvSpPr>
        <p:spPr bwMode="auto">
          <a:xfrm>
            <a:off x="1" y="202019"/>
            <a:ext cx="9143999" cy="533400"/>
          </a:xfrm>
          <a:prstGeom prst="rect">
            <a:avLst/>
          </a:prstGeom>
          <a:noFill/>
          <a:ln w="9525">
            <a:noFill/>
            <a:miter lim="800000"/>
            <a:headEnd/>
            <a:tailEnd/>
          </a:ln>
        </p:spPr>
        <p:txBody>
          <a:bodyPr anchor="ctr"/>
          <a:lstStyle/>
          <a:p>
            <a:pPr algn="ctr"/>
            <a:r>
              <a:rPr lang="it-IT" altLang="it-IT" sz="2800" b="1" dirty="0">
                <a:solidFill>
                  <a:srgbClr val="1A60A6"/>
                </a:solidFill>
                <a:latin typeface="Helvetica" pitchFamily="34" charset="0"/>
                <a:cs typeface="Times New Roman" pitchFamily="18" charset="0"/>
              </a:rPr>
              <a:t>WATER RESOURCE MODELLING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704088"/>
            <a:ext cx="8229600" cy="492664"/>
          </a:xfrm>
        </p:spPr>
        <p:txBody>
          <a:bodyPr>
            <a:normAutofit fontScale="90000"/>
          </a:bodyPr>
          <a:lstStyle/>
          <a:p>
            <a:pPr algn="ctr"/>
            <a:r>
              <a:rPr lang="en-US" sz="2800" dirty="0">
                <a:solidFill>
                  <a:schemeClr val="bg1">
                    <a:lumMod val="50000"/>
                  </a:schemeClr>
                </a:solidFill>
                <a:latin typeface="Univers LT Std 47 Cn Lt"/>
                <a:cs typeface="Univers LT Std 47 Cn Lt"/>
              </a:rPr>
              <a:t>The Air2Stream model</a:t>
            </a:r>
            <a:br>
              <a:rPr lang="en-US" sz="2800" dirty="0">
                <a:solidFill>
                  <a:schemeClr val="bg1">
                    <a:lumMod val="50000"/>
                  </a:schemeClr>
                </a:solidFill>
                <a:latin typeface="Univers LT Std 47 Cn Lt"/>
                <a:cs typeface="Univers LT Std 47 Cn Lt"/>
              </a:rPr>
            </a:br>
            <a:r>
              <a:rPr lang="en-US" sz="1300" dirty="0">
                <a:solidFill>
                  <a:schemeClr val="bg1">
                    <a:lumMod val="50000"/>
                  </a:schemeClr>
                </a:solidFill>
                <a:latin typeface="Univers LT Std 47 Cn Lt"/>
                <a:cs typeface="Univers LT Std 47 Cn Lt"/>
              </a:rPr>
              <a:t>(S.Piccolroaz, M. Toffolon)</a:t>
            </a:r>
          </a:p>
        </p:txBody>
      </p:sp>
      <p:sp>
        <p:nvSpPr>
          <p:cNvPr id="3" name="Segnaposto contenuto 2"/>
          <p:cNvSpPr>
            <a:spLocks noGrp="1"/>
          </p:cNvSpPr>
          <p:nvPr>
            <p:ph idx="1"/>
          </p:nvPr>
        </p:nvSpPr>
        <p:spPr>
          <a:xfrm>
            <a:off x="467544" y="1484784"/>
            <a:ext cx="8229600" cy="4611216"/>
          </a:xfrm>
        </p:spPr>
        <p:txBody>
          <a:bodyPr/>
          <a:lstStyle/>
          <a:p>
            <a:pPr marL="0" indent="0">
              <a:buNone/>
            </a:pPr>
            <a:r>
              <a:rPr lang="en-US" dirty="0"/>
              <a:t>The model is based on a lumped heat budget eq.</a:t>
            </a:r>
          </a:p>
          <a:p>
            <a:endParaRPr lang="en-US" dirty="0"/>
          </a:p>
        </p:txBody>
      </p:sp>
      <p:sp>
        <p:nvSpPr>
          <p:cNvPr id="4" name="Segnaposto contenuto 6"/>
          <p:cNvSpPr txBox="1">
            <a:spLocks/>
          </p:cNvSpPr>
          <p:nvPr/>
        </p:nvSpPr>
        <p:spPr>
          <a:xfrm>
            <a:off x="4283968" y="3501008"/>
            <a:ext cx="4104456" cy="1224136"/>
          </a:xfrm>
          <a:prstGeom prst="rect">
            <a:avLst/>
          </a:prstGeom>
        </p:spPr>
        <p:txBody>
          <a:bodyPr vert="horz">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en-US" sz="1200" b="0" i="0" u="none" strike="noStrike" kern="1200" cap="none" spc="0" normalizeH="0" baseline="0" noProof="0" dirty="0">
                <a:ln>
                  <a:noFill/>
                </a:ln>
                <a:solidFill>
                  <a:schemeClr val="tx1"/>
                </a:solidFill>
                <a:effectLst/>
                <a:uLnTx/>
                <a:uFillTx/>
                <a:latin typeface="+mj-lt"/>
                <a:ea typeface="+mn-ea"/>
                <a:cs typeface="+mn-cs"/>
              </a:rPr>
              <a:t>Assuming that </a:t>
            </a:r>
            <a:r>
              <a:rPr kumimoji="0" lang="en-US" sz="1200" b="0" i="0" u="none" strike="noStrike" kern="1200" cap="none" spc="0" normalizeH="0" baseline="0" dirty="0">
                <a:ln>
                  <a:noFill/>
                </a:ln>
                <a:solidFill>
                  <a:schemeClr val="tx1"/>
                </a:solidFill>
                <a:effectLst/>
                <a:uLnTx/>
                <a:uFillTx/>
                <a:latin typeface="+mj-lt"/>
                <a:ea typeface="+mn-ea"/>
                <a:cs typeface="+mn-cs"/>
              </a:rPr>
              <a:t>the</a:t>
            </a:r>
            <a:r>
              <a:rPr kumimoji="0" lang="en-US" sz="1200" b="0" i="0" u="none" strike="noStrike" kern="1200" cap="none" spc="0" normalizeH="0" baseline="0" noProof="0" dirty="0">
                <a:ln>
                  <a:noFill/>
                </a:ln>
                <a:solidFill>
                  <a:schemeClr val="tx1"/>
                </a:solidFill>
                <a:effectLst/>
                <a:uLnTx/>
                <a:uFillTx/>
                <a:latin typeface="+mj-lt"/>
                <a:ea typeface="+mn-ea"/>
                <a:cs typeface="+mn-cs"/>
              </a:rPr>
              <a:t>  heat</a:t>
            </a:r>
            <a:r>
              <a:rPr kumimoji="0" lang="en-US" sz="1200" b="0" i="0" u="none" strike="noStrike" kern="1200" cap="none" spc="0" normalizeH="0" noProof="0" dirty="0">
                <a:ln>
                  <a:noFill/>
                </a:ln>
                <a:solidFill>
                  <a:schemeClr val="tx1"/>
                </a:solidFill>
                <a:effectLst/>
                <a:uLnTx/>
                <a:uFillTx/>
                <a:latin typeface="+mj-lt"/>
                <a:ea typeface="+mn-ea"/>
                <a:cs typeface="+mn-cs"/>
              </a:rPr>
              <a:t> flux H could be estimated trought a Taylor series with Ta as a proxy we obtain a simplified equation for H</a:t>
            </a:r>
            <a:r>
              <a:rPr lang="en-US" sz="1200" dirty="0">
                <a:latin typeface="+mj-lt"/>
              </a:rPr>
              <a:t>:</a:t>
            </a:r>
          </a:p>
        </p:txBody>
      </p:sp>
      <p:pic>
        <p:nvPicPr>
          <p:cNvPr id="20483" name="Picture 3"/>
          <p:cNvPicPr>
            <a:picLocks noChangeAspect="1" noChangeArrowheads="1"/>
          </p:cNvPicPr>
          <p:nvPr/>
        </p:nvPicPr>
        <p:blipFill>
          <a:blip r:embed="rId2" cstate="print"/>
          <a:srcRect/>
          <a:stretch>
            <a:fillRect/>
          </a:stretch>
        </p:blipFill>
        <p:spPr bwMode="auto">
          <a:xfrm>
            <a:off x="4139952" y="2492896"/>
            <a:ext cx="4313253" cy="936104"/>
          </a:xfrm>
          <a:prstGeom prst="rect">
            <a:avLst/>
          </a:prstGeom>
          <a:noFill/>
          <a:ln w="9525">
            <a:noFill/>
            <a:miter lim="800000"/>
            <a:headEnd/>
            <a:tailEnd/>
          </a:ln>
        </p:spPr>
      </p:pic>
      <p:pic>
        <p:nvPicPr>
          <p:cNvPr id="20484" name="Picture 4"/>
          <p:cNvPicPr>
            <a:picLocks noChangeAspect="1" noChangeArrowheads="1"/>
          </p:cNvPicPr>
          <p:nvPr/>
        </p:nvPicPr>
        <p:blipFill>
          <a:blip r:embed="rId3" cstate="print"/>
          <a:srcRect/>
          <a:stretch>
            <a:fillRect/>
          </a:stretch>
        </p:blipFill>
        <p:spPr bwMode="auto">
          <a:xfrm>
            <a:off x="467544" y="2132856"/>
            <a:ext cx="3621087" cy="2163763"/>
          </a:xfrm>
          <a:prstGeom prst="rect">
            <a:avLst/>
          </a:prstGeom>
          <a:noFill/>
          <a:ln w="9525">
            <a:noFill/>
            <a:miter lim="800000"/>
            <a:headEnd/>
            <a:tailEnd/>
          </a:ln>
        </p:spPr>
      </p:pic>
      <p:pic>
        <p:nvPicPr>
          <p:cNvPr id="20485" name="Picture 5"/>
          <p:cNvPicPr>
            <a:picLocks noChangeAspect="1" noChangeArrowheads="1"/>
          </p:cNvPicPr>
          <p:nvPr/>
        </p:nvPicPr>
        <p:blipFill>
          <a:blip r:embed="rId4" cstate="print"/>
          <a:srcRect/>
          <a:stretch>
            <a:fillRect/>
          </a:stretch>
        </p:blipFill>
        <p:spPr bwMode="auto">
          <a:xfrm>
            <a:off x="4860032" y="4166096"/>
            <a:ext cx="2663987" cy="415032"/>
          </a:xfrm>
          <a:prstGeom prst="rect">
            <a:avLst/>
          </a:prstGeom>
          <a:noFill/>
          <a:ln w="9525">
            <a:noFill/>
            <a:miter lim="800000"/>
            <a:headEnd/>
            <a:tailEnd/>
          </a:ln>
        </p:spPr>
      </p:pic>
      <p:grpSp>
        <p:nvGrpSpPr>
          <p:cNvPr id="10" name="Gruppo 9"/>
          <p:cNvGrpSpPr/>
          <p:nvPr/>
        </p:nvGrpSpPr>
        <p:grpSpPr>
          <a:xfrm>
            <a:off x="1547664" y="5301208"/>
            <a:ext cx="3962821" cy="461963"/>
            <a:chOff x="1753800" y="2318965"/>
            <a:chExt cx="3962821" cy="461963"/>
          </a:xfrm>
        </p:grpSpPr>
        <p:pic>
          <p:nvPicPr>
            <p:cNvPr id="11" name="Picture 2"/>
            <p:cNvPicPr>
              <a:picLocks noChangeAspect="1" noChangeArrowheads="1"/>
            </p:cNvPicPr>
            <p:nvPr/>
          </p:nvPicPr>
          <p:blipFill>
            <a:blip r:embed="rId5" cstate="print"/>
            <a:srcRect/>
            <a:stretch>
              <a:fillRect/>
            </a:stretch>
          </p:blipFill>
          <p:spPr bwMode="auto">
            <a:xfrm>
              <a:off x="1753800" y="2318965"/>
              <a:ext cx="1711325" cy="461963"/>
            </a:xfrm>
            <a:prstGeom prst="rect">
              <a:avLst/>
            </a:prstGeom>
            <a:noFill/>
            <a:ln w="9525">
              <a:noFill/>
              <a:miter lim="800000"/>
              <a:headEnd/>
              <a:tailEnd/>
            </a:ln>
          </p:spPr>
        </p:pic>
        <p:pic>
          <p:nvPicPr>
            <p:cNvPr id="12" name="Picture 4"/>
            <p:cNvPicPr>
              <a:picLocks noChangeAspect="1" noChangeArrowheads="1"/>
            </p:cNvPicPr>
            <p:nvPr/>
          </p:nvPicPr>
          <p:blipFill>
            <a:blip r:embed="rId6" cstate="print"/>
            <a:srcRect/>
            <a:stretch>
              <a:fillRect/>
            </a:stretch>
          </p:blipFill>
          <p:spPr bwMode="auto">
            <a:xfrm>
              <a:off x="3430621" y="2330582"/>
              <a:ext cx="2286000" cy="441325"/>
            </a:xfrm>
            <a:prstGeom prst="rect">
              <a:avLst/>
            </a:prstGeom>
            <a:noFill/>
            <a:ln w="9525">
              <a:noFill/>
              <a:miter lim="800000"/>
              <a:headEnd/>
              <a:tailEnd/>
            </a:ln>
          </p:spPr>
        </p:pic>
      </p:grpSp>
      <p:pic>
        <p:nvPicPr>
          <p:cNvPr id="13" name="Picture 5"/>
          <p:cNvPicPr>
            <a:picLocks noChangeAspect="1" noChangeArrowheads="1"/>
          </p:cNvPicPr>
          <p:nvPr/>
        </p:nvPicPr>
        <p:blipFill>
          <a:blip r:embed="rId7" cstate="print"/>
          <a:srcRect/>
          <a:stretch>
            <a:fillRect/>
          </a:stretch>
        </p:blipFill>
        <p:spPr bwMode="auto">
          <a:xfrm>
            <a:off x="5858256" y="5473298"/>
            <a:ext cx="441936" cy="187950"/>
          </a:xfrm>
          <a:prstGeom prst="rect">
            <a:avLst/>
          </a:prstGeom>
          <a:noFill/>
          <a:ln w="9525">
            <a:noFill/>
            <a:miter lim="800000"/>
            <a:headEnd/>
            <a:tailEnd/>
          </a:ln>
        </p:spPr>
      </p:pic>
      <p:sp>
        <p:nvSpPr>
          <p:cNvPr id="14" name="Segnaposto contenuto 6"/>
          <p:cNvSpPr txBox="1">
            <a:spLocks/>
          </p:cNvSpPr>
          <p:nvPr/>
        </p:nvSpPr>
        <p:spPr>
          <a:xfrm>
            <a:off x="827584" y="4941168"/>
            <a:ext cx="5688632" cy="936104"/>
          </a:xfrm>
          <a:prstGeom prst="rect">
            <a:avLst/>
          </a:prstGeom>
        </p:spPr>
        <p:txBody>
          <a:bodyPr vert="horz">
            <a:normAutofit/>
          </a:bodyPr>
          <a:lstStyle/>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lang="en-US" sz="1200" dirty="0">
                <a:latin typeface="+mj-lt"/>
              </a:rPr>
              <a:t>Adding continuity equation for the control volume </a:t>
            </a:r>
            <a:r>
              <a:rPr kumimoji="0" lang="en-US" sz="1200" b="0" i="0" u="none" strike="noStrike" kern="1200" cap="none" spc="0" normalizeH="0" baseline="0" noProof="0" dirty="0">
                <a:ln>
                  <a:noFill/>
                </a:ln>
                <a:solidFill>
                  <a:schemeClr val="tx1"/>
                </a:solidFill>
                <a:effectLst/>
                <a:uLnTx/>
                <a:uFillTx/>
                <a:latin typeface="+mj-lt"/>
                <a:ea typeface="+mn-ea"/>
                <a:cs typeface="+mn-cs"/>
              </a:rPr>
              <a:t> yield</a:t>
            </a:r>
            <a:r>
              <a:rPr kumimoji="0" lang="en-US" sz="1200" b="0" i="0" u="none" strike="noStrike" kern="1200" cap="none" spc="0" normalizeH="0" noProof="0" dirty="0">
                <a:ln>
                  <a:noFill/>
                </a:ln>
                <a:solidFill>
                  <a:schemeClr val="tx1"/>
                </a:solidFill>
                <a:effectLst/>
                <a:uLnTx/>
                <a:uFillTx/>
                <a:latin typeface="+mj-lt"/>
                <a:ea typeface="+mn-ea"/>
                <a:cs typeface="+mn-cs"/>
              </a:rPr>
              <a:t> to a 8 – parameter eq. :</a:t>
            </a:r>
            <a:endParaRPr lang="en-US" sz="1200" dirty="0">
              <a:latin typeface="+mj-lt"/>
            </a:endParaRPr>
          </a:p>
        </p:txBody>
      </p:sp>
    </p:spTree>
    <p:extLst>
      <p:ext uri="{BB962C8B-B14F-4D97-AF65-F5344CB8AC3E}">
        <p14:creationId xmlns:p14="http://schemas.microsoft.com/office/powerpoint/2010/main" val="4004935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692696"/>
            <a:ext cx="8229600" cy="576064"/>
          </a:xfrm>
        </p:spPr>
        <p:txBody>
          <a:bodyPr>
            <a:normAutofit/>
          </a:bodyPr>
          <a:lstStyle/>
          <a:p>
            <a:r>
              <a:rPr lang="en-US" sz="2800" dirty="0">
                <a:solidFill>
                  <a:schemeClr val="bg1">
                    <a:lumMod val="50000"/>
                  </a:schemeClr>
                </a:solidFill>
                <a:latin typeface="Univers LT Std 47 Cn Lt"/>
                <a:cs typeface="Univers LT Std 47 Cn Lt"/>
              </a:rPr>
              <a:t>Air2Stream – Calibration</a:t>
            </a:r>
          </a:p>
        </p:txBody>
      </p:sp>
      <p:pic>
        <p:nvPicPr>
          <p:cNvPr id="18434" name="Picture 2"/>
          <p:cNvPicPr>
            <a:picLocks noChangeAspect="1" noChangeArrowheads="1"/>
          </p:cNvPicPr>
          <p:nvPr/>
        </p:nvPicPr>
        <p:blipFill>
          <a:blip r:embed="rId2" cstate="print"/>
          <a:srcRect/>
          <a:stretch>
            <a:fillRect/>
          </a:stretch>
        </p:blipFill>
        <p:spPr bwMode="auto">
          <a:xfrm>
            <a:off x="2555776" y="4005064"/>
            <a:ext cx="3888431" cy="2016224"/>
          </a:xfrm>
          <a:prstGeom prst="rect">
            <a:avLst/>
          </a:prstGeom>
          <a:noFill/>
          <a:ln w="9525">
            <a:noFill/>
            <a:miter lim="800000"/>
            <a:headEnd/>
            <a:tailEnd/>
          </a:ln>
          <a:effectLst/>
        </p:spPr>
      </p:pic>
      <p:graphicFrame>
        <p:nvGraphicFramePr>
          <p:cNvPr id="6" name="Grafico 5"/>
          <p:cNvGraphicFramePr/>
          <p:nvPr/>
        </p:nvGraphicFramePr>
        <p:xfrm>
          <a:off x="467544" y="1556792"/>
          <a:ext cx="8208912" cy="244827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78559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olo 1"/>
          <p:cNvSpPr>
            <a:spLocks noGrp="1"/>
          </p:cNvSpPr>
          <p:nvPr>
            <p:ph type="title"/>
          </p:nvPr>
        </p:nvSpPr>
        <p:spPr>
          <a:xfrm>
            <a:off x="457200" y="476672"/>
            <a:ext cx="8229600" cy="708688"/>
          </a:xfrm>
        </p:spPr>
        <p:txBody>
          <a:bodyPr>
            <a:normAutofit/>
          </a:bodyPr>
          <a:lstStyle/>
          <a:p>
            <a:r>
              <a:rPr lang="en-US" sz="2800" dirty="0">
                <a:solidFill>
                  <a:schemeClr val="bg1">
                    <a:lumMod val="50000"/>
                  </a:schemeClr>
                </a:solidFill>
                <a:latin typeface="Univers LT Std 47 Cn Lt"/>
                <a:cs typeface="Univers LT Std 47 Cn Lt"/>
              </a:rPr>
              <a:t>Climate change: Italy</a:t>
            </a:r>
          </a:p>
        </p:txBody>
      </p:sp>
      <p:pic>
        <p:nvPicPr>
          <p:cNvPr id="9" name="Picture 2"/>
          <p:cNvPicPr>
            <a:picLocks noGrp="1" noChangeAspect="1" noChangeArrowheads="1"/>
          </p:cNvPicPr>
          <p:nvPr>
            <p:ph idx="1"/>
          </p:nvPr>
        </p:nvPicPr>
        <p:blipFill>
          <a:blip r:embed="rId2" cstate="print"/>
          <a:srcRect/>
          <a:stretch>
            <a:fillRect/>
          </a:stretch>
        </p:blipFill>
        <p:spPr>
          <a:xfrm>
            <a:off x="395536" y="1988840"/>
            <a:ext cx="2105359" cy="3007048"/>
          </a:xfrm>
        </p:spPr>
      </p:pic>
      <p:pic>
        <p:nvPicPr>
          <p:cNvPr id="10" name="Picture 2"/>
          <p:cNvPicPr>
            <a:picLocks noChangeAspect="1" noChangeArrowheads="1"/>
          </p:cNvPicPr>
          <p:nvPr/>
        </p:nvPicPr>
        <p:blipFill>
          <a:blip r:embed="rId3" cstate="print"/>
          <a:srcRect l="7692" t="18134" r="8937" b="19818"/>
          <a:stretch>
            <a:fillRect/>
          </a:stretch>
        </p:blipFill>
        <p:spPr>
          <a:xfrm>
            <a:off x="2627784" y="1844824"/>
            <a:ext cx="5419443" cy="3154660"/>
          </a:xfrm>
          <a:prstGeom prst="rect">
            <a:avLst/>
          </a:prstGeom>
        </p:spPr>
      </p:pic>
      <p:sp>
        <p:nvSpPr>
          <p:cNvPr id="11" name="Rettangolo 10"/>
          <p:cNvSpPr>
            <a:spLocks noChangeArrowheads="1"/>
          </p:cNvSpPr>
          <p:nvPr/>
        </p:nvSpPr>
        <p:spPr bwMode="auto">
          <a:xfrm>
            <a:off x="2699792" y="5013176"/>
            <a:ext cx="6286500" cy="923330"/>
          </a:xfrm>
          <a:prstGeom prst="rect">
            <a:avLst/>
          </a:prstGeom>
          <a:noFill/>
          <a:ln w="9525">
            <a:noFill/>
            <a:miter lim="800000"/>
            <a:headEnd/>
            <a:tailEnd/>
          </a:ln>
        </p:spPr>
        <p:txBody>
          <a:bodyPr>
            <a:spAutoFit/>
          </a:bodyPr>
          <a:lstStyle/>
          <a:p>
            <a:r>
              <a:rPr lang="en-US" b="1" i="1" dirty="0">
                <a:latin typeface="Calibri" pitchFamily="34" charset="0"/>
              </a:rPr>
              <a:t>Anomalies of global average temperature and in Italy in comparison with the period 1961-1990.</a:t>
            </a:r>
          </a:p>
          <a:p>
            <a:r>
              <a:rPr lang="en-US" b="1" i="1" dirty="0">
                <a:latin typeface="Calibri" pitchFamily="34" charset="0"/>
              </a:rPr>
              <a:t>Source: NCDC/NOAA e ISPRA.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1"/>
          <p:cNvSpPr>
            <a:spLocks noGrp="1"/>
          </p:cNvSpPr>
          <p:nvPr>
            <p:ph type="title"/>
          </p:nvPr>
        </p:nvSpPr>
        <p:spPr>
          <a:xfrm>
            <a:off x="202018" y="304607"/>
            <a:ext cx="8862237" cy="864096"/>
          </a:xfrm>
        </p:spPr>
        <p:txBody>
          <a:bodyPr>
            <a:normAutofit/>
          </a:bodyPr>
          <a:lstStyle/>
          <a:p>
            <a:pPr algn="just"/>
            <a:r>
              <a:rPr lang="en-US" sz="2200" dirty="0">
                <a:solidFill>
                  <a:schemeClr val="bg1">
                    <a:lumMod val="50000"/>
                  </a:schemeClr>
                </a:solidFill>
                <a:latin typeface="Univers LT Std 47 Cn Lt"/>
                <a:cs typeface="Univers LT Std 47 Cn Lt"/>
              </a:rPr>
              <a:t>Trends evaluation of thermal regime of the Po river under CC scenarios</a:t>
            </a:r>
          </a:p>
        </p:txBody>
      </p:sp>
      <p:graphicFrame>
        <p:nvGraphicFramePr>
          <p:cNvPr id="8" name="Segnaposto contenuto 7"/>
          <p:cNvGraphicFramePr>
            <a:graphicFrameLocks noGrp="1"/>
          </p:cNvGraphicFramePr>
          <p:nvPr>
            <p:ph idx="1"/>
            <p:extLst>
              <p:ext uri="{D42A27DB-BD31-4B8C-83A1-F6EECF244321}">
                <p14:modId xmlns:p14="http://schemas.microsoft.com/office/powerpoint/2010/main" val="4021523796"/>
              </p:ext>
            </p:extLst>
          </p:nvPr>
        </p:nvGraphicFramePr>
        <p:xfrm>
          <a:off x="587449" y="1412359"/>
          <a:ext cx="8229600" cy="4343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461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olo 1"/>
          <p:cNvSpPr>
            <a:spLocks noGrp="1"/>
          </p:cNvSpPr>
          <p:nvPr>
            <p:ph type="title"/>
          </p:nvPr>
        </p:nvSpPr>
        <p:spPr>
          <a:xfrm>
            <a:off x="457200" y="404664"/>
            <a:ext cx="8229600" cy="864096"/>
          </a:xfrm>
        </p:spPr>
        <p:txBody>
          <a:bodyPr>
            <a:normAutofit/>
          </a:bodyPr>
          <a:lstStyle/>
          <a:p>
            <a:pPr algn="just"/>
            <a:r>
              <a:rPr lang="en-US" sz="2200" dirty="0">
                <a:solidFill>
                  <a:schemeClr val="bg1">
                    <a:lumMod val="50000"/>
                  </a:schemeClr>
                </a:solidFill>
                <a:latin typeface="Univers LT Std 47 Cn Lt"/>
                <a:cs typeface="Univers LT Std 47 Cn Lt"/>
              </a:rPr>
              <a:t>Trends evaluation of thermal regime of the Po river under CC scenarios</a:t>
            </a:r>
          </a:p>
        </p:txBody>
      </p:sp>
      <p:graphicFrame>
        <p:nvGraphicFramePr>
          <p:cNvPr id="6" name="Grafico 5"/>
          <p:cNvGraphicFramePr/>
          <p:nvPr/>
        </p:nvGraphicFramePr>
        <p:xfrm>
          <a:off x="539552" y="1628800"/>
          <a:ext cx="7632848" cy="4032448"/>
        </p:xfrm>
        <a:graphic>
          <a:graphicData uri="http://schemas.openxmlformats.org/drawingml/2006/chart">
            <c:chart xmlns:c="http://schemas.openxmlformats.org/drawingml/2006/chart" xmlns:r="http://schemas.openxmlformats.org/officeDocument/2006/relationships" r:id="rId2"/>
          </a:graphicData>
        </a:graphic>
      </p:graphicFrame>
      <p:sp>
        <p:nvSpPr>
          <p:cNvPr id="5" name="CasellaDiTesto 1"/>
          <p:cNvSpPr txBox="1"/>
          <p:nvPr/>
        </p:nvSpPr>
        <p:spPr>
          <a:xfrm>
            <a:off x="5652141" y="3285007"/>
            <a:ext cx="1296164" cy="28803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it-IT" sz="1100" dirty="0">
                <a:latin typeface="Arial" pitchFamily="34" charset="0"/>
                <a:cs typeface="Arial" pitchFamily="34" charset="0"/>
              </a:rPr>
              <a:t>+4.3 °C / 100yrs</a:t>
            </a:r>
          </a:p>
        </p:txBody>
      </p:sp>
      <p:sp>
        <p:nvSpPr>
          <p:cNvPr id="8" name="CasellaDiTesto 1"/>
          <p:cNvSpPr txBox="1"/>
          <p:nvPr/>
        </p:nvSpPr>
        <p:spPr>
          <a:xfrm>
            <a:off x="5580112" y="4005089"/>
            <a:ext cx="1296164" cy="28803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it-IT" sz="1100" dirty="0">
                <a:latin typeface="Arial" pitchFamily="34" charset="0"/>
                <a:cs typeface="Arial" pitchFamily="34" charset="0"/>
              </a:rPr>
              <a:t>+1.4 °C / 100yrs</a:t>
            </a:r>
          </a:p>
        </p:txBody>
      </p:sp>
      <p:sp>
        <p:nvSpPr>
          <p:cNvPr id="9" name="CasellaDiTesto 1"/>
          <p:cNvSpPr txBox="1"/>
          <p:nvPr/>
        </p:nvSpPr>
        <p:spPr>
          <a:xfrm>
            <a:off x="5652120" y="3068960"/>
            <a:ext cx="1296164" cy="28803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it-IT" sz="1100" dirty="0">
                <a:latin typeface="Arial" pitchFamily="34" charset="0"/>
                <a:cs typeface="Arial" pitchFamily="34" charset="0"/>
              </a:rPr>
              <a:t>+3.1 °C / 100yrs</a:t>
            </a:r>
          </a:p>
        </p:txBody>
      </p:sp>
      <p:sp>
        <p:nvSpPr>
          <p:cNvPr id="10" name="CasellaDiTesto 1"/>
          <p:cNvSpPr txBox="1"/>
          <p:nvPr/>
        </p:nvSpPr>
        <p:spPr>
          <a:xfrm>
            <a:off x="5652120" y="2348880"/>
            <a:ext cx="1296164" cy="288033"/>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it-IT" sz="1100" dirty="0">
                <a:latin typeface="Arial" pitchFamily="34" charset="0"/>
                <a:cs typeface="Arial" pitchFamily="34" charset="0"/>
              </a:rPr>
              <a:t>+8.6 °C / 100yrs</a:t>
            </a:r>
          </a:p>
        </p:txBody>
      </p:sp>
    </p:spTree>
    <p:extLst>
      <p:ext uri="{BB962C8B-B14F-4D97-AF65-F5344CB8AC3E}">
        <p14:creationId xmlns:p14="http://schemas.microsoft.com/office/powerpoint/2010/main" val="606447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38"/>
          <p:cNvSpPr txBox="1"/>
          <p:nvPr/>
        </p:nvSpPr>
        <p:spPr>
          <a:xfrm>
            <a:off x="0" y="227925"/>
            <a:ext cx="9144000" cy="634935"/>
          </a:xfrm>
          <a:prstGeom prst="rect">
            <a:avLst/>
          </a:prstGeom>
          <a:noFill/>
          <a:ln>
            <a:noFill/>
          </a:ln>
        </p:spPr>
        <p:txBody>
          <a:bodyPr spcFirstLastPara="1" wrap="square" lIns="80150" tIns="40075" rIns="80150" bIns="40075" anchor="t" anchorCtr="0">
            <a:spAutoFit/>
          </a:bodyPr>
          <a:lstStyle/>
          <a:p>
            <a:pPr marL="0" marR="0" lvl="0" indent="0" algn="ctr" rtl="0">
              <a:lnSpc>
                <a:spcPct val="90000"/>
              </a:lnSpc>
              <a:spcBef>
                <a:spcPts val="0"/>
              </a:spcBef>
              <a:spcAft>
                <a:spcPts val="0"/>
              </a:spcAft>
              <a:buNone/>
            </a:pPr>
            <a:r>
              <a:rPr lang="it-IT" sz="4000" b="1" dirty="0">
                <a:solidFill>
                  <a:srgbClr val="00589A"/>
                </a:solidFill>
                <a:latin typeface="Calibri"/>
                <a:ea typeface="Calibri"/>
                <a:cs typeface="Calibri"/>
                <a:sym typeface="Calibri"/>
              </a:rPr>
              <a:t>Water </a:t>
            </a:r>
            <a:r>
              <a:rPr lang="it-IT" sz="4000" b="1" dirty="0" err="1">
                <a:solidFill>
                  <a:srgbClr val="00589A"/>
                </a:solidFill>
                <a:latin typeface="Calibri"/>
                <a:ea typeface="Calibri"/>
                <a:cs typeface="Calibri"/>
                <a:sym typeface="Calibri"/>
              </a:rPr>
              <a:t>quality</a:t>
            </a:r>
            <a:endParaRPr sz="4000" b="1" dirty="0">
              <a:solidFill>
                <a:srgbClr val="00589A"/>
              </a:solidFill>
              <a:latin typeface="Calibri"/>
              <a:ea typeface="Calibri"/>
              <a:cs typeface="Calibri"/>
              <a:sym typeface="Calibri"/>
            </a:endParaRPr>
          </a:p>
        </p:txBody>
      </p:sp>
      <p:sp>
        <p:nvSpPr>
          <p:cNvPr id="958" name="Google Shape;958;p38"/>
          <p:cNvSpPr txBox="1"/>
          <p:nvPr/>
        </p:nvSpPr>
        <p:spPr>
          <a:xfrm>
            <a:off x="352645" y="1072998"/>
            <a:ext cx="3509612" cy="1127377"/>
          </a:xfrm>
          <a:prstGeom prst="rect">
            <a:avLst/>
          </a:prstGeom>
          <a:noFill/>
          <a:ln>
            <a:noFill/>
          </a:ln>
        </p:spPr>
        <p:txBody>
          <a:bodyPr spcFirstLastPara="1" wrap="square" lIns="80150" tIns="40075" rIns="80150" bIns="40075" anchor="t" anchorCtr="0">
            <a:spAutoFit/>
          </a:bodyPr>
          <a:lstStyle/>
          <a:p>
            <a:pPr marL="0" marR="0" lvl="0" indent="0" algn="just" rtl="0">
              <a:spcBef>
                <a:spcPts val="0"/>
              </a:spcBef>
              <a:spcAft>
                <a:spcPts val="0"/>
              </a:spcAft>
              <a:buNone/>
            </a:pPr>
            <a:r>
              <a:rPr lang="it-IT" sz="1700">
                <a:solidFill>
                  <a:srgbClr val="00589A"/>
                </a:solidFill>
                <a:latin typeface="Helvetica Neue Light"/>
                <a:ea typeface="Helvetica Neue Light"/>
                <a:cs typeface="Helvetica Neue Light"/>
                <a:sym typeface="Helvetica Neue Light"/>
              </a:rPr>
              <a:t>The aim is to analyze the nutrient concentration evolution in the Parma river basin using numerical models.</a:t>
            </a:r>
            <a:endParaRPr/>
          </a:p>
        </p:txBody>
      </p:sp>
      <p:sp>
        <p:nvSpPr>
          <p:cNvPr id="959" name="Google Shape;959;p38"/>
          <p:cNvSpPr txBox="1"/>
          <p:nvPr/>
        </p:nvSpPr>
        <p:spPr>
          <a:xfrm>
            <a:off x="5261576" y="1003521"/>
            <a:ext cx="3438715" cy="1388987"/>
          </a:xfrm>
          <a:prstGeom prst="rect">
            <a:avLst/>
          </a:prstGeom>
          <a:noFill/>
          <a:ln>
            <a:noFill/>
          </a:ln>
        </p:spPr>
        <p:txBody>
          <a:bodyPr spcFirstLastPara="1" wrap="square" lIns="80150" tIns="40075" rIns="80150" bIns="40075" anchor="t" anchorCtr="0">
            <a:spAutoFit/>
          </a:bodyPr>
          <a:lstStyle/>
          <a:p>
            <a:pPr marL="250481" marR="0" lvl="0" indent="-250481" algn="just" rtl="0">
              <a:spcBef>
                <a:spcPts val="0"/>
              </a:spcBef>
              <a:spcAft>
                <a:spcPts val="0"/>
              </a:spcAft>
              <a:buClr>
                <a:srgbClr val="00589A"/>
              </a:buClr>
              <a:buSzPts val="1700"/>
              <a:buFont typeface="Arial"/>
              <a:buChar char="•"/>
            </a:pPr>
            <a:r>
              <a:rPr lang="it-IT" sz="1700">
                <a:solidFill>
                  <a:srgbClr val="00589A"/>
                </a:solidFill>
                <a:latin typeface="Helvetica Neue Light"/>
                <a:ea typeface="Helvetica Neue Light"/>
                <a:cs typeface="Helvetica Neue Light"/>
                <a:sym typeface="Helvetica Neue Light"/>
              </a:rPr>
              <a:t>Database  of chemical – physical – morphological and hydrological parameters</a:t>
            </a:r>
            <a:endParaRPr/>
          </a:p>
          <a:p>
            <a:pPr marL="250481" marR="0" lvl="0" indent="-250481" algn="just" rtl="0">
              <a:spcBef>
                <a:spcPts val="0"/>
              </a:spcBef>
              <a:spcAft>
                <a:spcPts val="0"/>
              </a:spcAft>
              <a:buClr>
                <a:srgbClr val="00589A"/>
              </a:buClr>
              <a:buSzPts val="1700"/>
              <a:buFont typeface="Arial"/>
              <a:buChar char="•"/>
            </a:pPr>
            <a:r>
              <a:rPr lang="it-IT" sz="1700">
                <a:solidFill>
                  <a:srgbClr val="00589A"/>
                </a:solidFill>
                <a:latin typeface="Helvetica Neue Light"/>
                <a:ea typeface="Helvetica Neue Light"/>
                <a:cs typeface="Helvetica Neue Light"/>
                <a:sym typeface="Helvetica Neue Light"/>
              </a:rPr>
              <a:t>Analysis of diffuse and point sources in the basin.</a:t>
            </a:r>
            <a:endParaRPr/>
          </a:p>
        </p:txBody>
      </p:sp>
      <p:pic>
        <p:nvPicPr>
          <p:cNvPr id="960" name="Google Shape;960;p38" descr="Torrente_Parma_dal_ponte_di_Mezzo_(Parma)_2010-09-20.jpg"/>
          <p:cNvPicPr preferRelativeResize="0"/>
          <p:nvPr/>
        </p:nvPicPr>
        <p:blipFill rotWithShape="1">
          <a:blip r:embed="rId3">
            <a:alphaModFix/>
          </a:blip>
          <a:srcRect t="28721" b="10381"/>
          <a:stretch/>
        </p:blipFill>
        <p:spPr>
          <a:xfrm>
            <a:off x="2031955" y="4300253"/>
            <a:ext cx="5080089" cy="2196775"/>
          </a:xfrm>
          <a:prstGeom prst="rect">
            <a:avLst/>
          </a:prstGeom>
          <a:noFill/>
          <a:ln>
            <a:noFill/>
          </a:ln>
        </p:spPr>
      </p:pic>
      <p:sp>
        <p:nvSpPr>
          <p:cNvPr id="961" name="Google Shape;961;p38"/>
          <p:cNvSpPr/>
          <p:nvPr/>
        </p:nvSpPr>
        <p:spPr>
          <a:xfrm>
            <a:off x="4217600" y="1448762"/>
            <a:ext cx="708801" cy="393384"/>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80150" tIns="40075" rIns="80150" bIns="40075"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2" name="Google Shape;962;p38"/>
          <p:cNvSpPr/>
          <p:nvPr/>
        </p:nvSpPr>
        <p:spPr>
          <a:xfrm>
            <a:off x="352645" y="2433972"/>
            <a:ext cx="8475378" cy="1773708"/>
          </a:xfrm>
          <a:prstGeom prst="rect">
            <a:avLst/>
          </a:prstGeom>
          <a:noFill/>
          <a:ln>
            <a:noFill/>
          </a:ln>
        </p:spPr>
        <p:txBody>
          <a:bodyPr spcFirstLastPara="1" wrap="square" lIns="80150" tIns="40075" rIns="80150" bIns="40075" anchor="t" anchorCtr="0">
            <a:spAutoFit/>
          </a:bodyPr>
          <a:lstStyle/>
          <a:p>
            <a:pPr marL="0" marR="0" lvl="0" indent="0" algn="just" rtl="0">
              <a:spcBef>
                <a:spcPts val="0"/>
              </a:spcBef>
              <a:spcAft>
                <a:spcPts val="0"/>
              </a:spcAft>
              <a:buNone/>
            </a:pPr>
            <a:r>
              <a:rPr lang="it-IT" sz="1700">
                <a:solidFill>
                  <a:srgbClr val="00589A"/>
                </a:solidFill>
                <a:latin typeface="Helvetica Neue Light"/>
                <a:ea typeface="Helvetica Neue Light"/>
                <a:cs typeface="Helvetica Neue Light"/>
                <a:sym typeface="Helvetica Neue Light"/>
              </a:rPr>
              <a:t>Parameters considered:</a:t>
            </a:r>
            <a:endParaRPr/>
          </a:p>
          <a:p>
            <a:pPr marL="0" marR="0" lvl="0" indent="-107950" algn="just" rtl="0">
              <a:spcBef>
                <a:spcPts val="0"/>
              </a:spcBef>
              <a:spcAft>
                <a:spcPts val="0"/>
              </a:spcAft>
              <a:buClr>
                <a:srgbClr val="00589A"/>
              </a:buClr>
              <a:buSzPts val="1700"/>
              <a:buFont typeface="Arial"/>
              <a:buChar char="•"/>
            </a:pPr>
            <a:r>
              <a:rPr lang="it-IT" sz="1700">
                <a:solidFill>
                  <a:srgbClr val="00589A"/>
                </a:solidFill>
                <a:latin typeface="Helvetica Neue Light"/>
                <a:ea typeface="Helvetica Neue Light"/>
                <a:cs typeface="Helvetica Neue Light"/>
                <a:sym typeface="Helvetica Neue Light"/>
              </a:rPr>
              <a:t> </a:t>
            </a:r>
            <a:r>
              <a:rPr lang="it-IT" sz="1700" b="1">
                <a:solidFill>
                  <a:srgbClr val="00589A"/>
                </a:solidFill>
                <a:latin typeface="Helvetica Neue Light"/>
                <a:ea typeface="Helvetica Neue Light"/>
                <a:cs typeface="Helvetica Neue Light"/>
                <a:sym typeface="Helvetica Neue Light"/>
              </a:rPr>
              <a:t>Nitrogen</a:t>
            </a:r>
            <a:endParaRPr/>
          </a:p>
          <a:p>
            <a:pPr marL="0" marR="0" lvl="0" indent="-107950" algn="just" rtl="0">
              <a:spcBef>
                <a:spcPts val="0"/>
              </a:spcBef>
              <a:spcAft>
                <a:spcPts val="0"/>
              </a:spcAft>
              <a:buClr>
                <a:srgbClr val="00589A"/>
              </a:buClr>
              <a:buSzPts val="1700"/>
              <a:buFont typeface="Arial"/>
              <a:buChar char="•"/>
            </a:pPr>
            <a:r>
              <a:rPr lang="it-IT" sz="1700">
                <a:solidFill>
                  <a:srgbClr val="00589A"/>
                </a:solidFill>
                <a:latin typeface="Helvetica Neue Light"/>
                <a:ea typeface="Helvetica Neue Light"/>
                <a:cs typeface="Helvetica Neue Light"/>
                <a:sym typeface="Helvetica Neue Light"/>
              </a:rPr>
              <a:t> </a:t>
            </a:r>
            <a:r>
              <a:rPr lang="it-IT" sz="1700" b="1">
                <a:solidFill>
                  <a:srgbClr val="00589A"/>
                </a:solidFill>
                <a:latin typeface="Helvetica Neue Light"/>
                <a:ea typeface="Helvetica Neue Light"/>
                <a:cs typeface="Helvetica Neue Light"/>
                <a:sym typeface="Helvetica Neue Light"/>
              </a:rPr>
              <a:t>Phosphorus</a:t>
            </a:r>
            <a:endParaRPr/>
          </a:p>
          <a:p>
            <a:pPr marL="0" marR="0" lvl="0" indent="0" algn="just" rtl="0">
              <a:spcBef>
                <a:spcPts val="0"/>
              </a:spcBef>
              <a:spcAft>
                <a:spcPts val="0"/>
              </a:spcAft>
              <a:buNone/>
            </a:pPr>
            <a:endParaRPr sz="800">
              <a:solidFill>
                <a:srgbClr val="00589A"/>
              </a:solidFill>
              <a:latin typeface="Helvetica Neue Light"/>
              <a:ea typeface="Helvetica Neue Light"/>
              <a:cs typeface="Helvetica Neue Light"/>
              <a:sym typeface="Helvetica Neue Light"/>
            </a:endParaRPr>
          </a:p>
          <a:p>
            <a:pPr marL="0" marR="0" lvl="0" indent="0" algn="just" rtl="0">
              <a:spcBef>
                <a:spcPts val="0"/>
              </a:spcBef>
              <a:spcAft>
                <a:spcPts val="0"/>
              </a:spcAft>
              <a:buNone/>
            </a:pPr>
            <a:r>
              <a:rPr lang="it-IT" sz="1700">
                <a:solidFill>
                  <a:srgbClr val="00589A"/>
                </a:solidFill>
                <a:latin typeface="Helvetica Neue Light"/>
                <a:ea typeface="Helvetica Neue Light"/>
                <a:cs typeface="Helvetica Neue Light"/>
                <a:sym typeface="Helvetica Neue Light"/>
              </a:rPr>
              <a:t>These parameters are fundamental for life and their biogeochemical cycle has been deeply compromised by anthropogenic actions that in very high values can lead to eutrophication.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asellaDiTesto 7"/>
          <p:cNvSpPr txBox="1"/>
          <p:nvPr/>
        </p:nvSpPr>
        <p:spPr>
          <a:xfrm>
            <a:off x="428596" y="357166"/>
            <a:ext cx="7194524" cy="573391"/>
          </a:xfrm>
          <a:prstGeom prst="rect">
            <a:avLst/>
          </a:prstGeom>
          <a:noFill/>
        </p:spPr>
        <p:txBody>
          <a:bodyPr wrap="square" lIns="80165" tIns="40083" rIns="80165" bIns="40083" rtlCol="0">
            <a:spAutoFit/>
          </a:bodyPr>
          <a:lstStyle/>
          <a:p>
            <a:pPr algn="ctr"/>
            <a:r>
              <a:rPr lang="it-IT" sz="3200" b="1" dirty="0" err="1">
                <a:solidFill>
                  <a:sysClr val="windowText" lastClr="000000"/>
                </a:solidFill>
              </a:rPr>
              <a:t>Water quality</a:t>
            </a:r>
          </a:p>
        </p:txBody>
      </p:sp>
      <p:pic>
        <p:nvPicPr>
          <p:cNvPr id="10" name="Immagine 9" descr="C:\Users\sziccardi\Desktop\ProgettoCLARA\Relazione\NANIvsNAPI.png"/>
          <p:cNvPicPr>
            <a:picLocks noChangeAspect="1"/>
          </p:cNvPicPr>
          <p:nvPr/>
        </p:nvPicPr>
        <p:blipFill>
          <a:blip r:embed="rId2" cstate="print"/>
          <a:srcRect/>
          <a:stretch>
            <a:fillRect/>
          </a:stretch>
        </p:blipFill>
        <p:spPr bwMode="auto">
          <a:xfrm>
            <a:off x="3240026" y="1312053"/>
            <a:ext cx="5541915" cy="4425843"/>
          </a:xfrm>
          <a:prstGeom prst="rect">
            <a:avLst/>
          </a:prstGeom>
          <a:noFill/>
          <a:ln w="9525">
            <a:noFill/>
            <a:miter lim="800000"/>
            <a:headEnd/>
            <a:tailEnd/>
          </a:ln>
        </p:spPr>
      </p:pic>
      <p:sp>
        <p:nvSpPr>
          <p:cNvPr id="11" name="CasellaDiTesto 10"/>
          <p:cNvSpPr txBox="1"/>
          <p:nvPr/>
        </p:nvSpPr>
        <p:spPr>
          <a:xfrm>
            <a:off x="3245407" y="950383"/>
            <a:ext cx="2737090" cy="357948"/>
          </a:xfrm>
          <a:prstGeom prst="rect">
            <a:avLst/>
          </a:prstGeom>
          <a:noFill/>
        </p:spPr>
        <p:txBody>
          <a:bodyPr wrap="square" lIns="80165" tIns="40083" rIns="80165" bIns="40083" rtlCol="0">
            <a:spAutoFit/>
          </a:bodyPr>
          <a:lstStyle/>
          <a:p>
            <a:r>
              <a:rPr lang="it-IT" b="1" dirty="0" err="1"/>
              <a:t>Nitrogen</a:t>
            </a:r>
            <a:endParaRPr lang="it-IT" b="1" dirty="0"/>
          </a:p>
        </p:txBody>
      </p:sp>
      <p:sp>
        <p:nvSpPr>
          <p:cNvPr id="12" name="CasellaDiTesto 11"/>
          <p:cNvSpPr txBox="1"/>
          <p:nvPr/>
        </p:nvSpPr>
        <p:spPr>
          <a:xfrm>
            <a:off x="6034633" y="950383"/>
            <a:ext cx="2737090" cy="357948"/>
          </a:xfrm>
          <a:prstGeom prst="rect">
            <a:avLst/>
          </a:prstGeom>
          <a:noFill/>
        </p:spPr>
        <p:txBody>
          <a:bodyPr wrap="square" lIns="80165" tIns="40083" rIns="80165" bIns="40083" rtlCol="0">
            <a:spAutoFit/>
          </a:bodyPr>
          <a:lstStyle/>
          <a:p>
            <a:r>
              <a:rPr lang="it-IT" b="1" dirty="0" err="1"/>
              <a:t>Phosphorus</a:t>
            </a:r>
            <a:endParaRPr lang="it-IT" b="1" dirty="0"/>
          </a:p>
        </p:txBody>
      </p:sp>
      <p:sp>
        <p:nvSpPr>
          <p:cNvPr id="3073" name="Rectangle 1"/>
          <p:cNvSpPr>
            <a:spLocks noChangeArrowheads="1"/>
          </p:cNvSpPr>
          <p:nvPr/>
        </p:nvSpPr>
        <p:spPr bwMode="auto">
          <a:xfrm>
            <a:off x="214282" y="1357298"/>
            <a:ext cx="2887381" cy="3466491"/>
          </a:xfrm>
          <a:prstGeom prst="rect">
            <a:avLst/>
          </a:prstGeom>
          <a:noFill/>
          <a:ln w="9525">
            <a:noFill/>
            <a:miter lim="800000"/>
            <a:headEnd/>
            <a:tailEnd/>
          </a:ln>
          <a:effectLst/>
        </p:spPr>
        <p:txBody>
          <a:bodyPr vert="horz" wrap="square" lIns="80165" tIns="40083" rIns="80165" bIns="40083" numCol="1" anchor="ctr" anchorCtr="0" compatLnSpc="1">
            <a:prstTxWarp prst="textNoShape">
              <a:avLst/>
            </a:prstTxWarp>
            <a:spAutoFit/>
          </a:bodyPr>
          <a:lstStyle/>
          <a:p>
            <a:pPr algn="just" fontAlgn="base">
              <a:spcBef>
                <a:spcPct val="0"/>
              </a:spcBef>
              <a:spcAft>
                <a:spcPct val="0"/>
              </a:spcAft>
            </a:pPr>
            <a:r>
              <a:rPr lang="it-IT" altLang="zh-CN" dirty="0">
                <a:ea typeface="SimSun" pitchFamily="2" charset="-122"/>
                <a:cs typeface="Liberation Serif" pitchFamily="18" charset="0"/>
              </a:rPr>
              <a:t>The </a:t>
            </a:r>
            <a:r>
              <a:rPr lang="it-IT" altLang="zh-CN" dirty="0" err="1">
                <a:ea typeface="SimSun" pitchFamily="2" charset="-122"/>
                <a:cs typeface="Liberation Serif" pitchFamily="18" charset="0"/>
              </a:rPr>
              <a:t>different</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colors</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represent</a:t>
            </a:r>
            <a:r>
              <a:rPr lang="it-IT" altLang="zh-CN" dirty="0">
                <a:ea typeface="SimSun" pitchFamily="2" charset="-122"/>
                <a:cs typeface="Liberation Serif" pitchFamily="18" charset="0"/>
              </a:rPr>
              <a:t> the </a:t>
            </a:r>
            <a:r>
              <a:rPr lang="it-IT" altLang="zh-CN" dirty="0" err="1">
                <a:ea typeface="SimSun" pitchFamily="2" charset="-122"/>
                <a:cs typeface="Liberation Serif" pitchFamily="18" charset="0"/>
              </a:rPr>
              <a:t>percentage</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contribution</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of</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every</a:t>
            </a:r>
            <a:r>
              <a:rPr lang="it-IT" altLang="zh-CN" dirty="0">
                <a:ea typeface="SimSun" pitchFamily="2" charset="-122"/>
                <a:cs typeface="Liberation Serif" pitchFamily="18" charset="0"/>
              </a:rPr>
              <a:t> sub – </a:t>
            </a:r>
            <a:r>
              <a:rPr lang="it-IT" altLang="zh-CN" dirty="0" err="1">
                <a:ea typeface="SimSun" pitchFamily="2" charset="-122"/>
                <a:cs typeface="Liberation Serif" pitchFamily="18" charset="0"/>
              </a:rPr>
              <a:t>basin</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over</a:t>
            </a:r>
            <a:r>
              <a:rPr lang="it-IT" altLang="zh-CN" dirty="0">
                <a:ea typeface="SimSun" pitchFamily="2" charset="-122"/>
                <a:cs typeface="Liberation Serif" pitchFamily="18" charset="0"/>
              </a:rPr>
              <a:t> the total </a:t>
            </a:r>
            <a:r>
              <a:rPr lang="it-IT" altLang="zh-CN" dirty="0" err="1">
                <a:ea typeface="SimSun" pitchFamily="2" charset="-122"/>
                <a:cs typeface="Liberation Serif" pitchFamily="18" charset="0"/>
              </a:rPr>
              <a:t>nitrogen</a:t>
            </a:r>
            <a:r>
              <a:rPr lang="it-IT" altLang="zh-CN" dirty="0">
                <a:ea typeface="SimSun" pitchFamily="2" charset="-122"/>
                <a:cs typeface="Liberation Serif" pitchFamily="18" charset="0"/>
              </a:rPr>
              <a:t> and </a:t>
            </a:r>
            <a:r>
              <a:rPr lang="it-IT" altLang="zh-CN" dirty="0" err="1">
                <a:ea typeface="SimSun" pitchFamily="2" charset="-122"/>
                <a:cs typeface="Liberation Serif" pitchFamily="18" charset="0"/>
              </a:rPr>
              <a:t>phosphorus</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load</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calculated</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with</a:t>
            </a:r>
            <a:r>
              <a:rPr lang="it-IT" altLang="zh-CN" dirty="0">
                <a:ea typeface="SimSun" pitchFamily="2" charset="-122"/>
                <a:cs typeface="Liberation Serif" pitchFamily="18" charset="0"/>
              </a:rPr>
              <a:t> NANI and NAPI.</a:t>
            </a:r>
          </a:p>
          <a:p>
            <a:pPr algn="just" fontAlgn="base">
              <a:spcBef>
                <a:spcPct val="0"/>
              </a:spcBef>
              <a:spcAft>
                <a:spcPct val="0"/>
              </a:spcAft>
            </a:pPr>
            <a:r>
              <a:rPr lang="it-IT" altLang="zh-CN" dirty="0">
                <a:ea typeface="SimSun" pitchFamily="2" charset="-122"/>
                <a:cs typeface="Liberation Serif" pitchFamily="18" charset="0"/>
              </a:rPr>
              <a:t>The </a:t>
            </a:r>
            <a:r>
              <a:rPr lang="it-IT" altLang="zh-CN" dirty="0" err="1">
                <a:ea typeface="SimSun" pitchFamily="2" charset="-122"/>
                <a:cs typeface="Liberation Serif" pitchFamily="18" charset="0"/>
              </a:rPr>
              <a:t>figures</a:t>
            </a:r>
            <a:r>
              <a:rPr lang="it-IT" altLang="zh-CN" dirty="0">
                <a:ea typeface="SimSun" pitchFamily="2" charset="-122"/>
                <a:cs typeface="Liberation Serif" pitchFamily="18" charset="0"/>
              </a:rPr>
              <a:t> show </a:t>
            </a:r>
            <a:r>
              <a:rPr lang="it-IT" altLang="zh-CN" dirty="0" err="1">
                <a:ea typeface="SimSun" pitchFamily="2" charset="-122"/>
                <a:cs typeface="Liberation Serif" pitchFamily="18" charset="0"/>
              </a:rPr>
              <a:t>an</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increased</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of</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human</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influence</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moving</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from</a:t>
            </a:r>
            <a:r>
              <a:rPr lang="it-IT" altLang="zh-CN" dirty="0">
                <a:ea typeface="SimSun" pitchFamily="2" charset="-122"/>
                <a:cs typeface="Liberation Serif" pitchFamily="18" charset="0"/>
              </a:rPr>
              <a:t> the </a:t>
            </a:r>
            <a:r>
              <a:rPr lang="it-IT" altLang="zh-CN" dirty="0" err="1">
                <a:ea typeface="SimSun" pitchFamily="2" charset="-122"/>
                <a:cs typeface="Liberation Serif" pitchFamily="18" charset="0"/>
              </a:rPr>
              <a:t>highest</a:t>
            </a:r>
            <a:r>
              <a:rPr lang="it-IT" altLang="zh-CN" dirty="0">
                <a:ea typeface="SimSun" pitchFamily="2" charset="-122"/>
                <a:cs typeface="Liberation Serif" pitchFamily="18" charset="0"/>
              </a:rPr>
              <a:t> part </a:t>
            </a:r>
            <a:r>
              <a:rPr lang="it-IT" altLang="zh-CN" dirty="0" err="1">
                <a:ea typeface="SimSun" pitchFamily="2" charset="-122"/>
                <a:cs typeface="Liberation Serif" pitchFamily="18" charset="0"/>
              </a:rPr>
              <a:t>of</a:t>
            </a:r>
            <a:r>
              <a:rPr lang="it-IT" altLang="zh-CN" dirty="0">
                <a:ea typeface="SimSun" pitchFamily="2" charset="-122"/>
                <a:cs typeface="Liberation Serif" pitchFamily="18" charset="0"/>
              </a:rPr>
              <a:t> the </a:t>
            </a:r>
            <a:r>
              <a:rPr lang="it-IT" altLang="zh-CN" dirty="0" err="1">
                <a:ea typeface="SimSun" pitchFamily="2" charset="-122"/>
                <a:cs typeface="Liberation Serif" pitchFamily="18" charset="0"/>
              </a:rPr>
              <a:t>basin</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to</a:t>
            </a:r>
            <a:r>
              <a:rPr lang="it-IT" altLang="zh-CN" dirty="0">
                <a:ea typeface="SimSun" pitchFamily="2" charset="-122"/>
                <a:cs typeface="Liberation Serif" pitchFamily="18" charset="0"/>
              </a:rPr>
              <a:t> the </a:t>
            </a:r>
            <a:r>
              <a:rPr lang="it-IT" altLang="zh-CN" dirty="0" err="1">
                <a:ea typeface="SimSun" pitchFamily="2" charset="-122"/>
                <a:cs typeface="Liberation Serif" pitchFamily="18" charset="0"/>
              </a:rPr>
              <a:t>lowest</a:t>
            </a:r>
            <a:r>
              <a:rPr lang="it-IT" altLang="zh-CN" dirty="0">
                <a:ea typeface="SimSun" pitchFamily="2" charset="-122"/>
                <a:cs typeface="Liberation Serif" pitchFamily="18" charset="0"/>
              </a:rPr>
              <a:t> </a:t>
            </a:r>
            <a:r>
              <a:rPr lang="it-IT" altLang="zh-CN" dirty="0" err="1">
                <a:ea typeface="SimSun" pitchFamily="2" charset="-122"/>
                <a:cs typeface="Liberation Serif" pitchFamily="18" charset="0"/>
              </a:rPr>
              <a:t>one</a:t>
            </a:r>
            <a:r>
              <a:rPr lang="it-IT" altLang="zh-CN" dirty="0">
                <a:ea typeface="SimSun" pitchFamily="2" charset="-122"/>
                <a:cs typeface="Liberation Serif" pitchFamily="18" charset="0"/>
              </a:rPr>
              <a:t>.</a:t>
            </a:r>
            <a:endParaRPr lang="it-IT" altLang="zh-CN" dirty="0">
              <a:cs typeface="Arial" pitchFamily="34" charset="0"/>
            </a:endParaRPr>
          </a:p>
        </p:txBody>
      </p:sp>
      <p:sp>
        <p:nvSpPr>
          <p:cNvPr id="13" name="Triangolo rettangolo 12"/>
          <p:cNvSpPr/>
          <p:nvPr/>
        </p:nvSpPr>
        <p:spPr>
          <a:xfrm>
            <a:off x="0" y="5429264"/>
            <a:ext cx="1500166" cy="1428736"/>
          </a:xfrm>
          <a:prstGeom prst="r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Triangolo rettangolo 13"/>
          <p:cNvSpPr/>
          <p:nvPr/>
        </p:nvSpPr>
        <p:spPr>
          <a:xfrm>
            <a:off x="214282" y="5143512"/>
            <a:ext cx="1571636" cy="150019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Rettangolo 14"/>
          <p:cNvSpPr/>
          <p:nvPr/>
        </p:nvSpPr>
        <p:spPr>
          <a:xfrm>
            <a:off x="8358214" y="0"/>
            <a:ext cx="571504"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Rettangolo 15"/>
          <p:cNvSpPr/>
          <p:nvPr/>
        </p:nvSpPr>
        <p:spPr>
          <a:xfrm>
            <a:off x="0" y="214290"/>
            <a:ext cx="9144000" cy="21431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pic>
        <p:nvPicPr>
          <p:cNvPr id="978" name="Google Shape;978;p40" descr="Cattura.JPG"/>
          <p:cNvPicPr preferRelativeResize="0"/>
          <p:nvPr/>
        </p:nvPicPr>
        <p:blipFill rotWithShape="1">
          <a:blip r:embed="rId3">
            <a:alphaModFix/>
          </a:blip>
          <a:srcRect l="7036" t="13688" r="15631" b="4924"/>
          <a:stretch/>
        </p:blipFill>
        <p:spPr>
          <a:xfrm>
            <a:off x="4145059" y="2283680"/>
            <a:ext cx="4544017" cy="3837423"/>
          </a:xfrm>
          <a:prstGeom prst="rect">
            <a:avLst/>
          </a:prstGeom>
          <a:noFill/>
          <a:ln>
            <a:noFill/>
          </a:ln>
        </p:spPr>
      </p:pic>
      <p:sp>
        <p:nvSpPr>
          <p:cNvPr id="979" name="Google Shape;979;p40"/>
          <p:cNvSpPr txBox="1">
            <a:spLocks noGrp="1"/>
          </p:cNvSpPr>
          <p:nvPr>
            <p:ph type="body" idx="1"/>
          </p:nvPr>
        </p:nvSpPr>
        <p:spPr>
          <a:xfrm>
            <a:off x="286544" y="2620407"/>
            <a:ext cx="4160400" cy="10812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00589A"/>
              </a:buClr>
              <a:buSzPts val="1500"/>
              <a:buNone/>
            </a:pPr>
            <a:r>
              <a:rPr lang="it-IT" sz="1500" b="1">
                <a:solidFill>
                  <a:srgbClr val="00589A"/>
                </a:solidFill>
                <a:latin typeface="Helvetica Neue Light"/>
                <a:ea typeface="Helvetica Neue Light"/>
                <a:cs typeface="Helvetica Neue Light"/>
                <a:sym typeface="Helvetica Neue Light"/>
              </a:rPr>
              <a:t>AIR</a:t>
            </a:r>
            <a:r>
              <a:rPr lang="it-IT" sz="1500">
                <a:solidFill>
                  <a:srgbClr val="00589A"/>
                </a:solidFill>
                <a:latin typeface="Helvetica Neue Light"/>
                <a:ea typeface="Helvetica Neue Light"/>
                <a:cs typeface="Helvetica Neue Light"/>
                <a:sym typeface="Helvetica Neue Light"/>
              </a:rPr>
              <a:t>: Advanced IRrigation node</a:t>
            </a:r>
            <a:endParaRPr sz="1500">
              <a:solidFill>
                <a:srgbClr val="00589A"/>
              </a:solidFill>
              <a:latin typeface="Helvetica Neue Light"/>
              <a:ea typeface="Helvetica Neue Light"/>
              <a:cs typeface="Helvetica Neue Light"/>
              <a:sym typeface="Helvetica Neue Light"/>
            </a:endParaRPr>
          </a:p>
        </p:txBody>
      </p:sp>
      <p:pic>
        <p:nvPicPr>
          <p:cNvPr id="980" name="Google Shape;980;p40" descr="Cattura2.JPG"/>
          <p:cNvPicPr preferRelativeResize="0"/>
          <p:nvPr/>
        </p:nvPicPr>
        <p:blipFill rotWithShape="1">
          <a:blip r:embed="rId4">
            <a:alphaModFix/>
          </a:blip>
          <a:srcRect l="33400" t="13773" r="41135" b="72726"/>
          <a:stretch/>
        </p:blipFill>
        <p:spPr>
          <a:xfrm>
            <a:off x="3123874" y="3778292"/>
            <a:ext cx="756000" cy="663509"/>
          </a:xfrm>
          <a:prstGeom prst="rect">
            <a:avLst/>
          </a:prstGeom>
          <a:noFill/>
          <a:ln>
            <a:noFill/>
          </a:ln>
        </p:spPr>
      </p:pic>
      <p:pic>
        <p:nvPicPr>
          <p:cNvPr id="981" name="Google Shape;981;p40" descr="Cattura2.JPG"/>
          <p:cNvPicPr preferRelativeResize="0"/>
          <p:nvPr/>
        </p:nvPicPr>
        <p:blipFill rotWithShape="1">
          <a:blip r:embed="rId4">
            <a:alphaModFix/>
          </a:blip>
          <a:srcRect l="40432" t="73827" r="35158" b="13222"/>
          <a:stretch/>
        </p:blipFill>
        <p:spPr>
          <a:xfrm>
            <a:off x="3116369" y="2560235"/>
            <a:ext cx="756000" cy="709801"/>
          </a:xfrm>
          <a:prstGeom prst="rect">
            <a:avLst/>
          </a:prstGeom>
          <a:noFill/>
          <a:ln>
            <a:noFill/>
          </a:ln>
        </p:spPr>
      </p:pic>
      <p:pic>
        <p:nvPicPr>
          <p:cNvPr id="982" name="Google Shape;982;p40" descr="Cattura2.JPG"/>
          <p:cNvPicPr preferRelativeResize="0"/>
          <p:nvPr/>
        </p:nvPicPr>
        <p:blipFill rotWithShape="1">
          <a:blip r:embed="rId4">
            <a:alphaModFix/>
          </a:blip>
          <a:srcRect l="33400" t="13773" r="41135" b="72726"/>
          <a:stretch/>
        </p:blipFill>
        <p:spPr>
          <a:xfrm>
            <a:off x="3132127" y="5192355"/>
            <a:ext cx="756000" cy="663509"/>
          </a:xfrm>
          <a:prstGeom prst="rect">
            <a:avLst/>
          </a:prstGeom>
          <a:noFill/>
          <a:ln>
            <a:noFill/>
          </a:ln>
        </p:spPr>
      </p:pic>
      <p:sp>
        <p:nvSpPr>
          <p:cNvPr id="983" name="Google Shape;983;p40"/>
          <p:cNvSpPr/>
          <p:nvPr/>
        </p:nvSpPr>
        <p:spPr>
          <a:xfrm>
            <a:off x="286551" y="3906022"/>
            <a:ext cx="4562700" cy="731700"/>
          </a:xfrm>
          <a:prstGeom prst="rect">
            <a:avLst/>
          </a:prstGeom>
          <a:noFill/>
          <a:ln>
            <a:noFill/>
          </a:ln>
        </p:spPr>
        <p:txBody>
          <a:bodyPr spcFirstLastPara="1" wrap="square" lIns="38675" tIns="19325" rIns="38675" bIns="19325" anchor="t" anchorCtr="0">
            <a:spAutoFit/>
          </a:bodyPr>
          <a:lstStyle/>
          <a:p>
            <a:pPr marL="0" marR="0" lvl="0" indent="0" algn="l" rtl="0">
              <a:spcBef>
                <a:spcPts val="0"/>
              </a:spcBef>
              <a:spcAft>
                <a:spcPts val="0"/>
              </a:spcAft>
              <a:buNone/>
            </a:pPr>
            <a:r>
              <a:rPr lang="it-IT" sz="1500" b="1">
                <a:solidFill>
                  <a:srgbClr val="00589A"/>
                </a:solidFill>
                <a:latin typeface="Helvetica Neue Light"/>
                <a:ea typeface="Helvetica Neue Light"/>
                <a:cs typeface="Helvetica Neue Light"/>
                <a:sym typeface="Helvetica Neue Light"/>
              </a:rPr>
              <a:t>Pws</a:t>
            </a:r>
            <a:r>
              <a:rPr lang="it-IT" sz="1500">
                <a:solidFill>
                  <a:srgbClr val="00589A"/>
                </a:solidFill>
                <a:latin typeface="Helvetica Neue Light"/>
                <a:ea typeface="Helvetica Neue Light"/>
                <a:cs typeface="Helvetica Neue Light"/>
                <a:sym typeface="Helvetica Neue Light"/>
              </a:rPr>
              <a:t>: Public Water Supply node</a:t>
            </a:r>
            <a:endParaRPr sz="1500">
              <a:solidFill>
                <a:srgbClr val="00589A"/>
              </a:solidFill>
              <a:latin typeface="Helvetica Neue Light"/>
              <a:ea typeface="Helvetica Neue Light"/>
              <a:cs typeface="Helvetica Neue Light"/>
              <a:sym typeface="Helvetica Neue Light"/>
            </a:endParaRPr>
          </a:p>
          <a:p>
            <a:pPr marL="0" marR="0" lvl="0" indent="0" algn="l" rtl="0">
              <a:spcBef>
                <a:spcPts val="0"/>
              </a:spcBef>
              <a:spcAft>
                <a:spcPts val="0"/>
              </a:spcAft>
              <a:buNone/>
            </a:pPr>
            <a:br>
              <a:rPr lang="it-IT" sz="1500">
                <a:solidFill>
                  <a:srgbClr val="00589A"/>
                </a:solidFill>
                <a:latin typeface="Helvetica Neue Light"/>
                <a:ea typeface="Helvetica Neue Light"/>
                <a:cs typeface="Helvetica Neue Light"/>
                <a:sym typeface="Helvetica Neue Light"/>
              </a:rPr>
            </a:br>
            <a:endParaRPr sz="1500">
              <a:solidFill>
                <a:srgbClr val="00589A"/>
              </a:solidFill>
              <a:latin typeface="Helvetica Neue Light"/>
              <a:ea typeface="Helvetica Neue Light"/>
              <a:cs typeface="Helvetica Neue Light"/>
              <a:sym typeface="Helvetica Neue Light"/>
            </a:endParaRPr>
          </a:p>
        </p:txBody>
      </p:sp>
      <p:sp>
        <p:nvSpPr>
          <p:cNvPr id="984" name="Google Shape;984;p40"/>
          <p:cNvSpPr/>
          <p:nvPr/>
        </p:nvSpPr>
        <p:spPr>
          <a:xfrm>
            <a:off x="283845" y="5341370"/>
            <a:ext cx="3252900" cy="270000"/>
          </a:xfrm>
          <a:prstGeom prst="rect">
            <a:avLst/>
          </a:prstGeom>
          <a:noFill/>
          <a:ln>
            <a:noFill/>
          </a:ln>
        </p:spPr>
        <p:txBody>
          <a:bodyPr spcFirstLastPara="1" wrap="square" lIns="38675" tIns="19325" rIns="38675" bIns="19325" anchor="t" anchorCtr="0">
            <a:spAutoFit/>
          </a:bodyPr>
          <a:lstStyle/>
          <a:p>
            <a:pPr marL="0" marR="0" lvl="0" indent="0" algn="l" rtl="0">
              <a:spcBef>
                <a:spcPts val="0"/>
              </a:spcBef>
              <a:spcAft>
                <a:spcPts val="0"/>
              </a:spcAft>
              <a:buNone/>
            </a:pPr>
            <a:r>
              <a:rPr lang="it-IT" sz="1500" b="1">
                <a:solidFill>
                  <a:srgbClr val="00589A"/>
                </a:solidFill>
                <a:latin typeface="Helvetica Neue Light"/>
                <a:ea typeface="Helvetica Neue Light"/>
                <a:cs typeface="Helvetica Neue Light"/>
                <a:sym typeface="Helvetica Neue Light"/>
              </a:rPr>
              <a:t>IND_Pws</a:t>
            </a:r>
            <a:r>
              <a:rPr lang="it-IT" sz="1500">
                <a:solidFill>
                  <a:srgbClr val="00589A"/>
                </a:solidFill>
                <a:latin typeface="Helvetica Neue Light"/>
                <a:ea typeface="Helvetica Neue Light"/>
                <a:cs typeface="Helvetica Neue Light"/>
                <a:sym typeface="Helvetica Neue Light"/>
              </a:rPr>
              <a:t>: INDustry Pws node</a:t>
            </a:r>
            <a:endParaRPr sz="1500">
              <a:solidFill>
                <a:srgbClr val="00589A"/>
              </a:solidFill>
              <a:latin typeface="Helvetica Neue Light"/>
              <a:ea typeface="Helvetica Neue Light"/>
              <a:cs typeface="Helvetica Neue Light"/>
              <a:sym typeface="Helvetica Neue Light"/>
            </a:endParaRPr>
          </a:p>
        </p:txBody>
      </p:sp>
      <p:sp>
        <p:nvSpPr>
          <p:cNvPr id="985" name="Google Shape;985;p40"/>
          <p:cNvSpPr txBox="1"/>
          <p:nvPr/>
        </p:nvSpPr>
        <p:spPr>
          <a:xfrm>
            <a:off x="141470" y="1138405"/>
            <a:ext cx="8877222" cy="1127377"/>
          </a:xfrm>
          <a:prstGeom prst="rect">
            <a:avLst/>
          </a:prstGeom>
          <a:noFill/>
          <a:ln>
            <a:noFill/>
          </a:ln>
        </p:spPr>
        <p:txBody>
          <a:bodyPr spcFirstLastPara="1" wrap="square" lIns="80150" tIns="40075" rIns="80150" bIns="40075" anchor="t" anchorCtr="0">
            <a:spAutoFit/>
          </a:bodyPr>
          <a:lstStyle/>
          <a:p>
            <a:pPr marL="0" marR="0" lvl="0" indent="0" algn="just" rtl="0">
              <a:spcBef>
                <a:spcPts val="0"/>
              </a:spcBef>
              <a:spcAft>
                <a:spcPts val="0"/>
              </a:spcAft>
              <a:buNone/>
            </a:pPr>
            <a:r>
              <a:rPr lang="it-IT" sz="1700" b="1">
                <a:solidFill>
                  <a:srgbClr val="00589A"/>
                </a:solidFill>
                <a:latin typeface="Helvetica Neue Light"/>
                <a:ea typeface="Helvetica Neue Light"/>
                <a:cs typeface="Helvetica Neue Light"/>
                <a:sym typeface="Helvetica Neue Light"/>
              </a:rPr>
              <a:t>Ribasim DELWAQ </a:t>
            </a:r>
            <a:r>
              <a:rPr lang="it-IT" sz="1700">
                <a:solidFill>
                  <a:srgbClr val="00589A"/>
                </a:solidFill>
                <a:latin typeface="Helvetica Neue Light"/>
                <a:ea typeface="Helvetica Neue Light"/>
                <a:cs typeface="Helvetica Neue Light"/>
                <a:sym typeface="Helvetica Neue Light"/>
              </a:rPr>
              <a:t>model is a component of Ribasim model that allows to evaluate the spread of pollutants in the basin. It is used to evaluate the trend of N and P into the system, therefore it allows to distribute the N-P loads over the fields. Relating the rainfall and discharges with the pollutant load, it’s possible to define the water quality.</a:t>
            </a:r>
            <a:endParaRPr/>
          </a:p>
        </p:txBody>
      </p:sp>
      <p:sp>
        <p:nvSpPr>
          <p:cNvPr id="986" name="Google Shape;986;p40"/>
          <p:cNvSpPr txBox="1"/>
          <p:nvPr/>
        </p:nvSpPr>
        <p:spPr>
          <a:xfrm>
            <a:off x="0" y="227925"/>
            <a:ext cx="9144000" cy="634935"/>
          </a:xfrm>
          <a:prstGeom prst="rect">
            <a:avLst/>
          </a:prstGeom>
          <a:noFill/>
          <a:ln>
            <a:noFill/>
          </a:ln>
        </p:spPr>
        <p:txBody>
          <a:bodyPr spcFirstLastPara="1" wrap="square" lIns="80150" tIns="40075" rIns="80150" bIns="40075" anchor="t" anchorCtr="0">
            <a:spAutoFit/>
          </a:bodyPr>
          <a:lstStyle/>
          <a:p>
            <a:pPr marL="0" marR="0" lvl="0" indent="0" algn="ctr" rtl="0">
              <a:lnSpc>
                <a:spcPct val="90000"/>
              </a:lnSpc>
              <a:spcBef>
                <a:spcPts val="0"/>
              </a:spcBef>
              <a:spcAft>
                <a:spcPts val="0"/>
              </a:spcAft>
              <a:buNone/>
            </a:pPr>
            <a:r>
              <a:rPr lang="it-IT" sz="4000" b="1" dirty="0">
                <a:solidFill>
                  <a:srgbClr val="00589A"/>
                </a:solidFill>
                <a:latin typeface="Calibri"/>
                <a:ea typeface="Calibri"/>
                <a:cs typeface="Calibri"/>
                <a:sym typeface="Calibri"/>
              </a:rPr>
              <a:t>Water </a:t>
            </a:r>
            <a:r>
              <a:rPr lang="it-IT" sz="4000" b="1" dirty="0" err="1">
                <a:solidFill>
                  <a:srgbClr val="00589A"/>
                </a:solidFill>
                <a:latin typeface="Calibri"/>
                <a:ea typeface="Calibri"/>
                <a:cs typeface="Calibri"/>
                <a:sym typeface="Calibri"/>
              </a:rPr>
              <a:t>quality</a:t>
            </a:r>
            <a:endParaRPr sz="4000" b="1" dirty="0">
              <a:solidFill>
                <a:srgbClr val="00589A"/>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41"/>
          <p:cNvSpPr txBox="1">
            <a:spLocks noGrp="1"/>
          </p:cNvSpPr>
          <p:nvPr>
            <p:ph type="body" idx="1"/>
          </p:nvPr>
        </p:nvSpPr>
        <p:spPr>
          <a:xfrm>
            <a:off x="714348" y="1000108"/>
            <a:ext cx="7615262" cy="528964"/>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rgbClr val="00589A"/>
              </a:buClr>
              <a:buSzPts val="2220"/>
              <a:buNone/>
            </a:pPr>
            <a:r>
              <a:rPr lang="it-IT" sz="2220">
                <a:solidFill>
                  <a:srgbClr val="00589A"/>
                </a:solidFill>
                <a:latin typeface="Helvetica Neue Light"/>
                <a:ea typeface="Helvetica Neue Light"/>
                <a:cs typeface="Helvetica Neue Light"/>
                <a:sym typeface="Helvetica Neue Light"/>
              </a:rPr>
              <a:t>Nitrogen load at Ponte Dattaro (Parma river), year 2010</a:t>
            </a:r>
            <a:endParaRPr/>
          </a:p>
        </p:txBody>
      </p:sp>
      <p:grpSp>
        <p:nvGrpSpPr>
          <p:cNvPr id="993" name="Google Shape;993;p41"/>
          <p:cNvGrpSpPr/>
          <p:nvPr/>
        </p:nvGrpSpPr>
        <p:grpSpPr>
          <a:xfrm>
            <a:off x="471430" y="1824768"/>
            <a:ext cx="8215370" cy="4248000"/>
            <a:chOff x="1243725" y="4441371"/>
            <a:chExt cx="21673743" cy="8070155"/>
          </a:xfrm>
        </p:grpSpPr>
        <p:pic>
          <p:nvPicPr>
            <p:cNvPr id="994" name="Google Shape;994;p41"/>
            <p:cNvPicPr preferRelativeResize="0"/>
            <p:nvPr/>
          </p:nvPicPr>
          <p:blipFill rotWithShape="1">
            <a:blip r:embed="rId3">
              <a:alphaModFix/>
            </a:blip>
            <a:srcRect/>
            <a:stretch/>
          </p:blipFill>
          <p:spPr>
            <a:xfrm>
              <a:off x="1243725" y="4441371"/>
              <a:ext cx="21673743" cy="8070155"/>
            </a:xfrm>
            <a:prstGeom prst="rect">
              <a:avLst/>
            </a:prstGeom>
            <a:noFill/>
            <a:ln>
              <a:noFill/>
            </a:ln>
          </p:spPr>
        </p:pic>
        <p:sp>
          <p:nvSpPr>
            <p:cNvPr id="995" name="Google Shape;995;p41"/>
            <p:cNvSpPr txBox="1"/>
            <p:nvPr/>
          </p:nvSpPr>
          <p:spPr>
            <a:xfrm>
              <a:off x="8714791" y="4910439"/>
              <a:ext cx="2702806" cy="46775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000" b="1">
                  <a:solidFill>
                    <a:schemeClr val="dk1"/>
                  </a:solidFill>
                  <a:latin typeface="Calibri"/>
                  <a:ea typeface="Calibri"/>
                  <a:cs typeface="Calibri"/>
                  <a:sym typeface="Calibri"/>
                </a:rPr>
                <a:t>Simulated load</a:t>
              </a:r>
              <a:endParaRPr sz="1000" b="1">
                <a:solidFill>
                  <a:schemeClr val="dk1"/>
                </a:solidFill>
                <a:latin typeface="Calibri"/>
                <a:ea typeface="Calibri"/>
                <a:cs typeface="Calibri"/>
                <a:sym typeface="Calibri"/>
              </a:endParaRPr>
            </a:p>
          </p:txBody>
        </p:sp>
        <p:sp>
          <p:nvSpPr>
            <p:cNvPr id="996" name="Google Shape;996;p41"/>
            <p:cNvSpPr txBox="1"/>
            <p:nvPr/>
          </p:nvSpPr>
          <p:spPr>
            <a:xfrm>
              <a:off x="12151527" y="4966997"/>
              <a:ext cx="2702806" cy="491188"/>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000" b="1">
                  <a:solidFill>
                    <a:schemeClr val="dk1"/>
                  </a:solidFill>
                  <a:latin typeface="Calibri"/>
                  <a:ea typeface="Calibri"/>
                  <a:cs typeface="Calibri"/>
                  <a:sym typeface="Calibri"/>
                </a:rPr>
                <a:t>Observed load</a:t>
              </a:r>
              <a:endParaRPr sz="1000" b="1">
                <a:solidFill>
                  <a:schemeClr val="dk1"/>
                </a:solidFill>
                <a:latin typeface="Calibri"/>
                <a:ea typeface="Calibri"/>
                <a:cs typeface="Calibri"/>
                <a:sym typeface="Calibri"/>
              </a:endParaRPr>
            </a:p>
          </p:txBody>
        </p:sp>
        <p:sp>
          <p:nvSpPr>
            <p:cNvPr id="997" name="Google Shape;997;p41"/>
            <p:cNvSpPr txBox="1"/>
            <p:nvPr/>
          </p:nvSpPr>
          <p:spPr>
            <a:xfrm rot="-5400000">
              <a:off x="1371726" y="7964244"/>
              <a:ext cx="939961" cy="64957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1000" b="1">
                  <a:solidFill>
                    <a:schemeClr val="dk1"/>
                  </a:solidFill>
                  <a:latin typeface="Calibri"/>
                  <a:ea typeface="Calibri"/>
                  <a:cs typeface="Calibri"/>
                  <a:sym typeface="Calibri"/>
                </a:rPr>
                <a:t>Load</a:t>
              </a:r>
              <a:endParaRPr sz="1000" b="1">
                <a:solidFill>
                  <a:schemeClr val="dk1"/>
                </a:solidFill>
                <a:latin typeface="Calibri"/>
                <a:ea typeface="Calibri"/>
                <a:cs typeface="Calibri"/>
                <a:sym typeface="Calibri"/>
              </a:endParaRPr>
            </a:p>
          </p:txBody>
        </p:sp>
      </p:grpSp>
      <p:sp>
        <p:nvSpPr>
          <p:cNvPr id="998" name="Google Shape;998;p41"/>
          <p:cNvSpPr txBox="1"/>
          <p:nvPr/>
        </p:nvSpPr>
        <p:spPr>
          <a:xfrm>
            <a:off x="1" y="116714"/>
            <a:ext cx="9144000" cy="634935"/>
          </a:xfrm>
          <a:prstGeom prst="rect">
            <a:avLst/>
          </a:prstGeom>
          <a:noFill/>
          <a:ln>
            <a:noFill/>
          </a:ln>
        </p:spPr>
        <p:txBody>
          <a:bodyPr spcFirstLastPara="1" wrap="square" lIns="80150" tIns="40075" rIns="80150" bIns="40075" anchor="t" anchorCtr="0">
            <a:spAutoFit/>
          </a:bodyPr>
          <a:lstStyle/>
          <a:p>
            <a:pPr marL="0" marR="0" lvl="0" indent="0" algn="ctr" rtl="0">
              <a:lnSpc>
                <a:spcPct val="90000"/>
              </a:lnSpc>
              <a:spcBef>
                <a:spcPts val="0"/>
              </a:spcBef>
              <a:spcAft>
                <a:spcPts val="0"/>
              </a:spcAft>
              <a:buNone/>
            </a:pPr>
            <a:r>
              <a:rPr lang="it-IT" sz="4000" b="1">
                <a:solidFill>
                  <a:srgbClr val="00589A"/>
                </a:solidFill>
                <a:latin typeface="Calibri"/>
                <a:ea typeface="Calibri"/>
                <a:cs typeface="Calibri"/>
                <a:sym typeface="Calibri"/>
              </a:rPr>
              <a:t>Observed data – Simulated data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p:cNvSpPr/>
          <p:nvPr/>
        </p:nvSpPr>
        <p:spPr>
          <a:xfrm>
            <a:off x="8358214" y="0"/>
            <a:ext cx="571504"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4" name="Triangolo rettangolo 13"/>
          <p:cNvSpPr/>
          <p:nvPr/>
        </p:nvSpPr>
        <p:spPr>
          <a:xfrm>
            <a:off x="0" y="5429264"/>
            <a:ext cx="1500166" cy="1428736"/>
          </a:xfrm>
          <a:prstGeom prst="r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Triangolo rettangolo 14"/>
          <p:cNvSpPr/>
          <p:nvPr/>
        </p:nvSpPr>
        <p:spPr>
          <a:xfrm>
            <a:off x="214282" y="5143512"/>
            <a:ext cx="1571636" cy="150019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CasellaDiTesto 1"/>
          <p:cNvSpPr txBox="1"/>
          <p:nvPr/>
        </p:nvSpPr>
        <p:spPr>
          <a:xfrm>
            <a:off x="0" y="428604"/>
            <a:ext cx="7194524" cy="573391"/>
          </a:xfrm>
          <a:prstGeom prst="rect">
            <a:avLst/>
          </a:prstGeom>
          <a:noFill/>
        </p:spPr>
        <p:txBody>
          <a:bodyPr wrap="square" lIns="80165" tIns="40083" rIns="80165" bIns="40083" rtlCol="0">
            <a:spAutoFit/>
          </a:bodyPr>
          <a:lstStyle/>
          <a:p>
            <a:pPr algn="ctr"/>
            <a:r>
              <a:rPr lang="it-IT" sz="3200" b="1" dirty="0" err="1">
                <a:solidFill>
                  <a:sysClr val="windowText" lastClr="000000"/>
                </a:solidFill>
              </a:rPr>
              <a:t>Habitat</a:t>
            </a:r>
          </a:p>
        </p:txBody>
      </p:sp>
      <p:sp>
        <p:nvSpPr>
          <p:cNvPr id="4" name="Segnaposto contenuto 15"/>
          <p:cNvSpPr txBox="1">
            <a:spLocks/>
          </p:cNvSpPr>
          <p:nvPr/>
        </p:nvSpPr>
        <p:spPr>
          <a:xfrm>
            <a:off x="452109" y="1004307"/>
            <a:ext cx="3640493" cy="2377541"/>
          </a:xfrm>
          <a:prstGeom prst="rect">
            <a:avLst/>
          </a:prstGeom>
        </p:spPr>
        <p:txBody>
          <a:bodyPr lIns="80165" tIns="40083" rIns="80165" bIns="40083"/>
          <a:lstStyle/>
          <a:p>
            <a:pPr algn="just" defTabSz="883664">
              <a:spcBef>
                <a:spcPts val="966"/>
              </a:spcBef>
              <a:defRPr/>
            </a:pPr>
            <a:r>
              <a:rPr lang="en-US" sz="2100" dirty="0"/>
              <a:t>The objective is to evaluate the variation of suitability of the habitat, in a portion of the Parma river basin, for the adult life stage of three different fish species.</a:t>
            </a:r>
          </a:p>
        </p:txBody>
      </p:sp>
      <p:sp>
        <p:nvSpPr>
          <p:cNvPr id="5" name="Rettangolo 17"/>
          <p:cNvSpPr>
            <a:spLocks noChangeArrowheads="1"/>
          </p:cNvSpPr>
          <p:nvPr/>
        </p:nvSpPr>
        <p:spPr bwMode="auto">
          <a:xfrm>
            <a:off x="571472" y="6000768"/>
            <a:ext cx="7961744" cy="404114"/>
          </a:xfrm>
          <a:prstGeom prst="rect">
            <a:avLst/>
          </a:prstGeom>
          <a:noFill/>
          <a:ln w="9525">
            <a:noFill/>
            <a:miter lim="800000"/>
            <a:headEnd/>
            <a:tailEnd/>
          </a:ln>
        </p:spPr>
        <p:txBody>
          <a:bodyPr wrap="square" lIns="80165" tIns="40083" rIns="80165" bIns="40083">
            <a:spAutoFit/>
          </a:bodyPr>
          <a:lstStyle/>
          <a:p>
            <a:pPr algn="ctr"/>
            <a:r>
              <a:rPr lang="en-US" sz="2100" dirty="0"/>
              <a:t>N.B.: the only discriminating factor considered is the </a:t>
            </a:r>
            <a:r>
              <a:rPr lang="en-US" sz="2100" b="1" dirty="0"/>
              <a:t>STREAM FLOW</a:t>
            </a:r>
          </a:p>
        </p:txBody>
      </p:sp>
      <p:pic>
        <p:nvPicPr>
          <p:cNvPr id="6" name="Immagine 18" descr="FMIB_35747_Barbus_plebeius_--_Barbo.jpeg"/>
          <p:cNvPicPr>
            <a:picLocks noChangeAspect="1"/>
          </p:cNvPicPr>
          <p:nvPr/>
        </p:nvPicPr>
        <p:blipFill>
          <a:blip r:embed="rId2" cstate="print"/>
          <a:srcRect l="3145" t="6107" r="2502" b="13737"/>
          <a:stretch>
            <a:fillRect/>
          </a:stretch>
        </p:blipFill>
        <p:spPr bwMode="auto">
          <a:xfrm>
            <a:off x="4500562" y="638897"/>
            <a:ext cx="3643338" cy="1458338"/>
          </a:xfrm>
          <a:prstGeom prst="rect">
            <a:avLst/>
          </a:prstGeom>
          <a:noFill/>
          <a:ln w="9525">
            <a:solidFill>
              <a:srgbClr val="002060"/>
            </a:solidFill>
            <a:miter lim="800000"/>
            <a:headEnd/>
            <a:tailEnd/>
          </a:ln>
        </p:spPr>
      </p:pic>
      <p:sp>
        <p:nvSpPr>
          <p:cNvPr id="7" name="Segnaposto contenuto 15"/>
          <p:cNvSpPr txBox="1">
            <a:spLocks/>
          </p:cNvSpPr>
          <p:nvPr/>
        </p:nvSpPr>
        <p:spPr>
          <a:xfrm>
            <a:off x="4500562" y="1714488"/>
            <a:ext cx="3643338" cy="605727"/>
          </a:xfrm>
          <a:prstGeom prst="rect">
            <a:avLst/>
          </a:prstGeom>
        </p:spPr>
        <p:txBody>
          <a:bodyPr lIns="80165" tIns="40083" rIns="80165" bIns="40083"/>
          <a:lstStyle/>
          <a:p>
            <a:pPr indent="237992" defTabSz="883664">
              <a:lnSpc>
                <a:spcPct val="150000"/>
              </a:lnSpc>
              <a:spcBef>
                <a:spcPct val="0"/>
              </a:spcBef>
              <a:defRPr/>
            </a:pPr>
            <a:r>
              <a:rPr lang="it-IT" sz="1400" b="1" i="1" dirty="0">
                <a:ea typeface="Helvetica Light" charset="0"/>
                <a:cs typeface="Helvetica Light" charset="0"/>
              </a:rPr>
              <a:t>Barbus </a:t>
            </a:r>
            <a:r>
              <a:rPr lang="it-IT" sz="1400" b="1" i="1" dirty="0" err="1">
                <a:ea typeface="Helvetica Light" charset="0"/>
                <a:cs typeface="Helvetica Light" charset="0"/>
              </a:rPr>
              <a:t>plebejus</a:t>
            </a:r>
            <a:endParaRPr lang="it-IT" sz="1400" b="1" dirty="0">
              <a:ea typeface="Helvetica Light" charset="0"/>
              <a:cs typeface="Arial" pitchFamily="34" charset="0"/>
            </a:endParaRPr>
          </a:p>
        </p:txBody>
      </p:sp>
      <p:pic>
        <p:nvPicPr>
          <p:cNvPr id="8" name="Immagine 19" descr="FMIB_35779_Squalius_cephalus_--_Cavedano.jpeg"/>
          <p:cNvPicPr>
            <a:picLocks noChangeAspect="1"/>
          </p:cNvPicPr>
          <p:nvPr/>
        </p:nvPicPr>
        <p:blipFill>
          <a:blip r:embed="rId3" cstate="print"/>
          <a:srcRect t="11339" r="1396" b="15292"/>
          <a:stretch>
            <a:fillRect/>
          </a:stretch>
        </p:blipFill>
        <p:spPr bwMode="auto">
          <a:xfrm>
            <a:off x="4500562" y="2313103"/>
            <a:ext cx="3643338" cy="1462115"/>
          </a:xfrm>
          <a:prstGeom prst="rect">
            <a:avLst/>
          </a:prstGeom>
          <a:noFill/>
          <a:ln w="9525">
            <a:solidFill>
              <a:srgbClr val="002060"/>
            </a:solidFill>
            <a:miter lim="800000"/>
            <a:headEnd/>
            <a:tailEnd/>
          </a:ln>
        </p:spPr>
      </p:pic>
      <p:pic>
        <p:nvPicPr>
          <p:cNvPr id="9" name="Immagine 20" descr="FMIB_43029_Brown_Trout_(Salmo_fario)_This_is_the_common_brook_trout_of_Europe,_and_it_has_been_named_Von_Behr_Trout_by_the_United_States.jpeg"/>
          <p:cNvPicPr>
            <a:picLocks noChangeAspect="1"/>
          </p:cNvPicPr>
          <p:nvPr/>
        </p:nvPicPr>
        <p:blipFill>
          <a:blip r:embed="rId4" cstate="print"/>
          <a:srcRect r="1193"/>
          <a:stretch>
            <a:fillRect/>
          </a:stretch>
        </p:blipFill>
        <p:spPr bwMode="auto">
          <a:xfrm>
            <a:off x="4500562" y="3982058"/>
            <a:ext cx="3643338" cy="1462115"/>
          </a:xfrm>
          <a:prstGeom prst="rect">
            <a:avLst/>
          </a:prstGeom>
          <a:noFill/>
          <a:ln w="9525">
            <a:solidFill>
              <a:srgbClr val="002060"/>
            </a:solidFill>
            <a:miter lim="800000"/>
            <a:headEnd/>
            <a:tailEnd/>
          </a:ln>
        </p:spPr>
      </p:pic>
      <p:sp>
        <p:nvSpPr>
          <p:cNvPr id="11" name="Rettangolo 10"/>
          <p:cNvSpPr/>
          <p:nvPr/>
        </p:nvSpPr>
        <p:spPr>
          <a:xfrm>
            <a:off x="4500562" y="3500438"/>
            <a:ext cx="3671784" cy="296392"/>
          </a:xfrm>
          <a:prstGeom prst="rect">
            <a:avLst/>
          </a:prstGeom>
        </p:spPr>
        <p:txBody>
          <a:bodyPr wrap="square" lIns="80165" tIns="40083" rIns="80165" bIns="40083">
            <a:spAutoFit/>
          </a:bodyPr>
          <a:lstStyle/>
          <a:p>
            <a:pPr marL="237992" indent="-237992" defTabSz="883664">
              <a:spcBef>
                <a:spcPct val="0"/>
              </a:spcBef>
              <a:defRPr/>
            </a:pPr>
            <a:r>
              <a:rPr lang="it-IT" sz="1400" b="1" i="1" dirty="0">
                <a:ea typeface="Helvetica Light" charset="0"/>
                <a:cs typeface="Helvetica Light" charset="0"/>
              </a:rPr>
              <a:t>     </a:t>
            </a:r>
            <a:r>
              <a:rPr lang="it-IT" sz="1400" b="1" i="1" dirty="0" err="1">
                <a:ea typeface="Helvetica Light" charset="0"/>
                <a:cs typeface="Helvetica Light" charset="0"/>
              </a:rPr>
              <a:t>Leuciscus</a:t>
            </a:r>
            <a:r>
              <a:rPr lang="it-IT" sz="1400" b="1" i="1" dirty="0">
                <a:ea typeface="Helvetica Light" charset="0"/>
                <a:cs typeface="Helvetica Light" charset="0"/>
              </a:rPr>
              <a:t> </a:t>
            </a:r>
            <a:r>
              <a:rPr lang="it-IT" sz="1400" b="1" i="1" dirty="0" err="1">
                <a:ea typeface="Helvetica Light" charset="0"/>
                <a:cs typeface="Helvetica Light" charset="0"/>
              </a:rPr>
              <a:t>cephalus</a:t>
            </a:r>
            <a:endParaRPr lang="it-IT" sz="1400" b="1" dirty="0">
              <a:ea typeface="Helvetica Light" charset="0"/>
              <a:cs typeface="Arial" pitchFamily="34" charset="0"/>
            </a:endParaRPr>
          </a:p>
        </p:txBody>
      </p:sp>
      <p:sp>
        <p:nvSpPr>
          <p:cNvPr id="12" name="Rettangolo 11"/>
          <p:cNvSpPr/>
          <p:nvPr/>
        </p:nvSpPr>
        <p:spPr>
          <a:xfrm>
            <a:off x="4500562" y="5072074"/>
            <a:ext cx="3643338" cy="404114"/>
          </a:xfrm>
          <a:prstGeom prst="rect">
            <a:avLst/>
          </a:prstGeom>
        </p:spPr>
        <p:txBody>
          <a:bodyPr wrap="square" lIns="80165" tIns="40083" rIns="80165" bIns="40083">
            <a:spAutoFit/>
          </a:bodyPr>
          <a:lstStyle/>
          <a:p>
            <a:pPr indent="237992" defTabSz="883664">
              <a:lnSpc>
                <a:spcPct val="150000"/>
              </a:lnSpc>
              <a:spcBef>
                <a:spcPct val="0"/>
              </a:spcBef>
              <a:defRPr/>
            </a:pPr>
            <a:r>
              <a:rPr lang="it-IT" sz="1400" b="1" i="1" dirty="0">
                <a:ea typeface="Helvetica Light" charset="0"/>
                <a:cs typeface="Helvetica Light" charset="0"/>
              </a:rPr>
              <a:t>Salmo </a:t>
            </a:r>
            <a:r>
              <a:rPr lang="it-IT" sz="1400" b="1" i="1" dirty="0" err="1">
                <a:ea typeface="Helvetica Light" charset="0"/>
                <a:cs typeface="Helvetica Light" charset="0"/>
              </a:rPr>
              <a:t>trutta</a:t>
            </a:r>
            <a:endParaRPr lang="it-IT" sz="1400" b="1" dirty="0">
              <a:ea typeface="Helvetica Light" charset="0"/>
              <a:cs typeface="Helvetica Light" charset="0"/>
            </a:endParaRPr>
          </a:p>
        </p:txBody>
      </p:sp>
      <p:sp>
        <p:nvSpPr>
          <p:cNvPr id="13" name="CasellaDiTesto 12"/>
          <p:cNvSpPr txBox="1"/>
          <p:nvPr/>
        </p:nvSpPr>
        <p:spPr>
          <a:xfrm>
            <a:off x="452109" y="3212343"/>
            <a:ext cx="3640493" cy="2874021"/>
          </a:xfrm>
          <a:prstGeom prst="rect">
            <a:avLst/>
          </a:prstGeom>
          <a:noFill/>
        </p:spPr>
        <p:txBody>
          <a:bodyPr wrap="square" lIns="80165" tIns="40083" rIns="80165" bIns="40083" rtlCol="0">
            <a:spAutoFit/>
          </a:bodyPr>
          <a:lstStyle/>
          <a:p>
            <a:pPr algn="just">
              <a:lnSpc>
                <a:spcPct val="150000"/>
              </a:lnSpc>
            </a:pPr>
            <a:r>
              <a:rPr lang="it-IT" sz="2100" dirty="0"/>
              <a:t>The data </a:t>
            </a:r>
            <a:r>
              <a:rPr lang="it-IT" sz="2100" dirty="0" err="1"/>
              <a:t>used</a:t>
            </a:r>
            <a:r>
              <a:rPr lang="it-IT" sz="2100" dirty="0"/>
              <a:t> are:</a:t>
            </a:r>
          </a:p>
          <a:p>
            <a:pPr algn="just">
              <a:buFont typeface="Arial" pitchFamily="34" charset="0"/>
              <a:buChar char="•"/>
            </a:pPr>
            <a:r>
              <a:rPr lang="it-IT" sz="2100" dirty="0"/>
              <a:t> </a:t>
            </a:r>
            <a:r>
              <a:rPr lang="it-IT" sz="2100" dirty="0" err="1"/>
              <a:t>simulated</a:t>
            </a:r>
            <a:r>
              <a:rPr lang="it-IT" sz="2100" dirty="0"/>
              <a:t> </a:t>
            </a:r>
            <a:r>
              <a:rPr lang="it-IT" sz="2100" dirty="0" err="1"/>
              <a:t>stream</a:t>
            </a:r>
            <a:r>
              <a:rPr lang="it-IT" sz="2100" dirty="0"/>
              <a:t> flow </a:t>
            </a:r>
            <a:r>
              <a:rPr lang="it-IT" sz="2100" dirty="0" err="1"/>
              <a:t>series</a:t>
            </a:r>
            <a:r>
              <a:rPr lang="it-IT" sz="2100" dirty="0"/>
              <a:t> </a:t>
            </a:r>
            <a:r>
              <a:rPr lang="it-IT" sz="2100" dirty="0" err="1"/>
              <a:t>for</a:t>
            </a:r>
            <a:r>
              <a:rPr lang="it-IT" sz="2100" dirty="0"/>
              <a:t> the </a:t>
            </a:r>
            <a:r>
              <a:rPr lang="it-IT" sz="2100" dirty="0" err="1"/>
              <a:t>period</a:t>
            </a:r>
            <a:r>
              <a:rPr lang="it-IT" sz="2100" dirty="0"/>
              <a:t> 2000-2016</a:t>
            </a:r>
          </a:p>
          <a:p>
            <a:pPr algn="just">
              <a:buFont typeface="Arial" pitchFamily="34" charset="0"/>
              <a:buChar char="•"/>
            </a:pPr>
            <a:r>
              <a:rPr lang="it-IT" sz="2100" dirty="0"/>
              <a:t> </a:t>
            </a:r>
            <a:r>
              <a:rPr lang="it-IT" sz="2100" dirty="0" err="1"/>
              <a:t>simulated</a:t>
            </a:r>
            <a:r>
              <a:rPr lang="it-IT" sz="2100" dirty="0"/>
              <a:t> </a:t>
            </a:r>
            <a:r>
              <a:rPr lang="it-IT" sz="2100" dirty="0" err="1"/>
              <a:t>stream</a:t>
            </a:r>
            <a:r>
              <a:rPr lang="it-IT" sz="2100" dirty="0"/>
              <a:t> flow </a:t>
            </a:r>
            <a:r>
              <a:rPr lang="it-IT" sz="2100" dirty="0" err="1"/>
              <a:t>series</a:t>
            </a:r>
            <a:r>
              <a:rPr lang="it-IT" sz="2100" dirty="0"/>
              <a:t> </a:t>
            </a:r>
            <a:r>
              <a:rPr lang="it-IT" sz="2100" dirty="0" err="1"/>
              <a:t>for</a:t>
            </a:r>
            <a:r>
              <a:rPr lang="it-IT" sz="2100" dirty="0"/>
              <a:t> the </a:t>
            </a:r>
            <a:r>
              <a:rPr lang="it-IT" sz="2100" dirty="0" err="1"/>
              <a:t>period</a:t>
            </a:r>
            <a:r>
              <a:rPr lang="it-IT" sz="2100" dirty="0"/>
              <a:t> 2017-2100</a:t>
            </a:r>
          </a:p>
          <a:p>
            <a:pPr algn="just">
              <a:buFont typeface="Arial" pitchFamily="34" charset="0"/>
              <a:buChar char="•"/>
            </a:pPr>
            <a:r>
              <a:rPr lang="en-US" sz="2100" dirty="0"/>
              <a:t> Weighted Usable Area (WUA) curves</a:t>
            </a:r>
          </a:p>
          <a:p>
            <a:pPr algn="just"/>
            <a:endParaRPr lang="it-IT" sz="2100" dirty="0" err="1"/>
          </a:p>
        </p:txBody>
      </p:sp>
      <p:sp>
        <p:nvSpPr>
          <p:cNvPr id="17" name="Rettangolo 16"/>
          <p:cNvSpPr/>
          <p:nvPr/>
        </p:nvSpPr>
        <p:spPr>
          <a:xfrm>
            <a:off x="0" y="214290"/>
            <a:ext cx="9144000" cy="21431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riangolo rettangolo 14"/>
          <p:cNvSpPr/>
          <p:nvPr/>
        </p:nvSpPr>
        <p:spPr>
          <a:xfrm>
            <a:off x="0" y="5429264"/>
            <a:ext cx="1500166" cy="1428736"/>
          </a:xfrm>
          <a:prstGeom prst="r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Triangolo rettangolo 18"/>
          <p:cNvSpPr/>
          <p:nvPr/>
        </p:nvSpPr>
        <p:spPr>
          <a:xfrm>
            <a:off x="214282" y="5143512"/>
            <a:ext cx="1571636" cy="150019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0" name="Rettangolo 19"/>
          <p:cNvSpPr/>
          <p:nvPr/>
        </p:nvSpPr>
        <p:spPr>
          <a:xfrm>
            <a:off x="8358214" y="0"/>
            <a:ext cx="571504"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p:cNvSpPr txBox="1"/>
          <p:nvPr/>
        </p:nvSpPr>
        <p:spPr>
          <a:xfrm>
            <a:off x="0" y="428604"/>
            <a:ext cx="9144000" cy="573391"/>
          </a:xfrm>
          <a:prstGeom prst="rect">
            <a:avLst/>
          </a:prstGeom>
          <a:noFill/>
        </p:spPr>
        <p:txBody>
          <a:bodyPr wrap="square" lIns="80165" tIns="40083" rIns="80165" bIns="40083" rtlCol="0">
            <a:spAutoFit/>
          </a:bodyPr>
          <a:lstStyle/>
          <a:p>
            <a:pPr algn="ctr"/>
            <a:r>
              <a:rPr lang="it-IT" sz="3200" b="1" dirty="0" err="1">
                <a:solidFill>
                  <a:sysClr val="windowText" lastClr="000000"/>
                </a:solidFill>
              </a:rPr>
              <a:t>Habitat</a:t>
            </a:r>
          </a:p>
        </p:txBody>
      </p:sp>
      <p:sp>
        <p:nvSpPr>
          <p:cNvPr id="11" name="CasellaDiTesto 10"/>
          <p:cNvSpPr txBox="1"/>
          <p:nvPr/>
        </p:nvSpPr>
        <p:spPr>
          <a:xfrm>
            <a:off x="142844" y="989176"/>
            <a:ext cx="8709365" cy="1173556"/>
          </a:xfrm>
          <a:prstGeom prst="rect">
            <a:avLst/>
          </a:prstGeom>
          <a:noFill/>
        </p:spPr>
        <p:txBody>
          <a:bodyPr wrap="square" lIns="80165" tIns="40083" rIns="80165" bIns="40083">
            <a:spAutoFit/>
          </a:bodyPr>
          <a:lstStyle/>
          <a:p>
            <a:pPr algn="just">
              <a:defRPr/>
            </a:pPr>
            <a:r>
              <a:rPr lang="it-IT" sz="3500" b="1" dirty="0" err="1">
                <a:cs typeface="Arial" charset="0"/>
              </a:rPr>
              <a:t>Hypothesis</a:t>
            </a:r>
            <a:r>
              <a:rPr lang="it-IT" sz="3500" b="1" dirty="0">
                <a:cs typeface="Arial" charset="0"/>
              </a:rPr>
              <a:t>:</a:t>
            </a:r>
            <a:endParaRPr lang="it-IT" sz="900" dirty="0">
              <a:cs typeface="Arial" charset="0"/>
            </a:endParaRPr>
          </a:p>
          <a:p>
            <a:pPr algn="just">
              <a:defRPr/>
            </a:pPr>
            <a:r>
              <a:rPr lang="it-IT" dirty="0" err="1">
                <a:cs typeface="Arial" charset="0"/>
              </a:rPr>
              <a:t>It</a:t>
            </a:r>
            <a:r>
              <a:rPr lang="it-IT" dirty="0">
                <a:cs typeface="Arial" charset="0"/>
              </a:rPr>
              <a:t> </a:t>
            </a:r>
            <a:r>
              <a:rPr lang="it-IT" dirty="0" err="1">
                <a:cs typeface="Arial" charset="0"/>
              </a:rPr>
              <a:t>is</a:t>
            </a:r>
            <a:r>
              <a:rPr lang="it-IT" dirty="0">
                <a:cs typeface="Arial" charset="0"/>
              </a:rPr>
              <a:t> </a:t>
            </a:r>
            <a:r>
              <a:rPr lang="it-IT" dirty="0" err="1">
                <a:cs typeface="Arial" charset="0"/>
              </a:rPr>
              <a:t>possible</a:t>
            </a:r>
            <a:r>
              <a:rPr lang="it-IT" dirty="0">
                <a:cs typeface="Arial" charset="0"/>
              </a:rPr>
              <a:t> </a:t>
            </a:r>
            <a:r>
              <a:rPr lang="it-IT" dirty="0" err="1">
                <a:cs typeface="Arial" charset="0"/>
              </a:rPr>
              <a:t>to</a:t>
            </a:r>
            <a:r>
              <a:rPr lang="it-IT" dirty="0">
                <a:cs typeface="Arial" charset="0"/>
              </a:rPr>
              <a:t> </a:t>
            </a:r>
            <a:r>
              <a:rPr lang="it-IT" dirty="0" err="1">
                <a:cs typeface="Arial" charset="0"/>
              </a:rPr>
              <a:t>find</a:t>
            </a:r>
            <a:r>
              <a:rPr lang="it-IT" dirty="0">
                <a:cs typeface="Arial" charset="0"/>
              </a:rPr>
              <a:t> a </a:t>
            </a:r>
            <a:r>
              <a:rPr lang="en-US" dirty="0">
                <a:cs typeface="Arial" charset="0"/>
              </a:rPr>
              <a:t>suitable habitat, from an hydraulic point of view, when the </a:t>
            </a:r>
          </a:p>
          <a:p>
            <a:pPr algn="just">
              <a:defRPr/>
            </a:pPr>
            <a:r>
              <a:rPr lang="en-US" dirty="0">
                <a:cs typeface="Arial" charset="0"/>
              </a:rPr>
              <a:t>WUA is greater than 50%.</a:t>
            </a:r>
          </a:p>
        </p:txBody>
      </p:sp>
      <p:grpSp>
        <p:nvGrpSpPr>
          <p:cNvPr id="2" name="Gruppo 20"/>
          <p:cNvGrpSpPr/>
          <p:nvPr/>
        </p:nvGrpSpPr>
        <p:grpSpPr>
          <a:xfrm>
            <a:off x="2456507" y="2682702"/>
            <a:ext cx="4218629" cy="2892727"/>
            <a:chOff x="5237826" y="1304311"/>
            <a:chExt cx="4932721" cy="3188697"/>
          </a:xfrm>
        </p:grpSpPr>
        <p:sp>
          <p:nvSpPr>
            <p:cNvPr id="13" name="CasellaDiTesto 12"/>
            <p:cNvSpPr txBox="1"/>
            <p:nvPr/>
          </p:nvSpPr>
          <p:spPr>
            <a:xfrm>
              <a:off x="7757160" y="4204631"/>
              <a:ext cx="807720" cy="288377"/>
            </a:xfrm>
            <a:prstGeom prst="rect">
              <a:avLst/>
            </a:prstGeom>
            <a:noFill/>
          </p:spPr>
          <p:txBody>
            <a:bodyPr wrap="square" rtlCol="0">
              <a:spAutoFit/>
            </a:bodyPr>
            <a:lstStyle/>
            <a:p>
              <a:r>
                <a:rPr lang="it-IT" sz="1100" dirty="0"/>
                <a:t>m</a:t>
              </a:r>
              <a:r>
                <a:rPr lang="it-IT" sz="1100" baseline="30000" dirty="0"/>
                <a:t>3</a:t>
              </a:r>
              <a:r>
                <a:rPr lang="it-IT" sz="1100" dirty="0"/>
                <a:t>s</a:t>
              </a:r>
              <a:r>
                <a:rPr lang="it-IT" sz="1100" baseline="30000" dirty="0"/>
                <a:t>-1</a:t>
              </a:r>
              <a:endParaRPr lang="it-IT" sz="1100" dirty="0"/>
            </a:p>
          </p:txBody>
        </p:sp>
        <p:sp>
          <p:nvSpPr>
            <p:cNvPr id="14" name="CasellaDiTesto 13"/>
            <p:cNvSpPr txBox="1"/>
            <p:nvPr/>
          </p:nvSpPr>
          <p:spPr>
            <a:xfrm rot="16200000">
              <a:off x="4986913" y="2338746"/>
              <a:ext cx="807720" cy="305893"/>
            </a:xfrm>
            <a:prstGeom prst="rect">
              <a:avLst/>
            </a:prstGeom>
            <a:noFill/>
          </p:spPr>
          <p:txBody>
            <a:bodyPr wrap="square" rtlCol="0">
              <a:spAutoFit/>
            </a:bodyPr>
            <a:lstStyle/>
            <a:p>
              <a:r>
                <a:rPr lang="it-IT" sz="1100" dirty="0"/>
                <a:t>WUA </a:t>
              </a:r>
            </a:p>
          </p:txBody>
        </p:sp>
        <p:grpSp>
          <p:nvGrpSpPr>
            <p:cNvPr id="3" name="Gruppo 19"/>
            <p:cNvGrpSpPr/>
            <p:nvPr/>
          </p:nvGrpSpPr>
          <p:grpSpPr>
            <a:xfrm>
              <a:off x="5427075" y="1304311"/>
              <a:ext cx="4743472" cy="2946039"/>
              <a:chOff x="5427075" y="1304311"/>
              <a:chExt cx="4743472" cy="2946039"/>
            </a:xfrm>
          </p:grpSpPr>
          <p:pic>
            <p:nvPicPr>
              <p:cNvPr id="12" name="Immagine 11" descr="curva.png"/>
              <p:cNvPicPr>
                <a:picLocks noChangeAspect="1"/>
              </p:cNvPicPr>
              <p:nvPr/>
            </p:nvPicPr>
            <p:blipFill>
              <a:blip r:embed="rId2" cstate="print"/>
              <a:srcRect l="960" t="1519" r="480" b="1519"/>
              <a:stretch>
                <a:fillRect/>
              </a:stretch>
            </p:blipFill>
            <p:spPr>
              <a:xfrm>
                <a:off x="5427075" y="1304311"/>
                <a:ext cx="4743472" cy="2946039"/>
              </a:xfrm>
              <a:prstGeom prst="rect">
                <a:avLst/>
              </a:prstGeom>
              <a:ln>
                <a:noFill/>
              </a:ln>
            </p:spPr>
          </p:pic>
          <p:sp>
            <p:nvSpPr>
              <p:cNvPr id="16" name="CasellaDiTesto 15"/>
              <p:cNvSpPr txBox="1"/>
              <p:nvPr/>
            </p:nvSpPr>
            <p:spPr>
              <a:xfrm>
                <a:off x="7696201" y="2569231"/>
                <a:ext cx="883920" cy="407120"/>
              </a:xfrm>
              <a:prstGeom prst="rect">
                <a:avLst/>
              </a:prstGeom>
              <a:noFill/>
            </p:spPr>
            <p:txBody>
              <a:bodyPr wrap="square" rtlCol="0">
                <a:spAutoFit/>
              </a:bodyPr>
              <a:lstStyle/>
              <a:p>
                <a:r>
                  <a:rPr lang="it-IT" b="1" dirty="0">
                    <a:solidFill>
                      <a:srgbClr val="FF0000"/>
                    </a:solidFill>
                    <a:effectLst>
                      <a:outerShdw blurRad="38100" dist="38100" dir="2700000" algn="tl">
                        <a:srgbClr val="000000">
                          <a:alpha val="43137"/>
                        </a:srgbClr>
                      </a:outerShdw>
                    </a:effectLst>
                  </a:rPr>
                  <a:t>50%</a:t>
                </a:r>
              </a:p>
            </p:txBody>
          </p:sp>
        </p:grpSp>
      </p:grpSp>
      <p:sp>
        <p:nvSpPr>
          <p:cNvPr id="17" name="CasellaDiTesto 16"/>
          <p:cNvSpPr txBox="1"/>
          <p:nvPr/>
        </p:nvSpPr>
        <p:spPr>
          <a:xfrm>
            <a:off x="142845" y="2189776"/>
            <a:ext cx="8215370" cy="642181"/>
          </a:xfrm>
          <a:prstGeom prst="rect">
            <a:avLst/>
          </a:prstGeom>
          <a:noFill/>
        </p:spPr>
        <p:txBody>
          <a:bodyPr wrap="square" lIns="80165" tIns="40083" rIns="80165" bIns="40083" rtlCol="0">
            <a:spAutoFit/>
          </a:bodyPr>
          <a:lstStyle/>
          <a:p>
            <a:pPr algn="just"/>
            <a:r>
              <a:rPr lang="en-US" dirty="0">
                <a:cs typeface="Arial" charset="0"/>
              </a:rPr>
              <a:t>The WUA curves show the habitat suitability for the target species, considering the discharge variations.</a:t>
            </a:r>
          </a:p>
        </p:txBody>
      </p:sp>
      <p:sp>
        <p:nvSpPr>
          <p:cNvPr id="18" name="CasellaDiTesto 17"/>
          <p:cNvSpPr txBox="1"/>
          <p:nvPr/>
        </p:nvSpPr>
        <p:spPr>
          <a:xfrm>
            <a:off x="321659" y="5601446"/>
            <a:ext cx="8500682" cy="634947"/>
          </a:xfrm>
          <a:prstGeom prst="rect">
            <a:avLst/>
          </a:prstGeom>
          <a:noFill/>
        </p:spPr>
        <p:txBody>
          <a:bodyPr wrap="square" lIns="80165" tIns="40083" rIns="80165" bIns="40083" rtlCol="0">
            <a:spAutoFit/>
          </a:bodyPr>
          <a:lstStyle/>
          <a:p>
            <a:pPr algn="just"/>
            <a:r>
              <a:rPr lang="it-IT" dirty="0">
                <a:cs typeface="Arial" charset="0"/>
              </a:rPr>
              <a:t>In </a:t>
            </a:r>
            <a:r>
              <a:rPr lang="it-IT" dirty="0" err="1">
                <a:cs typeface="Arial" charset="0"/>
              </a:rPr>
              <a:t>order</a:t>
            </a:r>
            <a:r>
              <a:rPr lang="it-IT" dirty="0">
                <a:cs typeface="Arial" charset="0"/>
              </a:rPr>
              <a:t> </a:t>
            </a:r>
            <a:r>
              <a:rPr lang="it-IT" dirty="0" err="1">
                <a:cs typeface="Arial" charset="0"/>
              </a:rPr>
              <a:t>to</a:t>
            </a:r>
            <a:r>
              <a:rPr lang="it-IT" dirty="0">
                <a:cs typeface="Arial" charset="0"/>
              </a:rPr>
              <a:t> compare the </a:t>
            </a:r>
            <a:r>
              <a:rPr lang="it-IT" dirty="0" err="1">
                <a:cs typeface="Arial" charset="0"/>
              </a:rPr>
              <a:t>observed</a:t>
            </a:r>
            <a:r>
              <a:rPr lang="it-IT" dirty="0">
                <a:cs typeface="Arial" charset="0"/>
              </a:rPr>
              <a:t> </a:t>
            </a:r>
            <a:r>
              <a:rPr lang="it-IT" dirty="0" err="1">
                <a:cs typeface="Arial" charset="0"/>
              </a:rPr>
              <a:t>period</a:t>
            </a:r>
            <a:r>
              <a:rPr lang="it-IT" dirty="0">
                <a:cs typeface="Arial" charset="0"/>
              </a:rPr>
              <a:t> (2000-2016) </a:t>
            </a:r>
            <a:r>
              <a:rPr lang="it-IT" dirty="0" err="1">
                <a:cs typeface="Arial" charset="0"/>
              </a:rPr>
              <a:t>with</a:t>
            </a:r>
            <a:r>
              <a:rPr lang="it-IT" dirty="0">
                <a:cs typeface="Arial" charset="0"/>
              </a:rPr>
              <a:t> the future </a:t>
            </a:r>
            <a:r>
              <a:rPr lang="it-IT" dirty="0" err="1">
                <a:cs typeface="Arial" charset="0"/>
              </a:rPr>
              <a:t>period</a:t>
            </a:r>
            <a:r>
              <a:rPr lang="it-IT" dirty="0">
                <a:cs typeface="Arial" charset="0"/>
              </a:rPr>
              <a:t> (2017-2100), the last </a:t>
            </a:r>
            <a:r>
              <a:rPr lang="it-IT" dirty="0" err="1">
                <a:cs typeface="Arial" charset="0"/>
              </a:rPr>
              <a:t>one</a:t>
            </a:r>
            <a:r>
              <a:rPr lang="it-IT" dirty="0">
                <a:cs typeface="Arial" charset="0"/>
              </a:rPr>
              <a:t> </a:t>
            </a:r>
            <a:r>
              <a:rPr lang="it-IT" dirty="0" err="1">
                <a:cs typeface="Arial" charset="0"/>
              </a:rPr>
              <a:t>has</a:t>
            </a:r>
            <a:r>
              <a:rPr lang="it-IT" dirty="0">
                <a:cs typeface="Arial" charset="0"/>
              </a:rPr>
              <a:t> </a:t>
            </a:r>
            <a:r>
              <a:rPr lang="it-IT" dirty="0" err="1">
                <a:cs typeface="Arial" charset="0"/>
              </a:rPr>
              <a:t>been</a:t>
            </a:r>
            <a:r>
              <a:rPr lang="it-IT" dirty="0">
                <a:cs typeface="Arial" charset="0"/>
              </a:rPr>
              <a:t> </a:t>
            </a:r>
            <a:r>
              <a:rPr lang="it-IT" dirty="0" err="1">
                <a:cs typeface="Arial" charset="0"/>
              </a:rPr>
              <a:t>divided</a:t>
            </a:r>
            <a:r>
              <a:rPr lang="it-IT" dirty="0">
                <a:cs typeface="Arial" charset="0"/>
              </a:rPr>
              <a:t> </a:t>
            </a:r>
            <a:r>
              <a:rPr lang="it-IT" dirty="0" err="1">
                <a:cs typeface="Arial" charset="0"/>
              </a:rPr>
              <a:t>into</a:t>
            </a:r>
            <a:r>
              <a:rPr lang="it-IT" dirty="0">
                <a:cs typeface="Arial" charset="0"/>
              </a:rPr>
              <a:t> </a:t>
            </a:r>
            <a:r>
              <a:rPr lang="it-IT" dirty="0" err="1">
                <a:cs typeface="Arial" charset="0"/>
              </a:rPr>
              <a:t>five</a:t>
            </a:r>
            <a:r>
              <a:rPr lang="it-IT" dirty="0">
                <a:cs typeface="Arial" charset="0"/>
              </a:rPr>
              <a:t> </a:t>
            </a:r>
            <a:r>
              <a:rPr lang="it-IT" dirty="0" err="1">
                <a:cs typeface="Arial" charset="0"/>
              </a:rPr>
              <a:t>sub-periods</a:t>
            </a:r>
            <a:r>
              <a:rPr lang="it-IT" dirty="0">
                <a:cs typeface="Arial" charset="0"/>
              </a:rPr>
              <a:t> </a:t>
            </a:r>
            <a:r>
              <a:rPr lang="it-IT" dirty="0" err="1">
                <a:cs typeface="Arial" charset="0"/>
              </a:rPr>
              <a:t>with</a:t>
            </a:r>
            <a:r>
              <a:rPr lang="it-IT" dirty="0">
                <a:cs typeface="Arial" charset="0"/>
              </a:rPr>
              <a:t> a </a:t>
            </a:r>
            <a:r>
              <a:rPr lang="it-IT" dirty="0" err="1">
                <a:cs typeface="Arial" charset="0"/>
              </a:rPr>
              <a:t>similar</a:t>
            </a:r>
            <a:r>
              <a:rPr lang="it-IT" dirty="0">
                <a:cs typeface="Arial" charset="0"/>
              </a:rPr>
              <a:t> </a:t>
            </a:r>
            <a:r>
              <a:rPr lang="it-IT" dirty="0" err="1">
                <a:cs typeface="Arial" charset="0"/>
              </a:rPr>
              <a:t>timeframe</a:t>
            </a:r>
            <a:r>
              <a:rPr lang="it-IT" dirty="0">
                <a:cs typeface="Arial" charset="0"/>
              </a:rPr>
              <a:t>.</a:t>
            </a:r>
          </a:p>
        </p:txBody>
      </p:sp>
      <p:sp>
        <p:nvSpPr>
          <p:cNvPr id="21" name="Rettangolo 20"/>
          <p:cNvSpPr/>
          <p:nvPr/>
        </p:nvSpPr>
        <p:spPr>
          <a:xfrm>
            <a:off x="0" y="214290"/>
            <a:ext cx="9144000" cy="21431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ttangolo 15"/>
          <p:cNvSpPr/>
          <p:nvPr/>
        </p:nvSpPr>
        <p:spPr>
          <a:xfrm>
            <a:off x="8358214" y="0"/>
            <a:ext cx="571504"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 name="CasellaDiTesto 3"/>
          <p:cNvSpPr txBox="1"/>
          <p:nvPr/>
        </p:nvSpPr>
        <p:spPr>
          <a:xfrm>
            <a:off x="352646" y="313444"/>
            <a:ext cx="7194524" cy="573391"/>
          </a:xfrm>
          <a:prstGeom prst="rect">
            <a:avLst/>
          </a:prstGeom>
          <a:noFill/>
        </p:spPr>
        <p:txBody>
          <a:bodyPr wrap="square" lIns="80165" tIns="40083" rIns="80165" bIns="40083" rtlCol="0">
            <a:spAutoFit/>
          </a:bodyPr>
          <a:lstStyle/>
          <a:p>
            <a:pPr algn="ctr"/>
            <a:r>
              <a:rPr lang="it-IT" sz="3200" b="1" dirty="0" err="1">
                <a:solidFill>
                  <a:sysClr val="windowText" lastClr="000000"/>
                </a:solidFill>
              </a:rPr>
              <a:t>Habitat</a:t>
            </a:r>
          </a:p>
        </p:txBody>
      </p:sp>
      <p:sp>
        <p:nvSpPr>
          <p:cNvPr id="8" name="CasellaDiTesto 7"/>
          <p:cNvSpPr txBox="1"/>
          <p:nvPr/>
        </p:nvSpPr>
        <p:spPr>
          <a:xfrm>
            <a:off x="370906" y="1145945"/>
            <a:ext cx="8402189" cy="942723"/>
          </a:xfrm>
          <a:prstGeom prst="rect">
            <a:avLst/>
          </a:prstGeom>
          <a:noFill/>
        </p:spPr>
        <p:txBody>
          <a:bodyPr wrap="square" lIns="80165" tIns="40083" rIns="80165" bIns="40083" rtlCol="0">
            <a:spAutoFit/>
          </a:bodyPr>
          <a:lstStyle/>
          <a:p>
            <a:pPr algn="just"/>
            <a:r>
              <a:rPr lang="it-IT" dirty="0">
                <a:cs typeface="Arial" charset="0"/>
              </a:rPr>
              <a:t>The </a:t>
            </a:r>
            <a:r>
              <a:rPr lang="it-IT" dirty="0" err="1">
                <a:cs typeface="Arial" charset="0"/>
              </a:rPr>
              <a:t>difference</a:t>
            </a:r>
            <a:r>
              <a:rPr lang="it-IT" dirty="0">
                <a:cs typeface="Arial" charset="0"/>
              </a:rPr>
              <a:t> </a:t>
            </a:r>
            <a:r>
              <a:rPr lang="it-IT" dirty="0" err="1">
                <a:cs typeface="Arial" charset="0"/>
              </a:rPr>
              <a:t>between</a:t>
            </a:r>
            <a:r>
              <a:rPr lang="it-IT" dirty="0">
                <a:cs typeface="Arial" charset="0"/>
              </a:rPr>
              <a:t> the habitat </a:t>
            </a:r>
            <a:r>
              <a:rPr lang="it-IT" dirty="0" err="1">
                <a:cs typeface="Arial" charset="0"/>
              </a:rPr>
              <a:t>suitability</a:t>
            </a:r>
            <a:r>
              <a:rPr lang="it-IT" dirty="0">
                <a:cs typeface="Arial" charset="0"/>
              </a:rPr>
              <a:t> </a:t>
            </a:r>
            <a:r>
              <a:rPr lang="it-IT" dirty="0" err="1">
                <a:cs typeface="Arial" charset="0"/>
              </a:rPr>
              <a:t>of</a:t>
            </a:r>
            <a:r>
              <a:rPr lang="it-IT" dirty="0">
                <a:cs typeface="Arial" charset="0"/>
              </a:rPr>
              <a:t> the </a:t>
            </a:r>
            <a:r>
              <a:rPr lang="it-IT" dirty="0" err="1">
                <a:cs typeface="Arial" charset="0"/>
              </a:rPr>
              <a:t>observed</a:t>
            </a:r>
            <a:r>
              <a:rPr lang="it-IT" dirty="0">
                <a:cs typeface="Arial" charset="0"/>
              </a:rPr>
              <a:t> </a:t>
            </a:r>
            <a:r>
              <a:rPr lang="it-IT" dirty="0" err="1">
                <a:cs typeface="Arial" charset="0"/>
              </a:rPr>
              <a:t>period</a:t>
            </a:r>
            <a:r>
              <a:rPr lang="it-IT" dirty="0">
                <a:cs typeface="Arial" charset="0"/>
              </a:rPr>
              <a:t> and the future </a:t>
            </a:r>
            <a:r>
              <a:rPr lang="it-IT" dirty="0" err="1">
                <a:cs typeface="Arial" charset="0"/>
              </a:rPr>
              <a:t>period</a:t>
            </a:r>
            <a:r>
              <a:rPr lang="it-IT" dirty="0">
                <a:cs typeface="Arial" charset="0"/>
              </a:rPr>
              <a:t> </a:t>
            </a:r>
            <a:r>
              <a:rPr lang="it-IT" dirty="0" err="1">
                <a:cs typeface="Arial" charset="0"/>
              </a:rPr>
              <a:t>tends</a:t>
            </a:r>
            <a:r>
              <a:rPr lang="it-IT" dirty="0">
                <a:cs typeface="Arial" charset="0"/>
              </a:rPr>
              <a:t> </a:t>
            </a:r>
            <a:r>
              <a:rPr lang="it-IT" dirty="0" err="1">
                <a:cs typeface="Arial" charset="0"/>
              </a:rPr>
              <a:t>to</a:t>
            </a:r>
            <a:r>
              <a:rPr lang="it-IT" dirty="0">
                <a:cs typeface="Arial" charset="0"/>
              </a:rPr>
              <a:t> </a:t>
            </a:r>
            <a:r>
              <a:rPr lang="it-IT" dirty="0" err="1">
                <a:cs typeface="Arial" charset="0"/>
              </a:rPr>
              <a:t>decrease</a:t>
            </a:r>
            <a:r>
              <a:rPr lang="it-IT" dirty="0">
                <a:cs typeface="Arial" charset="0"/>
              </a:rPr>
              <a:t> </a:t>
            </a:r>
            <a:r>
              <a:rPr lang="it-IT" dirty="0" err="1">
                <a:cs typeface="Arial" charset="0"/>
              </a:rPr>
              <a:t>moving</a:t>
            </a:r>
            <a:r>
              <a:rPr lang="it-IT" dirty="0">
                <a:cs typeface="Arial" charset="0"/>
              </a:rPr>
              <a:t> </a:t>
            </a:r>
            <a:r>
              <a:rPr lang="it-IT" dirty="0" err="1">
                <a:cs typeface="Arial" charset="0"/>
              </a:rPr>
              <a:t>from</a:t>
            </a:r>
            <a:r>
              <a:rPr lang="it-IT" dirty="0">
                <a:cs typeface="Arial" charset="0"/>
              </a:rPr>
              <a:t> the </a:t>
            </a:r>
            <a:r>
              <a:rPr lang="it-IT" dirty="0" err="1">
                <a:cs typeface="Arial" charset="0"/>
              </a:rPr>
              <a:t>highest</a:t>
            </a:r>
            <a:r>
              <a:rPr lang="it-IT" dirty="0">
                <a:cs typeface="Arial" charset="0"/>
              </a:rPr>
              <a:t> part </a:t>
            </a:r>
            <a:r>
              <a:rPr lang="it-IT" dirty="0" err="1">
                <a:cs typeface="Arial" charset="0"/>
              </a:rPr>
              <a:t>of</a:t>
            </a:r>
            <a:r>
              <a:rPr lang="it-IT" dirty="0">
                <a:cs typeface="Arial" charset="0"/>
              </a:rPr>
              <a:t> the </a:t>
            </a:r>
            <a:r>
              <a:rPr lang="it-IT" dirty="0" err="1">
                <a:cs typeface="Arial" charset="0"/>
              </a:rPr>
              <a:t>basin</a:t>
            </a:r>
            <a:r>
              <a:rPr lang="it-IT" dirty="0">
                <a:cs typeface="Arial" charset="0"/>
              </a:rPr>
              <a:t> </a:t>
            </a:r>
            <a:r>
              <a:rPr lang="it-IT" dirty="0" err="1">
                <a:cs typeface="Arial" charset="0"/>
              </a:rPr>
              <a:t>to</a:t>
            </a:r>
            <a:r>
              <a:rPr lang="it-IT" dirty="0">
                <a:cs typeface="Arial" charset="0"/>
              </a:rPr>
              <a:t> the </a:t>
            </a:r>
            <a:r>
              <a:rPr lang="it-IT" dirty="0" err="1">
                <a:cs typeface="Arial" charset="0"/>
              </a:rPr>
              <a:t>lowest</a:t>
            </a:r>
            <a:r>
              <a:rPr lang="it-IT" dirty="0">
                <a:cs typeface="Arial" charset="0"/>
              </a:rPr>
              <a:t> </a:t>
            </a:r>
            <a:r>
              <a:rPr lang="it-IT" dirty="0" err="1">
                <a:cs typeface="Arial" charset="0"/>
              </a:rPr>
              <a:t>one</a:t>
            </a:r>
            <a:r>
              <a:rPr lang="it-IT" dirty="0">
                <a:cs typeface="Arial" charset="0"/>
              </a:rPr>
              <a:t>, </a:t>
            </a:r>
            <a:r>
              <a:rPr lang="it-IT" dirty="0" err="1">
                <a:cs typeface="Arial" charset="0"/>
              </a:rPr>
              <a:t>which</a:t>
            </a:r>
            <a:r>
              <a:rPr lang="it-IT" dirty="0">
                <a:cs typeface="Arial" charset="0"/>
              </a:rPr>
              <a:t> </a:t>
            </a:r>
            <a:r>
              <a:rPr lang="it-IT" dirty="0" err="1">
                <a:cs typeface="Arial" charset="0"/>
              </a:rPr>
              <a:t>seems</a:t>
            </a:r>
            <a:r>
              <a:rPr lang="it-IT" dirty="0">
                <a:cs typeface="Arial" charset="0"/>
              </a:rPr>
              <a:t> </a:t>
            </a:r>
            <a:r>
              <a:rPr lang="it-IT" dirty="0" err="1">
                <a:cs typeface="Arial" charset="0"/>
              </a:rPr>
              <a:t>to</a:t>
            </a:r>
            <a:r>
              <a:rPr lang="it-IT" dirty="0">
                <a:cs typeface="Arial" charset="0"/>
              </a:rPr>
              <a:t> </a:t>
            </a:r>
            <a:r>
              <a:rPr lang="it-IT" dirty="0" err="1">
                <a:cs typeface="Arial" charset="0"/>
              </a:rPr>
              <a:t>be</a:t>
            </a:r>
            <a:r>
              <a:rPr lang="it-IT" dirty="0">
                <a:cs typeface="Arial" charset="0"/>
              </a:rPr>
              <a:t> </a:t>
            </a:r>
            <a:r>
              <a:rPr lang="it-IT" dirty="0" err="1">
                <a:cs typeface="Arial" charset="0"/>
              </a:rPr>
              <a:t>slightly</a:t>
            </a:r>
            <a:r>
              <a:rPr lang="it-IT" dirty="0">
                <a:cs typeface="Arial" charset="0"/>
              </a:rPr>
              <a:t> </a:t>
            </a:r>
            <a:r>
              <a:rPr lang="it-IT" dirty="0" err="1">
                <a:cs typeface="Arial" charset="0"/>
              </a:rPr>
              <a:t>influenced</a:t>
            </a:r>
            <a:r>
              <a:rPr lang="it-IT" dirty="0">
                <a:cs typeface="Arial" charset="0"/>
              </a:rPr>
              <a:t> </a:t>
            </a:r>
            <a:r>
              <a:rPr lang="it-IT" dirty="0" err="1">
                <a:cs typeface="Arial" charset="0"/>
              </a:rPr>
              <a:t>by</a:t>
            </a:r>
            <a:r>
              <a:rPr lang="it-IT" dirty="0">
                <a:cs typeface="Arial" charset="0"/>
              </a:rPr>
              <a:t> </a:t>
            </a:r>
            <a:r>
              <a:rPr lang="it-IT" dirty="0" err="1">
                <a:cs typeface="Arial" charset="0"/>
              </a:rPr>
              <a:t>climate</a:t>
            </a:r>
            <a:r>
              <a:rPr lang="it-IT" dirty="0">
                <a:cs typeface="Arial" charset="0"/>
              </a:rPr>
              <a:t> </a:t>
            </a:r>
            <a:r>
              <a:rPr lang="it-IT" dirty="0" err="1">
                <a:cs typeface="Arial" charset="0"/>
              </a:rPr>
              <a:t>change</a:t>
            </a:r>
            <a:r>
              <a:rPr lang="it-IT" dirty="0">
                <a:cs typeface="Arial" charset="0"/>
              </a:rPr>
              <a:t>.</a:t>
            </a:r>
          </a:p>
        </p:txBody>
      </p:sp>
      <p:sp>
        <p:nvSpPr>
          <p:cNvPr id="14" name="CasellaDiTesto 13"/>
          <p:cNvSpPr txBox="1"/>
          <p:nvPr/>
        </p:nvSpPr>
        <p:spPr>
          <a:xfrm>
            <a:off x="338592" y="5290686"/>
            <a:ext cx="8402188" cy="642181"/>
          </a:xfrm>
          <a:prstGeom prst="rect">
            <a:avLst/>
          </a:prstGeom>
          <a:noFill/>
        </p:spPr>
        <p:txBody>
          <a:bodyPr wrap="square" lIns="80165" tIns="40083" rIns="80165" bIns="40083" rtlCol="0">
            <a:spAutoFit/>
          </a:bodyPr>
          <a:lstStyle/>
          <a:p>
            <a:pPr algn="ctr"/>
            <a:r>
              <a:rPr lang="en-US" dirty="0">
                <a:cs typeface="Arial" charset="0"/>
              </a:rPr>
              <a:t>These graphs show a general decrease of the habitat suitability, characterized by different trends for each sub-period.</a:t>
            </a:r>
          </a:p>
        </p:txBody>
      </p:sp>
      <p:pic>
        <p:nvPicPr>
          <p:cNvPr id="22531" name="Picture 3"/>
          <p:cNvPicPr>
            <a:picLocks noChangeAspect="1" noChangeArrowheads="1"/>
          </p:cNvPicPr>
          <p:nvPr/>
        </p:nvPicPr>
        <p:blipFill>
          <a:blip r:embed="rId2" cstate="print"/>
          <a:srcRect/>
          <a:stretch>
            <a:fillRect/>
          </a:stretch>
        </p:blipFill>
        <p:spPr bwMode="auto">
          <a:xfrm>
            <a:off x="338592" y="2581657"/>
            <a:ext cx="8466815" cy="2066447"/>
          </a:xfrm>
          <a:prstGeom prst="rect">
            <a:avLst/>
          </a:prstGeom>
          <a:noFill/>
          <a:ln w="9525">
            <a:solidFill>
              <a:schemeClr val="tx1"/>
            </a:solidFill>
            <a:miter lim="800000"/>
            <a:headEnd/>
            <a:tailEnd/>
          </a:ln>
          <a:effectLst/>
        </p:spPr>
      </p:pic>
      <p:sp>
        <p:nvSpPr>
          <p:cNvPr id="23" name="Rettangolo 22"/>
          <p:cNvSpPr/>
          <p:nvPr/>
        </p:nvSpPr>
        <p:spPr>
          <a:xfrm>
            <a:off x="3645197" y="2218684"/>
            <a:ext cx="1853605" cy="296392"/>
          </a:xfrm>
          <a:prstGeom prst="rect">
            <a:avLst/>
          </a:prstGeom>
        </p:spPr>
        <p:txBody>
          <a:bodyPr wrap="square" lIns="80165" tIns="40083" rIns="80165" bIns="40083">
            <a:spAutoFit/>
          </a:bodyPr>
          <a:lstStyle/>
          <a:p>
            <a:pPr marL="237992" indent="-237992" defTabSz="883664">
              <a:spcBef>
                <a:spcPct val="0"/>
              </a:spcBef>
              <a:defRPr/>
            </a:pPr>
            <a:r>
              <a:rPr lang="it-IT" sz="1400" i="1" dirty="0">
                <a:solidFill>
                  <a:srgbClr val="00589A"/>
                </a:solidFill>
                <a:ea typeface="Helvetica Light" charset="0"/>
                <a:cs typeface="Helvetica Light" charset="0"/>
              </a:rPr>
              <a:t>Leuciscus </a:t>
            </a:r>
            <a:r>
              <a:rPr lang="it-IT" sz="1400" i="1" dirty="0" err="1">
                <a:solidFill>
                  <a:srgbClr val="00589A"/>
                </a:solidFill>
                <a:ea typeface="Helvetica Light" charset="0"/>
                <a:cs typeface="Helvetica Light" charset="0"/>
              </a:rPr>
              <a:t>cephalus</a:t>
            </a:r>
            <a:endParaRPr lang="it-IT" sz="1400" dirty="0">
              <a:solidFill>
                <a:srgbClr val="00589A"/>
              </a:solidFill>
              <a:ea typeface="Helvetica Light" charset="0"/>
              <a:cs typeface="Arial" pitchFamily="34" charset="0"/>
            </a:endParaRPr>
          </a:p>
        </p:txBody>
      </p:sp>
      <p:sp>
        <p:nvSpPr>
          <p:cNvPr id="24" name="Rettangolo 23"/>
          <p:cNvSpPr/>
          <p:nvPr/>
        </p:nvSpPr>
        <p:spPr>
          <a:xfrm>
            <a:off x="6738225" y="2162843"/>
            <a:ext cx="1318559" cy="404114"/>
          </a:xfrm>
          <a:prstGeom prst="rect">
            <a:avLst/>
          </a:prstGeom>
        </p:spPr>
        <p:txBody>
          <a:bodyPr wrap="none" lIns="80165" tIns="40083" rIns="80165" bIns="40083">
            <a:spAutoFit/>
          </a:bodyPr>
          <a:lstStyle/>
          <a:p>
            <a:pPr indent="237992" defTabSz="883664">
              <a:lnSpc>
                <a:spcPct val="150000"/>
              </a:lnSpc>
              <a:spcBef>
                <a:spcPct val="0"/>
              </a:spcBef>
              <a:defRPr/>
            </a:pPr>
            <a:r>
              <a:rPr lang="it-IT" sz="1400" i="1" dirty="0">
                <a:solidFill>
                  <a:srgbClr val="00589A"/>
                </a:solidFill>
                <a:ea typeface="Helvetica Light" charset="0"/>
                <a:cs typeface="Helvetica Light" charset="0"/>
              </a:rPr>
              <a:t>Salmo </a:t>
            </a:r>
            <a:r>
              <a:rPr lang="it-IT" sz="1400" i="1" dirty="0" err="1">
                <a:solidFill>
                  <a:srgbClr val="00589A"/>
                </a:solidFill>
                <a:ea typeface="Helvetica Light" charset="0"/>
                <a:cs typeface="Helvetica Light" charset="0"/>
              </a:rPr>
              <a:t>trutta</a:t>
            </a:r>
            <a:endParaRPr lang="it-IT" sz="1400" dirty="0">
              <a:solidFill>
                <a:srgbClr val="00589A"/>
              </a:solidFill>
              <a:ea typeface="Helvetica Light" charset="0"/>
              <a:cs typeface="Helvetica Light" charset="0"/>
            </a:endParaRPr>
          </a:p>
        </p:txBody>
      </p:sp>
      <p:sp>
        <p:nvSpPr>
          <p:cNvPr id="25" name="Rettangolo 24"/>
          <p:cNvSpPr/>
          <p:nvPr/>
        </p:nvSpPr>
        <p:spPr>
          <a:xfrm>
            <a:off x="1137215" y="2218684"/>
            <a:ext cx="1853605" cy="296392"/>
          </a:xfrm>
          <a:prstGeom prst="rect">
            <a:avLst/>
          </a:prstGeom>
        </p:spPr>
        <p:txBody>
          <a:bodyPr wrap="square" lIns="80165" tIns="40083" rIns="80165" bIns="40083">
            <a:spAutoFit/>
          </a:bodyPr>
          <a:lstStyle/>
          <a:p>
            <a:pPr marL="237992" indent="-237992" defTabSz="883664">
              <a:spcBef>
                <a:spcPct val="0"/>
              </a:spcBef>
              <a:defRPr/>
            </a:pPr>
            <a:r>
              <a:rPr lang="it-IT" sz="1400" i="1" dirty="0">
                <a:solidFill>
                  <a:srgbClr val="00589A"/>
                </a:solidFill>
                <a:ea typeface="Helvetica Light" charset="0"/>
                <a:cs typeface="Helvetica Light" charset="0"/>
              </a:rPr>
              <a:t>Barbus </a:t>
            </a:r>
            <a:r>
              <a:rPr lang="it-IT" sz="1400" i="1" dirty="0" err="1">
                <a:solidFill>
                  <a:srgbClr val="00589A"/>
                </a:solidFill>
                <a:ea typeface="Helvetica Light" charset="0"/>
                <a:cs typeface="Helvetica Light" charset="0"/>
              </a:rPr>
              <a:t>plebejus</a:t>
            </a:r>
            <a:endParaRPr lang="it-IT" sz="1400" i="1" dirty="0">
              <a:solidFill>
                <a:srgbClr val="00589A"/>
              </a:solidFill>
              <a:ea typeface="Helvetica Light" charset="0"/>
              <a:cs typeface="Helvetica Light" charset="0"/>
            </a:endParaRPr>
          </a:p>
        </p:txBody>
      </p:sp>
      <p:sp>
        <p:nvSpPr>
          <p:cNvPr id="26" name="Rettangolo 25"/>
          <p:cNvSpPr/>
          <p:nvPr/>
        </p:nvSpPr>
        <p:spPr>
          <a:xfrm>
            <a:off x="5082068" y="4884470"/>
            <a:ext cx="197565" cy="209564"/>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80165" tIns="40083" rIns="80165" bIns="40083" rtlCol="0" anchor="ctr"/>
          <a:lstStyle/>
          <a:p>
            <a:pPr algn="ctr"/>
            <a:endParaRPr lang="it-IT"/>
          </a:p>
        </p:txBody>
      </p:sp>
      <p:sp>
        <p:nvSpPr>
          <p:cNvPr id="27" name="Rettangolo 26"/>
          <p:cNvSpPr/>
          <p:nvPr/>
        </p:nvSpPr>
        <p:spPr>
          <a:xfrm>
            <a:off x="2340953" y="4884470"/>
            <a:ext cx="197565" cy="209564"/>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80165" tIns="40083" rIns="80165" bIns="40083" rtlCol="0" anchor="ctr"/>
          <a:lstStyle/>
          <a:p>
            <a:pPr algn="ctr"/>
            <a:endParaRPr lang="it-IT"/>
          </a:p>
        </p:txBody>
      </p:sp>
      <p:sp>
        <p:nvSpPr>
          <p:cNvPr id="28" name="CasellaDiTesto 27"/>
          <p:cNvSpPr txBox="1"/>
          <p:nvPr/>
        </p:nvSpPr>
        <p:spPr>
          <a:xfrm>
            <a:off x="5411085" y="4821726"/>
            <a:ext cx="2049731" cy="357948"/>
          </a:xfrm>
          <a:prstGeom prst="rect">
            <a:avLst/>
          </a:prstGeom>
          <a:noFill/>
        </p:spPr>
        <p:txBody>
          <a:bodyPr wrap="square" lIns="80165" tIns="40083" rIns="80165" bIns="40083" rtlCol="0">
            <a:spAutoFit/>
          </a:bodyPr>
          <a:lstStyle/>
          <a:p>
            <a:r>
              <a:rPr lang="it-IT" dirty="0">
                <a:solidFill>
                  <a:srgbClr val="00589A"/>
                </a:solidFill>
                <a:cs typeface="Arial" charset="0"/>
              </a:rPr>
              <a:t>Future </a:t>
            </a:r>
            <a:r>
              <a:rPr lang="it-IT" dirty="0" err="1">
                <a:solidFill>
                  <a:srgbClr val="00589A"/>
                </a:solidFill>
                <a:cs typeface="Arial" charset="0"/>
              </a:rPr>
              <a:t>period</a:t>
            </a:r>
            <a:endParaRPr lang="it-IT" dirty="0">
              <a:solidFill>
                <a:srgbClr val="00589A"/>
              </a:solidFill>
              <a:cs typeface="Arial" charset="0"/>
            </a:endParaRPr>
          </a:p>
        </p:txBody>
      </p:sp>
      <p:sp>
        <p:nvSpPr>
          <p:cNvPr id="29" name="CasellaDiTesto 28"/>
          <p:cNvSpPr txBox="1"/>
          <p:nvPr/>
        </p:nvSpPr>
        <p:spPr>
          <a:xfrm>
            <a:off x="2661133" y="4821726"/>
            <a:ext cx="2049731" cy="357948"/>
          </a:xfrm>
          <a:prstGeom prst="rect">
            <a:avLst/>
          </a:prstGeom>
          <a:noFill/>
        </p:spPr>
        <p:txBody>
          <a:bodyPr wrap="square" lIns="80165" tIns="40083" rIns="80165" bIns="40083" rtlCol="0">
            <a:spAutoFit/>
          </a:bodyPr>
          <a:lstStyle/>
          <a:p>
            <a:r>
              <a:rPr lang="it-IT" dirty="0" err="1">
                <a:solidFill>
                  <a:srgbClr val="00589A"/>
                </a:solidFill>
                <a:cs typeface="Arial" charset="0"/>
              </a:rPr>
              <a:t>Observed</a:t>
            </a:r>
            <a:r>
              <a:rPr lang="it-IT" dirty="0">
                <a:solidFill>
                  <a:srgbClr val="00589A"/>
                </a:solidFill>
                <a:cs typeface="Arial" charset="0"/>
              </a:rPr>
              <a:t> </a:t>
            </a:r>
            <a:r>
              <a:rPr lang="it-IT" dirty="0" err="1">
                <a:solidFill>
                  <a:srgbClr val="00589A"/>
                </a:solidFill>
                <a:cs typeface="Arial" charset="0"/>
              </a:rPr>
              <a:t>period</a:t>
            </a:r>
            <a:endParaRPr lang="it-IT" dirty="0">
              <a:solidFill>
                <a:srgbClr val="00589A"/>
              </a:solidFill>
              <a:cs typeface="Arial" charset="0"/>
            </a:endParaRPr>
          </a:p>
        </p:txBody>
      </p:sp>
      <p:sp>
        <p:nvSpPr>
          <p:cNvPr id="13" name="Triangolo rettangolo 12"/>
          <p:cNvSpPr/>
          <p:nvPr/>
        </p:nvSpPr>
        <p:spPr>
          <a:xfrm>
            <a:off x="0" y="5429264"/>
            <a:ext cx="1500166" cy="1428736"/>
          </a:xfrm>
          <a:prstGeom prst="rtTriangl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Triangolo rettangolo 14"/>
          <p:cNvSpPr/>
          <p:nvPr/>
        </p:nvSpPr>
        <p:spPr>
          <a:xfrm>
            <a:off x="214282" y="5143512"/>
            <a:ext cx="1571636" cy="1500198"/>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7" name="Rettangolo 16"/>
          <p:cNvSpPr/>
          <p:nvPr/>
        </p:nvSpPr>
        <p:spPr>
          <a:xfrm>
            <a:off x="0" y="214290"/>
            <a:ext cx="9144000" cy="21431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Connettore 1 15"/>
          <p:cNvCxnSpPr/>
          <p:nvPr/>
        </p:nvCxnSpPr>
        <p:spPr>
          <a:xfrm>
            <a:off x="0" y="908720"/>
            <a:ext cx="9144000" cy="0"/>
          </a:xfrm>
          <a:prstGeom prst="line">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txBox="1">
            <a:spLocks/>
          </p:cNvSpPr>
          <p:nvPr/>
        </p:nvSpPr>
        <p:spPr>
          <a:xfrm>
            <a:off x="1" y="288032"/>
            <a:ext cx="9143999" cy="620688"/>
          </a:xfrm>
          <a:prstGeom prst="rect">
            <a:avLst/>
          </a:prstGeom>
          <a:solidFill>
            <a:schemeClr val="accent3">
              <a:lumMod val="60000"/>
              <a:lumOff val="40000"/>
            </a:schemeClr>
          </a:solidFill>
        </p:spPr>
        <p:txBody>
          <a:bodyPr vert="horz" lIns="121917" tIns="60958" rIns="121917" bIns="60958"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457189" indent="-457189" defTabSz="914400">
              <a:tabLst>
                <a:tab pos="906463" algn="l"/>
              </a:tabLst>
            </a:pPr>
            <a:r>
              <a:rPr lang="it-IT" altLang="it-IT" sz="28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Helvetica" pitchFamily="34" charset="0"/>
                <a:ea typeface="ＭＳ Ｐゴシック" pitchFamily="34" charset="-128"/>
                <a:cs typeface="+mn-cs"/>
              </a:rPr>
              <a:t>                      Salt </a:t>
            </a:r>
            <a:r>
              <a:rPr lang="it-IT" altLang="it-IT" sz="2800" dirty="0" err="1">
                <a:ln w="18415" cmpd="sng">
                  <a:solidFill>
                    <a:srgbClr val="FFFFFF"/>
                  </a:solidFill>
                  <a:prstDash val="solid"/>
                </a:ln>
                <a:solidFill>
                  <a:srgbClr val="FFFFFF"/>
                </a:solidFill>
                <a:effectLst>
                  <a:outerShdw blurRad="63500" dir="3600000" algn="tl" rotWithShape="0">
                    <a:srgbClr val="000000">
                      <a:alpha val="70000"/>
                    </a:srgbClr>
                  </a:outerShdw>
                </a:effectLst>
                <a:latin typeface="Helvetica" pitchFamily="34" charset="0"/>
                <a:ea typeface="ＭＳ Ｐゴシック" pitchFamily="34" charset="-128"/>
                <a:cs typeface="+mn-cs"/>
              </a:rPr>
              <a:t>Intrusion</a:t>
            </a:r>
            <a:endParaRPr lang="it-IT" altLang="it-IT" sz="28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Helvetica" pitchFamily="34" charset="0"/>
              <a:ea typeface="ＭＳ Ｐゴシック" pitchFamily="34" charset="-128"/>
              <a:cs typeface="+mn-cs"/>
            </a:endParaRPr>
          </a:p>
        </p:txBody>
      </p:sp>
      <p:sp>
        <p:nvSpPr>
          <p:cNvPr id="4" name="Text Box 3"/>
          <p:cNvSpPr txBox="1">
            <a:spLocks noChangeArrowheads="1"/>
          </p:cNvSpPr>
          <p:nvPr/>
        </p:nvSpPr>
        <p:spPr bwMode="auto">
          <a:xfrm>
            <a:off x="1797051" y="2942463"/>
            <a:ext cx="184150" cy="457200"/>
          </a:xfrm>
          <a:prstGeom prst="rect">
            <a:avLst/>
          </a:prstGeom>
          <a:noFill/>
          <a:ln w="9525">
            <a:noFill/>
            <a:round/>
            <a:headEnd/>
            <a:tailEnd/>
          </a:ln>
        </p:spPr>
        <p:txBody>
          <a:bodyPr wrap="none" lIns="121917" tIns="60958" rIns="121917" bIns="60958" anchor="ctr"/>
          <a:lstStyle/>
          <a:p>
            <a:endParaRPr lang="it-IT"/>
          </a:p>
        </p:txBody>
      </p:sp>
      <p:pic>
        <p:nvPicPr>
          <p:cNvPr id="7" name="Picture 4" descr="Barriera antisale Po di Gnocca 25_07_07"/>
          <p:cNvPicPr>
            <a:picLocks noChangeAspect="1" noChangeArrowheads="1"/>
          </p:cNvPicPr>
          <p:nvPr/>
        </p:nvPicPr>
        <p:blipFill>
          <a:blip r:embed="rId2" cstate="print"/>
          <a:srcRect/>
          <a:stretch>
            <a:fillRect/>
          </a:stretch>
        </p:blipFill>
        <p:spPr bwMode="auto">
          <a:xfrm>
            <a:off x="6534664" y="1052736"/>
            <a:ext cx="2285808" cy="15219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9" name="Picture 8"/>
          <p:cNvPicPr>
            <a:picLocks noChangeAspect="1" noChangeArrowheads="1"/>
          </p:cNvPicPr>
          <p:nvPr/>
        </p:nvPicPr>
        <p:blipFill>
          <a:blip r:embed="rId3" cstate="print"/>
          <a:srcRect l="7591" t="13992" r="5489" b="5673"/>
          <a:stretch>
            <a:fillRect/>
          </a:stretch>
        </p:blipFill>
        <p:spPr bwMode="auto">
          <a:xfrm>
            <a:off x="4014384" y="1052736"/>
            <a:ext cx="2304256" cy="1521967"/>
          </a:xfrm>
          <a:prstGeom prst="rect">
            <a:avLst/>
          </a:prstGeom>
          <a:ln>
            <a:noFill/>
          </a:ln>
          <a:effectLst>
            <a:outerShdw blurRad="292100" dist="139700" dir="2700000" algn="tl" rotWithShape="0">
              <a:srgbClr val="333333">
                <a:alpha val="65000"/>
              </a:srgbClr>
            </a:outerShdw>
          </a:effectLst>
        </p:spPr>
      </p:pic>
      <p:pic>
        <p:nvPicPr>
          <p:cNvPr id="10" name="Picture 3"/>
          <p:cNvPicPr>
            <a:picLocks noChangeAspect="1" noChangeArrowheads="1"/>
          </p:cNvPicPr>
          <p:nvPr/>
        </p:nvPicPr>
        <p:blipFill>
          <a:blip r:embed="rId4" cstate="print"/>
          <a:srcRect r="3211" b="2000"/>
          <a:stretch>
            <a:fillRect/>
          </a:stretch>
        </p:blipFill>
        <p:spPr>
          <a:xfrm>
            <a:off x="0" y="2780928"/>
            <a:ext cx="4355976" cy="3528392"/>
          </a:xfrm>
          <a:prstGeom prst="rect">
            <a:avLst/>
          </a:prstGeom>
          <a:noFill/>
        </p:spPr>
      </p:pic>
      <p:grpSp>
        <p:nvGrpSpPr>
          <p:cNvPr id="3" name="Group 5"/>
          <p:cNvGrpSpPr>
            <a:grpSpLocks/>
          </p:cNvGrpSpPr>
          <p:nvPr/>
        </p:nvGrpSpPr>
        <p:grpSpPr bwMode="auto">
          <a:xfrm>
            <a:off x="4572000" y="2941102"/>
            <a:ext cx="4388866" cy="3744846"/>
            <a:chOff x="53" y="1299"/>
            <a:chExt cx="2653" cy="1500"/>
          </a:xfrm>
        </p:grpSpPr>
        <p:pic>
          <p:nvPicPr>
            <p:cNvPr id="12" name="Picture 6"/>
            <p:cNvPicPr>
              <a:picLocks noChangeAspect="1" noChangeArrowheads="1"/>
            </p:cNvPicPr>
            <p:nvPr/>
          </p:nvPicPr>
          <p:blipFill>
            <a:blip r:embed="rId5" cstate="print"/>
            <a:srcRect r="776" b="1262"/>
            <a:stretch>
              <a:fillRect/>
            </a:stretch>
          </p:blipFill>
          <p:spPr bwMode="auto">
            <a:xfrm>
              <a:off x="53" y="1299"/>
              <a:ext cx="2632" cy="1500"/>
            </a:xfrm>
            <a:prstGeom prst="rect">
              <a:avLst/>
            </a:prstGeom>
            <a:noFill/>
            <a:ln w="9525">
              <a:noFill/>
              <a:miter lim="800000"/>
              <a:headEnd/>
              <a:tailEnd/>
            </a:ln>
          </p:spPr>
        </p:pic>
        <p:sp>
          <p:nvSpPr>
            <p:cNvPr id="13" name="Text Box 7"/>
            <p:cNvSpPr txBox="1">
              <a:spLocks noChangeArrowheads="1"/>
            </p:cNvSpPr>
            <p:nvPr/>
          </p:nvSpPr>
          <p:spPr bwMode="auto">
            <a:xfrm>
              <a:off x="1999" y="1603"/>
              <a:ext cx="707" cy="555"/>
            </a:xfrm>
            <a:prstGeom prst="rect">
              <a:avLst/>
            </a:prstGeom>
            <a:noFill/>
            <a:ln w="9525" algn="ctr">
              <a:noFill/>
              <a:miter lim="800000"/>
              <a:headEnd/>
              <a:tailEnd/>
            </a:ln>
          </p:spPr>
          <p:txBody>
            <a:bodyPr>
              <a:spAutoFit/>
            </a:bodyPr>
            <a:lstStyle/>
            <a:p>
              <a:pPr>
                <a:spcBef>
                  <a:spcPct val="50000"/>
                </a:spcBef>
              </a:pPr>
              <a:r>
                <a:rPr lang="it-IT" sz="1400" dirty="0">
                  <a:ea typeface="+mj-ea"/>
                  <a:cs typeface="Univers LT Std 47 Cn Lt"/>
                </a:rPr>
                <a:t>percentuale di acqua dolce e acqua salata nel tempo in una sezione</a:t>
              </a:r>
            </a:p>
          </p:txBody>
        </p:sp>
      </p:grpSp>
      <p:sp>
        <p:nvSpPr>
          <p:cNvPr id="14" name="Line 4"/>
          <p:cNvSpPr>
            <a:spLocks noChangeShapeType="1"/>
          </p:cNvSpPr>
          <p:nvPr/>
        </p:nvSpPr>
        <p:spPr bwMode="auto">
          <a:xfrm>
            <a:off x="3563888" y="4077072"/>
            <a:ext cx="1656184" cy="504056"/>
          </a:xfrm>
          <a:prstGeom prst="line">
            <a:avLst/>
          </a:prstGeom>
          <a:noFill/>
          <a:ln w="38100">
            <a:solidFill>
              <a:schemeClr val="tx1"/>
            </a:solidFill>
            <a:round/>
            <a:headEnd/>
            <a:tailEnd type="triangle" w="med" len="med"/>
          </a:ln>
        </p:spPr>
        <p:txBody>
          <a:bodyPr lIns="121917" tIns="60958" rIns="121917" bIns="60958"/>
          <a:lstStyle/>
          <a:p>
            <a:pPr>
              <a:defRPr/>
            </a:pPr>
            <a:endParaRPr lang="it-IT">
              <a:effectLst>
                <a:outerShdw blurRad="38100" dist="38100" dir="2700000" algn="tl">
                  <a:srgbClr val="000000">
                    <a:alpha val="43137"/>
                  </a:srgbClr>
                </a:outerShdw>
              </a:effectLst>
              <a:latin typeface="Arial" pitchFamily="34" charset="0"/>
            </a:endParaRPr>
          </a:p>
        </p:txBody>
      </p:sp>
      <p:pic>
        <p:nvPicPr>
          <p:cNvPr id="8" name="Picture 3" descr="Cartografia_Delta_cuneo"/>
          <p:cNvPicPr>
            <a:picLocks noGrp="1" noChangeAspect="1" noChangeArrowheads="1"/>
          </p:cNvPicPr>
          <p:nvPr>
            <p:ph idx="1"/>
          </p:nvPr>
        </p:nvPicPr>
        <p:blipFill>
          <a:blip r:embed="rId6" cstate="print"/>
          <a:srcRect/>
          <a:stretch>
            <a:fillRect/>
          </a:stretch>
        </p:blipFill>
        <p:spPr>
          <a:xfrm>
            <a:off x="0" y="188640"/>
            <a:ext cx="3227851" cy="2420888"/>
          </a:xfrm>
          <a:ln>
            <a:solidFill>
              <a:schemeClr val="tx1"/>
            </a:solidFill>
          </a:ln>
        </p:spPr>
      </p:pic>
    </p:spTree>
    <p:extLst>
      <p:ext uri="{BB962C8B-B14F-4D97-AF65-F5344CB8AC3E}">
        <p14:creationId xmlns:p14="http://schemas.microsoft.com/office/powerpoint/2010/main" val="1096784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egnaposto contenuto 3" descr="133px-Inquinamento_Fiume_Lambro.jpg"/>
          <p:cNvPicPr>
            <a:picLocks noGrp="1" noChangeAspect="1"/>
          </p:cNvPicPr>
          <p:nvPr>
            <p:ph idx="1"/>
          </p:nvPr>
        </p:nvPicPr>
        <p:blipFill>
          <a:blip r:embed="rId2" cstate="print"/>
          <a:stretch>
            <a:fillRect/>
          </a:stretch>
        </p:blipFill>
        <p:spPr>
          <a:xfrm>
            <a:off x="5652120" y="1340768"/>
            <a:ext cx="3143272" cy="4726725"/>
          </a:xfrm>
        </p:spPr>
      </p:pic>
      <p:pic>
        <p:nvPicPr>
          <p:cNvPr id="5" name="Immagine 4" descr="Chiazze_petrolio_sul_lambro.jpg"/>
          <p:cNvPicPr>
            <a:picLocks noChangeAspect="1"/>
          </p:cNvPicPr>
          <p:nvPr/>
        </p:nvPicPr>
        <p:blipFill>
          <a:blip r:embed="rId3" cstate="print"/>
          <a:stretch>
            <a:fillRect/>
          </a:stretch>
        </p:blipFill>
        <p:spPr>
          <a:xfrm>
            <a:off x="395536" y="1268760"/>
            <a:ext cx="4161951" cy="2774634"/>
          </a:xfrm>
          <a:prstGeom prst="rect">
            <a:avLst/>
          </a:prstGeom>
        </p:spPr>
      </p:pic>
      <p:sp>
        <p:nvSpPr>
          <p:cNvPr id="6" name="Rettangolo 5"/>
          <p:cNvSpPr/>
          <p:nvPr/>
        </p:nvSpPr>
        <p:spPr>
          <a:xfrm>
            <a:off x="107504" y="4149080"/>
            <a:ext cx="5357818" cy="2031325"/>
          </a:xfrm>
          <a:prstGeom prst="rect">
            <a:avLst/>
          </a:prstGeom>
        </p:spPr>
        <p:txBody>
          <a:bodyPr wrap="square">
            <a:spAutoFit/>
          </a:bodyPr>
          <a:lstStyle/>
          <a:p>
            <a:r>
              <a:rPr lang="it-IT" dirty="0" err="1"/>
              <a:t>ll</a:t>
            </a:r>
            <a:r>
              <a:rPr lang="it-IT" dirty="0"/>
              <a:t> disastro ebbe origine alle 3.30 della notte tra </a:t>
            </a:r>
            <a:r>
              <a:rPr lang="it-IT" dirty="0">
                <a:hlinkClick r:id="rId4" tooltip="Lunedì"/>
              </a:rPr>
              <a:t>lunedì</a:t>
            </a:r>
            <a:r>
              <a:rPr lang="it-IT" dirty="0"/>
              <a:t> 22 e </a:t>
            </a:r>
            <a:r>
              <a:rPr lang="it-IT" dirty="0">
                <a:hlinkClick r:id="rId5" tooltip="Martedì"/>
              </a:rPr>
              <a:t>martedì</a:t>
            </a:r>
            <a:r>
              <a:rPr lang="it-IT" dirty="0"/>
              <a:t> 23 febbraio </a:t>
            </a:r>
            <a:r>
              <a:rPr lang="it-IT" dirty="0">
                <a:hlinkClick r:id="rId6" tooltip="2010"/>
              </a:rPr>
              <a:t>2010</a:t>
            </a:r>
            <a:r>
              <a:rPr lang="it-IT" dirty="0"/>
              <a:t>, quando degli ignoti sabotatori entrarono nella "Lombarda Petroli” e svuotarono dolosamente il contenuto di sette "silos" carichi di petrolio per abitazioni e vari tipi di </a:t>
            </a:r>
            <a:r>
              <a:rPr lang="it-IT" dirty="0">
                <a:hlinkClick r:id="rId7" tooltip="Idrocarburi"/>
              </a:rPr>
              <a:t>idrocarburi</a:t>
            </a:r>
            <a:r>
              <a:rPr lang="it-IT" dirty="0"/>
              <a:t>, il tutto pari a circa 2,5 milioni di litri (pari a circa 170 autocisterne).</a:t>
            </a:r>
          </a:p>
        </p:txBody>
      </p:sp>
      <p:sp>
        <p:nvSpPr>
          <p:cNvPr id="7" name="Titolo 2"/>
          <p:cNvSpPr>
            <a:spLocks noGrp="1"/>
          </p:cNvSpPr>
          <p:nvPr>
            <p:ph type="title"/>
          </p:nvPr>
        </p:nvSpPr>
        <p:spPr>
          <a:xfrm>
            <a:off x="251520" y="-171400"/>
            <a:ext cx="8229600" cy="1143000"/>
          </a:xfrm>
        </p:spPr>
        <p:txBody>
          <a:bodyPr>
            <a:normAutofit/>
          </a:bodyPr>
          <a:lstStyle/>
          <a:p>
            <a:r>
              <a:rPr lang="it-IT" sz="2400" b="1" dirty="0"/>
              <a:t>Modellistica trasporto: propagazione dello sversamento di idrocarburi nel fiume Lambro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0674" name="po_demo3.avi">
            <a:hlinkClick r:id="" action="ppaction://media"/>
          </p:cNvPr>
          <p:cNvPicPr>
            <a:picLocks noGrp="1" noRot="1" noChangeAspect="1" noChangeArrowheads="1"/>
          </p:cNvPicPr>
          <p:nvPr>
            <p:ph idx="1"/>
            <a:videoFile r:link="rId1"/>
          </p:nvPr>
        </p:nvPicPr>
        <p:blipFill>
          <a:blip r:embed="rId3" cstate="print"/>
          <a:stretch>
            <a:fillRect/>
          </a:stretch>
        </p:blipFill>
        <p:spPr bwMode="auto">
          <a:xfrm>
            <a:off x="500034" y="1500174"/>
            <a:ext cx="8226425" cy="4306888"/>
          </a:xfrm>
          <a:noFill/>
        </p:spPr>
      </p:pic>
      <p:sp>
        <p:nvSpPr>
          <p:cNvPr id="5" name="Rettangolo 4"/>
          <p:cNvSpPr/>
          <p:nvPr/>
        </p:nvSpPr>
        <p:spPr>
          <a:xfrm>
            <a:off x="323528" y="404664"/>
            <a:ext cx="8358246" cy="553998"/>
          </a:xfrm>
          <a:prstGeom prst="rect">
            <a:avLst/>
          </a:prstGeom>
        </p:spPr>
        <p:txBody>
          <a:bodyPr wrap="square">
            <a:spAutoFit/>
          </a:bodyPr>
          <a:lstStyle/>
          <a:p>
            <a:pPr algn="ctr"/>
            <a:r>
              <a:rPr lang="it-IT" sz="3000" b="1" dirty="0"/>
              <a:t>WATER QUALITY MODELLING</a:t>
            </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4067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40674"/>
                                        </p:tgtEl>
                                      </p:cBhvr>
                                    </p:cmd>
                                  </p:childTnLst>
                                </p:cTn>
                              </p:par>
                            </p:childTnLst>
                          </p:cTn>
                        </p:par>
                      </p:childTnLst>
                    </p:cTn>
                  </p:par>
                </p:childTnLst>
              </p:cTn>
              <p:nextCondLst>
                <p:cond evt="onClick" delay="0">
                  <p:tgtEl>
                    <p:spTgt spid="540674"/>
                  </p:tgtEl>
                </p:cond>
              </p:nextCondLst>
            </p:seq>
            <p:video>
              <p:cMediaNode>
                <p:cTn id="7" fill="hold" display="0">
                  <p:stCondLst>
                    <p:cond delay="indefinite"/>
                  </p:stCondLst>
                  <p:endCondLst>
                    <p:cond evt="onNext" delay="0">
                      <p:tgtEl>
                        <p:sldTgt/>
                      </p:tgtEl>
                    </p:cond>
                    <p:cond evt="onPrev" delay="0">
                      <p:tgtEl>
                        <p:sldTgt/>
                      </p:tgtEl>
                    </p:cond>
                  </p:endCondLst>
                </p:cTn>
                <p:tgtEl>
                  <p:spTgt spid="540674"/>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4838" name="Rectangle 6"/>
          <p:cNvSpPr>
            <a:spLocks noGrp="1" noChangeArrowheads="1"/>
          </p:cNvSpPr>
          <p:nvPr>
            <p:ph type="title"/>
          </p:nvPr>
        </p:nvSpPr>
        <p:spPr>
          <a:xfrm>
            <a:off x="683568" y="260648"/>
            <a:ext cx="7772400" cy="503238"/>
          </a:xfrm>
        </p:spPr>
        <p:txBody>
          <a:bodyPr>
            <a:normAutofit fontScale="90000"/>
          </a:bodyPr>
          <a:lstStyle/>
          <a:p>
            <a:r>
              <a:rPr lang="it-IT" sz="3200" dirty="0"/>
              <a:t>SAMPLING</a:t>
            </a:r>
          </a:p>
        </p:txBody>
      </p:sp>
      <p:pic>
        <p:nvPicPr>
          <p:cNvPr id="1144841" name="Picture 9"/>
          <p:cNvPicPr>
            <a:picLocks noChangeAspect="1" noChangeArrowheads="1"/>
          </p:cNvPicPr>
          <p:nvPr/>
        </p:nvPicPr>
        <p:blipFill>
          <a:blip r:embed="rId2" cstate="print"/>
          <a:srcRect/>
          <a:stretch>
            <a:fillRect/>
          </a:stretch>
        </p:blipFill>
        <p:spPr bwMode="auto">
          <a:xfrm>
            <a:off x="0" y="836712"/>
            <a:ext cx="7416800" cy="5446713"/>
          </a:xfrm>
          <a:prstGeom prst="rect">
            <a:avLst/>
          </a:prstGeom>
          <a:noFill/>
          <a:ln w="38100" algn="ctr">
            <a:noFill/>
            <a:miter lim="800000"/>
            <a:headEnd/>
            <a:tailEnd/>
          </a:ln>
          <a:effectLst/>
        </p:spPr>
      </p:pic>
      <p:pic>
        <p:nvPicPr>
          <p:cNvPr id="5123" name="Picture 3"/>
          <p:cNvPicPr>
            <a:picLocks noChangeAspect="1" noChangeArrowheads="1"/>
          </p:cNvPicPr>
          <p:nvPr/>
        </p:nvPicPr>
        <p:blipFill>
          <a:blip r:embed="rId3" cstate="print"/>
          <a:srcRect l="75000" t="50351" r="6250" b="3807"/>
          <a:stretch>
            <a:fillRect/>
          </a:stretch>
        </p:blipFill>
        <p:spPr bwMode="auto">
          <a:xfrm>
            <a:off x="7524328" y="1052736"/>
            <a:ext cx="1499048" cy="285752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251520" y="44624"/>
            <a:ext cx="8435280" cy="648072"/>
          </a:xfrm>
        </p:spPr>
        <p:txBody>
          <a:bodyPr>
            <a:normAutofit/>
          </a:bodyPr>
          <a:lstStyle/>
          <a:p>
            <a:r>
              <a:rPr lang="it-IT" sz="2800" b="1" dirty="0"/>
              <a:t>BULLETIN FOR WATER QUALITY SAMPLING</a:t>
            </a:r>
          </a:p>
        </p:txBody>
      </p:sp>
      <p:pic>
        <p:nvPicPr>
          <p:cNvPr id="70659" name="Picture 3"/>
          <p:cNvPicPr>
            <a:picLocks noChangeAspect="1" noChangeArrowheads="1"/>
          </p:cNvPicPr>
          <p:nvPr/>
        </p:nvPicPr>
        <p:blipFill>
          <a:blip r:embed="rId2" cstate="print"/>
          <a:srcRect l="24117" t="17110" r="28577" b="13223"/>
          <a:stretch>
            <a:fillRect/>
          </a:stretch>
        </p:blipFill>
        <p:spPr bwMode="auto">
          <a:xfrm>
            <a:off x="971600" y="620688"/>
            <a:ext cx="7056784" cy="5681849"/>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Grafico 9"/>
          <p:cNvGraphicFramePr/>
          <p:nvPr/>
        </p:nvGraphicFramePr>
        <p:xfrm>
          <a:off x="0" y="1268760"/>
          <a:ext cx="9191625" cy="5143499"/>
        </p:xfrm>
        <a:graphic>
          <a:graphicData uri="http://schemas.openxmlformats.org/drawingml/2006/chart">
            <c:chart xmlns:c="http://schemas.openxmlformats.org/drawingml/2006/chart" xmlns:r="http://schemas.openxmlformats.org/officeDocument/2006/relationships" r:id="rId2"/>
          </a:graphicData>
        </a:graphic>
      </p:graphicFrame>
      <p:sp>
        <p:nvSpPr>
          <p:cNvPr id="5" name="Stella a 7 punte 4"/>
          <p:cNvSpPr/>
          <p:nvPr/>
        </p:nvSpPr>
        <p:spPr>
          <a:xfrm>
            <a:off x="5076056" y="2780928"/>
            <a:ext cx="357190" cy="414334"/>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Stella a 7 punte 5"/>
          <p:cNvSpPr/>
          <p:nvPr/>
        </p:nvSpPr>
        <p:spPr>
          <a:xfrm>
            <a:off x="5652120" y="3068960"/>
            <a:ext cx="357190" cy="414334"/>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Stella a 7 punte 6"/>
          <p:cNvSpPr/>
          <p:nvPr/>
        </p:nvSpPr>
        <p:spPr>
          <a:xfrm>
            <a:off x="5436096" y="1988840"/>
            <a:ext cx="357190" cy="414334"/>
          </a:xfrm>
          <a:prstGeom prst="star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Rectangle 3"/>
          <p:cNvSpPr>
            <a:spLocks noChangeArrowheads="1"/>
          </p:cNvSpPr>
          <p:nvPr/>
        </p:nvSpPr>
        <p:spPr bwMode="auto">
          <a:xfrm>
            <a:off x="179512" y="0"/>
            <a:ext cx="8627616" cy="1124744"/>
          </a:xfrm>
          <a:prstGeom prst="rect">
            <a:avLst/>
          </a:prstGeom>
          <a:noFill/>
          <a:ln w="9525">
            <a:noFill/>
            <a:miter lim="800000"/>
            <a:headEnd/>
            <a:tailEnd/>
          </a:ln>
          <a:effectLst/>
        </p:spPr>
        <p:txBody>
          <a:bodyPr anchor="ctr"/>
          <a:lstStyle/>
          <a:p>
            <a:pPr algn="ctr">
              <a:defRPr/>
            </a:pPr>
            <a:r>
              <a:rPr lang="it-IT" sz="3200" b="1" dirty="0">
                <a:solidFill>
                  <a:schemeClr val="tx1">
                    <a:alpha val="100000"/>
                  </a:schemeClr>
                </a:solidFill>
                <a:latin typeface="+mj-lt"/>
              </a:rPr>
              <a:t>SAMPLING DURING A FLOOD EVENT</a:t>
            </a:r>
          </a:p>
        </p:txBody>
      </p:sp>
      <p:sp>
        <p:nvSpPr>
          <p:cNvPr id="13" name="CasellaDiTesto 12"/>
          <p:cNvSpPr txBox="1"/>
          <p:nvPr/>
        </p:nvSpPr>
        <p:spPr>
          <a:xfrm>
            <a:off x="3491880" y="2708920"/>
            <a:ext cx="1584176" cy="369332"/>
          </a:xfrm>
          <a:prstGeom prst="rect">
            <a:avLst/>
          </a:prstGeom>
          <a:noFill/>
        </p:spPr>
        <p:txBody>
          <a:bodyPr wrap="square" rtlCol="0">
            <a:spAutoFit/>
          </a:bodyPr>
          <a:lstStyle/>
          <a:p>
            <a:r>
              <a:rPr lang="it-IT" dirty="0" err="1">
                <a:solidFill>
                  <a:schemeClr val="accent1"/>
                </a:solidFill>
              </a:rPr>
              <a:t>Rising</a:t>
            </a:r>
            <a:endParaRPr lang="it-IT" dirty="0">
              <a:solidFill>
                <a:schemeClr val="accent1"/>
              </a:solidFill>
            </a:endParaRPr>
          </a:p>
        </p:txBody>
      </p:sp>
      <p:sp>
        <p:nvSpPr>
          <p:cNvPr id="14" name="CasellaDiTesto 13"/>
          <p:cNvSpPr txBox="1"/>
          <p:nvPr/>
        </p:nvSpPr>
        <p:spPr>
          <a:xfrm>
            <a:off x="5724128" y="1916832"/>
            <a:ext cx="1584176" cy="369332"/>
          </a:xfrm>
          <a:prstGeom prst="rect">
            <a:avLst/>
          </a:prstGeom>
          <a:noFill/>
        </p:spPr>
        <p:txBody>
          <a:bodyPr wrap="square" rtlCol="0">
            <a:spAutoFit/>
          </a:bodyPr>
          <a:lstStyle/>
          <a:p>
            <a:r>
              <a:rPr lang="it-IT" dirty="0">
                <a:solidFill>
                  <a:schemeClr val="accent1"/>
                </a:solidFill>
              </a:rPr>
              <a:t>Peak</a:t>
            </a:r>
          </a:p>
        </p:txBody>
      </p:sp>
      <p:sp>
        <p:nvSpPr>
          <p:cNvPr id="15" name="CasellaDiTesto 14"/>
          <p:cNvSpPr txBox="1"/>
          <p:nvPr/>
        </p:nvSpPr>
        <p:spPr>
          <a:xfrm>
            <a:off x="5940152" y="2852936"/>
            <a:ext cx="1584176" cy="369332"/>
          </a:xfrm>
          <a:prstGeom prst="rect">
            <a:avLst/>
          </a:prstGeom>
          <a:noFill/>
        </p:spPr>
        <p:txBody>
          <a:bodyPr wrap="square" rtlCol="0">
            <a:spAutoFit/>
          </a:bodyPr>
          <a:lstStyle/>
          <a:p>
            <a:r>
              <a:rPr lang="it-IT" dirty="0" err="1">
                <a:solidFill>
                  <a:schemeClr val="accent1"/>
                </a:solidFill>
              </a:rPr>
              <a:t>Recession</a:t>
            </a:r>
            <a:endParaRPr lang="it-IT"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0-#ppt_w/2"/>
                                          </p:val>
                                        </p:tav>
                                        <p:tav tm="100000">
                                          <p:val>
                                            <p:strVal val="#ppt_x"/>
                                          </p:val>
                                        </p:tav>
                                      </p:tavLst>
                                    </p:anim>
                                    <p:anim calcmode="lin" valueType="num">
                                      <p:cBhvr additive="base">
                                        <p:cTn id="12"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1+#ppt_w/2"/>
                                          </p:val>
                                        </p:tav>
                                        <p:tav tm="100000">
                                          <p:val>
                                            <p:strVal val="#ppt_x"/>
                                          </p:val>
                                        </p:tav>
                                      </p:tavLst>
                                    </p:anim>
                                    <p:anim calcmode="lin" valueType="num">
                                      <p:cBhvr additive="base">
                                        <p:cTn id="28" dur="500" fill="hold"/>
                                        <p:tgtEl>
                                          <p:spTgt spid="6"/>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1+#ppt_w/2"/>
                                          </p:val>
                                        </p:tav>
                                        <p:tav tm="100000">
                                          <p:val>
                                            <p:strVal val="#ppt_x"/>
                                          </p:val>
                                        </p:tav>
                                      </p:tavLst>
                                    </p:anim>
                                    <p:anim calcmode="lin" valueType="num">
                                      <p:cBhvr additive="base">
                                        <p:cTn id="32"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3" grpId="0"/>
      <p:bldP spid="14" grpId="0"/>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1"/>
          <p:cNvPicPr>
            <a:picLocks noChangeAspect="1" noChangeArrowheads="1"/>
          </p:cNvPicPr>
          <p:nvPr/>
        </p:nvPicPr>
        <p:blipFill>
          <a:blip r:embed="rId2" cstate="print"/>
          <a:srcRect l="35742" t="12775" r="39062" b="4559"/>
          <a:stretch>
            <a:fillRect/>
          </a:stretch>
        </p:blipFill>
        <p:spPr bwMode="auto">
          <a:xfrm>
            <a:off x="275205" y="771235"/>
            <a:ext cx="2562178" cy="5938659"/>
          </a:xfrm>
          <a:prstGeom prst="rect">
            <a:avLst/>
          </a:prstGeom>
          <a:noFill/>
          <a:ln w="9525">
            <a:noFill/>
            <a:miter lim="800000"/>
            <a:headEnd/>
            <a:tailEnd/>
          </a:ln>
          <a:effectLst/>
        </p:spPr>
      </p:pic>
      <p:sp>
        <p:nvSpPr>
          <p:cNvPr id="4" name="Titolo 2"/>
          <p:cNvSpPr>
            <a:spLocks noGrp="1"/>
          </p:cNvSpPr>
          <p:nvPr>
            <p:ph type="title"/>
          </p:nvPr>
        </p:nvSpPr>
        <p:spPr>
          <a:xfrm>
            <a:off x="1497950" y="-2270"/>
            <a:ext cx="6263818" cy="648072"/>
          </a:xfrm>
        </p:spPr>
        <p:txBody>
          <a:bodyPr>
            <a:normAutofit/>
          </a:bodyPr>
          <a:lstStyle/>
          <a:p>
            <a:r>
              <a:rPr lang="it-IT" sz="2800" b="1" dirty="0"/>
              <a:t>A DYNAMIC GUIDED SAMPLING</a:t>
            </a:r>
          </a:p>
        </p:txBody>
      </p:sp>
      <p:pic>
        <p:nvPicPr>
          <p:cNvPr id="7" name="Picture 1">
            <a:extLst>
              <a:ext uri="{FF2B5EF4-FFF2-40B4-BE49-F238E27FC236}">
                <a16:creationId xmlns:a16="http://schemas.microsoft.com/office/drawing/2014/main" id="{B29CBEB5-C56A-4C4E-83EE-036732C79DFA}"/>
              </a:ext>
            </a:extLst>
          </p:cNvPr>
          <p:cNvPicPr>
            <a:picLocks noChangeAspect="1" noChangeArrowheads="1"/>
          </p:cNvPicPr>
          <p:nvPr/>
        </p:nvPicPr>
        <p:blipFill>
          <a:blip r:embed="rId3" cstate="print"/>
          <a:srcRect l="33398" t="14278" r="37305" b="14328"/>
          <a:stretch>
            <a:fillRect/>
          </a:stretch>
        </p:blipFill>
        <p:spPr bwMode="auto">
          <a:xfrm>
            <a:off x="2837383" y="707064"/>
            <a:ext cx="3237334" cy="6150935"/>
          </a:xfrm>
          <a:prstGeom prst="rect">
            <a:avLst/>
          </a:prstGeom>
          <a:noFill/>
          <a:ln w="9525">
            <a:noFill/>
            <a:miter lim="800000"/>
            <a:headEnd/>
            <a:tailEnd/>
          </a:ln>
          <a:effectLst/>
        </p:spPr>
      </p:pic>
      <p:pic>
        <p:nvPicPr>
          <p:cNvPr id="8" name="Picture 1">
            <a:extLst>
              <a:ext uri="{FF2B5EF4-FFF2-40B4-BE49-F238E27FC236}">
                <a16:creationId xmlns:a16="http://schemas.microsoft.com/office/drawing/2014/main" id="{905E6238-AF55-4F6D-ADA8-AA7F315A2A32}"/>
              </a:ext>
            </a:extLst>
          </p:cNvPr>
          <p:cNvPicPr>
            <a:picLocks noChangeAspect="1" noChangeArrowheads="1"/>
          </p:cNvPicPr>
          <p:nvPr/>
        </p:nvPicPr>
        <p:blipFill>
          <a:blip r:embed="rId4" cstate="print"/>
          <a:srcRect l="35742" t="13527" r="39062" b="5310"/>
          <a:stretch>
            <a:fillRect/>
          </a:stretch>
        </p:blipFill>
        <p:spPr bwMode="auto">
          <a:xfrm>
            <a:off x="6074717" y="707065"/>
            <a:ext cx="2947315" cy="615093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txBox="1">
            <a:spLocks/>
          </p:cNvSpPr>
          <p:nvPr/>
        </p:nvSpPr>
        <p:spPr>
          <a:xfrm>
            <a:off x="0" y="1"/>
            <a:ext cx="9144000" cy="620687"/>
          </a:xfrm>
          <a:prstGeom prst="rect">
            <a:avLst/>
          </a:prstGeom>
        </p:spPr>
        <p:txBody>
          <a:bodyP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it-IT" sz="3200" b="1" i="0" u="none" strike="noStrike" kern="1200" cap="none" spc="0" normalizeH="0" baseline="0" noProof="0" dirty="0">
                <a:ln>
                  <a:noFill/>
                </a:ln>
                <a:solidFill>
                  <a:schemeClr val="accent5">
                    <a:lumMod val="50000"/>
                  </a:schemeClr>
                </a:solidFill>
                <a:effectLst/>
                <a:uLnTx/>
                <a:uFillTx/>
                <a:latin typeface="+mn-lt"/>
                <a:ea typeface="+mn-ea"/>
                <a:cs typeface="+mn-cs"/>
              </a:rPr>
              <a:t>OPERATIONAL MONITORING </a:t>
            </a:r>
            <a:r>
              <a:rPr kumimoji="0" lang="it-IT" sz="3200" b="1" i="0" u="none" strike="noStrike" kern="1200" cap="none" spc="0" normalizeH="0" noProof="0" dirty="0">
                <a:ln>
                  <a:noFill/>
                </a:ln>
                <a:solidFill>
                  <a:schemeClr val="accent5">
                    <a:lumMod val="50000"/>
                  </a:schemeClr>
                </a:solidFill>
                <a:effectLst/>
                <a:uLnTx/>
                <a:uFillTx/>
                <a:latin typeface="+mn-lt"/>
                <a:ea typeface="+mn-ea"/>
                <a:cs typeface="+mn-cs"/>
              </a:rPr>
              <a:t>AND MODELLING</a:t>
            </a:r>
            <a:endParaRPr kumimoji="0" lang="it-IT" sz="3200" b="1" i="0" u="none" strike="noStrike" kern="1200" cap="none" spc="0" normalizeH="0" baseline="0" noProof="0" dirty="0">
              <a:ln>
                <a:noFill/>
              </a:ln>
              <a:solidFill>
                <a:schemeClr val="accent5">
                  <a:lumMod val="50000"/>
                </a:schemeClr>
              </a:solidFill>
              <a:effectLst/>
              <a:uLnTx/>
              <a:uFillTx/>
              <a:latin typeface="+mn-lt"/>
              <a:ea typeface="+mn-ea"/>
              <a:cs typeface="+mn-cs"/>
            </a:endParaRPr>
          </a:p>
        </p:txBody>
      </p:sp>
      <p:pic>
        <p:nvPicPr>
          <p:cNvPr id="1026" name="Picture 2"/>
          <p:cNvPicPr>
            <a:picLocks noChangeAspect="1" noChangeArrowheads="1"/>
          </p:cNvPicPr>
          <p:nvPr/>
        </p:nvPicPr>
        <p:blipFill>
          <a:blip r:embed="rId2" cstate="print"/>
          <a:srcRect l="22443" t="17797" r="6092" b="14282"/>
          <a:stretch>
            <a:fillRect/>
          </a:stretch>
        </p:blipFill>
        <p:spPr bwMode="auto">
          <a:xfrm>
            <a:off x="107504" y="548680"/>
            <a:ext cx="4104456" cy="2520280"/>
          </a:xfrm>
          <a:prstGeom prst="rect">
            <a:avLst/>
          </a:prstGeom>
          <a:noFill/>
          <a:ln w="9525">
            <a:solidFill>
              <a:schemeClr val="accent1"/>
            </a:solidFill>
            <a:miter lim="800000"/>
            <a:headEnd/>
            <a:tailEnd/>
          </a:ln>
        </p:spPr>
      </p:pic>
      <p:pic>
        <p:nvPicPr>
          <p:cNvPr id="6" name="Picture 2"/>
          <p:cNvPicPr>
            <a:picLocks noChangeAspect="1" noChangeArrowheads="1"/>
          </p:cNvPicPr>
          <p:nvPr/>
        </p:nvPicPr>
        <p:blipFill>
          <a:blip r:embed="rId3" cstate="print"/>
          <a:srcRect l="21853" t="19195" r="7273" b="13622"/>
          <a:stretch>
            <a:fillRect/>
          </a:stretch>
        </p:blipFill>
        <p:spPr bwMode="auto">
          <a:xfrm>
            <a:off x="4355976" y="548680"/>
            <a:ext cx="4608512" cy="2520280"/>
          </a:xfrm>
          <a:prstGeom prst="rect">
            <a:avLst/>
          </a:prstGeom>
          <a:noFill/>
          <a:ln w="9525">
            <a:solidFill>
              <a:schemeClr val="accent5">
                <a:lumMod val="75000"/>
              </a:schemeClr>
            </a:solidFill>
            <a:miter lim="800000"/>
            <a:headEnd/>
            <a:tailEnd/>
          </a:ln>
        </p:spPr>
      </p:pic>
      <p:pic>
        <p:nvPicPr>
          <p:cNvPr id="10" name="Picture 2" descr="U:\Educazione Ambientale\Scuola Elementare\Presentazioni Terza Elementare\Immagini\CosmoFEWS.png"/>
          <p:cNvPicPr>
            <a:picLocks noChangeAspect="1" noChangeArrowheads="1"/>
          </p:cNvPicPr>
          <p:nvPr/>
        </p:nvPicPr>
        <p:blipFill>
          <a:blip r:embed="rId4" cstate="print"/>
          <a:srcRect/>
          <a:stretch>
            <a:fillRect/>
          </a:stretch>
        </p:blipFill>
        <p:spPr bwMode="auto">
          <a:xfrm>
            <a:off x="5868144" y="3429000"/>
            <a:ext cx="1513820" cy="825516"/>
          </a:xfrm>
          <a:prstGeom prst="rect">
            <a:avLst/>
          </a:prstGeom>
          <a:noFill/>
        </p:spPr>
      </p:pic>
      <p:pic>
        <p:nvPicPr>
          <p:cNvPr id="11" name="Immagine 12"/>
          <p:cNvPicPr>
            <a:picLocks noChangeAspect="1" noChangeArrowheads="1"/>
          </p:cNvPicPr>
          <p:nvPr/>
        </p:nvPicPr>
        <p:blipFill>
          <a:blip r:embed="rId5" cstate="print"/>
          <a:srcRect/>
          <a:stretch>
            <a:fillRect/>
          </a:stretch>
        </p:blipFill>
        <p:spPr bwMode="auto">
          <a:xfrm>
            <a:off x="7308304" y="3212976"/>
            <a:ext cx="1743785" cy="975152"/>
          </a:xfrm>
          <a:prstGeom prst="rect">
            <a:avLst/>
          </a:prstGeom>
          <a:noFill/>
          <a:ln w="9525">
            <a:noFill/>
            <a:miter lim="800000"/>
            <a:headEnd/>
            <a:tailEnd/>
          </a:ln>
        </p:spPr>
      </p:pic>
      <p:pic>
        <p:nvPicPr>
          <p:cNvPr id="14" name="Picture 2"/>
          <p:cNvPicPr>
            <a:picLocks noChangeArrowheads="1"/>
          </p:cNvPicPr>
          <p:nvPr/>
        </p:nvPicPr>
        <p:blipFill>
          <a:blip r:embed="rId6" cstate="print"/>
          <a:srcRect/>
          <a:stretch>
            <a:fillRect/>
          </a:stretch>
        </p:blipFill>
        <p:spPr bwMode="auto">
          <a:xfrm>
            <a:off x="7524328" y="4077072"/>
            <a:ext cx="1423004" cy="602627"/>
          </a:xfrm>
          <a:prstGeom prst="rect">
            <a:avLst/>
          </a:prstGeom>
          <a:noFill/>
          <a:ln w="9525">
            <a:noFill/>
            <a:miter lim="800000"/>
            <a:headEnd/>
            <a:tailEnd/>
          </a:ln>
        </p:spPr>
      </p:pic>
      <p:pic>
        <p:nvPicPr>
          <p:cNvPr id="5" name="Picture 4" descr="S:\scambio\x Franca\enry\DSC_0082.JPG"/>
          <p:cNvPicPr>
            <a:picLocks noChangeAspect="1" noChangeArrowheads="1"/>
          </p:cNvPicPr>
          <p:nvPr/>
        </p:nvPicPr>
        <p:blipFill>
          <a:blip r:embed="rId7" cstate="print"/>
          <a:srcRect/>
          <a:stretch>
            <a:fillRect/>
          </a:stretch>
        </p:blipFill>
        <p:spPr bwMode="auto">
          <a:xfrm>
            <a:off x="1475656" y="3212976"/>
            <a:ext cx="936104" cy="1152128"/>
          </a:xfrm>
          <a:prstGeom prst="rect">
            <a:avLst/>
          </a:prstGeom>
          <a:ln>
            <a:noFill/>
          </a:ln>
          <a:effectLst>
            <a:outerShdw blurRad="292100" dist="139700" dir="2700000" algn="tl" rotWithShape="0">
              <a:srgbClr val="333333">
                <a:alpha val="65000"/>
              </a:srgbClr>
            </a:outerShdw>
          </a:effectLst>
        </p:spPr>
      </p:pic>
      <p:pic>
        <p:nvPicPr>
          <p:cNvPr id="8" name="Immagine 7" descr="20140917_Cremona (6).JPG"/>
          <p:cNvPicPr>
            <a:picLocks noChangeAspect="1"/>
          </p:cNvPicPr>
          <p:nvPr/>
        </p:nvPicPr>
        <p:blipFill>
          <a:blip r:embed="rId8" cstate="print"/>
          <a:stretch>
            <a:fillRect/>
          </a:stretch>
        </p:blipFill>
        <p:spPr>
          <a:xfrm>
            <a:off x="179512" y="4293096"/>
            <a:ext cx="2074021" cy="1368152"/>
          </a:xfrm>
          <a:prstGeom prst="rect">
            <a:avLst/>
          </a:prstGeom>
          <a:ln>
            <a:noFill/>
          </a:ln>
          <a:effectLst>
            <a:outerShdw blurRad="292100" dist="139700" dir="2700000" algn="tl" rotWithShape="0">
              <a:srgbClr val="333333">
                <a:alpha val="65000"/>
              </a:srgbClr>
            </a:outerShdw>
          </a:effectLst>
        </p:spPr>
      </p:pic>
      <p:pic>
        <p:nvPicPr>
          <p:cNvPr id="13" name="Picture 3"/>
          <p:cNvPicPr>
            <a:picLocks noChangeAspect="1" noChangeArrowheads="1"/>
          </p:cNvPicPr>
          <p:nvPr/>
        </p:nvPicPr>
        <p:blipFill>
          <a:blip r:embed="rId9" cstate="print"/>
          <a:srcRect l="7760" t="9699" r="6885" b="7855"/>
          <a:stretch>
            <a:fillRect/>
          </a:stretch>
        </p:blipFill>
        <p:spPr bwMode="auto">
          <a:xfrm>
            <a:off x="6444208" y="4077072"/>
            <a:ext cx="1440160" cy="1011793"/>
          </a:xfrm>
          <a:prstGeom prst="rect">
            <a:avLst/>
          </a:prstGeom>
          <a:noFill/>
          <a:ln w="9525">
            <a:noFill/>
            <a:miter lim="800000"/>
            <a:headEnd/>
            <a:tailEnd/>
          </a:ln>
        </p:spPr>
      </p:pic>
      <p:pic>
        <p:nvPicPr>
          <p:cNvPr id="10242" name="Picture 2" descr="http://archives.sundayobserver.lk/2013/01/06/z_jun-p05-Ecosystems.jpg"/>
          <p:cNvPicPr>
            <a:picLocks noChangeAspect="1" noChangeArrowheads="1"/>
          </p:cNvPicPr>
          <p:nvPr/>
        </p:nvPicPr>
        <p:blipFill>
          <a:blip r:embed="rId10" cstate="print"/>
          <a:srcRect/>
          <a:stretch>
            <a:fillRect/>
          </a:stretch>
        </p:blipFill>
        <p:spPr bwMode="auto">
          <a:xfrm>
            <a:off x="2411760" y="3068960"/>
            <a:ext cx="3816424" cy="3789040"/>
          </a:xfrm>
          <a:prstGeom prst="ellipse">
            <a:avLst/>
          </a:prstGeom>
          <a:ln>
            <a:noFill/>
          </a:ln>
          <a:effectLst>
            <a:softEdge rad="112500"/>
          </a:effectLst>
        </p:spPr>
      </p:pic>
      <p:sp>
        <p:nvSpPr>
          <p:cNvPr id="25" name="CasellaDiTesto 24"/>
          <p:cNvSpPr txBox="1"/>
          <p:nvPr/>
        </p:nvSpPr>
        <p:spPr>
          <a:xfrm>
            <a:off x="3635896" y="5949280"/>
            <a:ext cx="1800200" cy="400110"/>
          </a:xfrm>
          <a:prstGeom prst="rect">
            <a:avLst/>
          </a:prstGeom>
          <a:solidFill>
            <a:schemeClr val="accent6">
              <a:lumMod val="60000"/>
              <a:lumOff val="40000"/>
            </a:schemeClr>
          </a:solidFill>
        </p:spPr>
        <p:txBody>
          <a:bodyPr wrap="square" rtlCol="0">
            <a:spAutoFit/>
          </a:bodyPr>
          <a:lstStyle/>
          <a:p>
            <a:pPr algn="ctr"/>
            <a:r>
              <a:rPr lang="it-IT" sz="2000" dirty="0">
                <a:ln w="18415" cmpd="sng">
                  <a:solidFill>
                    <a:srgbClr val="FFFFFF"/>
                  </a:solidFill>
                  <a:prstDash val="solid"/>
                </a:ln>
                <a:solidFill>
                  <a:srgbClr val="FFFFFF"/>
                </a:solidFill>
                <a:effectLst>
                  <a:outerShdw blurRad="63500" dir="3600000" algn="tl" rotWithShape="0">
                    <a:srgbClr val="000000">
                      <a:alpha val="70000"/>
                    </a:srgbClr>
                  </a:outerShdw>
                </a:effectLst>
              </a:rPr>
              <a:t>E-FLOW</a:t>
            </a:r>
          </a:p>
        </p:txBody>
      </p:sp>
      <p:pic>
        <p:nvPicPr>
          <p:cNvPr id="12" name="Picture 2"/>
          <p:cNvPicPr>
            <a:picLocks noChangeAspect="1" noChangeArrowheads="1"/>
          </p:cNvPicPr>
          <p:nvPr/>
        </p:nvPicPr>
        <p:blipFill>
          <a:blip r:embed="rId11" cstate="print"/>
          <a:srcRect l="9504" t="7920" r="8125" b="8917"/>
          <a:stretch>
            <a:fillRect/>
          </a:stretch>
        </p:blipFill>
        <p:spPr bwMode="auto">
          <a:xfrm>
            <a:off x="7308304" y="4725144"/>
            <a:ext cx="1562470" cy="1076653"/>
          </a:xfrm>
          <a:prstGeom prst="rect">
            <a:avLst/>
          </a:prstGeom>
          <a:noFill/>
          <a:ln w="9525">
            <a:noFill/>
            <a:miter lim="800000"/>
            <a:headEnd/>
            <a:tailEnd/>
          </a:ln>
        </p:spPr>
      </p:pic>
      <p:pic>
        <p:nvPicPr>
          <p:cNvPr id="7" name="Picture 8" descr="Case Bonini 20_03_07 (15)"/>
          <p:cNvPicPr>
            <a:picLocks noChangeAspect="1" noChangeArrowheads="1"/>
          </p:cNvPicPr>
          <p:nvPr/>
        </p:nvPicPr>
        <p:blipFill>
          <a:blip r:embed="rId12" cstate="print"/>
          <a:srcRect l="13570" r="18583"/>
          <a:stretch>
            <a:fillRect/>
          </a:stretch>
        </p:blipFill>
        <p:spPr>
          <a:xfrm>
            <a:off x="251520" y="3284984"/>
            <a:ext cx="1008112" cy="1152128"/>
          </a:xfrm>
          <a:prstGeom prst="rect">
            <a:avLst/>
          </a:prstGeom>
          <a:ln>
            <a:noFill/>
          </a:ln>
          <a:effectLst>
            <a:outerShdw blurRad="292100" dist="139700" dir="2700000" algn="tl" rotWithShape="0">
              <a:srgbClr val="333333">
                <a:alpha val="65000"/>
              </a:srgbClr>
            </a:outerShdw>
          </a:effectLst>
        </p:spPr>
      </p:pic>
      <p:sp>
        <p:nvSpPr>
          <p:cNvPr id="26" name="Pentagono 25"/>
          <p:cNvSpPr/>
          <p:nvPr/>
        </p:nvSpPr>
        <p:spPr>
          <a:xfrm>
            <a:off x="179512" y="5877272"/>
            <a:ext cx="3312368" cy="504056"/>
          </a:xfrm>
          <a:prstGeom prst="homePlat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7" name="Pentagono 26"/>
          <p:cNvSpPr/>
          <p:nvPr/>
        </p:nvSpPr>
        <p:spPr>
          <a:xfrm flipH="1">
            <a:off x="5508104" y="5877272"/>
            <a:ext cx="3384376" cy="504056"/>
          </a:xfrm>
          <a:prstGeom prst="homePlate">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9" name="CasellaDiTesto 28"/>
          <p:cNvSpPr txBox="1"/>
          <p:nvPr/>
        </p:nvSpPr>
        <p:spPr>
          <a:xfrm>
            <a:off x="395536" y="5949280"/>
            <a:ext cx="2160240" cy="400110"/>
          </a:xfrm>
          <a:prstGeom prst="rect">
            <a:avLst/>
          </a:prstGeom>
          <a:noFill/>
        </p:spPr>
        <p:txBody>
          <a:bodyPr wrap="square" rtlCol="0">
            <a:spAutoFit/>
          </a:bodyPr>
          <a:lstStyle/>
          <a:p>
            <a:r>
              <a:rPr lang="it-IT" sz="2000" dirty="0">
                <a:ln w="18415" cmpd="sng">
                  <a:solidFill>
                    <a:srgbClr val="FFFFFF"/>
                  </a:solidFill>
                  <a:prstDash val="solid"/>
                </a:ln>
                <a:solidFill>
                  <a:srgbClr val="FFFFFF"/>
                </a:solidFill>
                <a:effectLst>
                  <a:outerShdw blurRad="63500" dir="3600000" algn="tl" rotWithShape="0">
                    <a:srgbClr val="000000">
                      <a:alpha val="70000"/>
                    </a:srgbClr>
                  </a:outerShdw>
                </a:effectLst>
              </a:rPr>
              <a:t>MONITORING</a:t>
            </a:r>
          </a:p>
        </p:txBody>
      </p:sp>
      <p:sp>
        <p:nvSpPr>
          <p:cNvPr id="30" name="CasellaDiTesto 29"/>
          <p:cNvSpPr txBox="1"/>
          <p:nvPr/>
        </p:nvSpPr>
        <p:spPr>
          <a:xfrm>
            <a:off x="6948264" y="5949280"/>
            <a:ext cx="1944216" cy="400110"/>
          </a:xfrm>
          <a:prstGeom prst="rect">
            <a:avLst/>
          </a:prstGeom>
          <a:noFill/>
        </p:spPr>
        <p:txBody>
          <a:bodyPr wrap="square" rtlCol="0">
            <a:spAutoFit/>
          </a:bodyPr>
          <a:lstStyle/>
          <a:p>
            <a:r>
              <a:rPr lang="it-IT" sz="2000" dirty="0">
                <a:ln w="18415" cmpd="sng">
                  <a:solidFill>
                    <a:srgbClr val="FFFFFF"/>
                  </a:solidFill>
                  <a:prstDash val="solid"/>
                </a:ln>
                <a:solidFill>
                  <a:schemeClr val="accent5">
                    <a:lumMod val="40000"/>
                    <a:lumOff val="60000"/>
                  </a:schemeClr>
                </a:solidFill>
                <a:effectLst>
                  <a:outerShdw blurRad="63500" dir="3600000" algn="tl" rotWithShape="0">
                    <a:srgbClr val="000000">
                      <a:alpha val="70000"/>
                    </a:srgbClr>
                  </a:outerShdw>
                </a:effectLst>
              </a:rPr>
              <a:t>MODELLING</a:t>
            </a:r>
            <a:endParaRPr lang="it-IT" sz="2000" dirty="0">
              <a:solidFill>
                <a:schemeClr val="accent5">
                  <a:lumMod val="40000"/>
                  <a:lumOff val="60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wmo2016_powerpoint_standard_v2_dark-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
        <p:nvSpPr>
          <p:cNvPr id="6" name="Title 1"/>
          <p:cNvSpPr txBox="1">
            <a:spLocks/>
          </p:cNvSpPr>
          <p:nvPr/>
        </p:nvSpPr>
        <p:spPr>
          <a:xfrm>
            <a:off x="457200" y="2002370"/>
            <a:ext cx="8229600" cy="1840813"/>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4800">
                <a:solidFill>
                  <a:schemeClr val="bg1"/>
                </a:solidFill>
              </a:rPr>
              <a:t>Thank you</a:t>
            </a:r>
            <a:endParaRPr lang="en-US" sz="4800" dirty="0">
              <a:solidFill>
                <a:schemeClr val="bg1"/>
              </a:solidFill>
            </a:endParaRPr>
          </a:p>
        </p:txBody>
      </p:sp>
    </p:spTree>
    <p:extLst>
      <p:ext uri="{BB962C8B-B14F-4D97-AF65-F5344CB8AC3E}">
        <p14:creationId xmlns:p14="http://schemas.microsoft.com/office/powerpoint/2010/main" val="380228457"/>
      </p:ext>
    </p:extLst>
  </p:cSld>
  <p:clrMapOvr>
    <a:masterClrMapping/>
  </p:clrMapOvr>
</p:sld>
</file>

<file path=ppt/theme/theme1.xml><?xml version="1.0" encoding="utf-8"?>
<a:theme xmlns:a="http://schemas.openxmlformats.org/drawingml/2006/main" name="WMO_BLUE_Powerpoint_en_f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BCE9784E1643A49B38F617DC291BCD3" ma:contentTypeVersion="13" ma:contentTypeDescription="Create a new document." ma:contentTypeScope="" ma:versionID="d8633324e9f3b2c66ca1d5bbbdc47df5">
  <xsd:schema xmlns:xsd="http://www.w3.org/2001/XMLSchema" xmlns:xs="http://www.w3.org/2001/XMLSchema" xmlns:p="http://schemas.microsoft.com/office/2006/metadata/properties" xmlns:ns3="c46a04b4-0d2c-4ea0-bc80-703ebc33a5a0" xmlns:ns4="b2d54727-05fc-4c26-b0ff-3bac73959ec7" targetNamespace="http://schemas.microsoft.com/office/2006/metadata/properties" ma:root="true" ma:fieldsID="bd337b22765ea92e4a6118a545d95eed" ns3:_="" ns4:_="">
    <xsd:import namespace="c46a04b4-0d2c-4ea0-bc80-703ebc33a5a0"/>
    <xsd:import namespace="b2d54727-05fc-4c26-b0ff-3bac73959ec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AutoKeyPoints" minOccurs="0"/>
                <xsd:element ref="ns3:MediaServiceKeyPoints" minOccurs="0"/>
                <xsd:element ref="ns3:MediaServiceGenerationTime" minOccurs="0"/>
                <xsd:element ref="ns3:MediaServiceEventHashCode"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6a04b4-0d2c-4ea0-bc80-703ebc33a5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d54727-05fc-4c26-b0ff-3bac73959e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6BFC92-6A3A-4B7A-809F-E9B48E1E76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6a04b4-0d2c-4ea0-bc80-703ebc33a5a0"/>
    <ds:schemaRef ds:uri="b2d54727-05fc-4c26-b0ff-3bac73959e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7A70E2-48F5-4B3C-8003-38FAF598D156}">
  <ds:schemaRefs>
    <ds:schemaRef ds:uri="http://purl.org/dc/terms/"/>
    <ds:schemaRef ds:uri="http://purl.org/dc/dcmitype/"/>
    <ds:schemaRef ds:uri="http://schemas.microsoft.com/office/infopath/2007/PartnerControls"/>
    <ds:schemaRef ds:uri="http://www.w3.org/XML/1998/namespace"/>
    <ds:schemaRef ds:uri="c46a04b4-0d2c-4ea0-bc80-703ebc33a5a0"/>
    <ds:schemaRef ds:uri="http://schemas.microsoft.com/office/2006/documentManagement/types"/>
    <ds:schemaRef ds:uri="http://schemas.microsoft.com/office/2006/metadata/properties"/>
    <ds:schemaRef ds:uri="b2d54727-05fc-4c26-b0ff-3bac73959ec7"/>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EB9C1EF2-BE0A-43AB-9591-BAA57C3EA4E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1701</Words>
  <Application>Microsoft Office PowerPoint</Application>
  <PresentationFormat>Presentazione su schermo (4:3)</PresentationFormat>
  <Paragraphs>202</Paragraphs>
  <Slides>34</Slides>
  <Notes>3</Notes>
  <HiddenSlides>0</HiddenSlides>
  <MMClips>1</MMClips>
  <ScaleCrop>false</ScaleCrop>
  <HeadingPairs>
    <vt:vector size="6" baseType="variant">
      <vt:variant>
        <vt:lpstr>Caratteri utilizzati</vt:lpstr>
      </vt:variant>
      <vt:variant>
        <vt:i4>10</vt:i4>
      </vt:variant>
      <vt:variant>
        <vt:lpstr>Tema</vt:lpstr>
      </vt:variant>
      <vt:variant>
        <vt:i4>1</vt:i4>
      </vt:variant>
      <vt:variant>
        <vt:lpstr>Titoli diapositive</vt:lpstr>
      </vt:variant>
      <vt:variant>
        <vt:i4>34</vt:i4>
      </vt:variant>
    </vt:vector>
  </HeadingPairs>
  <TitlesOfParts>
    <vt:vector size="45" baseType="lpstr">
      <vt:lpstr>arial</vt:lpstr>
      <vt:lpstr>arial</vt:lpstr>
      <vt:lpstr>Calibri</vt:lpstr>
      <vt:lpstr>Calibri</vt:lpstr>
      <vt:lpstr>Helvetica</vt:lpstr>
      <vt:lpstr>Helvetica Narrow</vt:lpstr>
      <vt:lpstr>Helvetica Neue Light</vt:lpstr>
      <vt:lpstr>Univers LT Std 47 Cn Lt</vt:lpstr>
      <vt:lpstr>Verdana</vt:lpstr>
      <vt:lpstr>Wingdings 2</vt:lpstr>
      <vt:lpstr>WMO_BLUE_Powerpoint_en_fr</vt:lpstr>
      <vt:lpstr>Presentazione standard di PowerPoint</vt:lpstr>
      <vt:lpstr>PROVISIONAL AGENDA</vt:lpstr>
      <vt:lpstr>WMO LONG-TERM AMBITIONS LONG-TERM FOR THE OPERATIONAL HYDROLOGICAL COMMUNITY</vt:lpstr>
      <vt:lpstr>WATER QUALITY IS KNOWN</vt:lpstr>
      <vt:lpstr>The core principles necessary to achieve the long-term ambitions are:</vt:lpstr>
      <vt:lpstr>The conditions that need to be met/created to achieve the strategic goals are: </vt:lpstr>
      <vt:lpstr>Presentazione standard di PowerPoint</vt:lpstr>
      <vt:lpstr>Presentazione standard di PowerPoint</vt:lpstr>
      <vt:lpstr>Presentazione standard di PowerPoint</vt:lpstr>
      <vt:lpstr>Presentazione standard di PowerPoint</vt:lpstr>
      <vt:lpstr>FLOOD EARLY WARNIG SYSTEM</vt:lpstr>
      <vt:lpstr>Presentazione standard di PowerPoint</vt:lpstr>
      <vt:lpstr>Presentazione standard di PowerPoint</vt:lpstr>
      <vt:lpstr>The Air2Stream model (S.Piccolroaz, M. Toffolon)</vt:lpstr>
      <vt:lpstr>Air2Stream – Calibration</vt:lpstr>
      <vt:lpstr>Climate change: Italy</vt:lpstr>
      <vt:lpstr>Trends evaluation of thermal regime of the Po river under CC scenarios</vt:lpstr>
      <vt:lpstr>Trends evaluation of thermal regime of the Po river under CC scenarios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Modellistica trasporto: propagazione dello sversamento di idrocarburi nel fiume Lambro</vt:lpstr>
      <vt:lpstr>Presentazione standard di PowerPoint</vt:lpstr>
      <vt:lpstr>SAMPLING</vt:lpstr>
      <vt:lpstr>BULLETIN FOR WATER QUALITY SAMPLING</vt:lpstr>
      <vt:lpstr>Presentazione standard di PowerPoint</vt:lpstr>
      <vt:lpstr>A DYNAMIC GUIDED SAMPLING</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Dominique Berod</dc:creator>
  <cp:lastModifiedBy>Silvano PECORA</cp:lastModifiedBy>
  <cp:revision>52</cp:revision>
  <dcterms:created xsi:type="dcterms:W3CDTF">2020-06-24T13:40:41Z</dcterms:created>
  <dcterms:modified xsi:type="dcterms:W3CDTF">2021-03-17T10:25:11Z</dcterms:modified>
</cp:coreProperties>
</file>